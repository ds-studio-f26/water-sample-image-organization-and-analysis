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3" r:id="rId3"/>
    <p:sldMasterId id="2147483654" r:id="rId4"/>
    <p:sldMasterId id="2147483655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embeddedFontLst>
    <p:embeddedFont>
      <p:font typeface="Nunito"/>
      <p:regular r:id="rId15"/>
      <p:bold r:id="rId16"/>
      <p:italic r:id="rId17"/>
      <p:boldItalic r:id="rId18"/>
    </p:embeddedFont>
    <p:embeddedFont>
      <p:font typeface="Barriecito"/>
      <p:regular r:id="rId19"/>
    </p:embeddedFont>
    <p:embeddedFont>
      <p:font typeface="Noto Sans Symbols"/>
      <p:regular r:id="rId20"/>
      <p:bold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otoSansSymbols-regular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schemas.openxmlformats.org/officeDocument/2006/relationships/font" Target="fonts/NotoSansSymbols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3.xml"/><Relationship Id="rId15" Type="http://schemas.openxmlformats.org/officeDocument/2006/relationships/font" Target="fonts/Nunito-regular.fntdata"/><Relationship Id="rId14" Type="http://schemas.openxmlformats.org/officeDocument/2006/relationships/slide" Target="slides/slide8.xml"/><Relationship Id="rId17" Type="http://schemas.openxmlformats.org/officeDocument/2006/relationships/font" Target="fonts/Nunito-italic.fntdata"/><Relationship Id="rId16" Type="http://schemas.openxmlformats.org/officeDocument/2006/relationships/font" Target="fonts/Nunito-bold.fntdata"/><Relationship Id="rId5" Type="http://schemas.openxmlformats.org/officeDocument/2006/relationships/slideMaster" Target="slideMasters/slideMaster3.xml"/><Relationship Id="rId19" Type="http://schemas.openxmlformats.org/officeDocument/2006/relationships/font" Target="fonts/Barriecito-regular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Nunito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0" name="Google Shape;97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9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1" name="Google Shape;107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6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Google Shape;107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8" name="Google Shape;107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3" name="Shape 1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4" name="Google Shape;1494;h5ab9dd9f75f9be0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5" name="Google Shape;1495;h5ab9dd9f75f9be05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0" name="Shape 2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1" name="Google Shape;2061;h5ab9dd9f75f9be05_0_9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2" name="Google Shape;2062;h5ab9dd9f75f9be05_0_98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1" name="Shape 2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2" name="Google Shape;2162;h5ab9dd9f75f9be05_0_10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3" name="Google Shape;2163;h5ab9dd9f75f9be05_0_108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8" name="Shape 2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9" name="Google Shape;2169;h5ab9dd9f75f9be05_0_10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0" name="Google Shape;2170;h5ab9dd9f75f9be05_0_108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://bit.ly/2TyoMsr" TargetMode="External"/><Relationship Id="rId5" Type="http://schemas.openxmlformats.org/officeDocument/2006/relationships/hyperlink" Target="http://bit.ly/2TtBDfr" TargetMode="Externa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://bit.ly/2TyoMsr" TargetMode="External"/><Relationship Id="rId5" Type="http://schemas.openxmlformats.org/officeDocument/2006/relationships/hyperlink" Target="http://bit.ly/2TtBDfr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"/>
          <p:cNvSpPr txBox="1"/>
          <p:nvPr>
            <p:ph type="title"/>
          </p:nvPr>
        </p:nvSpPr>
        <p:spPr>
          <a:xfrm>
            <a:off x="1710720" y="617760"/>
            <a:ext cx="3216240" cy="1060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_COLUMN_TEXT_1" type="blank">
  <p:cSld name="BLANK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ONLY" type="titleOnly">
  <p:cSld name="TITLE_ONLY">
    <p:bg>
      <p:bgPr>
        <a:solidFill>
          <a:schemeClr val="lt1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6"/>
          <p:cNvPicPr preferRelativeResize="0"/>
          <p:nvPr/>
        </p:nvPicPr>
        <p:blipFill rotWithShape="1">
          <a:blip r:embed="rId2">
            <a:alphaModFix amt="50000"/>
          </a:blip>
          <a:srcRect b="0" l="0" r="0" t="0"/>
          <a:stretch/>
        </p:blipFill>
        <p:spPr>
          <a:xfrm flipH="1">
            <a:off x="360" y="0"/>
            <a:ext cx="9143640" cy="514332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6"/>
          <p:cNvSpPr txBox="1"/>
          <p:nvPr>
            <p:ph type="title"/>
          </p:nvPr>
        </p:nvSpPr>
        <p:spPr>
          <a:xfrm>
            <a:off x="720000" y="540000"/>
            <a:ext cx="7703640" cy="6343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grpSp>
        <p:nvGrpSpPr>
          <p:cNvPr id="209" name="Google Shape;209;p6"/>
          <p:cNvGrpSpPr/>
          <p:nvPr/>
        </p:nvGrpSpPr>
        <p:grpSpPr>
          <a:xfrm>
            <a:off x="263880" y="159120"/>
            <a:ext cx="8739360" cy="4852080"/>
            <a:chOff x="263880" y="159120"/>
            <a:chExt cx="8739360" cy="4852080"/>
          </a:xfrm>
        </p:grpSpPr>
        <p:sp>
          <p:nvSpPr>
            <p:cNvPr id="210" name="Google Shape;210;p6"/>
            <p:cNvSpPr/>
            <p:nvPr/>
          </p:nvSpPr>
          <p:spPr>
            <a:xfrm>
              <a:off x="410040" y="3045240"/>
              <a:ext cx="73440" cy="96480"/>
            </a:xfrm>
            <a:custGeom>
              <a:rect b="b" l="l" r="r" t="t"/>
              <a:pathLst>
                <a:path extrusionOk="0" h="1921" w="1468">
                  <a:moveTo>
                    <a:pt x="828" y="0"/>
                  </a:moveTo>
                  <a:cubicBezTo>
                    <a:pt x="743" y="0"/>
                    <a:pt x="671" y="41"/>
                    <a:pt x="654" y="136"/>
                  </a:cubicBezTo>
                  <a:cubicBezTo>
                    <a:pt x="648" y="166"/>
                    <a:pt x="648" y="204"/>
                    <a:pt x="658" y="248"/>
                  </a:cubicBezTo>
                  <a:cubicBezTo>
                    <a:pt x="666" y="289"/>
                    <a:pt x="695" y="306"/>
                    <a:pt x="726" y="306"/>
                  </a:cubicBezTo>
                  <a:cubicBezTo>
                    <a:pt x="763" y="306"/>
                    <a:pt x="803" y="283"/>
                    <a:pt x="817" y="248"/>
                  </a:cubicBezTo>
                  <a:cubicBezTo>
                    <a:pt x="827" y="224"/>
                    <a:pt x="838" y="214"/>
                    <a:pt x="851" y="214"/>
                  </a:cubicBezTo>
                  <a:cubicBezTo>
                    <a:pt x="925" y="214"/>
                    <a:pt x="1036" y="573"/>
                    <a:pt x="1037" y="573"/>
                  </a:cubicBezTo>
                  <a:cubicBezTo>
                    <a:pt x="1037" y="573"/>
                    <a:pt x="1037" y="573"/>
                    <a:pt x="1037" y="572"/>
                  </a:cubicBezTo>
                  <a:lnTo>
                    <a:pt x="1037" y="572"/>
                  </a:lnTo>
                  <a:cubicBezTo>
                    <a:pt x="1071" y="710"/>
                    <a:pt x="1093" y="853"/>
                    <a:pt x="1100" y="993"/>
                  </a:cubicBezTo>
                  <a:cubicBezTo>
                    <a:pt x="1112" y="1218"/>
                    <a:pt x="1014" y="1715"/>
                    <a:pt x="747" y="1715"/>
                  </a:cubicBezTo>
                  <a:cubicBezTo>
                    <a:pt x="678" y="1715"/>
                    <a:pt x="598" y="1682"/>
                    <a:pt x="505" y="1603"/>
                  </a:cubicBezTo>
                  <a:cubicBezTo>
                    <a:pt x="115" y="1268"/>
                    <a:pt x="379" y="496"/>
                    <a:pt x="590" y="143"/>
                  </a:cubicBezTo>
                  <a:cubicBezTo>
                    <a:pt x="594" y="136"/>
                    <a:pt x="597" y="129"/>
                    <a:pt x="599" y="122"/>
                  </a:cubicBezTo>
                  <a:cubicBezTo>
                    <a:pt x="615" y="70"/>
                    <a:pt x="568" y="27"/>
                    <a:pt x="520" y="27"/>
                  </a:cubicBezTo>
                  <a:cubicBezTo>
                    <a:pt x="496" y="27"/>
                    <a:pt x="471" y="38"/>
                    <a:pt x="454" y="64"/>
                  </a:cubicBezTo>
                  <a:cubicBezTo>
                    <a:pt x="181" y="477"/>
                    <a:pt x="1" y="1070"/>
                    <a:pt x="213" y="1550"/>
                  </a:cubicBezTo>
                  <a:cubicBezTo>
                    <a:pt x="316" y="1781"/>
                    <a:pt x="520" y="1920"/>
                    <a:pt x="732" y="1920"/>
                  </a:cubicBezTo>
                  <a:cubicBezTo>
                    <a:pt x="867" y="1920"/>
                    <a:pt x="1006" y="1864"/>
                    <a:pt x="1123" y="1739"/>
                  </a:cubicBezTo>
                  <a:cubicBezTo>
                    <a:pt x="1467" y="1376"/>
                    <a:pt x="1361" y="612"/>
                    <a:pt x="1156" y="204"/>
                  </a:cubicBezTo>
                  <a:cubicBezTo>
                    <a:pt x="1093" y="80"/>
                    <a:pt x="947" y="0"/>
                    <a:pt x="8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8225" lIns="91425" spcFirstLastPara="1" rIns="91425" wrap="square" tIns="48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1" name="Google Shape;211;p6"/>
            <p:cNvSpPr/>
            <p:nvPr/>
          </p:nvSpPr>
          <p:spPr>
            <a:xfrm>
              <a:off x="8925840" y="1608120"/>
              <a:ext cx="77400" cy="58320"/>
            </a:xfrm>
            <a:custGeom>
              <a:rect b="b" l="l" r="r" t="t"/>
              <a:pathLst>
                <a:path extrusionOk="0" h="1166" w="1546">
                  <a:moveTo>
                    <a:pt x="141" y="205"/>
                  </a:moveTo>
                  <a:cubicBezTo>
                    <a:pt x="152" y="218"/>
                    <a:pt x="168" y="225"/>
                    <a:pt x="188" y="226"/>
                  </a:cubicBezTo>
                  <a:cubicBezTo>
                    <a:pt x="229" y="231"/>
                    <a:pt x="271" y="232"/>
                    <a:pt x="312" y="232"/>
                  </a:cubicBezTo>
                  <a:cubicBezTo>
                    <a:pt x="423" y="232"/>
                    <a:pt x="532" y="221"/>
                    <a:pt x="642" y="221"/>
                  </a:cubicBezTo>
                  <a:cubicBezTo>
                    <a:pt x="736" y="221"/>
                    <a:pt x="830" y="229"/>
                    <a:pt x="923" y="261"/>
                  </a:cubicBezTo>
                  <a:cubicBezTo>
                    <a:pt x="1158" y="342"/>
                    <a:pt x="1413" y="692"/>
                    <a:pt x="1157" y="898"/>
                  </a:cubicBezTo>
                  <a:cubicBezTo>
                    <a:pt x="1091" y="950"/>
                    <a:pt x="1011" y="972"/>
                    <a:pt x="929" y="972"/>
                  </a:cubicBezTo>
                  <a:cubicBezTo>
                    <a:pt x="772" y="972"/>
                    <a:pt x="603" y="894"/>
                    <a:pt x="491" y="806"/>
                  </a:cubicBezTo>
                  <a:cubicBezTo>
                    <a:pt x="301" y="654"/>
                    <a:pt x="182" y="440"/>
                    <a:pt x="141" y="205"/>
                  </a:cubicBezTo>
                  <a:close/>
                  <a:moveTo>
                    <a:pt x="609" y="1"/>
                  </a:moveTo>
                  <a:cubicBezTo>
                    <a:pt x="454" y="1"/>
                    <a:pt x="300" y="30"/>
                    <a:pt x="169" y="83"/>
                  </a:cubicBezTo>
                  <a:cubicBezTo>
                    <a:pt x="148" y="91"/>
                    <a:pt x="135" y="106"/>
                    <a:pt x="127" y="121"/>
                  </a:cubicBezTo>
                  <a:cubicBezTo>
                    <a:pt x="118" y="86"/>
                    <a:pt x="88" y="68"/>
                    <a:pt x="59" y="68"/>
                  </a:cubicBezTo>
                  <a:cubicBezTo>
                    <a:pt x="29" y="68"/>
                    <a:pt x="1" y="88"/>
                    <a:pt x="2" y="128"/>
                  </a:cubicBezTo>
                  <a:cubicBezTo>
                    <a:pt x="23" y="483"/>
                    <a:pt x="186" y="813"/>
                    <a:pt x="481" y="1015"/>
                  </a:cubicBezTo>
                  <a:cubicBezTo>
                    <a:pt x="611" y="1106"/>
                    <a:pt x="782" y="1165"/>
                    <a:pt x="949" y="1165"/>
                  </a:cubicBezTo>
                  <a:cubicBezTo>
                    <a:pt x="1093" y="1165"/>
                    <a:pt x="1233" y="1120"/>
                    <a:pt x="1338" y="1013"/>
                  </a:cubicBezTo>
                  <a:cubicBezTo>
                    <a:pt x="1545" y="800"/>
                    <a:pt x="1481" y="473"/>
                    <a:pt x="1300" y="269"/>
                  </a:cubicBezTo>
                  <a:cubicBezTo>
                    <a:pt x="1135" y="82"/>
                    <a:pt x="870" y="1"/>
                    <a:pt x="6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9150" lIns="91425" spcFirstLastPara="1" rIns="91425" wrap="square" tIns="291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2" name="Google Shape;212;p6"/>
            <p:cNvSpPr/>
            <p:nvPr/>
          </p:nvSpPr>
          <p:spPr>
            <a:xfrm>
              <a:off x="1320840" y="159120"/>
              <a:ext cx="77400" cy="58320"/>
            </a:xfrm>
            <a:custGeom>
              <a:rect b="b" l="l" r="r" t="t"/>
              <a:pathLst>
                <a:path extrusionOk="0" h="1166" w="1546">
                  <a:moveTo>
                    <a:pt x="141" y="207"/>
                  </a:moveTo>
                  <a:lnTo>
                    <a:pt x="141" y="207"/>
                  </a:lnTo>
                  <a:cubicBezTo>
                    <a:pt x="154" y="220"/>
                    <a:pt x="169" y="227"/>
                    <a:pt x="189" y="228"/>
                  </a:cubicBezTo>
                  <a:cubicBezTo>
                    <a:pt x="231" y="233"/>
                    <a:pt x="273" y="234"/>
                    <a:pt x="314" y="234"/>
                  </a:cubicBezTo>
                  <a:cubicBezTo>
                    <a:pt x="424" y="234"/>
                    <a:pt x="534" y="223"/>
                    <a:pt x="642" y="223"/>
                  </a:cubicBezTo>
                  <a:cubicBezTo>
                    <a:pt x="736" y="223"/>
                    <a:pt x="830" y="231"/>
                    <a:pt x="923" y="264"/>
                  </a:cubicBezTo>
                  <a:cubicBezTo>
                    <a:pt x="1160" y="344"/>
                    <a:pt x="1415" y="694"/>
                    <a:pt x="1157" y="900"/>
                  </a:cubicBezTo>
                  <a:cubicBezTo>
                    <a:pt x="1091" y="952"/>
                    <a:pt x="1013" y="973"/>
                    <a:pt x="931" y="973"/>
                  </a:cubicBezTo>
                  <a:cubicBezTo>
                    <a:pt x="774" y="973"/>
                    <a:pt x="605" y="895"/>
                    <a:pt x="491" y="808"/>
                  </a:cubicBezTo>
                  <a:cubicBezTo>
                    <a:pt x="301" y="656"/>
                    <a:pt x="184" y="442"/>
                    <a:pt x="141" y="207"/>
                  </a:cubicBezTo>
                  <a:close/>
                  <a:moveTo>
                    <a:pt x="608" y="1"/>
                  </a:moveTo>
                  <a:cubicBezTo>
                    <a:pt x="453" y="1"/>
                    <a:pt x="299" y="29"/>
                    <a:pt x="169" y="82"/>
                  </a:cubicBezTo>
                  <a:cubicBezTo>
                    <a:pt x="148" y="92"/>
                    <a:pt x="135" y="106"/>
                    <a:pt x="127" y="122"/>
                  </a:cubicBezTo>
                  <a:cubicBezTo>
                    <a:pt x="119" y="87"/>
                    <a:pt x="87" y="69"/>
                    <a:pt x="58" y="69"/>
                  </a:cubicBezTo>
                  <a:cubicBezTo>
                    <a:pt x="29" y="69"/>
                    <a:pt x="1" y="88"/>
                    <a:pt x="2" y="129"/>
                  </a:cubicBezTo>
                  <a:cubicBezTo>
                    <a:pt x="24" y="483"/>
                    <a:pt x="186" y="812"/>
                    <a:pt x="481" y="1016"/>
                  </a:cubicBezTo>
                  <a:cubicBezTo>
                    <a:pt x="611" y="1106"/>
                    <a:pt x="782" y="1165"/>
                    <a:pt x="948" y="1165"/>
                  </a:cubicBezTo>
                  <a:cubicBezTo>
                    <a:pt x="1093" y="1165"/>
                    <a:pt x="1233" y="1121"/>
                    <a:pt x="1339" y="1013"/>
                  </a:cubicBezTo>
                  <a:cubicBezTo>
                    <a:pt x="1545" y="801"/>
                    <a:pt x="1482" y="472"/>
                    <a:pt x="1302" y="269"/>
                  </a:cubicBezTo>
                  <a:cubicBezTo>
                    <a:pt x="1135" y="83"/>
                    <a:pt x="869" y="1"/>
                    <a:pt x="6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9150" lIns="91425" spcFirstLastPara="1" rIns="91425" wrap="square" tIns="291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3" name="Google Shape;213;p6"/>
            <p:cNvSpPr/>
            <p:nvPr/>
          </p:nvSpPr>
          <p:spPr>
            <a:xfrm>
              <a:off x="5376240" y="388800"/>
              <a:ext cx="77400" cy="58320"/>
            </a:xfrm>
            <a:custGeom>
              <a:rect b="b" l="l" r="r" t="t"/>
              <a:pathLst>
                <a:path extrusionOk="0" h="1166" w="1545">
                  <a:moveTo>
                    <a:pt x="142" y="207"/>
                  </a:moveTo>
                  <a:lnTo>
                    <a:pt x="142" y="207"/>
                  </a:lnTo>
                  <a:cubicBezTo>
                    <a:pt x="155" y="218"/>
                    <a:pt x="170" y="225"/>
                    <a:pt x="190" y="228"/>
                  </a:cubicBezTo>
                  <a:cubicBezTo>
                    <a:pt x="230" y="232"/>
                    <a:pt x="271" y="234"/>
                    <a:pt x="311" y="234"/>
                  </a:cubicBezTo>
                  <a:cubicBezTo>
                    <a:pt x="421" y="234"/>
                    <a:pt x="531" y="222"/>
                    <a:pt x="640" y="222"/>
                  </a:cubicBezTo>
                  <a:cubicBezTo>
                    <a:pt x="735" y="222"/>
                    <a:pt x="830" y="231"/>
                    <a:pt x="924" y="264"/>
                  </a:cubicBezTo>
                  <a:cubicBezTo>
                    <a:pt x="1161" y="344"/>
                    <a:pt x="1416" y="693"/>
                    <a:pt x="1158" y="899"/>
                  </a:cubicBezTo>
                  <a:cubicBezTo>
                    <a:pt x="1091" y="951"/>
                    <a:pt x="1012" y="973"/>
                    <a:pt x="931" y="973"/>
                  </a:cubicBezTo>
                  <a:cubicBezTo>
                    <a:pt x="774" y="973"/>
                    <a:pt x="605" y="894"/>
                    <a:pt x="492" y="806"/>
                  </a:cubicBezTo>
                  <a:cubicBezTo>
                    <a:pt x="303" y="656"/>
                    <a:pt x="184" y="442"/>
                    <a:pt x="142" y="207"/>
                  </a:cubicBezTo>
                  <a:close/>
                  <a:moveTo>
                    <a:pt x="609" y="0"/>
                  </a:moveTo>
                  <a:cubicBezTo>
                    <a:pt x="453" y="0"/>
                    <a:pt x="299" y="29"/>
                    <a:pt x="169" y="82"/>
                  </a:cubicBezTo>
                  <a:cubicBezTo>
                    <a:pt x="147" y="91"/>
                    <a:pt x="135" y="105"/>
                    <a:pt x="126" y="122"/>
                  </a:cubicBezTo>
                  <a:cubicBezTo>
                    <a:pt x="118" y="87"/>
                    <a:pt x="87" y="69"/>
                    <a:pt x="58" y="69"/>
                  </a:cubicBezTo>
                  <a:cubicBezTo>
                    <a:pt x="28" y="69"/>
                    <a:pt x="0" y="88"/>
                    <a:pt x="1" y="129"/>
                  </a:cubicBezTo>
                  <a:cubicBezTo>
                    <a:pt x="23" y="483"/>
                    <a:pt x="186" y="812"/>
                    <a:pt x="480" y="1016"/>
                  </a:cubicBezTo>
                  <a:cubicBezTo>
                    <a:pt x="610" y="1106"/>
                    <a:pt x="781" y="1165"/>
                    <a:pt x="947" y="1165"/>
                  </a:cubicBezTo>
                  <a:cubicBezTo>
                    <a:pt x="1091" y="1165"/>
                    <a:pt x="1232" y="1120"/>
                    <a:pt x="1338" y="1012"/>
                  </a:cubicBezTo>
                  <a:cubicBezTo>
                    <a:pt x="1545" y="799"/>
                    <a:pt x="1481" y="472"/>
                    <a:pt x="1300" y="268"/>
                  </a:cubicBezTo>
                  <a:cubicBezTo>
                    <a:pt x="1135" y="82"/>
                    <a:pt x="870" y="0"/>
                    <a:pt x="6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9150" lIns="91425" spcFirstLastPara="1" rIns="91425" wrap="square" tIns="291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4" name="Google Shape;214;p6"/>
            <p:cNvSpPr/>
            <p:nvPr/>
          </p:nvSpPr>
          <p:spPr>
            <a:xfrm>
              <a:off x="6965640" y="4952880"/>
              <a:ext cx="77400" cy="58320"/>
            </a:xfrm>
            <a:custGeom>
              <a:rect b="b" l="l" r="r" t="t"/>
              <a:pathLst>
                <a:path extrusionOk="0" h="1165" w="1546">
                  <a:moveTo>
                    <a:pt x="141" y="207"/>
                  </a:moveTo>
                  <a:cubicBezTo>
                    <a:pt x="152" y="218"/>
                    <a:pt x="168" y="225"/>
                    <a:pt x="188" y="228"/>
                  </a:cubicBezTo>
                  <a:cubicBezTo>
                    <a:pt x="228" y="232"/>
                    <a:pt x="268" y="234"/>
                    <a:pt x="309" y="234"/>
                  </a:cubicBezTo>
                  <a:cubicBezTo>
                    <a:pt x="419" y="234"/>
                    <a:pt x="529" y="222"/>
                    <a:pt x="639" y="222"/>
                  </a:cubicBezTo>
                  <a:cubicBezTo>
                    <a:pt x="734" y="222"/>
                    <a:pt x="829" y="231"/>
                    <a:pt x="923" y="263"/>
                  </a:cubicBezTo>
                  <a:cubicBezTo>
                    <a:pt x="1158" y="344"/>
                    <a:pt x="1413" y="693"/>
                    <a:pt x="1157" y="898"/>
                  </a:cubicBezTo>
                  <a:cubicBezTo>
                    <a:pt x="1091" y="951"/>
                    <a:pt x="1012" y="973"/>
                    <a:pt x="930" y="973"/>
                  </a:cubicBezTo>
                  <a:cubicBezTo>
                    <a:pt x="773" y="973"/>
                    <a:pt x="604" y="894"/>
                    <a:pt x="491" y="806"/>
                  </a:cubicBezTo>
                  <a:cubicBezTo>
                    <a:pt x="301" y="656"/>
                    <a:pt x="183" y="442"/>
                    <a:pt x="141" y="207"/>
                  </a:cubicBezTo>
                  <a:close/>
                  <a:moveTo>
                    <a:pt x="609" y="0"/>
                  </a:moveTo>
                  <a:cubicBezTo>
                    <a:pt x="454" y="0"/>
                    <a:pt x="300" y="29"/>
                    <a:pt x="169" y="82"/>
                  </a:cubicBezTo>
                  <a:cubicBezTo>
                    <a:pt x="148" y="91"/>
                    <a:pt x="135" y="105"/>
                    <a:pt x="127" y="122"/>
                  </a:cubicBezTo>
                  <a:cubicBezTo>
                    <a:pt x="118" y="87"/>
                    <a:pt x="87" y="68"/>
                    <a:pt x="58" y="68"/>
                  </a:cubicBezTo>
                  <a:cubicBezTo>
                    <a:pt x="28" y="68"/>
                    <a:pt x="1" y="88"/>
                    <a:pt x="2" y="129"/>
                  </a:cubicBezTo>
                  <a:cubicBezTo>
                    <a:pt x="23" y="483"/>
                    <a:pt x="186" y="812"/>
                    <a:pt x="481" y="1016"/>
                  </a:cubicBezTo>
                  <a:cubicBezTo>
                    <a:pt x="610" y="1106"/>
                    <a:pt x="781" y="1165"/>
                    <a:pt x="947" y="1165"/>
                  </a:cubicBezTo>
                  <a:cubicBezTo>
                    <a:pt x="1092" y="1165"/>
                    <a:pt x="1233" y="1120"/>
                    <a:pt x="1338" y="1012"/>
                  </a:cubicBezTo>
                  <a:cubicBezTo>
                    <a:pt x="1545" y="799"/>
                    <a:pt x="1481" y="472"/>
                    <a:pt x="1300" y="268"/>
                  </a:cubicBezTo>
                  <a:cubicBezTo>
                    <a:pt x="1135" y="81"/>
                    <a:pt x="870" y="0"/>
                    <a:pt x="6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9150" lIns="91425" spcFirstLastPara="1" rIns="91425" wrap="square" tIns="291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5" name="Google Shape;215;p6"/>
            <p:cNvSpPr/>
            <p:nvPr/>
          </p:nvSpPr>
          <p:spPr>
            <a:xfrm>
              <a:off x="999360" y="253800"/>
              <a:ext cx="62280" cy="93600"/>
            </a:xfrm>
            <a:custGeom>
              <a:rect b="b" l="l" r="r" t="t"/>
              <a:pathLst>
                <a:path extrusionOk="0" h="1862" w="1242">
                  <a:moveTo>
                    <a:pt x="444" y="200"/>
                  </a:moveTo>
                  <a:cubicBezTo>
                    <a:pt x="448" y="213"/>
                    <a:pt x="455" y="223"/>
                    <a:pt x="468" y="233"/>
                  </a:cubicBezTo>
                  <a:cubicBezTo>
                    <a:pt x="765" y="471"/>
                    <a:pt x="1241" y="1263"/>
                    <a:pt x="750" y="1515"/>
                  </a:cubicBezTo>
                  <a:cubicBezTo>
                    <a:pt x="703" y="1564"/>
                    <a:pt x="660" y="1589"/>
                    <a:pt x="620" y="1589"/>
                  </a:cubicBezTo>
                  <a:cubicBezTo>
                    <a:pt x="573" y="1589"/>
                    <a:pt x="530" y="1556"/>
                    <a:pt x="490" y="1490"/>
                  </a:cubicBezTo>
                  <a:cubicBezTo>
                    <a:pt x="435" y="1432"/>
                    <a:pt x="395" y="1367"/>
                    <a:pt x="368" y="1292"/>
                  </a:cubicBezTo>
                  <a:cubicBezTo>
                    <a:pt x="313" y="1170"/>
                    <a:pt x="293" y="1048"/>
                    <a:pt x="292" y="915"/>
                  </a:cubicBezTo>
                  <a:cubicBezTo>
                    <a:pt x="291" y="669"/>
                    <a:pt x="367" y="433"/>
                    <a:pt x="444" y="200"/>
                  </a:cubicBezTo>
                  <a:close/>
                  <a:moveTo>
                    <a:pt x="396" y="1"/>
                  </a:moveTo>
                  <a:cubicBezTo>
                    <a:pt x="362" y="1"/>
                    <a:pt x="328" y="18"/>
                    <a:pt x="313" y="57"/>
                  </a:cubicBezTo>
                  <a:cubicBezTo>
                    <a:pt x="155" y="468"/>
                    <a:pt x="0" y="927"/>
                    <a:pt x="174" y="1360"/>
                  </a:cubicBezTo>
                  <a:cubicBezTo>
                    <a:pt x="257" y="1566"/>
                    <a:pt x="482" y="1862"/>
                    <a:pt x="736" y="1862"/>
                  </a:cubicBezTo>
                  <a:cubicBezTo>
                    <a:pt x="770" y="1862"/>
                    <a:pt x="803" y="1857"/>
                    <a:pt x="838" y="1846"/>
                  </a:cubicBezTo>
                  <a:cubicBezTo>
                    <a:pt x="1141" y="1752"/>
                    <a:pt x="1169" y="1248"/>
                    <a:pt x="1141" y="998"/>
                  </a:cubicBezTo>
                  <a:cubicBezTo>
                    <a:pt x="1098" y="623"/>
                    <a:pt x="900" y="290"/>
                    <a:pt x="592" y="73"/>
                  </a:cubicBezTo>
                  <a:cubicBezTo>
                    <a:pt x="577" y="62"/>
                    <a:pt x="561" y="57"/>
                    <a:pt x="545" y="57"/>
                  </a:cubicBezTo>
                  <a:cubicBezTo>
                    <a:pt x="521" y="57"/>
                    <a:pt x="498" y="68"/>
                    <a:pt x="479" y="84"/>
                  </a:cubicBezTo>
                  <a:cubicBezTo>
                    <a:pt x="485" y="32"/>
                    <a:pt x="441" y="1"/>
                    <a:pt x="3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6800" lIns="91425" spcFirstLastPara="1" rIns="91425" wrap="square" tIns="46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6" name="Google Shape;216;p6"/>
            <p:cNvSpPr/>
            <p:nvPr/>
          </p:nvSpPr>
          <p:spPr>
            <a:xfrm>
              <a:off x="8689680" y="1843920"/>
              <a:ext cx="62280" cy="93600"/>
            </a:xfrm>
            <a:custGeom>
              <a:rect b="b" l="l" r="r" t="t"/>
              <a:pathLst>
                <a:path extrusionOk="0" h="1862" w="1243">
                  <a:moveTo>
                    <a:pt x="444" y="199"/>
                  </a:moveTo>
                  <a:cubicBezTo>
                    <a:pt x="449" y="210"/>
                    <a:pt x="459" y="222"/>
                    <a:pt x="468" y="230"/>
                  </a:cubicBezTo>
                  <a:cubicBezTo>
                    <a:pt x="766" y="470"/>
                    <a:pt x="1242" y="1262"/>
                    <a:pt x="750" y="1513"/>
                  </a:cubicBezTo>
                  <a:cubicBezTo>
                    <a:pt x="704" y="1562"/>
                    <a:pt x="660" y="1587"/>
                    <a:pt x="620" y="1587"/>
                  </a:cubicBezTo>
                  <a:cubicBezTo>
                    <a:pt x="573" y="1587"/>
                    <a:pt x="530" y="1554"/>
                    <a:pt x="491" y="1489"/>
                  </a:cubicBezTo>
                  <a:cubicBezTo>
                    <a:pt x="437" y="1429"/>
                    <a:pt x="396" y="1364"/>
                    <a:pt x="369" y="1290"/>
                  </a:cubicBezTo>
                  <a:cubicBezTo>
                    <a:pt x="314" y="1167"/>
                    <a:pt x="296" y="1045"/>
                    <a:pt x="293" y="912"/>
                  </a:cubicBezTo>
                  <a:cubicBezTo>
                    <a:pt x="291" y="668"/>
                    <a:pt x="368" y="430"/>
                    <a:pt x="444" y="199"/>
                  </a:cubicBezTo>
                  <a:close/>
                  <a:moveTo>
                    <a:pt x="398" y="0"/>
                  </a:moveTo>
                  <a:cubicBezTo>
                    <a:pt x="364" y="0"/>
                    <a:pt x="329" y="18"/>
                    <a:pt x="314" y="57"/>
                  </a:cubicBezTo>
                  <a:cubicBezTo>
                    <a:pt x="155" y="467"/>
                    <a:pt x="1" y="926"/>
                    <a:pt x="175" y="1358"/>
                  </a:cubicBezTo>
                  <a:cubicBezTo>
                    <a:pt x="258" y="1565"/>
                    <a:pt x="483" y="1861"/>
                    <a:pt x="738" y="1861"/>
                  </a:cubicBezTo>
                  <a:cubicBezTo>
                    <a:pt x="771" y="1861"/>
                    <a:pt x="805" y="1856"/>
                    <a:pt x="838" y="1846"/>
                  </a:cubicBezTo>
                  <a:cubicBezTo>
                    <a:pt x="1142" y="1752"/>
                    <a:pt x="1170" y="1248"/>
                    <a:pt x="1142" y="997"/>
                  </a:cubicBezTo>
                  <a:cubicBezTo>
                    <a:pt x="1098" y="620"/>
                    <a:pt x="901" y="287"/>
                    <a:pt x="592" y="72"/>
                  </a:cubicBezTo>
                  <a:cubicBezTo>
                    <a:pt x="577" y="61"/>
                    <a:pt x="561" y="57"/>
                    <a:pt x="546" y="57"/>
                  </a:cubicBezTo>
                  <a:cubicBezTo>
                    <a:pt x="522" y="57"/>
                    <a:pt x="499" y="67"/>
                    <a:pt x="480" y="83"/>
                  </a:cubicBezTo>
                  <a:cubicBezTo>
                    <a:pt x="485" y="31"/>
                    <a:pt x="442" y="0"/>
                    <a:pt x="3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6800" lIns="91425" spcFirstLastPara="1" rIns="91425" wrap="square" tIns="46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7" name="Google Shape;217;p6"/>
            <p:cNvSpPr/>
            <p:nvPr/>
          </p:nvSpPr>
          <p:spPr>
            <a:xfrm>
              <a:off x="263880" y="3507120"/>
              <a:ext cx="62280" cy="93600"/>
            </a:xfrm>
            <a:custGeom>
              <a:rect b="b" l="l" r="r" t="t"/>
              <a:pathLst>
                <a:path extrusionOk="0" h="1862" w="1243">
                  <a:moveTo>
                    <a:pt x="443" y="200"/>
                  </a:moveTo>
                  <a:cubicBezTo>
                    <a:pt x="449" y="213"/>
                    <a:pt x="456" y="223"/>
                    <a:pt x="469" y="232"/>
                  </a:cubicBezTo>
                  <a:cubicBezTo>
                    <a:pt x="766" y="471"/>
                    <a:pt x="1242" y="1263"/>
                    <a:pt x="749" y="1514"/>
                  </a:cubicBezTo>
                  <a:cubicBezTo>
                    <a:pt x="703" y="1563"/>
                    <a:pt x="660" y="1588"/>
                    <a:pt x="619" y="1588"/>
                  </a:cubicBezTo>
                  <a:cubicBezTo>
                    <a:pt x="573" y="1588"/>
                    <a:pt x="530" y="1555"/>
                    <a:pt x="491" y="1490"/>
                  </a:cubicBezTo>
                  <a:cubicBezTo>
                    <a:pt x="436" y="1432"/>
                    <a:pt x="395" y="1365"/>
                    <a:pt x="368" y="1292"/>
                  </a:cubicBezTo>
                  <a:cubicBezTo>
                    <a:pt x="314" y="1170"/>
                    <a:pt x="294" y="1046"/>
                    <a:pt x="293" y="915"/>
                  </a:cubicBezTo>
                  <a:cubicBezTo>
                    <a:pt x="291" y="669"/>
                    <a:pt x="367" y="433"/>
                    <a:pt x="443" y="200"/>
                  </a:cubicBezTo>
                  <a:close/>
                  <a:moveTo>
                    <a:pt x="397" y="1"/>
                  </a:moveTo>
                  <a:cubicBezTo>
                    <a:pt x="364" y="1"/>
                    <a:pt x="329" y="18"/>
                    <a:pt x="314" y="57"/>
                  </a:cubicBezTo>
                  <a:cubicBezTo>
                    <a:pt x="154" y="468"/>
                    <a:pt x="1" y="926"/>
                    <a:pt x="174" y="1358"/>
                  </a:cubicBezTo>
                  <a:cubicBezTo>
                    <a:pt x="257" y="1565"/>
                    <a:pt x="482" y="1861"/>
                    <a:pt x="738" y="1861"/>
                  </a:cubicBezTo>
                  <a:cubicBezTo>
                    <a:pt x="771" y="1861"/>
                    <a:pt x="805" y="1856"/>
                    <a:pt x="838" y="1846"/>
                  </a:cubicBezTo>
                  <a:cubicBezTo>
                    <a:pt x="1142" y="1752"/>
                    <a:pt x="1170" y="1248"/>
                    <a:pt x="1142" y="997"/>
                  </a:cubicBezTo>
                  <a:cubicBezTo>
                    <a:pt x="1099" y="620"/>
                    <a:pt x="901" y="288"/>
                    <a:pt x="592" y="73"/>
                  </a:cubicBezTo>
                  <a:cubicBezTo>
                    <a:pt x="577" y="62"/>
                    <a:pt x="561" y="57"/>
                    <a:pt x="545" y="57"/>
                  </a:cubicBezTo>
                  <a:cubicBezTo>
                    <a:pt x="521" y="57"/>
                    <a:pt x="498" y="67"/>
                    <a:pt x="479" y="83"/>
                  </a:cubicBezTo>
                  <a:cubicBezTo>
                    <a:pt x="485" y="32"/>
                    <a:pt x="442" y="1"/>
                    <a:pt x="3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6800" lIns="91425" spcFirstLastPara="1" rIns="91425" wrap="square" tIns="46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8" name="Google Shape;218;p6"/>
            <p:cNvSpPr/>
            <p:nvPr/>
          </p:nvSpPr>
          <p:spPr>
            <a:xfrm>
              <a:off x="5680440" y="188640"/>
              <a:ext cx="62280" cy="93600"/>
            </a:xfrm>
            <a:custGeom>
              <a:rect b="b" l="l" r="r" t="t"/>
              <a:pathLst>
                <a:path extrusionOk="0" h="1862" w="1242">
                  <a:moveTo>
                    <a:pt x="443" y="199"/>
                  </a:moveTo>
                  <a:cubicBezTo>
                    <a:pt x="448" y="212"/>
                    <a:pt x="458" y="222"/>
                    <a:pt x="468" y="230"/>
                  </a:cubicBezTo>
                  <a:cubicBezTo>
                    <a:pt x="766" y="470"/>
                    <a:pt x="1242" y="1262"/>
                    <a:pt x="750" y="1512"/>
                  </a:cubicBezTo>
                  <a:cubicBezTo>
                    <a:pt x="704" y="1563"/>
                    <a:pt x="660" y="1588"/>
                    <a:pt x="620" y="1588"/>
                  </a:cubicBezTo>
                  <a:cubicBezTo>
                    <a:pt x="573" y="1588"/>
                    <a:pt x="530" y="1555"/>
                    <a:pt x="491" y="1488"/>
                  </a:cubicBezTo>
                  <a:cubicBezTo>
                    <a:pt x="437" y="1430"/>
                    <a:pt x="396" y="1364"/>
                    <a:pt x="369" y="1290"/>
                  </a:cubicBezTo>
                  <a:cubicBezTo>
                    <a:pt x="314" y="1168"/>
                    <a:pt x="294" y="1045"/>
                    <a:pt x="293" y="913"/>
                  </a:cubicBezTo>
                  <a:cubicBezTo>
                    <a:pt x="291" y="668"/>
                    <a:pt x="368" y="431"/>
                    <a:pt x="443" y="199"/>
                  </a:cubicBezTo>
                  <a:close/>
                  <a:moveTo>
                    <a:pt x="396" y="0"/>
                  </a:moveTo>
                  <a:cubicBezTo>
                    <a:pt x="363" y="0"/>
                    <a:pt x="329" y="18"/>
                    <a:pt x="314" y="57"/>
                  </a:cubicBezTo>
                  <a:cubicBezTo>
                    <a:pt x="155" y="468"/>
                    <a:pt x="1" y="927"/>
                    <a:pt x="175" y="1359"/>
                  </a:cubicBezTo>
                  <a:cubicBezTo>
                    <a:pt x="258" y="1565"/>
                    <a:pt x="482" y="1862"/>
                    <a:pt x="737" y="1862"/>
                  </a:cubicBezTo>
                  <a:cubicBezTo>
                    <a:pt x="770" y="1862"/>
                    <a:pt x="804" y="1856"/>
                    <a:pt x="838" y="1846"/>
                  </a:cubicBezTo>
                  <a:cubicBezTo>
                    <a:pt x="1141" y="1752"/>
                    <a:pt x="1170" y="1247"/>
                    <a:pt x="1141" y="998"/>
                  </a:cubicBezTo>
                  <a:cubicBezTo>
                    <a:pt x="1097" y="620"/>
                    <a:pt x="900" y="290"/>
                    <a:pt x="593" y="73"/>
                  </a:cubicBezTo>
                  <a:cubicBezTo>
                    <a:pt x="577" y="61"/>
                    <a:pt x="561" y="57"/>
                    <a:pt x="545" y="57"/>
                  </a:cubicBezTo>
                  <a:cubicBezTo>
                    <a:pt x="521" y="57"/>
                    <a:pt x="498" y="68"/>
                    <a:pt x="480" y="84"/>
                  </a:cubicBezTo>
                  <a:cubicBezTo>
                    <a:pt x="485" y="32"/>
                    <a:pt x="441" y="0"/>
                    <a:pt x="3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6800" lIns="91425" spcFirstLastPara="1" rIns="91425" wrap="square" tIns="46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9" name="Google Shape;219;p6"/>
            <p:cNvSpPr/>
            <p:nvPr/>
          </p:nvSpPr>
          <p:spPr>
            <a:xfrm>
              <a:off x="7169760" y="4776480"/>
              <a:ext cx="62280" cy="93600"/>
            </a:xfrm>
            <a:custGeom>
              <a:rect b="b" l="l" r="r" t="t"/>
              <a:pathLst>
                <a:path extrusionOk="0" h="1863" w="1244">
                  <a:moveTo>
                    <a:pt x="444" y="202"/>
                  </a:moveTo>
                  <a:cubicBezTo>
                    <a:pt x="450" y="213"/>
                    <a:pt x="457" y="225"/>
                    <a:pt x="468" y="233"/>
                  </a:cubicBezTo>
                  <a:cubicBezTo>
                    <a:pt x="766" y="473"/>
                    <a:pt x="1243" y="1265"/>
                    <a:pt x="750" y="1516"/>
                  </a:cubicBezTo>
                  <a:cubicBezTo>
                    <a:pt x="704" y="1565"/>
                    <a:pt x="661" y="1590"/>
                    <a:pt x="620" y="1590"/>
                  </a:cubicBezTo>
                  <a:cubicBezTo>
                    <a:pt x="574" y="1590"/>
                    <a:pt x="531" y="1557"/>
                    <a:pt x="492" y="1492"/>
                  </a:cubicBezTo>
                  <a:cubicBezTo>
                    <a:pt x="437" y="1432"/>
                    <a:pt x="396" y="1367"/>
                    <a:pt x="369" y="1293"/>
                  </a:cubicBezTo>
                  <a:cubicBezTo>
                    <a:pt x="315" y="1170"/>
                    <a:pt x="295" y="1048"/>
                    <a:pt x="294" y="915"/>
                  </a:cubicBezTo>
                  <a:cubicBezTo>
                    <a:pt x="291" y="671"/>
                    <a:pt x="368" y="433"/>
                    <a:pt x="444" y="202"/>
                  </a:cubicBezTo>
                  <a:close/>
                  <a:moveTo>
                    <a:pt x="396" y="1"/>
                  </a:moveTo>
                  <a:cubicBezTo>
                    <a:pt x="363" y="1"/>
                    <a:pt x="329" y="18"/>
                    <a:pt x="314" y="58"/>
                  </a:cubicBezTo>
                  <a:cubicBezTo>
                    <a:pt x="155" y="468"/>
                    <a:pt x="0" y="928"/>
                    <a:pt x="175" y="1360"/>
                  </a:cubicBezTo>
                  <a:cubicBezTo>
                    <a:pt x="258" y="1567"/>
                    <a:pt x="483" y="1863"/>
                    <a:pt x="738" y="1863"/>
                  </a:cubicBezTo>
                  <a:cubicBezTo>
                    <a:pt x="771" y="1863"/>
                    <a:pt x="804" y="1858"/>
                    <a:pt x="838" y="1847"/>
                  </a:cubicBezTo>
                  <a:cubicBezTo>
                    <a:pt x="1141" y="1754"/>
                    <a:pt x="1170" y="1248"/>
                    <a:pt x="1141" y="998"/>
                  </a:cubicBezTo>
                  <a:cubicBezTo>
                    <a:pt x="1099" y="623"/>
                    <a:pt x="903" y="290"/>
                    <a:pt x="593" y="73"/>
                  </a:cubicBezTo>
                  <a:cubicBezTo>
                    <a:pt x="577" y="62"/>
                    <a:pt x="561" y="58"/>
                    <a:pt x="545" y="58"/>
                  </a:cubicBezTo>
                  <a:cubicBezTo>
                    <a:pt x="521" y="58"/>
                    <a:pt x="498" y="68"/>
                    <a:pt x="479" y="84"/>
                  </a:cubicBezTo>
                  <a:cubicBezTo>
                    <a:pt x="485" y="32"/>
                    <a:pt x="441" y="1"/>
                    <a:pt x="3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6800" lIns="91425" spcFirstLastPara="1" rIns="91425" wrap="square" tIns="46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0" name="Google Shape;220;p6"/>
            <p:cNvSpPr/>
            <p:nvPr/>
          </p:nvSpPr>
          <p:spPr>
            <a:xfrm>
              <a:off x="6565680" y="249480"/>
              <a:ext cx="111600" cy="101880"/>
            </a:xfrm>
            <a:custGeom>
              <a:rect b="b" l="l" r="r" t="t"/>
              <a:pathLst>
                <a:path extrusionOk="0" h="2031" w="2224">
                  <a:moveTo>
                    <a:pt x="1775" y="0"/>
                  </a:moveTo>
                  <a:cubicBezTo>
                    <a:pt x="1510" y="0"/>
                    <a:pt x="1079" y="186"/>
                    <a:pt x="992" y="240"/>
                  </a:cubicBezTo>
                  <a:cubicBezTo>
                    <a:pt x="556" y="505"/>
                    <a:pt x="0" y="1085"/>
                    <a:pt x="206" y="1650"/>
                  </a:cubicBezTo>
                  <a:cubicBezTo>
                    <a:pt x="306" y="1926"/>
                    <a:pt x="529" y="2031"/>
                    <a:pt x="771" y="2031"/>
                  </a:cubicBezTo>
                  <a:cubicBezTo>
                    <a:pt x="998" y="2031"/>
                    <a:pt x="1242" y="1939"/>
                    <a:pt x="1420" y="1808"/>
                  </a:cubicBezTo>
                  <a:cubicBezTo>
                    <a:pt x="1915" y="1445"/>
                    <a:pt x="2214" y="824"/>
                    <a:pt x="2222" y="216"/>
                  </a:cubicBezTo>
                  <a:cubicBezTo>
                    <a:pt x="2224" y="141"/>
                    <a:pt x="2171" y="105"/>
                    <a:pt x="2115" y="105"/>
                  </a:cubicBezTo>
                  <a:cubicBezTo>
                    <a:pt x="2062" y="105"/>
                    <a:pt x="2007" y="137"/>
                    <a:pt x="1994" y="201"/>
                  </a:cubicBezTo>
                  <a:cubicBezTo>
                    <a:pt x="1993" y="206"/>
                    <a:pt x="1991" y="212"/>
                    <a:pt x="1989" y="219"/>
                  </a:cubicBezTo>
                  <a:cubicBezTo>
                    <a:pt x="1959" y="569"/>
                    <a:pt x="1868" y="895"/>
                    <a:pt x="1673" y="1191"/>
                  </a:cubicBezTo>
                  <a:cubicBezTo>
                    <a:pt x="1513" y="1429"/>
                    <a:pt x="1178" y="1795"/>
                    <a:pt x="842" y="1795"/>
                  </a:cubicBezTo>
                  <a:cubicBezTo>
                    <a:pt x="805" y="1795"/>
                    <a:pt x="768" y="1790"/>
                    <a:pt x="732" y="1781"/>
                  </a:cubicBezTo>
                  <a:cubicBezTo>
                    <a:pt x="156" y="1629"/>
                    <a:pt x="586" y="979"/>
                    <a:pt x="831" y="733"/>
                  </a:cubicBezTo>
                  <a:cubicBezTo>
                    <a:pt x="897" y="667"/>
                    <a:pt x="1523" y="200"/>
                    <a:pt x="1755" y="200"/>
                  </a:cubicBezTo>
                  <a:cubicBezTo>
                    <a:pt x="1797" y="200"/>
                    <a:pt x="1827" y="216"/>
                    <a:pt x="1837" y="252"/>
                  </a:cubicBezTo>
                  <a:cubicBezTo>
                    <a:pt x="1847" y="285"/>
                    <a:pt x="1874" y="301"/>
                    <a:pt x="1902" y="301"/>
                  </a:cubicBezTo>
                  <a:cubicBezTo>
                    <a:pt x="1930" y="301"/>
                    <a:pt x="1958" y="284"/>
                    <a:pt x="1967" y="252"/>
                  </a:cubicBezTo>
                  <a:cubicBezTo>
                    <a:pt x="1973" y="235"/>
                    <a:pt x="1979" y="215"/>
                    <a:pt x="1982" y="199"/>
                  </a:cubicBezTo>
                  <a:cubicBezTo>
                    <a:pt x="2007" y="51"/>
                    <a:pt x="1914" y="0"/>
                    <a:pt x="17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1100" lIns="91425" spcFirstLastPara="1" rIns="91425" wrap="square" tIns="51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1" name="Google Shape;221;p6"/>
            <p:cNvSpPr/>
            <p:nvPr/>
          </p:nvSpPr>
          <p:spPr>
            <a:xfrm>
              <a:off x="7384320" y="4908960"/>
              <a:ext cx="111600" cy="101880"/>
            </a:xfrm>
            <a:custGeom>
              <a:rect b="b" l="l" r="r" t="t"/>
              <a:pathLst>
                <a:path extrusionOk="0" h="2031" w="2224">
                  <a:moveTo>
                    <a:pt x="1776" y="0"/>
                  </a:moveTo>
                  <a:cubicBezTo>
                    <a:pt x="1511" y="0"/>
                    <a:pt x="1079" y="187"/>
                    <a:pt x="992" y="240"/>
                  </a:cubicBezTo>
                  <a:cubicBezTo>
                    <a:pt x="556" y="506"/>
                    <a:pt x="0" y="1084"/>
                    <a:pt x="206" y="1650"/>
                  </a:cubicBezTo>
                  <a:cubicBezTo>
                    <a:pt x="306" y="1925"/>
                    <a:pt x="529" y="2031"/>
                    <a:pt x="771" y="2031"/>
                  </a:cubicBezTo>
                  <a:cubicBezTo>
                    <a:pt x="998" y="2031"/>
                    <a:pt x="1242" y="1938"/>
                    <a:pt x="1420" y="1807"/>
                  </a:cubicBezTo>
                  <a:cubicBezTo>
                    <a:pt x="1915" y="1444"/>
                    <a:pt x="2214" y="825"/>
                    <a:pt x="2222" y="217"/>
                  </a:cubicBezTo>
                  <a:cubicBezTo>
                    <a:pt x="2224" y="141"/>
                    <a:pt x="2171" y="104"/>
                    <a:pt x="2115" y="104"/>
                  </a:cubicBezTo>
                  <a:cubicBezTo>
                    <a:pt x="2062" y="104"/>
                    <a:pt x="2007" y="137"/>
                    <a:pt x="1994" y="201"/>
                  </a:cubicBezTo>
                  <a:cubicBezTo>
                    <a:pt x="1993" y="206"/>
                    <a:pt x="1991" y="211"/>
                    <a:pt x="1989" y="218"/>
                  </a:cubicBezTo>
                  <a:cubicBezTo>
                    <a:pt x="1959" y="570"/>
                    <a:pt x="1868" y="896"/>
                    <a:pt x="1673" y="1191"/>
                  </a:cubicBezTo>
                  <a:cubicBezTo>
                    <a:pt x="1513" y="1430"/>
                    <a:pt x="1177" y="1795"/>
                    <a:pt x="841" y="1795"/>
                  </a:cubicBezTo>
                  <a:cubicBezTo>
                    <a:pt x="805" y="1795"/>
                    <a:pt x="768" y="1791"/>
                    <a:pt x="732" y="1782"/>
                  </a:cubicBezTo>
                  <a:cubicBezTo>
                    <a:pt x="156" y="1628"/>
                    <a:pt x="586" y="978"/>
                    <a:pt x="831" y="734"/>
                  </a:cubicBezTo>
                  <a:cubicBezTo>
                    <a:pt x="897" y="668"/>
                    <a:pt x="1523" y="201"/>
                    <a:pt x="1755" y="201"/>
                  </a:cubicBezTo>
                  <a:cubicBezTo>
                    <a:pt x="1797" y="201"/>
                    <a:pt x="1826" y="217"/>
                    <a:pt x="1837" y="252"/>
                  </a:cubicBezTo>
                  <a:cubicBezTo>
                    <a:pt x="1847" y="285"/>
                    <a:pt x="1874" y="301"/>
                    <a:pt x="1902" y="301"/>
                  </a:cubicBezTo>
                  <a:cubicBezTo>
                    <a:pt x="1930" y="301"/>
                    <a:pt x="1958" y="285"/>
                    <a:pt x="1967" y="252"/>
                  </a:cubicBezTo>
                  <a:cubicBezTo>
                    <a:pt x="1973" y="234"/>
                    <a:pt x="1979" y="216"/>
                    <a:pt x="1981" y="199"/>
                  </a:cubicBezTo>
                  <a:cubicBezTo>
                    <a:pt x="2007" y="51"/>
                    <a:pt x="1914" y="0"/>
                    <a:pt x="17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1100" lIns="91425" spcFirstLastPara="1" rIns="91425" wrap="square" tIns="51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222" name="Google Shape;222;p6"/>
          <p:cNvGrpSpPr/>
          <p:nvPr/>
        </p:nvGrpSpPr>
        <p:grpSpPr>
          <a:xfrm>
            <a:off x="8298000" y="66600"/>
            <a:ext cx="748800" cy="1326240"/>
            <a:chOff x="8298000" y="66600"/>
            <a:chExt cx="748800" cy="1326240"/>
          </a:xfrm>
        </p:grpSpPr>
        <p:sp>
          <p:nvSpPr>
            <p:cNvPr id="223" name="Google Shape;223;p6"/>
            <p:cNvSpPr/>
            <p:nvPr/>
          </p:nvSpPr>
          <p:spPr>
            <a:xfrm>
              <a:off x="8298000" y="475560"/>
              <a:ext cx="748800" cy="917280"/>
            </a:xfrm>
            <a:custGeom>
              <a:rect b="b" l="l" r="r" t="t"/>
              <a:pathLst>
                <a:path extrusionOk="0" h="18215" w="14872">
                  <a:moveTo>
                    <a:pt x="12285" y="9217"/>
                  </a:moveTo>
                  <a:cubicBezTo>
                    <a:pt x="12849" y="9217"/>
                    <a:pt x="13414" y="9257"/>
                    <a:pt x="13978" y="9350"/>
                  </a:cubicBezTo>
                  <a:cubicBezTo>
                    <a:pt x="13425" y="10286"/>
                    <a:pt x="12379" y="10637"/>
                    <a:pt x="11391" y="10940"/>
                  </a:cubicBezTo>
                  <a:cubicBezTo>
                    <a:pt x="10207" y="11303"/>
                    <a:pt x="9002" y="11605"/>
                    <a:pt x="7786" y="11849"/>
                  </a:cubicBezTo>
                  <a:cubicBezTo>
                    <a:pt x="6358" y="12133"/>
                    <a:pt x="4831" y="12436"/>
                    <a:pt x="3333" y="12436"/>
                  </a:cubicBezTo>
                  <a:cubicBezTo>
                    <a:pt x="2399" y="12436"/>
                    <a:pt x="1476" y="12319"/>
                    <a:pt x="596" y="12004"/>
                  </a:cubicBezTo>
                  <a:cubicBezTo>
                    <a:pt x="671" y="11863"/>
                    <a:pt x="981" y="11734"/>
                    <a:pt x="1092" y="11686"/>
                  </a:cubicBezTo>
                  <a:cubicBezTo>
                    <a:pt x="1212" y="11632"/>
                    <a:pt x="1345" y="11601"/>
                    <a:pt x="1470" y="11561"/>
                  </a:cubicBezTo>
                  <a:cubicBezTo>
                    <a:pt x="1754" y="11469"/>
                    <a:pt x="2037" y="11380"/>
                    <a:pt x="2322" y="11289"/>
                  </a:cubicBezTo>
                  <a:cubicBezTo>
                    <a:pt x="2826" y="11127"/>
                    <a:pt x="3335" y="10973"/>
                    <a:pt x="3844" y="10828"/>
                  </a:cubicBezTo>
                  <a:cubicBezTo>
                    <a:pt x="4924" y="10517"/>
                    <a:pt x="6015" y="10235"/>
                    <a:pt x="7113" y="9985"/>
                  </a:cubicBezTo>
                  <a:cubicBezTo>
                    <a:pt x="8808" y="9599"/>
                    <a:pt x="10545" y="9217"/>
                    <a:pt x="12285" y="9217"/>
                  </a:cubicBezTo>
                  <a:close/>
                  <a:moveTo>
                    <a:pt x="14111" y="9604"/>
                  </a:moveTo>
                  <a:lnTo>
                    <a:pt x="14111" y="9604"/>
                  </a:lnTo>
                  <a:cubicBezTo>
                    <a:pt x="14481" y="11707"/>
                    <a:pt x="13929" y="14090"/>
                    <a:pt x="12365" y="15525"/>
                  </a:cubicBezTo>
                  <a:cubicBezTo>
                    <a:pt x="11428" y="16382"/>
                    <a:pt x="10114" y="16974"/>
                    <a:pt x="8928" y="17392"/>
                  </a:cubicBezTo>
                  <a:cubicBezTo>
                    <a:pt x="8056" y="17703"/>
                    <a:pt x="7139" y="17900"/>
                    <a:pt x="6217" y="17900"/>
                  </a:cubicBezTo>
                  <a:cubicBezTo>
                    <a:pt x="5846" y="17900"/>
                    <a:pt x="5476" y="17868"/>
                    <a:pt x="5106" y="17799"/>
                  </a:cubicBezTo>
                  <a:cubicBezTo>
                    <a:pt x="2435" y="17299"/>
                    <a:pt x="954" y="14747"/>
                    <a:pt x="567" y="12224"/>
                  </a:cubicBezTo>
                  <a:cubicBezTo>
                    <a:pt x="566" y="12210"/>
                    <a:pt x="565" y="12194"/>
                    <a:pt x="563" y="12180"/>
                  </a:cubicBezTo>
                  <a:lnTo>
                    <a:pt x="563" y="12180"/>
                  </a:lnTo>
                  <a:cubicBezTo>
                    <a:pt x="1359" y="12579"/>
                    <a:pt x="2244" y="12701"/>
                    <a:pt x="3127" y="12701"/>
                  </a:cubicBezTo>
                  <a:cubicBezTo>
                    <a:pt x="3394" y="12701"/>
                    <a:pt x="3661" y="12690"/>
                    <a:pt x="3925" y="12672"/>
                  </a:cubicBezTo>
                  <a:cubicBezTo>
                    <a:pt x="5276" y="12580"/>
                    <a:pt x="6628" y="12359"/>
                    <a:pt x="7955" y="12090"/>
                  </a:cubicBezTo>
                  <a:cubicBezTo>
                    <a:pt x="9308" y="11816"/>
                    <a:pt x="10656" y="11480"/>
                    <a:pt x="11965" y="11041"/>
                  </a:cubicBezTo>
                  <a:cubicBezTo>
                    <a:pt x="12793" y="10765"/>
                    <a:pt x="13662" y="10378"/>
                    <a:pt x="14111" y="9604"/>
                  </a:cubicBezTo>
                  <a:close/>
                  <a:moveTo>
                    <a:pt x="2897" y="0"/>
                  </a:moveTo>
                  <a:lnTo>
                    <a:pt x="2641" y="47"/>
                  </a:lnTo>
                  <a:cubicBezTo>
                    <a:pt x="2920" y="1560"/>
                    <a:pt x="3223" y="3070"/>
                    <a:pt x="3575" y="4566"/>
                  </a:cubicBezTo>
                  <a:cubicBezTo>
                    <a:pt x="3582" y="4589"/>
                    <a:pt x="3590" y="4609"/>
                    <a:pt x="3603" y="4623"/>
                  </a:cubicBezTo>
                  <a:cubicBezTo>
                    <a:pt x="1518" y="6345"/>
                    <a:pt x="1" y="8805"/>
                    <a:pt x="188" y="11582"/>
                  </a:cubicBezTo>
                  <a:cubicBezTo>
                    <a:pt x="353" y="14052"/>
                    <a:pt x="1627" y="16901"/>
                    <a:pt x="4072" y="17832"/>
                  </a:cubicBezTo>
                  <a:cubicBezTo>
                    <a:pt x="4769" y="18097"/>
                    <a:pt x="5503" y="18215"/>
                    <a:pt x="6245" y="18215"/>
                  </a:cubicBezTo>
                  <a:cubicBezTo>
                    <a:pt x="8295" y="18215"/>
                    <a:pt x="10412" y="17321"/>
                    <a:pt x="12022" y="16188"/>
                  </a:cubicBezTo>
                  <a:cubicBezTo>
                    <a:pt x="14226" y="14639"/>
                    <a:pt x="14872" y="11618"/>
                    <a:pt x="14252" y="9109"/>
                  </a:cubicBezTo>
                  <a:cubicBezTo>
                    <a:pt x="14186" y="8847"/>
                    <a:pt x="14107" y="8591"/>
                    <a:pt x="14013" y="8343"/>
                  </a:cubicBezTo>
                  <a:lnTo>
                    <a:pt x="13792" y="8429"/>
                  </a:lnTo>
                  <a:cubicBezTo>
                    <a:pt x="13870" y="8639"/>
                    <a:pt x="13936" y="8854"/>
                    <a:pt x="13993" y="9074"/>
                  </a:cubicBezTo>
                  <a:cubicBezTo>
                    <a:pt x="13401" y="8962"/>
                    <a:pt x="12800" y="8915"/>
                    <a:pt x="12197" y="8915"/>
                  </a:cubicBezTo>
                  <a:cubicBezTo>
                    <a:pt x="10264" y="8915"/>
                    <a:pt x="8300" y="9404"/>
                    <a:pt x="6456" y="9845"/>
                  </a:cubicBezTo>
                  <a:cubicBezTo>
                    <a:pt x="5166" y="10154"/>
                    <a:pt x="3889" y="10505"/>
                    <a:pt x="2625" y="10901"/>
                  </a:cubicBezTo>
                  <a:cubicBezTo>
                    <a:pt x="2027" y="11086"/>
                    <a:pt x="1388" y="11246"/>
                    <a:pt x="820" y="11508"/>
                  </a:cubicBezTo>
                  <a:cubicBezTo>
                    <a:pt x="701" y="11561"/>
                    <a:pt x="586" y="11632"/>
                    <a:pt x="509" y="11724"/>
                  </a:cubicBezTo>
                  <a:cubicBezTo>
                    <a:pt x="402" y="10447"/>
                    <a:pt x="627" y="9163"/>
                    <a:pt x="1224" y="8017"/>
                  </a:cubicBezTo>
                  <a:cubicBezTo>
                    <a:pt x="1890" y="6736"/>
                    <a:pt x="2947" y="5749"/>
                    <a:pt x="3883" y="4672"/>
                  </a:cubicBezTo>
                  <a:cubicBezTo>
                    <a:pt x="3946" y="4601"/>
                    <a:pt x="3905" y="4518"/>
                    <a:pt x="3840" y="4497"/>
                  </a:cubicBezTo>
                  <a:cubicBezTo>
                    <a:pt x="3838" y="4497"/>
                    <a:pt x="3840" y="4495"/>
                    <a:pt x="3838" y="4494"/>
                  </a:cubicBezTo>
                  <a:cubicBezTo>
                    <a:pt x="3498" y="3000"/>
                    <a:pt x="3175" y="1505"/>
                    <a:pt x="28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4" name="Google Shape;224;p6"/>
            <p:cNvSpPr/>
            <p:nvPr/>
          </p:nvSpPr>
          <p:spPr>
            <a:xfrm>
              <a:off x="8326440" y="959400"/>
              <a:ext cx="700920" cy="417600"/>
            </a:xfrm>
            <a:custGeom>
              <a:rect b="b" l="l" r="r" t="t"/>
              <a:pathLst>
                <a:path extrusionOk="0" h="8299" w="13918">
                  <a:moveTo>
                    <a:pt x="13548" y="1"/>
                  </a:moveTo>
                  <a:lnTo>
                    <a:pt x="13548" y="1"/>
                  </a:lnTo>
                  <a:cubicBezTo>
                    <a:pt x="13099" y="775"/>
                    <a:pt x="12230" y="1162"/>
                    <a:pt x="11402" y="1439"/>
                  </a:cubicBezTo>
                  <a:cubicBezTo>
                    <a:pt x="10093" y="1877"/>
                    <a:pt x="8744" y="2216"/>
                    <a:pt x="7392" y="2488"/>
                  </a:cubicBezTo>
                  <a:cubicBezTo>
                    <a:pt x="6065" y="2757"/>
                    <a:pt x="4713" y="2978"/>
                    <a:pt x="3362" y="3070"/>
                  </a:cubicBezTo>
                  <a:cubicBezTo>
                    <a:pt x="3098" y="3088"/>
                    <a:pt x="2831" y="3100"/>
                    <a:pt x="2564" y="3100"/>
                  </a:cubicBezTo>
                  <a:cubicBezTo>
                    <a:pt x="1681" y="3100"/>
                    <a:pt x="796" y="2977"/>
                    <a:pt x="0" y="2579"/>
                  </a:cubicBezTo>
                  <a:lnTo>
                    <a:pt x="0" y="2579"/>
                  </a:lnTo>
                  <a:cubicBezTo>
                    <a:pt x="2" y="2593"/>
                    <a:pt x="3" y="2608"/>
                    <a:pt x="4" y="2623"/>
                  </a:cubicBezTo>
                  <a:cubicBezTo>
                    <a:pt x="393" y="5144"/>
                    <a:pt x="1874" y="7697"/>
                    <a:pt x="4543" y="8197"/>
                  </a:cubicBezTo>
                  <a:cubicBezTo>
                    <a:pt x="4913" y="8267"/>
                    <a:pt x="5284" y="8298"/>
                    <a:pt x="5655" y="8298"/>
                  </a:cubicBezTo>
                  <a:cubicBezTo>
                    <a:pt x="6577" y="8298"/>
                    <a:pt x="7494" y="8102"/>
                    <a:pt x="8365" y="7792"/>
                  </a:cubicBezTo>
                  <a:cubicBezTo>
                    <a:pt x="9549" y="7371"/>
                    <a:pt x="10865" y="6778"/>
                    <a:pt x="11802" y="5922"/>
                  </a:cubicBezTo>
                  <a:cubicBezTo>
                    <a:pt x="13366" y="4487"/>
                    <a:pt x="13918" y="2102"/>
                    <a:pt x="1354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5" name="Google Shape;225;p6"/>
            <p:cNvSpPr/>
            <p:nvPr/>
          </p:nvSpPr>
          <p:spPr>
            <a:xfrm>
              <a:off x="8588160" y="144720"/>
              <a:ext cx="415440" cy="755280"/>
            </a:xfrm>
            <a:custGeom>
              <a:rect b="b" l="l" r="r" t="t"/>
              <a:pathLst>
                <a:path extrusionOk="0" h="14999" w="8256">
                  <a:moveTo>
                    <a:pt x="117" y="1"/>
                  </a:moveTo>
                  <a:lnTo>
                    <a:pt x="1" y="79"/>
                  </a:lnTo>
                  <a:cubicBezTo>
                    <a:pt x="171" y="1782"/>
                    <a:pt x="655" y="3488"/>
                    <a:pt x="1034" y="5156"/>
                  </a:cubicBezTo>
                  <a:cubicBezTo>
                    <a:pt x="1232" y="6026"/>
                    <a:pt x="1433" y="6898"/>
                    <a:pt x="1643" y="7768"/>
                  </a:cubicBezTo>
                  <a:cubicBezTo>
                    <a:pt x="1830" y="8562"/>
                    <a:pt x="1951" y="9446"/>
                    <a:pt x="2275" y="10193"/>
                  </a:cubicBezTo>
                  <a:cubicBezTo>
                    <a:pt x="2284" y="10214"/>
                    <a:pt x="2298" y="10227"/>
                    <a:pt x="2316" y="10235"/>
                  </a:cubicBezTo>
                  <a:cubicBezTo>
                    <a:pt x="2338" y="10305"/>
                    <a:pt x="2367" y="10370"/>
                    <a:pt x="2417" y="10415"/>
                  </a:cubicBezTo>
                  <a:lnTo>
                    <a:pt x="2418" y="10418"/>
                  </a:lnTo>
                  <a:cubicBezTo>
                    <a:pt x="2396" y="10496"/>
                    <a:pt x="2424" y="10584"/>
                    <a:pt x="2526" y="10601"/>
                  </a:cubicBezTo>
                  <a:cubicBezTo>
                    <a:pt x="4822" y="10972"/>
                    <a:pt x="6922" y="12488"/>
                    <a:pt x="7883" y="14628"/>
                  </a:cubicBezTo>
                  <a:cubicBezTo>
                    <a:pt x="7938" y="14749"/>
                    <a:pt x="7988" y="14872"/>
                    <a:pt x="8034" y="14998"/>
                  </a:cubicBezTo>
                  <a:lnTo>
                    <a:pt x="8255" y="14912"/>
                  </a:lnTo>
                  <a:cubicBezTo>
                    <a:pt x="7356" y="12500"/>
                    <a:pt x="5179" y="10714"/>
                    <a:pt x="2618" y="10296"/>
                  </a:cubicBezTo>
                  <a:cubicBezTo>
                    <a:pt x="2594" y="10177"/>
                    <a:pt x="2564" y="10059"/>
                    <a:pt x="2516" y="9949"/>
                  </a:cubicBezTo>
                  <a:cubicBezTo>
                    <a:pt x="2503" y="9918"/>
                    <a:pt x="2482" y="9895"/>
                    <a:pt x="2461" y="9881"/>
                  </a:cubicBezTo>
                  <a:cubicBezTo>
                    <a:pt x="2362" y="9148"/>
                    <a:pt x="2099" y="8406"/>
                    <a:pt x="1929" y="7691"/>
                  </a:cubicBezTo>
                  <a:cubicBezTo>
                    <a:pt x="1730" y="6855"/>
                    <a:pt x="1534" y="6018"/>
                    <a:pt x="1343" y="5180"/>
                  </a:cubicBezTo>
                  <a:cubicBezTo>
                    <a:pt x="956" y="3483"/>
                    <a:pt x="695" y="1715"/>
                    <a:pt x="171" y="53"/>
                  </a:cubicBezTo>
                  <a:cubicBezTo>
                    <a:pt x="162" y="25"/>
                    <a:pt x="141" y="9"/>
                    <a:pt x="1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6" name="Google Shape;226;p6"/>
            <p:cNvSpPr/>
            <p:nvPr/>
          </p:nvSpPr>
          <p:spPr>
            <a:xfrm>
              <a:off x="8327880" y="939960"/>
              <a:ext cx="673920" cy="162000"/>
            </a:xfrm>
            <a:custGeom>
              <a:rect b="b" l="l" r="r" t="t"/>
              <a:pathLst>
                <a:path extrusionOk="0" h="3221" w="13383">
                  <a:moveTo>
                    <a:pt x="11686" y="1"/>
                  </a:moveTo>
                  <a:cubicBezTo>
                    <a:pt x="9947" y="1"/>
                    <a:pt x="8213" y="381"/>
                    <a:pt x="6518" y="769"/>
                  </a:cubicBezTo>
                  <a:cubicBezTo>
                    <a:pt x="5421" y="1019"/>
                    <a:pt x="4330" y="1301"/>
                    <a:pt x="3247" y="1612"/>
                  </a:cubicBezTo>
                  <a:cubicBezTo>
                    <a:pt x="2738" y="1760"/>
                    <a:pt x="2231" y="1913"/>
                    <a:pt x="1726" y="2073"/>
                  </a:cubicBezTo>
                  <a:cubicBezTo>
                    <a:pt x="1440" y="2164"/>
                    <a:pt x="1157" y="2253"/>
                    <a:pt x="873" y="2345"/>
                  </a:cubicBezTo>
                  <a:cubicBezTo>
                    <a:pt x="750" y="2386"/>
                    <a:pt x="617" y="2416"/>
                    <a:pt x="496" y="2470"/>
                  </a:cubicBezTo>
                  <a:cubicBezTo>
                    <a:pt x="387" y="2518"/>
                    <a:pt x="74" y="2647"/>
                    <a:pt x="0" y="2788"/>
                  </a:cubicBezTo>
                  <a:cubicBezTo>
                    <a:pt x="881" y="3103"/>
                    <a:pt x="1804" y="3220"/>
                    <a:pt x="2738" y="3220"/>
                  </a:cubicBezTo>
                  <a:cubicBezTo>
                    <a:pt x="4236" y="3220"/>
                    <a:pt x="5763" y="2917"/>
                    <a:pt x="7191" y="2633"/>
                  </a:cubicBezTo>
                  <a:cubicBezTo>
                    <a:pt x="8405" y="2390"/>
                    <a:pt x="9610" y="2087"/>
                    <a:pt x="10796" y="1724"/>
                  </a:cubicBezTo>
                  <a:cubicBezTo>
                    <a:pt x="11784" y="1422"/>
                    <a:pt x="12829" y="1070"/>
                    <a:pt x="13382" y="134"/>
                  </a:cubicBezTo>
                  <a:cubicBezTo>
                    <a:pt x="12817" y="41"/>
                    <a:pt x="12251" y="1"/>
                    <a:pt x="1168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81000" lIns="91425" spcFirstLastPara="1" rIns="91425" wrap="square" tIns="81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7" name="Google Shape;227;p6"/>
            <p:cNvSpPr/>
            <p:nvPr/>
          </p:nvSpPr>
          <p:spPr>
            <a:xfrm>
              <a:off x="8613000" y="599400"/>
              <a:ext cx="49320" cy="44280"/>
            </a:xfrm>
            <a:custGeom>
              <a:rect b="b" l="l" r="r" t="t"/>
              <a:pathLst>
                <a:path extrusionOk="0" h="889" w="983">
                  <a:moveTo>
                    <a:pt x="424" y="123"/>
                  </a:moveTo>
                  <a:cubicBezTo>
                    <a:pt x="566" y="123"/>
                    <a:pt x="707" y="287"/>
                    <a:pt x="714" y="422"/>
                  </a:cubicBezTo>
                  <a:cubicBezTo>
                    <a:pt x="719" y="553"/>
                    <a:pt x="603" y="640"/>
                    <a:pt x="480" y="649"/>
                  </a:cubicBezTo>
                  <a:cubicBezTo>
                    <a:pt x="474" y="649"/>
                    <a:pt x="469" y="650"/>
                    <a:pt x="463" y="650"/>
                  </a:cubicBezTo>
                  <a:cubicBezTo>
                    <a:pt x="342" y="650"/>
                    <a:pt x="257" y="561"/>
                    <a:pt x="252" y="439"/>
                  </a:cubicBezTo>
                  <a:cubicBezTo>
                    <a:pt x="250" y="384"/>
                    <a:pt x="264" y="327"/>
                    <a:pt x="294" y="281"/>
                  </a:cubicBezTo>
                  <a:cubicBezTo>
                    <a:pt x="330" y="227"/>
                    <a:pt x="392" y="197"/>
                    <a:pt x="416" y="139"/>
                  </a:cubicBezTo>
                  <a:cubicBezTo>
                    <a:pt x="419" y="133"/>
                    <a:pt x="419" y="127"/>
                    <a:pt x="420" y="123"/>
                  </a:cubicBezTo>
                  <a:cubicBezTo>
                    <a:pt x="422" y="123"/>
                    <a:pt x="423" y="123"/>
                    <a:pt x="424" y="123"/>
                  </a:cubicBezTo>
                  <a:close/>
                  <a:moveTo>
                    <a:pt x="305" y="1"/>
                  </a:moveTo>
                  <a:cubicBezTo>
                    <a:pt x="97" y="1"/>
                    <a:pt x="0" y="348"/>
                    <a:pt x="25" y="513"/>
                  </a:cubicBezTo>
                  <a:cubicBezTo>
                    <a:pt x="58" y="740"/>
                    <a:pt x="247" y="889"/>
                    <a:pt x="466" y="889"/>
                  </a:cubicBezTo>
                  <a:cubicBezTo>
                    <a:pt x="491" y="889"/>
                    <a:pt x="516" y="887"/>
                    <a:pt x="541" y="883"/>
                  </a:cubicBezTo>
                  <a:cubicBezTo>
                    <a:pt x="777" y="845"/>
                    <a:pt x="983" y="642"/>
                    <a:pt x="950" y="390"/>
                  </a:cubicBezTo>
                  <a:cubicBezTo>
                    <a:pt x="932" y="265"/>
                    <a:pt x="860" y="150"/>
                    <a:pt x="759" y="78"/>
                  </a:cubicBezTo>
                  <a:cubicBezTo>
                    <a:pt x="687" y="27"/>
                    <a:pt x="616" y="9"/>
                    <a:pt x="541" y="9"/>
                  </a:cubicBezTo>
                  <a:cubicBezTo>
                    <a:pt x="495" y="9"/>
                    <a:pt x="448" y="15"/>
                    <a:pt x="399" y="25"/>
                  </a:cubicBezTo>
                  <a:cubicBezTo>
                    <a:pt x="399" y="27"/>
                    <a:pt x="399" y="27"/>
                    <a:pt x="398" y="27"/>
                  </a:cubicBezTo>
                  <a:cubicBezTo>
                    <a:pt x="388" y="20"/>
                    <a:pt x="378" y="13"/>
                    <a:pt x="365" y="10"/>
                  </a:cubicBezTo>
                  <a:cubicBezTo>
                    <a:pt x="344" y="4"/>
                    <a:pt x="324" y="1"/>
                    <a:pt x="3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2300" lIns="91425" spcFirstLastPara="1" rIns="91425" wrap="square" tIns="22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8" name="Google Shape;228;p6"/>
            <p:cNvSpPr/>
            <p:nvPr/>
          </p:nvSpPr>
          <p:spPr>
            <a:xfrm>
              <a:off x="8580240" y="813600"/>
              <a:ext cx="71280" cy="65520"/>
            </a:xfrm>
            <a:custGeom>
              <a:rect b="b" l="l" r="r" t="t"/>
              <a:pathLst>
                <a:path extrusionOk="0" h="1311" w="1419">
                  <a:moveTo>
                    <a:pt x="665" y="248"/>
                  </a:moveTo>
                  <a:cubicBezTo>
                    <a:pt x="790" y="248"/>
                    <a:pt x="908" y="292"/>
                    <a:pt x="990" y="406"/>
                  </a:cubicBezTo>
                  <a:cubicBezTo>
                    <a:pt x="1116" y="577"/>
                    <a:pt x="1075" y="866"/>
                    <a:pt x="891" y="984"/>
                  </a:cubicBezTo>
                  <a:cubicBezTo>
                    <a:pt x="834" y="1020"/>
                    <a:pt x="766" y="1038"/>
                    <a:pt x="698" y="1038"/>
                  </a:cubicBezTo>
                  <a:cubicBezTo>
                    <a:pt x="550" y="1038"/>
                    <a:pt x="400" y="957"/>
                    <a:pt x="343" y="817"/>
                  </a:cubicBezTo>
                  <a:cubicBezTo>
                    <a:pt x="266" y="626"/>
                    <a:pt x="374" y="378"/>
                    <a:pt x="541" y="270"/>
                  </a:cubicBezTo>
                  <a:cubicBezTo>
                    <a:pt x="547" y="266"/>
                    <a:pt x="549" y="263"/>
                    <a:pt x="554" y="258"/>
                  </a:cubicBezTo>
                  <a:cubicBezTo>
                    <a:pt x="591" y="251"/>
                    <a:pt x="628" y="248"/>
                    <a:pt x="665" y="248"/>
                  </a:cubicBezTo>
                  <a:close/>
                  <a:moveTo>
                    <a:pt x="659" y="1"/>
                  </a:moveTo>
                  <a:cubicBezTo>
                    <a:pt x="498" y="1"/>
                    <a:pt x="338" y="54"/>
                    <a:pt x="216" y="165"/>
                  </a:cubicBezTo>
                  <a:cubicBezTo>
                    <a:pt x="167" y="209"/>
                    <a:pt x="178" y="271"/>
                    <a:pt x="215" y="312"/>
                  </a:cubicBezTo>
                  <a:cubicBezTo>
                    <a:pt x="58" y="477"/>
                    <a:pt x="1" y="740"/>
                    <a:pt x="107" y="960"/>
                  </a:cubicBezTo>
                  <a:cubicBezTo>
                    <a:pt x="215" y="1184"/>
                    <a:pt x="457" y="1311"/>
                    <a:pt x="699" y="1311"/>
                  </a:cubicBezTo>
                  <a:cubicBezTo>
                    <a:pt x="815" y="1311"/>
                    <a:pt x="930" y="1282"/>
                    <a:pt x="1030" y="1221"/>
                  </a:cubicBezTo>
                  <a:cubicBezTo>
                    <a:pt x="1343" y="1029"/>
                    <a:pt x="1418" y="572"/>
                    <a:pt x="1213" y="277"/>
                  </a:cubicBezTo>
                  <a:cubicBezTo>
                    <a:pt x="1087" y="96"/>
                    <a:pt x="873" y="1"/>
                    <a:pt x="6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2750" lIns="91425" spcFirstLastPara="1" rIns="91425" wrap="square" tIns="32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9" name="Google Shape;229;p6"/>
            <p:cNvSpPr/>
            <p:nvPr/>
          </p:nvSpPr>
          <p:spPr>
            <a:xfrm>
              <a:off x="8566200" y="408960"/>
              <a:ext cx="54000" cy="53280"/>
            </a:xfrm>
            <a:custGeom>
              <a:rect b="b" l="l" r="r" t="t"/>
              <a:pathLst>
                <a:path extrusionOk="0" h="1068" w="1078">
                  <a:moveTo>
                    <a:pt x="311" y="213"/>
                  </a:moveTo>
                  <a:lnTo>
                    <a:pt x="311" y="213"/>
                  </a:lnTo>
                  <a:cubicBezTo>
                    <a:pt x="453" y="215"/>
                    <a:pt x="586" y="255"/>
                    <a:pt x="680" y="374"/>
                  </a:cubicBezTo>
                  <a:cubicBezTo>
                    <a:pt x="779" y="497"/>
                    <a:pt x="772" y="657"/>
                    <a:pt x="641" y="752"/>
                  </a:cubicBezTo>
                  <a:cubicBezTo>
                    <a:pt x="581" y="796"/>
                    <a:pt x="526" y="814"/>
                    <a:pt x="477" y="814"/>
                  </a:cubicBezTo>
                  <a:cubicBezTo>
                    <a:pt x="244" y="814"/>
                    <a:pt x="162" y="377"/>
                    <a:pt x="311" y="213"/>
                  </a:cubicBezTo>
                  <a:close/>
                  <a:moveTo>
                    <a:pt x="380" y="0"/>
                  </a:moveTo>
                  <a:cubicBezTo>
                    <a:pt x="321" y="0"/>
                    <a:pt x="263" y="9"/>
                    <a:pt x="208" y="29"/>
                  </a:cubicBezTo>
                  <a:cubicBezTo>
                    <a:pt x="157" y="48"/>
                    <a:pt x="135" y="106"/>
                    <a:pt x="147" y="151"/>
                  </a:cubicBezTo>
                  <a:cubicBezTo>
                    <a:pt x="28" y="291"/>
                    <a:pt x="1" y="522"/>
                    <a:pt x="39" y="702"/>
                  </a:cubicBezTo>
                  <a:cubicBezTo>
                    <a:pt x="85" y="932"/>
                    <a:pt x="268" y="1067"/>
                    <a:pt x="475" y="1067"/>
                  </a:cubicBezTo>
                  <a:cubicBezTo>
                    <a:pt x="543" y="1067"/>
                    <a:pt x="614" y="1052"/>
                    <a:pt x="684" y="1021"/>
                  </a:cubicBezTo>
                  <a:cubicBezTo>
                    <a:pt x="936" y="908"/>
                    <a:pt x="1078" y="620"/>
                    <a:pt x="956" y="361"/>
                  </a:cubicBezTo>
                  <a:cubicBezTo>
                    <a:pt x="859" y="152"/>
                    <a:pt x="617" y="0"/>
                    <a:pt x="3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6625" lIns="91425" spcFirstLastPara="1" rIns="91425" wrap="square" tIns="266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0" name="Google Shape;230;p6"/>
            <p:cNvSpPr/>
            <p:nvPr/>
          </p:nvSpPr>
          <p:spPr>
            <a:xfrm>
              <a:off x="8543880" y="522000"/>
              <a:ext cx="82440" cy="74160"/>
            </a:xfrm>
            <a:custGeom>
              <a:rect b="b" l="l" r="r" t="t"/>
              <a:pathLst>
                <a:path extrusionOk="0" h="1477" w="1642">
                  <a:moveTo>
                    <a:pt x="843" y="256"/>
                  </a:moveTo>
                  <a:cubicBezTo>
                    <a:pt x="897" y="256"/>
                    <a:pt x="953" y="266"/>
                    <a:pt x="1013" y="287"/>
                  </a:cubicBezTo>
                  <a:cubicBezTo>
                    <a:pt x="1278" y="384"/>
                    <a:pt x="1356" y="669"/>
                    <a:pt x="1244" y="914"/>
                  </a:cubicBezTo>
                  <a:cubicBezTo>
                    <a:pt x="1160" y="1100"/>
                    <a:pt x="997" y="1212"/>
                    <a:pt x="818" y="1212"/>
                  </a:cubicBezTo>
                  <a:cubicBezTo>
                    <a:pt x="736" y="1212"/>
                    <a:pt x="651" y="1189"/>
                    <a:pt x="569" y="1139"/>
                  </a:cubicBezTo>
                  <a:cubicBezTo>
                    <a:pt x="435" y="1057"/>
                    <a:pt x="329" y="919"/>
                    <a:pt x="294" y="766"/>
                  </a:cubicBezTo>
                  <a:cubicBezTo>
                    <a:pt x="277" y="688"/>
                    <a:pt x="284" y="576"/>
                    <a:pt x="319" y="481"/>
                  </a:cubicBezTo>
                  <a:cubicBezTo>
                    <a:pt x="333" y="481"/>
                    <a:pt x="349" y="476"/>
                    <a:pt x="363" y="467"/>
                  </a:cubicBezTo>
                  <a:cubicBezTo>
                    <a:pt x="517" y="359"/>
                    <a:pt x="665" y="256"/>
                    <a:pt x="843" y="256"/>
                  </a:cubicBezTo>
                  <a:close/>
                  <a:moveTo>
                    <a:pt x="808" y="1"/>
                  </a:moveTo>
                  <a:cubicBezTo>
                    <a:pt x="581" y="1"/>
                    <a:pt x="357" y="84"/>
                    <a:pt x="260" y="277"/>
                  </a:cubicBezTo>
                  <a:cubicBezTo>
                    <a:pt x="2" y="439"/>
                    <a:pt x="0" y="877"/>
                    <a:pt x="200" y="1149"/>
                  </a:cubicBezTo>
                  <a:cubicBezTo>
                    <a:pt x="355" y="1361"/>
                    <a:pt x="592" y="1476"/>
                    <a:pt x="827" y="1476"/>
                  </a:cubicBezTo>
                  <a:cubicBezTo>
                    <a:pt x="1023" y="1476"/>
                    <a:pt x="1218" y="1396"/>
                    <a:pt x="1364" y="1225"/>
                  </a:cubicBezTo>
                  <a:cubicBezTo>
                    <a:pt x="1634" y="909"/>
                    <a:pt x="1641" y="388"/>
                    <a:pt x="1283" y="136"/>
                  </a:cubicBezTo>
                  <a:cubicBezTo>
                    <a:pt x="1160" y="50"/>
                    <a:pt x="983" y="1"/>
                    <a:pt x="8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7075" lIns="91425" spcFirstLastPara="1" rIns="91425" wrap="square" tIns="370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1" name="Google Shape;231;p6"/>
            <p:cNvSpPr/>
            <p:nvPr/>
          </p:nvSpPr>
          <p:spPr>
            <a:xfrm>
              <a:off x="8340480" y="66600"/>
              <a:ext cx="300600" cy="117360"/>
            </a:xfrm>
            <a:custGeom>
              <a:rect b="b" l="l" r="r" t="t"/>
              <a:pathLst>
                <a:path extrusionOk="0" h="2340" w="5975">
                  <a:moveTo>
                    <a:pt x="4871" y="1"/>
                  </a:moveTo>
                  <a:cubicBezTo>
                    <a:pt x="4712" y="1"/>
                    <a:pt x="4550" y="26"/>
                    <a:pt x="4396" y="51"/>
                  </a:cubicBezTo>
                  <a:cubicBezTo>
                    <a:pt x="3730" y="157"/>
                    <a:pt x="3065" y="288"/>
                    <a:pt x="2401" y="405"/>
                  </a:cubicBezTo>
                  <a:cubicBezTo>
                    <a:pt x="1814" y="510"/>
                    <a:pt x="1182" y="561"/>
                    <a:pt x="615" y="735"/>
                  </a:cubicBezTo>
                  <a:cubicBezTo>
                    <a:pt x="357" y="813"/>
                    <a:pt x="153" y="958"/>
                    <a:pt x="102" y="1233"/>
                  </a:cubicBezTo>
                  <a:cubicBezTo>
                    <a:pt x="0" y="1771"/>
                    <a:pt x="404" y="2332"/>
                    <a:pt x="897" y="2340"/>
                  </a:cubicBezTo>
                  <a:lnTo>
                    <a:pt x="904" y="2099"/>
                  </a:lnTo>
                  <a:cubicBezTo>
                    <a:pt x="676" y="2029"/>
                    <a:pt x="493" y="1831"/>
                    <a:pt x="425" y="1588"/>
                  </a:cubicBezTo>
                  <a:cubicBezTo>
                    <a:pt x="319" y="1192"/>
                    <a:pt x="556" y="1058"/>
                    <a:pt x="886" y="981"/>
                  </a:cubicBezTo>
                  <a:cubicBezTo>
                    <a:pt x="1375" y="866"/>
                    <a:pt x="1885" y="802"/>
                    <a:pt x="2381" y="714"/>
                  </a:cubicBezTo>
                  <a:cubicBezTo>
                    <a:pt x="2881" y="625"/>
                    <a:pt x="3378" y="536"/>
                    <a:pt x="3876" y="445"/>
                  </a:cubicBezTo>
                  <a:cubicBezTo>
                    <a:pt x="4155" y="395"/>
                    <a:pt x="4451" y="310"/>
                    <a:pt x="4732" y="297"/>
                  </a:cubicBezTo>
                  <a:cubicBezTo>
                    <a:pt x="4768" y="293"/>
                    <a:pt x="4804" y="290"/>
                    <a:pt x="4839" y="290"/>
                  </a:cubicBezTo>
                  <a:cubicBezTo>
                    <a:pt x="4997" y="290"/>
                    <a:pt x="5147" y="339"/>
                    <a:pt x="5290" y="435"/>
                  </a:cubicBezTo>
                  <a:cubicBezTo>
                    <a:pt x="5487" y="895"/>
                    <a:pt x="5375" y="1155"/>
                    <a:pt x="4956" y="1210"/>
                  </a:cubicBezTo>
                  <a:cubicBezTo>
                    <a:pt x="4859" y="1227"/>
                    <a:pt x="4838" y="1311"/>
                    <a:pt x="4865" y="1382"/>
                  </a:cubicBezTo>
                  <a:cubicBezTo>
                    <a:pt x="4261" y="1394"/>
                    <a:pt x="3641" y="1532"/>
                    <a:pt x="3050" y="1637"/>
                  </a:cubicBezTo>
                  <a:cubicBezTo>
                    <a:pt x="2377" y="1757"/>
                    <a:pt x="1702" y="1890"/>
                    <a:pt x="1047" y="2099"/>
                  </a:cubicBezTo>
                  <a:cubicBezTo>
                    <a:pt x="1032" y="2104"/>
                    <a:pt x="1018" y="2111"/>
                    <a:pt x="1006" y="2120"/>
                  </a:cubicBezTo>
                  <a:lnTo>
                    <a:pt x="1129" y="2308"/>
                  </a:lnTo>
                  <a:cubicBezTo>
                    <a:pt x="1767" y="2202"/>
                    <a:pt x="2399" y="2058"/>
                    <a:pt x="3034" y="1940"/>
                  </a:cubicBezTo>
                  <a:cubicBezTo>
                    <a:pt x="3655" y="1824"/>
                    <a:pt x="4307" y="1776"/>
                    <a:pt x="4920" y="1622"/>
                  </a:cubicBezTo>
                  <a:lnTo>
                    <a:pt x="5036" y="1545"/>
                  </a:lnTo>
                  <a:cubicBezTo>
                    <a:pt x="5044" y="1523"/>
                    <a:pt x="5045" y="1501"/>
                    <a:pt x="5042" y="1479"/>
                  </a:cubicBezTo>
                  <a:cubicBezTo>
                    <a:pt x="5688" y="1370"/>
                    <a:pt x="5975" y="541"/>
                    <a:pt x="5387" y="140"/>
                  </a:cubicBezTo>
                  <a:cubicBezTo>
                    <a:pt x="5230" y="34"/>
                    <a:pt x="5052" y="1"/>
                    <a:pt x="48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8675" lIns="91425" spcFirstLastPara="1" rIns="91425" wrap="square" tIns="58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2" name="Google Shape;232;p6"/>
            <p:cNvSpPr/>
            <p:nvPr/>
          </p:nvSpPr>
          <p:spPr>
            <a:xfrm>
              <a:off x="8449560" y="866160"/>
              <a:ext cx="93960" cy="83160"/>
            </a:xfrm>
            <a:custGeom>
              <a:rect b="b" l="l" r="r" t="t"/>
              <a:pathLst>
                <a:path extrusionOk="0" h="1658" w="1871">
                  <a:moveTo>
                    <a:pt x="1011" y="279"/>
                  </a:moveTo>
                  <a:cubicBezTo>
                    <a:pt x="1070" y="279"/>
                    <a:pt x="1130" y="291"/>
                    <a:pt x="1196" y="327"/>
                  </a:cubicBezTo>
                  <a:cubicBezTo>
                    <a:pt x="1324" y="395"/>
                    <a:pt x="1410" y="521"/>
                    <a:pt x="1454" y="657"/>
                  </a:cubicBezTo>
                  <a:cubicBezTo>
                    <a:pt x="1548" y="953"/>
                    <a:pt x="1417" y="1273"/>
                    <a:pt x="1104" y="1357"/>
                  </a:cubicBezTo>
                  <a:cubicBezTo>
                    <a:pt x="1051" y="1371"/>
                    <a:pt x="995" y="1378"/>
                    <a:pt x="940" y="1378"/>
                  </a:cubicBezTo>
                  <a:cubicBezTo>
                    <a:pt x="697" y="1378"/>
                    <a:pt x="457" y="1243"/>
                    <a:pt x="395" y="994"/>
                  </a:cubicBezTo>
                  <a:cubicBezTo>
                    <a:pt x="335" y="756"/>
                    <a:pt x="434" y="458"/>
                    <a:pt x="625" y="294"/>
                  </a:cubicBezTo>
                  <a:cubicBezTo>
                    <a:pt x="642" y="315"/>
                    <a:pt x="665" y="330"/>
                    <a:pt x="691" y="330"/>
                  </a:cubicBezTo>
                  <a:cubicBezTo>
                    <a:pt x="693" y="330"/>
                    <a:pt x="695" y="330"/>
                    <a:pt x="697" y="329"/>
                  </a:cubicBezTo>
                  <a:cubicBezTo>
                    <a:pt x="811" y="315"/>
                    <a:pt x="909" y="279"/>
                    <a:pt x="1011" y="279"/>
                  </a:cubicBezTo>
                  <a:close/>
                  <a:moveTo>
                    <a:pt x="998" y="0"/>
                  </a:moveTo>
                  <a:cubicBezTo>
                    <a:pt x="881" y="0"/>
                    <a:pt x="764" y="30"/>
                    <a:pt x="686" y="104"/>
                  </a:cubicBezTo>
                  <a:cubicBezTo>
                    <a:pt x="258" y="237"/>
                    <a:pt x="0" y="671"/>
                    <a:pt x="145" y="1117"/>
                  </a:cubicBezTo>
                  <a:cubicBezTo>
                    <a:pt x="256" y="1465"/>
                    <a:pt x="600" y="1657"/>
                    <a:pt x="945" y="1657"/>
                  </a:cubicBezTo>
                  <a:cubicBezTo>
                    <a:pt x="1056" y="1657"/>
                    <a:pt x="1167" y="1637"/>
                    <a:pt x="1271" y="1596"/>
                  </a:cubicBezTo>
                  <a:cubicBezTo>
                    <a:pt x="1718" y="1419"/>
                    <a:pt x="1871" y="896"/>
                    <a:pt x="1679" y="475"/>
                  </a:cubicBezTo>
                  <a:cubicBezTo>
                    <a:pt x="1586" y="267"/>
                    <a:pt x="1416" y="96"/>
                    <a:pt x="1196" y="29"/>
                  </a:cubicBezTo>
                  <a:cubicBezTo>
                    <a:pt x="1136" y="11"/>
                    <a:pt x="1067" y="0"/>
                    <a:pt x="9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1750" lIns="91425" spcFirstLastPara="1" rIns="91425" wrap="square" tIns="41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3" name="Google Shape;233;p6"/>
            <p:cNvSpPr/>
            <p:nvPr/>
          </p:nvSpPr>
          <p:spPr>
            <a:xfrm>
              <a:off x="8478720" y="787320"/>
              <a:ext cx="52560" cy="47520"/>
            </a:xfrm>
            <a:custGeom>
              <a:rect b="b" l="l" r="r" t="t"/>
              <a:pathLst>
                <a:path extrusionOk="0" h="951" w="1048">
                  <a:moveTo>
                    <a:pt x="331" y="201"/>
                  </a:moveTo>
                  <a:lnTo>
                    <a:pt x="331" y="201"/>
                  </a:lnTo>
                  <a:cubicBezTo>
                    <a:pt x="345" y="214"/>
                    <a:pt x="363" y="223"/>
                    <a:pt x="389" y="226"/>
                  </a:cubicBezTo>
                  <a:cubicBezTo>
                    <a:pt x="545" y="228"/>
                    <a:pt x="720" y="284"/>
                    <a:pt x="751" y="461"/>
                  </a:cubicBezTo>
                  <a:cubicBezTo>
                    <a:pt x="777" y="610"/>
                    <a:pt x="635" y="702"/>
                    <a:pt x="504" y="709"/>
                  </a:cubicBezTo>
                  <a:cubicBezTo>
                    <a:pt x="498" y="709"/>
                    <a:pt x="492" y="709"/>
                    <a:pt x="487" y="709"/>
                  </a:cubicBezTo>
                  <a:cubicBezTo>
                    <a:pt x="216" y="709"/>
                    <a:pt x="186" y="374"/>
                    <a:pt x="331" y="201"/>
                  </a:cubicBezTo>
                  <a:close/>
                  <a:moveTo>
                    <a:pt x="520" y="0"/>
                  </a:moveTo>
                  <a:cubicBezTo>
                    <a:pt x="476" y="0"/>
                    <a:pt x="431" y="10"/>
                    <a:pt x="389" y="31"/>
                  </a:cubicBezTo>
                  <a:cubicBezTo>
                    <a:pt x="158" y="88"/>
                    <a:pt x="0" y="296"/>
                    <a:pt x="19" y="540"/>
                  </a:cubicBezTo>
                  <a:cubicBezTo>
                    <a:pt x="35" y="795"/>
                    <a:pt x="251" y="951"/>
                    <a:pt x="488" y="951"/>
                  </a:cubicBezTo>
                  <a:cubicBezTo>
                    <a:pt x="514" y="951"/>
                    <a:pt x="540" y="949"/>
                    <a:pt x="566" y="945"/>
                  </a:cubicBezTo>
                  <a:cubicBezTo>
                    <a:pt x="829" y="910"/>
                    <a:pt x="1048" y="675"/>
                    <a:pt x="980" y="397"/>
                  </a:cubicBezTo>
                  <a:cubicBezTo>
                    <a:pt x="933" y="205"/>
                    <a:pt x="726" y="0"/>
                    <a:pt x="5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3750" lIns="91425" spcFirstLastPara="1" rIns="91425" wrap="square" tIns="23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4" name="Google Shape;234;p6"/>
            <p:cNvSpPr/>
            <p:nvPr/>
          </p:nvSpPr>
          <p:spPr>
            <a:xfrm>
              <a:off x="8469720" y="286920"/>
              <a:ext cx="43200" cy="40320"/>
            </a:xfrm>
            <a:custGeom>
              <a:rect b="b" l="l" r="r" t="t"/>
              <a:pathLst>
                <a:path extrusionOk="0" h="807" w="863">
                  <a:moveTo>
                    <a:pt x="348" y="167"/>
                  </a:moveTo>
                  <a:lnTo>
                    <a:pt x="348" y="167"/>
                  </a:lnTo>
                  <a:cubicBezTo>
                    <a:pt x="354" y="173"/>
                    <a:pt x="358" y="180"/>
                    <a:pt x="362" y="184"/>
                  </a:cubicBezTo>
                  <a:cubicBezTo>
                    <a:pt x="409" y="217"/>
                    <a:pt x="468" y="217"/>
                    <a:pt x="514" y="251"/>
                  </a:cubicBezTo>
                  <a:cubicBezTo>
                    <a:pt x="556" y="282"/>
                    <a:pt x="589" y="337"/>
                    <a:pt x="599" y="391"/>
                  </a:cubicBezTo>
                  <a:cubicBezTo>
                    <a:pt x="617" y="500"/>
                    <a:pt x="532" y="570"/>
                    <a:pt x="429" y="574"/>
                  </a:cubicBezTo>
                  <a:cubicBezTo>
                    <a:pt x="425" y="574"/>
                    <a:pt x="422" y="574"/>
                    <a:pt x="418" y="574"/>
                  </a:cubicBezTo>
                  <a:cubicBezTo>
                    <a:pt x="177" y="574"/>
                    <a:pt x="190" y="277"/>
                    <a:pt x="348" y="167"/>
                  </a:cubicBezTo>
                  <a:close/>
                  <a:moveTo>
                    <a:pt x="406" y="1"/>
                  </a:moveTo>
                  <a:cubicBezTo>
                    <a:pt x="404" y="1"/>
                    <a:pt x="402" y="1"/>
                    <a:pt x="400" y="1"/>
                  </a:cubicBezTo>
                  <a:cubicBezTo>
                    <a:pt x="175" y="11"/>
                    <a:pt x="1" y="205"/>
                    <a:pt x="5" y="429"/>
                  </a:cubicBezTo>
                  <a:cubicBezTo>
                    <a:pt x="8" y="655"/>
                    <a:pt x="206" y="806"/>
                    <a:pt x="419" y="806"/>
                  </a:cubicBezTo>
                  <a:cubicBezTo>
                    <a:pt x="430" y="806"/>
                    <a:pt x="441" y="806"/>
                    <a:pt x="453" y="805"/>
                  </a:cubicBezTo>
                  <a:cubicBezTo>
                    <a:pt x="685" y="789"/>
                    <a:pt x="862" y="592"/>
                    <a:pt x="818" y="357"/>
                  </a:cubicBezTo>
                  <a:cubicBezTo>
                    <a:pt x="792" y="215"/>
                    <a:pt x="631" y="8"/>
                    <a:pt x="471" y="8"/>
                  </a:cubicBezTo>
                  <a:cubicBezTo>
                    <a:pt x="460" y="8"/>
                    <a:pt x="449" y="9"/>
                    <a:pt x="439" y="11"/>
                  </a:cubicBezTo>
                  <a:cubicBezTo>
                    <a:pt x="430" y="5"/>
                    <a:pt x="419" y="1"/>
                    <a:pt x="4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0150" lIns="91425" spcFirstLastPara="1" rIns="91425" wrap="square" tIns="201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5" name="Google Shape;235;p6"/>
            <p:cNvSpPr/>
            <p:nvPr/>
          </p:nvSpPr>
          <p:spPr>
            <a:xfrm>
              <a:off x="8412480" y="204120"/>
              <a:ext cx="64440" cy="55800"/>
            </a:xfrm>
            <a:custGeom>
              <a:rect b="b" l="l" r="r" t="t"/>
              <a:pathLst>
                <a:path extrusionOk="0" h="1118" w="1289">
                  <a:moveTo>
                    <a:pt x="626" y="225"/>
                  </a:moveTo>
                  <a:cubicBezTo>
                    <a:pt x="698" y="225"/>
                    <a:pt x="768" y="241"/>
                    <a:pt x="834" y="284"/>
                  </a:cubicBezTo>
                  <a:cubicBezTo>
                    <a:pt x="1004" y="394"/>
                    <a:pt x="1005" y="615"/>
                    <a:pt x="883" y="764"/>
                  </a:cubicBezTo>
                  <a:cubicBezTo>
                    <a:pt x="820" y="842"/>
                    <a:pt x="736" y="878"/>
                    <a:pt x="651" y="878"/>
                  </a:cubicBezTo>
                  <a:cubicBezTo>
                    <a:pt x="542" y="878"/>
                    <a:pt x="432" y="818"/>
                    <a:pt x="365" y="713"/>
                  </a:cubicBezTo>
                  <a:cubicBezTo>
                    <a:pt x="254" y="543"/>
                    <a:pt x="322" y="352"/>
                    <a:pt x="471" y="245"/>
                  </a:cubicBezTo>
                  <a:cubicBezTo>
                    <a:pt x="523" y="233"/>
                    <a:pt x="575" y="225"/>
                    <a:pt x="626" y="225"/>
                  </a:cubicBezTo>
                  <a:close/>
                  <a:moveTo>
                    <a:pt x="636" y="1"/>
                  </a:moveTo>
                  <a:cubicBezTo>
                    <a:pt x="531" y="1"/>
                    <a:pt x="429" y="32"/>
                    <a:pt x="352" y="105"/>
                  </a:cubicBezTo>
                  <a:cubicBezTo>
                    <a:pt x="109" y="240"/>
                    <a:pt x="0" y="551"/>
                    <a:pt x="148" y="814"/>
                  </a:cubicBezTo>
                  <a:cubicBezTo>
                    <a:pt x="255" y="1003"/>
                    <a:pt x="455" y="1117"/>
                    <a:pt x="657" y="1117"/>
                  </a:cubicBezTo>
                  <a:cubicBezTo>
                    <a:pt x="774" y="1117"/>
                    <a:pt x="891" y="1079"/>
                    <a:pt x="991" y="995"/>
                  </a:cubicBezTo>
                  <a:cubicBezTo>
                    <a:pt x="1228" y="797"/>
                    <a:pt x="1289" y="415"/>
                    <a:pt x="1067" y="182"/>
                  </a:cubicBezTo>
                  <a:cubicBezTo>
                    <a:pt x="964" y="72"/>
                    <a:pt x="796" y="1"/>
                    <a:pt x="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8075" lIns="91425" spcFirstLastPara="1" rIns="91425" wrap="square" tIns="280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6" name="Google Shape;236;p6"/>
            <p:cNvSpPr/>
            <p:nvPr/>
          </p:nvSpPr>
          <p:spPr>
            <a:xfrm>
              <a:off x="8385840" y="172440"/>
              <a:ext cx="57960" cy="305280"/>
            </a:xfrm>
            <a:custGeom>
              <a:rect b="b" l="l" r="r" t="t"/>
              <a:pathLst>
                <a:path extrusionOk="0" h="6065" w="1159">
                  <a:moveTo>
                    <a:pt x="8" y="1"/>
                  </a:moveTo>
                  <a:lnTo>
                    <a:pt x="1" y="242"/>
                  </a:lnTo>
                  <a:lnTo>
                    <a:pt x="32" y="242"/>
                  </a:lnTo>
                  <a:cubicBezTo>
                    <a:pt x="86" y="1941"/>
                    <a:pt x="471" y="3674"/>
                    <a:pt x="772" y="5342"/>
                  </a:cubicBezTo>
                  <a:cubicBezTo>
                    <a:pt x="814" y="5583"/>
                    <a:pt x="858" y="5824"/>
                    <a:pt x="902" y="6064"/>
                  </a:cubicBezTo>
                  <a:lnTo>
                    <a:pt x="1159" y="6016"/>
                  </a:lnTo>
                  <a:cubicBezTo>
                    <a:pt x="1119" y="5801"/>
                    <a:pt x="1079" y="5587"/>
                    <a:pt x="1042" y="5370"/>
                  </a:cubicBezTo>
                  <a:cubicBezTo>
                    <a:pt x="743" y="3662"/>
                    <a:pt x="606" y="1902"/>
                    <a:pt x="230" y="210"/>
                  </a:cubicBezTo>
                  <a:lnTo>
                    <a:pt x="108" y="22"/>
                  </a:lnTo>
                  <a:cubicBezTo>
                    <a:pt x="74" y="16"/>
                    <a:pt x="42" y="11"/>
                    <a:pt x="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237" name="Google Shape;237;p6"/>
          <p:cNvSpPr/>
          <p:nvPr/>
        </p:nvSpPr>
        <p:spPr>
          <a:xfrm>
            <a:off x="43920" y="188640"/>
            <a:ext cx="738720" cy="1473120"/>
          </a:xfrm>
          <a:custGeom>
            <a:rect b="b" l="l" r="r" t="t"/>
            <a:pathLst>
              <a:path extrusionOk="0" h="29247" w="14671">
                <a:moveTo>
                  <a:pt x="9633" y="469"/>
                </a:moveTo>
                <a:cubicBezTo>
                  <a:pt x="11137" y="1025"/>
                  <a:pt x="12627" y="1623"/>
                  <a:pt x="14097" y="2270"/>
                </a:cubicBezTo>
                <a:cubicBezTo>
                  <a:pt x="14008" y="2795"/>
                  <a:pt x="13870" y="3313"/>
                  <a:pt x="13682" y="3810"/>
                </a:cubicBezTo>
                <a:cubicBezTo>
                  <a:pt x="12952" y="3391"/>
                  <a:pt x="12097" y="3107"/>
                  <a:pt x="11318" y="2793"/>
                </a:cubicBezTo>
                <a:cubicBezTo>
                  <a:pt x="10537" y="2478"/>
                  <a:pt x="9685" y="2036"/>
                  <a:pt x="8854" y="1862"/>
                </a:cubicBezTo>
                <a:cubicBezTo>
                  <a:pt x="9078" y="1378"/>
                  <a:pt x="9344" y="915"/>
                  <a:pt x="9633" y="469"/>
                </a:cubicBezTo>
                <a:close/>
                <a:moveTo>
                  <a:pt x="8794" y="1986"/>
                </a:moveTo>
                <a:cubicBezTo>
                  <a:pt x="9534" y="2418"/>
                  <a:pt x="10445" y="2676"/>
                  <a:pt x="11224" y="3011"/>
                </a:cubicBezTo>
                <a:cubicBezTo>
                  <a:pt x="12007" y="3347"/>
                  <a:pt x="12786" y="3770"/>
                  <a:pt x="13594" y="4033"/>
                </a:cubicBezTo>
                <a:cubicBezTo>
                  <a:pt x="13374" y="4567"/>
                  <a:pt x="13098" y="5078"/>
                  <a:pt x="12769" y="5557"/>
                </a:cubicBezTo>
                <a:cubicBezTo>
                  <a:pt x="11267" y="4918"/>
                  <a:pt x="9753" y="4310"/>
                  <a:pt x="8251" y="3667"/>
                </a:cubicBezTo>
                <a:cubicBezTo>
                  <a:pt x="8360" y="3086"/>
                  <a:pt x="8552" y="2525"/>
                  <a:pt x="8794" y="1986"/>
                </a:cubicBezTo>
                <a:close/>
                <a:moveTo>
                  <a:pt x="8223" y="3829"/>
                </a:moveTo>
                <a:cubicBezTo>
                  <a:pt x="9649" y="4543"/>
                  <a:pt x="11121" y="5220"/>
                  <a:pt x="12613" y="5778"/>
                </a:cubicBezTo>
                <a:cubicBezTo>
                  <a:pt x="12313" y="6187"/>
                  <a:pt x="11973" y="6566"/>
                  <a:pt x="11597" y="6912"/>
                </a:cubicBezTo>
                <a:cubicBezTo>
                  <a:pt x="11577" y="6928"/>
                  <a:pt x="11557" y="6945"/>
                  <a:pt x="11539" y="6962"/>
                </a:cubicBezTo>
                <a:cubicBezTo>
                  <a:pt x="10479" y="6593"/>
                  <a:pt x="9396" y="6253"/>
                  <a:pt x="8308" y="5984"/>
                </a:cubicBezTo>
                <a:cubicBezTo>
                  <a:pt x="8162" y="5394"/>
                  <a:pt x="8107" y="4784"/>
                  <a:pt x="8178" y="4149"/>
                </a:cubicBezTo>
                <a:cubicBezTo>
                  <a:pt x="8189" y="4043"/>
                  <a:pt x="8205" y="3935"/>
                  <a:pt x="8223" y="3829"/>
                </a:cubicBezTo>
                <a:close/>
                <a:moveTo>
                  <a:pt x="8339" y="6111"/>
                </a:moveTo>
                <a:lnTo>
                  <a:pt x="8339" y="6111"/>
                </a:lnTo>
                <a:cubicBezTo>
                  <a:pt x="9337" y="6466"/>
                  <a:pt x="10344" y="6796"/>
                  <a:pt x="11348" y="7130"/>
                </a:cubicBezTo>
                <a:cubicBezTo>
                  <a:pt x="10753" y="7625"/>
                  <a:pt x="10084" y="8009"/>
                  <a:pt x="9403" y="8373"/>
                </a:cubicBezTo>
                <a:cubicBezTo>
                  <a:pt x="9294" y="8202"/>
                  <a:pt x="9188" y="8029"/>
                  <a:pt x="9086" y="7855"/>
                </a:cubicBezTo>
                <a:cubicBezTo>
                  <a:pt x="8763" y="7296"/>
                  <a:pt x="8502" y="6715"/>
                  <a:pt x="8339" y="6111"/>
                </a:cubicBezTo>
                <a:close/>
                <a:moveTo>
                  <a:pt x="9233" y="8966"/>
                </a:moveTo>
                <a:cubicBezTo>
                  <a:pt x="9443" y="9276"/>
                  <a:pt x="9657" y="9582"/>
                  <a:pt x="9870" y="9890"/>
                </a:cubicBezTo>
                <a:cubicBezTo>
                  <a:pt x="9418" y="9684"/>
                  <a:pt x="8926" y="9525"/>
                  <a:pt x="8454" y="9386"/>
                </a:cubicBezTo>
                <a:cubicBezTo>
                  <a:pt x="8712" y="9243"/>
                  <a:pt x="8974" y="9103"/>
                  <a:pt x="9233" y="8966"/>
                </a:cubicBezTo>
                <a:close/>
                <a:moveTo>
                  <a:pt x="8226" y="9517"/>
                </a:moveTo>
                <a:cubicBezTo>
                  <a:pt x="8864" y="9787"/>
                  <a:pt x="9508" y="10102"/>
                  <a:pt x="10162" y="10319"/>
                </a:cubicBezTo>
                <a:cubicBezTo>
                  <a:pt x="10497" y="10815"/>
                  <a:pt x="10816" y="11321"/>
                  <a:pt x="11078" y="11855"/>
                </a:cubicBezTo>
                <a:cubicBezTo>
                  <a:pt x="9719" y="11291"/>
                  <a:pt x="8261" y="10842"/>
                  <a:pt x="6843" y="10456"/>
                </a:cubicBezTo>
                <a:cubicBezTo>
                  <a:pt x="7274" y="10098"/>
                  <a:pt x="7741" y="9795"/>
                  <a:pt x="8226" y="9517"/>
                </a:cubicBezTo>
                <a:close/>
                <a:moveTo>
                  <a:pt x="6729" y="10554"/>
                </a:moveTo>
                <a:cubicBezTo>
                  <a:pt x="7453" y="10832"/>
                  <a:pt x="8189" y="11083"/>
                  <a:pt x="8920" y="11342"/>
                </a:cubicBezTo>
                <a:cubicBezTo>
                  <a:pt x="9687" y="11616"/>
                  <a:pt x="10448" y="11934"/>
                  <a:pt x="11227" y="12174"/>
                </a:cubicBezTo>
                <a:cubicBezTo>
                  <a:pt x="11232" y="12185"/>
                  <a:pt x="11237" y="12199"/>
                  <a:pt x="11244" y="12212"/>
                </a:cubicBezTo>
                <a:cubicBezTo>
                  <a:pt x="11535" y="12885"/>
                  <a:pt x="11702" y="13592"/>
                  <a:pt x="11692" y="14301"/>
                </a:cubicBezTo>
                <a:cubicBezTo>
                  <a:pt x="10736" y="13850"/>
                  <a:pt x="9677" y="13549"/>
                  <a:pt x="8686" y="13206"/>
                </a:cubicBezTo>
                <a:cubicBezTo>
                  <a:pt x="7590" y="12830"/>
                  <a:pt x="6488" y="12472"/>
                  <a:pt x="5375" y="12153"/>
                </a:cubicBezTo>
                <a:cubicBezTo>
                  <a:pt x="5706" y="11617"/>
                  <a:pt x="6109" y="11125"/>
                  <a:pt x="6576" y="10689"/>
                </a:cubicBezTo>
                <a:cubicBezTo>
                  <a:pt x="6624" y="10643"/>
                  <a:pt x="6678" y="10598"/>
                  <a:pt x="6729" y="10554"/>
                </a:cubicBezTo>
                <a:close/>
                <a:moveTo>
                  <a:pt x="5281" y="12299"/>
                </a:moveTo>
                <a:cubicBezTo>
                  <a:pt x="6358" y="12677"/>
                  <a:pt x="7442" y="13040"/>
                  <a:pt x="8519" y="13421"/>
                </a:cubicBezTo>
                <a:cubicBezTo>
                  <a:pt x="9565" y="13791"/>
                  <a:pt x="10612" y="14261"/>
                  <a:pt x="11682" y="14558"/>
                </a:cubicBezTo>
                <a:cubicBezTo>
                  <a:pt x="11654" y="14944"/>
                  <a:pt x="11570" y="15330"/>
                  <a:pt x="11421" y="15710"/>
                </a:cubicBezTo>
                <a:cubicBezTo>
                  <a:pt x="11307" y="16004"/>
                  <a:pt x="11161" y="16285"/>
                  <a:pt x="10991" y="16553"/>
                </a:cubicBezTo>
                <a:cubicBezTo>
                  <a:pt x="10035" y="15962"/>
                  <a:pt x="8841" y="15608"/>
                  <a:pt x="7788" y="15229"/>
                </a:cubicBezTo>
                <a:cubicBezTo>
                  <a:pt x="6705" y="14841"/>
                  <a:pt x="5611" y="14484"/>
                  <a:pt x="4500" y="14182"/>
                </a:cubicBezTo>
                <a:cubicBezTo>
                  <a:pt x="4670" y="13522"/>
                  <a:pt x="4934" y="12887"/>
                  <a:pt x="5281" y="12299"/>
                </a:cubicBezTo>
                <a:close/>
                <a:moveTo>
                  <a:pt x="4462" y="14332"/>
                </a:moveTo>
                <a:cubicBezTo>
                  <a:pt x="5525" y="14682"/>
                  <a:pt x="6582" y="15038"/>
                  <a:pt x="7629" y="15433"/>
                </a:cubicBezTo>
                <a:cubicBezTo>
                  <a:pt x="8703" y="15839"/>
                  <a:pt x="9770" y="16411"/>
                  <a:pt x="10870" y="16733"/>
                </a:cubicBezTo>
                <a:cubicBezTo>
                  <a:pt x="10465" y="17318"/>
                  <a:pt x="9945" y="17830"/>
                  <a:pt x="9385" y="18258"/>
                </a:cubicBezTo>
                <a:cubicBezTo>
                  <a:pt x="9028" y="18093"/>
                  <a:pt x="8641" y="17991"/>
                  <a:pt x="8274" y="17857"/>
                </a:cubicBezTo>
                <a:cubicBezTo>
                  <a:pt x="7816" y="17688"/>
                  <a:pt x="7361" y="17509"/>
                  <a:pt x="6911" y="17322"/>
                </a:cubicBezTo>
                <a:cubicBezTo>
                  <a:pt x="6019" y="16952"/>
                  <a:pt x="5144" y="16546"/>
                  <a:pt x="4268" y="16136"/>
                </a:cubicBezTo>
                <a:cubicBezTo>
                  <a:pt x="4254" y="15525"/>
                  <a:pt x="4322" y="14920"/>
                  <a:pt x="4462" y="14332"/>
                </a:cubicBezTo>
                <a:close/>
                <a:moveTo>
                  <a:pt x="4276" y="16323"/>
                </a:moveTo>
                <a:lnTo>
                  <a:pt x="4276" y="16323"/>
                </a:lnTo>
                <a:cubicBezTo>
                  <a:pt x="5073" y="16755"/>
                  <a:pt x="5897" y="17142"/>
                  <a:pt x="6732" y="17497"/>
                </a:cubicBezTo>
                <a:cubicBezTo>
                  <a:pt x="7480" y="17815"/>
                  <a:pt x="8319" y="18248"/>
                  <a:pt x="9137" y="18439"/>
                </a:cubicBezTo>
                <a:cubicBezTo>
                  <a:pt x="8621" y="18807"/>
                  <a:pt x="8074" y="19122"/>
                  <a:pt x="7512" y="19410"/>
                </a:cubicBezTo>
                <a:cubicBezTo>
                  <a:pt x="7062" y="19197"/>
                  <a:pt x="6566" y="19058"/>
                  <a:pt x="6099" y="18894"/>
                </a:cubicBezTo>
                <a:cubicBezTo>
                  <a:pt x="5631" y="18729"/>
                  <a:pt x="5163" y="18567"/>
                  <a:pt x="4694" y="18406"/>
                </a:cubicBezTo>
                <a:cubicBezTo>
                  <a:pt x="4496" y="17857"/>
                  <a:pt x="4363" y="17283"/>
                  <a:pt x="4302" y="16695"/>
                </a:cubicBezTo>
                <a:cubicBezTo>
                  <a:pt x="4290" y="16571"/>
                  <a:pt x="4283" y="16448"/>
                  <a:pt x="4276" y="16323"/>
                </a:cubicBezTo>
                <a:close/>
                <a:moveTo>
                  <a:pt x="4771" y="18606"/>
                </a:moveTo>
                <a:cubicBezTo>
                  <a:pt x="5165" y="18756"/>
                  <a:pt x="5560" y="18901"/>
                  <a:pt x="5954" y="19047"/>
                </a:cubicBezTo>
                <a:cubicBezTo>
                  <a:pt x="6391" y="19206"/>
                  <a:pt x="6834" y="19398"/>
                  <a:pt x="7285" y="19530"/>
                </a:cubicBezTo>
                <a:cubicBezTo>
                  <a:pt x="6761" y="19794"/>
                  <a:pt x="6228" y="20040"/>
                  <a:pt x="5699" y="20294"/>
                </a:cubicBezTo>
                <a:cubicBezTo>
                  <a:pt x="5628" y="20191"/>
                  <a:pt x="5557" y="20086"/>
                  <a:pt x="5489" y="19982"/>
                </a:cubicBezTo>
                <a:cubicBezTo>
                  <a:pt x="5202" y="19549"/>
                  <a:pt x="4961" y="19087"/>
                  <a:pt x="4771" y="18606"/>
                </a:cubicBezTo>
                <a:close/>
                <a:moveTo>
                  <a:pt x="5556" y="20876"/>
                </a:moveTo>
                <a:cubicBezTo>
                  <a:pt x="5696" y="21078"/>
                  <a:pt x="5837" y="21282"/>
                  <a:pt x="5973" y="21489"/>
                </a:cubicBezTo>
                <a:cubicBezTo>
                  <a:pt x="6191" y="21820"/>
                  <a:pt x="6362" y="22160"/>
                  <a:pt x="6498" y="22505"/>
                </a:cubicBezTo>
                <a:cubicBezTo>
                  <a:pt x="5956" y="22349"/>
                  <a:pt x="5356" y="22296"/>
                  <a:pt x="4805" y="22211"/>
                </a:cubicBezTo>
                <a:cubicBezTo>
                  <a:pt x="4377" y="22148"/>
                  <a:pt x="3945" y="22084"/>
                  <a:pt x="3512" y="22037"/>
                </a:cubicBezTo>
                <a:cubicBezTo>
                  <a:pt x="3590" y="21983"/>
                  <a:pt x="3667" y="21931"/>
                  <a:pt x="3745" y="21878"/>
                </a:cubicBezTo>
                <a:cubicBezTo>
                  <a:pt x="4323" y="21501"/>
                  <a:pt x="4935" y="21180"/>
                  <a:pt x="5556" y="20876"/>
                </a:cubicBezTo>
                <a:close/>
                <a:moveTo>
                  <a:pt x="3242" y="22226"/>
                </a:moveTo>
                <a:cubicBezTo>
                  <a:pt x="3795" y="22359"/>
                  <a:pt x="4356" y="22465"/>
                  <a:pt x="4915" y="22564"/>
                </a:cubicBezTo>
                <a:cubicBezTo>
                  <a:pt x="5470" y="22663"/>
                  <a:pt x="6048" y="22809"/>
                  <a:pt x="6610" y="22816"/>
                </a:cubicBezTo>
                <a:cubicBezTo>
                  <a:pt x="6763" y="23278"/>
                  <a:pt x="6850" y="23749"/>
                  <a:pt x="6888" y="24224"/>
                </a:cubicBezTo>
                <a:cubicBezTo>
                  <a:pt x="6121" y="24072"/>
                  <a:pt x="5333" y="23993"/>
                  <a:pt x="4557" y="23891"/>
                </a:cubicBezTo>
                <a:cubicBezTo>
                  <a:pt x="4145" y="23837"/>
                  <a:pt x="3734" y="23779"/>
                  <a:pt x="3321" y="23728"/>
                </a:cubicBezTo>
                <a:cubicBezTo>
                  <a:pt x="2909" y="23675"/>
                  <a:pt x="2268" y="23706"/>
                  <a:pt x="1871" y="23521"/>
                </a:cubicBezTo>
                <a:cubicBezTo>
                  <a:pt x="2264" y="23029"/>
                  <a:pt x="2733" y="22600"/>
                  <a:pt x="3242" y="22226"/>
                </a:cubicBezTo>
                <a:close/>
                <a:moveTo>
                  <a:pt x="1774" y="23641"/>
                </a:moveTo>
                <a:cubicBezTo>
                  <a:pt x="2033" y="23803"/>
                  <a:pt x="2382" y="23800"/>
                  <a:pt x="2678" y="23848"/>
                </a:cubicBezTo>
                <a:cubicBezTo>
                  <a:pt x="3155" y="23926"/>
                  <a:pt x="3634" y="23998"/>
                  <a:pt x="4115" y="24072"/>
                </a:cubicBezTo>
                <a:cubicBezTo>
                  <a:pt x="5039" y="24212"/>
                  <a:pt x="5971" y="24387"/>
                  <a:pt x="6902" y="24463"/>
                </a:cubicBezTo>
                <a:cubicBezTo>
                  <a:pt x="6922" y="24864"/>
                  <a:pt x="6908" y="25268"/>
                  <a:pt x="6870" y="25673"/>
                </a:cubicBezTo>
                <a:cubicBezTo>
                  <a:pt x="5967" y="25448"/>
                  <a:pt x="4964" y="25404"/>
                  <a:pt x="4050" y="25269"/>
                </a:cubicBezTo>
                <a:cubicBezTo>
                  <a:pt x="3066" y="25128"/>
                  <a:pt x="2087" y="24959"/>
                  <a:pt x="1103" y="24823"/>
                </a:cubicBezTo>
                <a:cubicBezTo>
                  <a:pt x="1186" y="24619"/>
                  <a:pt x="1281" y="24419"/>
                  <a:pt x="1390" y="24225"/>
                </a:cubicBezTo>
                <a:cubicBezTo>
                  <a:pt x="1504" y="24022"/>
                  <a:pt x="1635" y="23827"/>
                  <a:pt x="1774" y="23641"/>
                </a:cubicBezTo>
                <a:close/>
                <a:moveTo>
                  <a:pt x="1042" y="24982"/>
                </a:moveTo>
                <a:cubicBezTo>
                  <a:pt x="2049" y="25199"/>
                  <a:pt x="3069" y="25364"/>
                  <a:pt x="4082" y="25534"/>
                </a:cubicBezTo>
                <a:cubicBezTo>
                  <a:pt x="4969" y="25683"/>
                  <a:pt x="5930" y="25923"/>
                  <a:pt x="6840" y="25944"/>
                </a:cubicBezTo>
                <a:cubicBezTo>
                  <a:pt x="6786" y="26413"/>
                  <a:pt x="6698" y="26885"/>
                  <a:pt x="6595" y="27353"/>
                </a:cubicBezTo>
                <a:cubicBezTo>
                  <a:pt x="5559" y="27167"/>
                  <a:pt x="4507" y="27044"/>
                  <a:pt x="3464" y="26896"/>
                </a:cubicBezTo>
                <a:cubicBezTo>
                  <a:pt x="2549" y="26766"/>
                  <a:pt x="1626" y="26607"/>
                  <a:pt x="702" y="26526"/>
                </a:cubicBezTo>
                <a:cubicBezTo>
                  <a:pt x="753" y="25999"/>
                  <a:pt x="860" y="25478"/>
                  <a:pt x="1042" y="24982"/>
                </a:cubicBezTo>
                <a:close/>
                <a:moveTo>
                  <a:pt x="9494" y="1"/>
                </a:moveTo>
                <a:cubicBezTo>
                  <a:pt x="9423" y="1"/>
                  <a:pt x="9351" y="32"/>
                  <a:pt x="9301" y="109"/>
                </a:cubicBezTo>
                <a:cubicBezTo>
                  <a:pt x="8623" y="1140"/>
                  <a:pt x="8057" y="2302"/>
                  <a:pt x="7809" y="3517"/>
                </a:cubicBezTo>
                <a:cubicBezTo>
                  <a:pt x="7779" y="3537"/>
                  <a:pt x="7765" y="3579"/>
                  <a:pt x="7792" y="3607"/>
                </a:cubicBezTo>
                <a:cubicBezTo>
                  <a:pt x="7625" y="4487"/>
                  <a:pt x="7626" y="5390"/>
                  <a:pt x="7881" y="6289"/>
                </a:cubicBezTo>
                <a:cubicBezTo>
                  <a:pt x="8120" y="7126"/>
                  <a:pt x="8523" y="7874"/>
                  <a:pt x="8985" y="8593"/>
                </a:cubicBezTo>
                <a:cubicBezTo>
                  <a:pt x="7995" y="9116"/>
                  <a:pt x="7000" y="9633"/>
                  <a:pt x="6180" y="10414"/>
                </a:cubicBezTo>
                <a:cubicBezTo>
                  <a:pt x="4755" y="11767"/>
                  <a:pt x="3882" y="13663"/>
                  <a:pt x="3799" y="15627"/>
                </a:cubicBezTo>
                <a:cubicBezTo>
                  <a:pt x="3756" y="16653"/>
                  <a:pt x="3923" y="17696"/>
                  <a:pt x="4282" y="18657"/>
                </a:cubicBezTo>
                <a:cubicBezTo>
                  <a:pt x="4534" y="19328"/>
                  <a:pt x="4898" y="19914"/>
                  <a:pt x="5288" y="20490"/>
                </a:cubicBezTo>
                <a:cubicBezTo>
                  <a:pt x="4577" y="20840"/>
                  <a:pt x="3878" y="21211"/>
                  <a:pt x="3225" y="21663"/>
                </a:cubicBezTo>
                <a:cubicBezTo>
                  <a:pt x="1169" y="23089"/>
                  <a:pt x="1" y="25220"/>
                  <a:pt x="269" y="27755"/>
                </a:cubicBezTo>
                <a:cubicBezTo>
                  <a:pt x="283" y="27883"/>
                  <a:pt x="390" y="27949"/>
                  <a:pt x="491" y="27949"/>
                </a:cubicBezTo>
                <a:cubicBezTo>
                  <a:pt x="589" y="27949"/>
                  <a:pt x="681" y="27886"/>
                  <a:pt x="674" y="27755"/>
                </a:cubicBezTo>
                <a:cubicBezTo>
                  <a:pt x="654" y="27402"/>
                  <a:pt x="657" y="27047"/>
                  <a:pt x="683" y="26692"/>
                </a:cubicBezTo>
                <a:cubicBezTo>
                  <a:pt x="1645" y="26895"/>
                  <a:pt x="2631" y="27014"/>
                  <a:pt x="3600" y="27164"/>
                </a:cubicBezTo>
                <a:cubicBezTo>
                  <a:pt x="4577" y="27316"/>
                  <a:pt x="5555" y="27487"/>
                  <a:pt x="6534" y="27603"/>
                </a:cubicBezTo>
                <a:cubicBezTo>
                  <a:pt x="6426" y="28064"/>
                  <a:pt x="6306" y="28523"/>
                  <a:pt x="6181" y="28975"/>
                </a:cubicBezTo>
                <a:cubicBezTo>
                  <a:pt x="6136" y="29140"/>
                  <a:pt x="6267" y="29246"/>
                  <a:pt x="6398" y="29246"/>
                </a:cubicBezTo>
                <a:cubicBezTo>
                  <a:pt x="6486" y="29246"/>
                  <a:pt x="6573" y="29199"/>
                  <a:pt x="6609" y="29091"/>
                </a:cubicBezTo>
                <a:cubicBezTo>
                  <a:pt x="7266" y="27103"/>
                  <a:pt x="7764" y="24789"/>
                  <a:pt x="7101" y="22736"/>
                </a:cubicBezTo>
                <a:cubicBezTo>
                  <a:pt x="6854" y="21968"/>
                  <a:pt x="6418" y="21323"/>
                  <a:pt x="5966" y="20678"/>
                </a:cubicBezTo>
                <a:cubicBezTo>
                  <a:pt x="7255" y="20059"/>
                  <a:pt x="8563" y="19481"/>
                  <a:pt x="9700" y="18603"/>
                </a:cubicBezTo>
                <a:cubicBezTo>
                  <a:pt x="11230" y="17420"/>
                  <a:pt x="12391" y="15647"/>
                  <a:pt x="12133" y="13643"/>
                </a:cubicBezTo>
                <a:cubicBezTo>
                  <a:pt x="11892" y="11763"/>
                  <a:pt x="10677" y="10281"/>
                  <a:pt x="9649" y="8746"/>
                </a:cubicBezTo>
                <a:cubicBezTo>
                  <a:pt x="10500" y="8291"/>
                  <a:pt x="11336" y="7811"/>
                  <a:pt x="12045" y="7133"/>
                </a:cubicBezTo>
                <a:cubicBezTo>
                  <a:pt x="13621" y="5628"/>
                  <a:pt x="14557" y="3537"/>
                  <a:pt x="14664" y="1364"/>
                </a:cubicBezTo>
                <a:cubicBezTo>
                  <a:pt x="14671" y="1213"/>
                  <a:pt x="14557" y="1137"/>
                  <a:pt x="14440" y="1137"/>
                </a:cubicBezTo>
                <a:cubicBezTo>
                  <a:pt x="14322" y="1137"/>
                  <a:pt x="14200" y="1213"/>
                  <a:pt x="14193" y="1364"/>
                </a:cubicBezTo>
                <a:cubicBezTo>
                  <a:pt x="14183" y="1575"/>
                  <a:pt x="14165" y="1784"/>
                  <a:pt x="14134" y="1993"/>
                </a:cubicBezTo>
                <a:cubicBezTo>
                  <a:pt x="12684" y="1370"/>
                  <a:pt x="11212" y="819"/>
                  <a:pt x="9707" y="344"/>
                </a:cubicBezTo>
                <a:cubicBezTo>
                  <a:pt x="9821" y="169"/>
                  <a:pt x="9659" y="1"/>
                  <a:pt x="9494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238" name="Google Shape;238;p6"/>
          <p:cNvGrpSpPr/>
          <p:nvPr/>
        </p:nvGrpSpPr>
        <p:grpSpPr>
          <a:xfrm>
            <a:off x="-402120" y="1808280"/>
            <a:ext cx="951120" cy="1018440"/>
            <a:chOff x="-402120" y="1808280"/>
            <a:chExt cx="951120" cy="1018440"/>
          </a:xfrm>
        </p:grpSpPr>
        <p:sp>
          <p:nvSpPr>
            <p:cNvPr id="239" name="Google Shape;239;p6"/>
            <p:cNvSpPr/>
            <p:nvPr/>
          </p:nvSpPr>
          <p:spPr>
            <a:xfrm>
              <a:off x="-114480" y="2397600"/>
              <a:ext cx="31320" cy="25560"/>
            </a:xfrm>
            <a:custGeom>
              <a:rect b="b" l="l" r="r" t="t"/>
              <a:pathLst>
                <a:path extrusionOk="0" h="515" w="626">
                  <a:moveTo>
                    <a:pt x="1" y="1"/>
                  </a:moveTo>
                  <a:lnTo>
                    <a:pt x="1" y="1"/>
                  </a:lnTo>
                  <a:cubicBezTo>
                    <a:pt x="2" y="233"/>
                    <a:pt x="162" y="515"/>
                    <a:pt x="392" y="515"/>
                  </a:cubicBezTo>
                  <a:cubicBezTo>
                    <a:pt x="412" y="515"/>
                    <a:pt x="432" y="513"/>
                    <a:pt x="453" y="508"/>
                  </a:cubicBezTo>
                  <a:cubicBezTo>
                    <a:pt x="626" y="471"/>
                    <a:pt x="558" y="233"/>
                    <a:pt x="460" y="150"/>
                  </a:cubicBezTo>
                  <a:cubicBezTo>
                    <a:pt x="338" y="48"/>
                    <a:pt x="158" y="22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950" lIns="91425" spcFirstLastPara="1" rIns="91425" wrap="square" tIns="12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0" name="Google Shape;240;p6"/>
            <p:cNvSpPr/>
            <p:nvPr/>
          </p:nvSpPr>
          <p:spPr>
            <a:xfrm>
              <a:off x="-391320" y="2499840"/>
              <a:ext cx="748080" cy="326880"/>
            </a:xfrm>
            <a:custGeom>
              <a:rect b="b" l="l" r="r" t="t"/>
              <a:pathLst>
                <a:path extrusionOk="0" h="6498" w="14856">
                  <a:moveTo>
                    <a:pt x="14346" y="1"/>
                  </a:moveTo>
                  <a:lnTo>
                    <a:pt x="14037" y="39"/>
                  </a:lnTo>
                  <a:cubicBezTo>
                    <a:pt x="14206" y="413"/>
                    <a:pt x="14329" y="861"/>
                    <a:pt x="13791" y="995"/>
                  </a:cubicBezTo>
                  <a:cubicBezTo>
                    <a:pt x="13605" y="1042"/>
                    <a:pt x="13411" y="1001"/>
                    <a:pt x="13230" y="1083"/>
                  </a:cubicBezTo>
                  <a:cubicBezTo>
                    <a:pt x="12917" y="1221"/>
                    <a:pt x="12831" y="1552"/>
                    <a:pt x="12895" y="1871"/>
                  </a:cubicBezTo>
                  <a:cubicBezTo>
                    <a:pt x="13002" y="2401"/>
                    <a:pt x="13428" y="2743"/>
                    <a:pt x="13801" y="3091"/>
                  </a:cubicBezTo>
                  <a:cubicBezTo>
                    <a:pt x="14315" y="3577"/>
                    <a:pt x="14528" y="4153"/>
                    <a:pt x="14300" y="4846"/>
                  </a:cubicBezTo>
                  <a:cubicBezTo>
                    <a:pt x="14131" y="5358"/>
                    <a:pt x="13638" y="6093"/>
                    <a:pt x="13034" y="6093"/>
                  </a:cubicBezTo>
                  <a:cubicBezTo>
                    <a:pt x="12952" y="6093"/>
                    <a:pt x="12868" y="6079"/>
                    <a:pt x="12783" y="6050"/>
                  </a:cubicBezTo>
                  <a:cubicBezTo>
                    <a:pt x="12053" y="5799"/>
                    <a:pt x="11932" y="4897"/>
                    <a:pt x="11825" y="4246"/>
                  </a:cubicBezTo>
                  <a:cubicBezTo>
                    <a:pt x="11760" y="3850"/>
                    <a:pt x="11446" y="2477"/>
                    <a:pt x="10844" y="2477"/>
                  </a:cubicBezTo>
                  <a:cubicBezTo>
                    <a:pt x="10733" y="2477"/>
                    <a:pt x="10613" y="2523"/>
                    <a:pt x="10482" y="2631"/>
                  </a:cubicBezTo>
                  <a:cubicBezTo>
                    <a:pt x="10473" y="2638"/>
                    <a:pt x="10471" y="2645"/>
                    <a:pt x="10463" y="2652"/>
                  </a:cubicBezTo>
                  <a:cubicBezTo>
                    <a:pt x="10180" y="2729"/>
                    <a:pt x="9993" y="2947"/>
                    <a:pt x="9841" y="3317"/>
                  </a:cubicBezTo>
                  <a:cubicBezTo>
                    <a:pt x="9671" y="3733"/>
                    <a:pt x="9588" y="4226"/>
                    <a:pt x="9262" y="4562"/>
                  </a:cubicBezTo>
                  <a:cubicBezTo>
                    <a:pt x="9131" y="4698"/>
                    <a:pt x="8935" y="4815"/>
                    <a:pt x="8740" y="4815"/>
                  </a:cubicBezTo>
                  <a:cubicBezTo>
                    <a:pt x="8660" y="4815"/>
                    <a:pt x="8580" y="4795"/>
                    <a:pt x="8505" y="4749"/>
                  </a:cubicBezTo>
                  <a:cubicBezTo>
                    <a:pt x="8114" y="4510"/>
                    <a:pt x="8420" y="4020"/>
                    <a:pt x="8518" y="3752"/>
                  </a:cubicBezTo>
                  <a:cubicBezTo>
                    <a:pt x="8664" y="3353"/>
                    <a:pt x="8691" y="2744"/>
                    <a:pt x="8189" y="2574"/>
                  </a:cubicBezTo>
                  <a:cubicBezTo>
                    <a:pt x="8129" y="2554"/>
                    <a:pt x="8072" y="2544"/>
                    <a:pt x="8016" y="2544"/>
                  </a:cubicBezTo>
                  <a:cubicBezTo>
                    <a:pt x="7855" y="2544"/>
                    <a:pt x="7709" y="2620"/>
                    <a:pt x="7570" y="2721"/>
                  </a:cubicBezTo>
                  <a:cubicBezTo>
                    <a:pt x="7285" y="2932"/>
                    <a:pt x="7098" y="3116"/>
                    <a:pt x="6824" y="3116"/>
                  </a:cubicBezTo>
                  <a:cubicBezTo>
                    <a:pt x="6708" y="3116"/>
                    <a:pt x="6578" y="3084"/>
                    <a:pt x="6418" y="3006"/>
                  </a:cubicBezTo>
                  <a:cubicBezTo>
                    <a:pt x="6391" y="2993"/>
                    <a:pt x="6365" y="2987"/>
                    <a:pt x="6338" y="2987"/>
                  </a:cubicBezTo>
                  <a:cubicBezTo>
                    <a:pt x="6323" y="2987"/>
                    <a:pt x="6309" y="2989"/>
                    <a:pt x="6294" y="2992"/>
                  </a:cubicBezTo>
                  <a:cubicBezTo>
                    <a:pt x="6150" y="2750"/>
                    <a:pt x="6182" y="2445"/>
                    <a:pt x="6320" y="2133"/>
                  </a:cubicBezTo>
                  <a:cubicBezTo>
                    <a:pt x="6433" y="1878"/>
                    <a:pt x="6554" y="1701"/>
                    <a:pt x="6521" y="1406"/>
                  </a:cubicBezTo>
                  <a:cubicBezTo>
                    <a:pt x="6481" y="1007"/>
                    <a:pt x="6156" y="664"/>
                    <a:pt x="5752" y="664"/>
                  </a:cubicBezTo>
                  <a:cubicBezTo>
                    <a:pt x="5702" y="664"/>
                    <a:pt x="5651" y="670"/>
                    <a:pt x="5599" y="681"/>
                  </a:cubicBezTo>
                  <a:cubicBezTo>
                    <a:pt x="5074" y="794"/>
                    <a:pt x="4754" y="1544"/>
                    <a:pt x="4483" y="1941"/>
                  </a:cubicBezTo>
                  <a:cubicBezTo>
                    <a:pt x="3994" y="2656"/>
                    <a:pt x="3453" y="3312"/>
                    <a:pt x="2623" y="3637"/>
                  </a:cubicBezTo>
                  <a:cubicBezTo>
                    <a:pt x="2374" y="3734"/>
                    <a:pt x="1961" y="3829"/>
                    <a:pt x="1569" y="3829"/>
                  </a:cubicBezTo>
                  <a:cubicBezTo>
                    <a:pt x="1021" y="3829"/>
                    <a:pt x="513" y="3643"/>
                    <a:pt x="548" y="3020"/>
                  </a:cubicBezTo>
                  <a:cubicBezTo>
                    <a:pt x="605" y="2002"/>
                    <a:pt x="1932" y="1880"/>
                    <a:pt x="2681" y="1700"/>
                  </a:cubicBezTo>
                  <a:cubicBezTo>
                    <a:pt x="3123" y="1593"/>
                    <a:pt x="3804" y="1435"/>
                    <a:pt x="3857" y="879"/>
                  </a:cubicBezTo>
                  <a:cubicBezTo>
                    <a:pt x="3898" y="453"/>
                    <a:pt x="3573" y="185"/>
                    <a:pt x="3206" y="185"/>
                  </a:cubicBezTo>
                  <a:cubicBezTo>
                    <a:pt x="3131" y="185"/>
                    <a:pt x="3053" y="196"/>
                    <a:pt x="2977" y="220"/>
                  </a:cubicBezTo>
                  <a:cubicBezTo>
                    <a:pt x="2971" y="219"/>
                    <a:pt x="2968" y="216"/>
                    <a:pt x="2963" y="215"/>
                  </a:cubicBezTo>
                  <a:cubicBezTo>
                    <a:pt x="2907" y="202"/>
                    <a:pt x="2858" y="185"/>
                    <a:pt x="2815" y="165"/>
                  </a:cubicBezTo>
                  <a:lnTo>
                    <a:pt x="2757" y="460"/>
                  </a:lnTo>
                  <a:cubicBezTo>
                    <a:pt x="2780" y="464"/>
                    <a:pt x="2804" y="470"/>
                    <a:pt x="2828" y="474"/>
                  </a:cubicBezTo>
                  <a:cubicBezTo>
                    <a:pt x="2850" y="548"/>
                    <a:pt x="2906" y="608"/>
                    <a:pt x="2989" y="608"/>
                  </a:cubicBezTo>
                  <a:cubicBezTo>
                    <a:pt x="3009" y="608"/>
                    <a:pt x="3030" y="605"/>
                    <a:pt x="3053" y="597"/>
                  </a:cubicBezTo>
                  <a:lnTo>
                    <a:pt x="3053" y="597"/>
                  </a:lnTo>
                  <a:cubicBezTo>
                    <a:pt x="3350" y="973"/>
                    <a:pt x="3310" y="1178"/>
                    <a:pt x="2940" y="1215"/>
                  </a:cubicBezTo>
                  <a:cubicBezTo>
                    <a:pt x="2849" y="1246"/>
                    <a:pt x="2760" y="1269"/>
                    <a:pt x="2668" y="1290"/>
                  </a:cubicBezTo>
                  <a:cubicBezTo>
                    <a:pt x="2453" y="1345"/>
                    <a:pt x="2236" y="1382"/>
                    <a:pt x="2019" y="1430"/>
                  </a:cubicBezTo>
                  <a:cubicBezTo>
                    <a:pt x="1726" y="1496"/>
                    <a:pt x="1429" y="1569"/>
                    <a:pt x="1154" y="1700"/>
                  </a:cubicBezTo>
                  <a:cubicBezTo>
                    <a:pt x="661" y="1928"/>
                    <a:pt x="249" y="2326"/>
                    <a:pt x="158" y="2880"/>
                  </a:cubicBezTo>
                  <a:cubicBezTo>
                    <a:pt x="1" y="3862"/>
                    <a:pt x="887" y="4237"/>
                    <a:pt x="1709" y="4237"/>
                  </a:cubicBezTo>
                  <a:cubicBezTo>
                    <a:pt x="1906" y="4237"/>
                    <a:pt x="2100" y="4215"/>
                    <a:pt x="2274" y="4175"/>
                  </a:cubicBezTo>
                  <a:cubicBezTo>
                    <a:pt x="3704" y="3848"/>
                    <a:pt x="4429" y="2709"/>
                    <a:pt x="5206" y="1581"/>
                  </a:cubicBezTo>
                  <a:cubicBezTo>
                    <a:pt x="5299" y="1446"/>
                    <a:pt x="5547" y="1052"/>
                    <a:pt x="5798" y="1052"/>
                  </a:cubicBezTo>
                  <a:cubicBezTo>
                    <a:pt x="5914" y="1052"/>
                    <a:pt x="6030" y="1136"/>
                    <a:pt x="6131" y="1368"/>
                  </a:cubicBezTo>
                  <a:cubicBezTo>
                    <a:pt x="6242" y="1616"/>
                    <a:pt x="6015" y="1880"/>
                    <a:pt x="5916" y="2084"/>
                  </a:cubicBezTo>
                  <a:cubicBezTo>
                    <a:pt x="5811" y="2298"/>
                    <a:pt x="5761" y="2510"/>
                    <a:pt x="5810" y="2748"/>
                  </a:cubicBezTo>
                  <a:cubicBezTo>
                    <a:pt x="5873" y="3064"/>
                    <a:pt x="6080" y="3291"/>
                    <a:pt x="6355" y="3405"/>
                  </a:cubicBezTo>
                  <a:cubicBezTo>
                    <a:pt x="6507" y="3500"/>
                    <a:pt x="6671" y="3543"/>
                    <a:pt x="6835" y="3543"/>
                  </a:cubicBezTo>
                  <a:cubicBezTo>
                    <a:pt x="7108" y="3543"/>
                    <a:pt x="7384" y="3426"/>
                    <a:pt x="7616" y="3237"/>
                  </a:cubicBezTo>
                  <a:cubicBezTo>
                    <a:pt x="7702" y="3149"/>
                    <a:pt x="7789" y="3071"/>
                    <a:pt x="7884" y="2996"/>
                  </a:cubicBezTo>
                  <a:cubicBezTo>
                    <a:pt x="8215" y="3098"/>
                    <a:pt x="8305" y="3285"/>
                    <a:pt x="8155" y="3560"/>
                  </a:cubicBezTo>
                  <a:cubicBezTo>
                    <a:pt x="8080" y="3798"/>
                    <a:pt x="7950" y="3998"/>
                    <a:pt x="7913" y="4248"/>
                  </a:cubicBezTo>
                  <a:cubicBezTo>
                    <a:pt x="7873" y="4508"/>
                    <a:pt x="7921" y="4762"/>
                    <a:pt x="8105" y="4959"/>
                  </a:cubicBezTo>
                  <a:cubicBezTo>
                    <a:pt x="8278" y="5141"/>
                    <a:pt x="8500" y="5221"/>
                    <a:pt x="8727" y="5221"/>
                  </a:cubicBezTo>
                  <a:cubicBezTo>
                    <a:pt x="9007" y="5221"/>
                    <a:pt x="9293" y="5101"/>
                    <a:pt x="9500" y="4905"/>
                  </a:cubicBezTo>
                  <a:cubicBezTo>
                    <a:pt x="10081" y="4360"/>
                    <a:pt x="10020" y="3259"/>
                    <a:pt x="10721" y="2916"/>
                  </a:cubicBezTo>
                  <a:cubicBezTo>
                    <a:pt x="11419" y="3077"/>
                    <a:pt x="11403" y="4387"/>
                    <a:pt x="11535" y="4946"/>
                  </a:cubicBezTo>
                  <a:cubicBezTo>
                    <a:pt x="11657" y="5469"/>
                    <a:pt x="11888" y="5995"/>
                    <a:pt x="12357" y="6294"/>
                  </a:cubicBezTo>
                  <a:cubicBezTo>
                    <a:pt x="12580" y="6436"/>
                    <a:pt x="12802" y="6498"/>
                    <a:pt x="13015" y="6498"/>
                  </a:cubicBezTo>
                  <a:cubicBezTo>
                    <a:pt x="13788" y="6498"/>
                    <a:pt x="14456" y="5691"/>
                    <a:pt x="14694" y="4955"/>
                  </a:cubicBezTo>
                  <a:cubicBezTo>
                    <a:pt x="14849" y="4466"/>
                    <a:pt x="14855" y="3912"/>
                    <a:pt x="14616" y="3450"/>
                  </a:cubicBezTo>
                  <a:cubicBezTo>
                    <a:pt x="14324" y="2884"/>
                    <a:pt x="13393" y="2486"/>
                    <a:pt x="13327" y="1837"/>
                  </a:cubicBezTo>
                  <a:cubicBezTo>
                    <a:pt x="13272" y="1304"/>
                    <a:pt x="13781" y="1480"/>
                    <a:pt x="14113" y="1334"/>
                  </a:cubicBezTo>
                  <a:cubicBezTo>
                    <a:pt x="14283" y="1258"/>
                    <a:pt x="14413" y="1120"/>
                    <a:pt x="14484" y="946"/>
                  </a:cubicBezTo>
                  <a:cubicBezTo>
                    <a:pt x="14618" y="620"/>
                    <a:pt x="14522" y="290"/>
                    <a:pt x="143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1" name="Google Shape;241;p6"/>
            <p:cNvSpPr/>
            <p:nvPr/>
          </p:nvSpPr>
          <p:spPr>
            <a:xfrm>
              <a:off x="-19800" y="1808280"/>
              <a:ext cx="568800" cy="709200"/>
            </a:xfrm>
            <a:custGeom>
              <a:rect b="b" l="l" r="r" t="t"/>
              <a:pathLst>
                <a:path extrusionOk="0" h="14087" w="11297">
                  <a:moveTo>
                    <a:pt x="4544" y="0"/>
                  </a:moveTo>
                  <a:cubicBezTo>
                    <a:pt x="4081" y="0"/>
                    <a:pt x="3633" y="241"/>
                    <a:pt x="3328" y="637"/>
                  </a:cubicBezTo>
                  <a:cubicBezTo>
                    <a:pt x="3052" y="997"/>
                    <a:pt x="2917" y="1443"/>
                    <a:pt x="2848" y="1884"/>
                  </a:cubicBezTo>
                  <a:cubicBezTo>
                    <a:pt x="2757" y="2451"/>
                    <a:pt x="2808" y="3212"/>
                    <a:pt x="2267" y="3471"/>
                  </a:cubicBezTo>
                  <a:cubicBezTo>
                    <a:pt x="1866" y="3255"/>
                    <a:pt x="2210" y="2571"/>
                    <a:pt x="2234" y="2224"/>
                  </a:cubicBezTo>
                  <a:cubicBezTo>
                    <a:pt x="2259" y="1868"/>
                    <a:pt x="2210" y="1478"/>
                    <a:pt x="2067" y="1150"/>
                  </a:cubicBezTo>
                  <a:cubicBezTo>
                    <a:pt x="1887" y="734"/>
                    <a:pt x="1513" y="321"/>
                    <a:pt x="1035" y="321"/>
                  </a:cubicBezTo>
                  <a:cubicBezTo>
                    <a:pt x="1007" y="321"/>
                    <a:pt x="979" y="322"/>
                    <a:pt x="950" y="325"/>
                  </a:cubicBezTo>
                  <a:cubicBezTo>
                    <a:pt x="447" y="377"/>
                    <a:pt x="151" y="849"/>
                    <a:pt x="62" y="1310"/>
                  </a:cubicBezTo>
                  <a:cubicBezTo>
                    <a:pt x="1" y="1620"/>
                    <a:pt x="29" y="1930"/>
                    <a:pt x="114" y="2234"/>
                  </a:cubicBezTo>
                  <a:cubicBezTo>
                    <a:pt x="233" y="2642"/>
                    <a:pt x="497" y="3084"/>
                    <a:pt x="295" y="3489"/>
                  </a:cubicBezTo>
                  <a:lnTo>
                    <a:pt x="562" y="3546"/>
                  </a:lnTo>
                  <a:cubicBezTo>
                    <a:pt x="682" y="3336"/>
                    <a:pt x="708" y="3081"/>
                    <a:pt x="671" y="2830"/>
                  </a:cubicBezTo>
                  <a:cubicBezTo>
                    <a:pt x="614" y="2436"/>
                    <a:pt x="406" y="2092"/>
                    <a:pt x="404" y="1685"/>
                  </a:cubicBezTo>
                  <a:cubicBezTo>
                    <a:pt x="403" y="1286"/>
                    <a:pt x="580" y="723"/>
                    <a:pt x="1027" y="723"/>
                  </a:cubicBezTo>
                  <a:cubicBezTo>
                    <a:pt x="1073" y="723"/>
                    <a:pt x="1122" y="729"/>
                    <a:pt x="1174" y="741"/>
                  </a:cubicBezTo>
                  <a:cubicBezTo>
                    <a:pt x="2075" y="963"/>
                    <a:pt x="1837" y="2262"/>
                    <a:pt x="1724" y="2890"/>
                  </a:cubicBezTo>
                  <a:cubicBezTo>
                    <a:pt x="1674" y="3163"/>
                    <a:pt x="1701" y="3435"/>
                    <a:pt x="1866" y="3627"/>
                  </a:cubicBezTo>
                  <a:cubicBezTo>
                    <a:pt x="1863" y="3654"/>
                    <a:pt x="1871" y="3683"/>
                    <a:pt x="1901" y="3703"/>
                  </a:cubicBezTo>
                  <a:cubicBezTo>
                    <a:pt x="2027" y="3791"/>
                    <a:pt x="2148" y="3829"/>
                    <a:pt x="2262" y="3829"/>
                  </a:cubicBezTo>
                  <a:cubicBezTo>
                    <a:pt x="2734" y="3829"/>
                    <a:pt x="3082" y="3180"/>
                    <a:pt x="3151" y="2744"/>
                  </a:cubicBezTo>
                  <a:cubicBezTo>
                    <a:pt x="3232" y="2229"/>
                    <a:pt x="3233" y="1712"/>
                    <a:pt x="3453" y="1229"/>
                  </a:cubicBezTo>
                  <a:cubicBezTo>
                    <a:pt x="3659" y="776"/>
                    <a:pt x="4076" y="409"/>
                    <a:pt x="4543" y="409"/>
                  </a:cubicBezTo>
                  <a:cubicBezTo>
                    <a:pt x="4702" y="409"/>
                    <a:pt x="4866" y="451"/>
                    <a:pt x="5030" y="547"/>
                  </a:cubicBezTo>
                  <a:cubicBezTo>
                    <a:pt x="5549" y="852"/>
                    <a:pt x="5819" y="1501"/>
                    <a:pt x="5726" y="2088"/>
                  </a:cubicBezTo>
                  <a:cubicBezTo>
                    <a:pt x="5646" y="2581"/>
                    <a:pt x="5349" y="3009"/>
                    <a:pt x="5097" y="3427"/>
                  </a:cubicBezTo>
                  <a:cubicBezTo>
                    <a:pt x="4847" y="3842"/>
                    <a:pt x="4348" y="4626"/>
                    <a:pt x="4639" y="5127"/>
                  </a:cubicBezTo>
                  <a:cubicBezTo>
                    <a:pt x="4690" y="5334"/>
                    <a:pt x="4851" y="5502"/>
                    <a:pt x="5082" y="5592"/>
                  </a:cubicBezTo>
                  <a:cubicBezTo>
                    <a:pt x="5184" y="5632"/>
                    <a:pt x="5285" y="5650"/>
                    <a:pt x="5384" y="5650"/>
                  </a:cubicBezTo>
                  <a:cubicBezTo>
                    <a:pt x="5690" y="5650"/>
                    <a:pt x="5978" y="5481"/>
                    <a:pt x="6209" y="5268"/>
                  </a:cubicBezTo>
                  <a:cubicBezTo>
                    <a:pt x="6736" y="4786"/>
                    <a:pt x="7090" y="4184"/>
                    <a:pt x="7704" y="3788"/>
                  </a:cubicBezTo>
                  <a:cubicBezTo>
                    <a:pt x="8085" y="3544"/>
                    <a:pt x="8532" y="3389"/>
                    <a:pt x="8971" y="3389"/>
                  </a:cubicBezTo>
                  <a:cubicBezTo>
                    <a:pt x="9339" y="3389"/>
                    <a:pt x="9701" y="3499"/>
                    <a:pt x="10011" y="3759"/>
                  </a:cubicBezTo>
                  <a:cubicBezTo>
                    <a:pt x="11262" y="4807"/>
                    <a:pt x="10412" y="6680"/>
                    <a:pt x="8897" y="6680"/>
                  </a:cubicBezTo>
                  <a:cubicBezTo>
                    <a:pt x="8847" y="6680"/>
                    <a:pt x="8797" y="6678"/>
                    <a:pt x="8746" y="6674"/>
                  </a:cubicBezTo>
                  <a:cubicBezTo>
                    <a:pt x="8529" y="6657"/>
                    <a:pt x="8301" y="6626"/>
                    <a:pt x="8078" y="6626"/>
                  </a:cubicBezTo>
                  <a:cubicBezTo>
                    <a:pt x="7792" y="6626"/>
                    <a:pt x="7515" y="6677"/>
                    <a:pt x="7283" y="6875"/>
                  </a:cubicBezTo>
                  <a:cubicBezTo>
                    <a:pt x="6952" y="7155"/>
                    <a:pt x="6899" y="7607"/>
                    <a:pt x="7191" y="7932"/>
                  </a:cubicBezTo>
                  <a:cubicBezTo>
                    <a:pt x="7219" y="7962"/>
                    <a:pt x="7251" y="7976"/>
                    <a:pt x="7283" y="7982"/>
                  </a:cubicBezTo>
                  <a:cubicBezTo>
                    <a:pt x="7657" y="8395"/>
                    <a:pt x="8628" y="8266"/>
                    <a:pt x="8807" y="8911"/>
                  </a:cubicBezTo>
                  <a:cubicBezTo>
                    <a:pt x="8957" y="9454"/>
                    <a:pt x="8135" y="9324"/>
                    <a:pt x="7873" y="9576"/>
                  </a:cubicBezTo>
                  <a:cubicBezTo>
                    <a:pt x="7724" y="9717"/>
                    <a:pt x="7688" y="9875"/>
                    <a:pt x="7754" y="10029"/>
                  </a:cubicBezTo>
                  <a:cubicBezTo>
                    <a:pt x="7378" y="10503"/>
                    <a:pt x="8303" y="11045"/>
                    <a:pt x="8666" y="11232"/>
                  </a:cubicBezTo>
                  <a:cubicBezTo>
                    <a:pt x="9185" y="11497"/>
                    <a:pt x="9735" y="11733"/>
                    <a:pt x="10151" y="12155"/>
                  </a:cubicBezTo>
                  <a:cubicBezTo>
                    <a:pt x="10355" y="12362"/>
                    <a:pt x="10626" y="12702"/>
                    <a:pt x="10630" y="13014"/>
                  </a:cubicBezTo>
                  <a:cubicBezTo>
                    <a:pt x="10640" y="13499"/>
                    <a:pt x="10285" y="13667"/>
                    <a:pt x="9885" y="13667"/>
                  </a:cubicBezTo>
                  <a:cubicBezTo>
                    <a:pt x="9806" y="13667"/>
                    <a:pt x="9725" y="13660"/>
                    <a:pt x="9645" y="13649"/>
                  </a:cubicBezTo>
                  <a:cubicBezTo>
                    <a:pt x="9025" y="13552"/>
                    <a:pt x="8516" y="13174"/>
                    <a:pt x="8006" y="12834"/>
                  </a:cubicBezTo>
                  <a:cubicBezTo>
                    <a:pt x="7741" y="12658"/>
                    <a:pt x="7333" y="12308"/>
                    <a:pt x="6975" y="12308"/>
                  </a:cubicBezTo>
                  <a:cubicBezTo>
                    <a:pt x="6943" y="12308"/>
                    <a:pt x="6913" y="12311"/>
                    <a:pt x="6882" y="12316"/>
                  </a:cubicBezTo>
                  <a:cubicBezTo>
                    <a:pt x="6300" y="12426"/>
                    <a:pt x="6256" y="13214"/>
                    <a:pt x="6585" y="13609"/>
                  </a:cubicBezTo>
                  <a:cubicBezTo>
                    <a:pt x="6610" y="13660"/>
                    <a:pt x="6637" y="13715"/>
                    <a:pt x="6662" y="13772"/>
                  </a:cubicBezTo>
                  <a:lnTo>
                    <a:pt x="6971" y="13734"/>
                  </a:lnTo>
                  <a:cubicBezTo>
                    <a:pt x="7012" y="13691"/>
                    <a:pt x="7027" y="13629"/>
                    <a:pt x="6984" y="13568"/>
                  </a:cubicBezTo>
                  <a:cubicBezTo>
                    <a:pt x="6868" y="13408"/>
                    <a:pt x="6658" y="13029"/>
                    <a:pt x="6838" y="12852"/>
                  </a:cubicBezTo>
                  <a:cubicBezTo>
                    <a:pt x="6883" y="12808"/>
                    <a:pt x="6940" y="12790"/>
                    <a:pt x="7003" y="12790"/>
                  </a:cubicBezTo>
                  <a:cubicBezTo>
                    <a:pt x="7245" y="12790"/>
                    <a:pt x="7584" y="13057"/>
                    <a:pt x="7721" y="13147"/>
                  </a:cubicBezTo>
                  <a:cubicBezTo>
                    <a:pt x="8094" y="13392"/>
                    <a:pt x="8455" y="13658"/>
                    <a:pt x="8866" y="13843"/>
                  </a:cubicBezTo>
                  <a:cubicBezTo>
                    <a:pt x="9162" y="13974"/>
                    <a:pt x="9558" y="14086"/>
                    <a:pt x="9936" y="14086"/>
                  </a:cubicBezTo>
                  <a:cubicBezTo>
                    <a:pt x="10308" y="14086"/>
                    <a:pt x="10662" y="13979"/>
                    <a:pt x="10888" y="13677"/>
                  </a:cubicBezTo>
                  <a:cubicBezTo>
                    <a:pt x="11296" y="13127"/>
                    <a:pt x="10881" y="12352"/>
                    <a:pt x="10482" y="11930"/>
                  </a:cubicBezTo>
                  <a:cubicBezTo>
                    <a:pt x="10211" y="11643"/>
                    <a:pt x="9872" y="11424"/>
                    <a:pt x="9524" y="11234"/>
                  </a:cubicBezTo>
                  <a:cubicBezTo>
                    <a:pt x="9395" y="11164"/>
                    <a:pt x="7961" y="10556"/>
                    <a:pt x="8029" y="10179"/>
                  </a:cubicBezTo>
                  <a:cubicBezTo>
                    <a:pt x="8074" y="10153"/>
                    <a:pt x="8108" y="10107"/>
                    <a:pt x="8114" y="10056"/>
                  </a:cubicBezTo>
                  <a:cubicBezTo>
                    <a:pt x="8131" y="10029"/>
                    <a:pt x="8136" y="10000"/>
                    <a:pt x="8129" y="9971"/>
                  </a:cubicBezTo>
                  <a:cubicBezTo>
                    <a:pt x="8268" y="9883"/>
                    <a:pt x="8937" y="9662"/>
                    <a:pt x="9036" y="9546"/>
                  </a:cubicBezTo>
                  <a:cubicBezTo>
                    <a:pt x="9193" y="9363"/>
                    <a:pt x="9240" y="9095"/>
                    <a:pt x="9191" y="8866"/>
                  </a:cubicBezTo>
                  <a:cubicBezTo>
                    <a:pt x="9130" y="8578"/>
                    <a:pt x="8921" y="8357"/>
                    <a:pt x="8673" y="8211"/>
                  </a:cubicBezTo>
                  <a:cubicBezTo>
                    <a:pt x="8391" y="8047"/>
                    <a:pt x="7796" y="8010"/>
                    <a:pt x="7476" y="7782"/>
                  </a:cubicBezTo>
                  <a:cubicBezTo>
                    <a:pt x="7473" y="7762"/>
                    <a:pt x="7467" y="7743"/>
                    <a:pt x="7456" y="7725"/>
                  </a:cubicBezTo>
                  <a:cubicBezTo>
                    <a:pt x="7163" y="7215"/>
                    <a:pt x="7724" y="7046"/>
                    <a:pt x="8013" y="7031"/>
                  </a:cubicBezTo>
                  <a:cubicBezTo>
                    <a:pt x="8038" y="7029"/>
                    <a:pt x="8062" y="7028"/>
                    <a:pt x="8087" y="7028"/>
                  </a:cubicBezTo>
                  <a:cubicBezTo>
                    <a:pt x="8222" y="7028"/>
                    <a:pt x="8358" y="7049"/>
                    <a:pt x="8491" y="7062"/>
                  </a:cubicBezTo>
                  <a:cubicBezTo>
                    <a:pt x="8667" y="7080"/>
                    <a:pt x="8840" y="7100"/>
                    <a:pt x="9014" y="7100"/>
                  </a:cubicBezTo>
                  <a:cubicBezTo>
                    <a:pt x="9111" y="7100"/>
                    <a:pt x="9209" y="7094"/>
                    <a:pt x="9307" y="7077"/>
                  </a:cubicBezTo>
                  <a:cubicBezTo>
                    <a:pt x="9777" y="6999"/>
                    <a:pt x="10211" y="6749"/>
                    <a:pt x="10528" y="6400"/>
                  </a:cubicBezTo>
                  <a:cubicBezTo>
                    <a:pt x="11183" y="5679"/>
                    <a:pt x="11231" y="4631"/>
                    <a:pt x="10669" y="3844"/>
                  </a:cubicBezTo>
                  <a:cubicBezTo>
                    <a:pt x="10247" y="3252"/>
                    <a:pt x="9617" y="2968"/>
                    <a:pt x="8953" y="2968"/>
                  </a:cubicBezTo>
                  <a:cubicBezTo>
                    <a:pt x="8634" y="2968"/>
                    <a:pt x="8308" y="3034"/>
                    <a:pt x="7993" y="3162"/>
                  </a:cubicBezTo>
                  <a:cubicBezTo>
                    <a:pt x="7484" y="3369"/>
                    <a:pt x="7045" y="3723"/>
                    <a:pt x="6670" y="4118"/>
                  </a:cubicBezTo>
                  <a:cubicBezTo>
                    <a:pt x="6446" y="4357"/>
                    <a:pt x="6256" y="4629"/>
                    <a:pt x="6030" y="4867"/>
                  </a:cubicBezTo>
                  <a:cubicBezTo>
                    <a:pt x="5883" y="5021"/>
                    <a:pt x="5712" y="5198"/>
                    <a:pt x="5496" y="5248"/>
                  </a:cubicBezTo>
                  <a:cubicBezTo>
                    <a:pt x="5453" y="5258"/>
                    <a:pt x="5408" y="5263"/>
                    <a:pt x="5362" y="5263"/>
                  </a:cubicBezTo>
                  <a:cubicBezTo>
                    <a:pt x="5270" y="5263"/>
                    <a:pt x="5175" y="5243"/>
                    <a:pt x="5089" y="5204"/>
                  </a:cubicBezTo>
                  <a:cubicBezTo>
                    <a:pt x="5095" y="5156"/>
                    <a:pt x="5084" y="5105"/>
                    <a:pt x="5046" y="5055"/>
                  </a:cubicBezTo>
                  <a:cubicBezTo>
                    <a:pt x="4705" y="4630"/>
                    <a:pt x="5354" y="3800"/>
                    <a:pt x="5576" y="3433"/>
                  </a:cubicBezTo>
                  <a:cubicBezTo>
                    <a:pt x="5795" y="3070"/>
                    <a:pt x="6015" y="2690"/>
                    <a:pt x="6106" y="2271"/>
                  </a:cubicBezTo>
                  <a:cubicBezTo>
                    <a:pt x="6277" y="1480"/>
                    <a:pt x="5944" y="611"/>
                    <a:pt x="5235" y="193"/>
                  </a:cubicBezTo>
                  <a:cubicBezTo>
                    <a:pt x="5012" y="61"/>
                    <a:pt x="4776" y="0"/>
                    <a:pt x="45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2" name="Google Shape;242;p6"/>
            <p:cNvSpPr/>
            <p:nvPr/>
          </p:nvSpPr>
          <p:spPr>
            <a:xfrm>
              <a:off x="-386640" y="1828800"/>
              <a:ext cx="933840" cy="977760"/>
            </a:xfrm>
            <a:custGeom>
              <a:rect b="b" l="l" r="r" t="t"/>
              <a:pathLst>
                <a:path extrusionOk="0" h="19417" w="18545">
                  <a:moveTo>
                    <a:pt x="11500" y="583"/>
                  </a:moveTo>
                  <a:cubicBezTo>
                    <a:pt x="11615" y="583"/>
                    <a:pt x="11703" y="688"/>
                    <a:pt x="11705" y="797"/>
                  </a:cubicBezTo>
                  <a:lnTo>
                    <a:pt x="11710" y="868"/>
                  </a:lnTo>
                  <a:cubicBezTo>
                    <a:pt x="11715" y="988"/>
                    <a:pt x="11606" y="1079"/>
                    <a:pt x="11493" y="1084"/>
                  </a:cubicBezTo>
                  <a:cubicBezTo>
                    <a:pt x="11491" y="1084"/>
                    <a:pt x="11488" y="1085"/>
                    <a:pt x="11486" y="1085"/>
                  </a:cubicBezTo>
                  <a:cubicBezTo>
                    <a:pt x="11375" y="1085"/>
                    <a:pt x="11272" y="979"/>
                    <a:pt x="11273" y="868"/>
                  </a:cubicBezTo>
                  <a:lnTo>
                    <a:pt x="11277" y="797"/>
                  </a:lnTo>
                  <a:cubicBezTo>
                    <a:pt x="11283" y="676"/>
                    <a:pt x="11372" y="590"/>
                    <a:pt x="11491" y="583"/>
                  </a:cubicBezTo>
                  <a:cubicBezTo>
                    <a:pt x="11494" y="583"/>
                    <a:pt x="11497" y="583"/>
                    <a:pt x="11500" y="583"/>
                  </a:cubicBezTo>
                  <a:close/>
                  <a:moveTo>
                    <a:pt x="12330" y="1151"/>
                  </a:moveTo>
                  <a:cubicBezTo>
                    <a:pt x="12506" y="1151"/>
                    <a:pt x="12505" y="1422"/>
                    <a:pt x="12330" y="1422"/>
                  </a:cubicBezTo>
                  <a:cubicBezTo>
                    <a:pt x="12156" y="1422"/>
                    <a:pt x="12157" y="1151"/>
                    <a:pt x="12330" y="1151"/>
                  </a:cubicBezTo>
                  <a:close/>
                  <a:moveTo>
                    <a:pt x="8140" y="1230"/>
                  </a:moveTo>
                  <a:cubicBezTo>
                    <a:pt x="8140" y="1230"/>
                    <a:pt x="8141" y="1230"/>
                    <a:pt x="8141" y="1230"/>
                  </a:cubicBezTo>
                  <a:cubicBezTo>
                    <a:pt x="8304" y="1230"/>
                    <a:pt x="8304" y="1483"/>
                    <a:pt x="8141" y="1483"/>
                  </a:cubicBezTo>
                  <a:cubicBezTo>
                    <a:pt x="7979" y="1483"/>
                    <a:pt x="7978" y="1230"/>
                    <a:pt x="8140" y="1230"/>
                  </a:cubicBezTo>
                  <a:close/>
                  <a:moveTo>
                    <a:pt x="8562" y="1789"/>
                  </a:moveTo>
                  <a:cubicBezTo>
                    <a:pt x="8725" y="1789"/>
                    <a:pt x="8725" y="2041"/>
                    <a:pt x="8562" y="2041"/>
                  </a:cubicBezTo>
                  <a:cubicBezTo>
                    <a:pt x="8399" y="2041"/>
                    <a:pt x="8399" y="1789"/>
                    <a:pt x="8562" y="1789"/>
                  </a:cubicBezTo>
                  <a:close/>
                  <a:moveTo>
                    <a:pt x="11436" y="1710"/>
                  </a:moveTo>
                  <a:cubicBezTo>
                    <a:pt x="11676" y="1710"/>
                    <a:pt x="11674" y="2121"/>
                    <a:pt x="11435" y="2121"/>
                  </a:cubicBezTo>
                  <a:cubicBezTo>
                    <a:pt x="11415" y="2121"/>
                    <a:pt x="11393" y="2118"/>
                    <a:pt x="11370" y="2112"/>
                  </a:cubicBezTo>
                  <a:cubicBezTo>
                    <a:pt x="11355" y="2108"/>
                    <a:pt x="11343" y="2102"/>
                    <a:pt x="11328" y="2100"/>
                  </a:cubicBezTo>
                  <a:cubicBezTo>
                    <a:pt x="11146" y="2051"/>
                    <a:pt x="11146" y="1780"/>
                    <a:pt x="11328" y="1731"/>
                  </a:cubicBezTo>
                  <a:cubicBezTo>
                    <a:pt x="11343" y="1726"/>
                    <a:pt x="11355" y="1724"/>
                    <a:pt x="11370" y="1719"/>
                  </a:cubicBezTo>
                  <a:cubicBezTo>
                    <a:pt x="11393" y="1713"/>
                    <a:pt x="11415" y="1710"/>
                    <a:pt x="11436" y="1710"/>
                  </a:cubicBezTo>
                  <a:close/>
                  <a:moveTo>
                    <a:pt x="11561" y="2914"/>
                  </a:moveTo>
                  <a:cubicBezTo>
                    <a:pt x="11561" y="2914"/>
                    <a:pt x="11562" y="2914"/>
                    <a:pt x="11562" y="2914"/>
                  </a:cubicBezTo>
                  <a:cubicBezTo>
                    <a:pt x="11715" y="2914"/>
                    <a:pt x="11715" y="3151"/>
                    <a:pt x="11562" y="3151"/>
                  </a:cubicBezTo>
                  <a:cubicBezTo>
                    <a:pt x="11410" y="3151"/>
                    <a:pt x="11409" y="2914"/>
                    <a:pt x="11561" y="2914"/>
                  </a:cubicBezTo>
                  <a:close/>
                  <a:moveTo>
                    <a:pt x="8351" y="3105"/>
                  </a:moveTo>
                  <a:cubicBezTo>
                    <a:pt x="8527" y="3105"/>
                    <a:pt x="8527" y="3377"/>
                    <a:pt x="8351" y="3377"/>
                  </a:cubicBezTo>
                  <a:cubicBezTo>
                    <a:pt x="8175" y="3377"/>
                    <a:pt x="8177" y="3105"/>
                    <a:pt x="8351" y="3105"/>
                  </a:cubicBezTo>
                  <a:close/>
                  <a:moveTo>
                    <a:pt x="16379" y="3305"/>
                  </a:moveTo>
                  <a:cubicBezTo>
                    <a:pt x="16380" y="3305"/>
                    <a:pt x="16380" y="3305"/>
                    <a:pt x="16380" y="3305"/>
                  </a:cubicBezTo>
                  <a:cubicBezTo>
                    <a:pt x="16658" y="3305"/>
                    <a:pt x="16658" y="3737"/>
                    <a:pt x="16380" y="3737"/>
                  </a:cubicBezTo>
                  <a:cubicBezTo>
                    <a:pt x="16102" y="3737"/>
                    <a:pt x="16103" y="3305"/>
                    <a:pt x="16379" y="3305"/>
                  </a:cubicBezTo>
                  <a:close/>
                  <a:moveTo>
                    <a:pt x="10515" y="3709"/>
                  </a:moveTo>
                  <a:cubicBezTo>
                    <a:pt x="10723" y="3709"/>
                    <a:pt x="10723" y="4029"/>
                    <a:pt x="10515" y="4029"/>
                  </a:cubicBezTo>
                  <a:cubicBezTo>
                    <a:pt x="10308" y="4029"/>
                    <a:pt x="10308" y="3709"/>
                    <a:pt x="10515" y="3709"/>
                  </a:cubicBezTo>
                  <a:close/>
                  <a:moveTo>
                    <a:pt x="7096" y="3912"/>
                  </a:moveTo>
                  <a:cubicBezTo>
                    <a:pt x="7311" y="3912"/>
                    <a:pt x="7311" y="4247"/>
                    <a:pt x="7096" y="4247"/>
                  </a:cubicBezTo>
                  <a:cubicBezTo>
                    <a:pt x="6879" y="4247"/>
                    <a:pt x="6879" y="3912"/>
                    <a:pt x="7096" y="3912"/>
                  </a:cubicBezTo>
                  <a:close/>
                  <a:moveTo>
                    <a:pt x="9198" y="3933"/>
                  </a:moveTo>
                  <a:cubicBezTo>
                    <a:pt x="9315" y="3933"/>
                    <a:pt x="9396" y="4039"/>
                    <a:pt x="9405" y="4148"/>
                  </a:cubicBezTo>
                  <a:lnTo>
                    <a:pt x="9410" y="4219"/>
                  </a:lnTo>
                  <a:cubicBezTo>
                    <a:pt x="9421" y="4341"/>
                    <a:pt x="9301" y="4436"/>
                    <a:pt x="9189" y="4440"/>
                  </a:cubicBezTo>
                  <a:cubicBezTo>
                    <a:pt x="9186" y="4440"/>
                    <a:pt x="9183" y="4440"/>
                    <a:pt x="9180" y="4440"/>
                  </a:cubicBezTo>
                  <a:cubicBezTo>
                    <a:pt x="9070" y="4440"/>
                    <a:pt x="8959" y="4331"/>
                    <a:pt x="8968" y="4219"/>
                  </a:cubicBezTo>
                  <a:lnTo>
                    <a:pt x="8973" y="4148"/>
                  </a:lnTo>
                  <a:cubicBezTo>
                    <a:pt x="8983" y="4028"/>
                    <a:pt x="9065" y="3937"/>
                    <a:pt x="9189" y="3933"/>
                  </a:cubicBezTo>
                  <a:cubicBezTo>
                    <a:pt x="9192" y="3933"/>
                    <a:pt x="9195" y="3933"/>
                    <a:pt x="9198" y="3933"/>
                  </a:cubicBezTo>
                  <a:close/>
                  <a:moveTo>
                    <a:pt x="14844" y="4089"/>
                  </a:moveTo>
                  <a:cubicBezTo>
                    <a:pt x="15104" y="4089"/>
                    <a:pt x="15104" y="4488"/>
                    <a:pt x="14844" y="4488"/>
                  </a:cubicBezTo>
                  <a:cubicBezTo>
                    <a:pt x="14586" y="4488"/>
                    <a:pt x="14586" y="4089"/>
                    <a:pt x="14844" y="4089"/>
                  </a:cubicBezTo>
                  <a:close/>
                  <a:moveTo>
                    <a:pt x="8071" y="4288"/>
                  </a:moveTo>
                  <a:cubicBezTo>
                    <a:pt x="8253" y="4288"/>
                    <a:pt x="8252" y="4568"/>
                    <a:pt x="8071" y="4568"/>
                  </a:cubicBezTo>
                  <a:cubicBezTo>
                    <a:pt x="7891" y="4568"/>
                    <a:pt x="7891" y="4288"/>
                    <a:pt x="8071" y="4288"/>
                  </a:cubicBezTo>
                  <a:close/>
                  <a:moveTo>
                    <a:pt x="3952" y="4896"/>
                  </a:moveTo>
                  <a:cubicBezTo>
                    <a:pt x="4159" y="4896"/>
                    <a:pt x="4159" y="5218"/>
                    <a:pt x="3952" y="5218"/>
                  </a:cubicBezTo>
                  <a:cubicBezTo>
                    <a:pt x="3745" y="5218"/>
                    <a:pt x="3745" y="4896"/>
                    <a:pt x="3952" y="4896"/>
                  </a:cubicBezTo>
                  <a:close/>
                  <a:moveTo>
                    <a:pt x="16667" y="4762"/>
                  </a:moveTo>
                  <a:cubicBezTo>
                    <a:pt x="16780" y="4762"/>
                    <a:pt x="16895" y="4872"/>
                    <a:pt x="16885" y="4986"/>
                  </a:cubicBezTo>
                  <a:lnTo>
                    <a:pt x="16878" y="5057"/>
                  </a:lnTo>
                  <a:cubicBezTo>
                    <a:pt x="16869" y="5181"/>
                    <a:pt x="16786" y="5271"/>
                    <a:pt x="16658" y="5276"/>
                  </a:cubicBezTo>
                  <a:cubicBezTo>
                    <a:pt x="16655" y="5276"/>
                    <a:pt x="16652" y="5276"/>
                    <a:pt x="16649" y="5276"/>
                  </a:cubicBezTo>
                  <a:cubicBezTo>
                    <a:pt x="16531" y="5276"/>
                    <a:pt x="16448" y="5167"/>
                    <a:pt x="16439" y="5057"/>
                  </a:cubicBezTo>
                  <a:lnTo>
                    <a:pt x="16434" y="4986"/>
                  </a:lnTo>
                  <a:cubicBezTo>
                    <a:pt x="16423" y="4861"/>
                    <a:pt x="16545" y="4766"/>
                    <a:pt x="16658" y="4762"/>
                  </a:cubicBezTo>
                  <a:cubicBezTo>
                    <a:pt x="16661" y="4762"/>
                    <a:pt x="16664" y="4762"/>
                    <a:pt x="16667" y="4762"/>
                  </a:cubicBezTo>
                  <a:close/>
                  <a:moveTo>
                    <a:pt x="11008" y="4686"/>
                  </a:moveTo>
                  <a:cubicBezTo>
                    <a:pt x="11109" y="4686"/>
                    <a:pt x="11199" y="4761"/>
                    <a:pt x="11229" y="4855"/>
                  </a:cubicBezTo>
                  <a:cubicBezTo>
                    <a:pt x="11252" y="4925"/>
                    <a:pt x="11276" y="4996"/>
                    <a:pt x="11299" y="5064"/>
                  </a:cubicBezTo>
                  <a:cubicBezTo>
                    <a:pt x="11337" y="5184"/>
                    <a:pt x="11252" y="5307"/>
                    <a:pt x="11141" y="5343"/>
                  </a:cubicBezTo>
                  <a:cubicBezTo>
                    <a:pt x="11121" y="5349"/>
                    <a:pt x="11100" y="5352"/>
                    <a:pt x="11080" y="5352"/>
                  </a:cubicBezTo>
                  <a:cubicBezTo>
                    <a:pt x="10980" y="5352"/>
                    <a:pt x="10894" y="5278"/>
                    <a:pt x="10862" y="5187"/>
                  </a:cubicBezTo>
                  <a:lnTo>
                    <a:pt x="10789" y="4979"/>
                  </a:lnTo>
                  <a:cubicBezTo>
                    <a:pt x="10745" y="4857"/>
                    <a:pt x="10837" y="4733"/>
                    <a:pt x="10947" y="4695"/>
                  </a:cubicBezTo>
                  <a:cubicBezTo>
                    <a:pt x="10968" y="4689"/>
                    <a:pt x="10988" y="4686"/>
                    <a:pt x="11008" y="4686"/>
                  </a:cubicBezTo>
                  <a:close/>
                  <a:moveTo>
                    <a:pt x="9546" y="4912"/>
                  </a:moveTo>
                  <a:cubicBezTo>
                    <a:pt x="9653" y="4912"/>
                    <a:pt x="9761" y="5017"/>
                    <a:pt x="9753" y="5126"/>
                  </a:cubicBezTo>
                  <a:lnTo>
                    <a:pt x="9747" y="5195"/>
                  </a:lnTo>
                  <a:cubicBezTo>
                    <a:pt x="9738" y="5312"/>
                    <a:pt x="9658" y="5400"/>
                    <a:pt x="9537" y="5404"/>
                  </a:cubicBezTo>
                  <a:cubicBezTo>
                    <a:pt x="9534" y="5404"/>
                    <a:pt x="9531" y="5404"/>
                    <a:pt x="9528" y="5404"/>
                  </a:cubicBezTo>
                  <a:cubicBezTo>
                    <a:pt x="9415" y="5404"/>
                    <a:pt x="9337" y="5300"/>
                    <a:pt x="9329" y="5195"/>
                  </a:cubicBezTo>
                  <a:lnTo>
                    <a:pt x="9323" y="5126"/>
                  </a:lnTo>
                  <a:cubicBezTo>
                    <a:pt x="9315" y="5006"/>
                    <a:pt x="9430" y="4918"/>
                    <a:pt x="9537" y="4912"/>
                  </a:cubicBezTo>
                  <a:cubicBezTo>
                    <a:pt x="9540" y="4912"/>
                    <a:pt x="9543" y="4912"/>
                    <a:pt x="9546" y="4912"/>
                  </a:cubicBezTo>
                  <a:close/>
                  <a:moveTo>
                    <a:pt x="7096" y="5259"/>
                  </a:moveTo>
                  <a:cubicBezTo>
                    <a:pt x="7284" y="5259"/>
                    <a:pt x="7284" y="5553"/>
                    <a:pt x="7096" y="5553"/>
                  </a:cubicBezTo>
                  <a:cubicBezTo>
                    <a:pt x="6906" y="5553"/>
                    <a:pt x="6906" y="5259"/>
                    <a:pt x="7096" y="5259"/>
                  </a:cubicBezTo>
                  <a:close/>
                  <a:moveTo>
                    <a:pt x="15543" y="5329"/>
                  </a:moveTo>
                  <a:cubicBezTo>
                    <a:pt x="15822" y="5329"/>
                    <a:pt x="15822" y="5762"/>
                    <a:pt x="15543" y="5762"/>
                  </a:cubicBezTo>
                  <a:cubicBezTo>
                    <a:pt x="15261" y="5762"/>
                    <a:pt x="15262" y="5329"/>
                    <a:pt x="15543" y="5329"/>
                  </a:cubicBezTo>
                  <a:close/>
                  <a:moveTo>
                    <a:pt x="13728" y="5451"/>
                  </a:moveTo>
                  <a:cubicBezTo>
                    <a:pt x="13937" y="5451"/>
                    <a:pt x="13937" y="5778"/>
                    <a:pt x="13728" y="5778"/>
                  </a:cubicBezTo>
                  <a:cubicBezTo>
                    <a:pt x="13516" y="5778"/>
                    <a:pt x="13516" y="5451"/>
                    <a:pt x="13728" y="5451"/>
                  </a:cubicBezTo>
                  <a:close/>
                  <a:moveTo>
                    <a:pt x="11913" y="5417"/>
                  </a:moveTo>
                  <a:cubicBezTo>
                    <a:pt x="11961" y="5417"/>
                    <a:pt x="12009" y="5435"/>
                    <a:pt x="12051" y="5473"/>
                  </a:cubicBezTo>
                  <a:cubicBezTo>
                    <a:pt x="12135" y="5550"/>
                    <a:pt x="12118" y="5676"/>
                    <a:pt x="12051" y="5755"/>
                  </a:cubicBezTo>
                  <a:cubicBezTo>
                    <a:pt x="12031" y="5782"/>
                    <a:pt x="12010" y="5806"/>
                    <a:pt x="11987" y="5832"/>
                  </a:cubicBezTo>
                  <a:cubicBezTo>
                    <a:pt x="11953" y="5873"/>
                    <a:pt x="11902" y="5891"/>
                    <a:pt x="11851" y="5891"/>
                  </a:cubicBezTo>
                  <a:cubicBezTo>
                    <a:pt x="11794" y="5891"/>
                    <a:pt x="11736" y="5869"/>
                    <a:pt x="11695" y="5832"/>
                  </a:cubicBezTo>
                  <a:cubicBezTo>
                    <a:pt x="11618" y="5758"/>
                    <a:pt x="11612" y="5608"/>
                    <a:pt x="11695" y="5537"/>
                  </a:cubicBezTo>
                  <a:cubicBezTo>
                    <a:pt x="11722" y="5516"/>
                    <a:pt x="11747" y="5494"/>
                    <a:pt x="11772" y="5473"/>
                  </a:cubicBezTo>
                  <a:cubicBezTo>
                    <a:pt x="11814" y="5436"/>
                    <a:pt x="11863" y="5417"/>
                    <a:pt x="11913" y="5417"/>
                  </a:cubicBezTo>
                  <a:close/>
                  <a:moveTo>
                    <a:pt x="5766" y="5672"/>
                  </a:moveTo>
                  <a:cubicBezTo>
                    <a:pt x="5767" y="5672"/>
                    <a:pt x="5767" y="5672"/>
                    <a:pt x="5768" y="5672"/>
                  </a:cubicBezTo>
                  <a:cubicBezTo>
                    <a:pt x="5966" y="5672"/>
                    <a:pt x="5966" y="5978"/>
                    <a:pt x="5768" y="5978"/>
                  </a:cubicBezTo>
                  <a:cubicBezTo>
                    <a:pt x="5570" y="5978"/>
                    <a:pt x="5569" y="5672"/>
                    <a:pt x="5766" y="5672"/>
                  </a:cubicBezTo>
                  <a:close/>
                  <a:moveTo>
                    <a:pt x="4164" y="5932"/>
                  </a:moveTo>
                  <a:cubicBezTo>
                    <a:pt x="4385" y="5932"/>
                    <a:pt x="4385" y="6275"/>
                    <a:pt x="4164" y="6275"/>
                  </a:cubicBezTo>
                  <a:cubicBezTo>
                    <a:pt x="3940" y="6275"/>
                    <a:pt x="3940" y="5932"/>
                    <a:pt x="4164" y="5932"/>
                  </a:cubicBezTo>
                  <a:close/>
                  <a:moveTo>
                    <a:pt x="10534" y="6184"/>
                  </a:moveTo>
                  <a:cubicBezTo>
                    <a:pt x="10551" y="6184"/>
                    <a:pt x="10570" y="6186"/>
                    <a:pt x="10589" y="6189"/>
                  </a:cubicBezTo>
                  <a:cubicBezTo>
                    <a:pt x="10594" y="6190"/>
                    <a:pt x="10604" y="6192"/>
                    <a:pt x="10611" y="6195"/>
                  </a:cubicBezTo>
                  <a:cubicBezTo>
                    <a:pt x="10699" y="6223"/>
                    <a:pt x="10740" y="6294"/>
                    <a:pt x="10753" y="6382"/>
                  </a:cubicBezTo>
                  <a:cubicBezTo>
                    <a:pt x="10763" y="6465"/>
                    <a:pt x="10688" y="6549"/>
                    <a:pt x="10611" y="6569"/>
                  </a:cubicBezTo>
                  <a:cubicBezTo>
                    <a:pt x="10597" y="6570"/>
                    <a:pt x="10587" y="6571"/>
                    <a:pt x="10580" y="6572"/>
                  </a:cubicBezTo>
                  <a:lnTo>
                    <a:pt x="10580" y="6572"/>
                  </a:lnTo>
                  <a:cubicBezTo>
                    <a:pt x="10565" y="6574"/>
                    <a:pt x="10550" y="6576"/>
                    <a:pt x="10535" y="6579"/>
                  </a:cubicBezTo>
                  <a:cubicBezTo>
                    <a:pt x="10533" y="6579"/>
                    <a:pt x="10531" y="6579"/>
                    <a:pt x="10529" y="6579"/>
                  </a:cubicBezTo>
                  <a:cubicBezTo>
                    <a:pt x="10509" y="6579"/>
                    <a:pt x="10489" y="6572"/>
                    <a:pt x="10471" y="6566"/>
                  </a:cubicBezTo>
                  <a:cubicBezTo>
                    <a:pt x="10459" y="6569"/>
                    <a:pt x="10448" y="6570"/>
                    <a:pt x="10437" y="6570"/>
                  </a:cubicBezTo>
                  <a:cubicBezTo>
                    <a:pt x="10429" y="6570"/>
                    <a:pt x="10421" y="6570"/>
                    <a:pt x="10413" y="6569"/>
                  </a:cubicBezTo>
                  <a:cubicBezTo>
                    <a:pt x="10369" y="6556"/>
                    <a:pt x="10319" y="6505"/>
                    <a:pt x="10327" y="6452"/>
                  </a:cubicBezTo>
                  <a:cubicBezTo>
                    <a:pt x="10329" y="6431"/>
                    <a:pt x="10334" y="6413"/>
                    <a:pt x="10336" y="6394"/>
                  </a:cubicBezTo>
                  <a:lnTo>
                    <a:pt x="10336" y="6380"/>
                  </a:lnTo>
                  <a:cubicBezTo>
                    <a:pt x="10335" y="6318"/>
                    <a:pt x="10366" y="6261"/>
                    <a:pt x="10414" y="6224"/>
                  </a:cubicBezTo>
                  <a:cubicBezTo>
                    <a:pt x="10453" y="6195"/>
                    <a:pt x="10491" y="6184"/>
                    <a:pt x="10534" y="6184"/>
                  </a:cubicBezTo>
                  <a:close/>
                  <a:moveTo>
                    <a:pt x="5193" y="6274"/>
                  </a:moveTo>
                  <a:cubicBezTo>
                    <a:pt x="5260" y="6274"/>
                    <a:pt x="5310" y="6365"/>
                    <a:pt x="5255" y="6423"/>
                  </a:cubicBezTo>
                  <a:cubicBezTo>
                    <a:pt x="5249" y="6428"/>
                    <a:pt x="5245" y="6434"/>
                    <a:pt x="5241" y="6438"/>
                  </a:cubicBezTo>
                  <a:cubicBezTo>
                    <a:pt x="5262" y="6426"/>
                    <a:pt x="5286" y="6419"/>
                    <a:pt x="5310" y="6419"/>
                  </a:cubicBezTo>
                  <a:cubicBezTo>
                    <a:pt x="5351" y="6419"/>
                    <a:pt x="5392" y="6438"/>
                    <a:pt x="5416" y="6478"/>
                  </a:cubicBezTo>
                  <a:cubicBezTo>
                    <a:pt x="5524" y="6662"/>
                    <a:pt x="5558" y="6948"/>
                    <a:pt x="5435" y="7135"/>
                  </a:cubicBezTo>
                  <a:cubicBezTo>
                    <a:pt x="5362" y="7247"/>
                    <a:pt x="5225" y="7324"/>
                    <a:pt x="5088" y="7324"/>
                  </a:cubicBezTo>
                  <a:cubicBezTo>
                    <a:pt x="5047" y="7324"/>
                    <a:pt x="5005" y="7316"/>
                    <a:pt x="4966" y="7301"/>
                  </a:cubicBezTo>
                  <a:cubicBezTo>
                    <a:pt x="4759" y="7221"/>
                    <a:pt x="4740" y="6975"/>
                    <a:pt x="4783" y="6784"/>
                  </a:cubicBezTo>
                  <a:cubicBezTo>
                    <a:pt x="4832" y="6570"/>
                    <a:pt x="4961" y="6400"/>
                    <a:pt x="5150" y="6287"/>
                  </a:cubicBezTo>
                  <a:cubicBezTo>
                    <a:pt x="5164" y="6278"/>
                    <a:pt x="5179" y="6274"/>
                    <a:pt x="5193" y="6274"/>
                  </a:cubicBezTo>
                  <a:close/>
                  <a:moveTo>
                    <a:pt x="11214" y="7372"/>
                  </a:moveTo>
                  <a:cubicBezTo>
                    <a:pt x="11378" y="7372"/>
                    <a:pt x="11378" y="7627"/>
                    <a:pt x="11214" y="7627"/>
                  </a:cubicBezTo>
                  <a:cubicBezTo>
                    <a:pt x="11049" y="7627"/>
                    <a:pt x="11049" y="7372"/>
                    <a:pt x="11214" y="7372"/>
                  </a:cubicBezTo>
                  <a:close/>
                  <a:moveTo>
                    <a:pt x="5700" y="7362"/>
                  </a:moveTo>
                  <a:cubicBezTo>
                    <a:pt x="5874" y="7362"/>
                    <a:pt x="5874" y="7636"/>
                    <a:pt x="5700" y="7636"/>
                  </a:cubicBezTo>
                  <a:cubicBezTo>
                    <a:pt x="5523" y="7636"/>
                    <a:pt x="5523" y="7362"/>
                    <a:pt x="5700" y="7362"/>
                  </a:cubicBezTo>
                  <a:close/>
                  <a:moveTo>
                    <a:pt x="12118" y="6850"/>
                  </a:moveTo>
                  <a:cubicBezTo>
                    <a:pt x="12125" y="6850"/>
                    <a:pt x="12134" y="6851"/>
                    <a:pt x="12142" y="6853"/>
                  </a:cubicBezTo>
                  <a:cubicBezTo>
                    <a:pt x="12414" y="6919"/>
                    <a:pt x="12661" y="7238"/>
                    <a:pt x="12665" y="7518"/>
                  </a:cubicBezTo>
                  <a:cubicBezTo>
                    <a:pt x="12667" y="7774"/>
                    <a:pt x="12484" y="7997"/>
                    <a:pt x="12227" y="7997"/>
                  </a:cubicBezTo>
                  <a:cubicBezTo>
                    <a:pt x="12211" y="7997"/>
                    <a:pt x="12194" y="7996"/>
                    <a:pt x="12177" y="7994"/>
                  </a:cubicBezTo>
                  <a:cubicBezTo>
                    <a:pt x="11873" y="7959"/>
                    <a:pt x="11701" y="7664"/>
                    <a:pt x="11701" y="7378"/>
                  </a:cubicBezTo>
                  <a:cubicBezTo>
                    <a:pt x="11701" y="7192"/>
                    <a:pt x="11772" y="6852"/>
                    <a:pt x="11999" y="6852"/>
                  </a:cubicBezTo>
                  <a:cubicBezTo>
                    <a:pt x="12021" y="6852"/>
                    <a:pt x="12044" y="6855"/>
                    <a:pt x="12070" y="6862"/>
                  </a:cubicBezTo>
                  <a:lnTo>
                    <a:pt x="12071" y="6862"/>
                  </a:lnTo>
                  <a:cubicBezTo>
                    <a:pt x="12085" y="6855"/>
                    <a:pt x="12100" y="6850"/>
                    <a:pt x="12118" y="6850"/>
                  </a:cubicBezTo>
                  <a:close/>
                  <a:moveTo>
                    <a:pt x="13518" y="7724"/>
                  </a:moveTo>
                  <a:cubicBezTo>
                    <a:pt x="13770" y="7724"/>
                    <a:pt x="13770" y="8115"/>
                    <a:pt x="13518" y="8115"/>
                  </a:cubicBezTo>
                  <a:cubicBezTo>
                    <a:pt x="13267" y="8115"/>
                    <a:pt x="13267" y="7724"/>
                    <a:pt x="13518" y="7724"/>
                  </a:cubicBezTo>
                  <a:close/>
                  <a:moveTo>
                    <a:pt x="4652" y="7898"/>
                  </a:moveTo>
                  <a:cubicBezTo>
                    <a:pt x="4858" y="7898"/>
                    <a:pt x="4856" y="8217"/>
                    <a:pt x="4652" y="8217"/>
                  </a:cubicBezTo>
                  <a:cubicBezTo>
                    <a:pt x="4447" y="8217"/>
                    <a:pt x="4447" y="7898"/>
                    <a:pt x="4652" y="7898"/>
                  </a:cubicBezTo>
                  <a:close/>
                  <a:moveTo>
                    <a:pt x="14896" y="8201"/>
                  </a:moveTo>
                  <a:cubicBezTo>
                    <a:pt x="15004" y="8201"/>
                    <a:pt x="15099" y="8296"/>
                    <a:pt x="15099" y="8407"/>
                  </a:cubicBezTo>
                  <a:cubicBezTo>
                    <a:pt x="15099" y="8516"/>
                    <a:pt x="15006" y="8611"/>
                    <a:pt x="14900" y="8611"/>
                  </a:cubicBezTo>
                  <a:cubicBezTo>
                    <a:pt x="14881" y="8611"/>
                    <a:pt x="14861" y="8608"/>
                    <a:pt x="14841" y="8601"/>
                  </a:cubicBezTo>
                  <a:lnTo>
                    <a:pt x="14793" y="8585"/>
                  </a:lnTo>
                  <a:cubicBezTo>
                    <a:pt x="14616" y="8527"/>
                    <a:pt x="14616" y="8285"/>
                    <a:pt x="14793" y="8225"/>
                  </a:cubicBezTo>
                  <a:lnTo>
                    <a:pt x="14841" y="8210"/>
                  </a:lnTo>
                  <a:cubicBezTo>
                    <a:pt x="14860" y="8204"/>
                    <a:pt x="14878" y="8201"/>
                    <a:pt x="14896" y="8201"/>
                  </a:cubicBezTo>
                  <a:close/>
                  <a:moveTo>
                    <a:pt x="10936" y="8638"/>
                  </a:moveTo>
                  <a:cubicBezTo>
                    <a:pt x="11088" y="8638"/>
                    <a:pt x="11088" y="8874"/>
                    <a:pt x="10936" y="8874"/>
                  </a:cubicBezTo>
                  <a:cubicBezTo>
                    <a:pt x="10781" y="8874"/>
                    <a:pt x="10781" y="8638"/>
                    <a:pt x="10936" y="8638"/>
                  </a:cubicBezTo>
                  <a:close/>
                  <a:moveTo>
                    <a:pt x="1161" y="8683"/>
                  </a:moveTo>
                  <a:cubicBezTo>
                    <a:pt x="1346" y="8683"/>
                    <a:pt x="1346" y="8971"/>
                    <a:pt x="1161" y="8971"/>
                  </a:cubicBezTo>
                  <a:cubicBezTo>
                    <a:pt x="976" y="8971"/>
                    <a:pt x="976" y="8683"/>
                    <a:pt x="1161" y="8683"/>
                  </a:cubicBezTo>
                  <a:close/>
                  <a:moveTo>
                    <a:pt x="2625" y="8755"/>
                  </a:moveTo>
                  <a:cubicBezTo>
                    <a:pt x="2625" y="8755"/>
                    <a:pt x="2625" y="8755"/>
                    <a:pt x="2626" y="8755"/>
                  </a:cubicBezTo>
                  <a:cubicBezTo>
                    <a:pt x="2809" y="8755"/>
                    <a:pt x="2806" y="9037"/>
                    <a:pt x="2626" y="9037"/>
                  </a:cubicBezTo>
                  <a:cubicBezTo>
                    <a:pt x="2445" y="9037"/>
                    <a:pt x="2445" y="8755"/>
                    <a:pt x="2625" y="8755"/>
                  </a:cubicBezTo>
                  <a:close/>
                  <a:moveTo>
                    <a:pt x="3951" y="8725"/>
                  </a:moveTo>
                  <a:cubicBezTo>
                    <a:pt x="3951" y="8725"/>
                    <a:pt x="3952" y="8725"/>
                    <a:pt x="3952" y="8725"/>
                  </a:cubicBezTo>
                  <a:cubicBezTo>
                    <a:pt x="4173" y="8725"/>
                    <a:pt x="4172" y="9067"/>
                    <a:pt x="3952" y="9067"/>
                  </a:cubicBezTo>
                  <a:cubicBezTo>
                    <a:pt x="3733" y="9067"/>
                    <a:pt x="3733" y="8725"/>
                    <a:pt x="3951" y="8725"/>
                  </a:cubicBezTo>
                  <a:close/>
                  <a:moveTo>
                    <a:pt x="12112" y="8782"/>
                  </a:moveTo>
                  <a:cubicBezTo>
                    <a:pt x="12160" y="8782"/>
                    <a:pt x="12209" y="8799"/>
                    <a:pt x="12251" y="8837"/>
                  </a:cubicBezTo>
                  <a:cubicBezTo>
                    <a:pt x="12318" y="8896"/>
                    <a:pt x="12328" y="9007"/>
                    <a:pt x="12284" y="9081"/>
                  </a:cubicBezTo>
                  <a:cubicBezTo>
                    <a:pt x="12244" y="9147"/>
                    <a:pt x="12174" y="9180"/>
                    <a:pt x="12102" y="9180"/>
                  </a:cubicBezTo>
                  <a:cubicBezTo>
                    <a:pt x="12097" y="9180"/>
                    <a:pt x="12091" y="9179"/>
                    <a:pt x="12085" y="9179"/>
                  </a:cubicBezTo>
                  <a:cubicBezTo>
                    <a:pt x="12075" y="9181"/>
                    <a:pt x="12065" y="9182"/>
                    <a:pt x="12055" y="9182"/>
                  </a:cubicBezTo>
                  <a:cubicBezTo>
                    <a:pt x="11967" y="9182"/>
                    <a:pt x="11889" y="9096"/>
                    <a:pt x="11908" y="9006"/>
                  </a:cubicBezTo>
                  <a:cubicBezTo>
                    <a:pt x="11893" y="8877"/>
                    <a:pt x="11999" y="8782"/>
                    <a:pt x="12112" y="8782"/>
                  </a:cubicBezTo>
                  <a:close/>
                  <a:moveTo>
                    <a:pt x="5419" y="9081"/>
                  </a:moveTo>
                  <a:cubicBezTo>
                    <a:pt x="5630" y="9081"/>
                    <a:pt x="5630" y="9407"/>
                    <a:pt x="5419" y="9407"/>
                  </a:cubicBezTo>
                  <a:cubicBezTo>
                    <a:pt x="5208" y="9407"/>
                    <a:pt x="5208" y="9081"/>
                    <a:pt x="5419" y="9081"/>
                  </a:cubicBezTo>
                  <a:close/>
                  <a:moveTo>
                    <a:pt x="2557" y="9440"/>
                  </a:moveTo>
                  <a:cubicBezTo>
                    <a:pt x="2846" y="9440"/>
                    <a:pt x="2846" y="9888"/>
                    <a:pt x="2557" y="9888"/>
                  </a:cubicBezTo>
                  <a:cubicBezTo>
                    <a:pt x="2267" y="9888"/>
                    <a:pt x="2270" y="9440"/>
                    <a:pt x="2557" y="9440"/>
                  </a:cubicBezTo>
                  <a:close/>
                  <a:moveTo>
                    <a:pt x="10241" y="9533"/>
                  </a:moveTo>
                  <a:cubicBezTo>
                    <a:pt x="10319" y="9533"/>
                    <a:pt x="10416" y="9599"/>
                    <a:pt x="10429" y="9681"/>
                  </a:cubicBezTo>
                  <a:cubicBezTo>
                    <a:pt x="10430" y="9703"/>
                    <a:pt x="10434" y="9726"/>
                    <a:pt x="10437" y="9747"/>
                  </a:cubicBezTo>
                  <a:cubicBezTo>
                    <a:pt x="10450" y="9824"/>
                    <a:pt x="10443" y="9893"/>
                    <a:pt x="10385" y="9951"/>
                  </a:cubicBezTo>
                  <a:cubicBezTo>
                    <a:pt x="10345" y="9988"/>
                    <a:pt x="10291" y="10014"/>
                    <a:pt x="10236" y="10014"/>
                  </a:cubicBezTo>
                  <a:cubicBezTo>
                    <a:pt x="10179" y="10014"/>
                    <a:pt x="10130" y="9988"/>
                    <a:pt x="10087" y="9951"/>
                  </a:cubicBezTo>
                  <a:cubicBezTo>
                    <a:pt x="10026" y="9899"/>
                    <a:pt x="10023" y="9822"/>
                    <a:pt x="10033" y="9747"/>
                  </a:cubicBezTo>
                  <a:cubicBezTo>
                    <a:pt x="10035" y="9725"/>
                    <a:pt x="10039" y="9702"/>
                    <a:pt x="10042" y="9681"/>
                  </a:cubicBezTo>
                  <a:cubicBezTo>
                    <a:pt x="10054" y="9591"/>
                    <a:pt x="10154" y="9536"/>
                    <a:pt x="10236" y="9533"/>
                  </a:cubicBezTo>
                  <a:cubicBezTo>
                    <a:pt x="10237" y="9533"/>
                    <a:pt x="10239" y="9533"/>
                    <a:pt x="10241" y="9533"/>
                  </a:cubicBezTo>
                  <a:close/>
                  <a:moveTo>
                    <a:pt x="12718" y="9658"/>
                  </a:moveTo>
                  <a:cubicBezTo>
                    <a:pt x="12800" y="9658"/>
                    <a:pt x="12868" y="9714"/>
                    <a:pt x="12913" y="9778"/>
                  </a:cubicBezTo>
                  <a:cubicBezTo>
                    <a:pt x="12950" y="9829"/>
                    <a:pt x="12950" y="9920"/>
                    <a:pt x="12913" y="9970"/>
                  </a:cubicBezTo>
                  <a:cubicBezTo>
                    <a:pt x="12862" y="10041"/>
                    <a:pt x="12799" y="10086"/>
                    <a:pt x="12709" y="10089"/>
                  </a:cubicBezTo>
                  <a:cubicBezTo>
                    <a:pt x="12705" y="10089"/>
                    <a:pt x="12702" y="10089"/>
                    <a:pt x="12699" y="10089"/>
                  </a:cubicBezTo>
                  <a:cubicBezTo>
                    <a:pt x="12654" y="10089"/>
                    <a:pt x="12599" y="10072"/>
                    <a:pt x="12559" y="10059"/>
                  </a:cubicBezTo>
                  <a:cubicBezTo>
                    <a:pt x="12374" y="10001"/>
                    <a:pt x="12374" y="9746"/>
                    <a:pt x="12559" y="9688"/>
                  </a:cubicBezTo>
                  <a:cubicBezTo>
                    <a:pt x="12604" y="9672"/>
                    <a:pt x="12659" y="9659"/>
                    <a:pt x="12709" y="9658"/>
                  </a:cubicBezTo>
                  <a:cubicBezTo>
                    <a:pt x="12712" y="9658"/>
                    <a:pt x="12715" y="9658"/>
                    <a:pt x="12718" y="9658"/>
                  </a:cubicBezTo>
                  <a:close/>
                  <a:moveTo>
                    <a:pt x="13938" y="9658"/>
                  </a:moveTo>
                  <a:cubicBezTo>
                    <a:pt x="13991" y="9658"/>
                    <a:pt x="14045" y="9678"/>
                    <a:pt x="14090" y="9719"/>
                  </a:cubicBezTo>
                  <a:cubicBezTo>
                    <a:pt x="14181" y="9802"/>
                    <a:pt x="14167" y="9943"/>
                    <a:pt x="14090" y="10028"/>
                  </a:cubicBezTo>
                  <a:cubicBezTo>
                    <a:pt x="14068" y="10050"/>
                    <a:pt x="14046" y="10077"/>
                    <a:pt x="14025" y="10100"/>
                  </a:cubicBezTo>
                  <a:cubicBezTo>
                    <a:pt x="13985" y="10145"/>
                    <a:pt x="13931" y="10165"/>
                    <a:pt x="13876" y="10165"/>
                  </a:cubicBezTo>
                  <a:cubicBezTo>
                    <a:pt x="13815" y="10165"/>
                    <a:pt x="13754" y="10141"/>
                    <a:pt x="13709" y="10100"/>
                  </a:cubicBezTo>
                  <a:cubicBezTo>
                    <a:pt x="13624" y="10022"/>
                    <a:pt x="13623" y="9863"/>
                    <a:pt x="13709" y="9785"/>
                  </a:cubicBezTo>
                  <a:cubicBezTo>
                    <a:pt x="13735" y="9764"/>
                    <a:pt x="13759" y="9740"/>
                    <a:pt x="13784" y="9719"/>
                  </a:cubicBezTo>
                  <a:cubicBezTo>
                    <a:pt x="13829" y="9678"/>
                    <a:pt x="13883" y="9658"/>
                    <a:pt x="13938" y="9658"/>
                  </a:cubicBezTo>
                  <a:close/>
                  <a:moveTo>
                    <a:pt x="3952" y="10002"/>
                  </a:moveTo>
                  <a:cubicBezTo>
                    <a:pt x="4148" y="10002"/>
                    <a:pt x="4145" y="10304"/>
                    <a:pt x="3952" y="10304"/>
                  </a:cubicBezTo>
                  <a:cubicBezTo>
                    <a:pt x="3758" y="10304"/>
                    <a:pt x="3760" y="10002"/>
                    <a:pt x="3952" y="10002"/>
                  </a:cubicBezTo>
                  <a:close/>
                  <a:moveTo>
                    <a:pt x="8334" y="5602"/>
                  </a:moveTo>
                  <a:cubicBezTo>
                    <a:pt x="8408" y="5602"/>
                    <a:pt x="8484" y="5608"/>
                    <a:pt x="8559" y="5622"/>
                  </a:cubicBezTo>
                  <a:cubicBezTo>
                    <a:pt x="8584" y="5622"/>
                    <a:pt x="8609" y="5622"/>
                    <a:pt x="8636" y="5631"/>
                  </a:cubicBezTo>
                  <a:cubicBezTo>
                    <a:pt x="9873" y="5982"/>
                    <a:pt x="10400" y="7242"/>
                    <a:pt x="10098" y="8436"/>
                  </a:cubicBezTo>
                  <a:cubicBezTo>
                    <a:pt x="9858" y="9397"/>
                    <a:pt x="9057" y="10446"/>
                    <a:pt x="7997" y="10446"/>
                  </a:cubicBezTo>
                  <a:cubicBezTo>
                    <a:pt x="7911" y="10446"/>
                    <a:pt x="7824" y="10439"/>
                    <a:pt x="7735" y="10425"/>
                  </a:cubicBezTo>
                  <a:cubicBezTo>
                    <a:pt x="6561" y="10236"/>
                    <a:pt x="5958" y="8956"/>
                    <a:pt x="6183" y="7872"/>
                  </a:cubicBezTo>
                  <a:cubicBezTo>
                    <a:pt x="6376" y="6938"/>
                    <a:pt x="7267" y="5602"/>
                    <a:pt x="8334" y="5602"/>
                  </a:cubicBezTo>
                  <a:close/>
                  <a:moveTo>
                    <a:pt x="5070" y="10187"/>
                  </a:moveTo>
                  <a:cubicBezTo>
                    <a:pt x="5293" y="10187"/>
                    <a:pt x="5292" y="10534"/>
                    <a:pt x="5070" y="10534"/>
                  </a:cubicBezTo>
                  <a:cubicBezTo>
                    <a:pt x="4847" y="10534"/>
                    <a:pt x="4847" y="10189"/>
                    <a:pt x="5070" y="10187"/>
                  </a:cubicBezTo>
                  <a:close/>
                  <a:moveTo>
                    <a:pt x="6680" y="10412"/>
                  </a:moveTo>
                  <a:cubicBezTo>
                    <a:pt x="6779" y="10412"/>
                    <a:pt x="6871" y="10489"/>
                    <a:pt x="6894" y="10580"/>
                  </a:cubicBezTo>
                  <a:cubicBezTo>
                    <a:pt x="6921" y="10680"/>
                    <a:pt x="6874" y="10782"/>
                    <a:pt x="6791" y="10837"/>
                  </a:cubicBezTo>
                  <a:cubicBezTo>
                    <a:pt x="6781" y="10844"/>
                    <a:pt x="6771" y="10850"/>
                    <a:pt x="6760" y="10855"/>
                  </a:cubicBezTo>
                  <a:cubicBezTo>
                    <a:pt x="6736" y="10871"/>
                    <a:pt x="6706" y="10879"/>
                    <a:pt x="6675" y="10879"/>
                  </a:cubicBezTo>
                  <a:cubicBezTo>
                    <a:pt x="6645" y="10879"/>
                    <a:pt x="6614" y="10871"/>
                    <a:pt x="6590" y="10855"/>
                  </a:cubicBezTo>
                  <a:cubicBezTo>
                    <a:pt x="6580" y="10847"/>
                    <a:pt x="6571" y="10843"/>
                    <a:pt x="6560" y="10836"/>
                  </a:cubicBezTo>
                  <a:cubicBezTo>
                    <a:pt x="6463" y="10773"/>
                    <a:pt x="6424" y="10658"/>
                    <a:pt x="6468" y="10552"/>
                  </a:cubicBezTo>
                  <a:cubicBezTo>
                    <a:pt x="6503" y="10467"/>
                    <a:pt x="6583" y="10416"/>
                    <a:pt x="6675" y="10412"/>
                  </a:cubicBezTo>
                  <a:cubicBezTo>
                    <a:pt x="6676" y="10412"/>
                    <a:pt x="6678" y="10412"/>
                    <a:pt x="6680" y="10412"/>
                  </a:cubicBezTo>
                  <a:close/>
                  <a:moveTo>
                    <a:pt x="9537" y="10484"/>
                  </a:moveTo>
                  <a:cubicBezTo>
                    <a:pt x="9663" y="10484"/>
                    <a:pt x="9757" y="10588"/>
                    <a:pt x="9763" y="10709"/>
                  </a:cubicBezTo>
                  <a:cubicBezTo>
                    <a:pt x="9768" y="10831"/>
                    <a:pt x="9656" y="10935"/>
                    <a:pt x="9537" y="10935"/>
                  </a:cubicBezTo>
                  <a:cubicBezTo>
                    <a:pt x="9413" y="10935"/>
                    <a:pt x="9319" y="10831"/>
                    <a:pt x="9313" y="10709"/>
                  </a:cubicBezTo>
                  <a:cubicBezTo>
                    <a:pt x="9309" y="10588"/>
                    <a:pt x="9421" y="10484"/>
                    <a:pt x="9537" y="10484"/>
                  </a:cubicBezTo>
                  <a:close/>
                  <a:moveTo>
                    <a:pt x="8491" y="10919"/>
                  </a:moveTo>
                  <a:cubicBezTo>
                    <a:pt x="8673" y="10919"/>
                    <a:pt x="8673" y="11203"/>
                    <a:pt x="8491" y="11203"/>
                  </a:cubicBezTo>
                  <a:cubicBezTo>
                    <a:pt x="8309" y="11203"/>
                    <a:pt x="8309" y="10919"/>
                    <a:pt x="8491" y="10919"/>
                  </a:cubicBezTo>
                  <a:close/>
                  <a:moveTo>
                    <a:pt x="13587" y="11220"/>
                  </a:moveTo>
                  <a:cubicBezTo>
                    <a:pt x="13834" y="11220"/>
                    <a:pt x="13831" y="11601"/>
                    <a:pt x="13587" y="11601"/>
                  </a:cubicBezTo>
                  <a:cubicBezTo>
                    <a:pt x="13341" y="11601"/>
                    <a:pt x="13342" y="11220"/>
                    <a:pt x="13587" y="11220"/>
                  </a:cubicBezTo>
                  <a:close/>
                  <a:moveTo>
                    <a:pt x="15543" y="11370"/>
                  </a:moveTo>
                  <a:cubicBezTo>
                    <a:pt x="15771" y="11370"/>
                    <a:pt x="15771" y="11728"/>
                    <a:pt x="15543" y="11728"/>
                  </a:cubicBezTo>
                  <a:cubicBezTo>
                    <a:pt x="15312" y="11728"/>
                    <a:pt x="15312" y="11370"/>
                    <a:pt x="15543" y="11370"/>
                  </a:cubicBezTo>
                  <a:close/>
                  <a:moveTo>
                    <a:pt x="4233" y="11599"/>
                  </a:moveTo>
                  <a:cubicBezTo>
                    <a:pt x="4436" y="11599"/>
                    <a:pt x="4436" y="11915"/>
                    <a:pt x="4233" y="11915"/>
                  </a:cubicBezTo>
                  <a:cubicBezTo>
                    <a:pt x="4029" y="11915"/>
                    <a:pt x="4029" y="11601"/>
                    <a:pt x="4233" y="11599"/>
                  </a:cubicBezTo>
                  <a:close/>
                  <a:moveTo>
                    <a:pt x="7096" y="11714"/>
                  </a:moveTo>
                  <a:cubicBezTo>
                    <a:pt x="7331" y="11714"/>
                    <a:pt x="7331" y="12081"/>
                    <a:pt x="7096" y="12081"/>
                  </a:cubicBezTo>
                  <a:cubicBezTo>
                    <a:pt x="6859" y="12081"/>
                    <a:pt x="6859" y="11714"/>
                    <a:pt x="7096" y="11714"/>
                  </a:cubicBezTo>
                  <a:close/>
                  <a:moveTo>
                    <a:pt x="5349" y="11063"/>
                  </a:moveTo>
                  <a:cubicBezTo>
                    <a:pt x="5363" y="11063"/>
                    <a:pt x="5378" y="11069"/>
                    <a:pt x="5389" y="11078"/>
                  </a:cubicBezTo>
                  <a:cubicBezTo>
                    <a:pt x="5396" y="11078"/>
                    <a:pt x="5403" y="11078"/>
                    <a:pt x="5411" y="11079"/>
                  </a:cubicBezTo>
                  <a:cubicBezTo>
                    <a:pt x="5687" y="11122"/>
                    <a:pt x="6024" y="11197"/>
                    <a:pt x="6142" y="11487"/>
                  </a:cubicBezTo>
                  <a:cubicBezTo>
                    <a:pt x="6228" y="11699"/>
                    <a:pt x="6174" y="11985"/>
                    <a:pt x="5941" y="12070"/>
                  </a:cubicBezTo>
                  <a:cubicBezTo>
                    <a:pt x="5892" y="12087"/>
                    <a:pt x="5842" y="12096"/>
                    <a:pt x="5793" y="12096"/>
                  </a:cubicBezTo>
                  <a:cubicBezTo>
                    <a:pt x="5589" y="12096"/>
                    <a:pt x="5391" y="11957"/>
                    <a:pt x="5286" y="11786"/>
                  </a:cubicBezTo>
                  <a:cubicBezTo>
                    <a:pt x="5154" y="11572"/>
                    <a:pt x="5158" y="11305"/>
                    <a:pt x="5296" y="11093"/>
                  </a:cubicBezTo>
                  <a:cubicBezTo>
                    <a:pt x="5310" y="11073"/>
                    <a:pt x="5330" y="11063"/>
                    <a:pt x="5349" y="11063"/>
                  </a:cubicBezTo>
                  <a:close/>
                  <a:moveTo>
                    <a:pt x="12611" y="11949"/>
                  </a:moveTo>
                  <a:cubicBezTo>
                    <a:pt x="12814" y="11949"/>
                    <a:pt x="12814" y="12265"/>
                    <a:pt x="12611" y="12265"/>
                  </a:cubicBezTo>
                  <a:cubicBezTo>
                    <a:pt x="12407" y="12265"/>
                    <a:pt x="12407" y="11949"/>
                    <a:pt x="12611" y="11949"/>
                  </a:cubicBezTo>
                  <a:close/>
                  <a:moveTo>
                    <a:pt x="16799" y="12169"/>
                  </a:moveTo>
                  <a:cubicBezTo>
                    <a:pt x="17079" y="12169"/>
                    <a:pt x="17079" y="12606"/>
                    <a:pt x="16799" y="12606"/>
                  </a:cubicBezTo>
                  <a:cubicBezTo>
                    <a:pt x="16517" y="12606"/>
                    <a:pt x="16519" y="12169"/>
                    <a:pt x="16799" y="12169"/>
                  </a:cubicBezTo>
                  <a:close/>
                  <a:moveTo>
                    <a:pt x="5279" y="12481"/>
                  </a:moveTo>
                  <a:cubicBezTo>
                    <a:pt x="5517" y="12481"/>
                    <a:pt x="5517" y="12851"/>
                    <a:pt x="5279" y="12851"/>
                  </a:cubicBezTo>
                  <a:cubicBezTo>
                    <a:pt x="5042" y="12851"/>
                    <a:pt x="5042" y="12481"/>
                    <a:pt x="5279" y="12481"/>
                  </a:cubicBezTo>
                  <a:close/>
                  <a:moveTo>
                    <a:pt x="3186" y="12583"/>
                  </a:moveTo>
                  <a:cubicBezTo>
                    <a:pt x="3383" y="12583"/>
                    <a:pt x="3380" y="12886"/>
                    <a:pt x="3186" y="12886"/>
                  </a:cubicBezTo>
                  <a:cubicBezTo>
                    <a:pt x="2990" y="12886"/>
                    <a:pt x="2990" y="12584"/>
                    <a:pt x="3186" y="12583"/>
                  </a:cubicBezTo>
                  <a:close/>
                  <a:moveTo>
                    <a:pt x="8002" y="12769"/>
                  </a:moveTo>
                  <a:cubicBezTo>
                    <a:pt x="8139" y="12769"/>
                    <a:pt x="8139" y="12982"/>
                    <a:pt x="8002" y="12982"/>
                  </a:cubicBezTo>
                  <a:cubicBezTo>
                    <a:pt x="7864" y="12982"/>
                    <a:pt x="7864" y="12769"/>
                    <a:pt x="8002" y="12769"/>
                  </a:cubicBezTo>
                  <a:close/>
                  <a:moveTo>
                    <a:pt x="4021" y="12931"/>
                  </a:moveTo>
                  <a:cubicBezTo>
                    <a:pt x="4021" y="12931"/>
                    <a:pt x="4022" y="12931"/>
                    <a:pt x="4023" y="12931"/>
                  </a:cubicBezTo>
                  <a:cubicBezTo>
                    <a:pt x="4222" y="12931"/>
                    <a:pt x="4222" y="13239"/>
                    <a:pt x="4023" y="13239"/>
                  </a:cubicBezTo>
                  <a:cubicBezTo>
                    <a:pt x="3824" y="13239"/>
                    <a:pt x="3825" y="12931"/>
                    <a:pt x="4021" y="12931"/>
                  </a:cubicBezTo>
                  <a:close/>
                  <a:moveTo>
                    <a:pt x="6744" y="13167"/>
                  </a:moveTo>
                  <a:cubicBezTo>
                    <a:pt x="6745" y="13167"/>
                    <a:pt x="6745" y="13167"/>
                    <a:pt x="6746" y="13167"/>
                  </a:cubicBezTo>
                  <a:cubicBezTo>
                    <a:pt x="6910" y="13167"/>
                    <a:pt x="6910" y="13423"/>
                    <a:pt x="6746" y="13423"/>
                  </a:cubicBezTo>
                  <a:cubicBezTo>
                    <a:pt x="6580" y="13423"/>
                    <a:pt x="6580" y="13167"/>
                    <a:pt x="6744" y="13167"/>
                  </a:cubicBezTo>
                  <a:close/>
                  <a:moveTo>
                    <a:pt x="11147" y="9854"/>
                  </a:moveTo>
                  <a:cubicBezTo>
                    <a:pt x="11614" y="9854"/>
                    <a:pt x="12089" y="10214"/>
                    <a:pt x="12206" y="10735"/>
                  </a:cubicBezTo>
                  <a:cubicBezTo>
                    <a:pt x="12441" y="11779"/>
                    <a:pt x="11425" y="12801"/>
                    <a:pt x="10600" y="13276"/>
                  </a:cubicBezTo>
                  <a:cubicBezTo>
                    <a:pt x="10346" y="13422"/>
                    <a:pt x="10018" y="13506"/>
                    <a:pt x="9700" y="13506"/>
                  </a:cubicBezTo>
                  <a:cubicBezTo>
                    <a:pt x="9137" y="13506"/>
                    <a:pt x="8602" y="13242"/>
                    <a:pt x="8544" y="12587"/>
                  </a:cubicBezTo>
                  <a:cubicBezTo>
                    <a:pt x="8445" y="11465"/>
                    <a:pt x="9840" y="11207"/>
                    <a:pt x="10373" y="10432"/>
                  </a:cubicBezTo>
                  <a:cubicBezTo>
                    <a:pt x="10359" y="10385"/>
                    <a:pt x="10365" y="10334"/>
                    <a:pt x="10400" y="10281"/>
                  </a:cubicBezTo>
                  <a:cubicBezTo>
                    <a:pt x="10437" y="10222"/>
                    <a:pt x="10478" y="10171"/>
                    <a:pt x="10522" y="10126"/>
                  </a:cubicBezTo>
                  <a:cubicBezTo>
                    <a:pt x="10529" y="10101"/>
                    <a:pt x="10536" y="10077"/>
                    <a:pt x="10543" y="10052"/>
                  </a:cubicBezTo>
                  <a:cubicBezTo>
                    <a:pt x="10557" y="9993"/>
                    <a:pt x="10600" y="9968"/>
                    <a:pt x="10645" y="9968"/>
                  </a:cubicBezTo>
                  <a:cubicBezTo>
                    <a:pt x="10663" y="9968"/>
                    <a:pt x="10682" y="9972"/>
                    <a:pt x="10699" y="9980"/>
                  </a:cubicBezTo>
                  <a:cubicBezTo>
                    <a:pt x="10839" y="9893"/>
                    <a:pt x="10992" y="9854"/>
                    <a:pt x="11147" y="9854"/>
                  </a:cubicBezTo>
                  <a:close/>
                  <a:moveTo>
                    <a:pt x="12750" y="13267"/>
                  </a:moveTo>
                  <a:cubicBezTo>
                    <a:pt x="12964" y="13267"/>
                    <a:pt x="12964" y="13600"/>
                    <a:pt x="12750" y="13600"/>
                  </a:cubicBezTo>
                  <a:cubicBezTo>
                    <a:pt x="12534" y="13600"/>
                    <a:pt x="12534" y="13267"/>
                    <a:pt x="12750" y="13267"/>
                  </a:cubicBezTo>
                  <a:close/>
                  <a:moveTo>
                    <a:pt x="8502" y="13494"/>
                  </a:moveTo>
                  <a:cubicBezTo>
                    <a:pt x="8618" y="13494"/>
                    <a:pt x="8708" y="13602"/>
                    <a:pt x="8711" y="13714"/>
                  </a:cubicBezTo>
                  <a:lnTo>
                    <a:pt x="8712" y="13783"/>
                  </a:lnTo>
                  <a:cubicBezTo>
                    <a:pt x="8715" y="13906"/>
                    <a:pt x="8609" y="13999"/>
                    <a:pt x="8491" y="14004"/>
                  </a:cubicBezTo>
                  <a:cubicBezTo>
                    <a:pt x="8489" y="14004"/>
                    <a:pt x="8486" y="14004"/>
                    <a:pt x="8483" y="14004"/>
                  </a:cubicBezTo>
                  <a:cubicBezTo>
                    <a:pt x="8369" y="14004"/>
                    <a:pt x="8266" y="13895"/>
                    <a:pt x="8269" y="13783"/>
                  </a:cubicBezTo>
                  <a:lnTo>
                    <a:pt x="8272" y="13714"/>
                  </a:lnTo>
                  <a:cubicBezTo>
                    <a:pt x="8275" y="13590"/>
                    <a:pt x="8368" y="13500"/>
                    <a:pt x="8491" y="13494"/>
                  </a:cubicBezTo>
                  <a:cubicBezTo>
                    <a:pt x="8495" y="13494"/>
                    <a:pt x="8499" y="13494"/>
                    <a:pt x="8502" y="13494"/>
                  </a:cubicBezTo>
                  <a:close/>
                  <a:moveTo>
                    <a:pt x="11004" y="13692"/>
                  </a:moveTo>
                  <a:cubicBezTo>
                    <a:pt x="11209" y="13692"/>
                    <a:pt x="11209" y="14011"/>
                    <a:pt x="11004" y="14011"/>
                  </a:cubicBezTo>
                  <a:cubicBezTo>
                    <a:pt x="10798" y="14011"/>
                    <a:pt x="10798" y="13692"/>
                    <a:pt x="11004" y="13692"/>
                  </a:cubicBezTo>
                  <a:close/>
                  <a:moveTo>
                    <a:pt x="4722" y="13855"/>
                  </a:moveTo>
                  <a:cubicBezTo>
                    <a:pt x="4896" y="13855"/>
                    <a:pt x="4896" y="14129"/>
                    <a:pt x="4722" y="14129"/>
                  </a:cubicBezTo>
                  <a:cubicBezTo>
                    <a:pt x="4546" y="14129"/>
                    <a:pt x="4546" y="13855"/>
                    <a:pt x="4722" y="13855"/>
                  </a:cubicBezTo>
                  <a:close/>
                  <a:moveTo>
                    <a:pt x="9955" y="14587"/>
                  </a:moveTo>
                  <a:cubicBezTo>
                    <a:pt x="9956" y="14587"/>
                    <a:pt x="9956" y="14587"/>
                    <a:pt x="9957" y="14587"/>
                  </a:cubicBezTo>
                  <a:cubicBezTo>
                    <a:pt x="10183" y="14587"/>
                    <a:pt x="10182" y="14937"/>
                    <a:pt x="9957" y="14937"/>
                  </a:cubicBezTo>
                  <a:cubicBezTo>
                    <a:pt x="9732" y="14937"/>
                    <a:pt x="9731" y="14587"/>
                    <a:pt x="9955" y="14587"/>
                  </a:cubicBezTo>
                  <a:close/>
                  <a:moveTo>
                    <a:pt x="11422" y="14748"/>
                  </a:moveTo>
                  <a:cubicBezTo>
                    <a:pt x="11619" y="14748"/>
                    <a:pt x="11619" y="15051"/>
                    <a:pt x="11422" y="15051"/>
                  </a:cubicBezTo>
                  <a:cubicBezTo>
                    <a:pt x="11228" y="15051"/>
                    <a:pt x="11228" y="14748"/>
                    <a:pt x="11422" y="14748"/>
                  </a:cubicBezTo>
                  <a:close/>
                  <a:moveTo>
                    <a:pt x="7444" y="14873"/>
                  </a:moveTo>
                  <a:cubicBezTo>
                    <a:pt x="7658" y="14873"/>
                    <a:pt x="7658" y="15206"/>
                    <a:pt x="7444" y="15206"/>
                  </a:cubicBezTo>
                  <a:cubicBezTo>
                    <a:pt x="7230" y="15206"/>
                    <a:pt x="7230" y="14873"/>
                    <a:pt x="7444" y="14873"/>
                  </a:cubicBezTo>
                  <a:close/>
                  <a:moveTo>
                    <a:pt x="9048" y="15199"/>
                  </a:moveTo>
                  <a:cubicBezTo>
                    <a:pt x="9049" y="15199"/>
                    <a:pt x="9050" y="15199"/>
                    <a:pt x="9051" y="15199"/>
                  </a:cubicBezTo>
                  <a:cubicBezTo>
                    <a:pt x="9207" y="15199"/>
                    <a:pt x="9207" y="15441"/>
                    <a:pt x="9051" y="15441"/>
                  </a:cubicBezTo>
                  <a:cubicBezTo>
                    <a:pt x="8893" y="15441"/>
                    <a:pt x="8892" y="15199"/>
                    <a:pt x="9048" y="15199"/>
                  </a:cubicBezTo>
                  <a:close/>
                  <a:moveTo>
                    <a:pt x="3264" y="15234"/>
                  </a:moveTo>
                  <a:cubicBezTo>
                    <a:pt x="3382" y="15234"/>
                    <a:pt x="3483" y="15345"/>
                    <a:pt x="3482" y="15458"/>
                  </a:cubicBezTo>
                  <a:lnTo>
                    <a:pt x="3482" y="15529"/>
                  </a:lnTo>
                  <a:cubicBezTo>
                    <a:pt x="3479" y="15655"/>
                    <a:pt x="3380" y="15749"/>
                    <a:pt x="3257" y="15754"/>
                  </a:cubicBezTo>
                  <a:cubicBezTo>
                    <a:pt x="3254" y="15755"/>
                    <a:pt x="3251" y="15755"/>
                    <a:pt x="3248" y="15755"/>
                  </a:cubicBezTo>
                  <a:cubicBezTo>
                    <a:pt x="3127" y="15755"/>
                    <a:pt x="3033" y="15644"/>
                    <a:pt x="3031" y="15529"/>
                  </a:cubicBezTo>
                  <a:lnTo>
                    <a:pt x="3030" y="15458"/>
                  </a:lnTo>
                  <a:cubicBezTo>
                    <a:pt x="3028" y="15333"/>
                    <a:pt x="3135" y="15239"/>
                    <a:pt x="3255" y="15234"/>
                  </a:cubicBezTo>
                  <a:cubicBezTo>
                    <a:pt x="3258" y="15234"/>
                    <a:pt x="3261" y="15234"/>
                    <a:pt x="3264" y="15234"/>
                  </a:cubicBezTo>
                  <a:close/>
                  <a:moveTo>
                    <a:pt x="6885" y="15401"/>
                  </a:moveTo>
                  <a:cubicBezTo>
                    <a:pt x="6938" y="15401"/>
                    <a:pt x="6991" y="15420"/>
                    <a:pt x="7026" y="15458"/>
                  </a:cubicBezTo>
                  <a:cubicBezTo>
                    <a:pt x="7049" y="15482"/>
                    <a:pt x="7071" y="15506"/>
                    <a:pt x="7093" y="15532"/>
                  </a:cubicBezTo>
                  <a:cubicBezTo>
                    <a:pt x="7168" y="15610"/>
                    <a:pt x="7168" y="15725"/>
                    <a:pt x="7093" y="15805"/>
                  </a:cubicBezTo>
                  <a:cubicBezTo>
                    <a:pt x="7058" y="15844"/>
                    <a:pt x="7010" y="15862"/>
                    <a:pt x="6961" y="15862"/>
                  </a:cubicBezTo>
                  <a:cubicBezTo>
                    <a:pt x="6909" y="15862"/>
                    <a:pt x="6857" y="15842"/>
                    <a:pt x="6819" y="15807"/>
                  </a:cubicBezTo>
                  <a:cubicBezTo>
                    <a:pt x="6794" y="15784"/>
                    <a:pt x="6771" y="15761"/>
                    <a:pt x="6746" y="15740"/>
                  </a:cubicBezTo>
                  <a:cubicBezTo>
                    <a:pt x="6665" y="15664"/>
                    <a:pt x="6675" y="15536"/>
                    <a:pt x="6746" y="15458"/>
                  </a:cubicBezTo>
                  <a:cubicBezTo>
                    <a:pt x="6780" y="15420"/>
                    <a:pt x="6833" y="15401"/>
                    <a:pt x="6885" y="15401"/>
                  </a:cubicBezTo>
                  <a:close/>
                  <a:moveTo>
                    <a:pt x="1500" y="15663"/>
                  </a:moveTo>
                  <a:cubicBezTo>
                    <a:pt x="1578" y="15663"/>
                    <a:pt x="1659" y="15701"/>
                    <a:pt x="1692" y="15771"/>
                  </a:cubicBezTo>
                  <a:cubicBezTo>
                    <a:pt x="1735" y="15869"/>
                    <a:pt x="1739" y="15974"/>
                    <a:pt x="1658" y="16058"/>
                  </a:cubicBezTo>
                  <a:cubicBezTo>
                    <a:pt x="1611" y="16105"/>
                    <a:pt x="1547" y="16132"/>
                    <a:pt x="1482" y="16132"/>
                  </a:cubicBezTo>
                  <a:cubicBezTo>
                    <a:pt x="1479" y="16132"/>
                    <a:pt x="1476" y="16131"/>
                    <a:pt x="1472" y="16131"/>
                  </a:cubicBezTo>
                  <a:cubicBezTo>
                    <a:pt x="1386" y="16130"/>
                    <a:pt x="1302" y="16087"/>
                    <a:pt x="1258" y="16011"/>
                  </a:cubicBezTo>
                  <a:cubicBezTo>
                    <a:pt x="1202" y="15913"/>
                    <a:pt x="1230" y="15811"/>
                    <a:pt x="1297" y="15727"/>
                  </a:cubicBezTo>
                  <a:cubicBezTo>
                    <a:pt x="1330" y="15686"/>
                    <a:pt x="1383" y="15667"/>
                    <a:pt x="1436" y="15667"/>
                  </a:cubicBezTo>
                  <a:cubicBezTo>
                    <a:pt x="1442" y="15667"/>
                    <a:pt x="1447" y="15668"/>
                    <a:pt x="1453" y="15668"/>
                  </a:cubicBezTo>
                  <a:cubicBezTo>
                    <a:pt x="1468" y="15665"/>
                    <a:pt x="1484" y="15663"/>
                    <a:pt x="1500" y="15663"/>
                  </a:cubicBezTo>
                  <a:close/>
                  <a:moveTo>
                    <a:pt x="12747" y="15648"/>
                  </a:moveTo>
                  <a:cubicBezTo>
                    <a:pt x="12806" y="15648"/>
                    <a:pt x="12866" y="15670"/>
                    <a:pt x="12913" y="15713"/>
                  </a:cubicBezTo>
                  <a:cubicBezTo>
                    <a:pt x="13005" y="15797"/>
                    <a:pt x="12998" y="15954"/>
                    <a:pt x="12913" y="16039"/>
                  </a:cubicBezTo>
                  <a:cubicBezTo>
                    <a:pt x="12889" y="16065"/>
                    <a:pt x="12866" y="16087"/>
                    <a:pt x="12842" y="16110"/>
                  </a:cubicBezTo>
                  <a:cubicBezTo>
                    <a:pt x="12797" y="16155"/>
                    <a:pt x="12740" y="16176"/>
                    <a:pt x="12682" y="16176"/>
                  </a:cubicBezTo>
                  <a:cubicBezTo>
                    <a:pt x="12623" y="16176"/>
                    <a:pt x="12563" y="16153"/>
                    <a:pt x="12516" y="16110"/>
                  </a:cubicBezTo>
                  <a:cubicBezTo>
                    <a:pt x="12425" y="16028"/>
                    <a:pt x="12431" y="15869"/>
                    <a:pt x="12516" y="15784"/>
                  </a:cubicBezTo>
                  <a:lnTo>
                    <a:pt x="12587" y="15713"/>
                  </a:lnTo>
                  <a:cubicBezTo>
                    <a:pt x="12631" y="15669"/>
                    <a:pt x="12689" y="15648"/>
                    <a:pt x="12747" y="15648"/>
                  </a:cubicBezTo>
                  <a:close/>
                  <a:moveTo>
                    <a:pt x="9118" y="16306"/>
                  </a:moveTo>
                  <a:cubicBezTo>
                    <a:pt x="9118" y="16306"/>
                    <a:pt x="9119" y="16306"/>
                    <a:pt x="9119" y="16306"/>
                  </a:cubicBezTo>
                  <a:cubicBezTo>
                    <a:pt x="9289" y="16306"/>
                    <a:pt x="9289" y="16568"/>
                    <a:pt x="9119" y="16568"/>
                  </a:cubicBezTo>
                  <a:cubicBezTo>
                    <a:pt x="8950" y="16568"/>
                    <a:pt x="8949" y="16306"/>
                    <a:pt x="9118" y="16306"/>
                  </a:cubicBezTo>
                  <a:close/>
                  <a:moveTo>
                    <a:pt x="2305" y="16208"/>
                  </a:moveTo>
                  <a:cubicBezTo>
                    <a:pt x="2351" y="16208"/>
                    <a:pt x="2393" y="16220"/>
                    <a:pt x="2436" y="16243"/>
                  </a:cubicBezTo>
                  <a:cubicBezTo>
                    <a:pt x="2557" y="16311"/>
                    <a:pt x="2582" y="16491"/>
                    <a:pt x="2480" y="16585"/>
                  </a:cubicBezTo>
                  <a:cubicBezTo>
                    <a:pt x="2402" y="16660"/>
                    <a:pt x="2314" y="16666"/>
                    <a:pt x="2209" y="16673"/>
                  </a:cubicBezTo>
                  <a:cubicBezTo>
                    <a:pt x="2207" y="16673"/>
                    <a:pt x="2204" y="16673"/>
                    <a:pt x="2202" y="16673"/>
                  </a:cubicBezTo>
                  <a:cubicBezTo>
                    <a:pt x="2106" y="16673"/>
                    <a:pt x="2023" y="16595"/>
                    <a:pt x="1994" y="16507"/>
                  </a:cubicBezTo>
                  <a:cubicBezTo>
                    <a:pt x="1967" y="16420"/>
                    <a:pt x="2012" y="16291"/>
                    <a:pt x="2097" y="16252"/>
                  </a:cubicBezTo>
                  <a:cubicBezTo>
                    <a:pt x="2140" y="16232"/>
                    <a:pt x="2180" y="16221"/>
                    <a:pt x="2222" y="16216"/>
                  </a:cubicBezTo>
                  <a:cubicBezTo>
                    <a:pt x="2232" y="16215"/>
                    <a:pt x="2245" y="16214"/>
                    <a:pt x="2257" y="16212"/>
                  </a:cubicBezTo>
                  <a:cubicBezTo>
                    <a:pt x="2274" y="16209"/>
                    <a:pt x="2290" y="16208"/>
                    <a:pt x="2305" y="16208"/>
                  </a:cubicBezTo>
                  <a:close/>
                  <a:moveTo>
                    <a:pt x="12540" y="16846"/>
                  </a:moveTo>
                  <a:cubicBezTo>
                    <a:pt x="12731" y="16846"/>
                    <a:pt x="12731" y="17143"/>
                    <a:pt x="12540" y="17143"/>
                  </a:cubicBezTo>
                  <a:cubicBezTo>
                    <a:pt x="12349" y="17143"/>
                    <a:pt x="12349" y="16846"/>
                    <a:pt x="12540" y="16846"/>
                  </a:cubicBezTo>
                  <a:close/>
                  <a:moveTo>
                    <a:pt x="13448" y="17035"/>
                  </a:moveTo>
                  <a:cubicBezTo>
                    <a:pt x="13665" y="17035"/>
                    <a:pt x="13665" y="17371"/>
                    <a:pt x="13448" y="17371"/>
                  </a:cubicBezTo>
                  <a:cubicBezTo>
                    <a:pt x="13232" y="17371"/>
                    <a:pt x="13232" y="17035"/>
                    <a:pt x="13448" y="17035"/>
                  </a:cubicBezTo>
                  <a:close/>
                  <a:moveTo>
                    <a:pt x="8980" y="17152"/>
                  </a:moveTo>
                  <a:cubicBezTo>
                    <a:pt x="9225" y="17152"/>
                    <a:pt x="9224" y="17533"/>
                    <a:pt x="8980" y="17533"/>
                  </a:cubicBezTo>
                  <a:cubicBezTo>
                    <a:pt x="8734" y="17533"/>
                    <a:pt x="8735" y="17152"/>
                    <a:pt x="8980" y="17152"/>
                  </a:cubicBezTo>
                  <a:close/>
                  <a:moveTo>
                    <a:pt x="13020" y="17817"/>
                  </a:moveTo>
                  <a:cubicBezTo>
                    <a:pt x="13102" y="17817"/>
                    <a:pt x="13186" y="17857"/>
                    <a:pt x="13222" y="17930"/>
                  </a:cubicBezTo>
                  <a:cubicBezTo>
                    <a:pt x="13244" y="17976"/>
                    <a:pt x="13268" y="18022"/>
                    <a:pt x="13290" y="18070"/>
                  </a:cubicBezTo>
                  <a:cubicBezTo>
                    <a:pt x="13345" y="18185"/>
                    <a:pt x="13315" y="18311"/>
                    <a:pt x="13208" y="18382"/>
                  </a:cubicBezTo>
                  <a:cubicBezTo>
                    <a:pt x="13175" y="18402"/>
                    <a:pt x="13137" y="18412"/>
                    <a:pt x="13098" y="18412"/>
                  </a:cubicBezTo>
                  <a:cubicBezTo>
                    <a:pt x="13017" y="18412"/>
                    <a:pt x="12934" y="18370"/>
                    <a:pt x="12897" y="18298"/>
                  </a:cubicBezTo>
                  <a:cubicBezTo>
                    <a:pt x="12873" y="18253"/>
                    <a:pt x="12850" y="18206"/>
                    <a:pt x="12825" y="18161"/>
                  </a:cubicBezTo>
                  <a:cubicBezTo>
                    <a:pt x="12767" y="18047"/>
                    <a:pt x="12801" y="17917"/>
                    <a:pt x="12909" y="17846"/>
                  </a:cubicBezTo>
                  <a:cubicBezTo>
                    <a:pt x="12941" y="17826"/>
                    <a:pt x="12980" y="17817"/>
                    <a:pt x="13020" y="17817"/>
                  </a:cubicBezTo>
                  <a:close/>
                  <a:moveTo>
                    <a:pt x="11826" y="0"/>
                  </a:moveTo>
                  <a:cubicBezTo>
                    <a:pt x="11358" y="0"/>
                    <a:pt x="10940" y="367"/>
                    <a:pt x="10735" y="819"/>
                  </a:cubicBezTo>
                  <a:cubicBezTo>
                    <a:pt x="10518" y="1301"/>
                    <a:pt x="10515" y="1821"/>
                    <a:pt x="10433" y="2334"/>
                  </a:cubicBezTo>
                  <a:cubicBezTo>
                    <a:pt x="10364" y="2772"/>
                    <a:pt x="10017" y="3420"/>
                    <a:pt x="9544" y="3420"/>
                  </a:cubicBezTo>
                  <a:cubicBezTo>
                    <a:pt x="9430" y="3420"/>
                    <a:pt x="9309" y="3382"/>
                    <a:pt x="9183" y="3295"/>
                  </a:cubicBezTo>
                  <a:cubicBezTo>
                    <a:pt x="9155" y="3275"/>
                    <a:pt x="9145" y="3245"/>
                    <a:pt x="9148" y="3219"/>
                  </a:cubicBezTo>
                  <a:cubicBezTo>
                    <a:pt x="8983" y="3026"/>
                    <a:pt x="8956" y="2754"/>
                    <a:pt x="9006" y="2482"/>
                  </a:cubicBezTo>
                  <a:cubicBezTo>
                    <a:pt x="9119" y="1852"/>
                    <a:pt x="9357" y="554"/>
                    <a:pt x="8456" y="333"/>
                  </a:cubicBezTo>
                  <a:cubicBezTo>
                    <a:pt x="8404" y="320"/>
                    <a:pt x="8355" y="314"/>
                    <a:pt x="8308" y="314"/>
                  </a:cubicBezTo>
                  <a:cubicBezTo>
                    <a:pt x="7862" y="314"/>
                    <a:pt x="7685" y="878"/>
                    <a:pt x="7686" y="1277"/>
                  </a:cubicBezTo>
                  <a:cubicBezTo>
                    <a:pt x="7686" y="1682"/>
                    <a:pt x="7893" y="2028"/>
                    <a:pt x="7953" y="2421"/>
                  </a:cubicBezTo>
                  <a:cubicBezTo>
                    <a:pt x="7990" y="2673"/>
                    <a:pt x="7964" y="2928"/>
                    <a:pt x="7844" y="3136"/>
                  </a:cubicBezTo>
                  <a:cubicBezTo>
                    <a:pt x="7815" y="3186"/>
                    <a:pt x="7780" y="3234"/>
                    <a:pt x="7740" y="3278"/>
                  </a:cubicBezTo>
                  <a:cubicBezTo>
                    <a:pt x="7668" y="3463"/>
                    <a:pt x="7506" y="3531"/>
                    <a:pt x="7321" y="3531"/>
                  </a:cubicBezTo>
                  <a:cubicBezTo>
                    <a:pt x="7270" y="3531"/>
                    <a:pt x="7217" y="3525"/>
                    <a:pt x="7164" y="3516"/>
                  </a:cubicBezTo>
                  <a:cubicBezTo>
                    <a:pt x="6979" y="3482"/>
                    <a:pt x="6840" y="3370"/>
                    <a:pt x="6665" y="3323"/>
                  </a:cubicBezTo>
                  <a:cubicBezTo>
                    <a:pt x="6590" y="3302"/>
                    <a:pt x="6526" y="3293"/>
                    <a:pt x="6472" y="3293"/>
                  </a:cubicBezTo>
                  <a:cubicBezTo>
                    <a:pt x="6141" y="3293"/>
                    <a:pt x="6166" y="3648"/>
                    <a:pt x="6242" y="3941"/>
                  </a:cubicBezTo>
                  <a:cubicBezTo>
                    <a:pt x="6332" y="4281"/>
                    <a:pt x="6462" y="4653"/>
                    <a:pt x="6241" y="4974"/>
                  </a:cubicBezTo>
                  <a:cubicBezTo>
                    <a:pt x="6150" y="5103"/>
                    <a:pt x="6041" y="5183"/>
                    <a:pt x="5914" y="5217"/>
                  </a:cubicBezTo>
                  <a:cubicBezTo>
                    <a:pt x="5899" y="5252"/>
                    <a:pt x="5867" y="5286"/>
                    <a:pt x="5817" y="5302"/>
                  </a:cubicBezTo>
                  <a:cubicBezTo>
                    <a:pt x="5713" y="5336"/>
                    <a:pt x="5617" y="5352"/>
                    <a:pt x="5529" y="5352"/>
                  </a:cubicBezTo>
                  <a:cubicBezTo>
                    <a:pt x="5051" y="5352"/>
                    <a:pt x="4775" y="4906"/>
                    <a:pt x="4403" y="4629"/>
                  </a:cubicBezTo>
                  <a:cubicBezTo>
                    <a:pt x="4278" y="4535"/>
                    <a:pt x="4144" y="4460"/>
                    <a:pt x="3988" y="4429"/>
                  </a:cubicBezTo>
                  <a:cubicBezTo>
                    <a:pt x="3934" y="4417"/>
                    <a:pt x="3878" y="4412"/>
                    <a:pt x="3822" y="4412"/>
                  </a:cubicBezTo>
                  <a:cubicBezTo>
                    <a:pt x="3465" y="4412"/>
                    <a:pt x="3089" y="4636"/>
                    <a:pt x="2929" y="4947"/>
                  </a:cubicBezTo>
                  <a:cubicBezTo>
                    <a:pt x="2633" y="5524"/>
                    <a:pt x="3089" y="6111"/>
                    <a:pt x="3489" y="6495"/>
                  </a:cubicBezTo>
                  <a:cubicBezTo>
                    <a:pt x="3822" y="6818"/>
                    <a:pt x="4454" y="7378"/>
                    <a:pt x="4043" y="7884"/>
                  </a:cubicBezTo>
                  <a:cubicBezTo>
                    <a:pt x="3887" y="8076"/>
                    <a:pt x="3650" y="8141"/>
                    <a:pt x="3387" y="8141"/>
                  </a:cubicBezTo>
                  <a:cubicBezTo>
                    <a:pt x="2926" y="8141"/>
                    <a:pt x="2383" y="7940"/>
                    <a:pt x="2052" y="7872"/>
                  </a:cubicBezTo>
                  <a:cubicBezTo>
                    <a:pt x="1827" y="7826"/>
                    <a:pt x="1592" y="7790"/>
                    <a:pt x="1359" y="7790"/>
                  </a:cubicBezTo>
                  <a:cubicBezTo>
                    <a:pt x="1113" y="7790"/>
                    <a:pt x="869" y="7830"/>
                    <a:pt x="643" y="7943"/>
                  </a:cubicBezTo>
                  <a:cubicBezTo>
                    <a:pt x="112" y="8207"/>
                    <a:pt x="0" y="8803"/>
                    <a:pt x="281" y="9301"/>
                  </a:cubicBezTo>
                  <a:cubicBezTo>
                    <a:pt x="771" y="10171"/>
                    <a:pt x="1736" y="9957"/>
                    <a:pt x="2544" y="10126"/>
                  </a:cubicBezTo>
                  <a:cubicBezTo>
                    <a:pt x="3089" y="10239"/>
                    <a:pt x="3398" y="10658"/>
                    <a:pt x="3312" y="11213"/>
                  </a:cubicBezTo>
                  <a:cubicBezTo>
                    <a:pt x="3231" y="11730"/>
                    <a:pt x="1920" y="13120"/>
                    <a:pt x="2724" y="13488"/>
                  </a:cubicBezTo>
                  <a:cubicBezTo>
                    <a:pt x="2766" y="13508"/>
                    <a:pt x="2816" y="13524"/>
                    <a:pt x="2870" y="13538"/>
                  </a:cubicBezTo>
                  <a:cubicBezTo>
                    <a:pt x="2875" y="13541"/>
                    <a:pt x="2880" y="13542"/>
                    <a:pt x="2884" y="13544"/>
                  </a:cubicBezTo>
                  <a:cubicBezTo>
                    <a:pt x="2960" y="13520"/>
                    <a:pt x="3037" y="13509"/>
                    <a:pt x="3112" y="13509"/>
                  </a:cubicBezTo>
                  <a:cubicBezTo>
                    <a:pt x="3479" y="13509"/>
                    <a:pt x="3806" y="13777"/>
                    <a:pt x="3765" y="14203"/>
                  </a:cubicBezTo>
                  <a:cubicBezTo>
                    <a:pt x="3711" y="14761"/>
                    <a:pt x="3030" y="14917"/>
                    <a:pt x="2589" y="15023"/>
                  </a:cubicBezTo>
                  <a:cubicBezTo>
                    <a:pt x="1839" y="15203"/>
                    <a:pt x="513" y="15326"/>
                    <a:pt x="456" y="16344"/>
                  </a:cubicBezTo>
                  <a:cubicBezTo>
                    <a:pt x="421" y="16967"/>
                    <a:pt x="929" y="17152"/>
                    <a:pt x="1477" y="17152"/>
                  </a:cubicBezTo>
                  <a:cubicBezTo>
                    <a:pt x="1868" y="17152"/>
                    <a:pt x="2281" y="17057"/>
                    <a:pt x="2530" y="16960"/>
                  </a:cubicBezTo>
                  <a:cubicBezTo>
                    <a:pt x="3361" y="16637"/>
                    <a:pt x="3901" y="15980"/>
                    <a:pt x="4390" y="15264"/>
                  </a:cubicBezTo>
                  <a:cubicBezTo>
                    <a:pt x="4660" y="14867"/>
                    <a:pt x="4981" y="14116"/>
                    <a:pt x="5506" y="14004"/>
                  </a:cubicBezTo>
                  <a:cubicBezTo>
                    <a:pt x="5558" y="13993"/>
                    <a:pt x="5610" y="13987"/>
                    <a:pt x="5660" y="13987"/>
                  </a:cubicBezTo>
                  <a:cubicBezTo>
                    <a:pt x="6063" y="13987"/>
                    <a:pt x="6388" y="14331"/>
                    <a:pt x="6429" y="14731"/>
                  </a:cubicBezTo>
                  <a:cubicBezTo>
                    <a:pt x="6461" y="15023"/>
                    <a:pt x="6340" y="15202"/>
                    <a:pt x="6227" y="15457"/>
                  </a:cubicBezTo>
                  <a:cubicBezTo>
                    <a:pt x="6089" y="15769"/>
                    <a:pt x="6057" y="16073"/>
                    <a:pt x="6203" y="16316"/>
                  </a:cubicBezTo>
                  <a:cubicBezTo>
                    <a:pt x="6215" y="16313"/>
                    <a:pt x="6228" y="16312"/>
                    <a:pt x="6242" y="16312"/>
                  </a:cubicBezTo>
                  <a:cubicBezTo>
                    <a:pt x="6269" y="16312"/>
                    <a:pt x="6298" y="16317"/>
                    <a:pt x="6325" y="16330"/>
                  </a:cubicBezTo>
                  <a:cubicBezTo>
                    <a:pt x="6484" y="16407"/>
                    <a:pt x="6615" y="16439"/>
                    <a:pt x="6730" y="16439"/>
                  </a:cubicBezTo>
                  <a:cubicBezTo>
                    <a:pt x="7004" y="16439"/>
                    <a:pt x="7192" y="16254"/>
                    <a:pt x="7478" y="16045"/>
                  </a:cubicBezTo>
                  <a:cubicBezTo>
                    <a:pt x="7615" y="15944"/>
                    <a:pt x="7762" y="15868"/>
                    <a:pt x="7923" y="15868"/>
                  </a:cubicBezTo>
                  <a:cubicBezTo>
                    <a:pt x="7979" y="15868"/>
                    <a:pt x="8037" y="15877"/>
                    <a:pt x="8096" y="15897"/>
                  </a:cubicBezTo>
                  <a:cubicBezTo>
                    <a:pt x="8599" y="16068"/>
                    <a:pt x="8571" y="16677"/>
                    <a:pt x="8425" y="17077"/>
                  </a:cubicBezTo>
                  <a:cubicBezTo>
                    <a:pt x="8328" y="17343"/>
                    <a:pt x="8021" y="17835"/>
                    <a:pt x="8413" y="18073"/>
                  </a:cubicBezTo>
                  <a:cubicBezTo>
                    <a:pt x="8488" y="18118"/>
                    <a:pt x="8568" y="18137"/>
                    <a:pt x="8647" y="18137"/>
                  </a:cubicBezTo>
                  <a:cubicBezTo>
                    <a:pt x="8842" y="18137"/>
                    <a:pt x="9038" y="18022"/>
                    <a:pt x="9169" y="17886"/>
                  </a:cubicBezTo>
                  <a:cubicBezTo>
                    <a:pt x="9495" y="17550"/>
                    <a:pt x="9578" y="17058"/>
                    <a:pt x="9748" y="16640"/>
                  </a:cubicBezTo>
                  <a:cubicBezTo>
                    <a:pt x="9901" y="16270"/>
                    <a:pt x="10087" y="16052"/>
                    <a:pt x="10370" y="15975"/>
                  </a:cubicBezTo>
                  <a:cubicBezTo>
                    <a:pt x="10378" y="15968"/>
                    <a:pt x="10380" y="15961"/>
                    <a:pt x="10390" y="15954"/>
                  </a:cubicBezTo>
                  <a:cubicBezTo>
                    <a:pt x="10521" y="15846"/>
                    <a:pt x="10641" y="15799"/>
                    <a:pt x="10752" y="15799"/>
                  </a:cubicBezTo>
                  <a:cubicBezTo>
                    <a:pt x="11352" y="15799"/>
                    <a:pt x="11667" y="17174"/>
                    <a:pt x="11732" y="17570"/>
                  </a:cubicBezTo>
                  <a:cubicBezTo>
                    <a:pt x="11839" y="18220"/>
                    <a:pt x="11963" y="19123"/>
                    <a:pt x="12690" y="19374"/>
                  </a:cubicBezTo>
                  <a:cubicBezTo>
                    <a:pt x="12775" y="19403"/>
                    <a:pt x="12859" y="19416"/>
                    <a:pt x="12941" y="19416"/>
                  </a:cubicBezTo>
                  <a:cubicBezTo>
                    <a:pt x="13545" y="19416"/>
                    <a:pt x="14038" y="18681"/>
                    <a:pt x="14207" y="18169"/>
                  </a:cubicBezTo>
                  <a:cubicBezTo>
                    <a:pt x="14436" y="17476"/>
                    <a:pt x="14224" y="16901"/>
                    <a:pt x="13708" y="16415"/>
                  </a:cubicBezTo>
                  <a:cubicBezTo>
                    <a:pt x="13334" y="16066"/>
                    <a:pt x="12909" y="15725"/>
                    <a:pt x="12802" y="15195"/>
                  </a:cubicBezTo>
                  <a:cubicBezTo>
                    <a:pt x="12738" y="14876"/>
                    <a:pt x="12825" y="14547"/>
                    <a:pt x="13137" y="14407"/>
                  </a:cubicBezTo>
                  <a:cubicBezTo>
                    <a:pt x="13317" y="14327"/>
                    <a:pt x="13512" y="14366"/>
                    <a:pt x="13699" y="14320"/>
                  </a:cubicBezTo>
                  <a:cubicBezTo>
                    <a:pt x="14239" y="14187"/>
                    <a:pt x="14113" y="13736"/>
                    <a:pt x="13944" y="13364"/>
                  </a:cubicBezTo>
                  <a:cubicBezTo>
                    <a:pt x="13920" y="13307"/>
                    <a:pt x="13893" y="13253"/>
                    <a:pt x="13867" y="13201"/>
                  </a:cubicBezTo>
                  <a:cubicBezTo>
                    <a:pt x="13538" y="12805"/>
                    <a:pt x="13582" y="12017"/>
                    <a:pt x="14164" y="11907"/>
                  </a:cubicBezTo>
                  <a:cubicBezTo>
                    <a:pt x="14195" y="11901"/>
                    <a:pt x="14225" y="11899"/>
                    <a:pt x="14257" y="11899"/>
                  </a:cubicBezTo>
                  <a:cubicBezTo>
                    <a:pt x="14615" y="11899"/>
                    <a:pt x="15023" y="12248"/>
                    <a:pt x="15288" y="12424"/>
                  </a:cubicBezTo>
                  <a:cubicBezTo>
                    <a:pt x="15799" y="12764"/>
                    <a:pt x="16307" y="13144"/>
                    <a:pt x="16927" y="13239"/>
                  </a:cubicBezTo>
                  <a:cubicBezTo>
                    <a:pt x="17008" y="13251"/>
                    <a:pt x="17089" y="13258"/>
                    <a:pt x="17168" y="13258"/>
                  </a:cubicBezTo>
                  <a:cubicBezTo>
                    <a:pt x="17567" y="13258"/>
                    <a:pt x="17921" y="13090"/>
                    <a:pt x="17912" y="12606"/>
                  </a:cubicBezTo>
                  <a:cubicBezTo>
                    <a:pt x="17908" y="12291"/>
                    <a:pt x="17639" y="11954"/>
                    <a:pt x="17433" y="11745"/>
                  </a:cubicBezTo>
                  <a:cubicBezTo>
                    <a:pt x="17015" y="11326"/>
                    <a:pt x="16467" y="11089"/>
                    <a:pt x="15948" y="10823"/>
                  </a:cubicBezTo>
                  <a:cubicBezTo>
                    <a:pt x="15585" y="10639"/>
                    <a:pt x="14660" y="10093"/>
                    <a:pt x="15036" y="9620"/>
                  </a:cubicBezTo>
                  <a:cubicBezTo>
                    <a:pt x="14972" y="9464"/>
                    <a:pt x="15007" y="9308"/>
                    <a:pt x="15155" y="9166"/>
                  </a:cubicBezTo>
                  <a:cubicBezTo>
                    <a:pt x="15417" y="8914"/>
                    <a:pt x="16240" y="9044"/>
                    <a:pt x="16089" y="8503"/>
                  </a:cubicBezTo>
                  <a:cubicBezTo>
                    <a:pt x="15907" y="7858"/>
                    <a:pt x="14936" y="7987"/>
                    <a:pt x="14565" y="7572"/>
                  </a:cubicBezTo>
                  <a:cubicBezTo>
                    <a:pt x="14533" y="7568"/>
                    <a:pt x="14501" y="7554"/>
                    <a:pt x="14473" y="7522"/>
                  </a:cubicBezTo>
                  <a:cubicBezTo>
                    <a:pt x="14181" y="7199"/>
                    <a:pt x="14234" y="6747"/>
                    <a:pt x="14565" y="6465"/>
                  </a:cubicBezTo>
                  <a:cubicBezTo>
                    <a:pt x="14797" y="6268"/>
                    <a:pt x="15073" y="6216"/>
                    <a:pt x="15358" y="6216"/>
                  </a:cubicBezTo>
                  <a:cubicBezTo>
                    <a:pt x="15582" y="6216"/>
                    <a:pt x="15811" y="6248"/>
                    <a:pt x="16028" y="6265"/>
                  </a:cubicBezTo>
                  <a:cubicBezTo>
                    <a:pt x="16078" y="6269"/>
                    <a:pt x="16128" y="6271"/>
                    <a:pt x="16178" y="6271"/>
                  </a:cubicBezTo>
                  <a:cubicBezTo>
                    <a:pt x="17694" y="6271"/>
                    <a:pt x="18545" y="4397"/>
                    <a:pt x="17293" y="3349"/>
                  </a:cubicBezTo>
                  <a:cubicBezTo>
                    <a:pt x="16983" y="3089"/>
                    <a:pt x="16621" y="2979"/>
                    <a:pt x="16253" y="2979"/>
                  </a:cubicBezTo>
                  <a:cubicBezTo>
                    <a:pt x="15815" y="2979"/>
                    <a:pt x="15367" y="3135"/>
                    <a:pt x="14986" y="3380"/>
                  </a:cubicBezTo>
                  <a:cubicBezTo>
                    <a:pt x="14372" y="3774"/>
                    <a:pt x="14015" y="4376"/>
                    <a:pt x="13491" y="4858"/>
                  </a:cubicBezTo>
                  <a:cubicBezTo>
                    <a:pt x="13260" y="5071"/>
                    <a:pt x="12972" y="5240"/>
                    <a:pt x="12666" y="5240"/>
                  </a:cubicBezTo>
                  <a:cubicBezTo>
                    <a:pt x="12567" y="5240"/>
                    <a:pt x="12466" y="5223"/>
                    <a:pt x="12364" y="5183"/>
                  </a:cubicBezTo>
                  <a:cubicBezTo>
                    <a:pt x="12135" y="5095"/>
                    <a:pt x="11972" y="4928"/>
                    <a:pt x="11921" y="4719"/>
                  </a:cubicBezTo>
                  <a:cubicBezTo>
                    <a:pt x="11630" y="4218"/>
                    <a:pt x="12129" y="3433"/>
                    <a:pt x="12379" y="3019"/>
                  </a:cubicBezTo>
                  <a:cubicBezTo>
                    <a:pt x="12631" y="2601"/>
                    <a:pt x="12930" y="2170"/>
                    <a:pt x="13008" y="1680"/>
                  </a:cubicBezTo>
                  <a:cubicBezTo>
                    <a:pt x="13101" y="1093"/>
                    <a:pt x="12831" y="442"/>
                    <a:pt x="12312" y="138"/>
                  </a:cubicBezTo>
                  <a:cubicBezTo>
                    <a:pt x="12148" y="42"/>
                    <a:pt x="11984" y="0"/>
                    <a:pt x="1182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3" name="Google Shape;243;p6"/>
            <p:cNvSpPr/>
            <p:nvPr/>
          </p:nvSpPr>
          <p:spPr>
            <a:xfrm>
              <a:off x="440640" y="2068560"/>
              <a:ext cx="23400" cy="25560"/>
            </a:xfrm>
            <a:custGeom>
              <a:rect b="b" l="l" r="r" t="t"/>
              <a:pathLst>
                <a:path extrusionOk="0" h="516" w="473">
                  <a:moveTo>
                    <a:pt x="245" y="1"/>
                  </a:moveTo>
                  <a:cubicBezTo>
                    <a:pt x="242" y="1"/>
                    <a:pt x="239" y="1"/>
                    <a:pt x="236" y="1"/>
                  </a:cubicBezTo>
                  <a:cubicBezTo>
                    <a:pt x="123" y="5"/>
                    <a:pt x="1" y="100"/>
                    <a:pt x="11" y="225"/>
                  </a:cubicBezTo>
                  <a:lnTo>
                    <a:pt x="17" y="296"/>
                  </a:lnTo>
                  <a:cubicBezTo>
                    <a:pt x="25" y="406"/>
                    <a:pt x="109" y="515"/>
                    <a:pt x="227" y="515"/>
                  </a:cubicBezTo>
                  <a:cubicBezTo>
                    <a:pt x="230" y="515"/>
                    <a:pt x="233" y="515"/>
                    <a:pt x="236" y="515"/>
                  </a:cubicBezTo>
                  <a:cubicBezTo>
                    <a:pt x="364" y="511"/>
                    <a:pt x="447" y="420"/>
                    <a:pt x="456" y="296"/>
                  </a:cubicBezTo>
                  <a:lnTo>
                    <a:pt x="463" y="225"/>
                  </a:lnTo>
                  <a:cubicBezTo>
                    <a:pt x="473" y="111"/>
                    <a:pt x="358" y="1"/>
                    <a:pt x="2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950" lIns="91425" spcFirstLastPara="1" rIns="91425" wrap="square" tIns="12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4" name="Google Shape;244;p6"/>
            <p:cNvSpPr/>
            <p:nvPr/>
          </p:nvSpPr>
          <p:spPr>
            <a:xfrm>
              <a:off x="424440" y="1995120"/>
              <a:ext cx="27720" cy="21600"/>
            </a:xfrm>
            <a:custGeom>
              <a:rect b="b" l="l" r="r" t="t"/>
              <a:pathLst>
                <a:path extrusionOk="0" h="433" w="558">
                  <a:moveTo>
                    <a:pt x="279" y="1"/>
                  </a:moveTo>
                  <a:cubicBezTo>
                    <a:pt x="2" y="1"/>
                    <a:pt x="0" y="433"/>
                    <a:pt x="278" y="433"/>
                  </a:cubicBezTo>
                  <a:cubicBezTo>
                    <a:pt x="279" y="433"/>
                    <a:pt x="279" y="433"/>
                    <a:pt x="279" y="433"/>
                  </a:cubicBezTo>
                  <a:cubicBezTo>
                    <a:pt x="557" y="433"/>
                    <a:pt x="557" y="1"/>
                    <a:pt x="2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0800" lIns="91425" spcFirstLastPara="1" rIns="91425" wrap="square" tIns="10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5" name="Google Shape;245;p6"/>
            <p:cNvSpPr/>
            <p:nvPr/>
          </p:nvSpPr>
          <p:spPr>
            <a:xfrm>
              <a:off x="381960" y="2097360"/>
              <a:ext cx="28080" cy="21600"/>
            </a:xfrm>
            <a:custGeom>
              <a:rect b="b" l="l" r="r" t="t"/>
              <a:pathLst>
                <a:path extrusionOk="0" h="435" w="563">
                  <a:moveTo>
                    <a:pt x="283" y="1"/>
                  </a:moveTo>
                  <a:cubicBezTo>
                    <a:pt x="2" y="1"/>
                    <a:pt x="1" y="434"/>
                    <a:pt x="283" y="434"/>
                  </a:cubicBezTo>
                  <a:cubicBezTo>
                    <a:pt x="562" y="434"/>
                    <a:pt x="562" y="1"/>
                    <a:pt x="2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0800" lIns="91425" spcFirstLastPara="1" rIns="91425" wrap="square" tIns="10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6" name="Google Shape;246;p6"/>
            <p:cNvSpPr/>
            <p:nvPr/>
          </p:nvSpPr>
          <p:spPr>
            <a:xfrm>
              <a:off x="349560" y="2242080"/>
              <a:ext cx="24120" cy="20520"/>
            </a:xfrm>
            <a:custGeom>
              <a:rect b="b" l="l" r="r" t="t"/>
              <a:pathLst>
                <a:path extrusionOk="0" h="412" w="484">
                  <a:moveTo>
                    <a:pt x="279" y="1"/>
                  </a:moveTo>
                  <a:cubicBezTo>
                    <a:pt x="261" y="1"/>
                    <a:pt x="243" y="3"/>
                    <a:pt x="225" y="9"/>
                  </a:cubicBezTo>
                  <a:cubicBezTo>
                    <a:pt x="211" y="14"/>
                    <a:pt x="196" y="21"/>
                    <a:pt x="177" y="27"/>
                  </a:cubicBezTo>
                  <a:cubicBezTo>
                    <a:pt x="0" y="85"/>
                    <a:pt x="0" y="328"/>
                    <a:pt x="177" y="387"/>
                  </a:cubicBezTo>
                  <a:lnTo>
                    <a:pt x="225" y="403"/>
                  </a:lnTo>
                  <a:cubicBezTo>
                    <a:pt x="244" y="409"/>
                    <a:pt x="263" y="411"/>
                    <a:pt x="281" y="411"/>
                  </a:cubicBezTo>
                  <a:cubicBezTo>
                    <a:pt x="388" y="411"/>
                    <a:pt x="483" y="316"/>
                    <a:pt x="483" y="206"/>
                  </a:cubicBezTo>
                  <a:cubicBezTo>
                    <a:pt x="483" y="95"/>
                    <a:pt x="387" y="1"/>
                    <a:pt x="2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0425" lIns="91425" spcFirstLastPara="1" rIns="91425" wrap="square" tIns="10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7" name="Google Shape;247;p6"/>
            <p:cNvSpPr/>
            <p:nvPr/>
          </p:nvSpPr>
          <p:spPr>
            <a:xfrm>
              <a:off x="348120" y="2034720"/>
              <a:ext cx="25560" cy="19800"/>
            </a:xfrm>
            <a:custGeom>
              <a:rect b="b" l="l" r="r" t="t"/>
              <a:pathLst>
                <a:path extrusionOk="0" h="401" w="518">
                  <a:moveTo>
                    <a:pt x="258" y="1"/>
                  </a:moveTo>
                  <a:cubicBezTo>
                    <a:pt x="0" y="1"/>
                    <a:pt x="0" y="400"/>
                    <a:pt x="258" y="400"/>
                  </a:cubicBezTo>
                  <a:cubicBezTo>
                    <a:pt x="518" y="400"/>
                    <a:pt x="518" y="1"/>
                    <a:pt x="2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0075" lIns="91425" spcFirstLastPara="1" rIns="91425" wrap="square" tIns="100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8" name="Google Shape;248;p6"/>
            <p:cNvSpPr/>
            <p:nvPr/>
          </p:nvSpPr>
          <p:spPr>
            <a:xfrm>
              <a:off x="294120" y="2103480"/>
              <a:ext cx="20880" cy="16200"/>
            </a:xfrm>
            <a:custGeom>
              <a:rect b="b" l="l" r="r" t="t"/>
              <a:pathLst>
                <a:path extrusionOk="0" h="328" w="422">
                  <a:moveTo>
                    <a:pt x="212" y="1"/>
                  </a:moveTo>
                  <a:cubicBezTo>
                    <a:pt x="0" y="1"/>
                    <a:pt x="0" y="328"/>
                    <a:pt x="212" y="328"/>
                  </a:cubicBezTo>
                  <a:cubicBezTo>
                    <a:pt x="421" y="328"/>
                    <a:pt x="421" y="1"/>
                    <a:pt x="2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8275" lIns="91425" spcFirstLastPara="1" rIns="91425" wrap="square" tIns="8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9" name="Google Shape;249;p6"/>
            <p:cNvSpPr/>
            <p:nvPr/>
          </p:nvSpPr>
          <p:spPr>
            <a:xfrm>
              <a:off x="281520" y="2217960"/>
              <a:ext cx="25200" cy="19440"/>
            </a:xfrm>
            <a:custGeom>
              <a:rect b="b" l="l" r="r" t="t"/>
              <a:pathLst>
                <a:path extrusionOk="0" h="392" w="506">
                  <a:moveTo>
                    <a:pt x="253" y="1"/>
                  </a:moveTo>
                  <a:cubicBezTo>
                    <a:pt x="2" y="1"/>
                    <a:pt x="1" y="392"/>
                    <a:pt x="253" y="392"/>
                  </a:cubicBezTo>
                  <a:cubicBezTo>
                    <a:pt x="505" y="392"/>
                    <a:pt x="505" y="1"/>
                    <a:pt x="2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0" name="Google Shape;250;p6"/>
            <p:cNvSpPr/>
            <p:nvPr/>
          </p:nvSpPr>
          <p:spPr>
            <a:xfrm>
              <a:off x="202680" y="2174040"/>
              <a:ext cx="48240" cy="57600"/>
            </a:xfrm>
            <a:custGeom>
              <a:rect b="b" l="l" r="r" t="t"/>
              <a:pathLst>
                <a:path extrusionOk="0" h="1148" w="967">
                  <a:moveTo>
                    <a:pt x="348" y="172"/>
                  </a:moveTo>
                  <a:cubicBezTo>
                    <a:pt x="416" y="285"/>
                    <a:pt x="531" y="356"/>
                    <a:pt x="603" y="467"/>
                  </a:cubicBezTo>
                  <a:cubicBezTo>
                    <a:pt x="667" y="563"/>
                    <a:pt x="723" y="770"/>
                    <a:pt x="589" y="841"/>
                  </a:cubicBezTo>
                  <a:cubicBezTo>
                    <a:pt x="565" y="854"/>
                    <a:pt x="541" y="859"/>
                    <a:pt x="518" y="859"/>
                  </a:cubicBezTo>
                  <a:cubicBezTo>
                    <a:pt x="403" y="859"/>
                    <a:pt x="303" y="722"/>
                    <a:pt x="277" y="626"/>
                  </a:cubicBezTo>
                  <a:cubicBezTo>
                    <a:pt x="264" y="580"/>
                    <a:pt x="219" y="173"/>
                    <a:pt x="319" y="173"/>
                  </a:cubicBezTo>
                  <a:cubicBezTo>
                    <a:pt x="320" y="173"/>
                    <a:pt x="322" y="173"/>
                    <a:pt x="324" y="174"/>
                  </a:cubicBezTo>
                  <a:cubicBezTo>
                    <a:pt x="334" y="174"/>
                    <a:pt x="341" y="174"/>
                    <a:pt x="348" y="172"/>
                  </a:cubicBezTo>
                  <a:close/>
                  <a:moveTo>
                    <a:pt x="417" y="0"/>
                  </a:moveTo>
                  <a:cubicBezTo>
                    <a:pt x="400" y="0"/>
                    <a:pt x="385" y="4"/>
                    <a:pt x="372" y="12"/>
                  </a:cubicBezTo>
                  <a:lnTo>
                    <a:pt x="370" y="12"/>
                  </a:lnTo>
                  <a:cubicBezTo>
                    <a:pt x="345" y="5"/>
                    <a:pt x="322" y="2"/>
                    <a:pt x="300" y="2"/>
                  </a:cubicBezTo>
                  <a:cubicBezTo>
                    <a:pt x="73" y="2"/>
                    <a:pt x="2" y="342"/>
                    <a:pt x="2" y="528"/>
                  </a:cubicBezTo>
                  <a:cubicBezTo>
                    <a:pt x="1" y="814"/>
                    <a:pt x="171" y="1109"/>
                    <a:pt x="477" y="1144"/>
                  </a:cubicBezTo>
                  <a:cubicBezTo>
                    <a:pt x="494" y="1146"/>
                    <a:pt x="510" y="1147"/>
                    <a:pt x="527" y="1147"/>
                  </a:cubicBezTo>
                  <a:cubicBezTo>
                    <a:pt x="783" y="1147"/>
                    <a:pt x="967" y="924"/>
                    <a:pt x="964" y="668"/>
                  </a:cubicBezTo>
                  <a:cubicBezTo>
                    <a:pt x="960" y="388"/>
                    <a:pt x="715" y="70"/>
                    <a:pt x="443" y="3"/>
                  </a:cubicBezTo>
                  <a:cubicBezTo>
                    <a:pt x="434" y="1"/>
                    <a:pt x="425" y="0"/>
                    <a:pt x="4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8800" lIns="91425" spcFirstLastPara="1" rIns="91425" wrap="square" tIns="28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1" name="Google Shape;251;p6"/>
            <p:cNvSpPr/>
            <p:nvPr/>
          </p:nvSpPr>
          <p:spPr>
            <a:xfrm>
              <a:off x="225720" y="1886760"/>
              <a:ext cx="17280" cy="13320"/>
            </a:xfrm>
            <a:custGeom>
              <a:rect b="b" l="l" r="r" t="t"/>
              <a:pathLst>
                <a:path extrusionOk="0" h="272" w="351">
                  <a:moveTo>
                    <a:pt x="174" y="1"/>
                  </a:moveTo>
                  <a:cubicBezTo>
                    <a:pt x="1" y="1"/>
                    <a:pt x="0" y="272"/>
                    <a:pt x="174" y="272"/>
                  </a:cubicBezTo>
                  <a:cubicBezTo>
                    <a:pt x="349" y="272"/>
                    <a:pt x="350" y="1"/>
                    <a:pt x="1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825" lIns="91425" spcFirstLastPara="1" rIns="91425" wrap="square" tIns="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2" name="Google Shape;252;p6"/>
            <p:cNvSpPr/>
            <p:nvPr/>
          </p:nvSpPr>
          <p:spPr>
            <a:xfrm>
              <a:off x="213840" y="2182680"/>
              <a:ext cx="24840" cy="34200"/>
            </a:xfrm>
            <a:custGeom>
              <a:rect b="b" l="l" r="r" t="t"/>
              <a:pathLst>
                <a:path extrusionOk="0" h="688" w="503">
                  <a:moveTo>
                    <a:pt x="128" y="0"/>
                  </a:moveTo>
                  <a:cubicBezTo>
                    <a:pt x="123" y="1"/>
                    <a:pt x="118" y="2"/>
                    <a:pt x="113" y="2"/>
                  </a:cubicBezTo>
                  <a:cubicBezTo>
                    <a:pt x="110" y="2"/>
                    <a:pt x="108" y="2"/>
                    <a:pt x="106" y="2"/>
                  </a:cubicBezTo>
                  <a:cubicBezTo>
                    <a:pt x="104" y="1"/>
                    <a:pt x="102" y="1"/>
                    <a:pt x="100" y="1"/>
                  </a:cubicBezTo>
                  <a:cubicBezTo>
                    <a:pt x="1" y="1"/>
                    <a:pt x="45" y="408"/>
                    <a:pt x="57" y="454"/>
                  </a:cubicBezTo>
                  <a:cubicBezTo>
                    <a:pt x="84" y="549"/>
                    <a:pt x="184" y="687"/>
                    <a:pt x="299" y="687"/>
                  </a:cubicBezTo>
                  <a:cubicBezTo>
                    <a:pt x="322" y="687"/>
                    <a:pt x="345" y="682"/>
                    <a:pt x="369" y="669"/>
                  </a:cubicBezTo>
                  <a:cubicBezTo>
                    <a:pt x="502" y="598"/>
                    <a:pt x="446" y="391"/>
                    <a:pt x="383" y="295"/>
                  </a:cubicBezTo>
                  <a:cubicBezTo>
                    <a:pt x="310" y="184"/>
                    <a:pt x="198" y="113"/>
                    <a:pt x="1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7275" lIns="91425" spcFirstLastPara="1" rIns="91425" wrap="square" tIns="17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3" name="Google Shape;253;p6"/>
            <p:cNvSpPr/>
            <p:nvPr/>
          </p:nvSpPr>
          <p:spPr>
            <a:xfrm>
              <a:off x="212400" y="2271240"/>
              <a:ext cx="21600" cy="19800"/>
            </a:xfrm>
            <a:custGeom>
              <a:rect b="b" l="l" r="r" t="t"/>
              <a:pathLst>
                <a:path extrusionOk="0" h="402" w="438">
                  <a:moveTo>
                    <a:pt x="220" y="1"/>
                  </a:moveTo>
                  <a:cubicBezTo>
                    <a:pt x="107" y="1"/>
                    <a:pt x="3" y="96"/>
                    <a:pt x="19" y="223"/>
                  </a:cubicBezTo>
                  <a:cubicBezTo>
                    <a:pt x="0" y="315"/>
                    <a:pt x="78" y="401"/>
                    <a:pt x="165" y="401"/>
                  </a:cubicBezTo>
                  <a:cubicBezTo>
                    <a:pt x="176" y="401"/>
                    <a:pt x="186" y="400"/>
                    <a:pt x="197" y="398"/>
                  </a:cubicBezTo>
                  <a:cubicBezTo>
                    <a:pt x="204" y="398"/>
                    <a:pt x="211" y="398"/>
                    <a:pt x="217" y="398"/>
                  </a:cubicBezTo>
                  <a:cubicBezTo>
                    <a:pt x="288" y="398"/>
                    <a:pt x="356" y="366"/>
                    <a:pt x="394" y="301"/>
                  </a:cubicBezTo>
                  <a:cubicBezTo>
                    <a:pt x="438" y="227"/>
                    <a:pt x="428" y="117"/>
                    <a:pt x="361" y="57"/>
                  </a:cubicBezTo>
                  <a:cubicBezTo>
                    <a:pt x="318" y="18"/>
                    <a:pt x="268" y="1"/>
                    <a:pt x="2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0075" lIns="91425" spcFirstLastPara="1" rIns="91425" wrap="square" tIns="100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4" name="Google Shape;254;p6"/>
            <p:cNvSpPr/>
            <p:nvPr/>
          </p:nvSpPr>
          <p:spPr>
            <a:xfrm>
              <a:off x="198360" y="2101680"/>
              <a:ext cx="25920" cy="23400"/>
            </a:xfrm>
            <a:custGeom>
              <a:rect b="b" l="l" r="r" t="t"/>
              <a:pathLst>
                <a:path extrusionOk="0" h="475" w="524">
                  <a:moveTo>
                    <a:pt x="304" y="1"/>
                  </a:moveTo>
                  <a:cubicBezTo>
                    <a:pt x="254" y="1"/>
                    <a:pt x="204" y="20"/>
                    <a:pt x="161" y="56"/>
                  </a:cubicBezTo>
                  <a:cubicBezTo>
                    <a:pt x="134" y="77"/>
                    <a:pt x="109" y="99"/>
                    <a:pt x="84" y="120"/>
                  </a:cubicBezTo>
                  <a:cubicBezTo>
                    <a:pt x="1" y="191"/>
                    <a:pt x="7" y="344"/>
                    <a:pt x="84" y="415"/>
                  </a:cubicBezTo>
                  <a:cubicBezTo>
                    <a:pt x="125" y="452"/>
                    <a:pt x="183" y="474"/>
                    <a:pt x="240" y="474"/>
                  </a:cubicBezTo>
                  <a:cubicBezTo>
                    <a:pt x="291" y="474"/>
                    <a:pt x="342" y="456"/>
                    <a:pt x="376" y="415"/>
                  </a:cubicBezTo>
                  <a:cubicBezTo>
                    <a:pt x="398" y="388"/>
                    <a:pt x="419" y="362"/>
                    <a:pt x="440" y="338"/>
                  </a:cubicBezTo>
                  <a:cubicBezTo>
                    <a:pt x="507" y="257"/>
                    <a:pt x="524" y="133"/>
                    <a:pt x="440" y="56"/>
                  </a:cubicBezTo>
                  <a:cubicBezTo>
                    <a:pt x="399" y="19"/>
                    <a:pt x="352" y="1"/>
                    <a:pt x="3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1875" lIns="91425" spcFirstLastPara="1" rIns="91425" wrap="square" tIns="11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5" name="Google Shape;255;p6"/>
            <p:cNvSpPr/>
            <p:nvPr/>
          </p:nvSpPr>
          <p:spPr>
            <a:xfrm>
              <a:off x="181080" y="1858320"/>
              <a:ext cx="21960" cy="24840"/>
            </a:xfrm>
            <a:custGeom>
              <a:rect b="b" l="l" r="r" t="t"/>
              <a:pathLst>
                <a:path extrusionOk="0" h="503" w="442">
                  <a:moveTo>
                    <a:pt x="232" y="1"/>
                  </a:moveTo>
                  <a:cubicBezTo>
                    <a:pt x="229" y="1"/>
                    <a:pt x="226" y="1"/>
                    <a:pt x="223" y="1"/>
                  </a:cubicBezTo>
                  <a:cubicBezTo>
                    <a:pt x="103" y="8"/>
                    <a:pt x="15" y="96"/>
                    <a:pt x="9" y="215"/>
                  </a:cubicBezTo>
                  <a:lnTo>
                    <a:pt x="6" y="286"/>
                  </a:lnTo>
                  <a:cubicBezTo>
                    <a:pt x="1" y="396"/>
                    <a:pt x="106" y="502"/>
                    <a:pt x="217" y="502"/>
                  </a:cubicBezTo>
                  <a:cubicBezTo>
                    <a:pt x="219" y="502"/>
                    <a:pt x="220" y="502"/>
                    <a:pt x="222" y="502"/>
                  </a:cubicBezTo>
                  <a:cubicBezTo>
                    <a:pt x="334" y="497"/>
                    <a:pt x="441" y="407"/>
                    <a:pt x="439" y="286"/>
                  </a:cubicBezTo>
                  <a:lnTo>
                    <a:pt x="439" y="215"/>
                  </a:lnTo>
                  <a:cubicBezTo>
                    <a:pt x="433" y="106"/>
                    <a:pt x="347" y="1"/>
                    <a:pt x="2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600" lIns="91425" spcFirstLastPara="1" rIns="91425" wrap="square" tIns="12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6" name="Google Shape;256;p6"/>
            <p:cNvSpPr/>
            <p:nvPr/>
          </p:nvSpPr>
          <p:spPr>
            <a:xfrm>
              <a:off x="187920" y="1975680"/>
              <a:ext cx="15120" cy="11520"/>
            </a:xfrm>
            <a:custGeom>
              <a:rect b="b" l="l" r="r" t="t"/>
              <a:pathLst>
                <a:path extrusionOk="0" h="238" w="307">
                  <a:moveTo>
                    <a:pt x="153" y="0"/>
                  </a:moveTo>
                  <a:cubicBezTo>
                    <a:pt x="1" y="0"/>
                    <a:pt x="0" y="237"/>
                    <a:pt x="152" y="237"/>
                  </a:cubicBezTo>
                  <a:cubicBezTo>
                    <a:pt x="152" y="237"/>
                    <a:pt x="153" y="237"/>
                    <a:pt x="153" y="237"/>
                  </a:cubicBezTo>
                  <a:cubicBezTo>
                    <a:pt x="306" y="237"/>
                    <a:pt x="306" y="0"/>
                    <a:pt x="1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750" lIns="91425" spcFirstLastPara="1" rIns="91425" wrap="square" tIns="5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7" name="Google Shape;257;p6"/>
            <p:cNvSpPr/>
            <p:nvPr/>
          </p:nvSpPr>
          <p:spPr>
            <a:xfrm>
              <a:off x="174600" y="1914840"/>
              <a:ext cx="26280" cy="20520"/>
            </a:xfrm>
            <a:custGeom>
              <a:rect b="b" l="l" r="r" t="t"/>
              <a:pathLst>
                <a:path extrusionOk="0" h="411" w="531">
                  <a:moveTo>
                    <a:pt x="291" y="1"/>
                  </a:moveTo>
                  <a:cubicBezTo>
                    <a:pt x="270" y="1"/>
                    <a:pt x="248" y="4"/>
                    <a:pt x="225" y="10"/>
                  </a:cubicBezTo>
                  <a:cubicBezTo>
                    <a:pt x="210" y="14"/>
                    <a:pt x="198" y="18"/>
                    <a:pt x="183" y="21"/>
                  </a:cubicBezTo>
                  <a:cubicBezTo>
                    <a:pt x="1" y="69"/>
                    <a:pt x="1" y="341"/>
                    <a:pt x="183" y="391"/>
                  </a:cubicBezTo>
                  <a:cubicBezTo>
                    <a:pt x="198" y="394"/>
                    <a:pt x="210" y="398"/>
                    <a:pt x="225" y="401"/>
                  </a:cubicBezTo>
                  <a:cubicBezTo>
                    <a:pt x="248" y="408"/>
                    <a:pt x="271" y="411"/>
                    <a:pt x="291" y="411"/>
                  </a:cubicBezTo>
                  <a:cubicBezTo>
                    <a:pt x="529" y="411"/>
                    <a:pt x="531" y="1"/>
                    <a:pt x="2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0425" lIns="91425" spcFirstLastPara="1" rIns="91425" wrap="square" tIns="10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8" name="Google Shape;258;p6"/>
            <p:cNvSpPr/>
            <p:nvPr/>
          </p:nvSpPr>
          <p:spPr>
            <a:xfrm>
              <a:off x="154800" y="2064960"/>
              <a:ext cx="29520" cy="33480"/>
            </a:xfrm>
            <a:custGeom>
              <a:rect b="b" l="l" r="r" t="t"/>
              <a:pathLst>
                <a:path extrusionOk="0" h="669" w="591">
                  <a:moveTo>
                    <a:pt x="261" y="1"/>
                  </a:moveTo>
                  <a:cubicBezTo>
                    <a:pt x="241" y="1"/>
                    <a:pt x="221" y="4"/>
                    <a:pt x="201" y="10"/>
                  </a:cubicBezTo>
                  <a:cubicBezTo>
                    <a:pt x="92" y="47"/>
                    <a:pt x="0" y="171"/>
                    <a:pt x="43" y="293"/>
                  </a:cubicBezTo>
                  <a:lnTo>
                    <a:pt x="116" y="500"/>
                  </a:lnTo>
                  <a:cubicBezTo>
                    <a:pt x="149" y="593"/>
                    <a:pt x="236" y="668"/>
                    <a:pt x="334" y="668"/>
                  </a:cubicBezTo>
                  <a:cubicBezTo>
                    <a:pt x="354" y="668"/>
                    <a:pt x="374" y="665"/>
                    <a:pt x="394" y="659"/>
                  </a:cubicBezTo>
                  <a:cubicBezTo>
                    <a:pt x="506" y="623"/>
                    <a:pt x="591" y="503"/>
                    <a:pt x="553" y="380"/>
                  </a:cubicBezTo>
                  <a:cubicBezTo>
                    <a:pt x="530" y="312"/>
                    <a:pt x="506" y="241"/>
                    <a:pt x="483" y="170"/>
                  </a:cubicBezTo>
                  <a:cubicBezTo>
                    <a:pt x="452" y="76"/>
                    <a:pt x="361" y="1"/>
                    <a:pt x="2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6900" lIns="91425" spcFirstLastPara="1" rIns="91425" wrap="square" tIns="16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9" name="Google Shape;259;p6"/>
            <p:cNvSpPr/>
            <p:nvPr/>
          </p:nvSpPr>
          <p:spPr>
            <a:xfrm>
              <a:off x="169920" y="2200320"/>
              <a:ext cx="16200" cy="12600"/>
            </a:xfrm>
            <a:custGeom>
              <a:rect b="b" l="l" r="r" t="t"/>
              <a:pathLst>
                <a:path extrusionOk="0" h="256" w="330">
                  <a:moveTo>
                    <a:pt x="165" y="0"/>
                  </a:moveTo>
                  <a:cubicBezTo>
                    <a:pt x="0" y="0"/>
                    <a:pt x="0" y="255"/>
                    <a:pt x="165" y="255"/>
                  </a:cubicBezTo>
                  <a:cubicBezTo>
                    <a:pt x="329" y="255"/>
                    <a:pt x="329" y="0"/>
                    <a:pt x="1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475" lIns="91425" spcFirstLastPara="1" rIns="91425" wrap="square" tIns="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60" name="Google Shape;260;p6"/>
            <p:cNvSpPr/>
            <p:nvPr/>
          </p:nvSpPr>
          <p:spPr>
            <a:xfrm>
              <a:off x="156240" y="2264040"/>
              <a:ext cx="15120" cy="11520"/>
            </a:xfrm>
            <a:custGeom>
              <a:rect b="b" l="l" r="r" t="t"/>
              <a:pathLst>
                <a:path extrusionOk="0" h="238" w="307">
                  <a:moveTo>
                    <a:pt x="155" y="1"/>
                  </a:moveTo>
                  <a:cubicBezTo>
                    <a:pt x="0" y="1"/>
                    <a:pt x="0" y="237"/>
                    <a:pt x="155" y="237"/>
                  </a:cubicBezTo>
                  <a:cubicBezTo>
                    <a:pt x="307" y="237"/>
                    <a:pt x="307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750" lIns="91425" spcFirstLastPara="1" rIns="91425" wrap="square" tIns="5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61" name="Google Shape;261;p6"/>
            <p:cNvSpPr/>
            <p:nvPr/>
          </p:nvSpPr>
          <p:spPr>
            <a:xfrm>
              <a:off x="133200" y="2140200"/>
              <a:ext cx="21960" cy="19440"/>
            </a:xfrm>
            <a:custGeom>
              <a:rect b="b" l="l" r="r" t="t"/>
              <a:pathLst>
                <a:path extrusionOk="0" h="396" w="445">
                  <a:moveTo>
                    <a:pt x="265" y="389"/>
                  </a:moveTo>
                  <a:cubicBezTo>
                    <a:pt x="262" y="389"/>
                    <a:pt x="260" y="389"/>
                    <a:pt x="257" y="389"/>
                  </a:cubicBezTo>
                  <a:cubicBezTo>
                    <a:pt x="259" y="389"/>
                    <a:pt x="262" y="389"/>
                    <a:pt x="265" y="389"/>
                  </a:cubicBezTo>
                  <a:close/>
                  <a:moveTo>
                    <a:pt x="215" y="0"/>
                  </a:moveTo>
                  <a:cubicBezTo>
                    <a:pt x="172" y="0"/>
                    <a:pt x="134" y="12"/>
                    <a:pt x="95" y="41"/>
                  </a:cubicBezTo>
                  <a:cubicBezTo>
                    <a:pt x="47" y="78"/>
                    <a:pt x="16" y="134"/>
                    <a:pt x="17" y="197"/>
                  </a:cubicBezTo>
                  <a:lnTo>
                    <a:pt x="17" y="211"/>
                  </a:lnTo>
                  <a:cubicBezTo>
                    <a:pt x="15" y="231"/>
                    <a:pt x="10" y="248"/>
                    <a:pt x="8" y="269"/>
                  </a:cubicBezTo>
                  <a:cubicBezTo>
                    <a:pt x="0" y="320"/>
                    <a:pt x="50" y="372"/>
                    <a:pt x="94" y="384"/>
                  </a:cubicBezTo>
                  <a:cubicBezTo>
                    <a:pt x="101" y="385"/>
                    <a:pt x="108" y="386"/>
                    <a:pt x="115" y="386"/>
                  </a:cubicBezTo>
                  <a:cubicBezTo>
                    <a:pt x="128" y="386"/>
                    <a:pt x="140" y="384"/>
                    <a:pt x="152" y="382"/>
                  </a:cubicBezTo>
                  <a:cubicBezTo>
                    <a:pt x="170" y="389"/>
                    <a:pt x="190" y="395"/>
                    <a:pt x="210" y="395"/>
                  </a:cubicBezTo>
                  <a:cubicBezTo>
                    <a:pt x="212" y="395"/>
                    <a:pt x="214" y="395"/>
                    <a:pt x="216" y="395"/>
                  </a:cubicBezTo>
                  <a:cubicBezTo>
                    <a:pt x="234" y="391"/>
                    <a:pt x="251" y="389"/>
                    <a:pt x="270" y="388"/>
                  </a:cubicBezTo>
                  <a:lnTo>
                    <a:pt x="270" y="388"/>
                  </a:lnTo>
                  <a:cubicBezTo>
                    <a:pt x="268" y="389"/>
                    <a:pt x="267" y="389"/>
                    <a:pt x="265" y="389"/>
                  </a:cubicBezTo>
                  <a:lnTo>
                    <a:pt x="265" y="389"/>
                  </a:lnTo>
                  <a:cubicBezTo>
                    <a:pt x="272" y="388"/>
                    <a:pt x="281" y="387"/>
                    <a:pt x="292" y="384"/>
                  </a:cubicBezTo>
                  <a:cubicBezTo>
                    <a:pt x="366" y="364"/>
                    <a:pt x="444" y="282"/>
                    <a:pt x="434" y="198"/>
                  </a:cubicBezTo>
                  <a:cubicBezTo>
                    <a:pt x="423" y="110"/>
                    <a:pt x="380" y="37"/>
                    <a:pt x="292" y="10"/>
                  </a:cubicBezTo>
                  <a:cubicBezTo>
                    <a:pt x="285" y="8"/>
                    <a:pt x="277" y="7"/>
                    <a:pt x="270" y="5"/>
                  </a:cubicBezTo>
                  <a:cubicBezTo>
                    <a:pt x="251" y="2"/>
                    <a:pt x="232" y="0"/>
                    <a:pt x="2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62" name="Google Shape;262;p6"/>
            <p:cNvSpPr/>
            <p:nvPr/>
          </p:nvSpPr>
          <p:spPr>
            <a:xfrm>
              <a:off x="132480" y="2015640"/>
              <a:ext cx="20520" cy="15840"/>
            </a:xfrm>
            <a:custGeom>
              <a:rect b="b" l="l" r="r" t="t"/>
              <a:pathLst>
                <a:path extrusionOk="0" h="322" w="416">
                  <a:moveTo>
                    <a:pt x="207" y="1"/>
                  </a:moveTo>
                  <a:cubicBezTo>
                    <a:pt x="0" y="1"/>
                    <a:pt x="0" y="321"/>
                    <a:pt x="207" y="321"/>
                  </a:cubicBezTo>
                  <a:cubicBezTo>
                    <a:pt x="415" y="321"/>
                    <a:pt x="415" y="1"/>
                    <a:pt x="2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900" lIns="91425" spcFirstLastPara="1" rIns="91425" wrap="square" tIns="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63" name="Google Shape;263;p6"/>
            <p:cNvSpPr/>
            <p:nvPr/>
          </p:nvSpPr>
          <p:spPr>
            <a:xfrm>
              <a:off x="-86760" y="2111040"/>
              <a:ext cx="223560" cy="243720"/>
            </a:xfrm>
            <a:custGeom>
              <a:rect b="b" l="l" r="r" t="t"/>
              <a:pathLst>
                <a:path extrusionOk="0" h="4844" w="4445">
                  <a:moveTo>
                    <a:pt x="2430" y="307"/>
                  </a:moveTo>
                  <a:cubicBezTo>
                    <a:pt x="2442" y="345"/>
                    <a:pt x="2466" y="381"/>
                    <a:pt x="2503" y="406"/>
                  </a:cubicBezTo>
                  <a:cubicBezTo>
                    <a:pt x="2461" y="440"/>
                    <a:pt x="2431" y="490"/>
                    <a:pt x="2421" y="545"/>
                  </a:cubicBezTo>
                  <a:cubicBezTo>
                    <a:pt x="2407" y="534"/>
                    <a:pt x="2393" y="522"/>
                    <a:pt x="2379" y="509"/>
                  </a:cubicBezTo>
                  <a:cubicBezTo>
                    <a:pt x="2390" y="498"/>
                    <a:pt x="2403" y="490"/>
                    <a:pt x="2415" y="480"/>
                  </a:cubicBezTo>
                  <a:cubicBezTo>
                    <a:pt x="2459" y="434"/>
                    <a:pt x="2461" y="356"/>
                    <a:pt x="2421" y="310"/>
                  </a:cubicBezTo>
                  <a:cubicBezTo>
                    <a:pt x="2422" y="310"/>
                    <a:pt x="2425" y="307"/>
                    <a:pt x="2430" y="307"/>
                  </a:cubicBezTo>
                  <a:close/>
                  <a:moveTo>
                    <a:pt x="1219" y="1168"/>
                  </a:moveTo>
                  <a:cubicBezTo>
                    <a:pt x="1221" y="1188"/>
                    <a:pt x="1226" y="1207"/>
                    <a:pt x="1238" y="1227"/>
                  </a:cubicBezTo>
                  <a:cubicBezTo>
                    <a:pt x="1154" y="1253"/>
                    <a:pt x="1085" y="1327"/>
                    <a:pt x="1085" y="1411"/>
                  </a:cubicBezTo>
                  <a:cubicBezTo>
                    <a:pt x="1072" y="1412"/>
                    <a:pt x="1061" y="1415"/>
                    <a:pt x="1048" y="1418"/>
                  </a:cubicBezTo>
                  <a:cubicBezTo>
                    <a:pt x="1100" y="1333"/>
                    <a:pt x="1160" y="1249"/>
                    <a:pt x="1219" y="1168"/>
                  </a:cubicBezTo>
                  <a:close/>
                  <a:moveTo>
                    <a:pt x="896" y="1693"/>
                  </a:moveTo>
                  <a:cubicBezTo>
                    <a:pt x="900" y="1701"/>
                    <a:pt x="905" y="1710"/>
                    <a:pt x="909" y="1720"/>
                  </a:cubicBezTo>
                  <a:cubicBezTo>
                    <a:pt x="940" y="1771"/>
                    <a:pt x="970" y="1822"/>
                    <a:pt x="1001" y="1876"/>
                  </a:cubicBezTo>
                  <a:cubicBezTo>
                    <a:pt x="984" y="1859"/>
                    <a:pt x="966" y="1843"/>
                    <a:pt x="950" y="1827"/>
                  </a:cubicBezTo>
                  <a:cubicBezTo>
                    <a:pt x="922" y="1802"/>
                    <a:pt x="888" y="1786"/>
                    <a:pt x="854" y="1781"/>
                  </a:cubicBezTo>
                  <a:cubicBezTo>
                    <a:pt x="868" y="1751"/>
                    <a:pt x="882" y="1723"/>
                    <a:pt x="896" y="1693"/>
                  </a:cubicBezTo>
                  <a:close/>
                  <a:moveTo>
                    <a:pt x="3243" y="3705"/>
                  </a:moveTo>
                  <a:cubicBezTo>
                    <a:pt x="3208" y="3755"/>
                    <a:pt x="3169" y="3799"/>
                    <a:pt x="3131" y="3843"/>
                  </a:cubicBezTo>
                  <a:cubicBezTo>
                    <a:pt x="3154" y="3804"/>
                    <a:pt x="3162" y="3760"/>
                    <a:pt x="3152" y="3715"/>
                  </a:cubicBezTo>
                  <a:lnTo>
                    <a:pt x="3152" y="3715"/>
                  </a:lnTo>
                  <a:cubicBezTo>
                    <a:pt x="3162" y="3717"/>
                    <a:pt x="3172" y="3718"/>
                    <a:pt x="3182" y="3718"/>
                  </a:cubicBezTo>
                  <a:cubicBezTo>
                    <a:pt x="3203" y="3718"/>
                    <a:pt x="3224" y="3714"/>
                    <a:pt x="3243" y="3705"/>
                  </a:cubicBezTo>
                  <a:close/>
                  <a:moveTo>
                    <a:pt x="3067" y="3913"/>
                  </a:moveTo>
                  <a:lnTo>
                    <a:pt x="3067" y="3913"/>
                  </a:lnTo>
                  <a:cubicBezTo>
                    <a:pt x="3020" y="3962"/>
                    <a:pt x="2971" y="4008"/>
                    <a:pt x="2921" y="4051"/>
                  </a:cubicBezTo>
                  <a:cubicBezTo>
                    <a:pt x="2933" y="4020"/>
                    <a:pt x="2934" y="3989"/>
                    <a:pt x="2931" y="3956"/>
                  </a:cubicBezTo>
                  <a:lnTo>
                    <a:pt x="2931" y="3956"/>
                  </a:lnTo>
                  <a:cubicBezTo>
                    <a:pt x="2935" y="3956"/>
                    <a:pt x="2938" y="3956"/>
                    <a:pt x="2941" y="3956"/>
                  </a:cubicBezTo>
                  <a:cubicBezTo>
                    <a:pt x="2985" y="3956"/>
                    <a:pt x="3030" y="3940"/>
                    <a:pt x="3067" y="3913"/>
                  </a:cubicBezTo>
                  <a:close/>
                  <a:moveTo>
                    <a:pt x="2551" y="4075"/>
                  </a:moveTo>
                  <a:cubicBezTo>
                    <a:pt x="2570" y="4096"/>
                    <a:pt x="2585" y="4116"/>
                    <a:pt x="2602" y="4133"/>
                  </a:cubicBezTo>
                  <a:cubicBezTo>
                    <a:pt x="2636" y="4176"/>
                    <a:pt x="2679" y="4195"/>
                    <a:pt x="2717" y="4200"/>
                  </a:cubicBezTo>
                  <a:cubicBezTo>
                    <a:pt x="2656" y="4239"/>
                    <a:pt x="2588" y="4273"/>
                    <a:pt x="2522" y="4303"/>
                  </a:cubicBezTo>
                  <a:cubicBezTo>
                    <a:pt x="2583" y="4246"/>
                    <a:pt x="2612" y="4159"/>
                    <a:pt x="2551" y="4075"/>
                  </a:cubicBezTo>
                  <a:close/>
                  <a:moveTo>
                    <a:pt x="2376" y="0"/>
                  </a:moveTo>
                  <a:cubicBezTo>
                    <a:pt x="1309" y="0"/>
                    <a:pt x="418" y="1336"/>
                    <a:pt x="226" y="2270"/>
                  </a:cubicBezTo>
                  <a:cubicBezTo>
                    <a:pt x="1" y="3354"/>
                    <a:pt x="604" y="4635"/>
                    <a:pt x="1778" y="4822"/>
                  </a:cubicBezTo>
                  <a:cubicBezTo>
                    <a:pt x="1867" y="4836"/>
                    <a:pt x="1955" y="4843"/>
                    <a:pt x="2041" y="4843"/>
                  </a:cubicBezTo>
                  <a:cubicBezTo>
                    <a:pt x="3100" y="4843"/>
                    <a:pt x="3902" y="3795"/>
                    <a:pt x="4141" y="2835"/>
                  </a:cubicBezTo>
                  <a:cubicBezTo>
                    <a:pt x="4445" y="1642"/>
                    <a:pt x="3917" y="381"/>
                    <a:pt x="2679" y="29"/>
                  </a:cubicBezTo>
                  <a:cubicBezTo>
                    <a:pt x="2651" y="22"/>
                    <a:pt x="2627" y="21"/>
                    <a:pt x="2602" y="21"/>
                  </a:cubicBezTo>
                  <a:cubicBezTo>
                    <a:pt x="2526" y="7"/>
                    <a:pt x="2450" y="0"/>
                    <a:pt x="23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64" name="Google Shape;264;p6"/>
            <p:cNvSpPr/>
            <p:nvPr/>
          </p:nvSpPr>
          <p:spPr>
            <a:xfrm>
              <a:off x="82440" y="2076120"/>
              <a:ext cx="22320" cy="24480"/>
            </a:xfrm>
            <a:custGeom>
              <a:rect b="b" l="l" r="r" t="t"/>
              <a:pathLst>
                <a:path extrusionOk="0" h="493" w="449">
                  <a:moveTo>
                    <a:pt x="232" y="1"/>
                  </a:moveTo>
                  <a:cubicBezTo>
                    <a:pt x="229" y="1"/>
                    <a:pt x="226" y="1"/>
                    <a:pt x="223" y="1"/>
                  </a:cubicBezTo>
                  <a:cubicBezTo>
                    <a:pt x="116" y="7"/>
                    <a:pt x="1" y="95"/>
                    <a:pt x="9" y="215"/>
                  </a:cubicBezTo>
                  <a:lnTo>
                    <a:pt x="15" y="284"/>
                  </a:lnTo>
                  <a:cubicBezTo>
                    <a:pt x="23" y="389"/>
                    <a:pt x="101" y="493"/>
                    <a:pt x="214" y="493"/>
                  </a:cubicBezTo>
                  <a:cubicBezTo>
                    <a:pt x="217" y="493"/>
                    <a:pt x="220" y="493"/>
                    <a:pt x="223" y="493"/>
                  </a:cubicBezTo>
                  <a:cubicBezTo>
                    <a:pt x="344" y="489"/>
                    <a:pt x="424" y="401"/>
                    <a:pt x="433" y="284"/>
                  </a:cubicBezTo>
                  <a:lnTo>
                    <a:pt x="439" y="215"/>
                  </a:lnTo>
                  <a:cubicBezTo>
                    <a:pt x="448" y="106"/>
                    <a:pt x="339" y="1"/>
                    <a:pt x="2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225" lIns="91425" spcFirstLastPara="1" rIns="91425" wrap="square" tIns="12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65" name="Google Shape;265;p6"/>
            <p:cNvSpPr/>
            <p:nvPr/>
          </p:nvSpPr>
          <p:spPr>
            <a:xfrm>
              <a:off x="64800" y="2026800"/>
              <a:ext cx="23040" cy="25200"/>
            </a:xfrm>
            <a:custGeom>
              <a:rect b="b" l="l" r="r" t="t"/>
              <a:pathLst>
                <a:path extrusionOk="0" h="509" w="463">
                  <a:moveTo>
                    <a:pt x="240" y="1"/>
                  </a:moveTo>
                  <a:cubicBezTo>
                    <a:pt x="237" y="1"/>
                    <a:pt x="234" y="1"/>
                    <a:pt x="231" y="1"/>
                  </a:cubicBezTo>
                  <a:cubicBezTo>
                    <a:pt x="108" y="5"/>
                    <a:pt x="26" y="96"/>
                    <a:pt x="16" y="216"/>
                  </a:cubicBezTo>
                  <a:lnTo>
                    <a:pt x="10" y="287"/>
                  </a:lnTo>
                  <a:cubicBezTo>
                    <a:pt x="0" y="399"/>
                    <a:pt x="112" y="508"/>
                    <a:pt x="223" y="508"/>
                  </a:cubicBezTo>
                  <a:cubicBezTo>
                    <a:pt x="225" y="508"/>
                    <a:pt x="228" y="508"/>
                    <a:pt x="231" y="508"/>
                  </a:cubicBezTo>
                  <a:cubicBezTo>
                    <a:pt x="343" y="504"/>
                    <a:pt x="462" y="412"/>
                    <a:pt x="454" y="287"/>
                  </a:cubicBezTo>
                  <a:lnTo>
                    <a:pt x="448" y="216"/>
                  </a:lnTo>
                  <a:cubicBezTo>
                    <a:pt x="440" y="107"/>
                    <a:pt x="360" y="1"/>
                    <a:pt x="2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600" lIns="91425" spcFirstLastPara="1" rIns="91425" wrap="square" tIns="12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66" name="Google Shape;266;p6"/>
            <p:cNvSpPr/>
            <p:nvPr/>
          </p:nvSpPr>
          <p:spPr>
            <a:xfrm>
              <a:off x="36360" y="1918800"/>
              <a:ext cx="16200" cy="12240"/>
            </a:xfrm>
            <a:custGeom>
              <a:rect b="b" l="l" r="r" t="t"/>
              <a:pathLst>
                <a:path extrusionOk="0" h="253" w="327">
                  <a:moveTo>
                    <a:pt x="163" y="1"/>
                  </a:moveTo>
                  <a:cubicBezTo>
                    <a:pt x="0" y="1"/>
                    <a:pt x="0" y="253"/>
                    <a:pt x="163" y="253"/>
                  </a:cubicBezTo>
                  <a:cubicBezTo>
                    <a:pt x="326" y="253"/>
                    <a:pt x="326" y="1"/>
                    <a:pt x="1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100" lIns="91425" spcFirstLastPara="1" rIns="91425" wrap="square" tIns="6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67" name="Google Shape;267;p6"/>
            <p:cNvSpPr/>
            <p:nvPr/>
          </p:nvSpPr>
          <p:spPr>
            <a:xfrm>
              <a:off x="25200" y="1985400"/>
              <a:ext cx="17280" cy="13320"/>
            </a:xfrm>
            <a:custGeom>
              <a:rect b="b" l="l" r="r" t="t"/>
              <a:pathLst>
                <a:path extrusionOk="0" h="273" w="352">
                  <a:moveTo>
                    <a:pt x="176" y="0"/>
                  </a:moveTo>
                  <a:cubicBezTo>
                    <a:pt x="2" y="0"/>
                    <a:pt x="0" y="272"/>
                    <a:pt x="176" y="272"/>
                  </a:cubicBezTo>
                  <a:cubicBezTo>
                    <a:pt x="352" y="272"/>
                    <a:pt x="352" y="0"/>
                    <a:pt x="1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825" lIns="91425" spcFirstLastPara="1" rIns="91425" wrap="square" tIns="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68" name="Google Shape;268;p6"/>
            <p:cNvSpPr/>
            <p:nvPr/>
          </p:nvSpPr>
          <p:spPr>
            <a:xfrm>
              <a:off x="15120" y="1890720"/>
              <a:ext cx="16200" cy="12600"/>
            </a:xfrm>
            <a:custGeom>
              <a:rect b="b" l="l" r="r" t="t"/>
              <a:pathLst>
                <a:path extrusionOk="0" h="254" w="327">
                  <a:moveTo>
                    <a:pt x="163" y="1"/>
                  </a:moveTo>
                  <a:cubicBezTo>
                    <a:pt x="1" y="1"/>
                    <a:pt x="0" y="253"/>
                    <a:pt x="162" y="253"/>
                  </a:cubicBezTo>
                  <a:cubicBezTo>
                    <a:pt x="162" y="253"/>
                    <a:pt x="163" y="253"/>
                    <a:pt x="163" y="253"/>
                  </a:cubicBezTo>
                  <a:cubicBezTo>
                    <a:pt x="326" y="253"/>
                    <a:pt x="326" y="1"/>
                    <a:pt x="1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475" lIns="91425" spcFirstLastPara="1" rIns="91425" wrap="square" tIns="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69" name="Google Shape;269;p6"/>
            <p:cNvSpPr/>
            <p:nvPr/>
          </p:nvSpPr>
          <p:spPr>
            <a:xfrm>
              <a:off x="10800" y="2044800"/>
              <a:ext cx="18000" cy="13680"/>
            </a:xfrm>
            <a:custGeom>
              <a:rect b="b" l="l" r="r" t="t"/>
              <a:pathLst>
                <a:path extrusionOk="0" h="280" w="364">
                  <a:moveTo>
                    <a:pt x="181" y="0"/>
                  </a:moveTo>
                  <a:cubicBezTo>
                    <a:pt x="1" y="0"/>
                    <a:pt x="1" y="280"/>
                    <a:pt x="181" y="280"/>
                  </a:cubicBezTo>
                  <a:cubicBezTo>
                    <a:pt x="362" y="280"/>
                    <a:pt x="363" y="0"/>
                    <a:pt x="1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825" lIns="91425" spcFirstLastPara="1" rIns="91425" wrap="square" tIns="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70" name="Google Shape;270;p6"/>
            <p:cNvSpPr/>
            <p:nvPr/>
          </p:nvSpPr>
          <p:spPr>
            <a:xfrm>
              <a:off x="-164880" y="1973520"/>
              <a:ext cx="173160" cy="124560"/>
            </a:xfrm>
            <a:custGeom>
              <a:rect b="b" l="l" r="r" t="t"/>
              <a:pathLst>
                <a:path extrusionOk="0" h="2480" w="3441">
                  <a:moveTo>
                    <a:pt x="2029" y="1"/>
                  </a:moveTo>
                  <a:cubicBezTo>
                    <a:pt x="1863" y="1"/>
                    <a:pt x="1705" y="58"/>
                    <a:pt x="1587" y="189"/>
                  </a:cubicBezTo>
                  <a:cubicBezTo>
                    <a:pt x="1436" y="355"/>
                    <a:pt x="1389" y="598"/>
                    <a:pt x="1400" y="815"/>
                  </a:cubicBezTo>
                  <a:cubicBezTo>
                    <a:pt x="1414" y="1077"/>
                    <a:pt x="1911" y="2108"/>
                    <a:pt x="1302" y="2108"/>
                  </a:cubicBezTo>
                  <a:cubicBezTo>
                    <a:pt x="1299" y="2108"/>
                    <a:pt x="1296" y="2108"/>
                    <a:pt x="1292" y="2108"/>
                  </a:cubicBezTo>
                  <a:cubicBezTo>
                    <a:pt x="1254" y="2108"/>
                    <a:pt x="1226" y="2126"/>
                    <a:pt x="1205" y="2150"/>
                  </a:cubicBezTo>
                  <a:cubicBezTo>
                    <a:pt x="1187" y="2152"/>
                    <a:pt x="1169" y="2152"/>
                    <a:pt x="1151" y="2152"/>
                  </a:cubicBezTo>
                  <a:cubicBezTo>
                    <a:pt x="834" y="2152"/>
                    <a:pt x="563" y="1917"/>
                    <a:pt x="288" y="1682"/>
                  </a:cubicBezTo>
                  <a:lnTo>
                    <a:pt x="0" y="1756"/>
                  </a:lnTo>
                  <a:cubicBezTo>
                    <a:pt x="372" y="2034"/>
                    <a:pt x="648" y="2479"/>
                    <a:pt x="1126" y="2479"/>
                  </a:cubicBezTo>
                  <a:cubicBezTo>
                    <a:pt x="1214" y="2479"/>
                    <a:pt x="1310" y="2464"/>
                    <a:pt x="1414" y="2429"/>
                  </a:cubicBezTo>
                  <a:cubicBezTo>
                    <a:pt x="1462" y="2412"/>
                    <a:pt x="1495" y="2381"/>
                    <a:pt x="1511" y="2343"/>
                  </a:cubicBezTo>
                  <a:cubicBezTo>
                    <a:pt x="1638" y="2310"/>
                    <a:pt x="1747" y="2228"/>
                    <a:pt x="1838" y="2101"/>
                  </a:cubicBezTo>
                  <a:cubicBezTo>
                    <a:pt x="2059" y="1780"/>
                    <a:pt x="1929" y="1408"/>
                    <a:pt x="1839" y="1067"/>
                  </a:cubicBezTo>
                  <a:cubicBezTo>
                    <a:pt x="1764" y="774"/>
                    <a:pt x="1739" y="420"/>
                    <a:pt x="2071" y="420"/>
                  </a:cubicBezTo>
                  <a:cubicBezTo>
                    <a:pt x="2125" y="420"/>
                    <a:pt x="2188" y="429"/>
                    <a:pt x="2262" y="450"/>
                  </a:cubicBezTo>
                  <a:cubicBezTo>
                    <a:pt x="2437" y="498"/>
                    <a:pt x="2576" y="611"/>
                    <a:pt x="2761" y="642"/>
                  </a:cubicBezTo>
                  <a:cubicBezTo>
                    <a:pt x="2815" y="652"/>
                    <a:pt x="2868" y="657"/>
                    <a:pt x="2920" y="657"/>
                  </a:cubicBezTo>
                  <a:cubicBezTo>
                    <a:pt x="3103" y="657"/>
                    <a:pt x="3263" y="590"/>
                    <a:pt x="3337" y="406"/>
                  </a:cubicBezTo>
                  <a:cubicBezTo>
                    <a:pt x="3380" y="363"/>
                    <a:pt x="3412" y="314"/>
                    <a:pt x="3441" y="264"/>
                  </a:cubicBezTo>
                  <a:lnTo>
                    <a:pt x="3174" y="207"/>
                  </a:lnTo>
                  <a:cubicBezTo>
                    <a:pt x="3089" y="236"/>
                    <a:pt x="3013" y="248"/>
                    <a:pt x="2942" y="248"/>
                  </a:cubicBezTo>
                  <a:cubicBezTo>
                    <a:pt x="2687" y="248"/>
                    <a:pt x="2497" y="95"/>
                    <a:pt x="2218" y="24"/>
                  </a:cubicBezTo>
                  <a:cubicBezTo>
                    <a:pt x="2155" y="9"/>
                    <a:pt x="2091" y="1"/>
                    <a:pt x="20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2275" lIns="91425" spcFirstLastPara="1" rIns="91425" wrap="square" tIns="62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71" name="Google Shape;271;p6"/>
            <p:cNvSpPr/>
            <p:nvPr/>
          </p:nvSpPr>
          <p:spPr>
            <a:xfrm>
              <a:off x="-40320" y="2025720"/>
              <a:ext cx="21600" cy="16560"/>
            </a:xfrm>
            <a:custGeom>
              <a:rect b="b" l="l" r="r" t="t"/>
              <a:pathLst>
                <a:path extrusionOk="0" h="337" w="433">
                  <a:moveTo>
                    <a:pt x="218" y="1"/>
                  </a:moveTo>
                  <a:cubicBezTo>
                    <a:pt x="1" y="1"/>
                    <a:pt x="1" y="336"/>
                    <a:pt x="218" y="336"/>
                  </a:cubicBezTo>
                  <a:cubicBezTo>
                    <a:pt x="433" y="336"/>
                    <a:pt x="433" y="1"/>
                    <a:pt x="2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8275" lIns="91425" spcFirstLastPara="1" rIns="91425" wrap="square" tIns="8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72" name="Google Shape;272;p6"/>
            <p:cNvSpPr/>
            <p:nvPr/>
          </p:nvSpPr>
          <p:spPr>
            <a:xfrm>
              <a:off x="-38880" y="2093760"/>
              <a:ext cx="18720" cy="14400"/>
            </a:xfrm>
            <a:custGeom>
              <a:rect b="b" l="l" r="r" t="t"/>
              <a:pathLst>
                <a:path extrusionOk="0" h="294" w="380">
                  <a:moveTo>
                    <a:pt x="191" y="0"/>
                  </a:moveTo>
                  <a:cubicBezTo>
                    <a:pt x="1" y="0"/>
                    <a:pt x="1" y="294"/>
                    <a:pt x="191" y="294"/>
                  </a:cubicBezTo>
                  <a:cubicBezTo>
                    <a:pt x="379" y="294"/>
                    <a:pt x="379" y="0"/>
                    <a:pt x="1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200" lIns="91425" spcFirstLastPara="1" rIns="91425" wrap="square" tIns="7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73" name="Google Shape;273;p6"/>
            <p:cNvSpPr/>
            <p:nvPr/>
          </p:nvSpPr>
          <p:spPr>
            <a:xfrm>
              <a:off x="-106200" y="2114640"/>
              <a:ext cx="19800" cy="15120"/>
            </a:xfrm>
            <a:custGeom>
              <a:rect b="b" l="l" r="r" t="t"/>
              <a:pathLst>
                <a:path extrusionOk="0" h="307" w="398">
                  <a:moveTo>
                    <a:pt x="199" y="0"/>
                  </a:moveTo>
                  <a:cubicBezTo>
                    <a:pt x="0" y="0"/>
                    <a:pt x="0" y="306"/>
                    <a:pt x="199" y="306"/>
                  </a:cubicBezTo>
                  <a:cubicBezTo>
                    <a:pt x="397" y="306"/>
                    <a:pt x="397" y="0"/>
                    <a:pt x="1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550" lIns="91425" spcFirstLastPara="1" rIns="91425" wrap="square" tIns="75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74" name="Google Shape;274;p6"/>
            <p:cNvSpPr/>
            <p:nvPr/>
          </p:nvSpPr>
          <p:spPr>
            <a:xfrm>
              <a:off x="-108360" y="2199600"/>
              <a:ext cx="17280" cy="13320"/>
            </a:xfrm>
            <a:custGeom>
              <a:rect b="b" l="l" r="r" t="t"/>
              <a:pathLst>
                <a:path extrusionOk="0" h="274" w="352">
                  <a:moveTo>
                    <a:pt x="178" y="0"/>
                  </a:moveTo>
                  <a:cubicBezTo>
                    <a:pt x="1" y="0"/>
                    <a:pt x="1" y="274"/>
                    <a:pt x="178" y="274"/>
                  </a:cubicBezTo>
                  <a:cubicBezTo>
                    <a:pt x="352" y="274"/>
                    <a:pt x="352" y="0"/>
                    <a:pt x="1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825" lIns="91425" spcFirstLastPara="1" rIns="91425" wrap="square" tIns="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75" name="Google Shape;275;p6"/>
            <p:cNvSpPr/>
            <p:nvPr/>
          </p:nvSpPr>
          <p:spPr>
            <a:xfrm>
              <a:off x="-147960" y="2144880"/>
              <a:ext cx="41040" cy="52560"/>
            </a:xfrm>
            <a:custGeom>
              <a:rect b="b" l="l" r="r" t="t"/>
              <a:pathLst>
                <a:path extrusionOk="0" h="1051" w="820">
                  <a:moveTo>
                    <a:pt x="453" y="223"/>
                  </a:moveTo>
                  <a:cubicBezTo>
                    <a:pt x="447" y="237"/>
                    <a:pt x="446" y="251"/>
                    <a:pt x="446" y="268"/>
                  </a:cubicBezTo>
                  <a:cubicBezTo>
                    <a:pt x="453" y="382"/>
                    <a:pt x="503" y="492"/>
                    <a:pt x="490" y="606"/>
                  </a:cubicBezTo>
                  <a:cubicBezTo>
                    <a:pt x="485" y="646"/>
                    <a:pt x="434" y="769"/>
                    <a:pt x="368" y="769"/>
                  </a:cubicBezTo>
                  <a:cubicBezTo>
                    <a:pt x="356" y="769"/>
                    <a:pt x="344" y="765"/>
                    <a:pt x="331" y="756"/>
                  </a:cubicBezTo>
                  <a:cubicBezTo>
                    <a:pt x="269" y="710"/>
                    <a:pt x="320" y="499"/>
                    <a:pt x="335" y="448"/>
                  </a:cubicBezTo>
                  <a:cubicBezTo>
                    <a:pt x="361" y="367"/>
                    <a:pt x="402" y="291"/>
                    <a:pt x="453" y="223"/>
                  </a:cubicBezTo>
                  <a:close/>
                  <a:moveTo>
                    <a:pt x="455" y="0"/>
                  </a:moveTo>
                  <a:cubicBezTo>
                    <a:pt x="441" y="0"/>
                    <a:pt x="426" y="4"/>
                    <a:pt x="412" y="13"/>
                  </a:cubicBezTo>
                  <a:cubicBezTo>
                    <a:pt x="225" y="124"/>
                    <a:pt x="94" y="297"/>
                    <a:pt x="45" y="511"/>
                  </a:cubicBezTo>
                  <a:cubicBezTo>
                    <a:pt x="1" y="702"/>
                    <a:pt x="19" y="946"/>
                    <a:pt x="228" y="1028"/>
                  </a:cubicBezTo>
                  <a:cubicBezTo>
                    <a:pt x="267" y="1044"/>
                    <a:pt x="309" y="1051"/>
                    <a:pt x="351" y="1051"/>
                  </a:cubicBezTo>
                  <a:cubicBezTo>
                    <a:pt x="487" y="1051"/>
                    <a:pt x="623" y="975"/>
                    <a:pt x="697" y="863"/>
                  </a:cubicBezTo>
                  <a:cubicBezTo>
                    <a:pt x="820" y="676"/>
                    <a:pt x="786" y="392"/>
                    <a:pt x="678" y="206"/>
                  </a:cubicBezTo>
                  <a:cubicBezTo>
                    <a:pt x="656" y="166"/>
                    <a:pt x="614" y="147"/>
                    <a:pt x="572" y="147"/>
                  </a:cubicBezTo>
                  <a:cubicBezTo>
                    <a:pt x="548" y="147"/>
                    <a:pt x="524" y="153"/>
                    <a:pt x="503" y="164"/>
                  </a:cubicBezTo>
                  <a:lnTo>
                    <a:pt x="503" y="164"/>
                  </a:lnTo>
                  <a:cubicBezTo>
                    <a:pt x="508" y="161"/>
                    <a:pt x="511" y="155"/>
                    <a:pt x="517" y="149"/>
                  </a:cubicBezTo>
                  <a:cubicBezTo>
                    <a:pt x="574" y="92"/>
                    <a:pt x="523" y="0"/>
                    <a:pt x="4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6275" lIns="91425" spcFirstLastPara="1" rIns="91425" wrap="square" tIns="26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76" name="Google Shape;276;p6"/>
            <p:cNvSpPr/>
            <p:nvPr/>
          </p:nvSpPr>
          <p:spPr>
            <a:xfrm>
              <a:off x="-134280" y="2156040"/>
              <a:ext cx="11520" cy="27360"/>
            </a:xfrm>
            <a:custGeom>
              <a:rect b="b" l="l" r="r" t="t"/>
              <a:pathLst>
                <a:path extrusionOk="0" h="549" w="234">
                  <a:moveTo>
                    <a:pt x="184" y="1"/>
                  </a:moveTo>
                  <a:cubicBezTo>
                    <a:pt x="133" y="70"/>
                    <a:pt x="92" y="145"/>
                    <a:pt x="68" y="226"/>
                  </a:cubicBezTo>
                  <a:cubicBezTo>
                    <a:pt x="50" y="277"/>
                    <a:pt x="0" y="490"/>
                    <a:pt x="62" y="535"/>
                  </a:cubicBezTo>
                  <a:cubicBezTo>
                    <a:pt x="75" y="544"/>
                    <a:pt x="87" y="548"/>
                    <a:pt x="99" y="548"/>
                  </a:cubicBezTo>
                  <a:cubicBezTo>
                    <a:pt x="166" y="548"/>
                    <a:pt x="218" y="424"/>
                    <a:pt x="221" y="384"/>
                  </a:cubicBezTo>
                  <a:cubicBezTo>
                    <a:pt x="234" y="270"/>
                    <a:pt x="184" y="160"/>
                    <a:pt x="177" y="46"/>
                  </a:cubicBezTo>
                  <a:cubicBezTo>
                    <a:pt x="177" y="29"/>
                    <a:pt x="179" y="15"/>
                    <a:pt x="1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3675" lIns="91425" spcFirstLastPara="1" rIns="91425" wrap="square" tIns="13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77" name="Google Shape;277;p6"/>
            <p:cNvSpPr/>
            <p:nvPr/>
          </p:nvSpPr>
          <p:spPr>
            <a:xfrm>
              <a:off x="-402120" y="2035440"/>
              <a:ext cx="251640" cy="487440"/>
            </a:xfrm>
            <a:custGeom>
              <a:rect b="b" l="l" r="r" t="t"/>
              <a:pathLst>
                <a:path extrusionOk="0" h="9681" w="4999">
                  <a:moveTo>
                    <a:pt x="4065" y="0"/>
                  </a:moveTo>
                  <a:cubicBezTo>
                    <a:pt x="3647" y="0"/>
                    <a:pt x="3225" y="219"/>
                    <a:pt x="2982" y="557"/>
                  </a:cubicBezTo>
                  <a:cubicBezTo>
                    <a:pt x="2621" y="1058"/>
                    <a:pt x="2772" y="1709"/>
                    <a:pt x="3110" y="2179"/>
                  </a:cubicBezTo>
                  <a:cubicBezTo>
                    <a:pt x="3297" y="2444"/>
                    <a:pt x="3538" y="2640"/>
                    <a:pt x="3764" y="2867"/>
                  </a:cubicBezTo>
                  <a:cubicBezTo>
                    <a:pt x="3837" y="2939"/>
                    <a:pt x="4018" y="3105"/>
                    <a:pt x="4025" y="3181"/>
                  </a:cubicBezTo>
                  <a:cubicBezTo>
                    <a:pt x="4038" y="3306"/>
                    <a:pt x="3818" y="3623"/>
                    <a:pt x="3729" y="3650"/>
                  </a:cubicBezTo>
                  <a:cubicBezTo>
                    <a:pt x="3686" y="3663"/>
                    <a:pt x="3638" y="3669"/>
                    <a:pt x="3586" y="3669"/>
                  </a:cubicBezTo>
                  <a:cubicBezTo>
                    <a:pt x="3348" y="3669"/>
                    <a:pt x="3042" y="3551"/>
                    <a:pt x="2838" y="3503"/>
                  </a:cubicBezTo>
                  <a:cubicBezTo>
                    <a:pt x="2498" y="3424"/>
                    <a:pt x="2066" y="3351"/>
                    <a:pt x="1642" y="3351"/>
                  </a:cubicBezTo>
                  <a:cubicBezTo>
                    <a:pt x="846" y="3351"/>
                    <a:pt x="83" y="3608"/>
                    <a:pt x="32" y="4563"/>
                  </a:cubicBezTo>
                  <a:cubicBezTo>
                    <a:pt x="1" y="5145"/>
                    <a:pt x="328" y="5685"/>
                    <a:pt x="811" y="5994"/>
                  </a:cubicBezTo>
                  <a:cubicBezTo>
                    <a:pt x="1396" y="6366"/>
                    <a:pt x="2006" y="6316"/>
                    <a:pt x="2659" y="6384"/>
                  </a:cubicBezTo>
                  <a:cubicBezTo>
                    <a:pt x="4076" y="6526"/>
                    <a:pt x="2543" y="8050"/>
                    <a:pt x="2427" y="8651"/>
                  </a:cubicBezTo>
                  <a:cubicBezTo>
                    <a:pt x="2342" y="9092"/>
                    <a:pt x="2544" y="9575"/>
                    <a:pt x="2972" y="9680"/>
                  </a:cubicBezTo>
                  <a:lnTo>
                    <a:pt x="3032" y="9385"/>
                  </a:lnTo>
                  <a:cubicBezTo>
                    <a:pt x="2228" y="9017"/>
                    <a:pt x="3538" y="7627"/>
                    <a:pt x="3620" y="7110"/>
                  </a:cubicBezTo>
                  <a:cubicBezTo>
                    <a:pt x="3706" y="6555"/>
                    <a:pt x="3397" y="6136"/>
                    <a:pt x="2852" y="6023"/>
                  </a:cubicBezTo>
                  <a:cubicBezTo>
                    <a:pt x="2044" y="5855"/>
                    <a:pt x="1079" y="6068"/>
                    <a:pt x="589" y="5198"/>
                  </a:cubicBezTo>
                  <a:cubicBezTo>
                    <a:pt x="307" y="4700"/>
                    <a:pt x="420" y="4105"/>
                    <a:pt x="951" y="3840"/>
                  </a:cubicBezTo>
                  <a:cubicBezTo>
                    <a:pt x="1178" y="3727"/>
                    <a:pt x="1421" y="3687"/>
                    <a:pt x="1667" y="3687"/>
                  </a:cubicBezTo>
                  <a:cubicBezTo>
                    <a:pt x="1900" y="3687"/>
                    <a:pt x="2135" y="3723"/>
                    <a:pt x="2360" y="3769"/>
                  </a:cubicBezTo>
                  <a:cubicBezTo>
                    <a:pt x="2691" y="3837"/>
                    <a:pt x="3233" y="4038"/>
                    <a:pt x="3695" y="4038"/>
                  </a:cubicBezTo>
                  <a:cubicBezTo>
                    <a:pt x="3958" y="4038"/>
                    <a:pt x="4194" y="3973"/>
                    <a:pt x="4351" y="3781"/>
                  </a:cubicBezTo>
                  <a:cubicBezTo>
                    <a:pt x="4763" y="3275"/>
                    <a:pt x="4131" y="2715"/>
                    <a:pt x="3797" y="2392"/>
                  </a:cubicBezTo>
                  <a:cubicBezTo>
                    <a:pt x="3400" y="2008"/>
                    <a:pt x="2941" y="1421"/>
                    <a:pt x="3237" y="844"/>
                  </a:cubicBezTo>
                  <a:cubicBezTo>
                    <a:pt x="3396" y="532"/>
                    <a:pt x="3773" y="309"/>
                    <a:pt x="4130" y="309"/>
                  </a:cubicBezTo>
                  <a:cubicBezTo>
                    <a:pt x="4186" y="309"/>
                    <a:pt x="4242" y="314"/>
                    <a:pt x="4296" y="326"/>
                  </a:cubicBezTo>
                  <a:cubicBezTo>
                    <a:pt x="4452" y="357"/>
                    <a:pt x="4586" y="432"/>
                    <a:pt x="4711" y="526"/>
                  </a:cubicBezTo>
                  <a:lnTo>
                    <a:pt x="4999" y="453"/>
                  </a:lnTo>
                  <a:cubicBezTo>
                    <a:pt x="4756" y="249"/>
                    <a:pt x="4508" y="45"/>
                    <a:pt x="4216" y="10"/>
                  </a:cubicBezTo>
                  <a:cubicBezTo>
                    <a:pt x="4166" y="3"/>
                    <a:pt x="4116" y="0"/>
                    <a:pt x="40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78" name="Google Shape;278;p6"/>
            <p:cNvSpPr/>
            <p:nvPr/>
          </p:nvSpPr>
          <p:spPr>
            <a:xfrm>
              <a:off x="-188280" y="2127600"/>
              <a:ext cx="21960" cy="16920"/>
            </a:xfrm>
            <a:custGeom>
              <a:rect b="b" l="l" r="r" t="t"/>
              <a:pathLst>
                <a:path extrusionOk="0" h="344" w="446">
                  <a:moveTo>
                    <a:pt x="225" y="0"/>
                  </a:moveTo>
                  <a:cubicBezTo>
                    <a:pt x="1" y="0"/>
                    <a:pt x="1" y="343"/>
                    <a:pt x="225" y="343"/>
                  </a:cubicBezTo>
                  <a:cubicBezTo>
                    <a:pt x="446" y="343"/>
                    <a:pt x="446" y="0"/>
                    <a:pt x="2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8625" lIns="91425" spcFirstLastPara="1" rIns="91425" wrap="square" tIns="86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79" name="Google Shape;279;p6"/>
            <p:cNvSpPr/>
            <p:nvPr/>
          </p:nvSpPr>
          <p:spPr>
            <a:xfrm>
              <a:off x="-198000" y="2075400"/>
              <a:ext cx="20520" cy="15840"/>
            </a:xfrm>
            <a:custGeom>
              <a:rect b="b" l="l" r="r" t="t"/>
              <a:pathLst>
                <a:path extrusionOk="0" h="324" w="415">
                  <a:moveTo>
                    <a:pt x="207" y="1"/>
                  </a:moveTo>
                  <a:cubicBezTo>
                    <a:pt x="0" y="1"/>
                    <a:pt x="0" y="324"/>
                    <a:pt x="207" y="324"/>
                  </a:cubicBezTo>
                  <a:cubicBezTo>
                    <a:pt x="414" y="324"/>
                    <a:pt x="414" y="1"/>
                    <a:pt x="2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900" lIns="91425" spcFirstLastPara="1" rIns="91425" wrap="square" tIns="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80" name="Google Shape;280;p6"/>
            <p:cNvSpPr/>
            <p:nvPr/>
          </p:nvSpPr>
          <p:spPr>
            <a:xfrm>
              <a:off x="445320" y="2441880"/>
              <a:ext cx="28080" cy="21600"/>
            </a:xfrm>
            <a:custGeom>
              <a:rect b="b" l="l" r="r" t="t"/>
              <a:pathLst>
                <a:path extrusionOk="0" h="437" w="564">
                  <a:moveTo>
                    <a:pt x="283" y="0"/>
                  </a:moveTo>
                  <a:cubicBezTo>
                    <a:pt x="3" y="0"/>
                    <a:pt x="1" y="437"/>
                    <a:pt x="283" y="437"/>
                  </a:cubicBezTo>
                  <a:cubicBezTo>
                    <a:pt x="563" y="437"/>
                    <a:pt x="563" y="0"/>
                    <a:pt x="2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0800" lIns="91425" spcFirstLastPara="1" rIns="91425" wrap="square" tIns="10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81" name="Google Shape;281;p6"/>
            <p:cNvSpPr/>
            <p:nvPr/>
          </p:nvSpPr>
          <p:spPr>
            <a:xfrm>
              <a:off x="384480" y="2401560"/>
              <a:ext cx="23040" cy="17640"/>
            </a:xfrm>
            <a:custGeom>
              <a:rect b="b" l="l" r="r" t="t"/>
              <a:pathLst>
                <a:path extrusionOk="0" h="360" w="461">
                  <a:moveTo>
                    <a:pt x="232" y="1"/>
                  </a:moveTo>
                  <a:cubicBezTo>
                    <a:pt x="1" y="1"/>
                    <a:pt x="1" y="359"/>
                    <a:pt x="232" y="359"/>
                  </a:cubicBezTo>
                  <a:cubicBezTo>
                    <a:pt x="460" y="359"/>
                    <a:pt x="460" y="1"/>
                    <a:pt x="2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000" lIns="91425" spcFirstLastPara="1" rIns="91425" wrap="square" tIns="9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82" name="Google Shape;282;p6"/>
            <p:cNvSpPr/>
            <p:nvPr/>
          </p:nvSpPr>
          <p:spPr>
            <a:xfrm>
              <a:off x="299520" y="2315520"/>
              <a:ext cx="27720" cy="25200"/>
            </a:xfrm>
            <a:custGeom>
              <a:rect b="b" l="l" r="r" t="t"/>
              <a:pathLst>
                <a:path extrusionOk="0" h="508" w="560">
                  <a:moveTo>
                    <a:pt x="315" y="1"/>
                  </a:moveTo>
                  <a:cubicBezTo>
                    <a:pt x="261" y="1"/>
                    <a:pt x="207" y="21"/>
                    <a:pt x="162" y="62"/>
                  </a:cubicBezTo>
                  <a:cubicBezTo>
                    <a:pt x="137" y="83"/>
                    <a:pt x="113" y="107"/>
                    <a:pt x="87" y="128"/>
                  </a:cubicBezTo>
                  <a:cubicBezTo>
                    <a:pt x="1" y="206"/>
                    <a:pt x="2" y="365"/>
                    <a:pt x="87" y="443"/>
                  </a:cubicBezTo>
                  <a:cubicBezTo>
                    <a:pt x="132" y="484"/>
                    <a:pt x="193" y="508"/>
                    <a:pt x="254" y="508"/>
                  </a:cubicBezTo>
                  <a:cubicBezTo>
                    <a:pt x="309" y="508"/>
                    <a:pt x="363" y="488"/>
                    <a:pt x="403" y="443"/>
                  </a:cubicBezTo>
                  <a:cubicBezTo>
                    <a:pt x="424" y="420"/>
                    <a:pt x="447" y="395"/>
                    <a:pt x="468" y="371"/>
                  </a:cubicBezTo>
                  <a:cubicBezTo>
                    <a:pt x="545" y="286"/>
                    <a:pt x="559" y="145"/>
                    <a:pt x="468" y="62"/>
                  </a:cubicBezTo>
                  <a:cubicBezTo>
                    <a:pt x="423" y="21"/>
                    <a:pt x="369" y="1"/>
                    <a:pt x="3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600" lIns="91425" spcFirstLastPara="1" rIns="91425" wrap="square" tIns="12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83" name="Google Shape;283;p6"/>
            <p:cNvSpPr/>
            <p:nvPr/>
          </p:nvSpPr>
          <p:spPr>
            <a:xfrm>
              <a:off x="285480" y="2394000"/>
              <a:ext cx="24480" cy="18720"/>
            </a:xfrm>
            <a:custGeom>
              <a:rect b="b" l="l" r="r" t="t"/>
              <a:pathLst>
                <a:path extrusionOk="0" h="382" w="494">
                  <a:moveTo>
                    <a:pt x="247" y="1"/>
                  </a:moveTo>
                  <a:cubicBezTo>
                    <a:pt x="2" y="1"/>
                    <a:pt x="1" y="382"/>
                    <a:pt x="247" y="382"/>
                  </a:cubicBezTo>
                  <a:cubicBezTo>
                    <a:pt x="491" y="382"/>
                    <a:pt x="494" y="1"/>
                    <a:pt x="2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350" lIns="91425" spcFirstLastPara="1" rIns="91425" wrap="square" tIns="9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84" name="Google Shape;284;p6"/>
            <p:cNvSpPr/>
            <p:nvPr/>
          </p:nvSpPr>
          <p:spPr>
            <a:xfrm>
              <a:off x="236520" y="2315520"/>
              <a:ext cx="28800" cy="21600"/>
            </a:xfrm>
            <a:custGeom>
              <a:rect b="b" l="l" r="r" t="t"/>
              <a:pathLst>
                <a:path extrusionOk="0" h="434" w="576">
                  <a:moveTo>
                    <a:pt x="344" y="1"/>
                  </a:moveTo>
                  <a:cubicBezTo>
                    <a:pt x="341" y="1"/>
                    <a:pt x="338" y="1"/>
                    <a:pt x="335" y="1"/>
                  </a:cubicBezTo>
                  <a:cubicBezTo>
                    <a:pt x="285" y="4"/>
                    <a:pt x="231" y="15"/>
                    <a:pt x="185" y="31"/>
                  </a:cubicBezTo>
                  <a:cubicBezTo>
                    <a:pt x="0" y="89"/>
                    <a:pt x="0" y="344"/>
                    <a:pt x="185" y="402"/>
                  </a:cubicBezTo>
                  <a:cubicBezTo>
                    <a:pt x="227" y="418"/>
                    <a:pt x="283" y="433"/>
                    <a:pt x="329" y="433"/>
                  </a:cubicBezTo>
                  <a:cubicBezTo>
                    <a:pt x="331" y="433"/>
                    <a:pt x="333" y="433"/>
                    <a:pt x="335" y="433"/>
                  </a:cubicBezTo>
                  <a:cubicBezTo>
                    <a:pt x="425" y="429"/>
                    <a:pt x="489" y="384"/>
                    <a:pt x="539" y="313"/>
                  </a:cubicBezTo>
                  <a:cubicBezTo>
                    <a:pt x="576" y="260"/>
                    <a:pt x="576" y="171"/>
                    <a:pt x="539" y="121"/>
                  </a:cubicBezTo>
                  <a:cubicBezTo>
                    <a:pt x="494" y="57"/>
                    <a:pt x="426" y="1"/>
                    <a:pt x="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0800" lIns="91425" spcFirstLastPara="1" rIns="91425" wrap="square" tIns="10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85" name="Google Shape;285;p6"/>
            <p:cNvSpPr/>
            <p:nvPr/>
          </p:nvSpPr>
          <p:spPr>
            <a:xfrm>
              <a:off x="238320" y="2430720"/>
              <a:ext cx="20160" cy="15480"/>
            </a:xfrm>
            <a:custGeom>
              <a:rect b="b" l="l" r="r" t="t"/>
              <a:pathLst>
                <a:path extrusionOk="0" h="317" w="408">
                  <a:moveTo>
                    <a:pt x="205" y="0"/>
                  </a:moveTo>
                  <a:cubicBezTo>
                    <a:pt x="1" y="0"/>
                    <a:pt x="1" y="316"/>
                    <a:pt x="205" y="316"/>
                  </a:cubicBezTo>
                  <a:cubicBezTo>
                    <a:pt x="408" y="316"/>
                    <a:pt x="408" y="0"/>
                    <a:pt x="2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900" lIns="91425" spcFirstLastPara="1" rIns="91425" wrap="square" tIns="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86" name="Google Shape;286;p6"/>
            <p:cNvSpPr/>
            <p:nvPr/>
          </p:nvSpPr>
          <p:spPr>
            <a:xfrm>
              <a:off x="118080" y="2309040"/>
              <a:ext cx="21240" cy="23760"/>
            </a:xfrm>
            <a:custGeom>
              <a:rect b="b" l="l" r="r" t="t"/>
              <a:pathLst>
                <a:path extrusionOk="0" h="481" w="430">
                  <a:moveTo>
                    <a:pt x="221" y="0"/>
                  </a:moveTo>
                  <a:cubicBezTo>
                    <a:pt x="219" y="0"/>
                    <a:pt x="217" y="0"/>
                    <a:pt x="216" y="0"/>
                  </a:cubicBezTo>
                  <a:cubicBezTo>
                    <a:pt x="134" y="3"/>
                    <a:pt x="34" y="58"/>
                    <a:pt x="22" y="148"/>
                  </a:cubicBezTo>
                  <a:cubicBezTo>
                    <a:pt x="20" y="170"/>
                    <a:pt x="17" y="193"/>
                    <a:pt x="13" y="214"/>
                  </a:cubicBezTo>
                  <a:cubicBezTo>
                    <a:pt x="0" y="289"/>
                    <a:pt x="6" y="363"/>
                    <a:pt x="67" y="418"/>
                  </a:cubicBezTo>
                  <a:cubicBezTo>
                    <a:pt x="110" y="455"/>
                    <a:pt x="159" y="481"/>
                    <a:pt x="216" y="481"/>
                  </a:cubicBezTo>
                  <a:cubicBezTo>
                    <a:pt x="268" y="481"/>
                    <a:pt x="325" y="455"/>
                    <a:pt x="365" y="418"/>
                  </a:cubicBezTo>
                  <a:cubicBezTo>
                    <a:pt x="421" y="362"/>
                    <a:pt x="430" y="291"/>
                    <a:pt x="417" y="214"/>
                  </a:cubicBezTo>
                  <a:cubicBezTo>
                    <a:pt x="416" y="192"/>
                    <a:pt x="413" y="169"/>
                    <a:pt x="409" y="148"/>
                  </a:cubicBezTo>
                  <a:cubicBezTo>
                    <a:pt x="396" y="66"/>
                    <a:pt x="299" y="0"/>
                    <a:pt x="2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1875" lIns="91425" spcFirstLastPara="1" rIns="91425" wrap="square" tIns="11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87" name="Google Shape;287;p6"/>
            <p:cNvSpPr/>
            <p:nvPr/>
          </p:nvSpPr>
          <p:spPr>
            <a:xfrm>
              <a:off x="82080" y="2357280"/>
              <a:ext cx="23040" cy="22320"/>
            </a:xfrm>
            <a:custGeom>
              <a:rect b="b" l="l" r="r" t="t"/>
              <a:pathLst>
                <a:path extrusionOk="0" h="451" w="462">
                  <a:moveTo>
                    <a:pt x="230" y="1"/>
                  </a:moveTo>
                  <a:cubicBezTo>
                    <a:pt x="111" y="1"/>
                    <a:pt x="1" y="103"/>
                    <a:pt x="5" y="225"/>
                  </a:cubicBezTo>
                  <a:cubicBezTo>
                    <a:pt x="11" y="348"/>
                    <a:pt x="106" y="450"/>
                    <a:pt x="230" y="450"/>
                  </a:cubicBezTo>
                  <a:cubicBezTo>
                    <a:pt x="349" y="450"/>
                    <a:pt x="461" y="348"/>
                    <a:pt x="456" y="225"/>
                  </a:cubicBezTo>
                  <a:cubicBezTo>
                    <a:pt x="450" y="103"/>
                    <a:pt x="358" y="1"/>
                    <a:pt x="2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1150" lIns="91425" spcFirstLastPara="1" rIns="91425" wrap="square" tIns="111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88" name="Google Shape;288;p6"/>
            <p:cNvSpPr/>
            <p:nvPr/>
          </p:nvSpPr>
          <p:spPr>
            <a:xfrm>
              <a:off x="31680" y="2378880"/>
              <a:ext cx="18000" cy="14040"/>
            </a:xfrm>
            <a:custGeom>
              <a:rect b="b" l="l" r="r" t="t"/>
              <a:pathLst>
                <a:path extrusionOk="0" h="284" w="365">
                  <a:moveTo>
                    <a:pt x="183" y="0"/>
                  </a:moveTo>
                  <a:cubicBezTo>
                    <a:pt x="1" y="0"/>
                    <a:pt x="1" y="284"/>
                    <a:pt x="183" y="284"/>
                  </a:cubicBezTo>
                  <a:cubicBezTo>
                    <a:pt x="365" y="284"/>
                    <a:pt x="365" y="0"/>
                    <a:pt x="1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200" lIns="91425" spcFirstLastPara="1" rIns="91425" wrap="square" tIns="7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89" name="Google Shape;289;p6"/>
            <p:cNvSpPr/>
            <p:nvPr/>
          </p:nvSpPr>
          <p:spPr>
            <a:xfrm>
              <a:off x="-63000" y="2353320"/>
              <a:ext cx="24840" cy="23040"/>
            </a:xfrm>
            <a:custGeom>
              <a:rect b="b" l="l" r="r" t="t"/>
              <a:pathLst>
                <a:path extrusionOk="0" h="468" w="500">
                  <a:moveTo>
                    <a:pt x="257" y="0"/>
                  </a:moveTo>
                  <a:cubicBezTo>
                    <a:pt x="255" y="0"/>
                    <a:pt x="253" y="0"/>
                    <a:pt x="252" y="0"/>
                  </a:cubicBezTo>
                  <a:cubicBezTo>
                    <a:pt x="160" y="5"/>
                    <a:pt x="80" y="56"/>
                    <a:pt x="45" y="141"/>
                  </a:cubicBezTo>
                  <a:cubicBezTo>
                    <a:pt x="1" y="247"/>
                    <a:pt x="42" y="362"/>
                    <a:pt x="137" y="424"/>
                  </a:cubicBezTo>
                  <a:cubicBezTo>
                    <a:pt x="148" y="431"/>
                    <a:pt x="157" y="437"/>
                    <a:pt x="167" y="444"/>
                  </a:cubicBezTo>
                  <a:cubicBezTo>
                    <a:pt x="191" y="459"/>
                    <a:pt x="222" y="467"/>
                    <a:pt x="252" y="467"/>
                  </a:cubicBezTo>
                  <a:cubicBezTo>
                    <a:pt x="283" y="467"/>
                    <a:pt x="313" y="459"/>
                    <a:pt x="337" y="444"/>
                  </a:cubicBezTo>
                  <a:cubicBezTo>
                    <a:pt x="348" y="437"/>
                    <a:pt x="357" y="431"/>
                    <a:pt x="368" y="424"/>
                  </a:cubicBezTo>
                  <a:cubicBezTo>
                    <a:pt x="453" y="369"/>
                    <a:pt x="500" y="267"/>
                    <a:pt x="471" y="167"/>
                  </a:cubicBezTo>
                  <a:cubicBezTo>
                    <a:pt x="448" y="77"/>
                    <a:pt x="357" y="0"/>
                    <a:pt x="2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1500" lIns="91425" spcFirstLastPara="1" rIns="91425" wrap="square" tIns="11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90" name="Google Shape;290;p6"/>
            <p:cNvSpPr/>
            <p:nvPr/>
          </p:nvSpPr>
          <p:spPr>
            <a:xfrm>
              <a:off x="-124560" y="2286360"/>
              <a:ext cx="20880" cy="16200"/>
            </a:xfrm>
            <a:custGeom>
              <a:rect b="b" l="l" r="r" t="t"/>
              <a:pathLst>
                <a:path extrusionOk="0" h="327" w="424">
                  <a:moveTo>
                    <a:pt x="212" y="0"/>
                  </a:moveTo>
                  <a:cubicBezTo>
                    <a:pt x="1" y="0"/>
                    <a:pt x="1" y="326"/>
                    <a:pt x="212" y="326"/>
                  </a:cubicBezTo>
                  <a:cubicBezTo>
                    <a:pt x="423" y="326"/>
                    <a:pt x="423" y="0"/>
                    <a:pt x="2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8275" lIns="91425" spcFirstLastPara="1" rIns="91425" wrap="square" tIns="8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91" name="Google Shape;291;p6"/>
            <p:cNvSpPr/>
            <p:nvPr/>
          </p:nvSpPr>
          <p:spPr>
            <a:xfrm>
              <a:off x="-142560" y="2342160"/>
              <a:ext cx="22320" cy="17280"/>
            </a:xfrm>
            <a:custGeom>
              <a:rect b="b" l="l" r="r" t="t"/>
              <a:pathLst>
                <a:path extrusionOk="0" h="348" w="447">
                  <a:moveTo>
                    <a:pt x="224" y="0"/>
                  </a:moveTo>
                  <a:cubicBezTo>
                    <a:pt x="1" y="0"/>
                    <a:pt x="1" y="345"/>
                    <a:pt x="224" y="348"/>
                  </a:cubicBezTo>
                  <a:cubicBezTo>
                    <a:pt x="446" y="348"/>
                    <a:pt x="447" y="0"/>
                    <a:pt x="2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8625" lIns="91425" spcFirstLastPara="1" rIns="91425" wrap="square" tIns="86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92" name="Google Shape;292;p6"/>
            <p:cNvSpPr/>
            <p:nvPr/>
          </p:nvSpPr>
          <p:spPr>
            <a:xfrm>
              <a:off x="-162720" y="2226600"/>
              <a:ext cx="20520" cy="15840"/>
            </a:xfrm>
            <a:custGeom>
              <a:rect b="b" l="l" r="r" t="t"/>
              <a:pathLst>
                <a:path extrusionOk="0" h="320" w="412">
                  <a:moveTo>
                    <a:pt x="206" y="1"/>
                  </a:moveTo>
                  <a:cubicBezTo>
                    <a:pt x="1" y="1"/>
                    <a:pt x="1" y="320"/>
                    <a:pt x="206" y="320"/>
                  </a:cubicBezTo>
                  <a:cubicBezTo>
                    <a:pt x="410" y="320"/>
                    <a:pt x="412" y="1"/>
                    <a:pt x="2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900" lIns="91425" spcFirstLastPara="1" rIns="91425" wrap="square" tIns="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93" name="Google Shape;293;p6"/>
            <p:cNvSpPr/>
            <p:nvPr/>
          </p:nvSpPr>
          <p:spPr>
            <a:xfrm>
              <a:off x="-198720" y="2268360"/>
              <a:ext cx="21960" cy="16920"/>
            </a:xfrm>
            <a:custGeom>
              <a:rect b="b" l="l" r="r" t="t"/>
              <a:pathLst>
                <a:path extrusionOk="0" h="342" w="442">
                  <a:moveTo>
                    <a:pt x="220" y="0"/>
                  </a:moveTo>
                  <a:cubicBezTo>
                    <a:pt x="1" y="0"/>
                    <a:pt x="1" y="342"/>
                    <a:pt x="219" y="342"/>
                  </a:cubicBezTo>
                  <a:cubicBezTo>
                    <a:pt x="219" y="342"/>
                    <a:pt x="220" y="342"/>
                    <a:pt x="220" y="342"/>
                  </a:cubicBezTo>
                  <a:cubicBezTo>
                    <a:pt x="440" y="342"/>
                    <a:pt x="441" y="0"/>
                    <a:pt x="2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8625" lIns="91425" spcFirstLastPara="1" rIns="91425" wrap="square" tIns="86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94" name="Google Shape;294;p6"/>
            <p:cNvSpPr/>
            <p:nvPr/>
          </p:nvSpPr>
          <p:spPr>
            <a:xfrm>
              <a:off x="-197280" y="2332800"/>
              <a:ext cx="19440" cy="14760"/>
            </a:xfrm>
            <a:custGeom>
              <a:rect b="b" l="l" r="r" t="t"/>
              <a:pathLst>
                <a:path extrusionOk="0" h="303" w="390">
                  <a:moveTo>
                    <a:pt x="194" y="0"/>
                  </a:moveTo>
                  <a:cubicBezTo>
                    <a:pt x="2" y="0"/>
                    <a:pt x="0" y="302"/>
                    <a:pt x="194" y="302"/>
                  </a:cubicBezTo>
                  <a:cubicBezTo>
                    <a:pt x="387" y="302"/>
                    <a:pt x="390" y="0"/>
                    <a:pt x="1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550" lIns="91425" spcFirstLastPara="1" rIns="91425" wrap="square" tIns="75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95" name="Google Shape;295;p6"/>
            <p:cNvSpPr/>
            <p:nvPr/>
          </p:nvSpPr>
          <p:spPr>
            <a:xfrm>
              <a:off x="-263520" y="2269800"/>
              <a:ext cx="18000" cy="14040"/>
            </a:xfrm>
            <a:custGeom>
              <a:rect b="b" l="l" r="r" t="t"/>
              <a:pathLst>
                <a:path extrusionOk="0" h="283" w="365">
                  <a:moveTo>
                    <a:pt x="182" y="1"/>
                  </a:moveTo>
                  <a:cubicBezTo>
                    <a:pt x="1" y="1"/>
                    <a:pt x="1" y="283"/>
                    <a:pt x="181" y="283"/>
                  </a:cubicBezTo>
                  <a:cubicBezTo>
                    <a:pt x="181" y="283"/>
                    <a:pt x="181" y="283"/>
                    <a:pt x="182" y="283"/>
                  </a:cubicBezTo>
                  <a:cubicBezTo>
                    <a:pt x="362" y="283"/>
                    <a:pt x="365" y="1"/>
                    <a:pt x="1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200" lIns="91425" spcFirstLastPara="1" rIns="91425" wrap="square" tIns="7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96" name="Google Shape;296;p6"/>
            <p:cNvSpPr/>
            <p:nvPr/>
          </p:nvSpPr>
          <p:spPr>
            <a:xfrm>
              <a:off x="-272520" y="2304360"/>
              <a:ext cx="28800" cy="22320"/>
            </a:xfrm>
            <a:custGeom>
              <a:rect b="b" l="l" r="r" t="t"/>
              <a:pathLst>
                <a:path extrusionOk="0" h="449" w="579">
                  <a:moveTo>
                    <a:pt x="290" y="1"/>
                  </a:moveTo>
                  <a:cubicBezTo>
                    <a:pt x="3" y="1"/>
                    <a:pt x="0" y="449"/>
                    <a:pt x="290" y="449"/>
                  </a:cubicBezTo>
                  <a:cubicBezTo>
                    <a:pt x="579" y="449"/>
                    <a:pt x="579" y="1"/>
                    <a:pt x="2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1150" lIns="91425" spcFirstLastPara="1" rIns="91425" wrap="square" tIns="111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97" name="Google Shape;297;p6"/>
            <p:cNvSpPr/>
            <p:nvPr/>
          </p:nvSpPr>
          <p:spPr>
            <a:xfrm>
              <a:off x="279720" y="2687040"/>
              <a:ext cx="21600" cy="16560"/>
            </a:xfrm>
            <a:custGeom>
              <a:rect b="b" l="l" r="r" t="t"/>
              <a:pathLst>
                <a:path extrusionOk="0" h="337" w="435">
                  <a:moveTo>
                    <a:pt x="217" y="0"/>
                  </a:moveTo>
                  <a:cubicBezTo>
                    <a:pt x="1" y="0"/>
                    <a:pt x="1" y="336"/>
                    <a:pt x="217" y="336"/>
                  </a:cubicBezTo>
                  <a:cubicBezTo>
                    <a:pt x="434" y="336"/>
                    <a:pt x="434" y="0"/>
                    <a:pt x="2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8275" lIns="91425" spcFirstLastPara="1" rIns="91425" wrap="square" tIns="8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98" name="Google Shape;298;p6"/>
            <p:cNvSpPr/>
            <p:nvPr/>
          </p:nvSpPr>
          <p:spPr>
            <a:xfrm>
              <a:off x="256320" y="2726640"/>
              <a:ext cx="29160" cy="29520"/>
            </a:xfrm>
            <a:custGeom>
              <a:rect b="b" l="l" r="r" t="t"/>
              <a:pathLst>
                <a:path extrusionOk="0" h="595" w="583">
                  <a:moveTo>
                    <a:pt x="255" y="1"/>
                  </a:moveTo>
                  <a:cubicBezTo>
                    <a:pt x="215" y="1"/>
                    <a:pt x="175" y="10"/>
                    <a:pt x="143" y="31"/>
                  </a:cubicBezTo>
                  <a:cubicBezTo>
                    <a:pt x="32" y="99"/>
                    <a:pt x="1" y="231"/>
                    <a:pt x="59" y="344"/>
                  </a:cubicBezTo>
                  <a:cubicBezTo>
                    <a:pt x="83" y="389"/>
                    <a:pt x="107" y="436"/>
                    <a:pt x="131" y="482"/>
                  </a:cubicBezTo>
                  <a:cubicBezTo>
                    <a:pt x="169" y="553"/>
                    <a:pt x="252" y="594"/>
                    <a:pt x="333" y="594"/>
                  </a:cubicBezTo>
                  <a:cubicBezTo>
                    <a:pt x="372" y="594"/>
                    <a:pt x="411" y="585"/>
                    <a:pt x="443" y="564"/>
                  </a:cubicBezTo>
                  <a:cubicBezTo>
                    <a:pt x="552" y="491"/>
                    <a:pt x="582" y="365"/>
                    <a:pt x="524" y="252"/>
                  </a:cubicBezTo>
                  <a:cubicBezTo>
                    <a:pt x="504" y="204"/>
                    <a:pt x="480" y="158"/>
                    <a:pt x="456" y="113"/>
                  </a:cubicBezTo>
                  <a:cubicBezTo>
                    <a:pt x="420" y="41"/>
                    <a:pt x="336" y="1"/>
                    <a:pt x="2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4750" lIns="91425" spcFirstLastPara="1" rIns="91425" wrap="square" tIns="14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99" name="Google Shape;299;p6"/>
            <p:cNvSpPr/>
            <p:nvPr/>
          </p:nvSpPr>
          <p:spPr>
            <a:xfrm>
              <a:off x="239400" y="2617200"/>
              <a:ext cx="28800" cy="26280"/>
            </a:xfrm>
            <a:custGeom>
              <a:rect b="b" l="l" r="r" t="t"/>
              <a:pathLst>
                <a:path extrusionOk="0" h="530" w="580">
                  <a:moveTo>
                    <a:pt x="320" y="1"/>
                  </a:moveTo>
                  <a:cubicBezTo>
                    <a:pt x="263" y="1"/>
                    <a:pt x="206" y="22"/>
                    <a:pt x="162" y="67"/>
                  </a:cubicBezTo>
                  <a:lnTo>
                    <a:pt x="91" y="138"/>
                  </a:lnTo>
                  <a:cubicBezTo>
                    <a:pt x="6" y="223"/>
                    <a:pt x="0" y="379"/>
                    <a:pt x="91" y="464"/>
                  </a:cubicBezTo>
                  <a:cubicBezTo>
                    <a:pt x="138" y="507"/>
                    <a:pt x="198" y="530"/>
                    <a:pt x="257" y="530"/>
                  </a:cubicBezTo>
                  <a:cubicBezTo>
                    <a:pt x="315" y="530"/>
                    <a:pt x="372" y="509"/>
                    <a:pt x="417" y="464"/>
                  </a:cubicBezTo>
                  <a:cubicBezTo>
                    <a:pt x="441" y="441"/>
                    <a:pt x="464" y="419"/>
                    <a:pt x="488" y="393"/>
                  </a:cubicBezTo>
                  <a:cubicBezTo>
                    <a:pt x="573" y="311"/>
                    <a:pt x="580" y="152"/>
                    <a:pt x="488" y="67"/>
                  </a:cubicBezTo>
                  <a:cubicBezTo>
                    <a:pt x="441" y="24"/>
                    <a:pt x="380" y="1"/>
                    <a:pt x="3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3300" lIns="91425" spcFirstLastPara="1" rIns="91425" wrap="square" tIns="13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00" name="Google Shape;300;p6"/>
            <p:cNvSpPr/>
            <p:nvPr/>
          </p:nvSpPr>
          <p:spPr>
            <a:xfrm>
              <a:off x="244800" y="2497320"/>
              <a:ext cx="21240" cy="16560"/>
            </a:xfrm>
            <a:custGeom>
              <a:rect b="b" l="l" r="r" t="t"/>
              <a:pathLst>
                <a:path extrusionOk="0" h="334" w="430">
                  <a:moveTo>
                    <a:pt x="216" y="0"/>
                  </a:moveTo>
                  <a:cubicBezTo>
                    <a:pt x="0" y="0"/>
                    <a:pt x="0" y="333"/>
                    <a:pt x="216" y="333"/>
                  </a:cubicBezTo>
                  <a:cubicBezTo>
                    <a:pt x="430" y="333"/>
                    <a:pt x="430" y="0"/>
                    <a:pt x="2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8275" lIns="91425" spcFirstLastPara="1" rIns="91425" wrap="square" tIns="8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01" name="Google Shape;301;p6"/>
            <p:cNvSpPr/>
            <p:nvPr/>
          </p:nvSpPr>
          <p:spPr>
            <a:xfrm>
              <a:off x="235440" y="2677320"/>
              <a:ext cx="19080" cy="14760"/>
            </a:xfrm>
            <a:custGeom>
              <a:rect b="b" l="l" r="r" t="t"/>
              <a:pathLst>
                <a:path extrusionOk="0" h="299" w="384">
                  <a:moveTo>
                    <a:pt x="192" y="1"/>
                  </a:moveTo>
                  <a:cubicBezTo>
                    <a:pt x="1" y="1"/>
                    <a:pt x="1" y="298"/>
                    <a:pt x="192" y="298"/>
                  </a:cubicBezTo>
                  <a:cubicBezTo>
                    <a:pt x="383" y="298"/>
                    <a:pt x="383" y="1"/>
                    <a:pt x="1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550" lIns="91425" spcFirstLastPara="1" rIns="91425" wrap="square" tIns="75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02" name="Google Shape;302;p6"/>
            <p:cNvSpPr/>
            <p:nvPr/>
          </p:nvSpPr>
          <p:spPr>
            <a:xfrm>
              <a:off x="29160" y="2325240"/>
              <a:ext cx="210240" cy="183600"/>
            </a:xfrm>
            <a:custGeom>
              <a:rect b="b" l="l" r="r" t="t"/>
              <a:pathLst>
                <a:path extrusionOk="0" h="3655" w="4182">
                  <a:moveTo>
                    <a:pt x="2879" y="411"/>
                  </a:moveTo>
                  <a:cubicBezTo>
                    <a:pt x="3175" y="411"/>
                    <a:pt x="3475" y="688"/>
                    <a:pt x="3535" y="993"/>
                  </a:cubicBezTo>
                  <a:cubicBezTo>
                    <a:pt x="3625" y="1460"/>
                    <a:pt x="3372" y="1896"/>
                    <a:pt x="3078" y="2232"/>
                  </a:cubicBezTo>
                  <a:cubicBezTo>
                    <a:pt x="2708" y="2653"/>
                    <a:pt x="2095" y="3258"/>
                    <a:pt x="1479" y="3258"/>
                  </a:cubicBezTo>
                  <a:cubicBezTo>
                    <a:pt x="1346" y="3258"/>
                    <a:pt x="1212" y="3229"/>
                    <a:pt x="1081" y="3165"/>
                  </a:cubicBezTo>
                  <a:cubicBezTo>
                    <a:pt x="1" y="2627"/>
                    <a:pt x="1427" y="1743"/>
                    <a:pt x="1864" y="1400"/>
                  </a:cubicBezTo>
                  <a:cubicBezTo>
                    <a:pt x="2127" y="1195"/>
                    <a:pt x="2362" y="948"/>
                    <a:pt x="2467" y="646"/>
                  </a:cubicBezTo>
                  <a:cubicBezTo>
                    <a:pt x="2470" y="639"/>
                    <a:pt x="2477" y="635"/>
                    <a:pt x="2482" y="628"/>
                  </a:cubicBezTo>
                  <a:cubicBezTo>
                    <a:pt x="2596" y="474"/>
                    <a:pt x="2737" y="411"/>
                    <a:pt x="2879" y="411"/>
                  </a:cubicBezTo>
                  <a:close/>
                  <a:moveTo>
                    <a:pt x="2887" y="0"/>
                  </a:moveTo>
                  <a:cubicBezTo>
                    <a:pt x="2732" y="0"/>
                    <a:pt x="2579" y="40"/>
                    <a:pt x="2440" y="126"/>
                  </a:cubicBezTo>
                  <a:cubicBezTo>
                    <a:pt x="2423" y="118"/>
                    <a:pt x="2404" y="114"/>
                    <a:pt x="2385" y="114"/>
                  </a:cubicBezTo>
                  <a:cubicBezTo>
                    <a:pt x="2341" y="114"/>
                    <a:pt x="2298" y="139"/>
                    <a:pt x="2284" y="198"/>
                  </a:cubicBezTo>
                  <a:cubicBezTo>
                    <a:pt x="2277" y="224"/>
                    <a:pt x="2270" y="247"/>
                    <a:pt x="2263" y="271"/>
                  </a:cubicBezTo>
                  <a:cubicBezTo>
                    <a:pt x="2219" y="318"/>
                    <a:pt x="2178" y="369"/>
                    <a:pt x="2141" y="427"/>
                  </a:cubicBezTo>
                  <a:cubicBezTo>
                    <a:pt x="2107" y="482"/>
                    <a:pt x="2100" y="533"/>
                    <a:pt x="2114" y="578"/>
                  </a:cubicBezTo>
                  <a:cubicBezTo>
                    <a:pt x="1581" y="1353"/>
                    <a:pt x="185" y="1613"/>
                    <a:pt x="284" y="2734"/>
                  </a:cubicBezTo>
                  <a:cubicBezTo>
                    <a:pt x="342" y="3390"/>
                    <a:pt x="879" y="3655"/>
                    <a:pt x="1442" y="3655"/>
                  </a:cubicBezTo>
                  <a:cubicBezTo>
                    <a:pt x="1760" y="3655"/>
                    <a:pt x="2087" y="3570"/>
                    <a:pt x="2341" y="3424"/>
                  </a:cubicBezTo>
                  <a:cubicBezTo>
                    <a:pt x="3167" y="2949"/>
                    <a:pt x="4181" y="1926"/>
                    <a:pt x="3946" y="883"/>
                  </a:cubicBezTo>
                  <a:cubicBezTo>
                    <a:pt x="3828" y="361"/>
                    <a:pt x="3353" y="0"/>
                    <a:pt x="28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03" name="Google Shape;303;p6"/>
            <p:cNvSpPr/>
            <p:nvPr/>
          </p:nvSpPr>
          <p:spPr>
            <a:xfrm>
              <a:off x="29520" y="2345760"/>
              <a:ext cx="182160" cy="143280"/>
            </a:xfrm>
            <a:custGeom>
              <a:rect b="b" l="l" r="r" t="t"/>
              <a:pathLst>
                <a:path extrusionOk="0" h="2848" w="3623">
                  <a:moveTo>
                    <a:pt x="2875" y="1"/>
                  </a:moveTo>
                  <a:cubicBezTo>
                    <a:pt x="2734" y="1"/>
                    <a:pt x="2593" y="64"/>
                    <a:pt x="2480" y="217"/>
                  </a:cubicBezTo>
                  <a:cubicBezTo>
                    <a:pt x="2478" y="226"/>
                    <a:pt x="2470" y="230"/>
                    <a:pt x="2465" y="237"/>
                  </a:cubicBezTo>
                  <a:cubicBezTo>
                    <a:pt x="2360" y="538"/>
                    <a:pt x="2125" y="784"/>
                    <a:pt x="1862" y="990"/>
                  </a:cubicBezTo>
                  <a:cubicBezTo>
                    <a:pt x="1425" y="1335"/>
                    <a:pt x="0" y="2218"/>
                    <a:pt x="1079" y="2754"/>
                  </a:cubicBezTo>
                  <a:cubicBezTo>
                    <a:pt x="1210" y="2819"/>
                    <a:pt x="1343" y="2847"/>
                    <a:pt x="1477" y="2847"/>
                  </a:cubicBezTo>
                  <a:cubicBezTo>
                    <a:pt x="2093" y="2847"/>
                    <a:pt x="2706" y="2241"/>
                    <a:pt x="3076" y="1821"/>
                  </a:cubicBezTo>
                  <a:cubicBezTo>
                    <a:pt x="3370" y="1486"/>
                    <a:pt x="3623" y="1049"/>
                    <a:pt x="3533" y="584"/>
                  </a:cubicBezTo>
                  <a:cubicBezTo>
                    <a:pt x="3473" y="278"/>
                    <a:pt x="3172" y="1"/>
                    <a:pt x="287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71625" lIns="91425" spcFirstLastPara="1" rIns="91425" wrap="square" tIns="716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04" name="Google Shape;304;p6"/>
            <p:cNvSpPr/>
            <p:nvPr/>
          </p:nvSpPr>
          <p:spPr>
            <a:xfrm>
              <a:off x="178920" y="2571840"/>
              <a:ext cx="19440" cy="15120"/>
            </a:xfrm>
            <a:custGeom>
              <a:rect b="b" l="l" r="r" t="t"/>
              <a:pathLst>
                <a:path extrusionOk="0" h="304" w="392">
                  <a:moveTo>
                    <a:pt x="195" y="0"/>
                  </a:moveTo>
                  <a:cubicBezTo>
                    <a:pt x="1" y="0"/>
                    <a:pt x="1" y="303"/>
                    <a:pt x="195" y="303"/>
                  </a:cubicBezTo>
                  <a:cubicBezTo>
                    <a:pt x="392" y="303"/>
                    <a:pt x="392" y="0"/>
                    <a:pt x="1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550" lIns="91425" spcFirstLastPara="1" rIns="91425" wrap="square" tIns="75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05" name="Google Shape;305;p6"/>
            <p:cNvSpPr/>
            <p:nvPr/>
          </p:nvSpPr>
          <p:spPr>
            <a:xfrm>
              <a:off x="157320" y="2518560"/>
              <a:ext cx="20520" cy="15840"/>
            </a:xfrm>
            <a:custGeom>
              <a:rect b="b" l="l" r="r" t="t"/>
              <a:pathLst>
                <a:path extrusionOk="0" h="320" w="412">
                  <a:moveTo>
                    <a:pt x="206" y="0"/>
                  </a:moveTo>
                  <a:cubicBezTo>
                    <a:pt x="0" y="0"/>
                    <a:pt x="0" y="319"/>
                    <a:pt x="206" y="319"/>
                  </a:cubicBezTo>
                  <a:cubicBezTo>
                    <a:pt x="411" y="319"/>
                    <a:pt x="411" y="0"/>
                    <a:pt x="2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900" lIns="91425" spcFirstLastPara="1" rIns="91425" wrap="square" tIns="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06" name="Google Shape;306;p6"/>
            <p:cNvSpPr/>
            <p:nvPr/>
          </p:nvSpPr>
          <p:spPr>
            <a:xfrm>
              <a:off x="103680" y="2563560"/>
              <a:ext cx="22320" cy="17280"/>
            </a:xfrm>
            <a:custGeom>
              <a:rect b="b" l="l" r="r" t="t"/>
              <a:pathLst>
                <a:path extrusionOk="0" h="349" w="453">
                  <a:moveTo>
                    <a:pt x="226" y="0"/>
                  </a:moveTo>
                  <a:cubicBezTo>
                    <a:pt x="1" y="0"/>
                    <a:pt x="0" y="349"/>
                    <a:pt x="223" y="349"/>
                  </a:cubicBezTo>
                  <a:cubicBezTo>
                    <a:pt x="224" y="349"/>
                    <a:pt x="225" y="349"/>
                    <a:pt x="226" y="349"/>
                  </a:cubicBezTo>
                  <a:cubicBezTo>
                    <a:pt x="451" y="349"/>
                    <a:pt x="452" y="0"/>
                    <a:pt x="2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8625" lIns="91425" spcFirstLastPara="1" rIns="91425" wrap="square" tIns="86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07" name="Google Shape;307;p6"/>
            <p:cNvSpPr/>
            <p:nvPr/>
          </p:nvSpPr>
          <p:spPr>
            <a:xfrm>
              <a:off x="64080" y="2650320"/>
              <a:ext cx="16920" cy="12960"/>
            </a:xfrm>
            <a:custGeom>
              <a:rect b="b" l="l" r="r" t="t"/>
              <a:pathLst>
                <a:path extrusionOk="0" h="263" w="341">
                  <a:moveTo>
                    <a:pt x="170" y="0"/>
                  </a:moveTo>
                  <a:cubicBezTo>
                    <a:pt x="1" y="0"/>
                    <a:pt x="0" y="262"/>
                    <a:pt x="169" y="262"/>
                  </a:cubicBezTo>
                  <a:cubicBezTo>
                    <a:pt x="169" y="262"/>
                    <a:pt x="170" y="262"/>
                    <a:pt x="170" y="262"/>
                  </a:cubicBezTo>
                  <a:cubicBezTo>
                    <a:pt x="340" y="262"/>
                    <a:pt x="340" y="0"/>
                    <a:pt x="1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475" lIns="91425" spcFirstLastPara="1" rIns="91425" wrap="square" tIns="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08" name="Google Shape;308;p6"/>
            <p:cNvSpPr/>
            <p:nvPr/>
          </p:nvSpPr>
          <p:spPr>
            <a:xfrm>
              <a:off x="61200" y="2594520"/>
              <a:ext cx="15480" cy="11880"/>
            </a:xfrm>
            <a:custGeom>
              <a:rect b="b" l="l" r="r" t="t"/>
              <a:pathLst>
                <a:path extrusionOk="0" h="244" w="316">
                  <a:moveTo>
                    <a:pt x="159" y="0"/>
                  </a:moveTo>
                  <a:cubicBezTo>
                    <a:pt x="1" y="0"/>
                    <a:pt x="0" y="244"/>
                    <a:pt x="158" y="244"/>
                  </a:cubicBezTo>
                  <a:cubicBezTo>
                    <a:pt x="158" y="244"/>
                    <a:pt x="159" y="244"/>
                    <a:pt x="159" y="244"/>
                  </a:cubicBezTo>
                  <a:cubicBezTo>
                    <a:pt x="315" y="244"/>
                    <a:pt x="315" y="0"/>
                    <a:pt x="1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100" lIns="91425" spcFirstLastPara="1" rIns="91425" wrap="square" tIns="6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09" name="Google Shape;309;p6"/>
            <p:cNvSpPr/>
            <p:nvPr/>
          </p:nvSpPr>
          <p:spPr>
            <a:xfrm>
              <a:off x="53280" y="2692800"/>
              <a:ext cx="24480" cy="18720"/>
            </a:xfrm>
            <a:custGeom>
              <a:rect b="b" l="l" r="r" t="t"/>
              <a:pathLst>
                <a:path extrusionOk="0" h="382" w="493">
                  <a:moveTo>
                    <a:pt x="247" y="1"/>
                  </a:moveTo>
                  <a:cubicBezTo>
                    <a:pt x="2" y="1"/>
                    <a:pt x="1" y="382"/>
                    <a:pt x="247" y="382"/>
                  </a:cubicBezTo>
                  <a:cubicBezTo>
                    <a:pt x="491" y="382"/>
                    <a:pt x="492" y="1"/>
                    <a:pt x="2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350" lIns="91425" spcFirstLastPara="1" rIns="91425" wrap="square" tIns="9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10" name="Google Shape;310;p6"/>
            <p:cNvSpPr/>
            <p:nvPr/>
          </p:nvSpPr>
          <p:spPr>
            <a:xfrm>
              <a:off x="29880" y="2508480"/>
              <a:ext cx="22320" cy="25560"/>
            </a:xfrm>
            <a:custGeom>
              <a:rect b="b" l="l" r="r" t="t"/>
              <a:pathLst>
                <a:path extrusionOk="0" h="512" w="450">
                  <a:moveTo>
                    <a:pt x="236" y="1"/>
                  </a:moveTo>
                  <a:cubicBezTo>
                    <a:pt x="233" y="1"/>
                    <a:pt x="229" y="1"/>
                    <a:pt x="225" y="1"/>
                  </a:cubicBezTo>
                  <a:cubicBezTo>
                    <a:pt x="105" y="7"/>
                    <a:pt x="9" y="97"/>
                    <a:pt x="6" y="221"/>
                  </a:cubicBezTo>
                  <a:lnTo>
                    <a:pt x="3" y="290"/>
                  </a:lnTo>
                  <a:cubicBezTo>
                    <a:pt x="0" y="402"/>
                    <a:pt x="103" y="511"/>
                    <a:pt x="217" y="511"/>
                  </a:cubicBezTo>
                  <a:cubicBezTo>
                    <a:pt x="220" y="511"/>
                    <a:pt x="223" y="511"/>
                    <a:pt x="225" y="511"/>
                  </a:cubicBezTo>
                  <a:cubicBezTo>
                    <a:pt x="342" y="506"/>
                    <a:pt x="449" y="413"/>
                    <a:pt x="446" y="290"/>
                  </a:cubicBezTo>
                  <a:lnTo>
                    <a:pt x="445" y="221"/>
                  </a:lnTo>
                  <a:cubicBezTo>
                    <a:pt x="442" y="109"/>
                    <a:pt x="353" y="1"/>
                    <a:pt x="2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950" lIns="91425" spcFirstLastPara="1" rIns="91425" wrap="square" tIns="12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11" name="Google Shape;311;p6"/>
            <p:cNvSpPr/>
            <p:nvPr/>
          </p:nvSpPr>
          <p:spPr>
            <a:xfrm>
              <a:off x="9360" y="2472120"/>
              <a:ext cx="13680" cy="10440"/>
            </a:xfrm>
            <a:custGeom>
              <a:rect b="b" l="l" r="r" t="t"/>
              <a:pathLst>
                <a:path extrusionOk="0" h="215" w="276">
                  <a:moveTo>
                    <a:pt x="139" y="1"/>
                  </a:moveTo>
                  <a:cubicBezTo>
                    <a:pt x="1" y="1"/>
                    <a:pt x="1" y="214"/>
                    <a:pt x="139" y="214"/>
                  </a:cubicBezTo>
                  <a:cubicBezTo>
                    <a:pt x="276" y="214"/>
                    <a:pt x="276" y="1"/>
                    <a:pt x="1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400" lIns="91425" spcFirstLastPara="1" rIns="91425" wrap="square" tIns="5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12" name="Google Shape;312;p6"/>
            <p:cNvSpPr/>
            <p:nvPr/>
          </p:nvSpPr>
          <p:spPr>
            <a:xfrm>
              <a:off x="-22320" y="2577960"/>
              <a:ext cx="21240" cy="16560"/>
            </a:xfrm>
            <a:custGeom>
              <a:rect b="b" l="l" r="r" t="t"/>
              <a:pathLst>
                <a:path extrusionOk="0" h="334" w="429">
                  <a:moveTo>
                    <a:pt x="214" y="1"/>
                  </a:moveTo>
                  <a:cubicBezTo>
                    <a:pt x="0" y="1"/>
                    <a:pt x="0" y="334"/>
                    <a:pt x="214" y="334"/>
                  </a:cubicBezTo>
                  <a:cubicBezTo>
                    <a:pt x="428" y="334"/>
                    <a:pt x="428" y="1"/>
                    <a:pt x="2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8275" lIns="91425" spcFirstLastPara="1" rIns="91425" wrap="square" tIns="8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13" name="Google Shape;313;p6"/>
            <p:cNvSpPr/>
            <p:nvPr/>
          </p:nvSpPr>
          <p:spPr>
            <a:xfrm>
              <a:off x="-51120" y="2604600"/>
              <a:ext cx="25200" cy="23040"/>
            </a:xfrm>
            <a:custGeom>
              <a:rect b="b" l="l" r="r" t="t"/>
              <a:pathLst>
                <a:path extrusionOk="0" h="463" w="504">
                  <a:moveTo>
                    <a:pt x="222" y="1"/>
                  </a:moveTo>
                  <a:cubicBezTo>
                    <a:pt x="170" y="1"/>
                    <a:pt x="117" y="20"/>
                    <a:pt x="82" y="58"/>
                  </a:cubicBezTo>
                  <a:cubicBezTo>
                    <a:pt x="11" y="136"/>
                    <a:pt x="1" y="264"/>
                    <a:pt x="82" y="340"/>
                  </a:cubicBezTo>
                  <a:cubicBezTo>
                    <a:pt x="107" y="363"/>
                    <a:pt x="130" y="386"/>
                    <a:pt x="155" y="407"/>
                  </a:cubicBezTo>
                  <a:cubicBezTo>
                    <a:pt x="193" y="443"/>
                    <a:pt x="245" y="463"/>
                    <a:pt x="297" y="463"/>
                  </a:cubicBezTo>
                  <a:cubicBezTo>
                    <a:pt x="346" y="463"/>
                    <a:pt x="394" y="445"/>
                    <a:pt x="429" y="407"/>
                  </a:cubicBezTo>
                  <a:cubicBezTo>
                    <a:pt x="504" y="328"/>
                    <a:pt x="504" y="213"/>
                    <a:pt x="429" y="132"/>
                  </a:cubicBezTo>
                  <a:cubicBezTo>
                    <a:pt x="406" y="109"/>
                    <a:pt x="385" y="85"/>
                    <a:pt x="362" y="58"/>
                  </a:cubicBezTo>
                  <a:cubicBezTo>
                    <a:pt x="327" y="20"/>
                    <a:pt x="275" y="1"/>
                    <a:pt x="2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1500" lIns="91425" spcFirstLastPara="1" rIns="91425" wrap="square" tIns="11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14" name="Google Shape;314;p6"/>
            <p:cNvSpPr/>
            <p:nvPr/>
          </p:nvSpPr>
          <p:spPr>
            <a:xfrm>
              <a:off x="-41040" y="2418840"/>
              <a:ext cx="23400" cy="18000"/>
            </a:xfrm>
            <a:custGeom>
              <a:rect b="b" l="l" r="r" t="t"/>
              <a:pathLst>
                <a:path extrusionOk="0" h="368" w="473">
                  <a:moveTo>
                    <a:pt x="238" y="0"/>
                  </a:moveTo>
                  <a:cubicBezTo>
                    <a:pt x="1" y="0"/>
                    <a:pt x="1" y="367"/>
                    <a:pt x="238" y="367"/>
                  </a:cubicBezTo>
                  <a:cubicBezTo>
                    <a:pt x="473" y="367"/>
                    <a:pt x="473" y="0"/>
                    <a:pt x="2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000" lIns="91425" spcFirstLastPara="1" rIns="91425" wrap="square" tIns="9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15" name="Google Shape;315;p6"/>
            <p:cNvSpPr/>
            <p:nvPr/>
          </p:nvSpPr>
          <p:spPr>
            <a:xfrm>
              <a:off x="-55440" y="2491920"/>
              <a:ext cx="16200" cy="12600"/>
            </a:xfrm>
            <a:custGeom>
              <a:rect b="b" l="l" r="r" t="t"/>
              <a:pathLst>
                <a:path extrusionOk="0" h="257" w="331">
                  <a:moveTo>
                    <a:pt x="167" y="0"/>
                  </a:moveTo>
                  <a:cubicBezTo>
                    <a:pt x="1" y="0"/>
                    <a:pt x="1" y="257"/>
                    <a:pt x="165" y="257"/>
                  </a:cubicBezTo>
                  <a:cubicBezTo>
                    <a:pt x="166" y="257"/>
                    <a:pt x="166" y="257"/>
                    <a:pt x="167" y="257"/>
                  </a:cubicBezTo>
                  <a:cubicBezTo>
                    <a:pt x="331" y="257"/>
                    <a:pt x="331" y="0"/>
                    <a:pt x="1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475" lIns="91425" spcFirstLastPara="1" rIns="91425" wrap="square" tIns="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16" name="Google Shape;316;p6"/>
            <p:cNvSpPr/>
            <p:nvPr/>
          </p:nvSpPr>
          <p:spPr>
            <a:xfrm>
              <a:off x="-127080" y="2386080"/>
              <a:ext cx="53640" cy="51840"/>
            </a:xfrm>
            <a:custGeom>
              <a:rect b="b" l="l" r="r" t="t"/>
              <a:pathLst>
                <a:path extrusionOk="0" h="1034" w="1073">
                  <a:moveTo>
                    <a:pt x="221" y="271"/>
                  </a:moveTo>
                  <a:lnTo>
                    <a:pt x="221" y="271"/>
                  </a:lnTo>
                  <a:cubicBezTo>
                    <a:pt x="377" y="293"/>
                    <a:pt x="556" y="316"/>
                    <a:pt x="677" y="421"/>
                  </a:cubicBezTo>
                  <a:cubicBezTo>
                    <a:pt x="775" y="504"/>
                    <a:pt x="845" y="744"/>
                    <a:pt x="670" y="779"/>
                  </a:cubicBezTo>
                  <a:cubicBezTo>
                    <a:pt x="650" y="783"/>
                    <a:pt x="630" y="785"/>
                    <a:pt x="611" y="785"/>
                  </a:cubicBezTo>
                  <a:cubicBezTo>
                    <a:pt x="380" y="785"/>
                    <a:pt x="222" y="505"/>
                    <a:pt x="221" y="271"/>
                  </a:cubicBezTo>
                  <a:close/>
                  <a:moveTo>
                    <a:pt x="194" y="1"/>
                  </a:moveTo>
                  <a:cubicBezTo>
                    <a:pt x="175" y="1"/>
                    <a:pt x="156" y="10"/>
                    <a:pt x="142" y="31"/>
                  </a:cubicBezTo>
                  <a:cubicBezTo>
                    <a:pt x="4" y="242"/>
                    <a:pt x="0" y="510"/>
                    <a:pt x="132" y="724"/>
                  </a:cubicBezTo>
                  <a:cubicBezTo>
                    <a:pt x="237" y="895"/>
                    <a:pt x="435" y="1033"/>
                    <a:pt x="639" y="1033"/>
                  </a:cubicBezTo>
                  <a:cubicBezTo>
                    <a:pt x="688" y="1033"/>
                    <a:pt x="738" y="1025"/>
                    <a:pt x="787" y="1007"/>
                  </a:cubicBezTo>
                  <a:cubicBezTo>
                    <a:pt x="1020" y="922"/>
                    <a:pt x="1073" y="635"/>
                    <a:pt x="988" y="425"/>
                  </a:cubicBezTo>
                  <a:cubicBezTo>
                    <a:pt x="872" y="135"/>
                    <a:pt x="533" y="59"/>
                    <a:pt x="257" y="17"/>
                  </a:cubicBezTo>
                  <a:cubicBezTo>
                    <a:pt x="249" y="15"/>
                    <a:pt x="242" y="15"/>
                    <a:pt x="235" y="15"/>
                  </a:cubicBezTo>
                  <a:cubicBezTo>
                    <a:pt x="223" y="6"/>
                    <a:pt x="209" y="1"/>
                    <a:pt x="1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5900" lIns="91425" spcFirstLastPara="1" rIns="91425" wrap="square" tIns="25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17" name="Google Shape;317;p6"/>
            <p:cNvSpPr/>
            <p:nvPr/>
          </p:nvSpPr>
          <p:spPr>
            <a:xfrm>
              <a:off x="-132840" y="2457720"/>
              <a:ext cx="23400" cy="18360"/>
            </a:xfrm>
            <a:custGeom>
              <a:rect b="b" l="l" r="r" t="t"/>
              <a:pathLst>
                <a:path extrusionOk="0" h="371" w="475">
                  <a:moveTo>
                    <a:pt x="237" y="1"/>
                  </a:moveTo>
                  <a:cubicBezTo>
                    <a:pt x="0" y="1"/>
                    <a:pt x="0" y="371"/>
                    <a:pt x="237" y="371"/>
                  </a:cubicBezTo>
                  <a:cubicBezTo>
                    <a:pt x="475" y="371"/>
                    <a:pt x="475" y="1"/>
                    <a:pt x="2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350" lIns="91425" spcFirstLastPara="1" rIns="91425" wrap="square" tIns="9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18" name="Google Shape;318;p6"/>
            <p:cNvSpPr/>
            <p:nvPr/>
          </p:nvSpPr>
          <p:spPr>
            <a:xfrm>
              <a:off x="-157680" y="2526840"/>
              <a:ext cx="17280" cy="13320"/>
            </a:xfrm>
            <a:custGeom>
              <a:rect b="b" l="l" r="r" t="t"/>
              <a:pathLst>
                <a:path extrusionOk="0" h="274" w="351">
                  <a:moveTo>
                    <a:pt x="176" y="0"/>
                  </a:moveTo>
                  <a:cubicBezTo>
                    <a:pt x="0" y="0"/>
                    <a:pt x="0" y="274"/>
                    <a:pt x="176" y="274"/>
                  </a:cubicBezTo>
                  <a:cubicBezTo>
                    <a:pt x="350" y="274"/>
                    <a:pt x="350" y="0"/>
                    <a:pt x="1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825" lIns="91425" spcFirstLastPara="1" rIns="91425" wrap="square" tIns="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19" name="Google Shape;319;p6"/>
            <p:cNvSpPr/>
            <p:nvPr/>
          </p:nvSpPr>
          <p:spPr>
            <a:xfrm>
              <a:off x="-183960" y="2413080"/>
              <a:ext cx="20160" cy="15840"/>
            </a:xfrm>
            <a:custGeom>
              <a:rect b="b" l="l" r="r" t="t"/>
              <a:pathLst>
                <a:path extrusionOk="0" h="319" w="408">
                  <a:moveTo>
                    <a:pt x="205" y="1"/>
                  </a:moveTo>
                  <a:cubicBezTo>
                    <a:pt x="1" y="1"/>
                    <a:pt x="1" y="315"/>
                    <a:pt x="205" y="318"/>
                  </a:cubicBezTo>
                  <a:cubicBezTo>
                    <a:pt x="408" y="318"/>
                    <a:pt x="408" y="1"/>
                    <a:pt x="2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900" lIns="91425" spcFirstLastPara="1" rIns="91425" wrap="square" tIns="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20" name="Google Shape;320;p6"/>
            <p:cNvSpPr/>
            <p:nvPr/>
          </p:nvSpPr>
          <p:spPr>
            <a:xfrm>
              <a:off x="-194040" y="2480040"/>
              <a:ext cx="19800" cy="15120"/>
            </a:xfrm>
            <a:custGeom>
              <a:rect b="b" l="l" r="r" t="t"/>
              <a:pathLst>
                <a:path extrusionOk="0" h="310" w="399">
                  <a:moveTo>
                    <a:pt x="200" y="1"/>
                  </a:moveTo>
                  <a:cubicBezTo>
                    <a:pt x="2" y="1"/>
                    <a:pt x="0" y="310"/>
                    <a:pt x="199" y="310"/>
                  </a:cubicBezTo>
                  <a:cubicBezTo>
                    <a:pt x="199" y="310"/>
                    <a:pt x="200" y="310"/>
                    <a:pt x="200" y="310"/>
                  </a:cubicBezTo>
                  <a:cubicBezTo>
                    <a:pt x="399" y="310"/>
                    <a:pt x="399" y="1"/>
                    <a:pt x="2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550" lIns="91425" spcFirstLastPara="1" rIns="91425" wrap="square" tIns="75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21" name="Google Shape;321;p6"/>
            <p:cNvSpPr/>
            <p:nvPr/>
          </p:nvSpPr>
          <p:spPr>
            <a:xfrm>
              <a:off x="-234360" y="2596320"/>
              <a:ext cx="22680" cy="25920"/>
            </a:xfrm>
            <a:custGeom>
              <a:rect b="b" l="l" r="r" t="t"/>
              <a:pathLst>
                <a:path extrusionOk="0" h="523" w="456">
                  <a:moveTo>
                    <a:pt x="236" y="0"/>
                  </a:moveTo>
                  <a:cubicBezTo>
                    <a:pt x="234" y="0"/>
                    <a:pt x="231" y="0"/>
                    <a:pt x="229" y="0"/>
                  </a:cubicBezTo>
                  <a:cubicBezTo>
                    <a:pt x="109" y="6"/>
                    <a:pt x="2" y="102"/>
                    <a:pt x="1" y="226"/>
                  </a:cubicBezTo>
                  <a:lnTo>
                    <a:pt x="4" y="297"/>
                  </a:lnTo>
                  <a:cubicBezTo>
                    <a:pt x="5" y="412"/>
                    <a:pt x="100" y="522"/>
                    <a:pt x="218" y="522"/>
                  </a:cubicBezTo>
                  <a:cubicBezTo>
                    <a:pt x="222" y="522"/>
                    <a:pt x="225" y="522"/>
                    <a:pt x="229" y="522"/>
                  </a:cubicBezTo>
                  <a:cubicBezTo>
                    <a:pt x="352" y="516"/>
                    <a:pt x="452" y="423"/>
                    <a:pt x="453" y="297"/>
                  </a:cubicBezTo>
                  <a:lnTo>
                    <a:pt x="456" y="226"/>
                  </a:lnTo>
                  <a:cubicBezTo>
                    <a:pt x="456" y="112"/>
                    <a:pt x="355" y="0"/>
                    <a:pt x="2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950" lIns="91425" spcFirstLastPara="1" rIns="91425" wrap="square" tIns="12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22" name="Google Shape;322;p6"/>
            <p:cNvSpPr/>
            <p:nvPr/>
          </p:nvSpPr>
          <p:spPr>
            <a:xfrm>
              <a:off x="-236160" y="2462760"/>
              <a:ext cx="19440" cy="14760"/>
            </a:xfrm>
            <a:custGeom>
              <a:rect b="b" l="l" r="r" t="t"/>
              <a:pathLst>
                <a:path extrusionOk="0" h="303" w="393">
                  <a:moveTo>
                    <a:pt x="196" y="0"/>
                  </a:moveTo>
                  <a:cubicBezTo>
                    <a:pt x="0" y="0"/>
                    <a:pt x="0" y="302"/>
                    <a:pt x="196" y="302"/>
                  </a:cubicBezTo>
                  <a:cubicBezTo>
                    <a:pt x="390" y="302"/>
                    <a:pt x="393" y="0"/>
                    <a:pt x="1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550" lIns="91425" spcFirstLastPara="1" rIns="91425" wrap="square" tIns="75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23" name="Google Shape;323;p6"/>
            <p:cNvSpPr/>
            <p:nvPr/>
          </p:nvSpPr>
          <p:spPr>
            <a:xfrm>
              <a:off x="-287640" y="2645280"/>
              <a:ext cx="30600" cy="23040"/>
            </a:xfrm>
            <a:custGeom>
              <a:rect b="b" l="l" r="r" t="t"/>
              <a:pathLst>
                <a:path extrusionOk="0" h="465" w="617">
                  <a:moveTo>
                    <a:pt x="333" y="1"/>
                  </a:moveTo>
                  <a:cubicBezTo>
                    <a:pt x="320" y="1"/>
                    <a:pt x="306" y="1"/>
                    <a:pt x="291" y="3"/>
                  </a:cubicBezTo>
                  <a:cubicBezTo>
                    <a:pt x="280" y="6"/>
                    <a:pt x="269" y="8"/>
                    <a:pt x="256" y="9"/>
                  </a:cubicBezTo>
                  <a:cubicBezTo>
                    <a:pt x="215" y="13"/>
                    <a:pt x="174" y="25"/>
                    <a:pt x="131" y="44"/>
                  </a:cubicBezTo>
                  <a:cubicBezTo>
                    <a:pt x="45" y="84"/>
                    <a:pt x="1" y="213"/>
                    <a:pt x="28" y="299"/>
                  </a:cubicBezTo>
                  <a:cubicBezTo>
                    <a:pt x="57" y="388"/>
                    <a:pt x="137" y="464"/>
                    <a:pt x="233" y="464"/>
                  </a:cubicBezTo>
                  <a:cubicBezTo>
                    <a:pt x="236" y="464"/>
                    <a:pt x="240" y="464"/>
                    <a:pt x="243" y="464"/>
                  </a:cubicBezTo>
                  <a:cubicBezTo>
                    <a:pt x="347" y="461"/>
                    <a:pt x="436" y="454"/>
                    <a:pt x="514" y="379"/>
                  </a:cubicBezTo>
                  <a:cubicBezTo>
                    <a:pt x="616" y="285"/>
                    <a:pt x="591" y="105"/>
                    <a:pt x="470" y="37"/>
                  </a:cubicBezTo>
                  <a:cubicBezTo>
                    <a:pt x="426" y="13"/>
                    <a:pt x="382" y="1"/>
                    <a:pt x="3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1500" lIns="91425" spcFirstLastPara="1" rIns="91425" wrap="square" tIns="11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24" name="Google Shape;324;p6"/>
            <p:cNvSpPr/>
            <p:nvPr/>
          </p:nvSpPr>
          <p:spPr>
            <a:xfrm>
              <a:off x="-326520" y="2617920"/>
              <a:ext cx="27000" cy="23400"/>
            </a:xfrm>
            <a:custGeom>
              <a:rect b="b" l="l" r="r" t="t"/>
              <a:pathLst>
                <a:path extrusionOk="0" h="469" w="540">
                  <a:moveTo>
                    <a:pt x="301" y="0"/>
                  </a:moveTo>
                  <a:cubicBezTo>
                    <a:pt x="285" y="0"/>
                    <a:pt x="269" y="2"/>
                    <a:pt x="254" y="5"/>
                  </a:cubicBezTo>
                  <a:cubicBezTo>
                    <a:pt x="248" y="5"/>
                    <a:pt x="243" y="4"/>
                    <a:pt x="237" y="4"/>
                  </a:cubicBezTo>
                  <a:cubicBezTo>
                    <a:pt x="185" y="4"/>
                    <a:pt x="131" y="23"/>
                    <a:pt x="98" y="64"/>
                  </a:cubicBezTo>
                  <a:cubicBezTo>
                    <a:pt x="30" y="148"/>
                    <a:pt x="0" y="252"/>
                    <a:pt x="58" y="348"/>
                  </a:cubicBezTo>
                  <a:cubicBezTo>
                    <a:pt x="102" y="424"/>
                    <a:pt x="189" y="467"/>
                    <a:pt x="274" y="468"/>
                  </a:cubicBezTo>
                  <a:cubicBezTo>
                    <a:pt x="277" y="468"/>
                    <a:pt x="280" y="469"/>
                    <a:pt x="283" y="469"/>
                  </a:cubicBezTo>
                  <a:cubicBezTo>
                    <a:pt x="348" y="469"/>
                    <a:pt x="413" y="442"/>
                    <a:pt x="461" y="395"/>
                  </a:cubicBezTo>
                  <a:cubicBezTo>
                    <a:pt x="540" y="312"/>
                    <a:pt x="537" y="209"/>
                    <a:pt x="495" y="110"/>
                  </a:cubicBezTo>
                  <a:cubicBezTo>
                    <a:pt x="463" y="39"/>
                    <a:pt x="381" y="0"/>
                    <a:pt x="3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1875" lIns="91425" spcFirstLastPara="1" rIns="91425" wrap="square" tIns="11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25" name="Google Shape;325;p6"/>
            <p:cNvSpPr/>
            <p:nvPr/>
          </p:nvSpPr>
          <p:spPr>
            <a:xfrm>
              <a:off x="-337680" y="2266200"/>
              <a:ext cx="18360" cy="14040"/>
            </a:xfrm>
            <a:custGeom>
              <a:rect b="b" l="l" r="r" t="t"/>
              <a:pathLst>
                <a:path extrusionOk="0" h="289" w="371">
                  <a:moveTo>
                    <a:pt x="185" y="1"/>
                  </a:moveTo>
                  <a:cubicBezTo>
                    <a:pt x="0" y="1"/>
                    <a:pt x="0" y="289"/>
                    <a:pt x="185" y="289"/>
                  </a:cubicBezTo>
                  <a:cubicBezTo>
                    <a:pt x="370" y="289"/>
                    <a:pt x="370" y="1"/>
                    <a:pt x="1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200" lIns="91425" spcFirstLastPara="1" rIns="91425" wrap="square" tIns="7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326" name="Google Shape;326;p6"/>
          <p:cNvGrpSpPr/>
          <p:nvPr/>
        </p:nvGrpSpPr>
        <p:grpSpPr>
          <a:xfrm>
            <a:off x="8043120" y="4162320"/>
            <a:ext cx="1131480" cy="976320"/>
            <a:chOff x="8043120" y="4162320"/>
            <a:chExt cx="1131480" cy="976320"/>
          </a:xfrm>
        </p:grpSpPr>
        <p:sp>
          <p:nvSpPr>
            <p:cNvPr id="327" name="Google Shape;327;p6"/>
            <p:cNvSpPr/>
            <p:nvPr/>
          </p:nvSpPr>
          <p:spPr>
            <a:xfrm>
              <a:off x="9009000" y="4962240"/>
              <a:ext cx="56160" cy="37800"/>
            </a:xfrm>
            <a:custGeom>
              <a:rect b="b" l="l" r="r" t="t"/>
              <a:pathLst>
                <a:path extrusionOk="0" h="755" w="1119">
                  <a:moveTo>
                    <a:pt x="256" y="0"/>
                  </a:moveTo>
                  <a:cubicBezTo>
                    <a:pt x="192" y="206"/>
                    <a:pt x="103" y="405"/>
                    <a:pt x="1" y="588"/>
                  </a:cubicBezTo>
                  <a:cubicBezTo>
                    <a:pt x="114" y="602"/>
                    <a:pt x="226" y="618"/>
                    <a:pt x="342" y="642"/>
                  </a:cubicBezTo>
                  <a:cubicBezTo>
                    <a:pt x="526" y="676"/>
                    <a:pt x="722" y="700"/>
                    <a:pt x="902" y="754"/>
                  </a:cubicBezTo>
                  <a:cubicBezTo>
                    <a:pt x="928" y="563"/>
                    <a:pt x="998" y="379"/>
                    <a:pt x="1119" y="224"/>
                  </a:cubicBezTo>
                  <a:cubicBezTo>
                    <a:pt x="1115" y="211"/>
                    <a:pt x="1113" y="199"/>
                    <a:pt x="1112" y="189"/>
                  </a:cubicBezTo>
                  <a:cubicBezTo>
                    <a:pt x="826" y="133"/>
                    <a:pt x="538" y="74"/>
                    <a:pt x="25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9075" lIns="91425" spcFirstLastPara="1" rIns="91425" wrap="square" tIns="190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28" name="Google Shape;328;p6"/>
            <p:cNvSpPr/>
            <p:nvPr/>
          </p:nvSpPr>
          <p:spPr>
            <a:xfrm>
              <a:off x="8956080" y="4806720"/>
              <a:ext cx="82800" cy="86040"/>
            </a:xfrm>
            <a:custGeom>
              <a:rect b="b" l="l" r="r" t="t"/>
              <a:pathLst>
                <a:path extrusionOk="0" h="1715" w="1649">
                  <a:moveTo>
                    <a:pt x="1248" y="1"/>
                  </a:moveTo>
                  <a:cubicBezTo>
                    <a:pt x="876" y="415"/>
                    <a:pt x="457" y="793"/>
                    <a:pt x="3" y="1106"/>
                  </a:cubicBezTo>
                  <a:cubicBezTo>
                    <a:pt x="2" y="1234"/>
                    <a:pt x="1" y="1350"/>
                    <a:pt x="67" y="1463"/>
                  </a:cubicBezTo>
                  <a:cubicBezTo>
                    <a:pt x="132" y="1577"/>
                    <a:pt x="242" y="1666"/>
                    <a:pt x="371" y="1694"/>
                  </a:cubicBezTo>
                  <a:cubicBezTo>
                    <a:pt x="386" y="1700"/>
                    <a:pt x="400" y="1706"/>
                    <a:pt x="413" y="1714"/>
                  </a:cubicBezTo>
                  <a:cubicBezTo>
                    <a:pt x="667" y="1473"/>
                    <a:pt x="926" y="1238"/>
                    <a:pt x="1188" y="1006"/>
                  </a:cubicBezTo>
                  <a:cubicBezTo>
                    <a:pt x="1337" y="872"/>
                    <a:pt x="1484" y="722"/>
                    <a:pt x="1649" y="602"/>
                  </a:cubicBezTo>
                  <a:cubicBezTo>
                    <a:pt x="1483" y="447"/>
                    <a:pt x="1364" y="246"/>
                    <a:pt x="1307" y="15"/>
                  </a:cubicBezTo>
                  <a:cubicBezTo>
                    <a:pt x="1286" y="14"/>
                    <a:pt x="1266" y="11"/>
                    <a:pt x="12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3200" lIns="91425" spcFirstLastPara="1" rIns="91425" wrap="square" tIns="43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29" name="Google Shape;329;p6"/>
            <p:cNvSpPr/>
            <p:nvPr/>
          </p:nvSpPr>
          <p:spPr>
            <a:xfrm>
              <a:off x="8792640" y="4952160"/>
              <a:ext cx="62640" cy="81720"/>
            </a:xfrm>
            <a:custGeom>
              <a:rect b="b" l="l" r="r" t="t"/>
              <a:pathLst>
                <a:path extrusionOk="0" h="1628" w="1248">
                  <a:moveTo>
                    <a:pt x="820" y="1"/>
                  </a:moveTo>
                  <a:cubicBezTo>
                    <a:pt x="806" y="1"/>
                    <a:pt x="793" y="1"/>
                    <a:pt x="779" y="2"/>
                  </a:cubicBezTo>
                  <a:cubicBezTo>
                    <a:pt x="688" y="474"/>
                    <a:pt x="446" y="1161"/>
                    <a:pt x="1" y="1381"/>
                  </a:cubicBezTo>
                  <a:cubicBezTo>
                    <a:pt x="70" y="1425"/>
                    <a:pt x="134" y="1473"/>
                    <a:pt x="194" y="1528"/>
                  </a:cubicBezTo>
                  <a:cubicBezTo>
                    <a:pt x="197" y="1528"/>
                    <a:pt x="201" y="1528"/>
                    <a:pt x="205" y="1528"/>
                  </a:cubicBezTo>
                  <a:cubicBezTo>
                    <a:pt x="267" y="1528"/>
                    <a:pt x="330" y="1560"/>
                    <a:pt x="355" y="1627"/>
                  </a:cubicBezTo>
                  <a:cubicBezTo>
                    <a:pt x="467" y="1426"/>
                    <a:pt x="654" y="1262"/>
                    <a:pt x="794" y="1076"/>
                  </a:cubicBezTo>
                  <a:cubicBezTo>
                    <a:pt x="949" y="870"/>
                    <a:pt x="1101" y="664"/>
                    <a:pt x="1248" y="452"/>
                  </a:cubicBezTo>
                  <a:cubicBezTo>
                    <a:pt x="1247" y="444"/>
                    <a:pt x="1242" y="437"/>
                    <a:pt x="1242" y="425"/>
                  </a:cubicBezTo>
                  <a:cubicBezTo>
                    <a:pt x="1239" y="260"/>
                    <a:pt x="1152" y="122"/>
                    <a:pt x="1006" y="43"/>
                  </a:cubicBezTo>
                  <a:cubicBezTo>
                    <a:pt x="942" y="8"/>
                    <a:pt x="880" y="1"/>
                    <a:pt x="82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1025" lIns="91425" spcFirstLastPara="1" rIns="91425" wrap="square" tIns="41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30" name="Google Shape;330;p6"/>
            <p:cNvSpPr/>
            <p:nvPr/>
          </p:nvSpPr>
          <p:spPr>
            <a:xfrm>
              <a:off x="8749440" y="4757760"/>
              <a:ext cx="87120" cy="80640"/>
            </a:xfrm>
            <a:custGeom>
              <a:rect b="b" l="l" r="r" t="t"/>
              <a:pathLst>
                <a:path extrusionOk="0" h="1611" w="1740">
                  <a:moveTo>
                    <a:pt x="359" y="1"/>
                  </a:moveTo>
                  <a:cubicBezTo>
                    <a:pt x="280" y="135"/>
                    <a:pt x="187" y="267"/>
                    <a:pt x="78" y="390"/>
                  </a:cubicBezTo>
                  <a:cubicBezTo>
                    <a:pt x="54" y="420"/>
                    <a:pt x="27" y="447"/>
                    <a:pt x="0" y="475"/>
                  </a:cubicBezTo>
                  <a:cubicBezTo>
                    <a:pt x="190" y="630"/>
                    <a:pt x="348" y="824"/>
                    <a:pt x="526" y="993"/>
                  </a:cubicBezTo>
                  <a:cubicBezTo>
                    <a:pt x="756" y="1207"/>
                    <a:pt x="997" y="1405"/>
                    <a:pt x="1232" y="1611"/>
                  </a:cubicBezTo>
                  <a:cubicBezTo>
                    <a:pt x="1290" y="1535"/>
                    <a:pt x="1354" y="1462"/>
                    <a:pt x="1423" y="1394"/>
                  </a:cubicBezTo>
                  <a:cubicBezTo>
                    <a:pt x="1521" y="1296"/>
                    <a:pt x="1627" y="1212"/>
                    <a:pt x="1739" y="1139"/>
                  </a:cubicBezTo>
                  <a:cubicBezTo>
                    <a:pt x="1252" y="803"/>
                    <a:pt x="766" y="434"/>
                    <a:pt x="35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0300" lIns="91425" spcFirstLastPara="1" rIns="91425" wrap="square" tIns="40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31" name="Google Shape;331;p6"/>
            <p:cNvSpPr/>
            <p:nvPr/>
          </p:nvSpPr>
          <p:spPr>
            <a:xfrm>
              <a:off x="8660160" y="4438080"/>
              <a:ext cx="39240" cy="101880"/>
            </a:xfrm>
            <a:custGeom>
              <a:rect b="b" l="l" r="r" t="t"/>
              <a:pathLst>
                <a:path extrusionOk="0" h="2028" w="789">
                  <a:moveTo>
                    <a:pt x="440" y="0"/>
                  </a:moveTo>
                  <a:cubicBezTo>
                    <a:pt x="380" y="0"/>
                    <a:pt x="322" y="8"/>
                    <a:pt x="266" y="22"/>
                  </a:cubicBezTo>
                  <a:cubicBezTo>
                    <a:pt x="300" y="284"/>
                    <a:pt x="201" y="569"/>
                    <a:pt x="158" y="828"/>
                  </a:cubicBezTo>
                  <a:cubicBezTo>
                    <a:pt x="104" y="1149"/>
                    <a:pt x="62" y="1469"/>
                    <a:pt x="8" y="1788"/>
                  </a:cubicBezTo>
                  <a:cubicBezTo>
                    <a:pt x="5" y="1795"/>
                    <a:pt x="4" y="1800"/>
                    <a:pt x="1" y="1806"/>
                  </a:cubicBezTo>
                  <a:cubicBezTo>
                    <a:pt x="253" y="1846"/>
                    <a:pt x="494" y="1922"/>
                    <a:pt x="721" y="2027"/>
                  </a:cubicBezTo>
                  <a:cubicBezTo>
                    <a:pt x="600" y="1757"/>
                    <a:pt x="657" y="1411"/>
                    <a:pt x="670" y="1120"/>
                  </a:cubicBezTo>
                  <a:cubicBezTo>
                    <a:pt x="674" y="1017"/>
                    <a:pt x="677" y="910"/>
                    <a:pt x="681" y="803"/>
                  </a:cubicBezTo>
                  <a:cubicBezTo>
                    <a:pt x="677" y="783"/>
                    <a:pt x="678" y="765"/>
                    <a:pt x="682" y="745"/>
                  </a:cubicBezTo>
                  <a:cubicBezTo>
                    <a:pt x="692" y="526"/>
                    <a:pt x="716" y="305"/>
                    <a:pt x="789" y="108"/>
                  </a:cubicBezTo>
                  <a:cubicBezTo>
                    <a:pt x="726" y="73"/>
                    <a:pt x="667" y="38"/>
                    <a:pt x="593" y="18"/>
                  </a:cubicBezTo>
                  <a:cubicBezTo>
                    <a:pt x="543" y="6"/>
                    <a:pt x="491" y="0"/>
                    <a:pt x="4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51100" lIns="91425" spcFirstLastPara="1" rIns="91425" wrap="square" tIns="51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32" name="Google Shape;332;p6"/>
            <p:cNvSpPr/>
            <p:nvPr/>
          </p:nvSpPr>
          <p:spPr>
            <a:xfrm>
              <a:off x="8773920" y="4303440"/>
              <a:ext cx="51480" cy="59400"/>
            </a:xfrm>
            <a:custGeom>
              <a:rect b="b" l="l" r="r" t="t"/>
              <a:pathLst>
                <a:path extrusionOk="0" h="1185" w="1032">
                  <a:moveTo>
                    <a:pt x="736" y="1"/>
                  </a:moveTo>
                  <a:cubicBezTo>
                    <a:pt x="733" y="29"/>
                    <a:pt x="720" y="56"/>
                    <a:pt x="693" y="79"/>
                  </a:cubicBezTo>
                  <a:cubicBezTo>
                    <a:pt x="466" y="286"/>
                    <a:pt x="237" y="491"/>
                    <a:pt x="0" y="689"/>
                  </a:cubicBezTo>
                  <a:cubicBezTo>
                    <a:pt x="115" y="841"/>
                    <a:pt x="211" y="1006"/>
                    <a:pt x="282" y="1184"/>
                  </a:cubicBezTo>
                  <a:lnTo>
                    <a:pt x="340" y="1110"/>
                  </a:lnTo>
                  <a:cubicBezTo>
                    <a:pt x="502" y="906"/>
                    <a:pt x="690" y="709"/>
                    <a:pt x="899" y="586"/>
                  </a:cubicBezTo>
                  <a:cubicBezTo>
                    <a:pt x="921" y="573"/>
                    <a:pt x="946" y="568"/>
                    <a:pt x="969" y="568"/>
                  </a:cubicBezTo>
                  <a:cubicBezTo>
                    <a:pt x="977" y="568"/>
                    <a:pt x="984" y="568"/>
                    <a:pt x="991" y="569"/>
                  </a:cubicBezTo>
                  <a:cubicBezTo>
                    <a:pt x="1021" y="434"/>
                    <a:pt x="1032" y="318"/>
                    <a:pt x="961" y="192"/>
                  </a:cubicBezTo>
                  <a:cubicBezTo>
                    <a:pt x="907" y="96"/>
                    <a:pt x="832" y="35"/>
                    <a:pt x="7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29875" lIns="91425" spcFirstLastPara="1" rIns="91425" wrap="square" tIns="29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33" name="Google Shape;333;p6"/>
            <p:cNvSpPr/>
            <p:nvPr/>
          </p:nvSpPr>
          <p:spPr>
            <a:xfrm>
              <a:off x="8541360" y="4290120"/>
              <a:ext cx="61920" cy="52920"/>
            </a:xfrm>
            <a:custGeom>
              <a:rect b="b" l="l" r="r" t="t"/>
              <a:pathLst>
                <a:path extrusionOk="0" h="1059" w="1237">
                  <a:moveTo>
                    <a:pt x="419" y="0"/>
                  </a:moveTo>
                  <a:cubicBezTo>
                    <a:pt x="301" y="31"/>
                    <a:pt x="206" y="55"/>
                    <a:pt x="120" y="152"/>
                  </a:cubicBezTo>
                  <a:cubicBezTo>
                    <a:pt x="35" y="248"/>
                    <a:pt x="1" y="362"/>
                    <a:pt x="20" y="488"/>
                  </a:cubicBezTo>
                  <a:cubicBezTo>
                    <a:pt x="28" y="485"/>
                    <a:pt x="35" y="484"/>
                    <a:pt x="44" y="484"/>
                  </a:cubicBezTo>
                  <a:cubicBezTo>
                    <a:pt x="49" y="484"/>
                    <a:pt x="54" y="484"/>
                    <a:pt x="59" y="485"/>
                  </a:cubicBezTo>
                  <a:cubicBezTo>
                    <a:pt x="216" y="506"/>
                    <a:pt x="301" y="653"/>
                    <a:pt x="417" y="754"/>
                  </a:cubicBezTo>
                  <a:cubicBezTo>
                    <a:pt x="555" y="875"/>
                    <a:pt x="711" y="971"/>
                    <a:pt x="872" y="1059"/>
                  </a:cubicBezTo>
                  <a:cubicBezTo>
                    <a:pt x="964" y="865"/>
                    <a:pt x="1088" y="687"/>
                    <a:pt x="1236" y="537"/>
                  </a:cubicBezTo>
                  <a:lnTo>
                    <a:pt x="1234" y="533"/>
                  </a:lnTo>
                  <a:cubicBezTo>
                    <a:pt x="1209" y="556"/>
                    <a:pt x="1176" y="571"/>
                    <a:pt x="1139" y="571"/>
                  </a:cubicBezTo>
                  <a:cubicBezTo>
                    <a:pt x="1108" y="571"/>
                    <a:pt x="1075" y="562"/>
                    <a:pt x="1042" y="539"/>
                  </a:cubicBezTo>
                  <a:cubicBezTo>
                    <a:pt x="828" y="383"/>
                    <a:pt x="603" y="199"/>
                    <a:pt x="41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26625" lIns="91425" spcFirstLastPara="1" rIns="91425" wrap="square" tIns="266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34" name="Google Shape;334;p6"/>
            <p:cNvSpPr/>
            <p:nvPr/>
          </p:nvSpPr>
          <p:spPr>
            <a:xfrm>
              <a:off x="8404200" y="4679280"/>
              <a:ext cx="92160" cy="43560"/>
            </a:xfrm>
            <a:custGeom>
              <a:rect b="b" l="l" r="r" t="t"/>
              <a:pathLst>
                <a:path extrusionOk="0" h="869" w="1834">
                  <a:moveTo>
                    <a:pt x="1749" y="0"/>
                  </a:moveTo>
                  <a:lnTo>
                    <a:pt x="1749" y="0"/>
                  </a:lnTo>
                  <a:cubicBezTo>
                    <a:pt x="1499" y="95"/>
                    <a:pt x="1206" y="129"/>
                    <a:pt x="948" y="146"/>
                  </a:cubicBezTo>
                  <a:cubicBezTo>
                    <a:pt x="887" y="152"/>
                    <a:pt x="826" y="156"/>
                    <a:pt x="758" y="159"/>
                  </a:cubicBezTo>
                  <a:cubicBezTo>
                    <a:pt x="702" y="162"/>
                    <a:pt x="644" y="164"/>
                    <a:pt x="585" y="164"/>
                  </a:cubicBezTo>
                  <a:cubicBezTo>
                    <a:pt x="437" y="164"/>
                    <a:pt x="285" y="151"/>
                    <a:pt x="150" y="109"/>
                  </a:cubicBezTo>
                  <a:cubicBezTo>
                    <a:pt x="121" y="163"/>
                    <a:pt x="62" y="213"/>
                    <a:pt x="41" y="264"/>
                  </a:cubicBezTo>
                  <a:cubicBezTo>
                    <a:pt x="0" y="356"/>
                    <a:pt x="0" y="461"/>
                    <a:pt x="30" y="557"/>
                  </a:cubicBezTo>
                  <a:cubicBezTo>
                    <a:pt x="61" y="656"/>
                    <a:pt x="139" y="724"/>
                    <a:pt x="183" y="816"/>
                  </a:cubicBezTo>
                  <a:cubicBezTo>
                    <a:pt x="189" y="829"/>
                    <a:pt x="186" y="845"/>
                    <a:pt x="177" y="857"/>
                  </a:cubicBezTo>
                  <a:cubicBezTo>
                    <a:pt x="291" y="866"/>
                    <a:pt x="405" y="869"/>
                    <a:pt x="519" y="869"/>
                  </a:cubicBezTo>
                  <a:cubicBezTo>
                    <a:pt x="526" y="868"/>
                    <a:pt x="533" y="868"/>
                    <a:pt x="540" y="868"/>
                  </a:cubicBezTo>
                  <a:cubicBezTo>
                    <a:pt x="547" y="868"/>
                    <a:pt x="553" y="868"/>
                    <a:pt x="560" y="869"/>
                  </a:cubicBezTo>
                  <a:cubicBezTo>
                    <a:pt x="608" y="869"/>
                    <a:pt x="656" y="867"/>
                    <a:pt x="702" y="867"/>
                  </a:cubicBezTo>
                  <a:cubicBezTo>
                    <a:pt x="842" y="865"/>
                    <a:pt x="982" y="859"/>
                    <a:pt x="1121" y="846"/>
                  </a:cubicBezTo>
                  <a:cubicBezTo>
                    <a:pt x="1361" y="826"/>
                    <a:pt x="1596" y="751"/>
                    <a:pt x="1834" y="738"/>
                  </a:cubicBezTo>
                  <a:cubicBezTo>
                    <a:pt x="1797" y="614"/>
                    <a:pt x="1773" y="489"/>
                    <a:pt x="1776" y="369"/>
                  </a:cubicBezTo>
                  <a:cubicBezTo>
                    <a:pt x="1750" y="343"/>
                    <a:pt x="1735" y="309"/>
                    <a:pt x="1735" y="267"/>
                  </a:cubicBezTo>
                  <a:cubicBezTo>
                    <a:pt x="1736" y="179"/>
                    <a:pt x="1740" y="88"/>
                    <a:pt x="17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21950" lIns="91425" spcFirstLastPara="1" rIns="91425" wrap="square" tIns="21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35" name="Google Shape;335;p6"/>
            <p:cNvSpPr/>
            <p:nvPr/>
          </p:nvSpPr>
          <p:spPr>
            <a:xfrm>
              <a:off x="8191080" y="4777920"/>
              <a:ext cx="64440" cy="59400"/>
            </a:xfrm>
            <a:custGeom>
              <a:rect b="b" l="l" r="r" t="t"/>
              <a:pathLst>
                <a:path extrusionOk="0" h="1185" w="1284">
                  <a:moveTo>
                    <a:pt x="1056" y="0"/>
                  </a:moveTo>
                  <a:cubicBezTo>
                    <a:pt x="868" y="138"/>
                    <a:pt x="672" y="264"/>
                    <a:pt x="475" y="397"/>
                  </a:cubicBezTo>
                  <a:cubicBezTo>
                    <a:pt x="335" y="489"/>
                    <a:pt x="172" y="627"/>
                    <a:pt x="1" y="690"/>
                  </a:cubicBezTo>
                  <a:cubicBezTo>
                    <a:pt x="107" y="815"/>
                    <a:pt x="185" y="971"/>
                    <a:pt x="226" y="1157"/>
                  </a:cubicBezTo>
                  <a:cubicBezTo>
                    <a:pt x="235" y="1165"/>
                    <a:pt x="242" y="1172"/>
                    <a:pt x="249" y="1185"/>
                  </a:cubicBezTo>
                  <a:cubicBezTo>
                    <a:pt x="399" y="1055"/>
                    <a:pt x="594" y="955"/>
                    <a:pt x="743" y="838"/>
                  </a:cubicBezTo>
                  <a:cubicBezTo>
                    <a:pt x="925" y="695"/>
                    <a:pt x="1102" y="544"/>
                    <a:pt x="1283" y="398"/>
                  </a:cubicBezTo>
                  <a:cubicBezTo>
                    <a:pt x="1192" y="275"/>
                    <a:pt x="1119" y="142"/>
                    <a:pt x="105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29875" lIns="91425" spcFirstLastPara="1" rIns="91425" wrap="square" tIns="29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36" name="Google Shape;336;p6"/>
            <p:cNvSpPr/>
            <p:nvPr/>
          </p:nvSpPr>
          <p:spPr>
            <a:xfrm>
              <a:off x="8704440" y="5027760"/>
              <a:ext cx="100440" cy="93240"/>
            </a:xfrm>
            <a:custGeom>
              <a:rect b="b" l="l" r="r" t="t"/>
              <a:pathLst>
                <a:path extrusionOk="0" h="1861" w="2003">
                  <a:moveTo>
                    <a:pt x="1221" y="638"/>
                  </a:moveTo>
                  <a:cubicBezTo>
                    <a:pt x="1301" y="638"/>
                    <a:pt x="1382" y="689"/>
                    <a:pt x="1391" y="785"/>
                  </a:cubicBezTo>
                  <a:cubicBezTo>
                    <a:pt x="1412" y="1036"/>
                    <a:pt x="1226" y="1253"/>
                    <a:pt x="1011" y="1355"/>
                  </a:cubicBezTo>
                  <a:cubicBezTo>
                    <a:pt x="931" y="1393"/>
                    <a:pt x="839" y="1415"/>
                    <a:pt x="748" y="1415"/>
                  </a:cubicBezTo>
                  <a:cubicBezTo>
                    <a:pt x="721" y="1415"/>
                    <a:pt x="693" y="1413"/>
                    <a:pt x="666" y="1409"/>
                  </a:cubicBezTo>
                  <a:cubicBezTo>
                    <a:pt x="543" y="1390"/>
                    <a:pt x="467" y="1317"/>
                    <a:pt x="386" y="1232"/>
                  </a:cubicBezTo>
                  <a:cubicBezTo>
                    <a:pt x="327" y="1171"/>
                    <a:pt x="370" y="1059"/>
                    <a:pt x="444" y="1059"/>
                  </a:cubicBezTo>
                  <a:cubicBezTo>
                    <a:pt x="459" y="1059"/>
                    <a:pt x="474" y="1063"/>
                    <a:pt x="491" y="1073"/>
                  </a:cubicBezTo>
                  <a:cubicBezTo>
                    <a:pt x="529" y="1096"/>
                    <a:pt x="580" y="1106"/>
                    <a:pt x="634" y="1106"/>
                  </a:cubicBezTo>
                  <a:cubicBezTo>
                    <a:pt x="717" y="1106"/>
                    <a:pt x="808" y="1083"/>
                    <a:pt x="869" y="1053"/>
                  </a:cubicBezTo>
                  <a:cubicBezTo>
                    <a:pt x="995" y="994"/>
                    <a:pt x="1043" y="904"/>
                    <a:pt x="1063" y="771"/>
                  </a:cubicBezTo>
                  <a:cubicBezTo>
                    <a:pt x="1075" y="681"/>
                    <a:pt x="1147" y="638"/>
                    <a:pt x="1221" y="638"/>
                  </a:cubicBezTo>
                  <a:close/>
                  <a:moveTo>
                    <a:pt x="1062" y="1"/>
                  </a:moveTo>
                  <a:cubicBezTo>
                    <a:pt x="924" y="1"/>
                    <a:pt x="786" y="28"/>
                    <a:pt x="655" y="87"/>
                  </a:cubicBezTo>
                  <a:cubicBezTo>
                    <a:pt x="200" y="289"/>
                    <a:pt x="0" y="877"/>
                    <a:pt x="180" y="1334"/>
                  </a:cubicBezTo>
                  <a:cubicBezTo>
                    <a:pt x="313" y="1671"/>
                    <a:pt x="657" y="1860"/>
                    <a:pt x="1005" y="1860"/>
                  </a:cubicBezTo>
                  <a:cubicBezTo>
                    <a:pt x="1138" y="1860"/>
                    <a:pt x="1271" y="1833"/>
                    <a:pt x="1393" y="1776"/>
                  </a:cubicBezTo>
                  <a:cubicBezTo>
                    <a:pt x="2003" y="1491"/>
                    <a:pt x="1899" y="805"/>
                    <a:pt x="1811" y="258"/>
                  </a:cubicBezTo>
                  <a:cubicBezTo>
                    <a:pt x="1596" y="100"/>
                    <a:pt x="1329" y="1"/>
                    <a:pt x="106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6800" lIns="91425" spcFirstLastPara="1" rIns="91425" wrap="square" tIns="46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37" name="Google Shape;337;p6"/>
            <p:cNvSpPr/>
            <p:nvPr/>
          </p:nvSpPr>
          <p:spPr>
            <a:xfrm>
              <a:off x="9069480" y="4960800"/>
              <a:ext cx="84960" cy="84240"/>
            </a:xfrm>
            <a:custGeom>
              <a:rect b="b" l="l" r="r" t="t"/>
              <a:pathLst>
                <a:path extrusionOk="0" h="1676" w="1691">
                  <a:moveTo>
                    <a:pt x="789" y="315"/>
                  </a:moveTo>
                  <a:cubicBezTo>
                    <a:pt x="986" y="315"/>
                    <a:pt x="1185" y="398"/>
                    <a:pt x="1320" y="550"/>
                  </a:cubicBezTo>
                  <a:cubicBezTo>
                    <a:pt x="1428" y="670"/>
                    <a:pt x="1304" y="805"/>
                    <a:pt x="1173" y="805"/>
                  </a:cubicBezTo>
                  <a:cubicBezTo>
                    <a:pt x="1125" y="805"/>
                    <a:pt x="1076" y="787"/>
                    <a:pt x="1037" y="745"/>
                  </a:cubicBezTo>
                  <a:cubicBezTo>
                    <a:pt x="955" y="651"/>
                    <a:pt x="843" y="607"/>
                    <a:pt x="729" y="607"/>
                  </a:cubicBezTo>
                  <a:cubicBezTo>
                    <a:pt x="629" y="607"/>
                    <a:pt x="527" y="641"/>
                    <a:pt x="444" y="706"/>
                  </a:cubicBezTo>
                  <a:cubicBezTo>
                    <a:pt x="424" y="723"/>
                    <a:pt x="402" y="730"/>
                    <a:pt x="381" y="730"/>
                  </a:cubicBezTo>
                  <a:cubicBezTo>
                    <a:pt x="298" y="730"/>
                    <a:pt x="231" y="615"/>
                    <a:pt x="294" y="539"/>
                  </a:cubicBezTo>
                  <a:cubicBezTo>
                    <a:pt x="423" y="387"/>
                    <a:pt x="605" y="315"/>
                    <a:pt x="789" y="315"/>
                  </a:cubicBezTo>
                  <a:close/>
                  <a:moveTo>
                    <a:pt x="856" y="0"/>
                  </a:moveTo>
                  <a:cubicBezTo>
                    <a:pt x="624" y="0"/>
                    <a:pt x="401" y="133"/>
                    <a:pt x="199" y="291"/>
                  </a:cubicBezTo>
                  <a:cubicBezTo>
                    <a:pt x="60" y="614"/>
                    <a:pt x="1" y="1010"/>
                    <a:pt x="185" y="1313"/>
                  </a:cubicBezTo>
                  <a:cubicBezTo>
                    <a:pt x="325" y="1544"/>
                    <a:pt x="586" y="1675"/>
                    <a:pt x="846" y="1675"/>
                  </a:cubicBezTo>
                  <a:cubicBezTo>
                    <a:pt x="1011" y="1675"/>
                    <a:pt x="1175" y="1623"/>
                    <a:pt x="1306" y="1510"/>
                  </a:cubicBezTo>
                  <a:cubicBezTo>
                    <a:pt x="1690" y="1180"/>
                    <a:pt x="1669" y="482"/>
                    <a:pt x="1278" y="164"/>
                  </a:cubicBezTo>
                  <a:cubicBezTo>
                    <a:pt x="1136" y="47"/>
                    <a:pt x="994" y="0"/>
                    <a:pt x="85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2100" lIns="91425" spcFirstLastPara="1" rIns="91425" wrap="square" tIns="42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38" name="Google Shape;338;p6"/>
            <p:cNvSpPr/>
            <p:nvPr/>
          </p:nvSpPr>
          <p:spPr>
            <a:xfrm>
              <a:off x="9031320" y="4732560"/>
              <a:ext cx="103680" cy="101160"/>
            </a:xfrm>
            <a:custGeom>
              <a:rect b="b" l="l" r="r" t="t"/>
              <a:pathLst>
                <a:path extrusionOk="0" h="2015" w="2063">
                  <a:moveTo>
                    <a:pt x="1354" y="432"/>
                  </a:moveTo>
                  <a:cubicBezTo>
                    <a:pt x="1393" y="432"/>
                    <a:pt x="1431" y="444"/>
                    <a:pt x="1461" y="472"/>
                  </a:cubicBezTo>
                  <a:cubicBezTo>
                    <a:pt x="1893" y="896"/>
                    <a:pt x="1579" y="1641"/>
                    <a:pt x="984" y="1641"/>
                  </a:cubicBezTo>
                  <a:cubicBezTo>
                    <a:pt x="974" y="1641"/>
                    <a:pt x="963" y="1641"/>
                    <a:pt x="953" y="1640"/>
                  </a:cubicBezTo>
                  <a:cubicBezTo>
                    <a:pt x="834" y="1633"/>
                    <a:pt x="763" y="1443"/>
                    <a:pt x="904" y="1413"/>
                  </a:cubicBezTo>
                  <a:cubicBezTo>
                    <a:pt x="1164" y="1357"/>
                    <a:pt x="1369" y="1126"/>
                    <a:pt x="1286" y="849"/>
                  </a:cubicBezTo>
                  <a:cubicBezTo>
                    <a:pt x="1249" y="727"/>
                    <a:pt x="1080" y="505"/>
                    <a:pt x="1294" y="441"/>
                  </a:cubicBezTo>
                  <a:cubicBezTo>
                    <a:pt x="1313" y="435"/>
                    <a:pt x="1334" y="432"/>
                    <a:pt x="1354" y="432"/>
                  </a:cubicBezTo>
                  <a:close/>
                  <a:moveTo>
                    <a:pt x="981" y="0"/>
                  </a:moveTo>
                  <a:cubicBezTo>
                    <a:pt x="845" y="0"/>
                    <a:pt x="706" y="37"/>
                    <a:pt x="573" y="118"/>
                  </a:cubicBezTo>
                  <a:cubicBezTo>
                    <a:pt x="190" y="352"/>
                    <a:pt x="95" y="753"/>
                    <a:pt x="0" y="1150"/>
                  </a:cubicBezTo>
                  <a:cubicBezTo>
                    <a:pt x="142" y="1605"/>
                    <a:pt x="437" y="2015"/>
                    <a:pt x="933" y="2015"/>
                  </a:cubicBezTo>
                  <a:cubicBezTo>
                    <a:pt x="997" y="2015"/>
                    <a:pt x="1065" y="2008"/>
                    <a:pt x="1137" y="1993"/>
                  </a:cubicBezTo>
                  <a:cubicBezTo>
                    <a:pt x="1714" y="1875"/>
                    <a:pt x="2062" y="1209"/>
                    <a:pt x="1860" y="664"/>
                  </a:cubicBezTo>
                  <a:cubicBezTo>
                    <a:pt x="1720" y="286"/>
                    <a:pt x="1362" y="0"/>
                    <a:pt x="98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50750" lIns="91425" spcFirstLastPara="1" rIns="91425" wrap="square" tIns="50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39" name="Google Shape;339;p6"/>
            <p:cNvSpPr/>
            <p:nvPr/>
          </p:nvSpPr>
          <p:spPr>
            <a:xfrm>
              <a:off x="8795880" y="4816440"/>
              <a:ext cx="216720" cy="211320"/>
            </a:xfrm>
            <a:custGeom>
              <a:rect b="b" l="l" r="r" t="t"/>
              <a:pathLst>
                <a:path extrusionOk="0" h="4204" w="4306">
                  <a:moveTo>
                    <a:pt x="2076" y="343"/>
                  </a:moveTo>
                  <a:cubicBezTo>
                    <a:pt x="2192" y="343"/>
                    <a:pt x="2298" y="375"/>
                    <a:pt x="2371" y="462"/>
                  </a:cubicBezTo>
                  <a:cubicBezTo>
                    <a:pt x="2412" y="510"/>
                    <a:pt x="2398" y="588"/>
                    <a:pt x="2360" y="635"/>
                  </a:cubicBezTo>
                  <a:cubicBezTo>
                    <a:pt x="2271" y="745"/>
                    <a:pt x="2183" y="735"/>
                    <a:pt x="2051" y="752"/>
                  </a:cubicBezTo>
                  <a:cubicBezTo>
                    <a:pt x="1921" y="769"/>
                    <a:pt x="1792" y="805"/>
                    <a:pt x="1671" y="854"/>
                  </a:cubicBezTo>
                  <a:cubicBezTo>
                    <a:pt x="1399" y="963"/>
                    <a:pt x="1170" y="1141"/>
                    <a:pt x="985" y="1367"/>
                  </a:cubicBezTo>
                  <a:cubicBezTo>
                    <a:pt x="956" y="1402"/>
                    <a:pt x="918" y="1417"/>
                    <a:pt x="880" y="1417"/>
                  </a:cubicBezTo>
                  <a:cubicBezTo>
                    <a:pt x="779" y="1417"/>
                    <a:pt x="676" y="1312"/>
                    <a:pt x="737" y="1206"/>
                  </a:cubicBezTo>
                  <a:cubicBezTo>
                    <a:pt x="915" y="908"/>
                    <a:pt x="1161" y="666"/>
                    <a:pt x="1474" y="517"/>
                  </a:cubicBezTo>
                  <a:cubicBezTo>
                    <a:pt x="1628" y="444"/>
                    <a:pt x="1869" y="343"/>
                    <a:pt x="2076" y="343"/>
                  </a:cubicBezTo>
                  <a:close/>
                  <a:moveTo>
                    <a:pt x="1944" y="1"/>
                  </a:moveTo>
                  <a:cubicBezTo>
                    <a:pt x="1606" y="1"/>
                    <a:pt x="1266" y="100"/>
                    <a:pt x="975" y="303"/>
                  </a:cubicBezTo>
                  <a:cubicBezTo>
                    <a:pt x="607" y="560"/>
                    <a:pt x="355" y="958"/>
                    <a:pt x="234" y="1387"/>
                  </a:cubicBezTo>
                  <a:cubicBezTo>
                    <a:pt x="138" y="1726"/>
                    <a:pt x="0" y="2597"/>
                    <a:pt x="351" y="2845"/>
                  </a:cubicBezTo>
                  <a:cubicBezTo>
                    <a:pt x="383" y="2779"/>
                    <a:pt x="416" y="2714"/>
                    <a:pt x="447" y="2647"/>
                  </a:cubicBezTo>
                  <a:cubicBezTo>
                    <a:pt x="417" y="2606"/>
                    <a:pt x="410" y="2543"/>
                    <a:pt x="433" y="2501"/>
                  </a:cubicBezTo>
                  <a:cubicBezTo>
                    <a:pt x="492" y="2393"/>
                    <a:pt x="600" y="2354"/>
                    <a:pt x="718" y="2354"/>
                  </a:cubicBezTo>
                  <a:cubicBezTo>
                    <a:pt x="865" y="2354"/>
                    <a:pt x="1028" y="2416"/>
                    <a:pt x="1131" y="2485"/>
                  </a:cubicBezTo>
                  <a:cubicBezTo>
                    <a:pt x="1347" y="2628"/>
                    <a:pt x="1479" y="2878"/>
                    <a:pt x="1432" y="3137"/>
                  </a:cubicBezTo>
                  <a:cubicBezTo>
                    <a:pt x="1430" y="3144"/>
                    <a:pt x="1429" y="3150"/>
                    <a:pt x="1425" y="3154"/>
                  </a:cubicBezTo>
                  <a:cubicBezTo>
                    <a:pt x="1435" y="3181"/>
                    <a:pt x="1437" y="3211"/>
                    <a:pt x="1428" y="3239"/>
                  </a:cubicBezTo>
                  <a:cubicBezTo>
                    <a:pt x="1379" y="3380"/>
                    <a:pt x="1317" y="3535"/>
                    <a:pt x="1240" y="3690"/>
                  </a:cubicBezTo>
                  <a:cubicBezTo>
                    <a:pt x="1682" y="3974"/>
                    <a:pt x="2157" y="4203"/>
                    <a:pt x="2615" y="4203"/>
                  </a:cubicBezTo>
                  <a:cubicBezTo>
                    <a:pt x="2974" y="4203"/>
                    <a:pt x="3322" y="4063"/>
                    <a:pt x="3638" y="3700"/>
                  </a:cubicBezTo>
                  <a:cubicBezTo>
                    <a:pt x="3685" y="3643"/>
                    <a:pt x="3732" y="3584"/>
                    <a:pt x="3776" y="3521"/>
                  </a:cubicBezTo>
                  <a:cubicBezTo>
                    <a:pt x="3777" y="3494"/>
                    <a:pt x="3791" y="3472"/>
                    <a:pt x="3817" y="3463"/>
                  </a:cubicBezTo>
                  <a:cubicBezTo>
                    <a:pt x="4177" y="2919"/>
                    <a:pt x="4306" y="2222"/>
                    <a:pt x="4086" y="1605"/>
                  </a:cubicBezTo>
                  <a:cubicBezTo>
                    <a:pt x="4075" y="1570"/>
                    <a:pt x="4061" y="1536"/>
                    <a:pt x="4046" y="1502"/>
                  </a:cubicBezTo>
                  <a:cubicBezTo>
                    <a:pt x="3933" y="1587"/>
                    <a:pt x="3820" y="1673"/>
                    <a:pt x="3706" y="1757"/>
                  </a:cubicBezTo>
                  <a:cubicBezTo>
                    <a:pt x="3685" y="1774"/>
                    <a:pt x="3661" y="1781"/>
                    <a:pt x="3639" y="1781"/>
                  </a:cubicBezTo>
                  <a:cubicBezTo>
                    <a:pt x="3616" y="1781"/>
                    <a:pt x="3594" y="1773"/>
                    <a:pt x="3574" y="1761"/>
                  </a:cubicBezTo>
                  <a:cubicBezTo>
                    <a:pt x="3562" y="1765"/>
                    <a:pt x="3549" y="1770"/>
                    <a:pt x="3533" y="1770"/>
                  </a:cubicBezTo>
                  <a:cubicBezTo>
                    <a:pt x="3305" y="1765"/>
                    <a:pt x="3104" y="1666"/>
                    <a:pt x="2974" y="1478"/>
                  </a:cubicBezTo>
                  <a:cubicBezTo>
                    <a:pt x="2852" y="1302"/>
                    <a:pt x="2784" y="1038"/>
                    <a:pt x="2897" y="844"/>
                  </a:cubicBezTo>
                  <a:cubicBezTo>
                    <a:pt x="2897" y="843"/>
                    <a:pt x="2898" y="843"/>
                    <a:pt x="2898" y="842"/>
                  </a:cubicBezTo>
                  <a:cubicBezTo>
                    <a:pt x="2897" y="809"/>
                    <a:pt x="2908" y="778"/>
                    <a:pt x="2938" y="751"/>
                  </a:cubicBezTo>
                  <a:cubicBezTo>
                    <a:pt x="3019" y="677"/>
                    <a:pt x="3100" y="602"/>
                    <a:pt x="3180" y="528"/>
                  </a:cubicBezTo>
                  <a:cubicBezTo>
                    <a:pt x="3165" y="521"/>
                    <a:pt x="3149" y="510"/>
                    <a:pt x="3135" y="494"/>
                  </a:cubicBezTo>
                  <a:cubicBezTo>
                    <a:pt x="2816" y="167"/>
                    <a:pt x="2382" y="1"/>
                    <a:pt x="194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40" name="Google Shape;340;p6"/>
            <p:cNvSpPr/>
            <p:nvPr/>
          </p:nvSpPr>
          <p:spPr>
            <a:xfrm>
              <a:off x="8792640" y="4218120"/>
              <a:ext cx="142560" cy="139320"/>
            </a:xfrm>
            <a:custGeom>
              <a:rect b="b" l="l" r="r" t="t"/>
              <a:pathLst>
                <a:path extrusionOk="0" h="2770" w="2836">
                  <a:moveTo>
                    <a:pt x="2116" y="989"/>
                  </a:moveTo>
                  <a:cubicBezTo>
                    <a:pt x="2190" y="989"/>
                    <a:pt x="2268" y="1027"/>
                    <a:pt x="2305" y="1106"/>
                  </a:cubicBezTo>
                  <a:cubicBezTo>
                    <a:pt x="2562" y="1656"/>
                    <a:pt x="2011" y="2324"/>
                    <a:pt x="1451" y="2324"/>
                  </a:cubicBezTo>
                  <a:cubicBezTo>
                    <a:pt x="1442" y="2324"/>
                    <a:pt x="1434" y="2324"/>
                    <a:pt x="1425" y="2324"/>
                  </a:cubicBezTo>
                  <a:cubicBezTo>
                    <a:pt x="1242" y="2314"/>
                    <a:pt x="1215" y="2069"/>
                    <a:pt x="1402" y="2036"/>
                  </a:cubicBezTo>
                  <a:cubicBezTo>
                    <a:pt x="1829" y="1961"/>
                    <a:pt x="1983" y="1567"/>
                    <a:pt x="1941" y="1184"/>
                  </a:cubicBezTo>
                  <a:cubicBezTo>
                    <a:pt x="1926" y="1055"/>
                    <a:pt x="2018" y="989"/>
                    <a:pt x="2116" y="989"/>
                  </a:cubicBezTo>
                  <a:close/>
                  <a:moveTo>
                    <a:pt x="1350" y="1"/>
                  </a:moveTo>
                  <a:cubicBezTo>
                    <a:pt x="1224" y="1"/>
                    <a:pt x="1096" y="22"/>
                    <a:pt x="970" y="68"/>
                  </a:cubicBezTo>
                  <a:cubicBezTo>
                    <a:pt x="463" y="252"/>
                    <a:pt x="1" y="864"/>
                    <a:pt x="230" y="1390"/>
                  </a:cubicBezTo>
                  <a:cubicBezTo>
                    <a:pt x="246" y="1380"/>
                    <a:pt x="265" y="1374"/>
                    <a:pt x="287" y="1374"/>
                  </a:cubicBezTo>
                  <a:cubicBezTo>
                    <a:pt x="291" y="1374"/>
                    <a:pt x="294" y="1374"/>
                    <a:pt x="298" y="1374"/>
                  </a:cubicBezTo>
                  <a:cubicBezTo>
                    <a:pt x="729" y="1387"/>
                    <a:pt x="1129" y="1986"/>
                    <a:pt x="800" y="2355"/>
                  </a:cubicBezTo>
                  <a:cubicBezTo>
                    <a:pt x="787" y="2369"/>
                    <a:pt x="772" y="2377"/>
                    <a:pt x="755" y="2383"/>
                  </a:cubicBezTo>
                  <a:cubicBezTo>
                    <a:pt x="760" y="2417"/>
                    <a:pt x="751" y="2454"/>
                    <a:pt x="717" y="2487"/>
                  </a:cubicBezTo>
                  <a:cubicBezTo>
                    <a:pt x="708" y="2494"/>
                    <a:pt x="698" y="2498"/>
                    <a:pt x="691" y="2505"/>
                  </a:cubicBezTo>
                  <a:cubicBezTo>
                    <a:pt x="793" y="2572"/>
                    <a:pt x="911" y="2644"/>
                    <a:pt x="928" y="2651"/>
                  </a:cubicBezTo>
                  <a:cubicBezTo>
                    <a:pt x="1038" y="2701"/>
                    <a:pt x="1162" y="2739"/>
                    <a:pt x="1283" y="2757"/>
                  </a:cubicBezTo>
                  <a:cubicBezTo>
                    <a:pt x="1338" y="2765"/>
                    <a:pt x="1393" y="2769"/>
                    <a:pt x="1448" y="2769"/>
                  </a:cubicBezTo>
                  <a:cubicBezTo>
                    <a:pt x="1758" y="2769"/>
                    <a:pt x="2076" y="2647"/>
                    <a:pt x="2295" y="2430"/>
                  </a:cubicBezTo>
                  <a:cubicBezTo>
                    <a:pt x="2737" y="1985"/>
                    <a:pt x="2835" y="1247"/>
                    <a:pt x="2511" y="705"/>
                  </a:cubicBezTo>
                  <a:cubicBezTo>
                    <a:pt x="2264" y="296"/>
                    <a:pt x="1820" y="1"/>
                    <a:pt x="135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69825" lIns="91425" spcFirstLastPara="1" rIns="91425" wrap="square" tIns="69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41" name="Google Shape;341;p6"/>
            <p:cNvSpPr/>
            <p:nvPr/>
          </p:nvSpPr>
          <p:spPr>
            <a:xfrm>
              <a:off x="8592120" y="4306320"/>
              <a:ext cx="196200" cy="163080"/>
            </a:xfrm>
            <a:custGeom>
              <a:rect b="b" l="l" r="r" t="t"/>
              <a:pathLst>
                <a:path extrusionOk="0" h="3244" w="3902">
                  <a:moveTo>
                    <a:pt x="1696" y="325"/>
                  </a:moveTo>
                  <a:cubicBezTo>
                    <a:pt x="1714" y="325"/>
                    <a:pt x="1732" y="325"/>
                    <a:pt x="1751" y="326"/>
                  </a:cubicBezTo>
                  <a:cubicBezTo>
                    <a:pt x="2044" y="336"/>
                    <a:pt x="2712" y="489"/>
                    <a:pt x="2697" y="872"/>
                  </a:cubicBezTo>
                  <a:cubicBezTo>
                    <a:pt x="2693" y="958"/>
                    <a:pt x="2644" y="1037"/>
                    <a:pt x="2550" y="1047"/>
                  </a:cubicBezTo>
                  <a:cubicBezTo>
                    <a:pt x="2538" y="1048"/>
                    <a:pt x="2527" y="1049"/>
                    <a:pt x="2516" y="1049"/>
                  </a:cubicBezTo>
                  <a:cubicBezTo>
                    <a:pt x="2373" y="1049"/>
                    <a:pt x="2312" y="965"/>
                    <a:pt x="2186" y="891"/>
                  </a:cubicBezTo>
                  <a:cubicBezTo>
                    <a:pt x="2063" y="821"/>
                    <a:pt x="1924" y="781"/>
                    <a:pt x="1783" y="767"/>
                  </a:cubicBezTo>
                  <a:cubicBezTo>
                    <a:pt x="1745" y="763"/>
                    <a:pt x="1706" y="761"/>
                    <a:pt x="1669" y="761"/>
                  </a:cubicBezTo>
                  <a:cubicBezTo>
                    <a:pt x="1378" y="761"/>
                    <a:pt x="1123" y="874"/>
                    <a:pt x="883" y="1045"/>
                  </a:cubicBezTo>
                  <a:cubicBezTo>
                    <a:pt x="852" y="1067"/>
                    <a:pt x="822" y="1077"/>
                    <a:pt x="793" y="1077"/>
                  </a:cubicBezTo>
                  <a:cubicBezTo>
                    <a:pt x="680" y="1077"/>
                    <a:pt x="604" y="922"/>
                    <a:pt x="678" y="814"/>
                  </a:cubicBezTo>
                  <a:cubicBezTo>
                    <a:pt x="900" y="482"/>
                    <a:pt x="1308" y="325"/>
                    <a:pt x="1696" y="325"/>
                  </a:cubicBezTo>
                  <a:close/>
                  <a:moveTo>
                    <a:pt x="1613" y="1"/>
                  </a:moveTo>
                  <a:cubicBezTo>
                    <a:pt x="1580" y="1"/>
                    <a:pt x="1547" y="1"/>
                    <a:pt x="1514" y="3"/>
                  </a:cubicBezTo>
                  <a:cubicBezTo>
                    <a:pt x="631" y="48"/>
                    <a:pt x="22" y="719"/>
                    <a:pt x="11" y="1594"/>
                  </a:cubicBezTo>
                  <a:cubicBezTo>
                    <a:pt x="1" y="2290"/>
                    <a:pt x="424" y="3244"/>
                    <a:pt x="1215" y="3244"/>
                  </a:cubicBezTo>
                  <a:cubicBezTo>
                    <a:pt x="1220" y="3244"/>
                    <a:pt x="1225" y="3244"/>
                    <a:pt x="1229" y="3244"/>
                  </a:cubicBezTo>
                  <a:cubicBezTo>
                    <a:pt x="1258" y="3010"/>
                    <a:pt x="1293" y="2764"/>
                    <a:pt x="1416" y="2571"/>
                  </a:cubicBezTo>
                  <a:cubicBezTo>
                    <a:pt x="1418" y="2547"/>
                    <a:pt x="1429" y="2524"/>
                    <a:pt x="1452" y="2507"/>
                  </a:cubicBezTo>
                  <a:cubicBezTo>
                    <a:pt x="1581" y="2418"/>
                    <a:pt x="1724" y="2372"/>
                    <a:pt x="1877" y="2372"/>
                  </a:cubicBezTo>
                  <a:cubicBezTo>
                    <a:pt x="1906" y="2372"/>
                    <a:pt x="1936" y="2373"/>
                    <a:pt x="1966" y="2377"/>
                  </a:cubicBezTo>
                  <a:cubicBezTo>
                    <a:pt x="2131" y="2396"/>
                    <a:pt x="2350" y="2479"/>
                    <a:pt x="2408" y="2649"/>
                  </a:cubicBezTo>
                  <a:cubicBezTo>
                    <a:pt x="2424" y="2694"/>
                    <a:pt x="2401" y="2751"/>
                    <a:pt x="2363" y="2778"/>
                  </a:cubicBezTo>
                  <a:cubicBezTo>
                    <a:pt x="2377" y="2921"/>
                    <a:pt x="2367" y="3068"/>
                    <a:pt x="2353" y="3217"/>
                  </a:cubicBezTo>
                  <a:cubicBezTo>
                    <a:pt x="2359" y="3217"/>
                    <a:pt x="2365" y="3217"/>
                    <a:pt x="2371" y="3217"/>
                  </a:cubicBezTo>
                  <a:cubicBezTo>
                    <a:pt x="3345" y="3217"/>
                    <a:pt x="3901" y="2200"/>
                    <a:pt x="3585" y="1302"/>
                  </a:cubicBezTo>
                  <a:cubicBezTo>
                    <a:pt x="3304" y="507"/>
                    <a:pt x="2438" y="1"/>
                    <a:pt x="16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81700" lIns="91425" spcFirstLastPara="1" rIns="91425" wrap="square" tIns="81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42" name="Google Shape;342;p6"/>
            <p:cNvSpPr/>
            <p:nvPr/>
          </p:nvSpPr>
          <p:spPr>
            <a:xfrm>
              <a:off x="8417880" y="4181400"/>
              <a:ext cx="171720" cy="149760"/>
            </a:xfrm>
            <a:custGeom>
              <a:rect b="b" l="l" r="r" t="t"/>
              <a:pathLst>
                <a:path extrusionOk="0" h="2981" w="3415">
                  <a:moveTo>
                    <a:pt x="1788" y="320"/>
                  </a:moveTo>
                  <a:cubicBezTo>
                    <a:pt x="2081" y="320"/>
                    <a:pt x="2573" y="399"/>
                    <a:pt x="2605" y="719"/>
                  </a:cubicBezTo>
                  <a:cubicBezTo>
                    <a:pt x="2612" y="778"/>
                    <a:pt x="2570" y="852"/>
                    <a:pt x="2509" y="868"/>
                  </a:cubicBezTo>
                  <a:cubicBezTo>
                    <a:pt x="2473" y="877"/>
                    <a:pt x="2443" y="882"/>
                    <a:pt x="2415" y="882"/>
                  </a:cubicBezTo>
                  <a:cubicBezTo>
                    <a:pt x="2334" y="882"/>
                    <a:pt x="2278" y="844"/>
                    <a:pt x="2183" y="800"/>
                  </a:cubicBezTo>
                  <a:cubicBezTo>
                    <a:pt x="2047" y="739"/>
                    <a:pt x="1897" y="707"/>
                    <a:pt x="1745" y="706"/>
                  </a:cubicBezTo>
                  <a:cubicBezTo>
                    <a:pt x="1439" y="707"/>
                    <a:pt x="1202" y="841"/>
                    <a:pt x="933" y="963"/>
                  </a:cubicBezTo>
                  <a:cubicBezTo>
                    <a:pt x="921" y="968"/>
                    <a:pt x="908" y="971"/>
                    <a:pt x="897" y="971"/>
                  </a:cubicBezTo>
                  <a:cubicBezTo>
                    <a:pt x="830" y="971"/>
                    <a:pt x="778" y="888"/>
                    <a:pt x="808" y="825"/>
                  </a:cubicBezTo>
                  <a:cubicBezTo>
                    <a:pt x="966" y="498"/>
                    <a:pt x="1367" y="338"/>
                    <a:pt x="1714" y="322"/>
                  </a:cubicBezTo>
                  <a:cubicBezTo>
                    <a:pt x="1737" y="321"/>
                    <a:pt x="1762" y="320"/>
                    <a:pt x="1788" y="320"/>
                  </a:cubicBezTo>
                  <a:close/>
                  <a:moveTo>
                    <a:pt x="1555" y="1"/>
                  </a:moveTo>
                  <a:cubicBezTo>
                    <a:pt x="1091" y="1"/>
                    <a:pt x="683" y="235"/>
                    <a:pt x="401" y="727"/>
                  </a:cubicBezTo>
                  <a:cubicBezTo>
                    <a:pt x="16" y="1402"/>
                    <a:pt x="0" y="2137"/>
                    <a:pt x="659" y="2622"/>
                  </a:cubicBezTo>
                  <a:cubicBezTo>
                    <a:pt x="958" y="2841"/>
                    <a:pt x="1331" y="2981"/>
                    <a:pt x="1695" y="2981"/>
                  </a:cubicBezTo>
                  <a:cubicBezTo>
                    <a:pt x="1942" y="2981"/>
                    <a:pt x="2185" y="2916"/>
                    <a:pt x="2400" y="2769"/>
                  </a:cubicBezTo>
                  <a:cubicBezTo>
                    <a:pt x="2397" y="2764"/>
                    <a:pt x="2395" y="2758"/>
                    <a:pt x="2395" y="2752"/>
                  </a:cubicBezTo>
                  <a:cubicBezTo>
                    <a:pt x="2390" y="2753"/>
                    <a:pt x="2384" y="2754"/>
                    <a:pt x="2378" y="2754"/>
                  </a:cubicBezTo>
                  <a:cubicBezTo>
                    <a:pt x="2341" y="2754"/>
                    <a:pt x="2303" y="2734"/>
                    <a:pt x="2289" y="2696"/>
                  </a:cubicBezTo>
                  <a:cubicBezTo>
                    <a:pt x="2166" y="2360"/>
                    <a:pt x="2412" y="1885"/>
                    <a:pt x="2790" y="1885"/>
                  </a:cubicBezTo>
                  <a:cubicBezTo>
                    <a:pt x="2803" y="1885"/>
                    <a:pt x="2816" y="1885"/>
                    <a:pt x="2829" y="1887"/>
                  </a:cubicBezTo>
                  <a:cubicBezTo>
                    <a:pt x="2862" y="1863"/>
                    <a:pt x="2904" y="1850"/>
                    <a:pt x="2945" y="1850"/>
                  </a:cubicBezTo>
                  <a:cubicBezTo>
                    <a:pt x="2977" y="1850"/>
                    <a:pt x="3009" y="1858"/>
                    <a:pt x="3037" y="1877"/>
                  </a:cubicBezTo>
                  <a:lnTo>
                    <a:pt x="3080" y="1909"/>
                  </a:lnTo>
                  <a:cubicBezTo>
                    <a:pt x="3414" y="1175"/>
                    <a:pt x="3006" y="509"/>
                    <a:pt x="2300" y="182"/>
                  </a:cubicBezTo>
                  <a:cubicBezTo>
                    <a:pt x="2044" y="62"/>
                    <a:pt x="1792" y="1"/>
                    <a:pt x="15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74875" lIns="91425" spcFirstLastPara="1" rIns="91425" wrap="square" tIns="74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43" name="Google Shape;343;p6"/>
            <p:cNvSpPr/>
            <p:nvPr/>
          </p:nvSpPr>
          <p:spPr>
            <a:xfrm>
              <a:off x="8060400" y="4807800"/>
              <a:ext cx="135720" cy="123120"/>
            </a:xfrm>
            <a:custGeom>
              <a:rect b="b" l="l" r="r" t="t"/>
              <a:pathLst>
                <a:path extrusionOk="0" h="2452" w="2704">
                  <a:moveTo>
                    <a:pt x="2034" y="1252"/>
                  </a:moveTo>
                  <a:cubicBezTo>
                    <a:pt x="2066" y="1252"/>
                    <a:pt x="2097" y="1264"/>
                    <a:pt x="2125" y="1284"/>
                  </a:cubicBezTo>
                  <a:cubicBezTo>
                    <a:pt x="2441" y="1493"/>
                    <a:pt x="1992" y="1911"/>
                    <a:pt x="1782" y="1988"/>
                  </a:cubicBezTo>
                  <a:cubicBezTo>
                    <a:pt x="1702" y="2016"/>
                    <a:pt x="1622" y="2029"/>
                    <a:pt x="1544" y="2029"/>
                  </a:cubicBezTo>
                  <a:cubicBezTo>
                    <a:pt x="1247" y="2029"/>
                    <a:pt x="970" y="1846"/>
                    <a:pt x="745" y="1651"/>
                  </a:cubicBezTo>
                  <a:cubicBezTo>
                    <a:pt x="653" y="1570"/>
                    <a:pt x="726" y="1430"/>
                    <a:pt x="828" y="1430"/>
                  </a:cubicBezTo>
                  <a:cubicBezTo>
                    <a:pt x="845" y="1430"/>
                    <a:pt x="863" y="1434"/>
                    <a:pt x="881" y="1442"/>
                  </a:cubicBezTo>
                  <a:cubicBezTo>
                    <a:pt x="1062" y="1528"/>
                    <a:pt x="1279" y="1652"/>
                    <a:pt x="1490" y="1652"/>
                  </a:cubicBezTo>
                  <a:cubicBezTo>
                    <a:pt x="1525" y="1652"/>
                    <a:pt x="1560" y="1648"/>
                    <a:pt x="1595" y="1641"/>
                  </a:cubicBezTo>
                  <a:cubicBezTo>
                    <a:pt x="1702" y="1615"/>
                    <a:pt x="1788" y="1557"/>
                    <a:pt x="1838" y="1459"/>
                  </a:cubicBezTo>
                  <a:cubicBezTo>
                    <a:pt x="1877" y="1386"/>
                    <a:pt x="1883" y="1323"/>
                    <a:pt x="1961" y="1275"/>
                  </a:cubicBezTo>
                  <a:cubicBezTo>
                    <a:pt x="1985" y="1259"/>
                    <a:pt x="2010" y="1252"/>
                    <a:pt x="2034" y="1252"/>
                  </a:cubicBezTo>
                  <a:close/>
                  <a:moveTo>
                    <a:pt x="1583" y="1"/>
                  </a:moveTo>
                  <a:cubicBezTo>
                    <a:pt x="828" y="1"/>
                    <a:pt x="0" y="633"/>
                    <a:pt x="310" y="1564"/>
                  </a:cubicBezTo>
                  <a:cubicBezTo>
                    <a:pt x="471" y="2046"/>
                    <a:pt x="938" y="2451"/>
                    <a:pt x="1439" y="2451"/>
                  </a:cubicBezTo>
                  <a:cubicBezTo>
                    <a:pt x="1597" y="2451"/>
                    <a:pt x="1757" y="2411"/>
                    <a:pt x="1913" y="2321"/>
                  </a:cubicBezTo>
                  <a:cubicBezTo>
                    <a:pt x="2395" y="2039"/>
                    <a:pt x="2704" y="1275"/>
                    <a:pt x="2553" y="747"/>
                  </a:cubicBezTo>
                  <a:cubicBezTo>
                    <a:pt x="2542" y="705"/>
                    <a:pt x="2546" y="664"/>
                    <a:pt x="2562" y="632"/>
                  </a:cubicBezTo>
                  <a:cubicBezTo>
                    <a:pt x="2392" y="192"/>
                    <a:pt x="1999" y="1"/>
                    <a:pt x="158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61550" lIns="91425" spcFirstLastPara="1" rIns="91425" wrap="square" tIns="615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44" name="Google Shape;344;p6"/>
            <p:cNvSpPr/>
            <p:nvPr/>
          </p:nvSpPr>
          <p:spPr>
            <a:xfrm>
              <a:off x="8246160" y="4647240"/>
              <a:ext cx="177840" cy="171000"/>
            </a:xfrm>
            <a:custGeom>
              <a:rect b="b" l="l" r="r" t="t"/>
              <a:pathLst>
                <a:path extrusionOk="0" h="3402" w="3541">
                  <a:moveTo>
                    <a:pt x="2055" y="372"/>
                  </a:moveTo>
                  <a:cubicBezTo>
                    <a:pt x="2294" y="372"/>
                    <a:pt x="2303" y="727"/>
                    <a:pt x="2065" y="773"/>
                  </a:cubicBezTo>
                  <a:cubicBezTo>
                    <a:pt x="1436" y="890"/>
                    <a:pt x="998" y="1375"/>
                    <a:pt x="899" y="2000"/>
                  </a:cubicBezTo>
                  <a:cubicBezTo>
                    <a:pt x="886" y="2080"/>
                    <a:pt x="818" y="2120"/>
                    <a:pt x="750" y="2120"/>
                  </a:cubicBezTo>
                  <a:cubicBezTo>
                    <a:pt x="677" y="2120"/>
                    <a:pt x="606" y="2075"/>
                    <a:pt x="603" y="1987"/>
                  </a:cubicBezTo>
                  <a:cubicBezTo>
                    <a:pt x="582" y="1174"/>
                    <a:pt x="1219" y="457"/>
                    <a:pt x="2031" y="373"/>
                  </a:cubicBezTo>
                  <a:cubicBezTo>
                    <a:pt x="2040" y="372"/>
                    <a:pt x="2047" y="372"/>
                    <a:pt x="2055" y="372"/>
                  </a:cubicBezTo>
                  <a:close/>
                  <a:moveTo>
                    <a:pt x="2125" y="1"/>
                  </a:moveTo>
                  <a:cubicBezTo>
                    <a:pt x="1759" y="1"/>
                    <a:pt x="1385" y="98"/>
                    <a:pt x="1110" y="248"/>
                  </a:cubicBezTo>
                  <a:cubicBezTo>
                    <a:pt x="396" y="638"/>
                    <a:pt x="1" y="1525"/>
                    <a:pt x="261" y="2310"/>
                  </a:cubicBezTo>
                  <a:cubicBezTo>
                    <a:pt x="479" y="2968"/>
                    <a:pt x="1092" y="3402"/>
                    <a:pt x="1757" y="3402"/>
                  </a:cubicBezTo>
                  <a:cubicBezTo>
                    <a:pt x="1883" y="3402"/>
                    <a:pt x="2011" y="3386"/>
                    <a:pt x="2139" y="3353"/>
                  </a:cubicBezTo>
                  <a:cubicBezTo>
                    <a:pt x="2926" y="3151"/>
                    <a:pt x="3362" y="2438"/>
                    <a:pt x="3541" y="1694"/>
                  </a:cubicBezTo>
                  <a:cubicBezTo>
                    <a:pt x="3480" y="1683"/>
                    <a:pt x="3419" y="1673"/>
                    <a:pt x="3358" y="1658"/>
                  </a:cubicBezTo>
                  <a:cubicBezTo>
                    <a:pt x="3348" y="1713"/>
                    <a:pt x="3297" y="1754"/>
                    <a:pt x="3245" y="1754"/>
                  </a:cubicBezTo>
                  <a:cubicBezTo>
                    <a:pt x="3214" y="1754"/>
                    <a:pt x="3183" y="1740"/>
                    <a:pt x="3161" y="1705"/>
                  </a:cubicBezTo>
                  <a:cubicBezTo>
                    <a:pt x="3110" y="1626"/>
                    <a:pt x="3076" y="1539"/>
                    <a:pt x="3047" y="1450"/>
                  </a:cubicBezTo>
                  <a:cubicBezTo>
                    <a:pt x="2961" y="1375"/>
                    <a:pt x="2903" y="1250"/>
                    <a:pt x="2887" y="1141"/>
                  </a:cubicBezTo>
                  <a:cubicBezTo>
                    <a:pt x="2859" y="954"/>
                    <a:pt x="2919" y="730"/>
                    <a:pt x="3086" y="624"/>
                  </a:cubicBezTo>
                  <a:cubicBezTo>
                    <a:pt x="3083" y="604"/>
                    <a:pt x="3096" y="584"/>
                    <a:pt x="3118" y="576"/>
                  </a:cubicBezTo>
                  <a:cubicBezTo>
                    <a:pt x="3161" y="562"/>
                    <a:pt x="3208" y="550"/>
                    <a:pt x="3253" y="542"/>
                  </a:cubicBezTo>
                  <a:cubicBezTo>
                    <a:pt x="3029" y="153"/>
                    <a:pt x="2583" y="1"/>
                    <a:pt x="212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85675" lIns="91425" spcFirstLastPara="1" rIns="91425" wrap="square" tIns="85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45" name="Google Shape;345;p6"/>
            <p:cNvSpPr/>
            <p:nvPr/>
          </p:nvSpPr>
          <p:spPr>
            <a:xfrm>
              <a:off x="8507880" y="4547160"/>
              <a:ext cx="263520" cy="262800"/>
            </a:xfrm>
            <a:custGeom>
              <a:rect b="b" l="l" r="r" t="t"/>
              <a:pathLst>
                <a:path extrusionOk="0" h="5223" w="5237">
                  <a:moveTo>
                    <a:pt x="4357" y="3317"/>
                  </a:moveTo>
                  <a:cubicBezTo>
                    <a:pt x="4451" y="3317"/>
                    <a:pt x="4548" y="3380"/>
                    <a:pt x="4546" y="3482"/>
                  </a:cubicBezTo>
                  <a:cubicBezTo>
                    <a:pt x="4525" y="4139"/>
                    <a:pt x="3825" y="4610"/>
                    <a:pt x="3231" y="4725"/>
                  </a:cubicBezTo>
                  <a:cubicBezTo>
                    <a:pt x="3113" y="4748"/>
                    <a:pt x="2994" y="4759"/>
                    <a:pt x="2875" y="4759"/>
                  </a:cubicBezTo>
                  <a:cubicBezTo>
                    <a:pt x="2191" y="4759"/>
                    <a:pt x="1515" y="4391"/>
                    <a:pt x="1141" y="3818"/>
                  </a:cubicBezTo>
                  <a:cubicBezTo>
                    <a:pt x="1063" y="3697"/>
                    <a:pt x="1163" y="3572"/>
                    <a:pt x="1276" y="3572"/>
                  </a:cubicBezTo>
                  <a:cubicBezTo>
                    <a:pt x="1310" y="3572"/>
                    <a:pt x="1344" y="3583"/>
                    <a:pt x="1376" y="3608"/>
                  </a:cubicBezTo>
                  <a:cubicBezTo>
                    <a:pt x="1821" y="3953"/>
                    <a:pt x="2304" y="4295"/>
                    <a:pt x="2880" y="4295"/>
                  </a:cubicBezTo>
                  <a:cubicBezTo>
                    <a:pt x="2935" y="4295"/>
                    <a:pt x="2991" y="4292"/>
                    <a:pt x="3048" y="4285"/>
                  </a:cubicBezTo>
                  <a:cubicBezTo>
                    <a:pt x="3653" y="4217"/>
                    <a:pt x="3887" y="3808"/>
                    <a:pt x="4224" y="3377"/>
                  </a:cubicBezTo>
                  <a:cubicBezTo>
                    <a:pt x="4256" y="3336"/>
                    <a:pt x="4306" y="3317"/>
                    <a:pt x="4357" y="3317"/>
                  </a:cubicBezTo>
                  <a:close/>
                  <a:moveTo>
                    <a:pt x="2578" y="1"/>
                  </a:moveTo>
                  <a:cubicBezTo>
                    <a:pt x="1073" y="1"/>
                    <a:pt x="174" y="1518"/>
                    <a:pt x="0" y="2875"/>
                  </a:cubicBezTo>
                  <a:cubicBezTo>
                    <a:pt x="112" y="3510"/>
                    <a:pt x="607" y="4193"/>
                    <a:pt x="1053" y="4589"/>
                  </a:cubicBezTo>
                  <a:cubicBezTo>
                    <a:pt x="1494" y="4980"/>
                    <a:pt x="2063" y="5223"/>
                    <a:pt x="2652" y="5223"/>
                  </a:cubicBezTo>
                  <a:cubicBezTo>
                    <a:pt x="2727" y="5223"/>
                    <a:pt x="2802" y="5219"/>
                    <a:pt x="2877" y="5211"/>
                  </a:cubicBezTo>
                  <a:cubicBezTo>
                    <a:pt x="4222" y="5070"/>
                    <a:pt x="5236" y="3910"/>
                    <a:pt x="5157" y="2559"/>
                  </a:cubicBezTo>
                  <a:cubicBezTo>
                    <a:pt x="5080" y="1264"/>
                    <a:pt x="4107" y="126"/>
                    <a:pt x="2785" y="10"/>
                  </a:cubicBezTo>
                  <a:cubicBezTo>
                    <a:pt x="2715" y="4"/>
                    <a:pt x="2646" y="1"/>
                    <a:pt x="257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46" name="Google Shape;346;p6"/>
            <p:cNvSpPr/>
            <p:nvPr/>
          </p:nvSpPr>
          <p:spPr>
            <a:xfrm>
              <a:off x="8760600" y="4199040"/>
              <a:ext cx="197640" cy="177480"/>
            </a:xfrm>
            <a:custGeom>
              <a:rect b="b" l="l" r="r" t="t"/>
              <a:pathLst>
                <a:path extrusionOk="0" h="3533" w="3929">
                  <a:moveTo>
                    <a:pt x="1984" y="385"/>
                  </a:moveTo>
                  <a:cubicBezTo>
                    <a:pt x="2454" y="385"/>
                    <a:pt x="2898" y="679"/>
                    <a:pt x="3143" y="1090"/>
                  </a:cubicBezTo>
                  <a:cubicBezTo>
                    <a:pt x="3468" y="1629"/>
                    <a:pt x="3371" y="2368"/>
                    <a:pt x="2925" y="2815"/>
                  </a:cubicBezTo>
                  <a:cubicBezTo>
                    <a:pt x="2708" y="3034"/>
                    <a:pt x="2392" y="3155"/>
                    <a:pt x="2083" y="3155"/>
                  </a:cubicBezTo>
                  <a:cubicBezTo>
                    <a:pt x="2026" y="3155"/>
                    <a:pt x="1969" y="3151"/>
                    <a:pt x="1913" y="3142"/>
                  </a:cubicBezTo>
                  <a:cubicBezTo>
                    <a:pt x="1790" y="3125"/>
                    <a:pt x="1669" y="3088"/>
                    <a:pt x="1557" y="3036"/>
                  </a:cubicBezTo>
                  <a:cubicBezTo>
                    <a:pt x="1543" y="3029"/>
                    <a:pt x="1423" y="2955"/>
                    <a:pt x="1322" y="2891"/>
                  </a:cubicBezTo>
                  <a:cubicBezTo>
                    <a:pt x="1331" y="2884"/>
                    <a:pt x="1339" y="2879"/>
                    <a:pt x="1346" y="2871"/>
                  </a:cubicBezTo>
                  <a:cubicBezTo>
                    <a:pt x="1380" y="2837"/>
                    <a:pt x="1392" y="2802"/>
                    <a:pt x="1386" y="2769"/>
                  </a:cubicBezTo>
                  <a:cubicBezTo>
                    <a:pt x="1402" y="2764"/>
                    <a:pt x="1417" y="2755"/>
                    <a:pt x="1430" y="2741"/>
                  </a:cubicBezTo>
                  <a:cubicBezTo>
                    <a:pt x="1760" y="2373"/>
                    <a:pt x="1359" y="1773"/>
                    <a:pt x="928" y="1759"/>
                  </a:cubicBezTo>
                  <a:cubicBezTo>
                    <a:pt x="926" y="1759"/>
                    <a:pt x="924" y="1759"/>
                    <a:pt x="922" y="1759"/>
                  </a:cubicBezTo>
                  <a:cubicBezTo>
                    <a:pt x="899" y="1759"/>
                    <a:pt x="880" y="1766"/>
                    <a:pt x="862" y="1775"/>
                  </a:cubicBezTo>
                  <a:cubicBezTo>
                    <a:pt x="633" y="1247"/>
                    <a:pt x="1095" y="634"/>
                    <a:pt x="1601" y="452"/>
                  </a:cubicBezTo>
                  <a:cubicBezTo>
                    <a:pt x="1729" y="406"/>
                    <a:pt x="1857" y="385"/>
                    <a:pt x="1984" y="385"/>
                  </a:cubicBezTo>
                  <a:close/>
                  <a:moveTo>
                    <a:pt x="1978" y="1"/>
                  </a:moveTo>
                  <a:cubicBezTo>
                    <a:pt x="1790" y="1"/>
                    <a:pt x="1599" y="36"/>
                    <a:pt x="1413" y="112"/>
                  </a:cubicBezTo>
                  <a:cubicBezTo>
                    <a:pt x="775" y="372"/>
                    <a:pt x="0" y="1459"/>
                    <a:pt x="605" y="2069"/>
                  </a:cubicBezTo>
                  <a:cubicBezTo>
                    <a:pt x="444" y="2242"/>
                    <a:pt x="283" y="2419"/>
                    <a:pt x="130" y="2601"/>
                  </a:cubicBezTo>
                  <a:lnTo>
                    <a:pt x="265" y="2759"/>
                  </a:lnTo>
                  <a:cubicBezTo>
                    <a:pt x="500" y="2561"/>
                    <a:pt x="730" y="2356"/>
                    <a:pt x="957" y="2149"/>
                  </a:cubicBezTo>
                  <a:cubicBezTo>
                    <a:pt x="983" y="2126"/>
                    <a:pt x="996" y="2098"/>
                    <a:pt x="999" y="2071"/>
                  </a:cubicBezTo>
                  <a:cubicBezTo>
                    <a:pt x="1095" y="2105"/>
                    <a:pt x="1172" y="2166"/>
                    <a:pt x="1224" y="2262"/>
                  </a:cubicBezTo>
                  <a:cubicBezTo>
                    <a:pt x="1295" y="2390"/>
                    <a:pt x="1284" y="2504"/>
                    <a:pt x="1254" y="2639"/>
                  </a:cubicBezTo>
                  <a:cubicBezTo>
                    <a:pt x="1246" y="2637"/>
                    <a:pt x="1238" y="2637"/>
                    <a:pt x="1229" y="2637"/>
                  </a:cubicBezTo>
                  <a:cubicBezTo>
                    <a:pt x="1207" y="2637"/>
                    <a:pt x="1184" y="2642"/>
                    <a:pt x="1162" y="2655"/>
                  </a:cubicBezTo>
                  <a:cubicBezTo>
                    <a:pt x="955" y="2779"/>
                    <a:pt x="765" y="2978"/>
                    <a:pt x="605" y="3179"/>
                  </a:cubicBezTo>
                  <a:lnTo>
                    <a:pt x="791" y="3328"/>
                  </a:lnTo>
                  <a:cubicBezTo>
                    <a:pt x="847" y="3274"/>
                    <a:pt x="906" y="3220"/>
                    <a:pt x="966" y="3169"/>
                  </a:cubicBezTo>
                  <a:cubicBezTo>
                    <a:pt x="998" y="3141"/>
                    <a:pt x="1032" y="3114"/>
                    <a:pt x="1066" y="3090"/>
                  </a:cubicBezTo>
                  <a:cubicBezTo>
                    <a:pt x="1076" y="3108"/>
                    <a:pt x="1088" y="3127"/>
                    <a:pt x="1103" y="3144"/>
                  </a:cubicBezTo>
                  <a:cubicBezTo>
                    <a:pt x="1319" y="3425"/>
                    <a:pt x="1733" y="3533"/>
                    <a:pt x="2095" y="3533"/>
                  </a:cubicBezTo>
                  <a:cubicBezTo>
                    <a:pt x="2174" y="3533"/>
                    <a:pt x="2251" y="3527"/>
                    <a:pt x="2323" y="3518"/>
                  </a:cubicBezTo>
                  <a:cubicBezTo>
                    <a:pt x="3336" y="3382"/>
                    <a:pt x="3928" y="2259"/>
                    <a:pt x="3656" y="1314"/>
                  </a:cubicBezTo>
                  <a:cubicBezTo>
                    <a:pt x="3443" y="568"/>
                    <a:pt x="2733" y="1"/>
                    <a:pt x="19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88900" lIns="91425" spcFirstLastPara="1" rIns="91425" wrap="square" tIns="88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47" name="Google Shape;347;p6"/>
            <p:cNvSpPr/>
            <p:nvPr/>
          </p:nvSpPr>
          <p:spPr>
            <a:xfrm>
              <a:off x="8853840" y="4267800"/>
              <a:ext cx="67320" cy="66960"/>
            </a:xfrm>
            <a:custGeom>
              <a:rect b="b" l="l" r="r" t="t"/>
              <a:pathLst>
                <a:path extrusionOk="0" h="1338" w="1347">
                  <a:moveTo>
                    <a:pt x="902" y="1"/>
                  </a:moveTo>
                  <a:cubicBezTo>
                    <a:pt x="804" y="1"/>
                    <a:pt x="711" y="68"/>
                    <a:pt x="726" y="197"/>
                  </a:cubicBezTo>
                  <a:cubicBezTo>
                    <a:pt x="768" y="580"/>
                    <a:pt x="614" y="975"/>
                    <a:pt x="187" y="1049"/>
                  </a:cubicBezTo>
                  <a:cubicBezTo>
                    <a:pt x="0" y="1082"/>
                    <a:pt x="27" y="1330"/>
                    <a:pt x="210" y="1337"/>
                  </a:cubicBezTo>
                  <a:cubicBezTo>
                    <a:pt x="219" y="1337"/>
                    <a:pt x="229" y="1337"/>
                    <a:pt x="238" y="1337"/>
                  </a:cubicBezTo>
                  <a:cubicBezTo>
                    <a:pt x="797" y="1337"/>
                    <a:pt x="1347" y="669"/>
                    <a:pt x="1090" y="119"/>
                  </a:cubicBezTo>
                  <a:cubicBezTo>
                    <a:pt x="1054" y="40"/>
                    <a:pt x="976" y="1"/>
                    <a:pt x="9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3475" lIns="91425" spcFirstLastPara="1" rIns="91425" wrap="square" tIns="33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48" name="Google Shape;348;p6"/>
            <p:cNvSpPr/>
            <p:nvPr/>
          </p:nvSpPr>
          <p:spPr>
            <a:xfrm>
              <a:off x="8394480" y="4162320"/>
              <a:ext cx="218520" cy="191160"/>
            </a:xfrm>
            <a:custGeom>
              <a:rect b="b" l="l" r="r" t="t"/>
              <a:pathLst>
                <a:path extrusionOk="0" h="3803" w="4348">
                  <a:moveTo>
                    <a:pt x="2022" y="383"/>
                  </a:moveTo>
                  <a:cubicBezTo>
                    <a:pt x="2259" y="383"/>
                    <a:pt x="2510" y="444"/>
                    <a:pt x="2766" y="563"/>
                  </a:cubicBezTo>
                  <a:cubicBezTo>
                    <a:pt x="3472" y="890"/>
                    <a:pt x="3880" y="1555"/>
                    <a:pt x="3546" y="2290"/>
                  </a:cubicBezTo>
                  <a:cubicBezTo>
                    <a:pt x="3529" y="2279"/>
                    <a:pt x="3517" y="2269"/>
                    <a:pt x="3503" y="2262"/>
                  </a:cubicBezTo>
                  <a:cubicBezTo>
                    <a:pt x="3475" y="2242"/>
                    <a:pt x="3443" y="2234"/>
                    <a:pt x="3410" y="2234"/>
                  </a:cubicBezTo>
                  <a:cubicBezTo>
                    <a:pt x="3369" y="2234"/>
                    <a:pt x="3328" y="2247"/>
                    <a:pt x="3295" y="2270"/>
                  </a:cubicBezTo>
                  <a:cubicBezTo>
                    <a:pt x="3282" y="2269"/>
                    <a:pt x="3269" y="2269"/>
                    <a:pt x="3256" y="2269"/>
                  </a:cubicBezTo>
                  <a:cubicBezTo>
                    <a:pt x="2878" y="2269"/>
                    <a:pt x="2632" y="2744"/>
                    <a:pt x="2755" y="3080"/>
                  </a:cubicBezTo>
                  <a:cubicBezTo>
                    <a:pt x="2768" y="3120"/>
                    <a:pt x="2806" y="3138"/>
                    <a:pt x="2843" y="3138"/>
                  </a:cubicBezTo>
                  <a:cubicBezTo>
                    <a:pt x="2849" y="3138"/>
                    <a:pt x="2855" y="3137"/>
                    <a:pt x="2861" y="3136"/>
                  </a:cubicBezTo>
                  <a:cubicBezTo>
                    <a:pt x="2863" y="3142"/>
                    <a:pt x="2866" y="3149"/>
                    <a:pt x="2866" y="3155"/>
                  </a:cubicBezTo>
                  <a:cubicBezTo>
                    <a:pt x="2650" y="3301"/>
                    <a:pt x="2406" y="3365"/>
                    <a:pt x="2159" y="3365"/>
                  </a:cubicBezTo>
                  <a:cubicBezTo>
                    <a:pt x="1795" y="3365"/>
                    <a:pt x="1424" y="3226"/>
                    <a:pt x="1125" y="3007"/>
                  </a:cubicBezTo>
                  <a:cubicBezTo>
                    <a:pt x="466" y="2523"/>
                    <a:pt x="482" y="1787"/>
                    <a:pt x="867" y="1113"/>
                  </a:cubicBezTo>
                  <a:cubicBezTo>
                    <a:pt x="1149" y="617"/>
                    <a:pt x="1558" y="383"/>
                    <a:pt x="2022" y="383"/>
                  </a:cubicBezTo>
                  <a:close/>
                  <a:moveTo>
                    <a:pt x="2013" y="0"/>
                  </a:moveTo>
                  <a:cubicBezTo>
                    <a:pt x="1464" y="0"/>
                    <a:pt x="959" y="254"/>
                    <a:pt x="612" y="805"/>
                  </a:cubicBezTo>
                  <a:cubicBezTo>
                    <a:pt x="77" y="1654"/>
                    <a:pt x="0" y="2659"/>
                    <a:pt x="869" y="3299"/>
                  </a:cubicBezTo>
                  <a:cubicBezTo>
                    <a:pt x="1197" y="3547"/>
                    <a:pt x="1701" y="3756"/>
                    <a:pt x="2162" y="3756"/>
                  </a:cubicBezTo>
                  <a:cubicBezTo>
                    <a:pt x="2490" y="3756"/>
                    <a:pt x="2796" y="3650"/>
                    <a:pt x="3002" y="3374"/>
                  </a:cubicBezTo>
                  <a:cubicBezTo>
                    <a:pt x="3060" y="3430"/>
                    <a:pt x="3128" y="3475"/>
                    <a:pt x="3184" y="3517"/>
                  </a:cubicBezTo>
                  <a:cubicBezTo>
                    <a:pt x="3343" y="3636"/>
                    <a:pt x="3519" y="3736"/>
                    <a:pt x="3706" y="3802"/>
                  </a:cubicBezTo>
                  <a:lnTo>
                    <a:pt x="3790" y="3594"/>
                  </a:lnTo>
                  <a:cubicBezTo>
                    <a:pt x="3628" y="3505"/>
                    <a:pt x="3475" y="3410"/>
                    <a:pt x="3335" y="3289"/>
                  </a:cubicBezTo>
                  <a:cubicBezTo>
                    <a:pt x="3220" y="3189"/>
                    <a:pt x="3135" y="3041"/>
                    <a:pt x="2976" y="3020"/>
                  </a:cubicBezTo>
                  <a:cubicBezTo>
                    <a:pt x="2971" y="3018"/>
                    <a:pt x="2966" y="3018"/>
                    <a:pt x="2961" y="3018"/>
                  </a:cubicBezTo>
                  <a:cubicBezTo>
                    <a:pt x="2953" y="3018"/>
                    <a:pt x="2946" y="3020"/>
                    <a:pt x="2938" y="3021"/>
                  </a:cubicBezTo>
                  <a:cubicBezTo>
                    <a:pt x="2918" y="2895"/>
                    <a:pt x="2952" y="2782"/>
                    <a:pt x="3037" y="2687"/>
                  </a:cubicBezTo>
                  <a:cubicBezTo>
                    <a:pt x="3122" y="2591"/>
                    <a:pt x="3217" y="2567"/>
                    <a:pt x="3336" y="2534"/>
                  </a:cubicBezTo>
                  <a:cubicBezTo>
                    <a:pt x="3519" y="2735"/>
                    <a:pt x="3746" y="2919"/>
                    <a:pt x="3960" y="3072"/>
                  </a:cubicBezTo>
                  <a:cubicBezTo>
                    <a:pt x="3992" y="3096"/>
                    <a:pt x="4025" y="3107"/>
                    <a:pt x="4056" y="3107"/>
                  </a:cubicBezTo>
                  <a:cubicBezTo>
                    <a:pt x="4093" y="3107"/>
                    <a:pt x="4126" y="3092"/>
                    <a:pt x="4150" y="3068"/>
                  </a:cubicBezTo>
                  <a:cubicBezTo>
                    <a:pt x="4202" y="3019"/>
                    <a:pt x="4219" y="2928"/>
                    <a:pt x="4151" y="2853"/>
                  </a:cubicBezTo>
                  <a:cubicBezTo>
                    <a:pt x="4056" y="2751"/>
                    <a:pt x="3951" y="2640"/>
                    <a:pt x="3843" y="2538"/>
                  </a:cubicBezTo>
                  <a:cubicBezTo>
                    <a:pt x="3848" y="2531"/>
                    <a:pt x="3853" y="2524"/>
                    <a:pt x="3859" y="2516"/>
                  </a:cubicBezTo>
                  <a:cubicBezTo>
                    <a:pt x="4348" y="1610"/>
                    <a:pt x="3865" y="687"/>
                    <a:pt x="3000" y="252"/>
                  </a:cubicBezTo>
                  <a:cubicBezTo>
                    <a:pt x="2671" y="87"/>
                    <a:pt x="2335" y="0"/>
                    <a:pt x="20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49" name="Google Shape;349;p6"/>
            <p:cNvSpPr/>
            <p:nvPr/>
          </p:nvSpPr>
          <p:spPr>
            <a:xfrm>
              <a:off x="8457120" y="4197600"/>
              <a:ext cx="92160" cy="32400"/>
            </a:xfrm>
            <a:custGeom>
              <a:rect b="b" l="l" r="r" t="t"/>
              <a:pathLst>
                <a:path extrusionOk="0" h="650" w="1836">
                  <a:moveTo>
                    <a:pt x="1007" y="0"/>
                  </a:moveTo>
                  <a:cubicBezTo>
                    <a:pt x="982" y="0"/>
                    <a:pt x="958" y="1"/>
                    <a:pt x="937" y="2"/>
                  </a:cubicBezTo>
                  <a:cubicBezTo>
                    <a:pt x="590" y="19"/>
                    <a:pt x="189" y="176"/>
                    <a:pt x="31" y="503"/>
                  </a:cubicBezTo>
                  <a:cubicBezTo>
                    <a:pt x="1" y="567"/>
                    <a:pt x="53" y="650"/>
                    <a:pt x="120" y="650"/>
                  </a:cubicBezTo>
                  <a:cubicBezTo>
                    <a:pt x="132" y="650"/>
                    <a:pt x="144" y="648"/>
                    <a:pt x="156" y="642"/>
                  </a:cubicBezTo>
                  <a:cubicBezTo>
                    <a:pt x="425" y="520"/>
                    <a:pt x="662" y="387"/>
                    <a:pt x="968" y="386"/>
                  </a:cubicBezTo>
                  <a:cubicBezTo>
                    <a:pt x="1120" y="386"/>
                    <a:pt x="1267" y="417"/>
                    <a:pt x="1406" y="479"/>
                  </a:cubicBezTo>
                  <a:cubicBezTo>
                    <a:pt x="1502" y="523"/>
                    <a:pt x="1557" y="561"/>
                    <a:pt x="1639" y="561"/>
                  </a:cubicBezTo>
                  <a:cubicBezTo>
                    <a:pt x="1667" y="561"/>
                    <a:pt x="1696" y="557"/>
                    <a:pt x="1732" y="547"/>
                  </a:cubicBezTo>
                  <a:cubicBezTo>
                    <a:pt x="1793" y="530"/>
                    <a:pt x="1835" y="459"/>
                    <a:pt x="1828" y="398"/>
                  </a:cubicBezTo>
                  <a:cubicBezTo>
                    <a:pt x="1797" y="76"/>
                    <a:pt x="1300" y="0"/>
                    <a:pt x="10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6200" lIns="91425" spcFirstLastPara="1" rIns="91425" wrap="square" tIns="16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50" name="Google Shape;350;p6"/>
            <p:cNvSpPr/>
            <p:nvPr/>
          </p:nvSpPr>
          <p:spPr>
            <a:xfrm>
              <a:off x="8575200" y="4289040"/>
              <a:ext cx="226800" cy="253800"/>
            </a:xfrm>
            <a:custGeom>
              <a:rect b="b" l="l" r="r" t="t"/>
              <a:pathLst>
                <a:path extrusionOk="0" h="5048" w="4511">
                  <a:moveTo>
                    <a:pt x="1950" y="344"/>
                  </a:moveTo>
                  <a:cubicBezTo>
                    <a:pt x="2775" y="344"/>
                    <a:pt x="3641" y="850"/>
                    <a:pt x="3922" y="1645"/>
                  </a:cubicBezTo>
                  <a:cubicBezTo>
                    <a:pt x="4238" y="2544"/>
                    <a:pt x="3683" y="3558"/>
                    <a:pt x="2713" y="3558"/>
                  </a:cubicBezTo>
                  <a:cubicBezTo>
                    <a:pt x="2706" y="3558"/>
                    <a:pt x="2700" y="3558"/>
                    <a:pt x="2693" y="3558"/>
                  </a:cubicBezTo>
                  <a:cubicBezTo>
                    <a:pt x="2707" y="3409"/>
                    <a:pt x="2716" y="3263"/>
                    <a:pt x="2701" y="3118"/>
                  </a:cubicBezTo>
                  <a:cubicBezTo>
                    <a:pt x="2740" y="3093"/>
                    <a:pt x="2764" y="3038"/>
                    <a:pt x="2747" y="2989"/>
                  </a:cubicBezTo>
                  <a:cubicBezTo>
                    <a:pt x="2689" y="2819"/>
                    <a:pt x="2469" y="2736"/>
                    <a:pt x="2305" y="2719"/>
                  </a:cubicBezTo>
                  <a:cubicBezTo>
                    <a:pt x="2275" y="2716"/>
                    <a:pt x="2245" y="2714"/>
                    <a:pt x="2216" y="2714"/>
                  </a:cubicBezTo>
                  <a:cubicBezTo>
                    <a:pt x="2062" y="2714"/>
                    <a:pt x="1920" y="2758"/>
                    <a:pt x="1790" y="2848"/>
                  </a:cubicBezTo>
                  <a:cubicBezTo>
                    <a:pt x="1767" y="2866"/>
                    <a:pt x="1756" y="2889"/>
                    <a:pt x="1755" y="2912"/>
                  </a:cubicBezTo>
                  <a:cubicBezTo>
                    <a:pt x="1631" y="3107"/>
                    <a:pt x="1597" y="3352"/>
                    <a:pt x="1568" y="3585"/>
                  </a:cubicBezTo>
                  <a:cubicBezTo>
                    <a:pt x="1562" y="3585"/>
                    <a:pt x="1557" y="3585"/>
                    <a:pt x="1552" y="3585"/>
                  </a:cubicBezTo>
                  <a:cubicBezTo>
                    <a:pt x="761" y="3585"/>
                    <a:pt x="339" y="2631"/>
                    <a:pt x="349" y="1935"/>
                  </a:cubicBezTo>
                  <a:cubicBezTo>
                    <a:pt x="359" y="1062"/>
                    <a:pt x="968" y="390"/>
                    <a:pt x="1851" y="347"/>
                  </a:cubicBezTo>
                  <a:cubicBezTo>
                    <a:pt x="1884" y="345"/>
                    <a:pt x="1917" y="344"/>
                    <a:pt x="1950" y="344"/>
                  </a:cubicBezTo>
                  <a:close/>
                  <a:moveTo>
                    <a:pt x="1944" y="0"/>
                  </a:moveTo>
                  <a:cubicBezTo>
                    <a:pt x="1928" y="0"/>
                    <a:pt x="1912" y="0"/>
                    <a:pt x="1896" y="1"/>
                  </a:cubicBezTo>
                  <a:cubicBezTo>
                    <a:pt x="1358" y="14"/>
                    <a:pt x="897" y="220"/>
                    <a:pt x="560" y="558"/>
                  </a:cubicBezTo>
                  <a:cubicBezTo>
                    <a:pt x="411" y="708"/>
                    <a:pt x="287" y="884"/>
                    <a:pt x="194" y="1079"/>
                  </a:cubicBezTo>
                  <a:lnTo>
                    <a:pt x="111" y="1289"/>
                  </a:lnTo>
                  <a:cubicBezTo>
                    <a:pt x="40" y="1500"/>
                    <a:pt x="0" y="1728"/>
                    <a:pt x="0" y="1969"/>
                  </a:cubicBezTo>
                  <a:cubicBezTo>
                    <a:pt x="0" y="2725"/>
                    <a:pt x="514" y="3862"/>
                    <a:pt x="1354" y="3862"/>
                  </a:cubicBezTo>
                  <a:cubicBezTo>
                    <a:pt x="1410" y="3862"/>
                    <a:pt x="1468" y="3857"/>
                    <a:pt x="1527" y="3847"/>
                  </a:cubicBezTo>
                  <a:lnTo>
                    <a:pt x="1527" y="3847"/>
                  </a:lnTo>
                  <a:cubicBezTo>
                    <a:pt x="1488" y="4143"/>
                    <a:pt x="1464" y="4442"/>
                    <a:pt x="1467" y="4741"/>
                  </a:cubicBezTo>
                  <a:cubicBezTo>
                    <a:pt x="1468" y="4742"/>
                    <a:pt x="1468" y="4742"/>
                    <a:pt x="1468" y="4745"/>
                  </a:cubicBezTo>
                  <a:lnTo>
                    <a:pt x="1680" y="4769"/>
                  </a:lnTo>
                  <a:cubicBezTo>
                    <a:pt x="1681" y="4764"/>
                    <a:pt x="1684" y="4759"/>
                    <a:pt x="1687" y="4752"/>
                  </a:cubicBezTo>
                  <a:cubicBezTo>
                    <a:pt x="1741" y="4434"/>
                    <a:pt x="1783" y="4110"/>
                    <a:pt x="1837" y="3792"/>
                  </a:cubicBezTo>
                  <a:cubicBezTo>
                    <a:pt x="1879" y="3534"/>
                    <a:pt x="1979" y="3247"/>
                    <a:pt x="1945" y="2985"/>
                  </a:cubicBezTo>
                  <a:cubicBezTo>
                    <a:pt x="2002" y="2969"/>
                    <a:pt x="2061" y="2961"/>
                    <a:pt x="2121" y="2961"/>
                  </a:cubicBezTo>
                  <a:cubicBezTo>
                    <a:pt x="2173" y="2961"/>
                    <a:pt x="2226" y="2968"/>
                    <a:pt x="2276" y="2981"/>
                  </a:cubicBezTo>
                  <a:cubicBezTo>
                    <a:pt x="2349" y="2999"/>
                    <a:pt x="2411" y="3035"/>
                    <a:pt x="2470" y="3070"/>
                  </a:cubicBezTo>
                  <a:cubicBezTo>
                    <a:pt x="2398" y="3267"/>
                    <a:pt x="2375" y="3488"/>
                    <a:pt x="2364" y="3707"/>
                  </a:cubicBezTo>
                  <a:cubicBezTo>
                    <a:pt x="2361" y="3726"/>
                    <a:pt x="2360" y="3746"/>
                    <a:pt x="2363" y="3765"/>
                  </a:cubicBezTo>
                  <a:cubicBezTo>
                    <a:pt x="2360" y="3874"/>
                    <a:pt x="2357" y="3980"/>
                    <a:pt x="2353" y="4082"/>
                  </a:cubicBezTo>
                  <a:cubicBezTo>
                    <a:pt x="2340" y="4371"/>
                    <a:pt x="2283" y="4718"/>
                    <a:pt x="2404" y="4989"/>
                  </a:cubicBezTo>
                  <a:lnTo>
                    <a:pt x="2520" y="5047"/>
                  </a:lnTo>
                  <a:cubicBezTo>
                    <a:pt x="2530" y="5040"/>
                    <a:pt x="2534" y="5033"/>
                    <a:pt x="2540" y="5024"/>
                  </a:cubicBezTo>
                  <a:cubicBezTo>
                    <a:pt x="2682" y="4745"/>
                    <a:pt x="2619" y="4351"/>
                    <a:pt x="2639" y="4047"/>
                  </a:cubicBezTo>
                  <a:cubicBezTo>
                    <a:pt x="2643" y="4001"/>
                    <a:pt x="2646" y="3955"/>
                    <a:pt x="2652" y="3906"/>
                  </a:cubicBezTo>
                  <a:cubicBezTo>
                    <a:pt x="2675" y="3907"/>
                    <a:pt x="2699" y="3908"/>
                    <a:pt x="2722" y="3908"/>
                  </a:cubicBezTo>
                  <a:cubicBezTo>
                    <a:pt x="3765" y="3908"/>
                    <a:pt x="4510" y="2929"/>
                    <a:pt x="4340" y="1884"/>
                  </a:cubicBezTo>
                  <a:cubicBezTo>
                    <a:pt x="4331" y="1823"/>
                    <a:pt x="4318" y="1766"/>
                    <a:pt x="4303" y="1708"/>
                  </a:cubicBezTo>
                  <a:cubicBezTo>
                    <a:pt x="4358" y="1653"/>
                    <a:pt x="4415" y="1595"/>
                    <a:pt x="4471" y="1543"/>
                  </a:cubicBezTo>
                  <a:lnTo>
                    <a:pt x="4284" y="1394"/>
                  </a:lnTo>
                  <a:lnTo>
                    <a:pt x="4226" y="1467"/>
                  </a:lnTo>
                  <a:cubicBezTo>
                    <a:pt x="4155" y="1289"/>
                    <a:pt x="4060" y="1125"/>
                    <a:pt x="3944" y="974"/>
                  </a:cubicBezTo>
                  <a:lnTo>
                    <a:pt x="3810" y="814"/>
                  </a:lnTo>
                  <a:cubicBezTo>
                    <a:pt x="3343" y="306"/>
                    <a:pt x="2640" y="0"/>
                    <a:pt x="19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51" name="Google Shape;351;p6"/>
            <p:cNvSpPr/>
            <p:nvPr/>
          </p:nvSpPr>
          <p:spPr>
            <a:xfrm>
              <a:off x="8622720" y="4322880"/>
              <a:ext cx="105840" cy="37440"/>
            </a:xfrm>
            <a:custGeom>
              <a:rect b="b" l="l" r="r" t="t"/>
              <a:pathLst>
                <a:path extrusionOk="0" h="753" w="2108">
                  <a:moveTo>
                    <a:pt x="1095" y="1"/>
                  </a:moveTo>
                  <a:cubicBezTo>
                    <a:pt x="706" y="1"/>
                    <a:pt x="297" y="155"/>
                    <a:pt x="74" y="488"/>
                  </a:cubicBezTo>
                  <a:cubicBezTo>
                    <a:pt x="0" y="598"/>
                    <a:pt x="76" y="752"/>
                    <a:pt x="189" y="752"/>
                  </a:cubicBezTo>
                  <a:cubicBezTo>
                    <a:pt x="218" y="752"/>
                    <a:pt x="248" y="743"/>
                    <a:pt x="279" y="720"/>
                  </a:cubicBezTo>
                  <a:cubicBezTo>
                    <a:pt x="519" y="551"/>
                    <a:pt x="775" y="437"/>
                    <a:pt x="1066" y="437"/>
                  </a:cubicBezTo>
                  <a:cubicBezTo>
                    <a:pt x="1103" y="437"/>
                    <a:pt x="1141" y="439"/>
                    <a:pt x="1179" y="442"/>
                  </a:cubicBezTo>
                  <a:cubicBezTo>
                    <a:pt x="1320" y="457"/>
                    <a:pt x="1459" y="495"/>
                    <a:pt x="1582" y="566"/>
                  </a:cubicBezTo>
                  <a:cubicBezTo>
                    <a:pt x="1709" y="641"/>
                    <a:pt x="1769" y="723"/>
                    <a:pt x="1914" y="723"/>
                  </a:cubicBezTo>
                  <a:cubicBezTo>
                    <a:pt x="1924" y="723"/>
                    <a:pt x="1935" y="722"/>
                    <a:pt x="1946" y="722"/>
                  </a:cubicBezTo>
                  <a:cubicBezTo>
                    <a:pt x="2040" y="713"/>
                    <a:pt x="2089" y="634"/>
                    <a:pt x="2093" y="547"/>
                  </a:cubicBezTo>
                  <a:cubicBezTo>
                    <a:pt x="2108" y="165"/>
                    <a:pt x="1440" y="12"/>
                    <a:pt x="1147" y="2"/>
                  </a:cubicBezTo>
                  <a:cubicBezTo>
                    <a:pt x="1130" y="1"/>
                    <a:pt x="1113" y="1"/>
                    <a:pt x="10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8700" lIns="91425" spcFirstLastPara="1" rIns="91425" wrap="square" tIns="18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52" name="Google Shape;352;p6"/>
            <p:cNvSpPr/>
            <p:nvPr/>
          </p:nvSpPr>
          <p:spPr>
            <a:xfrm>
              <a:off x="8784720" y="4714200"/>
              <a:ext cx="367920" cy="254880"/>
            </a:xfrm>
            <a:custGeom>
              <a:rect b="b" l="l" r="r" t="t"/>
              <a:pathLst>
                <a:path extrusionOk="0" h="5068" w="7312">
                  <a:moveTo>
                    <a:pt x="5880" y="364"/>
                  </a:moveTo>
                  <a:cubicBezTo>
                    <a:pt x="6260" y="364"/>
                    <a:pt x="6618" y="650"/>
                    <a:pt x="6759" y="1028"/>
                  </a:cubicBezTo>
                  <a:cubicBezTo>
                    <a:pt x="6962" y="1573"/>
                    <a:pt x="6612" y="2239"/>
                    <a:pt x="6036" y="2357"/>
                  </a:cubicBezTo>
                  <a:cubicBezTo>
                    <a:pt x="5965" y="2372"/>
                    <a:pt x="5897" y="2379"/>
                    <a:pt x="5833" y="2379"/>
                  </a:cubicBezTo>
                  <a:cubicBezTo>
                    <a:pt x="5338" y="2379"/>
                    <a:pt x="5042" y="1969"/>
                    <a:pt x="4901" y="1514"/>
                  </a:cubicBezTo>
                  <a:cubicBezTo>
                    <a:pt x="4995" y="1114"/>
                    <a:pt x="5091" y="716"/>
                    <a:pt x="5474" y="482"/>
                  </a:cubicBezTo>
                  <a:cubicBezTo>
                    <a:pt x="5606" y="401"/>
                    <a:pt x="5745" y="364"/>
                    <a:pt x="5880" y="364"/>
                  </a:cubicBezTo>
                  <a:close/>
                  <a:moveTo>
                    <a:pt x="4652" y="1835"/>
                  </a:moveTo>
                  <a:cubicBezTo>
                    <a:pt x="4670" y="1847"/>
                    <a:pt x="4690" y="1850"/>
                    <a:pt x="4711" y="1850"/>
                  </a:cubicBezTo>
                  <a:cubicBezTo>
                    <a:pt x="4768" y="2081"/>
                    <a:pt x="4887" y="2282"/>
                    <a:pt x="5051" y="2436"/>
                  </a:cubicBezTo>
                  <a:cubicBezTo>
                    <a:pt x="4888" y="2557"/>
                    <a:pt x="4740" y="2707"/>
                    <a:pt x="4591" y="2840"/>
                  </a:cubicBezTo>
                  <a:cubicBezTo>
                    <a:pt x="4329" y="3074"/>
                    <a:pt x="4068" y="3308"/>
                    <a:pt x="3816" y="3549"/>
                  </a:cubicBezTo>
                  <a:cubicBezTo>
                    <a:pt x="3803" y="3540"/>
                    <a:pt x="3789" y="3533"/>
                    <a:pt x="3773" y="3529"/>
                  </a:cubicBezTo>
                  <a:cubicBezTo>
                    <a:pt x="3643" y="3499"/>
                    <a:pt x="3535" y="3410"/>
                    <a:pt x="3470" y="3296"/>
                  </a:cubicBezTo>
                  <a:cubicBezTo>
                    <a:pt x="3402" y="3182"/>
                    <a:pt x="3405" y="3067"/>
                    <a:pt x="3406" y="2941"/>
                  </a:cubicBezTo>
                  <a:cubicBezTo>
                    <a:pt x="3861" y="2628"/>
                    <a:pt x="4280" y="2249"/>
                    <a:pt x="4652" y="1835"/>
                  </a:cubicBezTo>
                  <a:close/>
                  <a:moveTo>
                    <a:pt x="5886" y="0"/>
                  </a:moveTo>
                  <a:cubicBezTo>
                    <a:pt x="5803" y="0"/>
                    <a:pt x="5719" y="10"/>
                    <a:pt x="5634" y="30"/>
                  </a:cubicBezTo>
                  <a:cubicBezTo>
                    <a:pt x="5057" y="169"/>
                    <a:pt x="4584" y="802"/>
                    <a:pt x="4543" y="1416"/>
                  </a:cubicBezTo>
                  <a:cubicBezTo>
                    <a:pt x="4252" y="1736"/>
                    <a:pt x="3953" y="2041"/>
                    <a:pt x="3643" y="2337"/>
                  </a:cubicBezTo>
                  <a:cubicBezTo>
                    <a:pt x="3636" y="2307"/>
                    <a:pt x="3621" y="2279"/>
                    <a:pt x="3596" y="2252"/>
                  </a:cubicBezTo>
                  <a:cubicBezTo>
                    <a:pt x="3217" y="1860"/>
                    <a:pt x="2704" y="1670"/>
                    <a:pt x="2188" y="1670"/>
                  </a:cubicBezTo>
                  <a:cubicBezTo>
                    <a:pt x="1886" y="1670"/>
                    <a:pt x="1583" y="1735"/>
                    <a:pt x="1304" y="1862"/>
                  </a:cubicBezTo>
                  <a:cubicBezTo>
                    <a:pt x="1279" y="1837"/>
                    <a:pt x="1251" y="1816"/>
                    <a:pt x="1224" y="1792"/>
                  </a:cubicBezTo>
                  <a:lnTo>
                    <a:pt x="1041" y="2004"/>
                  </a:lnTo>
                  <a:cubicBezTo>
                    <a:pt x="929" y="2078"/>
                    <a:pt x="823" y="2161"/>
                    <a:pt x="726" y="2259"/>
                  </a:cubicBezTo>
                  <a:cubicBezTo>
                    <a:pt x="657" y="2326"/>
                    <a:pt x="593" y="2401"/>
                    <a:pt x="535" y="2477"/>
                  </a:cubicBezTo>
                  <a:lnTo>
                    <a:pt x="396" y="2674"/>
                  </a:lnTo>
                  <a:cubicBezTo>
                    <a:pt x="171" y="3041"/>
                    <a:pt x="46" y="3469"/>
                    <a:pt x="22" y="3900"/>
                  </a:cubicBezTo>
                  <a:cubicBezTo>
                    <a:pt x="1" y="4311"/>
                    <a:pt x="29" y="4916"/>
                    <a:pt x="468" y="5068"/>
                  </a:cubicBezTo>
                  <a:lnTo>
                    <a:pt x="573" y="4871"/>
                  </a:lnTo>
                  <a:cubicBezTo>
                    <a:pt x="225" y="4623"/>
                    <a:pt x="361" y="3751"/>
                    <a:pt x="458" y="3414"/>
                  </a:cubicBezTo>
                  <a:cubicBezTo>
                    <a:pt x="580" y="2985"/>
                    <a:pt x="833" y="2585"/>
                    <a:pt x="1201" y="2330"/>
                  </a:cubicBezTo>
                  <a:cubicBezTo>
                    <a:pt x="1491" y="2127"/>
                    <a:pt x="1832" y="2028"/>
                    <a:pt x="2170" y="2028"/>
                  </a:cubicBezTo>
                  <a:cubicBezTo>
                    <a:pt x="2607" y="2028"/>
                    <a:pt x="3041" y="2194"/>
                    <a:pt x="3359" y="2521"/>
                  </a:cubicBezTo>
                  <a:cubicBezTo>
                    <a:pt x="3373" y="2535"/>
                    <a:pt x="3390" y="2547"/>
                    <a:pt x="3406" y="2554"/>
                  </a:cubicBezTo>
                  <a:cubicBezTo>
                    <a:pt x="3327" y="2630"/>
                    <a:pt x="3246" y="2706"/>
                    <a:pt x="3164" y="2778"/>
                  </a:cubicBezTo>
                  <a:cubicBezTo>
                    <a:pt x="3133" y="2805"/>
                    <a:pt x="3123" y="2837"/>
                    <a:pt x="3124" y="2869"/>
                  </a:cubicBezTo>
                  <a:cubicBezTo>
                    <a:pt x="3124" y="2870"/>
                    <a:pt x="3123" y="2870"/>
                    <a:pt x="3123" y="2871"/>
                  </a:cubicBezTo>
                  <a:cubicBezTo>
                    <a:pt x="3011" y="3064"/>
                    <a:pt x="3076" y="3329"/>
                    <a:pt x="3199" y="3503"/>
                  </a:cubicBezTo>
                  <a:cubicBezTo>
                    <a:pt x="3331" y="3693"/>
                    <a:pt x="3529" y="3792"/>
                    <a:pt x="3759" y="3797"/>
                  </a:cubicBezTo>
                  <a:cubicBezTo>
                    <a:pt x="3775" y="3794"/>
                    <a:pt x="3787" y="3792"/>
                    <a:pt x="3799" y="3787"/>
                  </a:cubicBezTo>
                  <a:cubicBezTo>
                    <a:pt x="3819" y="3799"/>
                    <a:pt x="3841" y="3806"/>
                    <a:pt x="3865" y="3806"/>
                  </a:cubicBezTo>
                  <a:cubicBezTo>
                    <a:pt x="3887" y="3806"/>
                    <a:pt x="3910" y="3799"/>
                    <a:pt x="3932" y="3784"/>
                  </a:cubicBezTo>
                  <a:cubicBezTo>
                    <a:pt x="4047" y="3700"/>
                    <a:pt x="4159" y="3614"/>
                    <a:pt x="4272" y="3529"/>
                  </a:cubicBezTo>
                  <a:cubicBezTo>
                    <a:pt x="4286" y="3563"/>
                    <a:pt x="4300" y="3598"/>
                    <a:pt x="4312" y="3631"/>
                  </a:cubicBezTo>
                  <a:lnTo>
                    <a:pt x="4511" y="3457"/>
                  </a:lnTo>
                  <a:cubicBezTo>
                    <a:pt x="4490" y="3435"/>
                    <a:pt x="4469" y="3414"/>
                    <a:pt x="4448" y="3394"/>
                  </a:cubicBezTo>
                  <a:cubicBezTo>
                    <a:pt x="4575" y="3299"/>
                    <a:pt x="4698" y="3202"/>
                    <a:pt x="4823" y="3102"/>
                  </a:cubicBezTo>
                  <a:cubicBezTo>
                    <a:pt x="5009" y="2955"/>
                    <a:pt x="5213" y="2819"/>
                    <a:pt x="5370" y="2642"/>
                  </a:cubicBezTo>
                  <a:cubicBezTo>
                    <a:pt x="5514" y="2704"/>
                    <a:pt x="5676" y="2739"/>
                    <a:pt x="5852" y="2739"/>
                  </a:cubicBezTo>
                  <a:cubicBezTo>
                    <a:pt x="5894" y="2739"/>
                    <a:pt x="5936" y="2737"/>
                    <a:pt x="5980" y="2732"/>
                  </a:cubicBezTo>
                  <a:cubicBezTo>
                    <a:pt x="6752" y="2659"/>
                    <a:pt x="7312" y="1843"/>
                    <a:pt x="7153" y="1096"/>
                  </a:cubicBezTo>
                  <a:cubicBezTo>
                    <a:pt x="7028" y="506"/>
                    <a:pt x="6491" y="0"/>
                    <a:pt x="58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53" name="Google Shape;353;p6"/>
            <p:cNvSpPr/>
            <p:nvPr/>
          </p:nvSpPr>
          <p:spPr>
            <a:xfrm>
              <a:off x="8436600" y="4527000"/>
              <a:ext cx="409680" cy="321120"/>
            </a:xfrm>
            <a:custGeom>
              <a:rect b="b" l="l" r="r" t="t"/>
              <a:pathLst>
                <a:path extrusionOk="0" h="6384" w="8138">
                  <a:moveTo>
                    <a:pt x="3999" y="401"/>
                  </a:moveTo>
                  <a:cubicBezTo>
                    <a:pt x="4066" y="401"/>
                    <a:pt x="4134" y="404"/>
                    <a:pt x="4204" y="410"/>
                  </a:cubicBezTo>
                  <a:cubicBezTo>
                    <a:pt x="5526" y="528"/>
                    <a:pt x="6499" y="1665"/>
                    <a:pt x="6576" y="2960"/>
                  </a:cubicBezTo>
                  <a:cubicBezTo>
                    <a:pt x="6654" y="4312"/>
                    <a:pt x="5641" y="5471"/>
                    <a:pt x="4296" y="5613"/>
                  </a:cubicBezTo>
                  <a:cubicBezTo>
                    <a:pt x="4221" y="5621"/>
                    <a:pt x="4145" y="5625"/>
                    <a:pt x="4071" y="5625"/>
                  </a:cubicBezTo>
                  <a:cubicBezTo>
                    <a:pt x="3482" y="5625"/>
                    <a:pt x="2913" y="5383"/>
                    <a:pt x="2472" y="4992"/>
                  </a:cubicBezTo>
                  <a:cubicBezTo>
                    <a:pt x="2023" y="4597"/>
                    <a:pt x="1531" y="3912"/>
                    <a:pt x="1419" y="3279"/>
                  </a:cubicBezTo>
                  <a:cubicBezTo>
                    <a:pt x="1593" y="1918"/>
                    <a:pt x="2492" y="401"/>
                    <a:pt x="3999" y="401"/>
                  </a:cubicBezTo>
                  <a:close/>
                  <a:moveTo>
                    <a:pt x="4014" y="0"/>
                  </a:moveTo>
                  <a:cubicBezTo>
                    <a:pt x="3890" y="0"/>
                    <a:pt x="3763" y="8"/>
                    <a:pt x="3635" y="26"/>
                  </a:cubicBezTo>
                  <a:cubicBezTo>
                    <a:pt x="2306" y="212"/>
                    <a:pt x="1378" y="1443"/>
                    <a:pt x="1146" y="2717"/>
                  </a:cubicBezTo>
                  <a:cubicBezTo>
                    <a:pt x="839" y="2747"/>
                    <a:pt x="539" y="2852"/>
                    <a:pt x="230" y="2882"/>
                  </a:cubicBezTo>
                  <a:cubicBezTo>
                    <a:pt x="200" y="2883"/>
                    <a:pt x="171" y="2885"/>
                    <a:pt x="138" y="2888"/>
                  </a:cubicBezTo>
                  <a:lnTo>
                    <a:pt x="117" y="3174"/>
                  </a:lnTo>
                  <a:cubicBezTo>
                    <a:pt x="185" y="3172"/>
                    <a:pt x="246" y="3167"/>
                    <a:pt x="307" y="3161"/>
                  </a:cubicBezTo>
                  <a:cubicBezTo>
                    <a:pt x="563" y="3144"/>
                    <a:pt x="855" y="3110"/>
                    <a:pt x="1106" y="3015"/>
                  </a:cubicBezTo>
                  <a:lnTo>
                    <a:pt x="1106" y="3015"/>
                  </a:lnTo>
                  <a:cubicBezTo>
                    <a:pt x="1096" y="3103"/>
                    <a:pt x="1093" y="3194"/>
                    <a:pt x="1092" y="3281"/>
                  </a:cubicBezTo>
                  <a:cubicBezTo>
                    <a:pt x="1089" y="3324"/>
                    <a:pt x="1107" y="3358"/>
                    <a:pt x="1131" y="3384"/>
                  </a:cubicBezTo>
                  <a:cubicBezTo>
                    <a:pt x="1130" y="3503"/>
                    <a:pt x="1153" y="3629"/>
                    <a:pt x="1191" y="3753"/>
                  </a:cubicBezTo>
                  <a:cubicBezTo>
                    <a:pt x="953" y="3766"/>
                    <a:pt x="716" y="3841"/>
                    <a:pt x="478" y="3861"/>
                  </a:cubicBezTo>
                  <a:cubicBezTo>
                    <a:pt x="341" y="3874"/>
                    <a:pt x="199" y="3881"/>
                    <a:pt x="59" y="3882"/>
                  </a:cubicBezTo>
                  <a:lnTo>
                    <a:pt x="0" y="4108"/>
                  </a:lnTo>
                  <a:cubicBezTo>
                    <a:pt x="105" y="4119"/>
                    <a:pt x="210" y="4125"/>
                    <a:pt x="317" y="4125"/>
                  </a:cubicBezTo>
                  <a:cubicBezTo>
                    <a:pt x="360" y="4125"/>
                    <a:pt x="403" y="4124"/>
                    <a:pt x="447" y="4122"/>
                  </a:cubicBezTo>
                  <a:cubicBezTo>
                    <a:pt x="706" y="4109"/>
                    <a:pt x="1029" y="4093"/>
                    <a:pt x="1272" y="3973"/>
                  </a:cubicBezTo>
                  <a:cubicBezTo>
                    <a:pt x="1368" y="4198"/>
                    <a:pt x="1498" y="4408"/>
                    <a:pt x="1610" y="4578"/>
                  </a:cubicBezTo>
                  <a:cubicBezTo>
                    <a:pt x="1977" y="5134"/>
                    <a:pt x="2503" y="5606"/>
                    <a:pt x="3134" y="5838"/>
                  </a:cubicBezTo>
                  <a:cubicBezTo>
                    <a:pt x="3433" y="5949"/>
                    <a:pt x="3746" y="6001"/>
                    <a:pt x="4057" y="6001"/>
                  </a:cubicBezTo>
                  <a:cubicBezTo>
                    <a:pt x="4756" y="6001"/>
                    <a:pt x="5450" y="5736"/>
                    <a:pt x="5985" y="5275"/>
                  </a:cubicBezTo>
                  <a:cubicBezTo>
                    <a:pt x="6278" y="5725"/>
                    <a:pt x="6855" y="6123"/>
                    <a:pt x="7310" y="6384"/>
                  </a:cubicBezTo>
                  <a:lnTo>
                    <a:pt x="7449" y="6185"/>
                  </a:lnTo>
                  <a:cubicBezTo>
                    <a:pt x="7214" y="5980"/>
                    <a:pt x="6970" y="5781"/>
                    <a:pt x="6743" y="5567"/>
                  </a:cubicBezTo>
                  <a:cubicBezTo>
                    <a:pt x="6566" y="5399"/>
                    <a:pt x="6407" y="5206"/>
                    <a:pt x="6217" y="5050"/>
                  </a:cubicBezTo>
                  <a:cubicBezTo>
                    <a:pt x="6243" y="5022"/>
                    <a:pt x="6271" y="4995"/>
                    <a:pt x="6295" y="4965"/>
                  </a:cubicBezTo>
                  <a:cubicBezTo>
                    <a:pt x="6404" y="4839"/>
                    <a:pt x="6495" y="4709"/>
                    <a:pt x="6576" y="4574"/>
                  </a:cubicBezTo>
                  <a:cubicBezTo>
                    <a:pt x="6983" y="5006"/>
                    <a:pt x="7469" y="5376"/>
                    <a:pt x="7956" y="5710"/>
                  </a:cubicBezTo>
                  <a:lnTo>
                    <a:pt x="8138" y="5498"/>
                  </a:lnTo>
                  <a:cubicBezTo>
                    <a:pt x="7663" y="5091"/>
                    <a:pt x="7219" y="4648"/>
                    <a:pt x="6745" y="4244"/>
                  </a:cubicBezTo>
                  <a:cubicBezTo>
                    <a:pt x="7351" y="2802"/>
                    <a:pt x="6624" y="1024"/>
                    <a:pt x="5278" y="318"/>
                  </a:cubicBezTo>
                  <a:lnTo>
                    <a:pt x="5160" y="260"/>
                  </a:lnTo>
                  <a:cubicBezTo>
                    <a:pt x="4933" y="155"/>
                    <a:pt x="4693" y="79"/>
                    <a:pt x="4436" y="33"/>
                  </a:cubicBezTo>
                  <a:lnTo>
                    <a:pt x="4225" y="8"/>
                  </a:lnTo>
                  <a:cubicBezTo>
                    <a:pt x="4155" y="3"/>
                    <a:pt x="4085" y="0"/>
                    <a:pt x="40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54" name="Google Shape;354;p6"/>
            <p:cNvSpPr/>
            <p:nvPr/>
          </p:nvSpPr>
          <p:spPr>
            <a:xfrm>
              <a:off x="9069480" y="4754160"/>
              <a:ext cx="56520" cy="60480"/>
            </a:xfrm>
            <a:custGeom>
              <a:rect b="b" l="l" r="r" t="t"/>
              <a:pathLst>
                <a:path extrusionOk="0" h="1210" w="1129">
                  <a:moveTo>
                    <a:pt x="591" y="0"/>
                  </a:moveTo>
                  <a:cubicBezTo>
                    <a:pt x="571" y="0"/>
                    <a:pt x="552" y="3"/>
                    <a:pt x="533" y="8"/>
                  </a:cubicBezTo>
                  <a:cubicBezTo>
                    <a:pt x="319" y="72"/>
                    <a:pt x="489" y="296"/>
                    <a:pt x="525" y="418"/>
                  </a:cubicBezTo>
                  <a:cubicBezTo>
                    <a:pt x="608" y="694"/>
                    <a:pt x="403" y="925"/>
                    <a:pt x="143" y="982"/>
                  </a:cubicBezTo>
                  <a:cubicBezTo>
                    <a:pt x="0" y="1013"/>
                    <a:pt x="73" y="1203"/>
                    <a:pt x="192" y="1209"/>
                  </a:cubicBezTo>
                  <a:cubicBezTo>
                    <a:pt x="203" y="1209"/>
                    <a:pt x="214" y="1209"/>
                    <a:pt x="225" y="1209"/>
                  </a:cubicBezTo>
                  <a:cubicBezTo>
                    <a:pt x="816" y="1209"/>
                    <a:pt x="1129" y="465"/>
                    <a:pt x="700" y="41"/>
                  </a:cubicBezTo>
                  <a:cubicBezTo>
                    <a:pt x="670" y="12"/>
                    <a:pt x="630" y="0"/>
                    <a:pt x="5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0225" lIns="91425" spcFirstLastPara="1" rIns="91425" wrap="square" tIns="30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55" name="Google Shape;355;p6"/>
            <p:cNvSpPr/>
            <p:nvPr/>
          </p:nvSpPr>
          <p:spPr>
            <a:xfrm>
              <a:off x="8561160" y="4714200"/>
              <a:ext cx="175320" cy="72360"/>
            </a:xfrm>
            <a:custGeom>
              <a:rect b="b" l="l" r="r" t="t"/>
              <a:pathLst>
                <a:path extrusionOk="0" h="1443" w="3489">
                  <a:moveTo>
                    <a:pt x="3298" y="1"/>
                  </a:moveTo>
                  <a:cubicBezTo>
                    <a:pt x="3247" y="1"/>
                    <a:pt x="3197" y="20"/>
                    <a:pt x="3165" y="61"/>
                  </a:cubicBezTo>
                  <a:cubicBezTo>
                    <a:pt x="2826" y="492"/>
                    <a:pt x="2593" y="901"/>
                    <a:pt x="1987" y="969"/>
                  </a:cubicBezTo>
                  <a:cubicBezTo>
                    <a:pt x="1930" y="976"/>
                    <a:pt x="1874" y="979"/>
                    <a:pt x="1819" y="979"/>
                  </a:cubicBezTo>
                  <a:cubicBezTo>
                    <a:pt x="1243" y="979"/>
                    <a:pt x="760" y="637"/>
                    <a:pt x="315" y="292"/>
                  </a:cubicBezTo>
                  <a:cubicBezTo>
                    <a:pt x="283" y="267"/>
                    <a:pt x="248" y="256"/>
                    <a:pt x="215" y="256"/>
                  </a:cubicBezTo>
                  <a:cubicBezTo>
                    <a:pt x="101" y="256"/>
                    <a:pt x="1" y="381"/>
                    <a:pt x="79" y="502"/>
                  </a:cubicBezTo>
                  <a:cubicBezTo>
                    <a:pt x="454" y="1075"/>
                    <a:pt x="1128" y="1443"/>
                    <a:pt x="1812" y="1443"/>
                  </a:cubicBezTo>
                  <a:cubicBezTo>
                    <a:pt x="1931" y="1443"/>
                    <a:pt x="2051" y="1432"/>
                    <a:pt x="2169" y="1409"/>
                  </a:cubicBezTo>
                  <a:cubicBezTo>
                    <a:pt x="2767" y="1294"/>
                    <a:pt x="3467" y="823"/>
                    <a:pt x="3485" y="166"/>
                  </a:cubicBezTo>
                  <a:cubicBezTo>
                    <a:pt x="3488" y="64"/>
                    <a:pt x="3392" y="1"/>
                    <a:pt x="32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6350" lIns="91425" spcFirstLastPara="1" rIns="91425" wrap="square" tIns="36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56" name="Google Shape;356;p6"/>
            <p:cNvSpPr/>
            <p:nvPr/>
          </p:nvSpPr>
          <p:spPr>
            <a:xfrm>
              <a:off x="8830080" y="4833360"/>
              <a:ext cx="87120" cy="54000"/>
            </a:xfrm>
            <a:custGeom>
              <a:rect b="b" l="l" r="r" t="t"/>
              <a:pathLst>
                <a:path extrusionOk="0" h="1076" w="1738">
                  <a:moveTo>
                    <a:pt x="1401" y="1"/>
                  </a:moveTo>
                  <a:cubicBezTo>
                    <a:pt x="1194" y="1"/>
                    <a:pt x="953" y="102"/>
                    <a:pt x="799" y="175"/>
                  </a:cubicBezTo>
                  <a:cubicBezTo>
                    <a:pt x="485" y="324"/>
                    <a:pt x="238" y="566"/>
                    <a:pt x="62" y="864"/>
                  </a:cubicBezTo>
                  <a:cubicBezTo>
                    <a:pt x="1" y="970"/>
                    <a:pt x="104" y="1075"/>
                    <a:pt x="205" y="1075"/>
                  </a:cubicBezTo>
                  <a:cubicBezTo>
                    <a:pt x="243" y="1075"/>
                    <a:pt x="281" y="1060"/>
                    <a:pt x="310" y="1025"/>
                  </a:cubicBezTo>
                  <a:cubicBezTo>
                    <a:pt x="497" y="799"/>
                    <a:pt x="724" y="623"/>
                    <a:pt x="996" y="511"/>
                  </a:cubicBezTo>
                  <a:cubicBezTo>
                    <a:pt x="1118" y="461"/>
                    <a:pt x="1246" y="429"/>
                    <a:pt x="1376" y="410"/>
                  </a:cubicBezTo>
                  <a:cubicBezTo>
                    <a:pt x="1506" y="393"/>
                    <a:pt x="1596" y="403"/>
                    <a:pt x="1685" y="291"/>
                  </a:cubicBezTo>
                  <a:cubicBezTo>
                    <a:pt x="1723" y="247"/>
                    <a:pt x="1737" y="168"/>
                    <a:pt x="1696" y="120"/>
                  </a:cubicBezTo>
                  <a:cubicBezTo>
                    <a:pt x="1623" y="33"/>
                    <a:pt x="1517" y="1"/>
                    <a:pt x="14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7000" lIns="91425" spcFirstLastPara="1" rIns="91425" wrap="square" tIns="27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57" name="Google Shape;357;p6"/>
            <p:cNvSpPr/>
            <p:nvPr/>
          </p:nvSpPr>
          <p:spPr>
            <a:xfrm>
              <a:off x="8810640" y="4888080"/>
              <a:ext cx="218520" cy="160560"/>
            </a:xfrm>
            <a:custGeom>
              <a:rect b="b" l="l" r="r" t="t"/>
              <a:pathLst>
                <a:path extrusionOk="0" h="3196" w="4348">
                  <a:moveTo>
                    <a:pt x="3996" y="1"/>
                  </a:moveTo>
                  <a:lnTo>
                    <a:pt x="3796" y="176"/>
                  </a:lnTo>
                  <a:cubicBezTo>
                    <a:pt x="4016" y="793"/>
                    <a:pt x="3887" y="1489"/>
                    <a:pt x="3528" y="2036"/>
                  </a:cubicBezTo>
                  <a:cubicBezTo>
                    <a:pt x="3504" y="2044"/>
                    <a:pt x="3490" y="2068"/>
                    <a:pt x="3487" y="2094"/>
                  </a:cubicBezTo>
                  <a:cubicBezTo>
                    <a:pt x="3443" y="2155"/>
                    <a:pt x="3399" y="2214"/>
                    <a:pt x="3350" y="2274"/>
                  </a:cubicBezTo>
                  <a:cubicBezTo>
                    <a:pt x="3034" y="2637"/>
                    <a:pt x="2686" y="2777"/>
                    <a:pt x="2328" y="2777"/>
                  </a:cubicBezTo>
                  <a:cubicBezTo>
                    <a:pt x="1869" y="2777"/>
                    <a:pt x="1395" y="2547"/>
                    <a:pt x="953" y="2262"/>
                  </a:cubicBezTo>
                  <a:cubicBezTo>
                    <a:pt x="1028" y="2108"/>
                    <a:pt x="1091" y="1955"/>
                    <a:pt x="1139" y="1813"/>
                  </a:cubicBezTo>
                  <a:cubicBezTo>
                    <a:pt x="1149" y="1785"/>
                    <a:pt x="1147" y="1756"/>
                    <a:pt x="1138" y="1728"/>
                  </a:cubicBezTo>
                  <a:lnTo>
                    <a:pt x="894" y="1725"/>
                  </a:lnTo>
                  <a:cubicBezTo>
                    <a:pt x="745" y="1935"/>
                    <a:pt x="595" y="2143"/>
                    <a:pt x="440" y="2349"/>
                  </a:cubicBezTo>
                  <a:cubicBezTo>
                    <a:pt x="301" y="2533"/>
                    <a:pt x="113" y="2699"/>
                    <a:pt x="1" y="2900"/>
                  </a:cubicBezTo>
                  <a:lnTo>
                    <a:pt x="85" y="3192"/>
                  </a:lnTo>
                  <a:cubicBezTo>
                    <a:pt x="94" y="3194"/>
                    <a:pt x="104" y="3195"/>
                    <a:pt x="113" y="3195"/>
                  </a:cubicBezTo>
                  <a:cubicBezTo>
                    <a:pt x="131" y="3195"/>
                    <a:pt x="150" y="3191"/>
                    <a:pt x="168" y="3182"/>
                  </a:cubicBezTo>
                  <a:cubicBezTo>
                    <a:pt x="416" y="3060"/>
                    <a:pt x="625" y="2824"/>
                    <a:pt x="790" y="2557"/>
                  </a:cubicBezTo>
                  <a:cubicBezTo>
                    <a:pt x="1291" y="2881"/>
                    <a:pt x="1831" y="3132"/>
                    <a:pt x="2360" y="3132"/>
                  </a:cubicBezTo>
                  <a:cubicBezTo>
                    <a:pt x="2764" y="3132"/>
                    <a:pt x="3161" y="2986"/>
                    <a:pt x="3530" y="2614"/>
                  </a:cubicBezTo>
                  <a:cubicBezTo>
                    <a:pt x="3622" y="2522"/>
                    <a:pt x="3714" y="2408"/>
                    <a:pt x="3799" y="2284"/>
                  </a:cubicBezTo>
                  <a:cubicBezTo>
                    <a:pt x="3816" y="2291"/>
                    <a:pt x="3830" y="2296"/>
                    <a:pt x="3846" y="2302"/>
                  </a:cubicBezTo>
                  <a:lnTo>
                    <a:pt x="3939" y="2058"/>
                  </a:lnTo>
                  <a:cubicBezTo>
                    <a:pt x="4044" y="1874"/>
                    <a:pt x="4130" y="1676"/>
                    <a:pt x="4194" y="1470"/>
                  </a:cubicBezTo>
                  <a:lnTo>
                    <a:pt x="4259" y="1214"/>
                  </a:lnTo>
                  <a:cubicBezTo>
                    <a:pt x="4347" y="766"/>
                    <a:pt x="4298" y="318"/>
                    <a:pt x="39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80275" lIns="91425" spcFirstLastPara="1" rIns="91425" wrap="square" tIns="80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58" name="Google Shape;358;p6"/>
            <p:cNvSpPr/>
            <p:nvPr/>
          </p:nvSpPr>
          <p:spPr>
            <a:xfrm>
              <a:off x="9004320" y="4942440"/>
              <a:ext cx="170280" cy="121680"/>
            </a:xfrm>
            <a:custGeom>
              <a:rect b="b" l="l" r="r" t="t"/>
              <a:pathLst>
                <a:path extrusionOk="0" h="2420" w="3388">
                  <a:moveTo>
                    <a:pt x="2152" y="363"/>
                  </a:moveTo>
                  <a:cubicBezTo>
                    <a:pt x="2290" y="363"/>
                    <a:pt x="2431" y="410"/>
                    <a:pt x="2574" y="526"/>
                  </a:cubicBezTo>
                  <a:cubicBezTo>
                    <a:pt x="2965" y="844"/>
                    <a:pt x="2986" y="1540"/>
                    <a:pt x="2602" y="1872"/>
                  </a:cubicBezTo>
                  <a:cubicBezTo>
                    <a:pt x="2471" y="1985"/>
                    <a:pt x="2307" y="2037"/>
                    <a:pt x="2142" y="2037"/>
                  </a:cubicBezTo>
                  <a:cubicBezTo>
                    <a:pt x="1882" y="2037"/>
                    <a:pt x="1621" y="1906"/>
                    <a:pt x="1481" y="1675"/>
                  </a:cubicBezTo>
                  <a:cubicBezTo>
                    <a:pt x="1298" y="1370"/>
                    <a:pt x="1356" y="976"/>
                    <a:pt x="1495" y="653"/>
                  </a:cubicBezTo>
                  <a:cubicBezTo>
                    <a:pt x="1698" y="495"/>
                    <a:pt x="1920" y="363"/>
                    <a:pt x="2152" y="363"/>
                  </a:cubicBezTo>
                  <a:close/>
                  <a:moveTo>
                    <a:pt x="2059" y="1"/>
                  </a:moveTo>
                  <a:cubicBezTo>
                    <a:pt x="1798" y="1"/>
                    <a:pt x="1542" y="79"/>
                    <a:pt x="1371" y="252"/>
                  </a:cubicBezTo>
                  <a:cubicBezTo>
                    <a:pt x="1053" y="208"/>
                    <a:pt x="734" y="166"/>
                    <a:pt x="414" y="136"/>
                  </a:cubicBezTo>
                  <a:lnTo>
                    <a:pt x="349" y="392"/>
                  </a:lnTo>
                  <a:cubicBezTo>
                    <a:pt x="631" y="465"/>
                    <a:pt x="919" y="526"/>
                    <a:pt x="1205" y="579"/>
                  </a:cubicBezTo>
                  <a:cubicBezTo>
                    <a:pt x="1206" y="592"/>
                    <a:pt x="1208" y="603"/>
                    <a:pt x="1212" y="615"/>
                  </a:cubicBezTo>
                  <a:cubicBezTo>
                    <a:pt x="1091" y="769"/>
                    <a:pt x="1021" y="954"/>
                    <a:pt x="995" y="1145"/>
                  </a:cubicBezTo>
                  <a:cubicBezTo>
                    <a:pt x="812" y="1092"/>
                    <a:pt x="619" y="1067"/>
                    <a:pt x="435" y="1033"/>
                  </a:cubicBezTo>
                  <a:cubicBezTo>
                    <a:pt x="320" y="1010"/>
                    <a:pt x="207" y="995"/>
                    <a:pt x="94" y="980"/>
                  </a:cubicBezTo>
                  <a:lnTo>
                    <a:pt x="0" y="1223"/>
                  </a:lnTo>
                  <a:cubicBezTo>
                    <a:pt x="322" y="1350"/>
                    <a:pt x="678" y="1457"/>
                    <a:pt x="1004" y="1484"/>
                  </a:cubicBezTo>
                  <a:cubicBezTo>
                    <a:pt x="1039" y="1680"/>
                    <a:pt x="1124" y="1872"/>
                    <a:pt x="1263" y="2031"/>
                  </a:cubicBezTo>
                  <a:cubicBezTo>
                    <a:pt x="1484" y="2284"/>
                    <a:pt x="1815" y="2420"/>
                    <a:pt x="2142" y="2420"/>
                  </a:cubicBezTo>
                  <a:cubicBezTo>
                    <a:pt x="2424" y="2420"/>
                    <a:pt x="2704" y="2319"/>
                    <a:pt x="2908" y="2107"/>
                  </a:cubicBezTo>
                  <a:cubicBezTo>
                    <a:pt x="3387" y="1614"/>
                    <a:pt x="3363" y="745"/>
                    <a:pt x="2856" y="279"/>
                  </a:cubicBezTo>
                  <a:cubicBezTo>
                    <a:pt x="2662" y="102"/>
                    <a:pt x="2357" y="1"/>
                    <a:pt x="20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0825" lIns="91425" spcFirstLastPara="1" rIns="91425" wrap="square" tIns="60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59" name="Google Shape;359;p6"/>
            <p:cNvSpPr/>
            <p:nvPr/>
          </p:nvSpPr>
          <p:spPr>
            <a:xfrm>
              <a:off x="9081360" y="4976280"/>
              <a:ext cx="60120" cy="24480"/>
            </a:xfrm>
            <a:custGeom>
              <a:rect b="b" l="l" r="r" t="t"/>
              <a:pathLst>
                <a:path extrusionOk="0" h="491" w="1198">
                  <a:moveTo>
                    <a:pt x="558" y="1"/>
                  </a:moveTo>
                  <a:cubicBezTo>
                    <a:pt x="375" y="1"/>
                    <a:pt x="192" y="72"/>
                    <a:pt x="64" y="223"/>
                  </a:cubicBezTo>
                  <a:cubicBezTo>
                    <a:pt x="0" y="300"/>
                    <a:pt x="67" y="414"/>
                    <a:pt x="151" y="414"/>
                  </a:cubicBezTo>
                  <a:cubicBezTo>
                    <a:pt x="172" y="414"/>
                    <a:pt x="194" y="407"/>
                    <a:pt x="215" y="390"/>
                  </a:cubicBezTo>
                  <a:cubicBezTo>
                    <a:pt x="298" y="324"/>
                    <a:pt x="399" y="289"/>
                    <a:pt x="499" y="289"/>
                  </a:cubicBezTo>
                  <a:cubicBezTo>
                    <a:pt x="612" y="289"/>
                    <a:pt x="723" y="334"/>
                    <a:pt x="806" y="427"/>
                  </a:cubicBezTo>
                  <a:cubicBezTo>
                    <a:pt x="846" y="472"/>
                    <a:pt x="895" y="490"/>
                    <a:pt x="944" y="490"/>
                  </a:cubicBezTo>
                  <a:cubicBezTo>
                    <a:pt x="1075" y="490"/>
                    <a:pt x="1197" y="356"/>
                    <a:pt x="1090" y="236"/>
                  </a:cubicBezTo>
                  <a:cubicBezTo>
                    <a:pt x="954" y="83"/>
                    <a:pt x="755" y="1"/>
                    <a:pt x="5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225" lIns="91425" spcFirstLastPara="1" rIns="91425" wrap="square" tIns="12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60" name="Google Shape;360;p6"/>
            <p:cNvSpPr/>
            <p:nvPr/>
          </p:nvSpPr>
          <p:spPr>
            <a:xfrm>
              <a:off x="8043120" y="4629600"/>
              <a:ext cx="399960" cy="318600"/>
            </a:xfrm>
            <a:custGeom>
              <a:rect b="b" l="l" r="r" t="t"/>
              <a:pathLst>
                <a:path extrusionOk="0" h="6335" w="7949">
                  <a:moveTo>
                    <a:pt x="6158" y="350"/>
                  </a:moveTo>
                  <a:cubicBezTo>
                    <a:pt x="6616" y="350"/>
                    <a:pt x="7064" y="501"/>
                    <a:pt x="7290" y="891"/>
                  </a:cubicBezTo>
                  <a:cubicBezTo>
                    <a:pt x="7243" y="899"/>
                    <a:pt x="7198" y="911"/>
                    <a:pt x="7152" y="926"/>
                  </a:cubicBezTo>
                  <a:cubicBezTo>
                    <a:pt x="7128" y="935"/>
                    <a:pt x="7117" y="955"/>
                    <a:pt x="7120" y="974"/>
                  </a:cubicBezTo>
                  <a:cubicBezTo>
                    <a:pt x="6953" y="1081"/>
                    <a:pt x="6894" y="1305"/>
                    <a:pt x="6921" y="1492"/>
                  </a:cubicBezTo>
                  <a:cubicBezTo>
                    <a:pt x="6938" y="1599"/>
                    <a:pt x="6995" y="1725"/>
                    <a:pt x="7081" y="1801"/>
                  </a:cubicBezTo>
                  <a:cubicBezTo>
                    <a:pt x="7110" y="1890"/>
                    <a:pt x="7144" y="1976"/>
                    <a:pt x="7195" y="2056"/>
                  </a:cubicBezTo>
                  <a:cubicBezTo>
                    <a:pt x="7217" y="2090"/>
                    <a:pt x="7248" y="2104"/>
                    <a:pt x="7279" y="2104"/>
                  </a:cubicBezTo>
                  <a:cubicBezTo>
                    <a:pt x="7331" y="2104"/>
                    <a:pt x="7383" y="2064"/>
                    <a:pt x="7392" y="2009"/>
                  </a:cubicBezTo>
                  <a:cubicBezTo>
                    <a:pt x="7453" y="2023"/>
                    <a:pt x="7514" y="2033"/>
                    <a:pt x="7575" y="2044"/>
                  </a:cubicBezTo>
                  <a:cubicBezTo>
                    <a:pt x="7396" y="2788"/>
                    <a:pt x="6958" y="3501"/>
                    <a:pt x="6173" y="3704"/>
                  </a:cubicBezTo>
                  <a:cubicBezTo>
                    <a:pt x="6045" y="3737"/>
                    <a:pt x="5917" y="3752"/>
                    <a:pt x="5791" y="3752"/>
                  </a:cubicBezTo>
                  <a:cubicBezTo>
                    <a:pt x="5126" y="3752"/>
                    <a:pt x="4513" y="3318"/>
                    <a:pt x="4295" y="2661"/>
                  </a:cubicBezTo>
                  <a:cubicBezTo>
                    <a:pt x="4035" y="1874"/>
                    <a:pt x="4431" y="986"/>
                    <a:pt x="5146" y="596"/>
                  </a:cubicBezTo>
                  <a:cubicBezTo>
                    <a:pt x="5419" y="446"/>
                    <a:pt x="5792" y="350"/>
                    <a:pt x="6158" y="350"/>
                  </a:cubicBezTo>
                  <a:close/>
                  <a:moveTo>
                    <a:pt x="3998" y="2944"/>
                  </a:moveTo>
                  <a:cubicBezTo>
                    <a:pt x="4059" y="3086"/>
                    <a:pt x="4134" y="3219"/>
                    <a:pt x="4225" y="3342"/>
                  </a:cubicBezTo>
                  <a:cubicBezTo>
                    <a:pt x="4045" y="3486"/>
                    <a:pt x="3867" y="3639"/>
                    <a:pt x="3686" y="3779"/>
                  </a:cubicBezTo>
                  <a:cubicBezTo>
                    <a:pt x="3537" y="3895"/>
                    <a:pt x="3343" y="3994"/>
                    <a:pt x="3192" y="4126"/>
                  </a:cubicBezTo>
                  <a:cubicBezTo>
                    <a:pt x="3184" y="4115"/>
                    <a:pt x="3177" y="4106"/>
                    <a:pt x="3169" y="4098"/>
                  </a:cubicBezTo>
                  <a:cubicBezTo>
                    <a:pt x="3126" y="3911"/>
                    <a:pt x="3048" y="3755"/>
                    <a:pt x="2944" y="3631"/>
                  </a:cubicBezTo>
                  <a:cubicBezTo>
                    <a:pt x="3116" y="3568"/>
                    <a:pt x="3279" y="3432"/>
                    <a:pt x="3418" y="3337"/>
                  </a:cubicBezTo>
                  <a:cubicBezTo>
                    <a:pt x="3614" y="3209"/>
                    <a:pt x="3811" y="3082"/>
                    <a:pt x="3998" y="2944"/>
                  </a:cubicBezTo>
                  <a:close/>
                  <a:moveTo>
                    <a:pt x="1924" y="3534"/>
                  </a:moveTo>
                  <a:cubicBezTo>
                    <a:pt x="2340" y="3534"/>
                    <a:pt x="2734" y="3726"/>
                    <a:pt x="2904" y="4166"/>
                  </a:cubicBezTo>
                  <a:cubicBezTo>
                    <a:pt x="2890" y="4198"/>
                    <a:pt x="2884" y="4239"/>
                    <a:pt x="2894" y="4282"/>
                  </a:cubicBezTo>
                  <a:cubicBezTo>
                    <a:pt x="3046" y="4811"/>
                    <a:pt x="2737" y="5574"/>
                    <a:pt x="2253" y="5855"/>
                  </a:cubicBezTo>
                  <a:cubicBezTo>
                    <a:pt x="2098" y="5945"/>
                    <a:pt x="1938" y="5985"/>
                    <a:pt x="1781" y="5985"/>
                  </a:cubicBezTo>
                  <a:cubicBezTo>
                    <a:pt x="1280" y="5985"/>
                    <a:pt x="813" y="5580"/>
                    <a:pt x="652" y="5098"/>
                  </a:cubicBezTo>
                  <a:cubicBezTo>
                    <a:pt x="342" y="4166"/>
                    <a:pt x="1169" y="3534"/>
                    <a:pt x="1924" y="3534"/>
                  </a:cubicBezTo>
                  <a:close/>
                  <a:moveTo>
                    <a:pt x="6116" y="1"/>
                  </a:moveTo>
                  <a:cubicBezTo>
                    <a:pt x="5798" y="1"/>
                    <a:pt x="5480" y="63"/>
                    <a:pt x="5204" y="177"/>
                  </a:cubicBezTo>
                  <a:cubicBezTo>
                    <a:pt x="4273" y="562"/>
                    <a:pt x="3672" y="1572"/>
                    <a:pt x="3882" y="2577"/>
                  </a:cubicBezTo>
                  <a:cubicBezTo>
                    <a:pt x="3892" y="2621"/>
                    <a:pt x="3904" y="2662"/>
                    <a:pt x="3917" y="2705"/>
                  </a:cubicBezTo>
                  <a:cubicBezTo>
                    <a:pt x="3697" y="2808"/>
                    <a:pt x="3486" y="2923"/>
                    <a:pt x="3274" y="3038"/>
                  </a:cubicBezTo>
                  <a:cubicBezTo>
                    <a:pt x="3081" y="3143"/>
                    <a:pt x="2827" y="3238"/>
                    <a:pt x="2687" y="3413"/>
                  </a:cubicBezTo>
                  <a:cubicBezTo>
                    <a:pt x="2474" y="3284"/>
                    <a:pt x="2212" y="3222"/>
                    <a:pt x="1941" y="3222"/>
                  </a:cubicBezTo>
                  <a:cubicBezTo>
                    <a:pt x="1028" y="3222"/>
                    <a:pt x="0" y="3920"/>
                    <a:pt x="291" y="5080"/>
                  </a:cubicBezTo>
                  <a:cubicBezTo>
                    <a:pt x="461" y="5760"/>
                    <a:pt x="1070" y="6335"/>
                    <a:pt x="1771" y="6335"/>
                  </a:cubicBezTo>
                  <a:cubicBezTo>
                    <a:pt x="1892" y="6335"/>
                    <a:pt x="2016" y="6318"/>
                    <a:pt x="2140" y="6281"/>
                  </a:cubicBezTo>
                  <a:cubicBezTo>
                    <a:pt x="2837" y="6076"/>
                    <a:pt x="3330" y="5213"/>
                    <a:pt x="3274" y="4480"/>
                  </a:cubicBezTo>
                  <a:cubicBezTo>
                    <a:pt x="3517" y="4398"/>
                    <a:pt x="3723" y="4191"/>
                    <a:pt x="3913" y="4023"/>
                  </a:cubicBezTo>
                  <a:cubicBezTo>
                    <a:pt x="4084" y="3872"/>
                    <a:pt x="4240" y="3708"/>
                    <a:pt x="4378" y="3525"/>
                  </a:cubicBezTo>
                  <a:cubicBezTo>
                    <a:pt x="4740" y="3911"/>
                    <a:pt x="5246" y="4153"/>
                    <a:pt x="5787" y="4153"/>
                  </a:cubicBezTo>
                  <a:cubicBezTo>
                    <a:pt x="5850" y="4153"/>
                    <a:pt x="5913" y="4150"/>
                    <a:pt x="5976" y="4143"/>
                  </a:cubicBezTo>
                  <a:cubicBezTo>
                    <a:pt x="7049" y="4030"/>
                    <a:pt x="7801" y="3123"/>
                    <a:pt x="7811" y="2080"/>
                  </a:cubicBezTo>
                  <a:lnTo>
                    <a:pt x="7871" y="1854"/>
                  </a:lnTo>
                  <a:lnTo>
                    <a:pt x="7871" y="1854"/>
                  </a:lnTo>
                  <a:cubicBezTo>
                    <a:pt x="7823" y="1856"/>
                    <a:pt x="7774" y="1856"/>
                    <a:pt x="7729" y="1856"/>
                  </a:cubicBezTo>
                  <a:cubicBezTo>
                    <a:pt x="7723" y="1855"/>
                    <a:pt x="7716" y="1855"/>
                    <a:pt x="7709" y="1855"/>
                  </a:cubicBezTo>
                  <a:cubicBezTo>
                    <a:pt x="7702" y="1855"/>
                    <a:pt x="7695" y="1855"/>
                    <a:pt x="7688" y="1856"/>
                  </a:cubicBezTo>
                  <a:cubicBezTo>
                    <a:pt x="7575" y="1854"/>
                    <a:pt x="7460" y="1852"/>
                    <a:pt x="7346" y="1844"/>
                  </a:cubicBezTo>
                  <a:cubicBezTo>
                    <a:pt x="7355" y="1832"/>
                    <a:pt x="7356" y="1816"/>
                    <a:pt x="7351" y="1803"/>
                  </a:cubicBezTo>
                  <a:cubicBezTo>
                    <a:pt x="7307" y="1711"/>
                    <a:pt x="7229" y="1643"/>
                    <a:pt x="7199" y="1544"/>
                  </a:cubicBezTo>
                  <a:cubicBezTo>
                    <a:pt x="7167" y="1448"/>
                    <a:pt x="7167" y="1343"/>
                    <a:pt x="7209" y="1251"/>
                  </a:cubicBezTo>
                  <a:cubicBezTo>
                    <a:pt x="7233" y="1200"/>
                    <a:pt x="7290" y="1150"/>
                    <a:pt x="7320" y="1096"/>
                  </a:cubicBezTo>
                  <a:cubicBezTo>
                    <a:pt x="7454" y="1137"/>
                    <a:pt x="7608" y="1151"/>
                    <a:pt x="7758" y="1151"/>
                  </a:cubicBezTo>
                  <a:cubicBezTo>
                    <a:pt x="7816" y="1151"/>
                    <a:pt x="7872" y="1149"/>
                    <a:pt x="7928" y="1146"/>
                  </a:cubicBezTo>
                  <a:lnTo>
                    <a:pt x="7949" y="860"/>
                  </a:lnTo>
                  <a:lnTo>
                    <a:pt x="7949" y="860"/>
                  </a:lnTo>
                  <a:cubicBezTo>
                    <a:pt x="7889" y="862"/>
                    <a:pt x="7828" y="863"/>
                    <a:pt x="7767" y="863"/>
                  </a:cubicBezTo>
                  <a:cubicBezTo>
                    <a:pt x="7732" y="863"/>
                    <a:pt x="7697" y="863"/>
                    <a:pt x="7663" y="862"/>
                  </a:cubicBezTo>
                  <a:cubicBezTo>
                    <a:pt x="7393" y="255"/>
                    <a:pt x="6757" y="1"/>
                    <a:pt x="61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61" name="Google Shape;361;p6"/>
            <p:cNvSpPr/>
            <p:nvPr/>
          </p:nvSpPr>
          <p:spPr>
            <a:xfrm>
              <a:off x="8275680" y="4665960"/>
              <a:ext cx="86400" cy="87840"/>
            </a:xfrm>
            <a:custGeom>
              <a:rect b="b" l="l" r="r" t="t"/>
              <a:pathLst>
                <a:path extrusionOk="0" h="1750" w="1722">
                  <a:moveTo>
                    <a:pt x="1475" y="1"/>
                  </a:moveTo>
                  <a:cubicBezTo>
                    <a:pt x="1467" y="1"/>
                    <a:pt x="1459" y="1"/>
                    <a:pt x="1450" y="2"/>
                  </a:cubicBezTo>
                  <a:cubicBezTo>
                    <a:pt x="639" y="86"/>
                    <a:pt x="0" y="803"/>
                    <a:pt x="20" y="1618"/>
                  </a:cubicBezTo>
                  <a:cubicBezTo>
                    <a:pt x="23" y="1705"/>
                    <a:pt x="95" y="1750"/>
                    <a:pt x="167" y="1750"/>
                  </a:cubicBezTo>
                  <a:cubicBezTo>
                    <a:pt x="235" y="1750"/>
                    <a:pt x="303" y="1710"/>
                    <a:pt x="316" y="1630"/>
                  </a:cubicBezTo>
                  <a:cubicBezTo>
                    <a:pt x="417" y="1004"/>
                    <a:pt x="856" y="519"/>
                    <a:pt x="1483" y="402"/>
                  </a:cubicBezTo>
                  <a:cubicBezTo>
                    <a:pt x="1721" y="357"/>
                    <a:pt x="1713" y="1"/>
                    <a:pt x="14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3900" lIns="91425" spcFirstLastPara="1" rIns="91425" wrap="square" tIns="43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62" name="Google Shape;362;p6"/>
            <p:cNvSpPr/>
            <p:nvPr/>
          </p:nvSpPr>
          <p:spPr>
            <a:xfrm>
              <a:off x="8685000" y="4934880"/>
              <a:ext cx="185040" cy="203760"/>
            </a:xfrm>
            <a:custGeom>
              <a:rect b="b" l="l" r="r" t="t"/>
              <a:pathLst>
                <a:path extrusionOk="0" h="4052" w="3681">
                  <a:moveTo>
                    <a:pt x="1448" y="1844"/>
                  </a:moveTo>
                  <a:cubicBezTo>
                    <a:pt x="1713" y="1844"/>
                    <a:pt x="1980" y="1943"/>
                    <a:pt x="2195" y="2102"/>
                  </a:cubicBezTo>
                  <a:cubicBezTo>
                    <a:pt x="2283" y="2649"/>
                    <a:pt x="2387" y="3335"/>
                    <a:pt x="1777" y="3620"/>
                  </a:cubicBezTo>
                  <a:cubicBezTo>
                    <a:pt x="1655" y="3677"/>
                    <a:pt x="1522" y="3704"/>
                    <a:pt x="1389" y="3704"/>
                  </a:cubicBezTo>
                  <a:cubicBezTo>
                    <a:pt x="1041" y="3704"/>
                    <a:pt x="698" y="3515"/>
                    <a:pt x="564" y="3178"/>
                  </a:cubicBezTo>
                  <a:cubicBezTo>
                    <a:pt x="384" y="2724"/>
                    <a:pt x="584" y="2136"/>
                    <a:pt x="1039" y="1931"/>
                  </a:cubicBezTo>
                  <a:cubicBezTo>
                    <a:pt x="1170" y="1871"/>
                    <a:pt x="1309" y="1844"/>
                    <a:pt x="1448" y="1844"/>
                  </a:cubicBezTo>
                  <a:close/>
                  <a:moveTo>
                    <a:pt x="2920" y="1"/>
                  </a:moveTo>
                  <a:cubicBezTo>
                    <a:pt x="2802" y="1"/>
                    <a:pt x="2694" y="40"/>
                    <a:pt x="2635" y="148"/>
                  </a:cubicBezTo>
                  <a:cubicBezTo>
                    <a:pt x="2611" y="190"/>
                    <a:pt x="2619" y="253"/>
                    <a:pt x="2650" y="297"/>
                  </a:cubicBezTo>
                  <a:cubicBezTo>
                    <a:pt x="2619" y="365"/>
                    <a:pt x="2587" y="430"/>
                    <a:pt x="2554" y="495"/>
                  </a:cubicBezTo>
                  <a:lnTo>
                    <a:pt x="2449" y="692"/>
                  </a:lnTo>
                  <a:cubicBezTo>
                    <a:pt x="2398" y="784"/>
                    <a:pt x="2344" y="876"/>
                    <a:pt x="2288" y="967"/>
                  </a:cubicBezTo>
                  <a:cubicBezTo>
                    <a:pt x="2159" y="1174"/>
                    <a:pt x="1974" y="1345"/>
                    <a:pt x="1906" y="1583"/>
                  </a:cubicBezTo>
                  <a:cubicBezTo>
                    <a:pt x="1903" y="1592"/>
                    <a:pt x="1903" y="1602"/>
                    <a:pt x="1903" y="1613"/>
                  </a:cubicBezTo>
                  <a:cubicBezTo>
                    <a:pt x="1749" y="1552"/>
                    <a:pt x="1584" y="1520"/>
                    <a:pt x="1418" y="1520"/>
                  </a:cubicBezTo>
                  <a:cubicBezTo>
                    <a:pt x="1205" y="1520"/>
                    <a:pt x="989" y="1573"/>
                    <a:pt x="791" y="1686"/>
                  </a:cubicBezTo>
                  <a:cubicBezTo>
                    <a:pt x="213" y="2013"/>
                    <a:pt x="0" y="2798"/>
                    <a:pt x="281" y="3390"/>
                  </a:cubicBezTo>
                  <a:cubicBezTo>
                    <a:pt x="483" y="3819"/>
                    <a:pt x="931" y="4052"/>
                    <a:pt x="1386" y="4052"/>
                  </a:cubicBezTo>
                  <a:cubicBezTo>
                    <a:pt x="1558" y="4052"/>
                    <a:pt x="1731" y="4018"/>
                    <a:pt x="1892" y="3950"/>
                  </a:cubicBezTo>
                  <a:cubicBezTo>
                    <a:pt x="2550" y="3669"/>
                    <a:pt x="2711" y="2917"/>
                    <a:pt x="2575" y="2271"/>
                  </a:cubicBezTo>
                  <a:lnTo>
                    <a:pt x="2492" y="1977"/>
                  </a:lnTo>
                  <a:cubicBezTo>
                    <a:pt x="2466" y="1910"/>
                    <a:pt x="2401" y="1878"/>
                    <a:pt x="2338" y="1878"/>
                  </a:cubicBezTo>
                  <a:cubicBezTo>
                    <a:pt x="2335" y="1878"/>
                    <a:pt x="2333" y="1878"/>
                    <a:pt x="2330" y="1878"/>
                  </a:cubicBezTo>
                  <a:cubicBezTo>
                    <a:pt x="2272" y="1823"/>
                    <a:pt x="2207" y="1773"/>
                    <a:pt x="2137" y="1731"/>
                  </a:cubicBezTo>
                  <a:cubicBezTo>
                    <a:pt x="2579" y="1508"/>
                    <a:pt x="2823" y="823"/>
                    <a:pt x="2915" y="349"/>
                  </a:cubicBezTo>
                  <a:cubicBezTo>
                    <a:pt x="2929" y="349"/>
                    <a:pt x="2943" y="348"/>
                    <a:pt x="2956" y="348"/>
                  </a:cubicBezTo>
                  <a:cubicBezTo>
                    <a:pt x="3017" y="348"/>
                    <a:pt x="3079" y="356"/>
                    <a:pt x="3142" y="390"/>
                  </a:cubicBezTo>
                  <a:cubicBezTo>
                    <a:pt x="3289" y="471"/>
                    <a:pt x="3376" y="606"/>
                    <a:pt x="3379" y="773"/>
                  </a:cubicBezTo>
                  <a:cubicBezTo>
                    <a:pt x="3379" y="784"/>
                    <a:pt x="3383" y="791"/>
                    <a:pt x="3384" y="800"/>
                  </a:cubicBezTo>
                  <a:lnTo>
                    <a:pt x="3627" y="801"/>
                  </a:lnTo>
                  <a:cubicBezTo>
                    <a:pt x="3630" y="797"/>
                    <a:pt x="3632" y="791"/>
                    <a:pt x="3634" y="784"/>
                  </a:cubicBezTo>
                  <a:cubicBezTo>
                    <a:pt x="3681" y="525"/>
                    <a:pt x="3549" y="275"/>
                    <a:pt x="3333" y="132"/>
                  </a:cubicBezTo>
                  <a:cubicBezTo>
                    <a:pt x="3230" y="63"/>
                    <a:pt x="3067" y="1"/>
                    <a:pt x="29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63" name="Google Shape;363;p6"/>
            <p:cNvSpPr/>
            <p:nvPr/>
          </p:nvSpPr>
          <p:spPr>
            <a:xfrm>
              <a:off x="8721000" y="5059800"/>
              <a:ext cx="54360" cy="38880"/>
            </a:xfrm>
            <a:custGeom>
              <a:rect b="b" l="l" r="r" t="t"/>
              <a:pathLst>
                <a:path extrusionOk="0" h="776" w="1085">
                  <a:moveTo>
                    <a:pt x="892" y="1"/>
                  </a:moveTo>
                  <a:cubicBezTo>
                    <a:pt x="818" y="1"/>
                    <a:pt x="747" y="43"/>
                    <a:pt x="734" y="134"/>
                  </a:cubicBezTo>
                  <a:cubicBezTo>
                    <a:pt x="717" y="267"/>
                    <a:pt x="669" y="355"/>
                    <a:pt x="542" y="414"/>
                  </a:cubicBezTo>
                  <a:cubicBezTo>
                    <a:pt x="481" y="444"/>
                    <a:pt x="392" y="467"/>
                    <a:pt x="309" y="467"/>
                  </a:cubicBezTo>
                  <a:cubicBezTo>
                    <a:pt x="255" y="467"/>
                    <a:pt x="203" y="457"/>
                    <a:pt x="163" y="433"/>
                  </a:cubicBezTo>
                  <a:cubicBezTo>
                    <a:pt x="147" y="423"/>
                    <a:pt x="132" y="418"/>
                    <a:pt x="118" y="418"/>
                  </a:cubicBezTo>
                  <a:cubicBezTo>
                    <a:pt x="44" y="418"/>
                    <a:pt x="0" y="532"/>
                    <a:pt x="58" y="593"/>
                  </a:cubicBezTo>
                  <a:cubicBezTo>
                    <a:pt x="139" y="678"/>
                    <a:pt x="216" y="750"/>
                    <a:pt x="338" y="770"/>
                  </a:cubicBezTo>
                  <a:cubicBezTo>
                    <a:pt x="363" y="774"/>
                    <a:pt x="390" y="776"/>
                    <a:pt x="416" y="776"/>
                  </a:cubicBezTo>
                  <a:cubicBezTo>
                    <a:pt x="508" y="776"/>
                    <a:pt x="602" y="753"/>
                    <a:pt x="683" y="715"/>
                  </a:cubicBezTo>
                  <a:cubicBezTo>
                    <a:pt x="897" y="616"/>
                    <a:pt x="1084" y="397"/>
                    <a:pt x="1063" y="148"/>
                  </a:cubicBezTo>
                  <a:cubicBezTo>
                    <a:pt x="1054" y="52"/>
                    <a:pt x="972" y="1"/>
                    <a:pt x="8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9425" lIns="91425" spcFirstLastPara="1" rIns="91425" wrap="square" tIns="19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64" name="Google Shape;364;p6"/>
            <p:cNvSpPr/>
            <p:nvPr/>
          </p:nvSpPr>
          <p:spPr>
            <a:xfrm>
              <a:off x="8093160" y="4870800"/>
              <a:ext cx="89640" cy="38880"/>
            </a:xfrm>
            <a:custGeom>
              <a:rect b="b" l="l" r="r" t="t"/>
              <a:pathLst>
                <a:path extrusionOk="0" h="777" w="1788">
                  <a:moveTo>
                    <a:pt x="1381" y="0"/>
                  </a:moveTo>
                  <a:cubicBezTo>
                    <a:pt x="1356" y="0"/>
                    <a:pt x="1331" y="7"/>
                    <a:pt x="1307" y="23"/>
                  </a:cubicBezTo>
                  <a:cubicBezTo>
                    <a:pt x="1230" y="71"/>
                    <a:pt x="1223" y="134"/>
                    <a:pt x="1185" y="207"/>
                  </a:cubicBezTo>
                  <a:cubicBezTo>
                    <a:pt x="1136" y="305"/>
                    <a:pt x="1048" y="365"/>
                    <a:pt x="941" y="389"/>
                  </a:cubicBezTo>
                  <a:cubicBezTo>
                    <a:pt x="905" y="397"/>
                    <a:pt x="869" y="401"/>
                    <a:pt x="832" y="401"/>
                  </a:cubicBezTo>
                  <a:cubicBezTo>
                    <a:pt x="623" y="401"/>
                    <a:pt x="407" y="277"/>
                    <a:pt x="229" y="190"/>
                  </a:cubicBezTo>
                  <a:cubicBezTo>
                    <a:pt x="210" y="181"/>
                    <a:pt x="192" y="177"/>
                    <a:pt x="175" y="177"/>
                  </a:cubicBezTo>
                  <a:cubicBezTo>
                    <a:pt x="72" y="177"/>
                    <a:pt x="0" y="319"/>
                    <a:pt x="91" y="399"/>
                  </a:cubicBezTo>
                  <a:cubicBezTo>
                    <a:pt x="316" y="594"/>
                    <a:pt x="593" y="777"/>
                    <a:pt x="890" y="777"/>
                  </a:cubicBezTo>
                  <a:cubicBezTo>
                    <a:pt x="968" y="777"/>
                    <a:pt x="1048" y="764"/>
                    <a:pt x="1128" y="736"/>
                  </a:cubicBezTo>
                  <a:cubicBezTo>
                    <a:pt x="1338" y="659"/>
                    <a:pt x="1787" y="241"/>
                    <a:pt x="1471" y="32"/>
                  </a:cubicBezTo>
                  <a:cubicBezTo>
                    <a:pt x="1443" y="12"/>
                    <a:pt x="1412" y="0"/>
                    <a:pt x="13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9425" lIns="91425" spcFirstLastPara="1" rIns="91425" wrap="square" tIns="19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365" name="Google Shape;365;p6"/>
          <p:cNvSpPr txBox="1"/>
          <p:nvPr>
            <p:ph idx="1"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1_1_1_1_1_1_2" type="blank">
  <p:cSld name="BLANK">
    <p:bg>
      <p:bgPr>
        <a:solidFill>
          <a:schemeClr val="lt1"/>
        </a:solidFill>
      </p:bgPr>
    </p:bg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7" name="Google Shape;367;p7"/>
          <p:cNvPicPr preferRelativeResize="0"/>
          <p:nvPr/>
        </p:nvPicPr>
        <p:blipFill rotWithShape="1">
          <a:blip r:embed="rId2">
            <a:alphaModFix amt="50000"/>
          </a:blip>
          <a:srcRect b="0" l="0" r="0" t="0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7"/>
          <p:cNvSpPr txBox="1"/>
          <p:nvPr>
            <p:ph type="title"/>
          </p:nvPr>
        </p:nvSpPr>
        <p:spPr>
          <a:xfrm>
            <a:off x="1710720" y="617760"/>
            <a:ext cx="3216240" cy="106056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69" name="Google Shape;369;p7"/>
          <p:cNvSpPr/>
          <p:nvPr/>
        </p:nvSpPr>
        <p:spPr>
          <a:xfrm>
            <a:off x="1862640" y="2970720"/>
            <a:ext cx="2912400" cy="7509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CRÉDITOS: Esta plantilla para presentaciones es una creación de </a:t>
            </a:r>
            <a:r>
              <a:rPr b="1" i="0" lang="en-US" sz="1000" u="sng" cap="none" strike="noStrike">
                <a:solidFill>
                  <a:schemeClr val="hlink"/>
                </a:solidFill>
                <a:latin typeface="Nunito"/>
                <a:ea typeface="Nunito"/>
                <a:cs typeface="Nunito"/>
                <a:sym typeface="Nunito"/>
                <a:hlinkClick r:id="rId3"/>
              </a:rPr>
              <a:t>Slidesgo</a:t>
            </a:r>
            <a:r>
              <a:rPr b="0" i="0" lang="en-US" sz="1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, e incluye iconos de </a:t>
            </a:r>
            <a:r>
              <a:rPr b="1" i="0" lang="en-US" sz="1000" u="sng" cap="none" strike="noStrike">
                <a:solidFill>
                  <a:schemeClr val="hlink"/>
                </a:solidFill>
                <a:latin typeface="Nunito"/>
                <a:ea typeface="Nunito"/>
                <a:cs typeface="Nunito"/>
                <a:sym typeface="Nunito"/>
                <a:hlinkClick r:id="rId4"/>
              </a:rPr>
              <a:t>Flaticon</a:t>
            </a:r>
            <a:r>
              <a:rPr b="0" i="0" lang="en-US" sz="1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e infografías e imágenes de </a:t>
            </a:r>
            <a:r>
              <a:rPr b="1" i="0" lang="en-US" sz="1000" u="sng" cap="none" strike="noStrike">
                <a:solidFill>
                  <a:schemeClr val="hlink"/>
                </a:solidFill>
                <a:latin typeface="Nunito"/>
                <a:ea typeface="Nunito"/>
                <a:cs typeface="Nunito"/>
                <a:sym typeface="Nunito"/>
                <a:hlinkClick r:id="rId5"/>
              </a:rPr>
              <a:t>Freepik</a:t>
            </a:r>
            <a:endParaRPr b="0" i="0" sz="10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370" name="Google Shape;370;p7"/>
          <p:cNvGrpSpPr/>
          <p:nvPr/>
        </p:nvGrpSpPr>
        <p:grpSpPr>
          <a:xfrm>
            <a:off x="271440" y="164520"/>
            <a:ext cx="8664480" cy="4786200"/>
            <a:chOff x="271440" y="164520"/>
            <a:chExt cx="8664480" cy="4786200"/>
          </a:xfrm>
        </p:grpSpPr>
        <p:sp>
          <p:nvSpPr>
            <p:cNvPr id="371" name="Google Shape;371;p7"/>
            <p:cNvSpPr/>
            <p:nvPr/>
          </p:nvSpPr>
          <p:spPr>
            <a:xfrm>
              <a:off x="8506800" y="686160"/>
              <a:ext cx="73440" cy="96480"/>
            </a:xfrm>
            <a:custGeom>
              <a:rect b="b" l="l" r="r" t="t"/>
              <a:pathLst>
                <a:path extrusionOk="0" h="1921" w="1467">
                  <a:moveTo>
                    <a:pt x="829" y="1"/>
                  </a:moveTo>
                  <a:cubicBezTo>
                    <a:pt x="743" y="1"/>
                    <a:pt x="671" y="42"/>
                    <a:pt x="653" y="137"/>
                  </a:cubicBezTo>
                  <a:cubicBezTo>
                    <a:pt x="648" y="167"/>
                    <a:pt x="648" y="204"/>
                    <a:pt x="656" y="247"/>
                  </a:cubicBezTo>
                  <a:cubicBezTo>
                    <a:pt x="664" y="289"/>
                    <a:pt x="694" y="307"/>
                    <a:pt x="726" y="307"/>
                  </a:cubicBezTo>
                  <a:cubicBezTo>
                    <a:pt x="762" y="307"/>
                    <a:pt x="802" y="284"/>
                    <a:pt x="816" y="247"/>
                  </a:cubicBezTo>
                  <a:cubicBezTo>
                    <a:pt x="826" y="224"/>
                    <a:pt x="837" y="214"/>
                    <a:pt x="849" y="214"/>
                  </a:cubicBezTo>
                  <a:cubicBezTo>
                    <a:pt x="922" y="214"/>
                    <a:pt x="1034" y="572"/>
                    <a:pt x="1036" y="572"/>
                  </a:cubicBezTo>
                  <a:cubicBezTo>
                    <a:pt x="1036" y="572"/>
                    <a:pt x="1036" y="572"/>
                    <a:pt x="1036" y="572"/>
                  </a:cubicBezTo>
                  <a:lnTo>
                    <a:pt x="1036" y="572"/>
                  </a:lnTo>
                  <a:cubicBezTo>
                    <a:pt x="1070" y="711"/>
                    <a:pt x="1093" y="854"/>
                    <a:pt x="1100" y="994"/>
                  </a:cubicBezTo>
                  <a:cubicBezTo>
                    <a:pt x="1111" y="1220"/>
                    <a:pt x="1012" y="1716"/>
                    <a:pt x="745" y="1716"/>
                  </a:cubicBezTo>
                  <a:cubicBezTo>
                    <a:pt x="677" y="1716"/>
                    <a:pt x="597" y="1683"/>
                    <a:pt x="505" y="1604"/>
                  </a:cubicBezTo>
                  <a:cubicBezTo>
                    <a:pt x="115" y="1269"/>
                    <a:pt x="378" y="497"/>
                    <a:pt x="590" y="144"/>
                  </a:cubicBezTo>
                  <a:cubicBezTo>
                    <a:pt x="592" y="137"/>
                    <a:pt x="597" y="130"/>
                    <a:pt x="598" y="123"/>
                  </a:cubicBezTo>
                  <a:cubicBezTo>
                    <a:pt x="613" y="71"/>
                    <a:pt x="567" y="28"/>
                    <a:pt x="519" y="28"/>
                  </a:cubicBezTo>
                  <a:cubicBezTo>
                    <a:pt x="495" y="28"/>
                    <a:pt x="471" y="39"/>
                    <a:pt x="454" y="65"/>
                  </a:cubicBezTo>
                  <a:cubicBezTo>
                    <a:pt x="180" y="478"/>
                    <a:pt x="0" y="1071"/>
                    <a:pt x="213" y="1550"/>
                  </a:cubicBezTo>
                  <a:cubicBezTo>
                    <a:pt x="315" y="1782"/>
                    <a:pt x="518" y="1921"/>
                    <a:pt x="731" y="1921"/>
                  </a:cubicBezTo>
                  <a:cubicBezTo>
                    <a:pt x="866" y="1921"/>
                    <a:pt x="1004" y="1864"/>
                    <a:pt x="1122" y="1740"/>
                  </a:cubicBezTo>
                  <a:cubicBezTo>
                    <a:pt x="1467" y="1377"/>
                    <a:pt x="1361" y="613"/>
                    <a:pt x="1155" y="204"/>
                  </a:cubicBezTo>
                  <a:cubicBezTo>
                    <a:pt x="1093" y="80"/>
                    <a:pt x="948" y="1"/>
                    <a:pt x="8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8225" lIns="91425" spcFirstLastPara="1" rIns="91425" wrap="square" tIns="48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72" name="Google Shape;372;p7"/>
            <p:cNvSpPr/>
            <p:nvPr/>
          </p:nvSpPr>
          <p:spPr>
            <a:xfrm>
              <a:off x="8858520" y="3338280"/>
              <a:ext cx="77400" cy="58320"/>
            </a:xfrm>
            <a:custGeom>
              <a:rect b="b" l="l" r="r" t="t"/>
              <a:pathLst>
                <a:path extrusionOk="0" h="1165" w="1547">
                  <a:moveTo>
                    <a:pt x="140" y="207"/>
                  </a:moveTo>
                  <a:cubicBezTo>
                    <a:pt x="153" y="219"/>
                    <a:pt x="169" y="226"/>
                    <a:pt x="189" y="228"/>
                  </a:cubicBezTo>
                  <a:cubicBezTo>
                    <a:pt x="229" y="233"/>
                    <a:pt x="269" y="234"/>
                    <a:pt x="310" y="234"/>
                  </a:cubicBezTo>
                  <a:cubicBezTo>
                    <a:pt x="420" y="234"/>
                    <a:pt x="530" y="223"/>
                    <a:pt x="640" y="223"/>
                  </a:cubicBezTo>
                  <a:cubicBezTo>
                    <a:pt x="735" y="223"/>
                    <a:pt x="830" y="231"/>
                    <a:pt x="924" y="264"/>
                  </a:cubicBezTo>
                  <a:cubicBezTo>
                    <a:pt x="1159" y="345"/>
                    <a:pt x="1414" y="693"/>
                    <a:pt x="1158" y="899"/>
                  </a:cubicBezTo>
                  <a:cubicBezTo>
                    <a:pt x="1092" y="952"/>
                    <a:pt x="1013" y="973"/>
                    <a:pt x="931" y="973"/>
                  </a:cubicBezTo>
                  <a:cubicBezTo>
                    <a:pt x="774" y="973"/>
                    <a:pt x="605" y="894"/>
                    <a:pt x="492" y="807"/>
                  </a:cubicBezTo>
                  <a:cubicBezTo>
                    <a:pt x="302" y="656"/>
                    <a:pt x="183" y="442"/>
                    <a:pt x="140" y="207"/>
                  </a:cubicBezTo>
                  <a:close/>
                  <a:moveTo>
                    <a:pt x="610" y="0"/>
                  </a:moveTo>
                  <a:cubicBezTo>
                    <a:pt x="454" y="0"/>
                    <a:pt x="300" y="30"/>
                    <a:pt x="169" y="82"/>
                  </a:cubicBezTo>
                  <a:cubicBezTo>
                    <a:pt x="148" y="91"/>
                    <a:pt x="136" y="105"/>
                    <a:pt x="126" y="121"/>
                  </a:cubicBezTo>
                  <a:cubicBezTo>
                    <a:pt x="119" y="86"/>
                    <a:pt x="88" y="68"/>
                    <a:pt x="59" y="68"/>
                  </a:cubicBezTo>
                  <a:cubicBezTo>
                    <a:pt x="29" y="68"/>
                    <a:pt x="1" y="87"/>
                    <a:pt x="3" y="128"/>
                  </a:cubicBezTo>
                  <a:cubicBezTo>
                    <a:pt x="24" y="481"/>
                    <a:pt x="187" y="812"/>
                    <a:pt x="481" y="1016"/>
                  </a:cubicBezTo>
                  <a:cubicBezTo>
                    <a:pt x="611" y="1106"/>
                    <a:pt x="782" y="1165"/>
                    <a:pt x="948" y="1165"/>
                  </a:cubicBezTo>
                  <a:cubicBezTo>
                    <a:pt x="1092" y="1165"/>
                    <a:pt x="1232" y="1120"/>
                    <a:pt x="1338" y="1012"/>
                  </a:cubicBezTo>
                  <a:cubicBezTo>
                    <a:pt x="1546" y="800"/>
                    <a:pt x="1481" y="472"/>
                    <a:pt x="1301" y="268"/>
                  </a:cubicBezTo>
                  <a:cubicBezTo>
                    <a:pt x="1136" y="82"/>
                    <a:pt x="871" y="0"/>
                    <a:pt x="6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9150" lIns="91425" spcFirstLastPara="1" rIns="91425" wrap="square" tIns="291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73" name="Google Shape;373;p7"/>
            <p:cNvSpPr/>
            <p:nvPr/>
          </p:nvSpPr>
          <p:spPr>
            <a:xfrm>
              <a:off x="4697280" y="4848840"/>
              <a:ext cx="77400" cy="58320"/>
            </a:xfrm>
            <a:custGeom>
              <a:rect b="b" l="l" r="r" t="t"/>
              <a:pathLst>
                <a:path extrusionOk="0" h="1164" w="1546">
                  <a:moveTo>
                    <a:pt x="143" y="204"/>
                  </a:moveTo>
                  <a:lnTo>
                    <a:pt x="143" y="204"/>
                  </a:lnTo>
                  <a:cubicBezTo>
                    <a:pt x="154" y="215"/>
                    <a:pt x="171" y="224"/>
                    <a:pt x="190" y="225"/>
                  </a:cubicBezTo>
                  <a:cubicBezTo>
                    <a:pt x="230" y="229"/>
                    <a:pt x="270" y="231"/>
                    <a:pt x="310" y="231"/>
                  </a:cubicBezTo>
                  <a:cubicBezTo>
                    <a:pt x="421" y="231"/>
                    <a:pt x="531" y="219"/>
                    <a:pt x="641" y="219"/>
                  </a:cubicBezTo>
                  <a:cubicBezTo>
                    <a:pt x="736" y="219"/>
                    <a:pt x="831" y="228"/>
                    <a:pt x="925" y="261"/>
                  </a:cubicBezTo>
                  <a:cubicBezTo>
                    <a:pt x="1160" y="341"/>
                    <a:pt x="1415" y="691"/>
                    <a:pt x="1159" y="897"/>
                  </a:cubicBezTo>
                  <a:cubicBezTo>
                    <a:pt x="1093" y="950"/>
                    <a:pt x="1013" y="972"/>
                    <a:pt x="931" y="972"/>
                  </a:cubicBezTo>
                  <a:cubicBezTo>
                    <a:pt x="774" y="972"/>
                    <a:pt x="605" y="893"/>
                    <a:pt x="493" y="805"/>
                  </a:cubicBezTo>
                  <a:cubicBezTo>
                    <a:pt x="303" y="653"/>
                    <a:pt x="185" y="439"/>
                    <a:pt x="143" y="204"/>
                  </a:cubicBezTo>
                  <a:close/>
                  <a:moveTo>
                    <a:pt x="610" y="0"/>
                  </a:moveTo>
                  <a:cubicBezTo>
                    <a:pt x="454" y="0"/>
                    <a:pt x="300" y="29"/>
                    <a:pt x="168" y="82"/>
                  </a:cubicBezTo>
                  <a:cubicBezTo>
                    <a:pt x="147" y="91"/>
                    <a:pt x="136" y="105"/>
                    <a:pt x="126" y="120"/>
                  </a:cubicBezTo>
                  <a:cubicBezTo>
                    <a:pt x="118" y="86"/>
                    <a:pt x="87" y="67"/>
                    <a:pt x="58" y="67"/>
                  </a:cubicBezTo>
                  <a:cubicBezTo>
                    <a:pt x="28" y="67"/>
                    <a:pt x="0" y="87"/>
                    <a:pt x="2" y="127"/>
                  </a:cubicBezTo>
                  <a:cubicBezTo>
                    <a:pt x="24" y="482"/>
                    <a:pt x="187" y="810"/>
                    <a:pt x="480" y="1014"/>
                  </a:cubicBezTo>
                  <a:cubicBezTo>
                    <a:pt x="610" y="1105"/>
                    <a:pt x="782" y="1164"/>
                    <a:pt x="948" y="1164"/>
                  </a:cubicBezTo>
                  <a:cubicBezTo>
                    <a:pt x="1092" y="1164"/>
                    <a:pt x="1232" y="1119"/>
                    <a:pt x="1337" y="1012"/>
                  </a:cubicBezTo>
                  <a:cubicBezTo>
                    <a:pt x="1546" y="799"/>
                    <a:pt x="1482" y="472"/>
                    <a:pt x="1301" y="268"/>
                  </a:cubicBezTo>
                  <a:cubicBezTo>
                    <a:pt x="1136" y="81"/>
                    <a:pt x="872" y="0"/>
                    <a:pt x="6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9150" lIns="91425" spcFirstLastPara="1" rIns="91425" wrap="square" tIns="291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74" name="Google Shape;374;p7"/>
            <p:cNvSpPr/>
            <p:nvPr/>
          </p:nvSpPr>
          <p:spPr>
            <a:xfrm>
              <a:off x="5416560" y="4731840"/>
              <a:ext cx="62280" cy="93600"/>
            </a:xfrm>
            <a:custGeom>
              <a:rect b="b" l="l" r="r" t="t"/>
              <a:pathLst>
                <a:path extrusionOk="0" h="1863" w="1242">
                  <a:moveTo>
                    <a:pt x="444" y="199"/>
                  </a:moveTo>
                  <a:cubicBezTo>
                    <a:pt x="448" y="212"/>
                    <a:pt x="455" y="222"/>
                    <a:pt x="468" y="230"/>
                  </a:cubicBezTo>
                  <a:cubicBezTo>
                    <a:pt x="766" y="470"/>
                    <a:pt x="1242" y="1262"/>
                    <a:pt x="750" y="1514"/>
                  </a:cubicBezTo>
                  <a:cubicBezTo>
                    <a:pt x="703" y="1563"/>
                    <a:pt x="660" y="1588"/>
                    <a:pt x="620" y="1588"/>
                  </a:cubicBezTo>
                  <a:cubicBezTo>
                    <a:pt x="573" y="1588"/>
                    <a:pt x="530" y="1555"/>
                    <a:pt x="491" y="1489"/>
                  </a:cubicBezTo>
                  <a:cubicBezTo>
                    <a:pt x="437" y="1431"/>
                    <a:pt x="396" y="1364"/>
                    <a:pt x="369" y="1290"/>
                  </a:cubicBezTo>
                  <a:cubicBezTo>
                    <a:pt x="314" y="1168"/>
                    <a:pt x="295" y="1045"/>
                    <a:pt x="292" y="913"/>
                  </a:cubicBezTo>
                  <a:cubicBezTo>
                    <a:pt x="291" y="668"/>
                    <a:pt x="367" y="431"/>
                    <a:pt x="444" y="199"/>
                  </a:cubicBezTo>
                  <a:close/>
                  <a:moveTo>
                    <a:pt x="396" y="1"/>
                  </a:moveTo>
                  <a:cubicBezTo>
                    <a:pt x="363" y="1"/>
                    <a:pt x="329" y="18"/>
                    <a:pt x="314" y="57"/>
                  </a:cubicBezTo>
                  <a:cubicBezTo>
                    <a:pt x="155" y="468"/>
                    <a:pt x="0" y="927"/>
                    <a:pt x="175" y="1360"/>
                  </a:cubicBezTo>
                  <a:cubicBezTo>
                    <a:pt x="258" y="1567"/>
                    <a:pt x="483" y="1863"/>
                    <a:pt x="738" y="1863"/>
                  </a:cubicBezTo>
                  <a:cubicBezTo>
                    <a:pt x="771" y="1863"/>
                    <a:pt x="804" y="1858"/>
                    <a:pt x="838" y="1847"/>
                  </a:cubicBezTo>
                  <a:cubicBezTo>
                    <a:pt x="1141" y="1752"/>
                    <a:pt x="1170" y="1248"/>
                    <a:pt x="1141" y="998"/>
                  </a:cubicBezTo>
                  <a:cubicBezTo>
                    <a:pt x="1097" y="620"/>
                    <a:pt x="900" y="288"/>
                    <a:pt x="593" y="72"/>
                  </a:cubicBezTo>
                  <a:cubicBezTo>
                    <a:pt x="577" y="61"/>
                    <a:pt x="562" y="57"/>
                    <a:pt x="546" y="57"/>
                  </a:cubicBezTo>
                  <a:cubicBezTo>
                    <a:pt x="522" y="57"/>
                    <a:pt x="499" y="68"/>
                    <a:pt x="479" y="84"/>
                  </a:cubicBezTo>
                  <a:cubicBezTo>
                    <a:pt x="485" y="32"/>
                    <a:pt x="441" y="1"/>
                    <a:pt x="3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6800" lIns="91425" spcFirstLastPara="1" rIns="91425" wrap="square" tIns="46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75" name="Google Shape;375;p7"/>
            <p:cNvSpPr/>
            <p:nvPr/>
          </p:nvSpPr>
          <p:spPr>
            <a:xfrm>
              <a:off x="8795880" y="2844720"/>
              <a:ext cx="62280" cy="93600"/>
            </a:xfrm>
            <a:custGeom>
              <a:rect b="b" l="l" r="r" t="t"/>
              <a:pathLst>
                <a:path extrusionOk="0" h="1862" w="1244">
                  <a:moveTo>
                    <a:pt x="444" y="198"/>
                  </a:moveTo>
                  <a:cubicBezTo>
                    <a:pt x="450" y="211"/>
                    <a:pt x="458" y="222"/>
                    <a:pt x="468" y="230"/>
                  </a:cubicBezTo>
                  <a:cubicBezTo>
                    <a:pt x="766" y="470"/>
                    <a:pt x="1244" y="1262"/>
                    <a:pt x="750" y="1513"/>
                  </a:cubicBezTo>
                  <a:cubicBezTo>
                    <a:pt x="704" y="1563"/>
                    <a:pt x="661" y="1588"/>
                    <a:pt x="621" y="1588"/>
                  </a:cubicBezTo>
                  <a:cubicBezTo>
                    <a:pt x="574" y="1588"/>
                    <a:pt x="531" y="1555"/>
                    <a:pt x="493" y="1489"/>
                  </a:cubicBezTo>
                  <a:cubicBezTo>
                    <a:pt x="437" y="1429"/>
                    <a:pt x="396" y="1364"/>
                    <a:pt x="369" y="1290"/>
                  </a:cubicBezTo>
                  <a:cubicBezTo>
                    <a:pt x="315" y="1167"/>
                    <a:pt x="296" y="1045"/>
                    <a:pt x="294" y="912"/>
                  </a:cubicBezTo>
                  <a:cubicBezTo>
                    <a:pt x="291" y="668"/>
                    <a:pt x="368" y="430"/>
                    <a:pt x="444" y="198"/>
                  </a:cubicBezTo>
                  <a:close/>
                  <a:moveTo>
                    <a:pt x="397" y="1"/>
                  </a:moveTo>
                  <a:cubicBezTo>
                    <a:pt x="363" y="1"/>
                    <a:pt x="329" y="18"/>
                    <a:pt x="314" y="58"/>
                  </a:cubicBezTo>
                  <a:cubicBezTo>
                    <a:pt x="155" y="469"/>
                    <a:pt x="1" y="926"/>
                    <a:pt x="175" y="1358"/>
                  </a:cubicBezTo>
                  <a:cubicBezTo>
                    <a:pt x="258" y="1566"/>
                    <a:pt x="483" y="1862"/>
                    <a:pt x="739" y="1862"/>
                  </a:cubicBezTo>
                  <a:cubicBezTo>
                    <a:pt x="772" y="1862"/>
                    <a:pt x="806" y="1857"/>
                    <a:pt x="840" y="1846"/>
                  </a:cubicBezTo>
                  <a:cubicBezTo>
                    <a:pt x="1142" y="1752"/>
                    <a:pt x="1170" y="1248"/>
                    <a:pt x="1142" y="997"/>
                  </a:cubicBezTo>
                  <a:cubicBezTo>
                    <a:pt x="1099" y="620"/>
                    <a:pt x="901" y="289"/>
                    <a:pt x="593" y="73"/>
                  </a:cubicBezTo>
                  <a:cubicBezTo>
                    <a:pt x="577" y="62"/>
                    <a:pt x="561" y="57"/>
                    <a:pt x="545" y="57"/>
                  </a:cubicBezTo>
                  <a:cubicBezTo>
                    <a:pt x="521" y="57"/>
                    <a:pt x="498" y="68"/>
                    <a:pt x="480" y="83"/>
                  </a:cubicBezTo>
                  <a:cubicBezTo>
                    <a:pt x="485" y="32"/>
                    <a:pt x="442" y="1"/>
                    <a:pt x="3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6800" lIns="91425" spcFirstLastPara="1" rIns="91425" wrap="square" tIns="46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76" name="Google Shape;376;p7"/>
            <p:cNvSpPr/>
            <p:nvPr/>
          </p:nvSpPr>
          <p:spPr>
            <a:xfrm>
              <a:off x="5090760" y="4848840"/>
              <a:ext cx="111600" cy="101880"/>
            </a:xfrm>
            <a:custGeom>
              <a:rect b="b" l="l" r="r" t="t"/>
              <a:pathLst>
                <a:path extrusionOk="0" h="2032" w="2225">
                  <a:moveTo>
                    <a:pt x="1777" y="1"/>
                  </a:moveTo>
                  <a:cubicBezTo>
                    <a:pt x="1512" y="1"/>
                    <a:pt x="1080" y="187"/>
                    <a:pt x="993" y="240"/>
                  </a:cubicBezTo>
                  <a:cubicBezTo>
                    <a:pt x="558" y="507"/>
                    <a:pt x="1" y="1085"/>
                    <a:pt x="206" y="1650"/>
                  </a:cubicBezTo>
                  <a:cubicBezTo>
                    <a:pt x="307" y="1926"/>
                    <a:pt x="530" y="2031"/>
                    <a:pt x="773" y="2031"/>
                  </a:cubicBezTo>
                  <a:cubicBezTo>
                    <a:pt x="1000" y="2031"/>
                    <a:pt x="1244" y="1939"/>
                    <a:pt x="1422" y="1808"/>
                  </a:cubicBezTo>
                  <a:cubicBezTo>
                    <a:pt x="1917" y="1445"/>
                    <a:pt x="2216" y="826"/>
                    <a:pt x="2224" y="218"/>
                  </a:cubicBezTo>
                  <a:cubicBezTo>
                    <a:pt x="2225" y="142"/>
                    <a:pt x="2172" y="105"/>
                    <a:pt x="2116" y="105"/>
                  </a:cubicBezTo>
                  <a:cubicBezTo>
                    <a:pt x="2063" y="105"/>
                    <a:pt x="2009" y="137"/>
                    <a:pt x="1996" y="201"/>
                  </a:cubicBezTo>
                  <a:cubicBezTo>
                    <a:pt x="1995" y="206"/>
                    <a:pt x="1992" y="212"/>
                    <a:pt x="1990" y="219"/>
                  </a:cubicBezTo>
                  <a:cubicBezTo>
                    <a:pt x="1961" y="569"/>
                    <a:pt x="1870" y="895"/>
                    <a:pt x="1673" y="1191"/>
                  </a:cubicBezTo>
                  <a:cubicBezTo>
                    <a:pt x="1513" y="1429"/>
                    <a:pt x="1179" y="1795"/>
                    <a:pt x="843" y="1795"/>
                  </a:cubicBezTo>
                  <a:cubicBezTo>
                    <a:pt x="806" y="1795"/>
                    <a:pt x="769" y="1790"/>
                    <a:pt x="732" y="1781"/>
                  </a:cubicBezTo>
                  <a:cubicBezTo>
                    <a:pt x="157" y="1629"/>
                    <a:pt x="587" y="979"/>
                    <a:pt x="831" y="735"/>
                  </a:cubicBezTo>
                  <a:cubicBezTo>
                    <a:pt x="897" y="669"/>
                    <a:pt x="1525" y="202"/>
                    <a:pt x="1756" y="202"/>
                  </a:cubicBezTo>
                  <a:cubicBezTo>
                    <a:pt x="1798" y="202"/>
                    <a:pt x="1827" y="217"/>
                    <a:pt x="1837" y="253"/>
                  </a:cubicBezTo>
                  <a:cubicBezTo>
                    <a:pt x="1847" y="285"/>
                    <a:pt x="1875" y="301"/>
                    <a:pt x="1903" y="301"/>
                  </a:cubicBezTo>
                  <a:cubicBezTo>
                    <a:pt x="1931" y="301"/>
                    <a:pt x="1959" y="285"/>
                    <a:pt x="1969" y="253"/>
                  </a:cubicBezTo>
                  <a:cubicBezTo>
                    <a:pt x="1975" y="235"/>
                    <a:pt x="1979" y="216"/>
                    <a:pt x="1983" y="199"/>
                  </a:cubicBezTo>
                  <a:cubicBezTo>
                    <a:pt x="2009" y="52"/>
                    <a:pt x="1916" y="1"/>
                    <a:pt x="17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1100" lIns="91425" spcFirstLastPara="1" rIns="91425" wrap="square" tIns="51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77" name="Google Shape;377;p7"/>
            <p:cNvSpPr/>
            <p:nvPr/>
          </p:nvSpPr>
          <p:spPr>
            <a:xfrm>
              <a:off x="6716520" y="164520"/>
              <a:ext cx="73440" cy="96480"/>
            </a:xfrm>
            <a:custGeom>
              <a:rect b="b" l="l" r="r" t="t"/>
              <a:pathLst>
                <a:path extrusionOk="0" h="1921" w="1467">
                  <a:moveTo>
                    <a:pt x="829" y="1"/>
                  </a:moveTo>
                  <a:cubicBezTo>
                    <a:pt x="743" y="1"/>
                    <a:pt x="671" y="42"/>
                    <a:pt x="653" y="137"/>
                  </a:cubicBezTo>
                  <a:cubicBezTo>
                    <a:pt x="648" y="167"/>
                    <a:pt x="648" y="204"/>
                    <a:pt x="656" y="247"/>
                  </a:cubicBezTo>
                  <a:cubicBezTo>
                    <a:pt x="664" y="289"/>
                    <a:pt x="694" y="307"/>
                    <a:pt x="726" y="307"/>
                  </a:cubicBezTo>
                  <a:cubicBezTo>
                    <a:pt x="762" y="307"/>
                    <a:pt x="802" y="284"/>
                    <a:pt x="816" y="247"/>
                  </a:cubicBezTo>
                  <a:cubicBezTo>
                    <a:pt x="826" y="224"/>
                    <a:pt x="837" y="214"/>
                    <a:pt x="849" y="214"/>
                  </a:cubicBezTo>
                  <a:cubicBezTo>
                    <a:pt x="922" y="214"/>
                    <a:pt x="1034" y="572"/>
                    <a:pt x="1036" y="572"/>
                  </a:cubicBezTo>
                  <a:cubicBezTo>
                    <a:pt x="1036" y="572"/>
                    <a:pt x="1036" y="572"/>
                    <a:pt x="1036" y="572"/>
                  </a:cubicBezTo>
                  <a:lnTo>
                    <a:pt x="1036" y="572"/>
                  </a:lnTo>
                  <a:cubicBezTo>
                    <a:pt x="1070" y="711"/>
                    <a:pt x="1093" y="854"/>
                    <a:pt x="1100" y="994"/>
                  </a:cubicBezTo>
                  <a:cubicBezTo>
                    <a:pt x="1111" y="1220"/>
                    <a:pt x="1012" y="1716"/>
                    <a:pt x="745" y="1716"/>
                  </a:cubicBezTo>
                  <a:cubicBezTo>
                    <a:pt x="677" y="1716"/>
                    <a:pt x="597" y="1683"/>
                    <a:pt x="505" y="1604"/>
                  </a:cubicBezTo>
                  <a:cubicBezTo>
                    <a:pt x="115" y="1269"/>
                    <a:pt x="378" y="497"/>
                    <a:pt x="590" y="144"/>
                  </a:cubicBezTo>
                  <a:cubicBezTo>
                    <a:pt x="592" y="137"/>
                    <a:pt x="597" y="130"/>
                    <a:pt x="598" y="123"/>
                  </a:cubicBezTo>
                  <a:cubicBezTo>
                    <a:pt x="613" y="71"/>
                    <a:pt x="567" y="28"/>
                    <a:pt x="519" y="28"/>
                  </a:cubicBezTo>
                  <a:cubicBezTo>
                    <a:pt x="495" y="28"/>
                    <a:pt x="471" y="39"/>
                    <a:pt x="454" y="65"/>
                  </a:cubicBezTo>
                  <a:cubicBezTo>
                    <a:pt x="180" y="478"/>
                    <a:pt x="0" y="1071"/>
                    <a:pt x="213" y="1550"/>
                  </a:cubicBezTo>
                  <a:cubicBezTo>
                    <a:pt x="315" y="1782"/>
                    <a:pt x="518" y="1921"/>
                    <a:pt x="731" y="1921"/>
                  </a:cubicBezTo>
                  <a:cubicBezTo>
                    <a:pt x="866" y="1921"/>
                    <a:pt x="1004" y="1864"/>
                    <a:pt x="1122" y="1740"/>
                  </a:cubicBezTo>
                  <a:cubicBezTo>
                    <a:pt x="1467" y="1377"/>
                    <a:pt x="1361" y="613"/>
                    <a:pt x="1155" y="204"/>
                  </a:cubicBezTo>
                  <a:cubicBezTo>
                    <a:pt x="1093" y="80"/>
                    <a:pt x="948" y="1"/>
                    <a:pt x="8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8225" lIns="91425" spcFirstLastPara="1" rIns="91425" wrap="square" tIns="48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78" name="Google Shape;378;p7"/>
            <p:cNvSpPr/>
            <p:nvPr/>
          </p:nvSpPr>
          <p:spPr>
            <a:xfrm>
              <a:off x="296280" y="2922480"/>
              <a:ext cx="77400" cy="58320"/>
            </a:xfrm>
            <a:custGeom>
              <a:rect b="b" l="l" r="r" t="t"/>
              <a:pathLst>
                <a:path extrusionOk="0" h="1165" w="1547">
                  <a:moveTo>
                    <a:pt x="140" y="207"/>
                  </a:moveTo>
                  <a:cubicBezTo>
                    <a:pt x="153" y="219"/>
                    <a:pt x="169" y="226"/>
                    <a:pt x="189" y="228"/>
                  </a:cubicBezTo>
                  <a:cubicBezTo>
                    <a:pt x="229" y="233"/>
                    <a:pt x="269" y="234"/>
                    <a:pt x="310" y="234"/>
                  </a:cubicBezTo>
                  <a:cubicBezTo>
                    <a:pt x="420" y="234"/>
                    <a:pt x="530" y="223"/>
                    <a:pt x="640" y="223"/>
                  </a:cubicBezTo>
                  <a:cubicBezTo>
                    <a:pt x="735" y="223"/>
                    <a:pt x="830" y="231"/>
                    <a:pt x="924" y="264"/>
                  </a:cubicBezTo>
                  <a:cubicBezTo>
                    <a:pt x="1159" y="345"/>
                    <a:pt x="1414" y="693"/>
                    <a:pt x="1158" y="899"/>
                  </a:cubicBezTo>
                  <a:cubicBezTo>
                    <a:pt x="1092" y="952"/>
                    <a:pt x="1013" y="973"/>
                    <a:pt x="931" y="973"/>
                  </a:cubicBezTo>
                  <a:cubicBezTo>
                    <a:pt x="774" y="973"/>
                    <a:pt x="605" y="894"/>
                    <a:pt x="492" y="807"/>
                  </a:cubicBezTo>
                  <a:cubicBezTo>
                    <a:pt x="302" y="656"/>
                    <a:pt x="183" y="442"/>
                    <a:pt x="140" y="207"/>
                  </a:cubicBezTo>
                  <a:close/>
                  <a:moveTo>
                    <a:pt x="610" y="0"/>
                  </a:moveTo>
                  <a:cubicBezTo>
                    <a:pt x="454" y="0"/>
                    <a:pt x="300" y="30"/>
                    <a:pt x="169" y="82"/>
                  </a:cubicBezTo>
                  <a:cubicBezTo>
                    <a:pt x="148" y="91"/>
                    <a:pt x="136" y="105"/>
                    <a:pt x="126" y="121"/>
                  </a:cubicBezTo>
                  <a:cubicBezTo>
                    <a:pt x="119" y="86"/>
                    <a:pt x="88" y="68"/>
                    <a:pt x="59" y="68"/>
                  </a:cubicBezTo>
                  <a:cubicBezTo>
                    <a:pt x="29" y="68"/>
                    <a:pt x="1" y="87"/>
                    <a:pt x="3" y="128"/>
                  </a:cubicBezTo>
                  <a:cubicBezTo>
                    <a:pt x="24" y="481"/>
                    <a:pt x="187" y="812"/>
                    <a:pt x="481" y="1016"/>
                  </a:cubicBezTo>
                  <a:cubicBezTo>
                    <a:pt x="611" y="1106"/>
                    <a:pt x="782" y="1165"/>
                    <a:pt x="948" y="1165"/>
                  </a:cubicBezTo>
                  <a:cubicBezTo>
                    <a:pt x="1092" y="1165"/>
                    <a:pt x="1232" y="1120"/>
                    <a:pt x="1338" y="1012"/>
                  </a:cubicBezTo>
                  <a:cubicBezTo>
                    <a:pt x="1546" y="800"/>
                    <a:pt x="1481" y="472"/>
                    <a:pt x="1301" y="268"/>
                  </a:cubicBezTo>
                  <a:cubicBezTo>
                    <a:pt x="1136" y="82"/>
                    <a:pt x="871" y="0"/>
                    <a:pt x="6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9150" lIns="91425" spcFirstLastPara="1" rIns="91425" wrap="square" tIns="291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79" name="Google Shape;379;p7"/>
            <p:cNvSpPr/>
            <p:nvPr/>
          </p:nvSpPr>
          <p:spPr>
            <a:xfrm>
              <a:off x="8755200" y="542880"/>
              <a:ext cx="77400" cy="58320"/>
            </a:xfrm>
            <a:custGeom>
              <a:rect b="b" l="l" r="r" t="t"/>
              <a:pathLst>
                <a:path extrusionOk="0" h="1164" w="1546">
                  <a:moveTo>
                    <a:pt x="143" y="204"/>
                  </a:moveTo>
                  <a:lnTo>
                    <a:pt x="143" y="204"/>
                  </a:lnTo>
                  <a:cubicBezTo>
                    <a:pt x="154" y="215"/>
                    <a:pt x="171" y="224"/>
                    <a:pt x="190" y="225"/>
                  </a:cubicBezTo>
                  <a:cubicBezTo>
                    <a:pt x="230" y="229"/>
                    <a:pt x="270" y="231"/>
                    <a:pt x="310" y="231"/>
                  </a:cubicBezTo>
                  <a:cubicBezTo>
                    <a:pt x="421" y="231"/>
                    <a:pt x="531" y="219"/>
                    <a:pt x="641" y="219"/>
                  </a:cubicBezTo>
                  <a:cubicBezTo>
                    <a:pt x="736" y="219"/>
                    <a:pt x="831" y="228"/>
                    <a:pt x="925" y="261"/>
                  </a:cubicBezTo>
                  <a:cubicBezTo>
                    <a:pt x="1160" y="341"/>
                    <a:pt x="1415" y="691"/>
                    <a:pt x="1159" y="897"/>
                  </a:cubicBezTo>
                  <a:cubicBezTo>
                    <a:pt x="1093" y="950"/>
                    <a:pt x="1013" y="972"/>
                    <a:pt x="931" y="972"/>
                  </a:cubicBezTo>
                  <a:cubicBezTo>
                    <a:pt x="774" y="972"/>
                    <a:pt x="605" y="893"/>
                    <a:pt x="493" y="805"/>
                  </a:cubicBezTo>
                  <a:cubicBezTo>
                    <a:pt x="303" y="653"/>
                    <a:pt x="185" y="439"/>
                    <a:pt x="143" y="204"/>
                  </a:cubicBezTo>
                  <a:close/>
                  <a:moveTo>
                    <a:pt x="610" y="0"/>
                  </a:moveTo>
                  <a:cubicBezTo>
                    <a:pt x="454" y="0"/>
                    <a:pt x="300" y="29"/>
                    <a:pt x="168" y="82"/>
                  </a:cubicBezTo>
                  <a:cubicBezTo>
                    <a:pt x="147" y="91"/>
                    <a:pt x="136" y="105"/>
                    <a:pt x="126" y="120"/>
                  </a:cubicBezTo>
                  <a:cubicBezTo>
                    <a:pt x="118" y="86"/>
                    <a:pt x="87" y="67"/>
                    <a:pt x="58" y="67"/>
                  </a:cubicBezTo>
                  <a:cubicBezTo>
                    <a:pt x="28" y="67"/>
                    <a:pt x="0" y="87"/>
                    <a:pt x="2" y="127"/>
                  </a:cubicBezTo>
                  <a:cubicBezTo>
                    <a:pt x="24" y="482"/>
                    <a:pt x="187" y="810"/>
                    <a:pt x="480" y="1014"/>
                  </a:cubicBezTo>
                  <a:cubicBezTo>
                    <a:pt x="610" y="1105"/>
                    <a:pt x="782" y="1164"/>
                    <a:pt x="948" y="1164"/>
                  </a:cubicBezTo>
                  <a:cubicBezTo>
                    <a:pt x="1092" y="1164"/>
                    <a:pt x="1232" y="1119"/>
                    <a:pt x="1337" y="1012"/>
                  </a:cubicBezTo>
                  <a:cubicBezTo>
                    <a:pt x="1546" y="799"/>
                    <a:pt x="1482" y="472"/>
                    <a:pt x="1301" y="268"/>
                  </a:cubicBezTo>
                  <a:cubicBezTo>
                    <a:pt x="1136" y="81"/>
                    <a:pt x="872" y="0"/>
                    <a:pt x="6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9150" lIns="91425" spcFirstLastPara="1" rIns="91425" wrap="square" tIns="291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80" name="Google Shape;380;p7"/>
            <p:cNvSpPr/>
            <p:nvPr/>
          </p:nvSpPr>
          <p:spPr>
            <a:xfrm>
              <a:off x="5698440" y="302400"/>
              <a:ext cx="62280" cy="93600"/>
            </a:xfrm>
            <a:custGeom>
              <a:rect b="b" l="l" r="r" t="t"/>
              <a:pathLst>
                <a:path extrusionOk="0" h="1863" w="1242">
                  <a:moveTo>
                    <a:pt x="444" y="199"/>
                  </a:moveTo>
                  <a:cubicBezTo>
                    <a:pt x="448" y="212"/>
                    <a:pt x="455" y="222"/>
                    <a:pt x="468" y="230"/>
                  </a:cubicBezTo>
                  <a:cubicBezTo>
                    <a:pt x="766" y="470"/>
                    <a:pt x="1242" y="1262"/>
                    <a:pt x="750" y="1514"/>
                  </a:cubicBezTo>
                  <a:cubicBezTo>
                    <a:pt x="703" y="1563"/>
                    <a:pt x="660" y="1588"/>
                    <a:pt x="620" y="1588"/>
                  </a:cubicBezTo>
                  <a:cubicBezTo>
                    <a:pt x="573" y="1588"/>
                    <a:pt x="530" y="1555"/>
                    <a:pt x="491" y="1489"/>
                  </a:cubicBezTo>
                  <a:cubicBezTo>
                    <a:pt x="437" y="1431"/>
                    <a:pt x="396" y="1364"/>
                    <a:pt x="369" y="1290"/>
                  </a:cubicBezTo>
                  <a:cubicBezTo>
                    <a:pt x="314" y="1168"/>
                    <a:pt x="295" y="1045"/>
                    <a:pt x="292" y="913"/>
                  </a:cubicBezTo>
                  <a:cubicBezTo>
                    <a:pt x="291" y="668"/>
                    <a:pt x="367" y="431"/>
                    <a:pt x="444" y="199"/>
                  </a:cubicBezTo>
                  <a:close/>
                  <a:moveTo>
                    <a:pt x="396" y="1"/>
                  </a:moveTo>
                  <a:cubicBezTo>
                    <a:pt x="363" y="1"/>
                    <a:pt x="329" y="18"/>
                    <a:pt x="314" y="57"/>
                  </a:cubicBezTo>
                  <a:cubicBezTo>
                    <a:pt x="155" y="468"/>
                    <a:pt x="0" y="927"/>
                    <a:pt x="175" y="1360"/>
                  </a:cubicBezTo>
                  <a:cubicBezTo>
                    <a:pt x="258" y="1567"/>
                    <a:pt x="483" y="1863"/>
                    <a:pt x="738" y="1863"/>
                  </a:cubicBezTo>
                  <a:cubicBezTo>
                    <a:pt x="771" y="1863"/>
                    <a:pt x="804" y="1858"/>
                    <a:pt x="838" y="1847"/>
                  </a:cubicBezTo>
                  <a:cubicBezTo>
                    <a:pt x="1141" y="1752"/>
                    <a:pt x="1170" y="1248"/>
                    <a:pt x="1141" y="998"/>
                  </a:cubicBezTo>
                  <a:cubicBezTo>
                    <a:pt x="1097" y="620"/>
                    <a:pt x="900" y="288"/>
                    <a:pt x="593" y="72"/>
                  </a:cubicBezTo>
                  <a:cubicBezTo>
                    <a:pt x="577" y="61"/>
                    <a:pt x="562" y="57"/>
                    <a:pt x="546" y="57"/>
                  </a:cubicBezTo>
                  <a:cubicBezTo>
                    <a:pt x="522" y="57"/>
                    <a:pt x="499" y="68"/>
                    <a:pt x="479" y="84"/>
                  </a:cubicBezTo>
                  <a:cubicBezTo>
                    <a:pt x="485" y="32"/>
                    <a:pt x="441" y="1"/>
                    <a:pt x="3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6800" lIns="91425" spcFirstLastPara="1" rIns="91425" wrap="square" tIns="46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81" name="Google Shape;381;p7"/>
            <p:cNvSpPr/>
            <p:nvPr/>
          </p:nvSpPr>
          <p:spPr>
            <a:xfrm>
              <a:off x="271440" y="2420280"/>
              <a:ext cx="62280" cy="93600"/>
            </a:xfrm>
            <a:custGeom>
              <a:rect b="b" l="l" r="r" t="t"/>
              <a:pathLst>
                <a:path extrusionOk="0" h="1862" w="1244">
                  <a:moveTo>
                    <a:pt x="444" y="198"/>
                  </a:moveTo>
                  <a:cubicBezTo>
                    <a:pt x="450" y="211"/>
                    <a:pt x="458" y="222"/>
                    <a:pt x="468" y="230"/>
                  </a:cubicBezTo>
                  <a:cubicBezTo>
                    <a:pt x="766" y="470"/>
                    <a:pt x="1244" y="1262"/>
                    <a:pt x="750" y="1513"/>
                  </a:cubicBezTo>
                  <a:cubicBezTo>
                    <a:pt x="704" y="1563"/>
                    <a:pt x="661" y="1588"/>
                    <a:pt x="621" y="1588"/>
                  </a:cubicBezTo>
                  <a:cubicBezTo>
                    <a:pt x="574" y="1588"/>
                    <a:pt x="531" y="1555"/>
                    <a:pt x="493" y="1489"/>
                  </a:cubicBezTo>
                  <a:cubicBezTo>
                    <a:pt x="437" y="1429"/>
                    <a:pt x="396" y="1364"/>
                    <a:pt x="369" y="1290"/>
                  </a:cubicBezTo>
                  <a:cubicBezTo>
                    <a:pt x="315" y="1167"/>
                    <a:pt x="296" y="1045"/>
                    <a:pt x="294" y="912"/>
                  </a:cubicBezTo>
                  <a:cubicBezTo>
                    <a:pt x="291" y="668"/>
                    <a:pt x="368" y="430"/>
                    <a:pt x="444" y="198"/>
                  </a:cubicBezTo>
                  <a:close/>
                  <a:moveTo>
                    <a:pt x="397" y="1"/>
                  </a:moveTo>
                  <a:cubicBezTo>
                    <a:pt x="363" y="1"/>
                    <a:pt x="329" y="18"/>
                    <a:pt x="314" y="58"/>
                  </a:cubicBezTo>
                  <a:cubicBezTo>
                    <a:pt x="155" y="469"/>
                    <a:pt x="1" y="926"/>
                    <a:pt x="175" y="1358"/>
                  </a:cubicBezTo>
                  <a:cubicBezTo>
                    <a:pt x="258" y="1566"/>
                    <a:pt x="483" y="1862"/>
                    <a:pt x="739" y="1862"/>
                  </a:cubicBezTo>
                  <a:cubicBezTo>
                    <a:pt x="772" y="1862"/>
                    <a:pt x="806" y="1857"/>
                    <a:pt x="840" y="1846"/>
                  </a:cubicBezTo>
                  <a:cubicBezTo>
                    <a:pt x="1142" y="1752"/>
                    <a:pt x="1170" y="1248"/>
                    <a:pt x="1142" y="997"/>
                  </a:cubicBezTo>
                  <a:cubicBezTo>
                    <a:pt x="1099" y="620"/>
                    <a:pt x="901" y="289"/>
                    <a:pt x="593" y="73"/>
                  </a:cubicBezTo>
                  <a:cubicBezTo>
                    <a:pt x="577" y="62"/>
                    <a:pt x="561" y="57"/>
                    <a:pt x="545" y="57"/>
                  </a:cubicBezTo>
                  <a:cubicBezTo>
                    <a:pt x="521" y="57"/>
                    <a:pt x="498" y="68"/>
                    <a:pt x="480" y="83"/>
                  </a:cubicBezTo>
                  <a:cubicBezTo>
                    <a:pt x="485" y="32"/>
                    <a:pt x="442" y="1"/>
                    <a:pt x="3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6800" lIns="91425" spcFirstLastPara="1" rIns="91425" wrap="square" tIns="46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82" name="Google Shape;382;p7"/>
            <p:cNvSpPr/>
            <p:nvPr/>
          </p:nvSpPr>
          <p:spPr>
            <a:xfrm>
              <a:off x="422280" y="2157840"/>
              <a:ext cx="111600" cy="101880"/>
            </a:xfrm>
            <a:custGeom>
              <a:rect b="b" l="l" r="r" t="t"/>
              <a:pathLst>
                <a:path extrusionOk="0" h="2032" w="2225">
                  <a:moveTo>
                    <a:pt x="1777" y="1"/>
                  </a:moveTo>
                  <a:cubicBezTo>
                    <a:pt x="1512" y="1"/>
                    <a:pt x="1080" y="187"/>
                    <a:pt x="993" y="240"/>
                  </a:cubicBezTo>
                  <a:cubicBezTo>
                    <a:pt x="558" y="507"/>
                    <a:pt x="1" y="1085"/>
                    <a:pt x="206" y="1650"/>
                  </a:cubicBezTo>
                  <a:cubicBezTo>
                    <a:pt x="307" y="1926"/>
                    <a:pt x="530" y="2031"/>
                    <a:pt x="773" y="2031"/>
                  </a:cubicBezTo>
                  <a:cubicBezTo>
                    <a:pt x="1000" y="2031"/>
                    <a:pt x="1244" y="1939"/>
                    <a:pt x="1422" y="1808"/>
                  </a:cubicBezTo>
                  <a:cubicBezTo>
                    <a:pt x="1917" y="1445"/>
                    <a:pt x="2216" y="826"/>
                    <a:pt x="2224" y="218"/>
                  </a:cubicBezTo>
                  <a:cubicBezTo>
                    <a:pt x="2225" y="142"/>
                    <a:pt x="2172" y="105"/>
                    <a:pt x="2116" y="105"/>
                  </a:cubicBezTo>
                  <a:cubicBezTo>
                    <a:pt x="2063" y="105"/>
                    <a:pt x="2009" y="137"/>
                    <a:pt x="1996" y="201"/>
                  </a:cubicBezTo>
                  <a:cubicBezTo>
                    <a:pt x="1995" y="206"/>
                    <a:pt x="1992" y="212"/>
                    <a:pt x="1990" y="219"/>
                  </a:cubicBezTo>
                  <a:cubicBezTo>
                    <a:pt x="1961" y="569"/>
                    <a:pt x="1870" y="895"/>
                    <a:pt x="1673" y="1191"/>
                  </a:cubicBezTo>
                  <a:cubicBezTo>
                    <a:pt x="1513" y="1429"/>
                    <a:pt x="1179" y="1795"/>
                    <a:pt x="843" y="1795"/>
                  </a:cubicBezTo>
                  <a:cubicBezTo>
                    <a:pt x="806" y="1795"/>
                    <a:pt x="769" y="1790"/>
                    <a:pt x="732" y="1781"/>
                  </a:cubicBezTo>
                  <a:cubicBezTo>
                    <a:pt x="157" y="1629"/>
                    <a:pt x="587" y="979"/>
                    <a:pt x="831" y="735"/>
                  </a:cubicBezTo>
                  <a:cubicBezTo>
                    <a:pt x="897" y="669"/>
                    <a:pt x="1525" y="202"/>
                    <a:pt x="1756" y="202"/>
                  </a:cubicBezTo>
                  <a:cubicBezTo>
                    <a:pt x="1798" y="202"/>
                    <a:pt x="1827" y="217"/>
                    <a:pt x="1837" y="253"/>
                  </a:cubicBezTo>
                  <a:cubicBezTo>
                    <a:pt x="1847" y="285"/>
                    <a:pt x="1875" y="301"/>
                    <a:pt x="1903" y="301"/>
                  </a:cubicBezTo>
                  <a:cubicBezTo>
                    <a:pt x="1931" y="301"/>
                    <a:pt x="1959" y="285"/>
                    <a:pt x="1969" y="253"/>
                  </a:cubicBezTo>
                  <a:cubicBezTo>
                    <a:pt x="1975" y="235"/>
                    <a:pt x="1979" y="216"/>
                    <a:pt x="1983" y="199"/>
                  </a:cubicBezTo>
                  <a:cubicBezTo>
                    <a:pt x="2009" y="52"/>
                    <a:pt x="1916" y="1"/>
                    <a:pt x="17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1100" lIns="91425" spcFirstLastPara="1" rIns="91425" wrap="square" tIns="51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383" name="Google Shape;383;p7"/>
          <p:cNvSpPr txBox="1"/>
          <p:nvPr>
            <p:ph idx="1"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1_1_1_1_1_1_2" type="title">
  <p:cSld name="TITLE">
    <p:bg>
      <p:bgPr>
        <a:solidFill>
          <a:schemeClr val="lt1"/>
        </a:solidFill>
      </p:bgPr>
    </p:bg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5" name="Google Shape;385;p8"/>
          <p:cNvPicPr preferRelativeResize="0"/>
          <p:nvPr/>
        </p:nvPicPr>
        <p:blipFill rotWithShape="1">
          <a:blip r:embed="rId2">
            <a:alphaModFix amt="50000"/>
          </a:blip>
          <a:srcRect b="0" l="0" r="0" t="0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8"/>
          <p:cNvSpPr txBox="1"/>
          <p:nvPr>
            <p:ph type="title"/>
          </p:nvPr>
        </p:nvSpPr>
        <p:spPr>
          <a:xfrm>
            <a:off x="1710720" y="617760"/>
            <a:ext cx="3216240" cy="106056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87" name="Google Shape;387;p8"/>
          <p:cNvSpPr/>
          <p:nvPr/>
        </p:nvSpPr>
        <p:spPr>
          <a:xfrm>
            <a:off x="1862640" y="2970720"/>
            <a:ext cx="2912400" cy="7509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CRÉDITOS: Esta plantilla para presentaciones es una creación de </a:t>
            </a:r>
            <a:r>
              <a:rPr b="1" i="0" lang="en-US" sz="1000" u="sng" cap="none" strike="noStrike">
                <a:solidFill>
                  <a:schemeClr val="hlink"/>
                </a:solidFill>
                <a:latin typeface="Nunito"/>
                <a:ea typeface="Nunito"/>
                <a:cs typeface="Nunito"/>
                <a:sym typeface="Nunito"/>
                <a:hlinkClick r:id="rId3"/>
              </a:rPr>
              <a:t>Slidesgo</a:t>
            </a:r>
            <a:r>
              <a:rPr b="0" i="0" lang="en-US" sz="1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, e incluye iconos de </a:t>
            </a:r>
            <a:r>
              <a:rPr b="1" i="0" lang="en-US" sz="1000" u="sng" cap="none" strike="noStrike">
                <a:solidFill>
                  <a:schemeClr val="hlink"/>
                </a:solidFill>
                <a:latin typeface="Nunito"/>
                <a:ea typeface="Nunito"/>
                <a:cs typeface="Nunito"/>
                <a:sym typeface="Nunito"/>
                <a:hlinkClick r:id="rId4"/>
              </a:rPr>
              <a:t>Flaticon</a:t>
            </a:r>
            <a:r>
              <a:rPr b="0" i="0" lang="en-US" sz="1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e infografías e imágenes de </a:t>
            </a:r>
            <a:r>
              <a:rPr b="1" i="0" lang="en-US" sz="1000" u="sng" cap="none" strike="noStrike">
                <a:solidFill>
                  <a:schemeClr val="hlink"/>
                </a:solidFill>
                <a:latin typeface="Nunito"/>
                <a:ea typeface="Nunito"/>
                <a:cs typeface="Nunito"/>
                <a:sym typeface="Nunito"/>
                <a:hlinkClick r:id="rId5"/>
              </a:rPr>
              <a:t>Freepik</a:t>
            </a:r>
            <a:endParaRPr b="0" i="0" sz="10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388" name="Google Shape;388;p8"/>
          <p:cNvGrpSpPr/>
          <p:nvPr/>
        </p:nvGrpSpPr>
        <p:grpSpPr>
          <a:xfrm>
            <a:off x="271440" y="164520"/>
            <a:ext cx="8664480" cy="4786200"/>
            <a:chOff x="271440" y="164520"/>
            <a:chExt cx="8664480" cy="4786200"/>
          </a:xfrm>
        </p:grpSpPr>
        <p:sp>
          <p:nvSpPr>
            <p:cNvPr id="389" name="Google Shape;389;p8"/>
            <p:cNvSpPr/>
            <p:nvPr/>
          </p:nvSpPr>
          <p:spPr>
            <a:xfrm>
              <a:off x="8506800" y="686160"/>
              <a:ext cx="73440" cy="96480"/>
            </a:xfrm>
            <a:custGeom>
              <a:rect b="b" l="l" r="r" t="t"/>
              <a:pathLst>
                <a:path extrusionOk="0" h="1921" w="1467">
                  <a:moveTo>
                    <a:pt x="829" y="1"/>
                  </a:moveTo>
                  <a:cubicBezTo>
                    <a:pt x="743" y="1"/>
                    <a:pt x="671" y="42"/>
                    <a:pt x="653" y="137"/>
                  </a:cubicBezTo>
                  <a:cubicBezTo>
                    <a:pt x="648" y="167"/>
                    <a:pt x="648" y="204"/>
                    <a:pt x="656" y="247"/>
                  </a:cubicBezTo>
                  <a:cubicBezTo>
                    <a:pt x="664" y="289"/>
                    <a:pt x="694" y="307"/>
                    <a:pt x="726" y="307"/>
                  </a:cubicBezTo>
                  <a:cubicBezTo>
                    <a:pt x="762" y="307"/>
                    <a:pt x="802" y="284"/>
                    <a:pt x="816" y="247"/>
                  </a:cubicBezTo>
                  <a:cubicBezTo>
                    <a:pt x="826" y="224"/>
                    <a:pt x="837" y="214"/>
                    <a:pt x="849" y="214"/>
                  </a:cubicBezTo>
                  <a:cubicBezTo>
                    <a:pt x="922" y="214"/>
                    <a:pt x="1034" y="572"/>
                    <a:pt x="1036" y="572"/>
                  </a:cubicBezTo>
                  <a:cubicBezTo>
                    <a:pt x="1036" y="572"/>
                    <a:pt x="1036" y="572"/>
                    <a:pt x="1036" y="572"/>
                  </a:cubicBezTo>
                  <a:lnTo>
                    <a:pt x="1036" y="572"/>
                  </a:lnTo>
                  <a:cubicBezTo>
                    <a:pt x="1070" y="711"/>
                    <a:pt x="1093" y="854"/>
                    <a:pt x="1100" y="994"/>
                  </a:cubicBezTo>
                  <a:cubicBezTo>
                    <a:pt x="1111" y="1220"/>
                    <a:pt x="1012" y="1716"/>
                    <a:pt x="745" y="1716"/>
                  </a:cubicBezTo>
                  <a:cubicBezTo>
                    <a:pt x="677" y="1716"/>
                    <a:pt x="597" y="1683"/>
                    <a:pt x="505" y="1604"/>
                  </a:cubicBezTo>
                  <a:cubicBezTo>
                    <a:pt x="115" y="1269"/>
                    <a:pt x="378" y="497"/>
                    <a:pt x="590" y="144"/>
                  </a:cubicBezTo>
                  <a:cubicBezTo>
                    <a:pt x="592" y="137"/>
                    <a:pt x="597" y="130"/>
                    <a:pt x="598" y="123"/>
                  </a:cubicBezTo>
                  <a:cubicBezTo>
                    <a:pt x="613" y="71"/>
                    <a:pt x="567" y="28"/>
                    <a:pt x="519" y="28"/>
                  </a:cubicBezTo>
                  <a:cubicBezTo>
                    <a:pt x="495" y="28"/>
                    <a:pt x="471" y="39"/>
                    <a:pt x="454" y="65"/>
                  </a:cubicBezTo>
                  <a:cubicBezTo>
                    <a:pt x="180" y="478"/>
                    <a:pt x="0" y="1071"/>
                    <a:pt x="213" y="1550"/>
                  </a:cubicBezTo>
                  <a:cubicBezTo>
                    <a:pt x="315" y="1782"/>
                    <a:pt x="518" y="1921"/>
                    <a:pt x="731" y="1921"/>
                  </a:cubicBezTo>
                  <a:cubicBezTo>
                    <a:pt x="866" y="1921"/>
                    <a:pt x="1004" y="1864"/>
                    <a:pt x="1122" y="1740"/>
                  </a:cubicBezTo>
                  <a:cubicBezTo>
                    <a:pt x="1467" y="1377"/>
                    <a:pt x="1361" y="613"/>
                    <a:pt x="1155" y="204"/>
                  </a:cubicBezTo>
                  <a:cubicBezTo>
                    <a:pt x="1093" y="80"/>
                    <a:pt x="948" y="1"/>
                    <a:pt x="8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8225" lIns="91425" spcFirstLastPara="1" rIns="91425" wrap="square" tIns="48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90" name="Google Shape;390;p8"/>
            <p:cNvSpPr/>
            <p:nvPr/>
          </p:nvSpPr>
          <p:spPr>
            <a:xfrm>
              <a:off x="8858520" y="3338280"/>
              <a:ext cx="77400" cy="58320"/>
            </a:xfrm>
            <a:custGeom>
              <a:rect b="b" l="l" r="r" t="t"/>
              <a:pathLst>
                <a:path extrusionOk="0" h="1165" w="1547">
                  <a:moveTo>
                    <a:pt x="140" y="207"/>
                  </a:moveTo>
                  <a:cubicBezTo>
                    <a:pt x="153" y="219"/>
                    <a:pt x="169" y="226"/>
                    <a:pt x="189" y="228"/>
                  </a:cubicBezTo>
                  <a:cubicBezTo>
                    <a:pt x="229" y="233"/>
                    <a:pt x="269" y="234"/>
                    <a:pt x="310" y="234"/>
                  </a:cubicBezTo>
                  <a:cubicBezTo>
                    <a:pt x="420" y="234"/>
                    <a:pt x="530" y="223"/>
                    <a:pt x="640" y="223"/>
                  </a:cubicBezTo>
                  <a:cubicBezTo>
                    <a:pt x="735" y="223"/>
                    <a:pt x="830" y="231"/>
                    <a:pt x="924" y="264"/>
                  </a:cubicBezTo>
                  <a:cubicBezTo>
                    <a:pt x="1159" y="345"/>
                    <a:pt x="1414" y="693"/>
                    <a:pt x="1158" y="899"/>
                  </a:cubicBezTo>
                  <a:cubicBezTo>
                    <a:pt x="1092" y="952"/>
                    <a:pt x="1013" y="973"/>
                    <a:pt x="931" y="973"/>
                  </a:cubicBezTo>
                  <a:cubicBezTo>
                    <a:pt x="774" y="973"/>
                    <a:pt x="605" y="894"/>
                    <a:pt x="492" y="807"/>
                  </a:cubicBezTo>
                  <a:cubicBezTo>
                    <a:pt x="302" y="656"/>
                    <a:pt x="183" y="442"/>
                    <a:pt x="140" y="207"/>
                  </a:cubicBezTo>
                  <a:close/>
                  <a:moveTo>
                    <a:pt x="610" y="0"/>
                  </a:moveTo>
                  <a:cubicBezTo>
                    <a:pt x="454" y="0"/>
                    <a:pt x="300" y="30"/>
                    <a:pt x="169" y="82"/>
                  </a:cubicBezTo>
                  <a:cubicBezTo>
                    <a:pt x="148" y="91"/>
                    <a:pt x="136" y="105"/>
                    <a:pt x="126" y="121"/>
                  </a:cubicBezTo>
                  <a:cubicBezTo>
                    <a:pt x="119" y="86"/>
                    <a:pt x="88" y="68"/>
                    <a:pt x="59" y="68"/>
                  </a:cubicBezTo>
                  <a:cubicBezTo>
                    <a:pt x="29" y="68"/>
                    <a:pt x="1" y="87"/>
                    <a:pt x="3" y="128"/>
                  </a:cubicBezTo>
                  <a:cubicBezTo>
                    <a:pt x="24" y="481"/>
                    <a:pt x="187" y="812"/>
                    <a:pt x="481" y="1016"/>
                  </a:cubicBezTo>
                  <a:cubicBezTo>
                    <a:pt x="611" y="1106"/>
                    <a:pt x="782" y="1165"/>
                    <a:pt x="948" y="1165"/>
                  </a:cubicBezTo>
                  <a:cubicBezTo>
                    <a:pt x="1092" y="1165"/>
                    <a:pt x="1232" y="1120"/>
                    <a:pt x="1338" y="1012"/>
                  </a:cubicBezTo>
                  <a:cubicBezTo>
                    <a:pt x="1546" y="800"/>
                    <a:pt x="1481" y="472"/>
                    <a:pt x="1301" y="268"/>
                  </a:cubicBezTo>
                  <a:cubicBezTo>
                    <a:pt x="1136" y="82"/>
                    <a:pt x="871" y="0"/>
                    <a:pt x="6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9150" lIns="91425" spcFirstLastPara="1" rIns="91425" wrap="square" tIns="291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91" name="Google Shape;391;p8"/>
            <p:cNvSpPr/>
            <p:nvPr/>
          </p:nvSpPr>
          <p:spPr>
            <a:xfrm>
              <a:off x="4697280" y="4848840"/>
              <a:ext cx="77400" cy="58320"/>
            </a:xfrm>
            <a:custGeom>
              <a:rect b="b" l="l" r="r" t="t"/>
              <a:pathLst>
                <a:path extrusionOk="0" h="1164" w="1546">
                  <a:moveTo>
                    <a:pt x="143" y="204"/>
                  </a:moveTo>
                  <a:lnTo>
                    <a:pt x="143" y="204"/>
                  </a:lnTo>
                  <a:cubicBezTo>
                    <a:pt x="154" y="215"/>
                    <a:pt x="171" y="224"/>
                    <a:pt x="190" y="225"/>
                  </a:cubicBezTo>
                  <a:cubicBezTo>
                    <a:pt x="230" y="229"/>
                    <a:pt x="270" y="231"/>
                    <a:pt x="310" y="231"/>
                  </a:cubicBezTo>
                  <a:cubicBezTo>
                    <a:pt x="421" y="231"/>
                    <a:pt x="531" y="219"/>
                    <a:pt x="641" y="219"/>
                  </a:cubicBezTo>
                  <a:cubicBezTo>
                    <a:pt x="736" y="219"/>
                    <a:pt x="831" y="228"/>
                    <a:pt x="925" y="261"/>
                  </a:cubicBezTo>
                  <a:cubicBezTo>
                    <a:pt x="1160" y="341"/>
                    <a:pt x="1415" y="691"/>
                    <a:pt x="1159" y="897"/>
                  </a:cubicBezTo>
                  <a:cubicBezTo>
                    <a:pt x="1093" y="950"/>
                    <a:pt x="1013" y="972"/>
                    <a:pt x="931" y="972"/>
                  </a:cubicBezTo>
                  <a:cubicBezTo>
                    <a:pt x="774" y="972"/>
                    <a:pt x="605" y="893"/>
                    <a:pt x="493" y="805"/>
                  </a:cubicBezTo>
                  <a:cubicBezTo>
                    <a:pt x="303" y="653"/>
                    <a:pt x="185" y="439"/>
                    <a:pt x="143" y="204"/>
                  </a:cubicBezTo>
                  <a:close/>
                  <a:moveTo>
                    <a:pt x="610" y="0"/>
                  </a:moveTo>
                  <a:cubicBezTo>
                    <a:pt x="454" y="0"/>
                    <a:pt x="300" y="29"/>
                    <a:pt x="168" y="82"/>
                  </a:cubicBezTo>
                  <a:cubicBezTo>
                    <a:pt x="147" y="91"/>
                    <a:pt x="136" y="105"/>
                    <a:pt x="126" y="120"/>
                  </a:cubicBezTo>
                  <a:cubicBezTo>
                    <a:pt x="118" y="86"/>
                    <a:pt x="87" y="67"/>
                    <a:pt x="58" y="67"/>
                  </a:cubicBezTo>
                  <a:cubicBezTo>
                    <a:pt x="28" y="67"/>
                    <a:pt x="0" y="87"/>
                    <a:pt x="2" y="127"/>
                  </a:cubicBezTo>
                  <a:cubicBezTo>
                    <a:pt x="24" y="482"/>
                    <a:pt x="187" y="810"/>
                    <a:pt x="480" y="1014"/>
                  </a:cubicBezTo>
                  <a:cubicBezTo>
                    <a:pt x="610" y="1105"/>
                    <a:pt x="782" y="1164"/>
                    <a:pt x="948" y="1164"/>
                  </a:cubicBezTo>
                  <a:cubicBezTo>
                    <a:pt x="1092" y="1164"/>
                    <a:pt x="1232" y="1119"/>
                    <a:pt x="1337" y="1012"/>
                  </a:cubicBezTo>
                  <a:cubicBezTo>
                    <a:pt x="1546" y="799"/>
                    <a:pt x="1482" y="472"/>
                    <a:pt x="1301" y="268"/>
                  </a:cubicBezTo>
                  <a:cubicBezTo>
                    <a:pt x="1136" y="81"/>
                    <a:pt x="872" y="0"/>
                    <a:pt x="6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9150" lIns="91425" spcFirstLastPara="1" rIns="91425" wrap="square" tIns="291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92" name="Google Shape;392;p8"/>
            <p:cNvSpPr/>
            <p:nvPr/>
          </p:nvSpPr>
          <p:spPr>
            <a:xfrm>
              <a:off x="5416560" y="4731840"/>
              <a:ext cx="62280" cy="93600"/>
            </a:xfrm>
            <a:custGeom>
              <a:rect b="b" l="l" r="r" t="t"/>
              <a:pathLst>
                <a:path extrusionOk="0" h="1863" w="1242">
                  <a:moveTo>
                    <a:pt x="444" y="199"/>
                  </a:moveTo>
                  <a:cubicBezTo>
                    <a:pt x="448" y="212"/>
                    <a:pt x="455" y="222"/>
                    <a:pt x="468" y="230"/>
                  </a:cubicBezTo>
                  <a:cubicBezTo>
                    <a:pt x="766" y="470"/>
                    <a:pt x="1242" y="1262"/>
                    <a:pt x="750" y="1514"/>
                  </a:cubicBezTo>
                  <a:cubicBezTo>
                    <a:pt x="703" y="1563"/>
                    <a:pt x="660" y="1588"/>
                    <a:pt x="620" y="1588"/>
                  </a:cubicBezTo>
                  <a:cubicBezTo>
                    <a:pt x="573" y="1588"/>
                    <a:pt x="530" y="1555"/>
                    <a:pt x="491" y="1489"/>
                  </a:cubicBezTo>
                  <a:cubicBezTo>
                    <a:pt x="437" y="1431"/>
                    <a:pt x="396" y="1364"/>
                    <a:pt x="369" y="1290"/>
                  </a:cubicBezTo>
                  <a:cubicBezTo>
                    <a:pt x="314" y="1168"/>
                    <a:pt x="295" y="1045"/>
                    <a:pt x="292" y="913"/>
                  </a:cubicBezTo>
                  <a:cubicBezTo>
                    <a:pt x="291" y="668"/>
                    <a:pt x="367" y="431"/>
                    <a:pt x="444" y="199"/>
                  </a:cubicBezTo>
                  <a:close/>
                  <a:moveTo>
                    <a:pt x="396" y="1"/>
                  </a:moveTo>
                  <a:cubicBezTo>
                    <a:pt x="363" y="1"/>
                    <a:pt x="329" y="18"/>
                    <a:pt x="314" y="57"/>
                  </a:cubicBezTo>
                  <a:cubicBezTo>
                    <a:pt x="155" y="468"/>
                    <a:pt x="0" y="927"/>
                    <a:pt x="175" y="1360"/>
                  </a:cubicBezTo>
                  <a:cubicBezTo>
                    <a:pt x="258" y="1567"/>
                    <a:pt x="483" y="1863"/>
                    <a:pt x="738" y="1863"/>
                  </a:cubicBezTo>
                  <a:cubicBezTo>
                    <a:pt x="771" y="1863"/>
                    <a:pt x="804" y="1858"/>
                    <a:pt x="838" y="1847"/>
                  </a:cubicBezTo>
                  <a:cubicBezTo>
                    <a:pt x="1141" y="1752"/>
                    <a:pt x="1170" y="1248"/>
                    <a:pt x="1141" y="998"/>
                  </a:cubicBezTo>
                  <a:cubicBezTo>
                    <a:pt x="1097" y="620"/>
                    <a:pt x="900" y="288"/>
                    <a:pt x="593" y="72"/>
                  </a:cubicBezTo>
                  <a:cubicBezTo>
                    <a:pt x="577" y="61"/>
                    <a:pt x="562" y="57"/>
                    <a:pt x="546" y="57"/>
                  </a:cubicBezTo>
                  <a:cubicBezTo>
                    <a:pt x="522" y="57"/>
                    <a:pt x="499" y="68"/>
                    <a:pt x="479" y="84"/>
                  </a:cubicBezTo>
                  <a:cubicBezTo>
                    <a:pt x="485" y="32"/>
                    <a:pt x="441" y="1"/>
                    <a:pt x="3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6800" lIns="91425" spcFirstLastPara="1" rIns="91425" wrap="square" tIns="46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93" name="Google Shape;393;p8"/>
            <p:cNvSpPr/>
            <p:nvPr/>
          </p:nvSpPr>
          <p:spPr>
            <a:xfrm>
              <a:off x="8795880" y="2844720"/>
              <a:ext cx="62280" cy="93600"/>
            </a:xfrm>
            <a:custGeom>
              <a:rect b="b" l="l" r="r" t="t"/>
              <a:pathLst>
                <a:path extrusionOk="0" h="1862" w="1244">
                  <a:moveTo>
                    <a:pt x="444" y="198"/>
                  </a:moveTo>
                  <a:cubicBezTo>
                    <a:pt x="450" y="211"/>
                    <a:pt x="458" y="222"/>
                    <a:pt x="468" y="230"/>
                  </a:cubicBezTo>
                  <a:cubicBezTo>
                    <a:pt x="766" y="470"/>
                    <a:pt x="1244" y="1262"/>
                    <a:pt x="750" y="1513"/>
                  </a:cubicBezTo>
                  <a:cubicBezTo>
                    <a:pt x="704" y="1563"/>
                    <a:pt x="661" y="1588"/>
                    <a:pt x="621" y="1588"/>
                  </a:cubicBezTo>
                  <a:cubicBezTo>
                    <a:pt x="574" y="1588"/>
                    <a:pt x="531" y="1555"/>
                    <a:pt x="493" y="1489"/>
                  </a:cubicBezTo>
                  <a:cubicBezTo>
                    <a:pt x="437" y="1429"/>
                    <a:pt x="396" y="1364"/>
                    <a:pt x="369" y="1290"/>
                  </a:cubicBezTo>
                  <a:cubicBezTo>
                    <a:pt x="315" y="1167"/>
                    <a:pt x="296" y="1045"/>
                    <a:pt x="294" y="912"/>
                  </a:cubicBezTo>
                  <a:cubicBezTo>
                    <a:pt x="291" y="668"/>
                    <a:pt x="368" y="430"/>
                    <a:pt x="444" y="198"/>
                  </a:cubicBezTo>
                  <a:close/>
                  <a:moveTo>
                    <a:pt x="397" y="1"/>
                  </a:moveTo>
                  <a:cubicBezTo>
                    <a:pt x="363" y="1"/>
                    <a:pt x="329" y="18"/>
                    <a:pt x="314" y="58"/>
                  </a:cubicBezTo>
                  <a:cubicBezTo>
                    <a:pt x="155" y="469"/>
                    <a:pt x="1" y="926"/>
                    <a:pt x="175" y="1358"/>
                  </a:cubicBezTo>
                  <a:cubicBezTo>
                    <a:pt x="258" y="1566"/>
                    <a:pt x="483" y="1862"/>
                    <a:pt x="739" y="1862"/>
                  </a:cubicBezTo>
                  <a:cubicBezTo>
                    <a:pt x="772" y="1862"/>
                    <a:pt x="806" y="1857"/>
                    <a:pt x="840" y="1846"/>
                  </a:cubicBezTo>
                  <a:cubicBezTo>
                    <a:pt x="1142" y="1752"/>
                    <a:pt x="1170" y="1248"/>
                    <a:pt x="1142" y="997"/>
                  </a:cubicBezTo>
                  <a:cubicBezTo>
                    <a:pt x="1099" y="620"/>
                    <a:pt x="901" y="289"/>
                    <a:pt x="593" y="73"/>
                  </a:cubicBezTo>
                  <a:cubicBezTo>
                    <a:pt x="577" y="62"/>
                    <a:pt x="561" y="57"/>
                    <a:pt x="545" y="57"/>
                  </a:cubicBezTo>
                  <a:cubicBezTo>
                    <a:pt x="521" y="57"/>
                    <a:pt x="498" y="68"/>
                    <a:pt x="480" y="83"/>
                  </a:cubicBezTo>
                  <a:cubicBezTo>
                    <a:pt x="485" y="32"/>
                    <a:pt x="442" y="1"/>
                    <a:pt x="3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6800" lIns="91425" spcFirstLastPara="1" rIns="91425" wrap="square" tIns="46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94" name="Google Shape;394;p8"/>
            <p:cNvSpPr/>
            <p:nvPr/>
          </p:nvSpPr>
          <p:spPr>
            <a:xfrm>
              <a:off x="5090760" y="4848840"/>
              <a:ext cx="111600" cy="101880"/>
            </a:xfrm>
            <a:custGeom>
              <a:rect b="b" l="l" r="r" t="t"/>
              <a:pathLst>
                <a:path extrusionOk="0" h="2032" w="2225">
                  <a:moveTo>
                    <a:pt x="1777" y="1"/>
                  </a:moveTo>
                  <a:cubicBezTo>
                    <a:pt x="1512" y="1"/>
                    <a:pt x="1080" y="187"/>
                    <a:pt x="993" y="240"/>
                  </a:cubicBezTo>
                  <a:cubicBezTo>
                    <a:pt x="558" y="507"/>
                    <a:pt x="1" y="1085"/>
                    <a:pt x="206" y="1650"/>
                  </a:cubicBezTo>
                  <a:cubicBezTo>
                    <a:pt x="307" y="1926"/>
                    <a:pt x="530" y="2031"/>
                    <a:pt x="773" y="2031"/>
                  </a:cubicBezTo>
                  <a:cubicBezTo>
                    <a:pt x="1000" y="2031"/>
                    <a:pt x="1244" y="1939"/>
                    <a:pt x="1422" y="1808"/>
                  </a:cubicBezTo>
                  <a:cubicBezTo>
                    <a:pt x="1917" y="1445"/>
                    <a:pt x="2216" y="826"/>
                    <a:pt x="2224" y="218"/>
                  </a:cubicBezTo>
                  <a:cubicBezTo>
                    <a:pt x="2225" y="142"/>
                    <a:pt x="2172" y="105"/>
                    <a:pt x="2116" y="105"/>
                  </a:cubicBezTo>
                  <a:cubicBezTo>
                    <a:pt x="2063" y="105"/>
                    <a:pt x="2009" y="137"/>
                    <a:pt x="1996" y="201"/>
                  </a:cubicBezTo>
                  <a:cubicBezTo>
                    <a:pt x="1995" y="206"/>
                    <a:pt x="1992" y="212"/>
                    <a:pt x="1990" y="219"/>
                  </a:cubicBezTo>
                  <a:cubicBezTo>
                    <a:pt x="1961" y="569"/>
                    <a:pt x="1870" y="895"/>
                    <a:pt x="1673" y="1191"/>
                  </a:cubicBezTo>
                  <a:cubicBezTo>
                    <a:pt x="1513" y="1429"/>
                    <a:pt x="1179" y="1795"/>
                    <a:pt x="843" y="1795"/>
                  </a:cubicBezTo>
                  <a:cubicBezTo>
                    <a:pt x="806" y="1795"/>
                    <a:pt x="769" y="1790"/>
                    <a:pt x="732" y="1781"/>
                  </a:cubicBezTo>
                  <a:cubicBezTo>
                    <a:pt x="157" y="1629"/>
                    <a:pt x="587" y="979"/>
                    <a:pt x="831" y="735"/>
                  </a:cubicBezTo>
                  <a:cubicBezTo>
                    <a:pt x="897" y="669"/>
                    <a:pt x="1525" y="202"/>
                    <a:pt x="1756" y="202"/>
                  </a:cubicBezTo>
                  <a:cubicBezTo>
                    <a:pt x="1798" y="202"/>
                    <a:pt x="1827" y="217"/>
                    <a:pt x="1837" y="253"/>
                  </a:cubicBezTo>
                  <a:cubicBezTo>
                    <a:pt x="1847" y="285"/>
                    <a:pt x="1875" y="301"/>
                    <a:pt x="1903" y="301"/>
                  </a:cubicBezTo>
                  <a:cubicBezTo>
                    <a:pt x="1931" y="301"/>
                    <a:pt x="1959" y="285"/>
                    <a:pt x="1969" y="253"/>
                  </a:cubicBezTo>
                  <a:cubicBezTo>
                    <a:pt x="1975" y="235"/>
                    <a:pt x="1979" y="216"/>
                    <a:pt x="1983" y="199"/>
                  </a:cubicBezTo>
                  <a:cubicBezTo>
                    <a:pt x="2009" y="52"/>
                    <a:pt x="1916" y="1"/>
                    <a:pt x="17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1100" lIns="91425" spcFirstLastPara="1" rIns="91425" wrap="square" tIns="51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95" name="Google Shape;395;p8"/>
            <p:cNvSpPr/>
            <p:nvPr/>
          </p:nvSpPr>
          <p:spPr>
            <a:xfrm>
              <a:off x="6716520" y="164520"/>
              <a:ext cx="73440" cy="96480"/>
            </a:xfrm>
            <a:custGeom>
              <a:rect b="b" l="l" r="r" t="t"/>
              <a:pathLst>
                <a:path extrusionOk="0" h="1921" w="1467">
                  <a:moveTo>
                    <a:pt x="829" y="1"/>
                  </a:moveTo>
                  <a:cubicBezTo>
                    <a:pt x="743" y="1"/>
                    <a:pt x="671" y="42"/>
                    <a:pt x="653" y="137"/>
                  </a:cubicBezTo>
                  <a:cubicBezTo>
                    <a:pt x="648" y="167"/>
                    <a:pt x="648" y="204"/>
                    <a:pt x="656" y="247"/>
                  </a:cubicBezTo>
                  <a:cubicBezTo>
                    <a:pt x="664" y="289"/>
                    <a:pt x="694" y="307"/>
                    <a:pt x="726" y="307"/>
                  </a:cubicBezTo>
                  <a:cubicBezTo>
                    <a:pt x="762" y="307"/>
                    <a:pt x="802" y="284"/>
                    <a:pt x="816" y="247"/>
                  </a:cubicBezTo>
                  <a:cubicBezTo>
                    <a:pt x="826" y="224"/>
                    <a:pt x="837" y="214"/>
                    <a:pt x="849" y="214"/>
                  </a:cubicBezTo>
                  <a:cubicBezTo>
                    <a:pt x="922" y="214"/>
                    <a:pt x="1034" y="572"/>
                    <a:pt x="1036" y="572"/>
                  </a:cubicBezTo>
                  <a:cubicBezTo>
                    <a:pt x="1036" y="572"/>
                    <a:pt x="1036" y="572"/>
                    <a:pt x="1036" y="572"/>
                  </a:cubicBezTo>
                  <a:lnTo>
                    <a:pt x="1036" y="572"/>
                  </a:lnTo>
                  <a:cubicBezTo>
                    <a:pt x="1070" y="711"/>
                    <a:pt x="1093" y="854"/>
                    <a:pt x="1100" y="994"/>
                  </a:cubicBezTo>
                  <a:cubicBezTo>
                    <a:pt x="1111" y="1220"/>
                    <a:pt x="1012" y="1716"/>
                    <a:pt x="745" y="1716"/>
                  </a:cubicBezTo>
                  <a:cubicBezTo>
                    <a:pt x="677" y="1716"/>
                    <a:pt x="597" y="1683"/>
                    <a:pt x="505" y="1604"/>
                  </a:cubicBezTo>
                  <a:cubicBezTo>
                    <a:pt x="115" y="1269"/>
                    <a:pt x="378" y="497"/>
                    <a:pt x="590" y="144"/>
                  </a:cubicBezTo>
                  <a:cubicBezTo>
                    <a:pt x="592" y="137"/>
                    <a:pt x="597" y="130"/>
                    <a:pt x="598" y="123"/>
                  </a:cubicBezTo>
                  <a:cubicBezTo>
                    <a:pt x="613" y="71"/>
                    <a:pt x="567" y="28"/>
                    <a:pt x="519" y="28"/>
                  </a:cubicBezTo>
                  <a:cubicBezTo>
                    <a:pt x="495" y="28"/>
                    <a:pt x="471" y="39"/>
                    <a:pt x="454" y="65"/>
                  </a:cubicBezTo>
                  <a:cubicBezTo>
                    <a:pt x="180" y="478"/>
                    <a:pt x="0" y="1071"/>
                    <a:pt x="213" y="1550"/>
                  </a:cubicBezTo>
                  <a:cubicBezTo>
                    <a:pt x="315" y="1782"/>
                    <a:pt x="518" y="1921"/>
                    <a:pt x="731" y="1921"/>
                  </a:cubicBezTo>
                  <a:cubicBezTo>
                    <a:pt x="866" y="1921"/>
                    <a:pt x="1004" y="1864"/>
                    <a:pt x="1122" y="1740"/>
                  </a:cubicBezTo>
                  <a:cubicBezTo>
                    <a:pt x="1467" y="1377"/>
                    <a:pt x="1361" y="613"/>
                    <a:pt x="1155" y="204"/>
                  </a:cubicBezTo>
                  <a:cubicBezTo>
                    <a:pt x="1093" y="80"/>
                    <a:pt x="948" y="1"/>
                    <a:pt x="8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8225" lIns="91425" spcFirstLastPara="1" rIns="91425" wrap="square" tIns="48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96" name="Google Shape;396;p8"/>
            <p:cNvSpPr/>
            <p:nvPr/>
          </p:nvSpPr>
          <p:spPr>
            <a:xfrm>
              <a:off x="296280" y="2922480"/>
              <a:ext cx="77400" cy="58320"/>
            </a:xfrm>
            <a:custGeom>
              <a:rect b="b" l="l" r="r" t="t"/>
              <a:pathLst>
                <a:path extrusionOk="0" h="1165" w="1547">
                  <a:moveTo>
                    <a:pt x="140" y="207"/>
                  </a:moveTo>
                  <a:cubicBezTo>
                    <a:pt x="153" y="219"/>
                    <a:pt x="169" y="226"/>
                    <a:pt x="189" y="228"/>
                  </a:cubicBezTo>
                  <a:cubicBezTo>
                    <a:pt x="229" y="233"/>
                    <a:pt x="269" y="234"/>
                    <a:pt x="310" y="234"/>
                  </a:cubicBezTo>
                  <a:cubicBezTo>
                    <a:pt x="420" y="234"/>
                    <a:pt x="530" y="223"/>
                    <a:pt x="640" y="223"/>
                  </a:cubicBezTo>
                  <a:cubicBezTo>
                    <a:pt x="735" y="223"/>
                    <a:pt x="830" y="231"/>
                    <a:pt x="924" y="264"/>
                  </a:cubicBezTo>
                  <a:cubicBezTo>
                    <a:pt x="1159" y="345"/>
                    <a:pt x="1414" y="693"/>
                    <a:pt x="1158" y="899"/>
                  </a:cubicBezTo>
                  <a:cubicBezTo>
                    <a:pt x="1092" y="952"/>
                    <a:pt x="1013" y="973"/>
                    <a:pt x="931" y="973"/>
                  </a:cubicBezTo>
                  <a:cubicBezTo>
                    <a:pt x="774" y="973"/>
                    <a:pt x="605" y="894"/>
                    <a:pt x="492" y="807"/>
                  </a:cubicBezTo>
                  <a:cubicBezTo>
                    <a:pt x="302" y="656"/>
                    <a:pt x="183" y="442"/>
                    <a:pt x="140" y="207"/>
                  </a:cubicBezTo>
                  <a:close/>
                  <a:moveTo>
                    <a:pt x="610" y="0"/>
                  </a:moveTo>
                  <a:cubicBezTo>
                    <a:pt x="454" y="0"/>
                    <a:pt x="300" y="30"/>
                    <a:pt x="169" y="82"/>
                  </a:cubicBezTo>
                  <a:cubicBezTo>
                    <a:pt x="148" y="91"/>
                    <a:pt x="136" y="105"/>
                    <a:pt x="126" y="121"/>
                  </a:cubicBezTo>
                  <a:cubicBezTo>
                    <a:pt x="119" y="86"/>
                    <a:pt x="88" y="68"/>
                    <a:pt x="59" y="68"/>
                  </a:cubicBezTo>
                  <a:cubicBezTo>
                    <a:pt x="29" y="68"/>
                    <a:pt x="1" y="87"/>
                    <a:pt x="3" y="128"/>
                  </a:cubicBezTo>
                  <a:cubicBezTo>
                    <a:pt x="24" y="481"/>
                    <a:pt x="187" y="812"/>
                    <a:pt x="481" y="1016"/>
                  </a:cubicBezTo>
                  <a:cubicBezTo>
                    <a:pt x="611" y="1106"/>
                    <a:pt x="782" y="1165"/>
                    <a:pt x="948" y="1165"/>
                  </a:cubicBezTo>
                  <a:cubicBezTo>
                    <a:pt x="1092" y="1165"/>
                    <a:pt x="1232" y="1120"/>
                    <a:pt x="1338" y="1012"/>
                  </a:cubicBezTo>
                  <a:cubicBezTo>
                    <a:pt x="1546" y="800"/>
                    <a:pt x="1481" y="472"/>
                    <a:pt x="1301" y="268"/>
                  </a:cubicBezTo>
                  <a:cubicBezTo>
                    <a:pt x="1136" y="82"/>
                    <a:pt x="871" y="0"/>
                    <a:pt x="6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9150" lIns="91425" spcFirstLastPara="1" rIns="91425" wrap="square" tIns="291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97" name="Google Shape;397;p8"/>
            <p:cNvSpPr/>
            <p:nvPr/>
          </p:nvSpPr>
          <p:spPr>
            <a:xfrm>
              <a:off x="8755200" y="542880"/>
              <a:ext cx="77400" cy="58320"/>
            </a:xfrm>
            <a:custGeom>
              <a:rect b="b" l="l" r="r" t="t"/>
              <a:pathLst>
                <a:path extrusionOk="0" h="1164" w="1546">
                  <a:moveTo>
                    <a:pt x="143" y="204"/>
                  </a:moveTo>
                  <a:lnTo>
                    <a:pt x="143" y="204"/>
                  </a:lnTo>
                  <a:cubicBezTo>
                    <a:pt x="154" y="215"/>
                    <a:pt x="171" y="224"/>
                    <a:pt x="190" y="225"/>
                  </a:cubicBezTo>
                  <a:cubicBezTo>
                    <a:pt x="230" y="229"/>
                    <a:pt x="270" y="231"/>
                    <a:pt x="310" y="231"/>
                  </a:cubicBezTo>
                  <a:cubicBezTo>
                    <a:pt x="421" y="231"/>
                    <a:pt x="531" y="219"/>
                    <a:pt x="641" y="219"/>
                  </a:cubicBezTo>
                  <a:cubicBezTo>
                    <a:pt x="736" y="219"/>
                    <a:pt x="831" y="228"/>
                    <a:pt x="925" y="261"/>
                  </a:cubicBezTo>
                  <a:cubicBezTo>
                    <a:pt x="1160" y="341"/>
                    <a:pt x="1415" y="691"/>
                    <a:pt x="1159" y="897"/>
                  </a:cubicBezTo>
                  <a:cubicBezTo>
                    <a:pt x="1093" y="950"/>
                    <a:pt x="1013" y="972"/>
                    <a:pt x="931" y="972"/>
                  </a:cubicBezTo>
                  <a:cubicBezTo>
                    <a:pt x="774" y="972"/>
                    <a:pt x="605" y="893"/>
                    <a:pt x="493" y="805"/>
                  </a:cubicBezTo>
                  <a:cubicBezTo>
                    <a:pt x="303" y="653"/>
                    <a:pt x="185" y="439"/>
                    <a:pt x="143" y="204"/>
                  </a:cubicBezTo>
                  <a:close/>
                  <a:moveTo>
                    <a:pt x="610" y="0"/>
                  </a:moveTo>
                  <a:cubicBezTo>
                    <a:pt x="454" y="0"/>
                    <a:pt x="300" y="29"/>
                    <a:pt x="168" y="82"/>
                  </a:cubicBezTo>
                  <a:cubicBezTo>
                    <a:pt x="147" y="91"/>
                    <a:pt x="136" y="105"/>
                    <a:pt x="126" y="120"/>
                  </a:cubicBezTo>
                  <a:cubicBezTo>
                    <a:pt x="118" y="86"/>
                    <a:pt x="87" y="67"/>
                    <a:pt x="58" y="67"/>
                  </a:cubicBezTo>
                  <a:cubicBezTo>
                    <a:pt x="28" y="67"/>
                    <a:pt x="0" y="87"/>
                    <a:pt x="2" y="127"/>
                  </a:cubicBezTo>
                  <a:cubicBezTo>
                    <a:pt x="24" y="482"/>
                    <a:pt x="187" y="810"/>
                    <a:pt x="480" y="1014"/>
                  </a:cubicBezTo>
                  <a:cubicBezTo>
                    <a:pt x="610" y="1105"/>
                    <a:pt x="782" y="1164"/>
                    <a:pt x="948" y="1164"/>
                  </a:cubicBezTo>
                  <a:cubicBezTo>
                    <a:pt x="1092" y="1164"/>
                    <a:pt x="1232" y="1119"/>
                    <a:pt x="1337" y="1012"/>
                  </a:cubicBezTo>
                  <a:cubicBezTo>
                    <a:pt x="1546" y="799"/>
                    <a:pt x="1482" y="472"/>
                    <a:pt x="1301" y="268"/>
                  </a:cubicBezTo>
                  <a:cubicBezTo>
                    <a:pt x="1136" y="81"/>
                    <a:pt x="872" y="0"/>
                    <a:pt x="6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9150" lIns="91425" spcFirstLastPara="1" rIns="91425" wrap="square" tIns="291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98" name="Google Shape;398;p8"/>
            <p:cNvSpPr/>
            <p:nvPr/>
          </p:nvSpPr>
          <p:spPr>
            <a:xfrm>
              <a:off x="5698440" y="302400"/>
              <a:ext cx="62280" cy="93600"/>
            </a:xfrm>
            <a:custGeom>
              <a:rect b="b" l="l" r="r" t="t"/>
              <a:pathLst>
                <a:path extrusionOk="0" h="1863" w="1242">
                  <a:moveTo>
                    <a:pt x="444" y="199"/>
                  </a:moveTo>
                  <a:cubicBezTo>
                    <a:pt x="448" y="212"/>
                    <a:pt x="455" y="222"/>
                    <a:pt x="468" y="230"/>
                  </a:cubicBezTo>
                  <a:cubicBezTo>
                    <a:pt x="766" y="470"/>
                    <a:pt x="1242" y="1262"/>
                    <a:pt x="750" y="1514"/>
                  </a:cubicBezTo>
                  <a:cubicBezTo>
                    <a:pt x="703" y="1563"/>
                    <a:pt x="660" y="1588"/>
                    <a:pt x="620" y="1588"/>
                  </a:cubicBezTo>
                  <a:cubicBezTo>
                    <a:pt x="573" y="1588"/>
                    <a:pt x="530" y="1555"/>
                    <a:pt x="491" y="1489"/>
                  </a:cubicBezTo>
                  <a:cubicBezTo>
                    <a:pt x="437" y="1431"/>
                    <a:pt x="396" y="1364"/>
                    <a:pt x="369" y="1290"/>
                  </a:cubicBezTo>
                  <a:cubicBezTo>
                    <a:pt x="314" y="1168"/>
                    <a:pt x="295" y="1045"/>
                    <a:pt x="292" y="913"/>
                  </a:cubicBezTo>
                  <a:cubicBezTo>
                    <a:pt x="291" y="668"/>
                    <a:pt x="367" y="431"/>
                    <a:pt x="444" y="199"/>
                  </a:cubicBezTo>
                  <a:close/>
                  <a:moveTo>
                    <a:pt x="396" y="1"/>
                  </a:moveTo>
                  <a:cubicBezTo>
                    <a:pt x="363" y="1"/>
                    <a:pt x="329" y="18"/>
                    <a:pt x="314" y="57"/>
                  </a:cubicBezTo>
                  <a:cubicBezTo>
                    <a:pt x="155" y="468"/>
                    <a:pt x="0" y="927"/>
                    <a:pt x="175" y="1360"/>
                  </a:cubicBezTo>
                  <a:cubicBezTo>
                    <a:pt x="258" y="1567"/>
                    <a:pt x="483" y="1863"/>
                    <a:pt x="738" y="1863"/>
                  </a:cubicBezTo>
                  <a:cubicBezTo>
                    <a:pt x="771" y="1863"/>
                    <a:pt x="804" y="1858"/>
                    <a:pt x="838" y="1847"/>
                  </a:cubicBezTo>
                  <a:cubicBezTo>
                    <a:pt x="1141" y="1752"/>
                    <a:pt x="1170" y="1248"/>
                    <a:pt x="1141" y="998"/>
                  </a:cubicBezTo>
                  <a:cubicBezTo>
                    <a:pt x="1097" y="620"/>
                    <a:pt x="900" y="288"/>
                    <a:pt x="593" y="72"/>
                  </a:cubicBezTo>
                  <a:cubicBezTo>
                    <a:pt x="577" y="61"/>
                    <a:pt x="562" y="57"/>
                    <a:pt x="546" y="57"/>
                  </a:cubicBezTo>
                  <a:cubicBezTo>
                    <a:pt x="522" y="57"/>
                    <a:pt x="499" y="68"/>
                    <a:pt x="479" y="84"/>
                  </a:cubicBezTo>
                  <a:cubicBezTo>
                    <a:pt x="485" y="32"/>
                    <a:pt x="441" y="1"/>
                    <a:pt x="3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6800" lIns="91425" spcFirstLastPara="1" rIns="91425" wrap="square" tIns="46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99" name="Google Shape;399;p8"/>
            <p:cNvSpPr/>
            <p:nvPr/>
          </p:nvSpPr>
          <p:spPr>
            <a:xfrm>
              <a:off x="271440" y="2420280"/>
              <a:ext cx="62280" cy="93600"/>
            </a:xfrm>
            <a:custGeom>
              <a:rect b="b" l="l" r="r" t="t"/>
              <a:pathLst>
                <a:path extrusionOk="0" h="1862" w="1244">
                  <a:moveTo>
                    <a:pt x="444" y="198"/>
                  </a:moveTo>
                  <a:cubicBezTo>
                    <a:pt x="450" y="211"/>
                    <a:pt x="458" y="222"/>
                    <a:pt x="468" y="230"/>
                  </a:cubicBezTo>
                  <a:cubicBezTo>
                    <a:pt x="766" y="470"/>
                    <a:pt x="1244" y="1262"/>
                    <a:pt x="750" y="1513"/>
                  </a:cubicBezTo>
                  <a:cubicBezTo>
                    <a:pt x="704" y="1563"/>
                    <a:pt x="661" y="1588"/>
                    <a:pt x="621" y="1588"/>
                  </a:cubicBezTo>
                  <a:cubicBezTo>
                    <a:pt x="574" y="1588"/>
                    <a:pt x="531" y="1555"/>
                    <a:pt x="493" y="1489"/>
                  </a:cubicBezTo>
                  <a:cubicBezTo>
                    <a:pt x="437" y="1429"/>
                    <a:pt x="396" y="1364"/>
                    <a:pt x="369" y="1290"/>
                  </a:cubicBezTo>
                  <a:cubicBezTo>
                    <a:pt x="315" y="1167"/>
                    <a:pt x="296" y="1045"/>
                    <a:pt x="294" y="912"/>
                  </a:cubicBezTo>
                  <a:cubicBezTo>
                    <a:pt x="291" y="668"/>
                    <a:pt x="368" y="430"/>
                    <a:pt x="444" y="198"/>
                  </a:cubicBezTo>
                  <a:close/>
                  <a:moveTo>
                    <a:pt x="397" y="1"/>
                  </a:moveTo>
                  <a:cubicBezTo>
                    <a:pt x="363" y="1"/>
                    <a:pt x="329" y="18"/>
                    <a:pt x="314" y="58"/>
                  </a:cubicBezTo>
                  <a:cubicBezTo>
                    <a:pt x="155" y="469"/>
                    <a:pt x="1" y="926"/>
                    <a:pt x="175" y="1358"/>
                  </a:cubicBezTo>
                  <a:cubicBezTo>
                    <a:pt x="258" y="1566"/>
                    <a:pt x="483" y="1862"/>
                    <a:pt x="739" y="1862"/>
                  </a:cubicBezTo>
                  <a:cubicBezTo>
                    <a:pt x="772" y="1862"/>
                    <a:pt x="806" y="1857"/>
                    <a:pt x="840" y="1846"/>
                  </a:cubicBezTo>
                  <a:cubicBezTo>
                    <a:pt x="1142" y="1752"/>
                    <a:pt x="1170" y="1248"/>
                    <a:pt x="1142" y="997"/>
                  </a:cubicBezTo>
                  <a:cubicBezTo>
                    <a:pt x="1099" y="620"/>
                    <a:pt x="901" y="289"/>
                    <a:pt x="593" y="73"/>
                  </a:cubicBezTo>
                  <a:cubicBezTo>
                    <a:pt x="577" y="62"/>
                    <a:pt x="561" y="57"/>
                    <a:pt x="545" y="57"/>
                  </a:cubicBezTo>
                  <a:cubicBezTo>
                    <a:pt x="521" y="57"/>
                    <a:pt x="498" y="68"/>
                    <a:pt x="480" y="83"/>
                  </a:cubicBezTo>
                  <a:cubicBezTo>
                    <a:pt x="485" y="32"/>
                    <a:pt x="442" y="1"/>
                    <a:pt x="3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6800" lIns="91425" spcFirstLastPara="1" rIns="91425" wrap="square" tIns="46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00" name="Google Shape;400;p8"/>
            <p:cNvSpPr/>
            <p:nvPr/>
          </p:nvSpPr>
          <p:spPr>
            <a:xfrm>
              <a:off x="422280" y="2157840"/>
              <a:ext cx="111600" cy="101880"/>
            </a:xfrm>
            <a:custGeom>
              <a:rect b="b" l="l" r="r" t="t"/>
              <a:pathLst>
                <a:path extrusionOk="0" h="2032" w="2225">
                  <a:moveTo>
                    <a:pt x="1777" y="1"/>
                  </a:moveTo>
                  <a:cubicBezTo>
                    <a:pt x="1512" y="1"/>
                    <a:pt x="1080" y="187"/>
                    <a:pt x="993" y="240"/>
                  </a:cubicBezTo>
                  <a:cubicBezTo>
                    <a:pt x="558" y="507"/>
                    <a:pt x="1" y="1085"/>
                    <a:pt x="206" y="1650"/>
                  </a:cubicBezTo>
                  <a:cubicBezTo>
                    <a:pt x="307" y="1926"/>
                    <a:pt x="530" y="2031"/>
                    <a:pt x="773" y="2031"/>
                  </a:cubicBezTo>
                  <a:cubicBezTo>
                    <a:pt x="1000" y="2031"/>
                    <a:pt x="1244" y="1939"/>
                    <a:pt x="1422" y="1808"/>
                  </a:cubicBezTo>
                  <a:cubicBezTo>
                    <a:pt x="1917" y="1445"/>
                    <a:pt x="2216" y="826"/>
                    <a:pt x="2224" y="218"/>
                  </a:cubicBezTo>
                  <a:cubicBezTo>
                    <a:pt x="2225" y="142"/>
                    <a:pt x="2172" y="105"/>
                    <a:pt x="2116" y="105"/>
                  </a:cubicBezTo>
                  <a:cubicBezTo>
                    <a:pt x="2063" y="105"/>
                    <a:pt x="2009" y="137"/>
                    <a:pt x="1996" y="201"/>
                  </a:cubicBezTo>
                  <a:cubicBezTo>
                    <a:pt x="1995" y="206"/>
                    <a:pt x="1992" y="212"/>
                    <a:pt x="1990" y="219"/>
                  </a:cubicBezTo>
                  <a:cubicBezTo>
                    <a:pt x="1961" y="569"/>
                    <a:pt x="1870" y="895"/>
                    <a:pt x="1673" y="1191"/>
                  </a:cubicBezTo>
                  <a:cubicBezTo>
                    <a:pt x="1513" y="1429"/>
                    <a:pt x="1179" y="1795"/>
                    <a:pt x="843" y="1795"/>
                  </a:cubicBezTo>
                  <a:cubicBezTo>
                    <a:pt x="806" y="1795"/>
                    <a:pt x="769" y="1790"/>
                    <a:pt x="732" y="1781"/>
                  </a:cubicBezTo>
                  <a:cubicBezTo>
                    <a:pt x="157" y="1629"/>
                    <a:pt x="587" y="979"/>
                    <a:pt x="831" y="735"/>
                  </a:cubicBezTo>
                  <a:cubicBezTo>
                    <a:pt x="897" y="669"/>
                    <a:pt x="1525" y="202"/>
                    <a:pt x="1756" y="202"/>
                  </a:cubicBezTo>
                  <a:cubicBezTo>
                    <a:pt x="1798" y="202"/>
                    <a:pt x="1827" y="217"/>
                    <a:pt x="1837" y="253"/>
                  </a:cubicBezTo>
                  <a:cubicBezTo>
                    <a:pt x="1847" y="285"/>
                    <a:pt x="1875" y="301"/>
                    <a:pt x="1903" y="301"/>
                  </a:cubicBezTo>
                  <a:cubicBezTo>
                    <a:pt x="1931" y="301"/>
                    <a:pt x="1959" y="285"/>
                    <a:pt x="1969" y="253"/>
                  </a:cubicBezTo>
                  <a:cubicBezTo>
                    <a:pt x="1975" y="235"/>
                    <a:pt x="1979" y="216"/>
                    <a:pt x="1983" y="199"/>
                  </a:cubicBezTo>
                  <a:cubicBezTo>
                    <a:pt x="2009" y="52"/>
                    <a:pt x="1916" y="1"/>
                    <a:pt x="17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1100" lIns="91425" spcFirstLastPara="1" rIns="91425" wrap="square" tIns="51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401" name="Google Shape;401;p8"/>
          <p:cNvSpPr txBox="1"/>
          <p:nvPr>
            <p:ph idx="1"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 rotWithShape="1">
          <a:blip r:embed="rId1">
            <a:alphaModFix amt="50000"/>
          </a:blip>
          <a:srcRect b="0" l="0" r="0" t="0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/>
          <p:nvPr>
            <p:ph type="title"/>
          </p:nvPr>
        </p:nvSpPr>
        <p:spPr>
          <a:xfrm>
            <a:off x="1399680" y="1119960"/>
            <a:ext cx="6344280" cy="247608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grpSp>
        <p:nvGrpSpPr>
          <p:cNvPr id="8" name="Google Shape;8;p1"/>
          <p:cNvGrpSpPr/>
          <p:nvPr/>
        </p:nvGrpSpPr>
        <p:grpSpPr>
          <a:xfrm>
            <a:off x="173520" y="164520"/>
            <a:ext cx="8738640" cy="4841640"/>
            <a:chOff x="173520" y="164520"/>
            <a:chExt cx="8738640" cy="4841640"/>
          </a:xfrm>
        </p:grpSpPr>
        <p:grpSp>
          <p:nvGrpSpPr>
            <p:cNvPr id="9" name="Google Shape;9;p1"/>
            <p:cNvGrpSpPr/>
            <p:nvPr/>
          </p:nvGrpSpPr>
          <p:grpSpPr>
            <a:xfrm>
              <a:off x="173520" y="164520"/>
              <a:ext cx="8626680" cy="4744800"/>
              <a:chOff x="173520" y="164520"/>
              <a:chExt cx="8626680" cy="4744800"/>
            </a:xfrm>
          </p:grpSpPr>
          <p:sp>
            <p:nvSpPr>
              <p:cNvPr id="10" name="Google Shape;10;p1"/>
              <p:cNvSpPr/>
              <p:nvPr/>
            </p:nvSpPr>
            <p:spPr>
              <a:xfrm>
                <a:off x="173520" y="359280"/>
                <a:ext cx="73440" cy="96480"/>
              </a:xfrm>
              <a:custGeom>
                <a:rect b="b" l="l" r="r" t="t"/>
                <a:pathLst>
                  <a:path extrusionOk="0" h="1921" w="1467">
                    <a:moveTo>
                      <a:pt x="828" y="0"/>
                    </a:moveTo>
                    <a:cubicBezTo>
                      <a:pt x="743" y="0"/>
                      <a:pt x="671" y="41"/>
                      <a:pt x="655" y="136"/>
                    </a:cubicBezTo>
                    <a:cubicBezTo>
                      <a:pt x="649" y="167"/>
                      <a:pt x="649" y="204"/>
                      <a:pt x="658" y="248"/>
                    </a:cubicBezTo>
                    <a:cubicBezTo>
                      <a:pt x="665" y="289"/>
                      <a:pt x="694" y="307"/>
                      <a:pt x="727" y="307"/>
                    </a:cubicBezTo>
                    <a:cubicBezTo>
                      <a:pt x="763" y="307"/>
                      <a:pt x="803" y="284"/>
                      <a:pt x="818" y="248"/>
                    </a:cubicBezTo>
                    <a:cubicBezTo>
                      <a:pt x="827" y="224"/>
                      <a:pt x="839" y="214"/>
                      <a:pt x="851" y="214"/>
                    </a:cubicBezTo>
                    <a:cubicBezTo>
                      <a:pt x="924" y="214"/>
                      <a:pt x="1035" y="573"/>
                      <a:pt x="1038" y="573"/>
                    </a:cubicBezTo>
                    <a:cubicBezTo>
                      <a:pt x="1038" y="573"/>
                      <a:pt x="1038" y="573"/>
                      <a:pt x="1038" y="572"/>
                    </a:cubicBezTo>
                    <a:lnTo>
                      <a:pt x="1038" y="572"/>
                    </a:lnTo>
                    <a:cubicBezTo>
                      <a:pt x="1070" y="711"/>
                      <a:pt x="1094" y="854"/>
                      <a:pt x="1101" y="995"/>
                    </a:cubicBezTo>
                    <a:cubicBezTo>
                      <a:pt x="1113" y="1220"/>
                      <a:pt x="1014" y="1716"/>
                      <a:pt x="747" y="1716"/>
                    </a:cubicBezTo>
                    <a:cubicBezTo>
                      <a:pt x="678" y="1716"/>
                      <a:pt x="598" y="1683"/>
                      <a:pt x="506" y="1604"/>
                    </a:cubicBezTo>
                    <a:cubicBezTo>
                      <a:pt x="116" y="1268"/>
                      <a:pt x="380" y="496"/>
                      <a:pt x="591" y="144"/>
                    </a:cubicBezTo>
                    <a:cubicBezTo>
                      <a:pt x="594" y="137"/>
                      <a:pt x="598" y="130"/>
                      <a:pt x="600" y="123"/>
                    </a:cubicBezTo>
                    <a:cubicBezTo>
                      <a:pt x="615" y="71"/>
                      <a:pt x="568" y="27"/>
                      <a:pt x="519" y="27"/>
                    </a:cubicBezTo>
                    <a:cubicBezTo>
                      <a:pt x="495" y="27"/>
                      <a:pt x="471" y="38"/>
                      <a:pt x="454" y="63"/>
                    </a:cubicBezTo>
                    <a:cubicBezTo>
                      <a:pt x="182" y="479"/>
                      <a:pt x="0" y="1070"/>
                      <a:pt x="213" y="1550"/>
                    </a:cubicBezTo>
                    <a:cubicBezTo>
                      <a:pt x="316" y="1781"/>
                      <a:pt x="520" y="1921"/>
                      <a:pt x="733" y="1921"/>
                    </a:cubicBezTo>
                    <a:cubicBezTo>
                      <a:pt x="868" y="1921"/>
                      <a:pt x="1006" y="1864"/>
                      <a:pt x="1124" y="1740"/>
                    </a:cubicBezTo>
                    <a:cubicBezTo>
                      <a:pt x="1467" y="1377"/>
                      <a:pt x="1361" y="613"/>
                      <a:pt x="1155" y="204"/>
                    </a:cubicBezTo>
                    <a:cubicBezTo>
                      <a:pt x="1092" y="80"/>
                      <a:pt x="946" y="0"/>
                      <a:pt x="82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8225" lIns="91425" spcFirstLastPara="1" rIns="91425" wrap="square" tIns="482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1" name="Google Shape;11;p1"/>
              <p:cNvSpPr/>
              <p:nvPr/>
            </p:nvSpPr>
            <p:spPr>
              <a:xfrm>
                <a:off x="226800" y="1990080"/>
                <a:ext cx="73440" cy="96480"/>
              </a:xfrm>
              <a:custGeom>
                <a:rect b="b" l="l" r="r" t="t"/>
                <a:pathLst>
                  <a:path extrusionOk="0" h="1921" w="1468">
                    <a:moveTo>
                      <a:pt x="827" y="1"/>
                    </a:moveTo>
                    <a:cubicBezTo>
                      <a:pt x="742" y="1"/>
                      <a:pt x="671" y="41"/>
                      <a:pt x="654" y="136"/>
                    </a:cubicBezTo>
                    <a:cubicBezTo>
                      <a:pt x="648" y="166"/>
                      <a:pt x="648" y="204"/>
                      <a:pt x="657" y="248"/>
                    </a:cubicBezTo>
                    <a:cubicBezTo>
                      <a:pt x="665" y="289"/>
                      <a:pt x="694" y="306"/>
                      <a:pt x="726" y="306"/>
                    </a:cubicBezTo>
                    <a:cubicBezTo>
                      <a:pt x="763" y="306"/>
                      <a:pt x="803" y="283"/>
                      <a:pt x="817" y="248"/>
                    </a:cubicBezTo>
                    <a:cubicBezTo>
                      <a:pt x="826" y="224"/>
                      <a:pt x="838" y="214"/>
                      <a:pt x="850" y="214"/>
                    </a:cubicBezTo>
                    <a:cubicBezTo>
                      <a:pt x="923" y="214"/>
                      <a:pt x="1035" y="573"/>
                      <a:pt x="1037" y="573"/>
                    </a:cubicBezTo>
                    <a:cubicBezTo>
                      <a:pt x="1037" y="573"/>
                      <a:pt x="1037" y="573"/>
                      <a:pt x="1037" y="572"/>
                    </a:cubicBezTo>
                    <a:lnTo>
                      <a:pt x="1037" y="572"/>
                    </a:lnTo>
                    <a:cubicBezTo>
                      <a:pt x="1071" y="710"/>
                      <a:pt x="1093" y="853"/>
                      <a:pt x="1100" y="993"/>
                    </a:cubicBezTo>
                    <a:cubicBezTo>
                      <a:pt x="1112" y="1219"/>
                      <a:pt x="1013" y="1715"/>
                      <a:pt x="746" y="1715"/>
                    </a:cubicBezTo>
                    <a:cubicBezTo>
                      <a:pt x="677" y="1715"/>
                      <a:pt x="597" y="1682"/>
                      <a:pt x="505" y="1603"/>
                    </a:cubicBezTo>
                    <a:cubicBezTo>
                      <a:pt x="116" y="1268"/>
                      <a:pt x="379" y="496"/>
                      <a:pt x="590" y="143"/>
                    </a:cubicBezTo>
                    <a:cubicBezTo>
                      <a:pt x="593" y="136"/>
                      <a:pt x="597" y="129"/>
                      <a:pt x="599" y="122"/>
                    </a:cubicBezTo>
                    <a:cubicBezTo>
                      <a:pt x="614" y="70"/>
                      <a:pt x="567" y="27"/>
                      <a:pt x="520" y="27"/>
                    </a:cubicBezTo>
                    <a:cubicBezTo>
                      <a:pt x="496" y="27"/>
                      <a:pt x="471" y="38"/>
                      <a:pt x="454" y="64"/>
                    </a:cubicBezTo>
                    <a:cubicBezTo>
                      <a:pt x="181" y="478"/>
                      <a:pt x="1" y="1070"/>
                      <a:pt x="213" y="1550"/>
                    </a:cubicBezTo>
                    <a:cubicBezTo>
                      <a:pt x="315" y="1781"/>
                      <a:pt x="519" y="1920"/>
                      <a:pt x="731" y="1920"/>
                    </a:cubicBezTo>
                    <a:cubicBezTo>
                      <a:pt x="866" y="1920"/>
                      <a:pt x="1005" y="1864"/>
                      <a:pt x="1123" y="1739"/>
                    </a:cubicBezTo>
                    <a:cubicBezTo>
                      <a:pt x="1467" y="1376"/>
                      <a:pt x="1361" y="612"/>
                      <a:pt x="1156" y="204"/>
                    </a:cubicBezTo>
                    <a:cubicBezTo>
                      <a:pt x="1092" y="80"/>
                      <a:pt x="946" y="1"/>
                      <a:pt x="82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8225" lIns="91425" spcFirstLastPara="1" rIns="91425" wrap="square" tIns="482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2" name="Google Shape;12;p1"/>
              <p:cNvSpPr/>
              <p:nvPr/>
            </p:nvSpPr>
            <p:spPr>
              <a:xfrm>
                <a:off x="8722800" y="3511080"/>
                <a:ext cx="73440" cy="96480"/>
              </a:xfrm>
              <a:custGeom>
                <a:rect b="b" l="l" r="r" t="t"/>
                <a:pathLst>
                  <a:path extrusionOk="0" h="1921" w="1468">
                    <a:moveTo>
                      <a:pt x="828" y="1"/>
                    </a:moveTo>
                    <a:cubicBezTo>
                      <a:pt x="743" y="1"/>
                      <a:pt x="671" y="42"/>
                      <a:pt x="654" y="137"/>
                    </a:cubicBezTo>
                    <a:cubicBezTo>
                      <a:pt x="648" y="166"/>
                      <a:pt x="648" y="203"/>
                      <a:pt x="657" y="249"/>
                    </a:cubicBezTo>
                    <a:cubicBezTo>
                      <a:pt x="665" y="290"/>
                      <a:pt x="694" y="307"/>
                      <a:pt x="726" y="307"/>
                    </a:cubicBezTo>
                    <a:cubicBezTo>
                      <a:pt x="763" y="307"/>
                      <a:pt x="802" y="284"/>
                      <a:pt x="817" y="249"/>
                    </a:cubicBezTo>
                    <a:cubicBezTo>
                      <a:pt x="826" y="225"/>
                      <a:pt x="838" y="214"/>
                      <a:pt x="850" y="214"/>
                    </a:cubicBezTo>
                    <a:cubicBezTo>
                      <a:pt x="923" y="214"/>
                      <a:pt x="1034" y="572"/>
                      <a:pt x="1036" y="572"/>
                    </a:cubicBezTo>
                    <a:cubicBezTo>
                      <a:pt x="1036" y="572"/>
                      <a:pt x="1036" y="572"/>
                      <a:pt x="1036" y="572"/>
                    </a:cubicBezTo>
                    <a:lnTo>
                      <a:pt x="1036" y="572"/>
                    </a:lnTo>
                    <a:cubicBezTo>
                      <a:pt x="1070" y="711"/>
                      <a:pt x="1093" y="854"/>
                      <a:pt x="1100" y="994"/>
                    </a:cubicBezTo>
                    <a:cubicBezTo>
                      <a:pt x="1111" y="1219"/>
                      <a:pt x="1013" y="1715"/>
                      <a:pt x="746" y="1715"/>
                    </a:cubicBezTo>
                    <a:cubicBezTo>
                      <a:pt x="677" y="1715"/>
                      <a:pt x="597" y="1682"/>
                      <a:pt x="505" y="1603"/>
                    </a:cubicBezTo>
                    <a:cubicBezTo>
                      <a:pt x="115" y="1269"/>
                      <a:pt x="379" y="497"/>
                      <a:pt x="590" y="144"/>
                    </a:cubicBezTo>
                    <a:cubicBezTo>
                      <a:pt x="593" y="137"/>
                      <a:pt x="597" y="130"/>
                      <a:pt x="599" y="123"/>
                    </a:cubicBezTo>
                    <a:cubicBezTo>
                      <a:pt x="614" y="71"/>
                      <a:pt x="567" y="28"/>
                      <a:pt x="519" y="28"/>
                    </a:cubicBezTo>
                    <a:cubicBezTo>
                      <a:pt x="495" y="28"/>
                      <a:pt x="471" y="38"/>
                      <a:pt x="454" y="64"/>
                    </a:cubicBezTo>
                    <a:cubicBezTo>
                      <a:pt x="180" y="478"/>
                      <a:pt x="0" y="1071"/>
                      <a:pt x="213" y="1550"/>
                    </a:cubicBezTo>
                    <a:cubicBezTo>
                      <a:pt x="315" y="1782"/>
                      <a:pt x="519" y="1920"/>
                      <a:pt x="731" y="1920"/>
                    </a:cubicBezTo>
                    <a:cubicBezTo>
                      <a:pt x="866" y="1920"/>
                      <a:pt x="1005" y="1864"/>
                      <a:pt x="1123" y="1739"/>
                    </a:cubicBezTo>
                    <a:cubicBezTo>
                      <a:pt x="1467" y="1377"/>
                      <a:pt x="1361" y="613"/>
                      <a:pt x="1155" y="203"/>
                    </a:cubicBezTo>
                    <a:cubicBezTo>
                      <a:pt x="1092" y="80"/>
                      <a:pt x="947" y="1"/>
                      <a:pt x="82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8225" lIns="91425" spcFirstLastPara="1" rIns="91425" wrap="square" tIns="482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3" name="Google Shape;13;p1"/>
              <p:cNvSpPr/>
              <p:nvPr/>
            </p:nvSpPr>
            <p:spPr>
              <a:xfrm>
                <a:off x="6192720" y="334080"/>
                <a:ext cx="77400" cy="58320"/>
              </a:xfrm>
              <a:custGeom>
                <a:rect b="b" l="l" r="r" t="t"/>
                <a:pathLst>
                  <a:path extrusionOk="0" h="1165" w="1546">
                    <a:moveTo>
                      <a:pt x="140" y="205"/>
                    </a:moveTo>
                    <a:lnTo>
                      <a:pt x="140" y="205"/>
                    </a:lnTo>
                    <a:cubicBezTo>
                      <a:pt x="152" y="216"/>
                      <a:pt x="168" y="223"/>
                      <a:pt x="188" y="226"/>
                    </a:cubicBezTo>
                    <a:cubicBezTo>
                      <a:pt x="228" y="230"/>
                      <a:pt x="269" y="232"/>
                      <a:pt x="309" y="232"/>
                    </a:cubicBezTo>
                    <a:cubicBezTo>
                      <a:pt x="419" y="232"/>
                      <a:pt x="530" y="220"/>
                      <a:pt x="639" y="220"/>
                    </a:cubicBezTo>
                    <a:cubicBezTo>
                      <a:pt x="734" y="220"/>
                      <a:pt x="829" y="229"/>
                      <a:pt x="923" y="262"/>
                    </a:cubicBezTo>
                    <a:cubicBezTo>
                      <a:pt x="1159" y="342"/>
                      <a:pt x="1414" y="691"/>
                      <a:pt x="1157" y="897"/>
                    </a:cubicBezTo>
                    <a:cubicBezTo>
                      <a:pt x="1091" y="950"/>
                      <a:pt x="1012" y="972"/>
                      <a:pt x="929" y="972"/>
                    </a:cubicBezTo>
                    <a:cubicBezTo>
                      <a:pt x="772" y="972"/>
                      <a:pt x="604" y="893"/>
                      <a:pt x="491" y="804"/>
                    </a:cubicBezTo>
                    <a:cubicBezTo>
                      <a:pt x="301" y="654"/>
                      <a:pt x="182" y="440"/>
                      <a:pt x="140" y="205"/>
                    </a:cubicBezTo>
                    <a:close/>
                    <a:moveTo>
                      <a:pt x="607" y="0"/>
                    </a:moveTo>
                    <a:cubicBezTo>
                      <a:pt x="452" y="0"/>
                      <a:pt x="298" y="29"/>
                      <a:pt x="168" y="82"/>
                    </a:cubicBezTo>
                    <a:cubicBezTo>
                      <a:pt x="147" y="92"/>
                      <a:pt x="134" y="106"/>
                      <a:pt x="126" y="121"/>
                    </a:cubicBezTo>
                    <a:cubicBezTo>
                      <a:pt x="118" y="87"/>
                      <a:pt x="87" y="69"/>
                      <a:pt x="58" y="69"/>
                    </a:cubicBezTo>
                    <a:cubicBezTo>
                      <a:pt x="28" y="69"/>
                      <a:pt x="0" y="88"/>
                      <a:pt x="2" y="128"/>
                    </a:cubicBezTo>
                    <a:cubicBezTo>
                      <a:pt x="24" y="483"/>
                      <a:pt x="186" y="812"/>
                      <a:pt x="480" y="1016"/>
                    </a:cubicBezTo>
                    <a:cubicBezTo>
                      <a:pt x="609" y="1106"/>
                      <a:pt x="781" y="1165"/>
                      <a:pt x="947" y="1165"/>
                    </a:cubicBezTo>
                    <a:cubicBezTo>
                      <a:pt x="1091" y="1165"/>
                      <a:pt x="1232" y="1120"/>
                      <a:pt x="1337" y="1013"/>
                    </a:cubicBezTo>
                    <a:cubicBezTo>
                      <a:pt x="1545" y="800"/>
                      <a:pt x="1482" y="471"/>
                      <a:pt x="1300" y="269"/>
                    </a:cubicBezTo>
                    <a:cubicBezTo>
                      <a:pt x="1135" y="82"/>
                      <a:pt x="869" y="0"/>
                      <a:pt x="60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29150" lIns="91425" spcFirstLastPara="1" rIns="91425" wrap="square" tIns="291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4" name="Google Shape;14;p1"/>
              <p:cNvSpPr/>
              <p:nvPr/>
            </p:nvSpPr>
            <p:spPr>
              <a:xfrm>
                <a:off x="308880" y="2639520"/>
                <a:ext cx="77400" cy="58320"/>
              </a:xfrm>
              <a:custGeom>
                <a:rect b="b" l="l" r="r" t="t"/>
                <a:pathLst>
                  <a:path extrusionOk="0" h="1165" w="1545">
                    <a:moveTo>
                      <a:pt x="142" y="204"/>
                    </a:moveTo>
                    <a:cubicBezTo>
                      <a:pt x="154" y="217"/>
                      <a:pt x="170" y="224"/>
                      <a:pt x="190" y="225"/>
                    </a:cubicBezTo>
                    <a:cubicBezTo>
                      <a:pt x="232" y="230"/>
                      <a:pt x="275" y="232"/>
                      <a:pt x="317" y="232"/>
                    </a:cubicBezTo>
                    <a:cubicBezTo>
                      <a:pt x="426" y="232"/>
                      <a:pt x="535" y="220"/>
                      <a:pt x="643" y="220"/>
                    </a:cubicBezTo>
                    <a:cubicBezTo>
                      <a:pt x="738" y="220"/>
                      <a:pt x="832" y="229"/>
                      <a:pt x="925" y="261"/>
                    </a:cubicBezTo>
                    <a:cubicBezTo>
                      <a:pt x="1161" y="343"/>
                      <a:pt x="1416" y="691"/>
                      <a:pt x="1159" y="897"/>
                    </a:cubicBezTo>
                    <a:cubicBezTo>
                      <a:pt x="1092" y="951"/>
                      <a:pt x="1012" y="972"/>
                      <a:pt x="930" y="972"/>
                    </a:cubicBezTo>
                    <a:cubicBezTo>
                      <a:pt x="773" y="972"/>
                      <a:pt x="606" y="893"/>
                      <a:pt x="493" y="805"/>
                    </a:cubicBezTo>
                    <a:cubicBezTo>
                      <a:pt x="303" y="655"/>
                      <a:pt x="184" y="441"/>
                      <a:pt x="142" y="204"/>
                    </a:cubicBezTo>
                    <a:close/>
                    <a:moveTo>
                      <a:pt x="611" y="0"/>
                    </a:moveTo>
                    <a:cubicBezTo>
                      <a:pt x="455" y="0"/>
                      <a:pt x="300" y="29"/>
                      <a:pt x="169" y="82"/>
                    </a:cubicBezTo>
                    <a:cubicBezTo>
                      <a:pt x="147" y="91"/>
                      <a:pt x="135" y="105"/>
                      <a:pt x="126" y="120"/>
                    </a:cubicBezTo>
                    <a:cubicBezTo>
                      <a:pt x="118" y="86"/>
                      <a:pt x="88" y="68"/>
                      <a:pt x="59" y="68"/>
                    </a:cubicBezTo>
                    <a:cubicBezTo>
                      <a:pt x="29" y="68"/>
                      <a:pt x="1" y="87"/>
                      <a:pt x="3" y="127"/>
                    </a:cubicBezTo>
                    <a:cubicBezTo>
                      <a:pt x="24" y="482"/>
                      <a:pt x="187" y="812"/>
                      <a:pt x="480" y="1016"/>
                    </a:cubicBezTo>
                    <a:cubicBezTo>
                      <a:pt x="610" y="1105"/>
                      <a:pt x="781" y="1164"/>
                      <a:pt x="947" y="1164"/>
                    </a:cubicBezTo>
                    <a:cubicBezTo>
                      <a:pt x="1092" y="1164"/>
                      <a:pt x="1232" y="1120"/>
                      <a:pt x="1338" y="1012"/>
                    </a:cubicBezTo>
                    <a:cubicBezTo>
                      <a:pt x="1545" y="799"/>
                      <a:pt x="1481" y="472"/>
                      <a:pt x="1301" y="268"/>
                    </a:cubicBezTo>
                    <a:cubicBezTo>
                      <a:pt x="1137" y="81"/>
                      <a:pt x="872" y="0"/>
                      <a:pt x="61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29150" lIns="91425" spcFirstLastPara="1" rIns="91425" wrap="square" tIns="291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5" name="Google Shape;15;p1"/>
              <p:cNvSpPr/>
              <p:nvPr/>
            </p:nvSpPr>
            <p:spPr>
              <a:xfrm>
                <a:off x="8722800" y="3337560"/>
                <a:ext cx="77400" cy="58320"/>
              </a:xfrm>
              <a:custGeom>
                <a:rect b="b" l="l" r="r" t="t"/>
                <a:pathLst>
                  <a:path extrusionOk="0" h="1166" w="1546">
                    <a:moveTo>
                      <a:pt x="142" y="206"/>
                    </a:moveTo>
                    <a:lnTo>
                      <a:pt x="142" y="206"/>
                    </a:lnTo>
                    <a:cubicBezTo>
                      <a:pt x="155" y="217"/>
                      <a:pt x="171" y="224"/>
                      <a:pt x="191" y="227"/>
                    </a:cubicBezTo>
                    <a:cubicBezTo>
                      <a:pt x="231" y="231"/>
                      <a:pt x="271" y="232"/>
                      <a:pt x="311" y="232"/>
                    </a:cubicBezTo>
                    <a:cubicBezTo>
                      <a:pt x="422" y="232"/>
                      <a:pt x="532" y="221"/>
                      <a:pt x="642" y="221"/>
                    </a:cubicBezTo>
                    <a:cubicBezTo>
                      <a:pt x="737" y="221"/>
                      <a:pt x="832" y="230"/>
                      <a:pt x="926" y="262"/>
                    </a:cubicBezTo>
                    <a:cubicBezTo>
                      <a:pt x="1161" y="343"/>
                      <a:pt x="1416" y="692"/>
                      <a:pt x="1160" y="897"/>
                    </a:cubicBezTo>
                    <a:cubicBezTo>
                      <a:pt x="1093" y="951"/>
                      <a:pt x="1013" y="972"/>
                      <a:pt x="931" y="972"/>
                    </a:cubicBezTo>
                    <a:cubicBezTo>
                      <a:pt x="774" y="972"/>
                      <a:pt x="606" y="893"/>
                      <a:pt x="494" y="805"/>
                    </a:cubicBezTo>
                    <a:cubicBezTo>
                      <a:pt x="304" y="655"/>
                      <a:pt x="185" y="441"/>
                      <a:pt x="142" y="206"/>
                    </a:cubicBezTo>
                    <a:close/>
                    <a:moveTo>
                      <a:pt x="609" y="1"/>
                    </a:moveTo>
                    <a:cubicBezTo>
                      <a:pt x="453" y="1"/>
                      <a:pt x="299" y="29"/>
                      <a:pt x="169" y="82"/>
                    </a:cubicBezTo>
                    <a:cubicBezTo>
                      <a:pt x="148" y="91"/>
                      <a:pt x="135" y="106"/>
                      <a:pt x="127" y="122"/>
                    </a:cubicBezTo>
                    <a:cubicBezTo>
                      <a:pt x="119" y="87"/>
                      <a:pt x="88" y="69"/>
                      <a:pt x="59" y="69"/>
                    </a:cubicBezTo>
                    <a:cubicBezTo>
                      <a:pt x="29" y="69"/>
                      <a:pt x="1" y="88"/>
                      <a:pt x="2" y="129"/>
                    </a:cubicBezTo>
                    <a:cubicBezTo>
                      <a:pt x="25" y="483"/>
                      <a:pt x="188" y="812"/>
                      <a:pt x="481" y="1016"/>
                    </a:cubicBezTo>
                    <a:cubicBezTo>
                      <a:pt x="610" y="1106"/>
                      <a:pt x="781" y="1165"/>
                      <a:pt x="947" y="1165"/>
                    </a:cubicBezTo>
                    <a:cubicBezTo>
                      <a:pt x="1092" y="1165"/>
                      <a:pt x="1233" y="1120"/>
                      <a:pt x="1338" y="1012"/>
                    </a:cubicBezTo>
                    <a:cubicBezTo>
                      <a:pt x="1545" y="799"/>
                      <a:pt x="1482" y="472"/>
                      <a:pt x="1302" y="268"/>
                    </a:cubicBezTo>
                    <a:cubicBezTo>
                      <a:pt x="1137" y="82"/>
                      <a:pt x="871" y="1"/>
                      <a:pt x="60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29150" lIns="91425" spcFirstLastPara="1" rIns="91425" wrap="square" tIns="291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6" name="Google Shape;16;p1"/>
              <p:cNvSpPr/>
              <p:nvPr/>
            </p:nvSpPr>
            <p:spPr>
              <a:xfrm>
                <a:off x="8606160" y="1990080"/>
                <a:ext cx="77400" cy="58320"/>
              </a:xfrm>
              <a:custGeom>
                <a:rect b="b" l="l" r="r" t="t"/>
                <a:pathLst>
                  <a:path extrusionOk="0" h="1165" w="1546">
                    <a:moveTo>
                      <a:pt x="142" y="206"/>
                    </a:moveTo>
                    <a:lnTo>
                      <a:pt x="142" y="206"/>
                    </a:lnTo>
                    <a:cubicBezTo>
                      <a:pt x="155" y="218"/>
                      <a:pt x="171" y="225"/>
                      <a:pt x="191" y="227"/>
                    </a:cubicBezTo>
                    <a:cubicBezTo>
                      <a:pt x="233" y="231"/>
                      <a:pt x="275" y="233"/>
                      <a:pt x="318" y="233"/>
                    </a:cubicBezTo>
                    <a:cubicBezTo>
                      <a:pt x="427" y="233"/>
                      <a:pt x="535" y="222"/>
                      <a:pt x="643" y="222"/>
                    </a:cubicBezTo>
                    <a:cubicBezTo>
                      <a:pt x="737" y="222"/>
                      <a:pt x="831" y="230"/>
                      <a:pt x="925" y="262"/>
                    </a:cubicBezTo>
                    <a:cubicBezTo>
                      <a:pt x="1161" y="344"/>
                      <a:pt x="1416" y="693"/>
                      <a:pt x="1159" y="898"/>
                    </a:cubicBezTo>
                    <a:cubicBezTo>
                      <a:pt x="1092" y="951"/>
                      <a:pt x="1013" y="973"/>
                      <a:pt x="931" y="973"/>
                    </a:cubicBezTo>
                    <a:cubicBezTo>
                      <a:pt x="774" y="973"/>
                      <a:pt x="606" y="894"/>
                      <a:pt x="493" y="806"/>
                    </a:cubicBezTo>
                    <a:cubicBezTo>
                      <a:pt x="304" y="656"/>
                      <a:pt x="185" y="442"/>
                      <a:pt x="142" y="206"/>
                    </a:cubicBezTo>
                    <a:close/>
                    <a:moveTo>
                      <a:pt x="609" y="1"/>
                    </a:moveTo>
                    <a:cubicBezTo>
                      <a:pt x="454" y="1"/>
                      <a:pt x="300" y="29"/>
                      <a:pt x="169" y="82"/>
                    </a:cubicBezTo>
                    <a:cubicBezTo>
                      <a:pt x="148" y="91"/>
                      <a:pt x="135" y="105"/>
                      <a:pt x="127" y="120"/>
                    </a:cubicBezTo>
                    <a:cubicBezTo>
                      <a:pt x="119" y="86"/>
                      <a:pt x="88" y="68"/>
                      <a:pt x="59" y="68"/>
                    </a:cubicBezTo>
                    <a:cubicBezTo>
                      <a:pt x="29" y="68"/>
                      <a:pt x="1" y="87"/>
                      <a:pt x="2" y="128"/>
                    </a:cubicBezTo>
                    <a:cubicBezTo>
                      <a:pt x="23" y="482"/>
                      <a:pt x="186" y="812"/>
                      <a:pt x="481" y="1016"/>
                    </a:cubicBezTo>
                    <a:cubicBezTo>
                      <a:pt x="611" y="1106"/>
                      <a:pt x="782" y="1165"/>
                      <a:pt x="948" y="1165"/>
                    </a:cubicBezTo>
                    <a:cubicBezTo>
                      <a:pt x="1093" y="1165"/>
                      <a:pt x="1233" y="1120"/>
                      <a:pt x="1339" y="1012"/>
                    </a:cubicBezTo>
                    <a:cubicBezTo>
                      <a:pt x="1545" y="799"/>
                      <a:pt x="1482" y="472"/>
                      <a:pt x="1300" y="268"/>
                    </a:cubicBezTo>
                    <a:cubicBezTo>
                      <a:pt x="1136" y="82"/>
                      <a:pt x="871" y="1"/>
                      <a:pt x="60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29150" lIns="91425" spcFirstLastPara="1" rIns="91425" wrap="square" tIns="291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7" name="Google Shape;17;p1"/>
              <p:cNvSpPr/>
              <p:nvPr/>
            </p:nvSpPr>
            <p:spPr>
              <a:xfrm>
                <a:off x="905040" y="3512520"/>
                <a:ext cx="62280" cy="93600"/>
              </a:xfrm>
              <a:custGeom>
                <a:rect b="b" l="l" r="r" t="t"/>
                <a:pathLst>
                  <a:path extrusionOk="0" h="1862" w="1245">
                    <a:moveTo>
                      <a:pt x="445" y="199"/>
                    </a:moveTo>
                    <a:cubicBezTo>
                      <a:pt x="451" y="212"/>
                      <a:pt x="458" y="222"/>
                      <a:pt x="469" y="232"/>
                    </a:cubicBezTo>
                    <a:cubicBezTo>
                      <a:pt x="767" y="470"/>
                      <a:pt x="1245" y="1262"/>
                      <a:pt x="751" y="1514"/>
                    </a:cubicBezTo>
                    <a:cubicBezTo>
                      <a:pt x="705" y="1564"/>
                      <a:pt x="661" y="1588"/>
                      <a:pt x="621" y="1588"/>
                    </a:cubicBezTo>
                    <a:cubicBezTo>
                      <a:pt x="575" y="1588"/>
                      <a:pt x="532" y="1555"/>
                      <a:pt x="494" y="1489"/>
                    </a:cubicBezTo>
                    <a:cubicBezTo>
                      <a:pt x="438" y="1431"/>
                      <a:pt x="397" y="1365"/>
                      <a:pt x="370" y="1290"/>
                    </a:cubicBezTo>
                    <a:cubicBezTo>
                      <a:pt x="316" y="1168"/>
                      <a:pt x="297" y="1046"/>
                      <a:pt x="295" y="913"/>
                    </a:cubicBezTo>
                    <a:cubicBezTo>
                      <a:pt x="292" y="668"/>
                      <a:pt x="369" y="431"/>
                      <a:pt x="445" y="199"/>
                    </a:cubicBezTo>
                    <a:close/>
                    <a:moveTo>
                      <a:pt x="396" y="1"/>
                    </a:moveTo>
                    <a:cubicBezTo>
                      <a:pt x="363" y="1"/>
                      <a:pt x="329" y="18"/>
                      <a:pt x="314" y="57"/>
                    </a:cubicBezTo>
                    <a:cubicBezTo>
                      <a:pt x="155" y="468"/>
                      <a:pt x="0" y="927"/>
                      <a:pt x="175" y="1360"/>
                    </a:cubicBezTo>
                    <a:cubicBezTo>
                      <a:pt x="257" y="1566"/>
                      <a:pt x="482" y="1862"/>
                      <a:pt x="737" y="1862"/>
                    </a:cubicBezTo>
                    <a:cubicBezTo>
                      <a:pt x="770" y="1862"/>
                      <a:pt x="804" y="1857"/>
                      <a:pt x="838" y="1846"/>
                    </a:cubicBezTo>
                    <a:cubicBezTo>
                      <a:pt x="1141" y="1752"/>
                      <a:pt x="1170" y="1248"/>
                      <a:pt x="1141" y="998"/>
                    </a:cubicBezTo>
                    <a:cubicBezTo>
                      <a:pt x="1099" y="621"/>
                      <a:pt x="902" y="288"/>
                      <a:pt x="593" y="71"/>
                    </a:cubicBezTo>
                    <a:cubicBezTo>
                      <a:pt x="577" y="61"/>
                      <a:pt x="562" y="57"/>
                      <a:pt x="546" y="57"/>
                    </a:cubicBezTo>
                    <a:cubicBezTo>
                      <a:pt x="522" y="57"/>
                      <a:pt x="498" y="68"/>
                      <a:pt x="479" y="84"/>
                    </a:cubicBezTo>
                    <a:cubicBezTo>
                      <a:pt x="485" y="32"/>
                      <a:pt x="441" y="1"/>
                      <a:pt x="39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6800" lIns="91425" spcFirstLastPara="1" rIns="91425" wrap="square" tIns="468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8" name="Google Shape;18;p1"/>
              <p:cNvSpPr/>
              <p:nvPr/>
            </p:nvSpPr>
            <p:spPr>
              <a:xfrm>
                <a:off x="6402960" y="286560"/>
                <a:ext cx="62280" cy="93600"/>
              </a:xfrm>
              <a:custGeom>
                <a:rect b="b" l="l" r="r" t="t"/>
                <a:pathLst>
                  <a:path extrusionOk="0" h="1862" w="1245">
                    <a:moveTo>
                      <a:pt x="445" y="200"/>
                    </a:moveTo>
                    <a:cubicBezTo>
                      <a:pt x="451" y="213"/>
                      <a:pt x="460" y="223"/>
                      <a:pt x="469" y="233"/>
                    </a:cubicBezTo>
                    <a:cubicBezTo>
                      <a:pt x="768" y="471"/>
                      <a:pt x="1245" y="1263"/>
                      <a:pt x="751" y="1515"/>
                    </a:cubicBezTo>
                    <a:cubicBezTo>
                      <a:pt x="705" y="1564"/>
                      <a:pt x="662" y="1589"/>
                      <a:pt x="621" y="1589"/>
                    </a:cubicBezTo>
                    <a:cubicBezTo>
                      <a:pt x="574" y="1589"/>
                      <a:pt x="532" y="1556"/>
                      <a:pt x="494" y="1490"/>
                    </a:cubicBezTo>
                    <a:cubicBezTo>
                      <a:pt x="438" y="1432"/>
                      <a:pt x="397" y="1367"/>
                      <a:pt x="370" y="1292"/>
                    </a:cubicBezTo>
                    <a:cubicBezTo>
                      <a:pt x="316" y="1170"/>
                      <a:pt x="297" y="1048"/>
                      <a:pt x="295" y="915"/>
                    </a:cubicBezTo>
                    <a:cubicBezTo>
                      <a:pt x="292" y="669"/>
                      <a:pt x="369" y="433"/>
                      <a:pt x="445" y="200"/>
                    </a:cubicBezTo>
                    <a:close/>
                    <a:moveTo>
                      <a:pt x="397" y="1"/>
                    </a:moveTo>
                    <a:cubicBezTo>
                      <a:pt x="364" y="1"/>
                      <a:pt x="330" y="18"/>
                      <a:pt x="315" y="57"/>
                    </a:cubicBezTo>
                    <a:cubicBezTo>
                      <a:pt x="155" y="468"/>
                      <a:pt x="0" y="927"/>
                      <a:pt x="175" y="1360"/>
                    </a:cubicBezTo>
                    <a:cubicBezTo>
                      <a:pt x="257" y="1566"/>
                      <a:pt x="482" y="1862"/>
                      <a:pt x="738" y="1862"/>
                    </a:cubicBezTo>
                    <a:cubicBezTo>
                      <a:pt x="771" y="1862"/>
                      <a:pt x="805" y="1857"/>
                      <a:pt x="839" y="1846"/>
                    </a:cubicBezTo>
                    <a:cubicBezTo>
                      <a:pt x="1141" y="1752"/>
                      <a:pt x="1170" y="1248"/>
                      <a:pt x="1141" y="998"/>
                    </a:cubicBezTo>
                    <a:cubicBezTo>
                      <a:pt x="1099" y="623"/>
                      <a:pt x="903" y="290"/>
                      <a:pt x="593" y="73"/>
                    </a:cubicBezTo>
                    <a:cubicBezTo>
                      <a:pt x="577" y="62"/>
                      <a:pt x="561" y="57"/>
                      <a:pt x="545" y="57"/>
                    </a:cubicBezTo>
                    <a:cubicBezTo>
                      <a:pt x="521" y="57"/>
                      <a:pt x="498" y="68"/>
                      <a:pt x="479" y="84"/>
                    </a:cubicBezTo>
                    <a:cubicBezTo>
                      <a:pt x="485" y="32"/>
                      <a:pt x="442" y="1"/>
                      <a:pt x="39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6800" lIns="91425" spcFirstLastPara="1" rIns="91425" wrap="square" tIns="468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9" name="Google Shape;19;p1"/>
              <p:cNvSpPr/>
              <p:nvPr/>
            </p:nvSpPr>
            <p:spPr>
              <a:xfrm>
                <a:off x="7786800" y="4713480"/>
                <a:ext cx="62280" cy="93600"/>
              </a:xfrm>
              <a:custGeom>
                <a:rect b="b" l="l" r="r" t="t"/>
                <a:pathLst>
                  <a:path extrusionOk="0" h="1863" w="1243">
                    <a:moveTo>
                      <a:pt x="443" y="202"/>
                    </a:moveTo>
                    <a:cubicBezTo>
                      <a:pt x="448" y="213"/>
                      <a:pt x="456" y="224"/>
                      <a:pt x="468" y="233"/>
                    </a:cubicBezTo>
                    <a:cubicBezTo>
                      <a:pt x="766" y="472"/>
                      <a:pt x="1242" y="1265"/>
                      <a:pt x="750" y="1515"/>
                    </a:cubicBezTo>
                    <a:cubicBezTo>
                      <a:pt x="704" y="1565"/>
                      <a:pt x="660" y="1589"/>
                      <a:pt x="620" y="1589"/>
                    </a:cubicBezTo>
                    <a:cubicBezTo>
                      <a:pt x="573" y="1589"/>
                      <a:pt x="530" y="1557"/>
                      <a:pt x="491" y="1491"/>
                    </a:cubicBezTo>
                    <a:cubicBezTo>
                      <a:pt x="436" y="1433"/>
                      <a:pt x="396" y="1367"/>
                      <a:pt x="369" y="1293"/>
                    </a:cubicBezTo>
                    <a:cubicBezTo>
                      <a:pt x="314" y="1170"/>
                      <a:pt x="294" y="1048"/>
                      <a:pt x="293" y="916"/>
                    </a:cubicBezTo>
                    <a:cubicBezTo>
                      <a:pt x="291" y="671"/>
                      <a:pt x="368" y="434"/>
                      <a:pt x="443" y="202"/>
                    </a:cubicBezTo>
                    <a:close/>
                    <a:moveTo>
                      <a:pt x="397" y="1"/>
                    </a:moveTo>
                    <a:cubicBezTo>
                      <a:pt x="363" y="1"/>
                      <a:pt x="329" y="18"/>
                      <a:pt x="314" y="57"/>
                    </a:cubicBezTo>
                    <a:cubicBezTo>
                      <a:pt x="155" y="468"/>
                      <a:pt x="1" y="927"/>
                      <a:pt x="175" y="1359"/>
                    </a:cubicBezTo>
                    <a:cubicBezTo>
                      <a:pt x="258" y="1567"/>
                      <a:pt x="483" y="1863"/>
                      <a:pt x="738" y="1863"/>
                    </a:cubicBezTo>
                    <a:cubicBezTo>
                      <a:pt x="771" y="1863"/>
                      <a:pt x="804" y="1858"/>
                      <a:pt x="838" y="1847"/>
                    </a:cubicBezTo>
                    <a:cubicBezTo>
                      <a:pt x="1141" y="1753"/>
                      <a:pt x="1170" y="1249"/>
                      <a:pt x="1141" y="998"/>
                    </a:cubicBezTo>
                    <a:cubicBezTo>
                      <a:pt x="1098" y="621"/>
                      <a:pt x="901" y="290"/>
                      <a:pt x="593" y="71"/>
                    </a:cubicBezTo>
                    <a:cubicBezTo>
                      <a:pt x="578" y="61"/>
                      <a:pt x="562" y="57"/>
                      <a:pt x="546" y="57"/>
                    </a:cubicBezTo>
                    <a:cubicBezTo>
                      <a:pt x="522" y="57"/>
                      <a:pt x="499" y="68"/>
                      <a:pt x="480" y="84"/>
                    </a:cubicBezTo>
                    <a:cubicBezTo>
                      <a:pt x="485" y="32"/>
                      <a:pt x="442" y="1"/>
                      <a:pt x="39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6800" lIns="91425" spcFirstLastPara="1" rIns="91425" wrap="square" tIns="468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0" name="Google Shape;20;p1"/>
              <p:cNvSpPr/>
              <p:nvPr/>
            </p:nvSpPr>
            <p:spPr>
              <a:xfrm>
                <a:off x="487800" y="4323240"/>
                <a:ext cx="62280" cy="93600"/>
              </a:xfrm>
              <a:custGeom>
                <a:rect b="b" l="l" r="r" t="t"/>
                <a:pathLst>
                  <a:path extrusionOk="0" h="1863" w="1245">
                    <a:moveTo>
                      <a:pt x="445" y="199"/>
                    </a:moveTo>
                    <a:cubicBezTo>
                      <a:pt x="451" y="212"/>
                      <a:pt x="458" y="223"/>
                      <a:pt x="471" y="232"/>
                    </a:cubicBezTo>
                    <a:cubicBezTo>
                      <a:pt x="767" y="471"/>
                      <a:pt x="1245" y="1262"/>
                      <a:pt x="752" y="1514"/>
                    </a:cubicBezTo>
                    <a:cubicBezTo>
                      <a:pt x="705" y="1564"/>
                      <a:pt x="662" y="1589"/>
                      <a:pt x="621" y="1589"/>
                    </a:cubicBezTo>
                    <a:cubicBezTo>
                      <a:pt x="575" y="1589"/>
                      <a:pt x="532" y="1556"/>
                      <a:pt x="494" y="1489"/>
                    </a:cubicBezTo>
                    <a:cubicBezTo>
                      <a:pt x="438" y="1431"/>
                      <a:pt x="397" y="1366"/>
                      <a:pt x="372" y="1290"/>
                    </a:cubicBezTo>
                    <a:cubicBezTo>
                      <a:pt x="316" y="1169"/>
                      <a:pt x="297" y="1047"/>
                      <a:pt x="295" y="913"/>
                    </a:cubicBezTo>
                    <a:cubicBezTo>
                      <a:pt x="294" y="670"/>
                      <a:pt x="369" y="432"/>
                      <a:pt x="445" y="199"/>
                    </a:cubicBezTo>
                    <a:close/>
                    <a:moveTo>
                      <a:pt x="396" y="1"/>
                    </a:moveTo>
                    <a:cubicBezTo>
                      <a:pt x="363" y="1"/>
                      <a:pt x="329" y="18"/>
                      <a:pt x="314" y="58"/>
                    </a:cubicBezTo>
                    <a:cubicBezTo>
                      <a:pt x="155" y="469"/>
                      <a:pt x="0" y="928"/>
                      <a:pt x="175" y="1360"/>
                    </a:cubicBezTo>
                    <a:cubicBezTo>
                      <a:pt x="258" y="1567"/>
                      <a:pt x="483" y="1863"/>
                      <a:pt x="738" y="1863"/>
                    </a:cubicBezTo>
                    <a:cubicBezTo>
                      <a:pt x="771" y="1863"/>
                      <a:pt x="804" y="1858"/>
                      <a:pt x="838" y="1847"/>
                    </a:cubicBezTo>
                    <a:cubicBezTo>
                      <a:pt x="1141" y="1754"/>
                      <a:pt x="1170" y="1248"/>
                      <a:pt x="1141" y="999"/>
                    </a:cubicBezTo>
                    <a:cubicBezTo>
                      <a:pt x="1099" y="622"/>
                      <a:pt x="903" y="290"/>
                      <a:pt x="593" y="72"/>
                    </a:cubicBezTo>
                    <a:cubicBezTo>
                      <a:pt x="577" y="62"/>
                      <a:pt x="561" y="57"/>
                      <a:pt x="546" y="57"/>
                    </a:cubicBezTo>
                    <a:cubicBezTo>
                      <a:pt x="522" y="57"/>
                      <a:pt x="498" y="68"/>
                      <a:pt x="479" y="84"/>
                    </a:cubicBezTo>
                    <a:cubicBezTo>
                      <a:pt x="485" y="32"/>
                      <a:pt x="441" y="1"/>
                      <a:pt x="39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6800" lIns="91425" spcFirstLastPara="1" rIns="91425" wrap="square" tIns="468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1" name="Google Shape;21;p1"/>
              <p:cNvSpPr/>
              <p:nvPr/>
            </p:nvSpPr>
            <p:spPr>
              <a:xfrm>
                <a:off x="6239520" y="164520"/>
                <a:ext cx="111600" cy="101880"/>
              </a:xfrm>
              <a:custGeom>
                <a:rect b="b" l="l" r="r" t="t"/>
                <a:pathLst>
                  <a:path extrusionOk="0" h="2032" w="2224">
                    <a:moveTo>
                      <a:pt x="1775" y="1"/>
                    </a:moveTo>
                    <a:cubicBezTo>
                      <a:pt x="1510" y="1"/>
                      <a:pt x="1079" y="187"/>
                      <a:pt x="992" y="241"/>
                    </a:cubicBezTo>
                    <a:cubicBezTo>
                      <a:pt x="556" y="506"/>
                      <a:pt x="0" y="1086"/>
                      <a:pt x="206" y="1651"/>
                    </a:cubicBezTo>
                    <a:cubicBezTo>
                      <a:pt x="306" y="1926"/>
                      <a:pt x="528" y="2032"/>
                      <a:pt x="771" y="2032"/>
                    </a:cubicBezTo>
                    <a:cubicBezTo>
                      <a:pt x="997" y="2032"/>
                      <a:pt x="1242" y="1939"/>
                      <a:pt x="1420" y="1809"/>
                    </a:cubicBezTo>
                    <a:cubicBezTo>
                      <a:pt x="1915" y="1446"/>
                      <a:pt x="2214" y="825"/>
                      <a:pt x="2222" y="219"/>
                    </a:cubicBezTo>
                    <a:cubicBezTo>
                      <a:pt x="2224" y="143"/>
                      <a:pt x="2170" y="106"/>
                      <a:pt x="2114" y="106"/>
                    </a:cubicBezTo>
                    <a:cubicBezTo>
                      <a:pt x="2062" y="106"/>
                      <a:pt x="2007" y="138"/>
                      <a:pt x="1994" y="202"/>
                    </a:cubicBezTo>
                    <a:cubicBezTo>
                      <a:pt x="1993" y="207"/>
                      <a:pt x="1991" y="213"/>
                      <a:pt x="1988" y="220"/>
                    </a:cubicBezTo>
                    <a:cubicBezTo>
                      <a:pt x="1959" y="570"/>
                      <a:pt x="1868" y="896"/>
                      <a:pt x="1672" y="1192"/>
                    </a:cubicBezTo>
                    <a:cubicBezTo>
                      <a:pt x="1513" y="1429"/>
                      <a:pt x="1177" y="1796"/>
                      <a:pt x="842" y="1796"/>
                    </a:cubicBezTo>
                    <a:cubicBezTo>
                      <a:pt x="805" y="1796"/>
                      <a:pt x="768" y="1791"/>
                      <a:pt x="731" y="1782"/>
                    </a:cubicBezTo>
                    <a:cubicBezTo>
                      <a:pt x="156" y="1630"/>
                      <a:pt x="585" y="980"/>
                      <a:pt x="830" y="736"/>
                    </a:cubicBezTo>
                    <a:cubicBezTo>
                      <a:pt x="896" y="670"/>
                      <a:pt x="1523" y="203"/>
                      <a:pt x="1755" y="203"/>
                    </a:cubicBezTo>
                    <a:cubicBezTo>
                      <a:pt x="1797" y="203"/>
                      <a:pt x="1826" y="218"/>
                      <a:pt x="1837" y="254"/>
                    </a:cubicBezTo>
                    <a:cubicBezTo>
                      <a:pt x="1846" y="286"/>
                      <a:pt x="1874" y="302"/>
                      <a:pt x="1902" y="302"/>
                    </a:cubicBezTo>
                    <a:cubicBezTo>
                      <a:pt x="1930" y="302"/>
                      <a:pt x="1958" y="286"/>
                      <a:pt x="1967" y="254"/>
                    </a:cubicBezTo>
                    <a:cubicBezTo>
                      <a:pt x="1973" y="236"/>
                      <a:pt x="1978" y="216"/>
                      <a:pt x="1981" y="200"/>
                    </a:cubicBezTo>
                    <a:cubicBezTo>
                      <a:pt x="2007" y="52"/>
                      <a:pt x="1914" y="1"/>
                      <a:pt x="177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51100" lIns="91425" spcFirstLastPara="1" rIns="91425" wrap="square" tIns="51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2" name="Google Shape;22;p1"/>
              <p:cNvSpPr/>
              <p:nvPr/>
            </p:nvSpPr>
            <p:spPr>
              <a:xfrm>
                <a:off x="2083320" y="4807440"/>
                <a:ext cx="111600" cy="101880"/>
              </a:xfrm>
              <a:custGeom>
                <a:rect b="b" l="l" r="r" t="t"/>
                <a:pathLst>
                  <a:path extrusionOk="0" h="2032" w="2226">
                    <a:moveTo>
                      <a:pt x="1776" y="0"/>
                    </a:moveTo>
                    <a:cubicBezTo>
                      <a:pt x="1511" y="0"/>
                      <a:pt x="1080" y="186"/>
                      <a:pt x="993" y="239"/>
                    </a:cubicBezTo>
                    <a:cubicBezTo>
                      <a:pt x="558" y="506"/>
                      <a:pt x="1" y="1085"/>
                      <a:pt x="206" y="1651"/>
                    </a:cubicBezTo>
                    <a:cubicBezTo>
                      <a:pt x="307" y="1926"/>
                      <a:pt x="530" y="2031"/>
                      <a:pt x="773" y="2031"/>
                    </a:cubicBezTo>
                    <a:cubicBezTo>
                      <a:pt x="1000" y="2031"/>
                      <a:pt x="1244" y="1939"/>
                      <a:pt x="1422" y="1808"/>
                    </a:cubicBezTo>
                    <a:cubicBezTo>
                      <a:pt x="1915" y="1444"/>
                      <a:pt x="2216" y="825"/>
                      <a:pt x="2224" y="217"/>
                    </a:cubicBezTo>
                    <a:cubicBezTo>
                      <a:pt x="2225" y="142"/>
                      <a:pt x="2171" y="105"/>
                      <a:pt x="2116" y="105"/>
                    </a:cubicBezTo>
                    <a:cubicBezTo>
                      <a:pt x="2063" y="105"/>
                      <a:pt x="2009" y="138"/>
                      <a:pt x="1996" y="201"/>
                    </a:cubicBezTo>
                    <a:cubicBezTo>
                      <a:pt x="1995" y="207"/>
                      <a:pt x="1992" y="212"/>
                      <a:pt x="1991" y="220"/>
                    </a:cubicBezTo>
                    <a:cubicBezTo>
                      <a:pt x="1961" y="570"/>
                      <a:pt x="1870" y="896"/>
                      <a:pt x="1673" y="1192"/>
                    </a:cubicBezTo>
                    <a:cubicBezTo>
                      <a:pt x="1513" y="1429"/>
                      <a:pt x="1179" y="1795"/>
                      <a:pt x="843" y="1795"/>
                    </a:cubicBezTo>
                    <a:cubicBezTo>
                      <a:pt x="807" y="1795"/>
                      <a:pt x="770" y="1791"/>
                      <a:pt x="734" y="1781"/>
                    </a:cubicBezTo>
                    <a:cubicBezTo>
                      <a:pt x="157" y="1628"/>
                      <a:pt x="588" y="979"/>
                      <a:pt x="831" y="734"/>
                    </a:cubicBezTo>
                    <a:cubicBezTo>
                      <a:pt x="897" y="668"/>
                      <a:pt x="1525" y="201"/>
                      <a:pt x="1756" y="201"/>
                    </a:cubicBezTo>
                    <a:cubicBezTo>
                      <a:pt x="1798" y="201"/>
                      <a:pt x="1827" y="216"/>
                      <a:pt x="1837" y="252"/>
                    </a:cubicBezTo>
                    <a:cubicBezTo>
                      <a:pt x="1847" y="285"/>
                      <a:pt x="1875" y="301"/>
                      <a:pt x="1903" y="301"/>
                    </a:cubicBezTo>
                    <a:cubicBezTo>
                      <a:pt x="1931" y="301"/>
                      <a:pt x="1959" y="284"/>
                      <a:pt x="1969" y="252"/>
                    </a:cubicBezTo>
                    <a:cubicBezTo>
                      <a:pt x="1975" y="235"/>
                      <a:pt x="1981" y="215"/>
                      <a:pt x="1983" y="200"/>
                    </a:cubicBezTo>
                    <a:cubicBezTo>
                      <a:pt x="2009" y="52"/>
                      <a:pt x="1915" y="0"/>
                      <a:pt x="177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51100" lIns="91425" spcFirstLastPara="1" rIns="91425" wrap="square" tIns="51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23" name="Google Shape;23;p1"/>
            <p:cNvGrpSpPr/>
            <p:nvPr/>
          </p:nvGrpSpPr>
          <p:grpSpPr>
            <a:xfrm>
              <a:off x="405360" y="168120"/>
              <a:ext cx="8506800" cy="4838040"/>
              <a:chOff x="405360" y="168120"/>
              <a:chExt cx="8506800" cy="4838040"/>
            </a:xfrm>
          </p:grpSpPr>
          <p:sp>
            <p:nvSpPr>
              <p:cNvPr id="24" name="Google Shape;24;p1"/>
              <p:cNvSpPr/>
              <p:nvPr/>
            </p:nvSpPr>
            <p:spPr>
              <a:xfrm>
                <a:off x="4945320" y="4909680"/>
                <a:ext cx="73440" cy="96480"/>
              </a:xfrm>
              <a:custGeom>
                <a:rect b="b" l="l" r="r" t="t"/>
                <a:pathLst>
                  <a:path extrusionOk="0" h="1921" w="1468">
                    <a:moveTo>
                      <a:pt x="828" y="0"/>
                    </a:moveTo>
                    <a:cubicBezTo>
                      <a:pt x="742" y="0"/>
                      <a:pt x="671" y="41"/>
                      <a:pt x="654" y="136"/>
                    </a:cubicBezTo>
                    <a:cubicBezTo>
                      <a:pt x="650" y="166"/>
                      <a:pt x="650" y="204"/>
                      <a:pt x="658" y="248"/>
                    </a:cubicBezTo>
                    <a:cubicBezTo>
                      <a:pt x="665" y="289"/>
                      <a:pt x="695" y="306"/>
                      <a:pt x="727" y="306"/>
                    </a:cubicBezTo>
                    <a:cubicBezTo>
                      <a:pt x="763" y="306"/>
                      <a:pt x="803" y="283"/>
                      <a:pt x="817" y="248"/>
                    </a:cubicBezTo>
                    <a:cubicBezTo>
                      <a:pt x="827" y="224"/>
                      <a:pt x="838" y="214"/>
                      <a:pt x="850" y="214"/>
                    </a:cubicBezTo>
                    <a:cubicBezTo>
                      <a:pt x="925" y="214"/>
                      <a:pt x="1036" y="573"/>
                      <a:pt x="1037" y="573"/>
                    </a:cubicBezTo>
                    <a:cubicBezTo>
                      <a:pt x="1037" y="573"/>
                      <a:pt x="1037" y="573"/>
                      <a:pt x="1037" y="572"/>
                    </a:cubicBezTo>
                    <a:lnTo>
                      <a:pt x="1037" y="572"/>
                    </a:lnTo>
                    <a:cubicBezTo>
                      <a:pt x="1071" y="710"/>
                      <a:pt x="1093" y="853"/>
                      <a:pt x="1100" y="993"/>
                    </a:cubicBezTo>
                    <a:cubicBezTo>
                      <a:pt x="1112" y="1219"/>
                      <a:pt x="1014" y="1715"/>
                      <a:pt x="747" y="1715"/>
                    </a:cubicBezTo>
                    <a:cubicBezTo>
                      <a:pt x="678" y="1715"/>
                      <a:pt x="598" y="1682"/>
                      <a:pt x="505" y="1603"/>
                    </a:cubicBezTo>
                    <a:cubicBezTo>
                      <a:pt x="115" y="1268"/>
                      <a:pt x="380" y="496"/>
                      <a:pt x="590" y="143"/>
                    </a:cubicBezTo>
                    <a:cubicBezTo>
                      <a:pt x="594" y="136"/>
                      <a:pt x="599" y="129"/>
                      <a:pt x="600" y="122"/>
                    </a:cubicBezTo>
                    <a:cubicBezTo>
                      <a:pt x="615" y="70"/>
                      <a:pt x="569" y="27"/>
                      <a:pt x="520" y="27"/>
                    </a:cubicBezTo>
                    <a:cubicBezTo>
                      <a:pt x="496" y="27"/>
                      <a:pt x="472" y="38"/>
                      <a:pt x="454" y="64"/>
                    </a:cubicBezTo>
                    <a:cubicBezTo>
                      <a:pt x="182" y="477"/>
                      <a:pt x="1" y="1070"/>
                      <a:pt x="213" y="1550"/>
                    </a:cubicBezTo>
                    <a:cubicBezTo>
                      <a:pt x="316" y="1781"/>
                      <a:pt x="520" y="1920"/>
                      <a:pt x="732" y="1920"/>
                    </a:cubicBezTo>
                    <a:cubicBezTo>
                      <a:pt x="868" y="1920"/>
                      <a:pt x="1006" y="1864"/>
                      <a:pt x="1124" y="1739"/>
                    </a:cubicBezTo>
                    <a:cubicBezTo>
                      <a:pt x="1467" y="1376"/>
                      <a:pt x="1361" y="612"/>
                      <a:pt x="1156" y="204"/>
                    </a:cubicBezTo>
                    <a:cubicBezTo>
                      <a:pt x="1093" y="80"/>
                      <a:pt x="947" y="0"/>
                      <a:pt x="82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8225" lIns="91425" spcFirstLastPara="1" rIns="91425" wrap="square" tIns="482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5" name="Google Shape;25;p1"/>
              <p:cNvSpPr/>
              <p:nvPr/>
            </p:nvSpPr>
            <p:spPr>
              <a:xfrm>
                <a:off x="405360" y="168120"/>
                <a:ext cx="77400" cy="58320"/>
              </a:xfrm>
              <a:custGeom>
                <a:rect b="b" l="l" r="r" t="t"/>
                <a:pathLst>
                  <a:path extrusionOk="0" h="1165" w="1546">
                    <a:moveTo>
                      <a:pt x="141" y="204"/>
                    </a:moveTo>
                    <a:lnTo>
                      <a:pt x="141" y="204"/>
                    </a:lnTo>
                    <a:cubicBezTo>
                      <a:pt x="153" y="217"/>
                      <a:pt x="169" y="224"/>
                      <a:pt x="189" y="225"/>
                    </a:cubicBezTo>
                    <a:cubicBezTo>
                      <a:pt x="231" y="230"/>
                      <a:pt x="272" y="231"/>
                      <a:pt x="314" y="231"/>
                    </a:cubicBezTo>
                    <a:cubicBezTo>
                      <a:pt x="424" y="231"/>
                      <a:pt x="533" y="220"/>
                      <a:pt x="642" y="220"/>
                    </a:cubicBezTo>
                    <a:cubicBezTo>
                      <a:pt x="736" y="220"/>
                      <a:pt x="830" y="228"/>
                      <a:pt x="923" y="261"/>
                    </a:cubicBezTo>
                    <a:cubicBezTo>
                      <a:pt x="1160" y="343"/>
                      <a:pt x="1415" y="691"/>
                      <a:pt x="1157" y="897"/>
                    </a:cubicBezTo>
                    <a:cubicBezTo>
                      <a:pt x="1090" y="951"/>
                      <a:pt x="1011" y="972"/>
                      <a:pt x="929" y="972"/>
                    </a:cubicBezTo>
                    <a:cubicBezTo>
                      <a:pt x="772" y="972"/>
                      <a:pt x="604" y="893"/>
                      <a:pt x="491" y="805"/>
                    </a:cubicBezTo>
                    <a:cubicBezTo>
                      <a:pt x="302" y="655"/>
                      <a:pt x="183" y="439"/>
                      <a:pt x="141" y="204"/>
                    </a:cubicBezTo>
                    <a:close/>
                    <a:moveTo>
                      <a:pt x="609" y="0"/>
                    </a:moveTo>
                    <a:cubicBezTo>
                      <a:pt x="454" y="0"/>
                      <a:pt x="299" y="29"/>
                      <a:pt x="169" y="82"/>
                    </a:cubicBezTo>
                    <a:cubicBezTo>
                      <a:pt x="148" y="91"/>
                      <a:pt x="135" y="105"/>
                      <a:pt x="126" y="120"/>
                    </a:cubicBezTo>
                    <a:cubicBezTo>
                      <a:pt x="119" y="86"/>
                      <a:pt x="88" y="68"/>
                      <a:pt x="59" y="68"/>
                    </a:cubicBezTo>
                    <a:cubicBezTo>
                      <a:pt x="29" y="68"/>
                      <a:pt x="0" y="87"/>
                      <a:pt x="2" y="127"/>
                    </a:cubicBezTo>
                    <a:cubicBezTo>
                      <a:pt x="23" y="482"/>
                      <a:pt x="186" y="812"/>
                      <a:pt x="481" y="1016"/>
                    </a:cubicBezTo>
                    <a:cubicBezTo>
                      <a:pt x="610" y="1105"/>
                      <a:pt x="782" y="1164"/>
                      <a:pt x="948" y="1164"/>
                    </a:cubicBezTo>
                    <a:cubicBezTo>
                      <a:pt x="1092" y="1164"/>
                      <a:pt x="1233" y="1120"/>
                      <a:pt x="1338" y="1012"/>
                    </a:cubicBezTo>
                    <a:cubicBezTo>
                      <a:pt x="1545" y="799"/>
                      <a:pt x="1481" y="472"/>
                      <a:pt x="1301" y="268"/>
                    </a:cubicBezTo>
                    <a:cubicBezTo>
                      <a:pt x="1135" y="81"/>
                      <a:pt x="870" y="0"/>
                      <a:pt x="60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29150" lIns="91425" spcFirstLastPara="1" rIns="91425" wrap="square" tIns="291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6" name="Google Shape;26;p1"/>
              <p:cNvSpPr/>
              <p:nvPr/>
            </p:nvSpPr>
            <p:spPr>
              <a:xfrm>
                <a:off x="2774160" y="226800"/>
                <a:ext cx="77400" cy="58320"/>
              </a:xfrm>
              <a:custGeom>
                <a:rect b="b" l="l" r="r" t="t"/>
                <a:pathLst>
                  <a:path extrusionOk="0" h="1166" w="1546">
                    <a:moveTo>
                      <a:pt x="142" y="206"/>
                    </a:moveTo>
                    <a:cubicBezTo>
                      <a:pt x="155" y="219"/>
                      <a:pt x="171" y="226"/>
                      <a:pt x="191" y="227"/>
                    </a:cubicBezTo>
                    <a:cubicBezTo>
                      <a:pt x="233" y="232"/>
                      <a:pt x="275" y="234"/>
                      <a:pt x="318" y="234"/>
                    </a:cubicBezTo>
                    <a:cubicBezTo>
                      <a:pt x="427" y="234"/>
                      <a:pt x="535" y="223"/>
                      <a:pt x="643" y="223"/>
                    </a:cubicBezTo>
                    <a:cubicBezTo>
                      <a:pt x="737" y="223"/>
                      <a:pt x="831" y="231"/>
                      <a:pt x="925" y="263"/>
                    </a:cubicBezTo>
                    <a:cubicBezTo>
                      <a:pt x="1161" y="345"/>
                      <a:pt x="1416" y="694"/>
                      <a:pt x="1159" y="899"/>
                    </a:cubicBezTo>
                    <a:cubicBezTo>
                      <a:pt x="1092" y="952"/>
                      <a:pt x="1013" y="974"/>
                      <a:pt x="931" y="974"/>
                    </a:cubicBezTo>
                    <a:cubicBezTo>
                      <a:pt x="774" y="974"/>
                      <a:pt x="606" y="895"/>
                      <a:pt x="492" y="807"/>
                    </a:cubicBezTo>
                    <a:cubicBezTo>
                      <a:pt x="304" y="657"/>
                      <a:pt x="185" y="443"/>
                      <a:pt x="142" y="206"/>
                    </a:cubicBezTo>
                    <a:close/>
                    <a:moveTo>
                      <a:pt x="610" y="1"/>
                    </a:moveTo>
                    <a:cubicBezTo>
                      <a:pt x="454" y="1"/>
                      <a:pt x="300" y="30"/>
                      <a:pt x="169" y="83"/>
                    </a:cubicBezTo>
                    <a:cubicBezTo>
                      <a:pt x="148" y="91"/>
                      <a:pt x="135" y="106"/>
                      <a:pt x="127" y="121"/>
                    </a:cubicBezTo>
                    <a:cubicBezTo>
                      <a:pt x="119" y="86"/>
                      <a:pt x="88" y="68"/>
                      <a:pt x="59" y="68"/>
                    </a:cubicBezTo>
                    <a:cubicBezTo>
                      <a:pt x="29" y="68"/>
                      <a:pt x="1" y="88"/>
                      <a:pt x="2" y="128"/>
                    </a:cubicBezTo>
                    <a:cubicBezTo>
                      <a:pt x="23" y="482"/>
                      <a:pt x="186" y="813"/>
                      <a:pt x="481" y="1017"/>
                    </a:cubicBezTo>
                    <a:cubicBezTo>
                      <a:pt x="611" y="1106"/>
                      <a:pt x="782" y="1165"/>
                      <a:pt x="948" y="1165"/>
                    </a:cubicBezTo>
                    <a:cubicBezTo>
                      <a:pt x="1093" y="1165"/>
                      <a:pt x="1233" y="1121"/>
                      <a:pt x="1338" y="1012"/>
                    </a:cubicBezTo>
                    <a:cubicBezTo>
                      <a:pt x="1545" y="800"/>
                      <a:pt x="1482" y="473"/>
                      <a:pt x="1300" y="269"/>
                    </a:cubicBezTo>
                    <a:cubicBezTo>
                      <a:pt x="1136" y="82"/>
                      <a:pt x="871" y="1"/>
                      <a:pt x="61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29150" lIns="91425" spcFirstLastPara="1" rIns="91425" wrap="square" tIns="291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7" name="Google Shape;27;p1"/>
              <p:cNvSpPr/>
              <p:nvPr/>
            </p:nvSpPr>
            <p:spPr>
              <a:xfrm>
                <a:off x="2289960" y="4732920"/>
                <a:ext cx="77400" cy="58320"/>
              </a:xfrm>
              <a:custGeom>
                <a:rect b="b" l="l" r="r" t="t"/>
                <a:pathLst>
                  <a:path extrusionOk="0" h="1165" w="1545">
                    <a:moveTo>
                      <a:pt x="141" y="205"/>
                    </a:moveTo>
                    <a:lnTo>
                      <a:pt x="141" y="205"/>
                    </a:lnTo>
                    <a:cubicBezTo>
                      <a:pt x="154" y="216"/>
                      <a:pt x="169" y="224"/>
                      <a:pt x="189" y="226"/>
                    </a:cubicBezTo>
                    <a:cubicBezTo>
                      <a:pt x="230" y="231"/>
                      <a:pt x="270" y="232"/>
                      <a:pt x="310" y="232"/>
                    </a:cubicBezTo>
                    <a:cubicBezTo>
                      <a:pt x="421" y="232"/>
                      <a:pt x="531" y="221"/>
                      <a:pt x="640" y="221"/>
                    </a:cubicBezTo>
                    <a:cubicBezTo>
                      <a:pt x="736" y="221"/>
                      <a:pt x="830" y="229"/>
                      <a:pt x="925" y="262"/>
                    </a:cubicBezTo>
                    <a:cubicBezTo>
                      <a:pt x="1160" y="343"/>
                      <a:pt x="1415" y="691"/>
                      <a:pt x="1159" y="897"/>
                    </a:cubicBezTo>
                    <a:cubicBezTo>
                      <a:pt x="1091" y="950"/>
                      <a:pt x="1012" y="972"/>
                      <a:pt x="929" y="972"/>
                    </a:cubicBezTo>
                    <a:cubicBezTo>
                      <a:pt x="772" y="972"/>
                      <a:pt x="604" y="893"/>
                      <a:pt x="493" y="805"/>
                    </a:cubicBezTo>
                    <a:cubicBezTo>
                      <a:pt x="303" y="654"/>
                      <a:pt x="184" y="440"/>
                      <a:pt x="141" y="205"/>
                    </a:cubicBezTo>
                    <a:close/>
                    <a:moveTo>
                      <a:pt x="607" y="0"/>
                    </a:moveTo>
                    <a:cubicBezTo>
                      <a:pt x="452" y="0"/>
                      <a:pt x="298" y="29"/>
                      <a:pt x="168" y="82"/>
                    </a:cubicBezTo>
                    <a:cubicBezTo>
                      <a:pt x="147" y="92"/>
                      <a:pt x="134" y="105"/>
                      <a:pt x="126" y="122"/>
                    </a:cubicBezTo>
                    <a:cubicBezTo>
                      <a:pt x="118" y="87"/>
                      <a:pt x="87" y="69"/>
                      <a:pt x="58" y="69"/>
                    </a:cubicBezTo>
                    <a:cubicBezTo>
                      <a:pt x="28" y="69"/>
                      <a:pt x="0" y="88"/>
                      <a:pt x="2" y="129"/>
                    </a:cubicBezTo>
                    <a:cubicBezTo>
                      <a:pt x="22" y="483"/>
                      <a:pt x="186" y="812"/>
                      <a:pt x="480" y="1016"/>
                    </a:cubicBezTo>
                    <a:cubicBezTo>
                      <a:pt x="609" y="1106"/>
                      <a:pt x="781" y="1165"/>
                      <a:pt x="947" y="1165"/>
                    </a:cubicBezTo>
                    <a:cubicBezTo>
                      <a:pt x="1091" y="1165"/>
                      <a:pt x="1232" y="1120"/>
                      <a:pt x="1337" y="1013"/>
                    </a:cubicBezTo>
                    <a:cubicBezTo>
                      <a:pt x="1544" y="800"/>
                      <a:pt x="1480" y="472"/>
                      <a:pt x="1300" y="269"/>
                    </a:cubicBezTo>
                    <a:cubicBezTo>
                      <a:pt x="1136" y="82"/>
                      <a:pt x="869" y="0"/>
                      <a:pt x="60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29150" lIns="91425" spcFirstLastPara="1" rIns="91425" wrap="square" tIns="291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8" name="Google Shape;28;p1"/>
              <p:cNvSpPr/>
              <p:nvPr/>
            </p:nvSpPr>
            <p:spPr>
              <a:xfrm>
                <a:off x="5160240" y="4715280"/>
                <a:ext cx="62280" cy="93600"/>
              </a:xfrm>
              <a:custGeom>
                <a:rect b="b" l="l" r="r" t="t"/>
                <a:pathLst>
                  <a:path extrusionOk="0" h="1863" w="1243">
                    <a:moveTo>
                      <a:pt x="443" y="198"/>
                    </a:moveTo>
                    <a:cubicBezTo>
                      <a:pt x="449" y="211"/>
                      <a:pt x="456" y="222"/>
                      <a:pt x="468" y="231"/>
                    </a:cubicBezTo>
                    <a:cubicBezTo>
                      <a:pt x="766" y="470"/>
                      <a:pt x="1242" y="1261"/>
                      <a:pt x="750" y="1513"/>
                    </a:cubicBezTo>
                    <a:cubicBezTo>
                      <a:pt x="704" y="1563"/>
                      <a:pt x="661" y="1588"/>
                      <a:pt x="620" y="1588"/>
                    </a:cubicBezTo>
                    <a:cubicBezTo>
                      <a:pt x="573" y="1588"/>
                      <a:pt x="530" y="1555"/>
                      <a:pt x="491" y="1488"/>
                    </a:cubicBezTo>
                    <a:cubicBezTo>
                      <a:pt x="436" y="1430"/>
                      <a:pt x="396" y="1365"/>
                      <a:pt x="369" y="1290"/>
                    </a:cubicBezTo>
                    <a:cubicBezTo>
                      <a:pt x="314" y="1168"/>
                      <a:pt x="294" y="1046"/>
                      <a:pt x="293" y="913"/>
                    </a:cubicBezTo>
                    <a:cubicBezTo>
                      <a:pt x="291" y="669"/>
                      <a:pt x="366" y="431"/>
                      <a:pt x="443" y="198"/>
                    </a:cubicBezTo>
                    <a:close/>
                    <a:moveTo>
                      <a:pt x="397" y="0"/>
                    </a:moveTo>
                    <a:cubicBezTo>
                      <a:pt x="363" y="0"/>
                      <a:pt x="329" y="17"/>
                      <a:pt x="314" y="57"/>
                    </a:cubicBezTo>
                    <a:cubicBezTo>
                      <a:pt x="155" y="468"/>
                      <a:pt x="1" y="927"/>
                      <a:pt x="174" y="1359"/>
                    </a:cubicBezTo>
                    <a:cubicBezTo>
                      <a:pt x="258" y="1566"/>
                      <a:pt x="482" y="1862"/>
                      <a:pt x="738" y="1862"/>
                    </a:cubicBezTo>
                    <a:cubicBezTo>
                      <a:pt x="771" y="1862"/>
                      <a:pt x="804" y="1857"/>
                      <a:pt x="838" y="1846"/>
                    </a:cubicBezTo>
                    <a:cubicBezTo>
                      <a:pt x="1142" y="1753"/>
                      <a:pt x="1170" y="1247"/>
                      <a:pt x="1142" y="998"/>
                    </a:cubicBezTo>
                    <a:cubicBezTo>
                      <a:pt x="1099" y="621"/>
                      <a:pt x="901" y="288"/>
                      <a:pt x="592" y="72"/>
                    </a:cubicBezTo>
                    <a:cubicBezTo>
                      <a:pt x="576" y="61"/>
                      <a:pt x="561" y="57"/>
                      <a:pt x="545" y="57"/>
                    </a:cubicBezTo>
                    <a:cubicBezTo>
                      <a:pt x="521" y="57"/>
                      <a:pt x="498" y="67"/>
                      <a:pt x="478" y="84"/>
                    </a:cubicBezTo>
                    <a:cubicBezTo>
                      <a:pt x="485" y="32"/>
                      <a:pt x="441" y="0"/>
                      <a:pt x="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6800" lIns="91425" spcFirstLastPara="1" rIns="91425" wrap="square" tIns="468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9" name="Google Shape;29;p1"/>
              <p:cNvSpPr/>
              <p:nvPr/>
            </p:nvSpPr>
            <p:spPr>
              <a:xfrm>
                <a:off x="2485080" y="285480"/>
                <a:ext cx="62280" cy="93600"/>
              </a:xfrm>
              <a:custGeom>
                <a:rect b="b" l="l" r="r" t="t"/>
                <a:pathLst>
                  <a:path extrusionOk="0" h="1862" w="1246">
                    <a:moveTo>
                      <a:pt x="446" y="198"/>
                    </a:moveTo>
                    <a:cubicBezTo>
                      <a:pt x="451" y="211"/>
                      <a:pt x="460" y="222"/>
                      <a:pt x="470" y="231"/>
                    </a:cubicBezTo>
                    <a:cubicBezTo>
                      <a:pt x="767" y="470"/>
                      <a:pt x="1245" y="1262"/>
                      <a:pt x="752" y="1513"/>
                    </a:cubicBezTo>
                    <a:cubicBezTo>
                      <a:pt x="705" y="1563"/>
                      <a:pt x="661" y="1588"/>
                      <a:pt x="621" y="1588"/>
                    </a:cubicBezTo>
                    <a:cubicBezTo>
                      <a:pt x="575" y="1588"/>
                      <a:pt x="533" y="1555"/>
                      <a:pt x="494" y="1489"/>
                    </a:cubicBezTo>
                    <a:cubicBezTo>
                      <a:pt x="439" y="1430"/>
                      <a:pt x="398" y="1364"/>
                      <a:pt x="371" y="1291"/>
                    </a:cubicBezTo>
                    <a:cubicBezTo>
                      <a:pt x="315" y="1167"/>
                      <a:pt x="297" y="1045"/>
                      <a:pt x="294" y="912"/>
                    </a:cubicBezTo>
                    <a:cubicBezTo>
                      <a:pt x="293" y="669"/>
                      <a:pt x="369" y="430"/>
                      <a:pt x="446" y="198"/>
                    </a:cubicBezTo>
                    <a:close/>
                    <a:moveTo>
                      <a:pt x="397" y="1"/>
                    </a:moveTo>
                    <a:cubicBezTo>
                      <a:pt x="363" y="1"/>
                      <a:pt x="329" y="18"/>
                      <a:pt x="314" y="58"/>
                    </a:cubicBezTo>
                    <a:cubicBezTo>
                      <a:pt x="155" y="469"/>
                      <a:pt x="1" y="926"/>
                      <a:pt x="175" y="1359"/>
                    </a:cubicBezTo>
                    <a:cubicBezTo>
                      <a:pt x="258" y="1566"/>
                      <a:pt x="483" y="1862"/>
                      <a:pt x="738" y="1862"/>
                    </a:cubicBezTo>
                    <a:cubicBezTo>
                      <a:pt x="771" y="1862"/>
                      <a:pt x="805" y="1857"/>
                      <a:pt x="838" y="1846"/>
                    </a:cubicBezTo>
                    <a:cubicBezTo>
                      <a:pt x="1142" y="1753"/>
                      <a:pt x="1170" y="1248"/>
                      <a:pt x="1142" y="997"/>
                    </a:cubicBezTo>
                    <a:cubicBezTo>
                      <a:pt x="1099" y="620"/>
                      <a:pt x="902" y="287"/>
                      <a:pt x="593" y="73"/>
                    </a:cubicBezTo>
                    <a:cubicBezTo>
                      <a:pt x="577" y="62"/>
                      <a:pt x="561" y="57"/>
                      <a:pt x="545" y="57"/>
                    </a:cubicBezTo>
                    <a:cubicBezTo>
                      <a:pt x="521" y="57"/>
                      <a:pt x="499" y="68"/>
                      <a:pt x="480" y="83"/>
                    </a:cubicBezTo>
                    <a:cubicBezTo>
                      <a:pt x="485" y="32"/>
                      <a:pt x="442" y="1"/>
                      <a:pt x="39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6800" lIns="91425" spcFirstLastPara="1" rIns="91425" wrap="square" tIns="468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30" name="Google Shape;30;p1"/>
              <p:cNvSpPr/>
              <p:nvPr/>
            </p:nvSpPr>
            <p:spPr>
              <a:xfrm>
                <a:off x="4043520" y="285480"/>
                <a:ext cx="62280" cy="93600"/>
              </a:xfrm>
              <a:custGeom>
                <a:rect b="b" l="l" r="r" t="t"/>
                <a:pathLst>
                  <a:path extrusionOk="0" h="1863" w="1243">
                    <a:moveTo>
                      <a:pt x="443" y="199"/>
                    </a:moveTo>
                    <a:cubicBezTo>
                      <a:pt x="449" y="212"/>
                      <a:pt x="456" y="222"/>
                      <a:pt x="469" y="232"/>
                    </a:cubicBezTo>
                    <a:cubicBezTo>
                      <a:pt x="766" y="470"/>
                      <a:pt x="1242" y="1262"/>
                      <a:pt x="749" y="1514"/>
                    </a:cubicBezTo>
                    <a:cubicBezTo>
                      <a:pt x="702" y="1563"/>
                      <a:pt x="659" y="1588"/>
                      <a:pt x="619" y="1588"/>
                    </a:cubicBezTo>
                    <a:cubicBezTo>
                      <a:pt x="572" y="1588"/>
                      <a:pt x="530" y="1555"/>
                      <a:pt x="491" y="1489"/>
                    </a:cubicBezTo>
                    <a:cubicBezTo>
                      <a:pt x="436" y="1430"/>
                      <a:pt x="395" y="1365"/>
                      <a:pt x="369" y="1290"/>
                    </a:cubicBezTo>
                    <a:cubicBezTo>
                      <a:pt x="314" y="1168"/>
                      <a:pt x="294" y="1046"/>
                      <a:pt x="293" y="913"/>
                    </a:cubicBezTo>
                    <a:cubicBezTo>
                      <a:pt x="291" y="668"/>
                      <a:pt x="367" y="431"/>
                      <a:pt x="443" y="199"/>
                    </a:cubicBezTo>
                    <a:close/>
                    <a:moveTo>
                      <a:pt x="397" y="1"/>
                    </a:moveTo>
                    <a:cubicBezTo>
                      <a:pt x="363" y="1"/>
                      <a:pt x="329" y="18"/>
                      <a:pt x="314" y="57"/>
                    </a:cubicBezTo>
                    <a:cubicBezTo>
                      <a:pt x="154" y="468"/>
                      <a:pt x="1" y="927"/>
                      <a:pt x="174" y="1360"/>
                    </a:cubicBezTo>
                    <a:cubicBezTo>
                      <a:pt x="257" y="1567"/>
                      <a:pt x="482" y="1863"/>
                      <a:pt x="738" y="1863"/>
                    </a:cubicBezTo>
                    <a:cubicBezTo>
                      <a:pt x="771" y="1863"/>
                      <a:pt x="805" y="1858"/>
                      <a:pt x="838" y="1847"/>
                    </a:cubicBezTo>
                    <a:cubicBezTo>
                      <a:pt x="1142" y="1752"/>
                      <a:pt x="1170" y="1248"/>
                      <a:pt x="1142" y="998"/>
                    </a:cubicBezTo>
                    <a:cubicBezTo>
                      <a:pt x="1096" y="621"/>
                      <a:pt x="901" y="288"/>
                      <a:pt x="592" y="71"/>
                    </a:cubicBezTo>
                    <a:cubicBezTo>
                      <a:pt x="577" y="61"/>
                      <a:pt x="562" y="57"/>
                      <a:pt x="546" y="57"/>
                    </a:cubicBezTo>
                    <a:cubicBezTo>
                      <a:pt x="522" y="57"/>
                      <a:pt x="498" y="68"/>
                      <a:pt x="478" y="84"/>
                    </a:cubicBezTo>
                    <a:cubicBezTo>
                      <a:pt x="485" y="32"/>
                      <a:pt x="442" y="1"/>
                      <a:pt x="39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6800" lIns="91425" spcFirstLastPara="1" rIns="91425" wrap="square" tIns="468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31" name="Google Shape;31;p1"/>
              <p:cNvSpPr/>
              <p:nvPr/>
            </p:nvSpPr>
            <p:spPr>
              <a:xfrm>
                <a:off x="8800560" y="2089800"/>
                <a:ext cx="111600" cy="101880"/>
              </a:xfrm>
              <a:custGeom>
                <a:rect b="b" l="l" r="r" t="t"/>
                <a:pathLst>
                  <a:path extrusionOk="0" h="2031" w="2225">
                    <a:moveTo>
                      <a:pt x="1777" y="0"/>
                    </a:moveTo>
                    <a:cubicBezTo>
                      <a:pt x="1512" y="0"/>
                      <a:pt x="1080" y="186"/>
                      <a:pt x="993" y="239"/>
                    </a:cubicBezTo>
                    <a:cubicBezTo>
                      <a:pt x="558" y="506"/>
                      <a:pt x="1" y="1084"/>
                      <a:pt x="206" y="1649"/>
                    </a:cubicBezTo>
                    <a:cubicBezTo>
                      <a:pt x="307" y="1925"/>
                      <a:pt x="530" y="2030"/>
                      <a:pt x="773" y="2030"/>
                    </a:cubicBezTo>
                    <a:cubicBezTo>
                      <a:pt x="1000" y="2030"/>
                      <a:pt x="1244" y="1938"/>
                      <a:pt x="1422" y="1807"/>
                    </a:cubicBezTo>
                    <a:cubicBezTo>
                      <a:pt x="1917" y="1444"/>
                      <a:pt x="2216" y="825"/>
                      <a:pt x="2224" y="217"/>
                    </a:cubicBezTo>
                    <a:cubicBezTo>
                      <a:pt x="2225" y="141"/>
                      <a:pt x="2172" y="104"/>
                      <a:pt x="2116" y="104"/>
                    </a:cubicBezTo>
                    <a:cubicBezTo>
                      <a:pt x="2064" y="104"/>
                      <a:pt x="2009" y="137"/>
                      <a:pt x="1996" y="201"/>
                    </a:cubicBezTo>
                    <a:cubicBezTo>
                      <a:pt x="1995" y="205"/>
                      <a:pt x="1992" y="211"/>
                      <a:pt x="1990" y="218"/>
                    </a:cubicBezTo>
                    <a:cubicBezTo>
                      <a:pt x="1961" y="570"/>
                      <a:pt x="1870" y="896"/>
                      <a:pt x="1673" y="1190"/>
                    </a:cubicBezTo>
                    <a:cubicBezTo>
                      <a:pt x="1513" y="1429"/>
                      <a:pt x="1178" y="1795"/>
                      <a:pt x="842" y="1795"/>
                    </a:cubicBezTo>
                    <a:cubicBezTo>
                      <a:pt x="805" y="1795"/>
                      <a:pt x="769" y="1791"/>
                      <a:pt x="732" y="1781"/>
                    </a:cubicBezTo>
                    <a:cubicBezTo>
                      <a:pt x="157" y="1628"/>
                      <a:pt x="587" y="978"/>
                      <a:pt x="831" y="734"/>
                    </a:cubicBezTo>
                    <a:cubicBezTo>
                      <a:pt x="897" y="668"/>
                      <a:pt x="1525" y="201"/>
                      <a:pt x="1756" y="201"/>
                    </a:cubicBezTo>
                    <a:cubicBezTo>
                      <a:pt x="1798" y="201"/>
                      <a:pt x="1827" y="216"/>
                      <a:pt x="1837" y="252"/>
                    </a:cubicBezTo>
                    <a:cubicBezTo>
                      <a:pt x="1847" y="285"/>
                      <a:pt x="1875" y="301"/>
                      <a:pt x="1903" y="301"/>
                    </a:cubicBezTo>
                    <a:cubicBezTo>
                      <a:pt x="1931" y="301"/>
                      <a:pt x="1959" y="284"/>
                      <a:pt x="1969" y="252"/>
                    </a:cubicBezTo>
                    <a:cubicBezTo>
                      <a:pt x="1975" y="234"/>
                      <a:pt x="1979" y="215"/>
                      <a:pt x="1983" y="198"/>
                    </a:cubicBezTo>
                    <a:cubicBezTo>
                      <a:pt x="2009" y="51"/>
                      <a:pt x="1916" y="0"/>
                      <a:pt x="177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51100" lIns="91425" spcFirstLastPara="1" rIns="91425" wrap="square" tIns="51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</p:grpSp>
      <p:sp>
        <p:nvSpPr>
          <p:cNvPr id="32" name="Google Shape;32;p1"/>
          <p:cNvSpPr txBox="1"/>
          <p:nvPr>
            <p:ph idx="1"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3"/>
          <p:cNvPicPr preferRelativeResize="0"/>
          <p:nvPr/>
        </p:nvPicPr>
        <p:blipFill rotWithShape="1">
          <a:blip r:embed="rId1">
            <a:alphaModFix amt="50000"/>
          </a:blip>
          <a:srcRect b="0" l="0" r="0" t="0"/>
          <a:stretch/>
        </p:blipFill>
        <p:spPr>
          <a:xfrm flipH="1">
            <a:off x="360" y="0"/>
            <a:ext cx="9143640" cy="514332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3"/>
          <p:cNvSpPr txBox="1"/>
          <p:nvPr>
            <p:ph type="title"/>
          </p:nvPr>
        </p:nvSpPr>
        <p:spPr>
          <a:xfrm>
            <a:off x="720000" y="540000"/>
            <a:ext cx="7703640" cy="6343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grpSp>
        <p:nvGrpSpPr>
          <p:cNvPr id="39" name="Google Shape;39;p3"/>
          <p:cNvGrpSpPr/>
          <p:nvPr/>
        </p:nvGrpSpPr>
        <p:grpSpPr>
          <a:xfrm>
            <a:off x="8640" y="106200"/>
            <a:ext cx="9041760" cy="4825800"/>
            <a:chOff x="8640" y="106200"/>
            <a:chExt cx="9041760" cy="4825800"/>
          </a:xfrm>
        </p:grpSpPr>
        <p:grpSp>
          <p:nvGrpSpPr>
            <p:cNvPr id="40" name="Google Shape;40;p3"/>
            <p:cNvGrpSpPr/>
            <p:nvPr/>
          </p:nvGrpSpPr>
          <p:grpSpPr>
            <a:xfrm>
              <a:off x="95400" y="644040"/>
              <a:ext cx="748800" cy="1326240"/>
              <a:chOff x="95400" y="644040"/>
              <a:chExt cx="748800" cy="1326240"/>
            </a:xfrm>
          </p:grpSpPr>
          <p:sp>
            <p:nvSpPr>
              <p:cNvPr id="41" name="Google Shape;41;p3"/>
              <p:cNvSpPr/>
              <p:nvPr/>
            </p:nvSpPr>
            <p:spPr>
              <a:xfrm>
                <a:off x="95400" y="1053000"/>
                <a:ext cx="748800" cy="917280"/>
              </a:xfrm>
              <a:custGeom>
                <a:rect b="b" l="l" r="r" t="t"/>
                <a:pathLst>
                  <a:path extrusionOk="0" h="18215" w="14872">
                    <a:moveTo>
                      <a:pt x="12285" y="9217"/>
                    </a:moveTo>
                    <a:cubicBezTo>
                      <a:pt x="12849" y="9217"/>
                      <a:pt x="13414" y="9257"/>
                      <a:pt x="13978" y="9350"/>
                    </a:cubicBezTo>
                    <a:cubicBezTo>
                      <a:pt x="13425" y="10286"/>
                      <a:pt x="12379" y="10637"/>
                      <a:pt x="11391" y="10940"/>
                    </a:cubicBezTo>
                    <a:cubicBezTo>
                      <a:pt x="10207" y="11303"/>
                      <a:pt x="9002" y="11605"/>
                      <a:pt x="7786" y="11849"/>
                    </a:cubicBezTo>
                    <a:cubicBezTo>
                      <a:pt x="6358" y="12133"/>
                      <a:pt x="4831" y="12436"/>
                      <a:pt x="3333" y="12436"/>
                    </a:cubicBezTo>
                    <a:cubicBezTo>
                      <a:pt x="2399" y="12436"/>
                      <a:pt x="1476" y="12319"/>
                      <a:pt x="596" y="12004"/>
                    </a:cubicBezTo>
                    <a:cubicBezTo>
                      <a:pt x="671" y="11863"/>
                      <a:pt x="981" y="11734"/>
                      <a:pt x="1092" y="11686"/>
                    </a:cubicBezTo>
                    <a:cubicBezTo>
                      <a:pt x="1212" y="11632"/>
                      <a:pt x="1345" y="11601"/>
                      <a:pt x="1470" y="11561"/>
                    </a:cubicBezTo>
                    <a:cubicBezTo>
                      <a:pt x="1754" y="11469"/>
                      <a:pt x="2037" y="11380"/>
                      <a:pt x="2322" y="11289"/>
                    </a:cubicBezTo>
                    <a:cubicBezTo>
                      <a:pt x="2826" y="11127"/>
                      <a:pt x="3335" y="10973"/>
                      <a:pt x="3844" y="10828"/>
                    </a:cubicBezTo>
                    <a:cubicBezTo>
                      <a:pt x="4924" y="10517"/>
                      <a:pt x="6015" y="10235"/>
                      <a:pt x="7113" y="9985"/>
                    </a:cubicBezTo>
                    <a:cubicBezTo>
                      <a:pt x="8808" y="9599"/>
                      <a:pt x="10545" y="9217"/>
                      <a:pt x="12285" y="9217"/>
                    </a:cubicBezTo>
                    <a:close/>
                    <a:moveTo>
                      <a:pt x="14111" y="9604"/>
                    </a:moveTo>
                    <a:lnTo>
                      <a:pt x="14111" y="9604"/>
                    </a:lnTo>
                    <a:cubicBezTo>
                      <a:pt x="14481" y="11707"/>
                      <a:pt x="13929" y="14090"/>
                      <a:pt x="12365" y="15525"/>
                    </a:cubicBezTo>
                    <a:cubicBezTo>
                      <a:pt x="11428" y="16382"/>
                      <a:pt x="10114" y="16974"/>
                      <a:pt x="8928" y="17392"/>
                    </a:cubicBezTo>
                    <a:cubicBezTo>
                      <a:pt x="8056" y="17703"/>
                      <a:pt x="7139" y="17900"/>
                      <a:pt x="6217" y="17900"/>
                    </a:cubicBezTo>
                    <a:cubicBezTo>
                      <a:pt x="5846" y="17900"/>
                      <a:pt x="5476" y="17868"/>
                      <a:pt x="5106" y="17799"/>
                    </a:cubicBezTo>
                    <a:cubicBezTo>
                      <a:pt x="2435" y="17299"/>
                      <a:pt x="954" y="14747"/>
                      <a:pt x="567" y="12224"/>
                    </a:cubicBezTo>
                    <a:cubicBezTo>
                      <a:pt x="566" y="12210"/>
                      <a:pt x="565" y="12194"/>
                      <a:pt x="563" y="12180"/>
                    </a:cubicBezTo>
                    <a:lnTo>
                      <a:pt x="563" y="12180"/>
                    </a:lnTo>
                    <a:cubicBezTo>
                      <a:pt x="1359" y="12579"/>
                      <a:pt x="2244" y="12701"/>
                      <a:pt x="3127" y="12701"/>
                    </a:cubicBezTo>
                    <a:cubicBezTo>
                      <a:pt x="3394" y="12701"/>
                      <a:pt x="3661" y="12690"/>
                      <a:pt x="3925" y="12672"/>
                    </a:cubicBezTo>
                    <a:cubicBezTo>
                      <a:pt x="5276" y="12580"/>
                      <a:pt x="6628" y="12359"/>
                      <a:pt x="7955" y="12090"/>
                    </a:cubicBezTo>
                    <a:cubicBezTo>
                      <a:pt x="9308" y="11816"/>
                      <a:pt x="10656" y="11480"/>
                      <a:pt x="11965" y="11041"/>
                    </a:cubicBezTo>
                    <a:cubicBezTo>
                      <a:pt x="12793" y="10765"/>
                      <a:pt x="13662" y="10378"/>
                      <a:pt x="14111" y="9604"/>
                    </a:cubicBezTo>
                    <a:close/>
                    <a:moveTo>
                      <a:pt x="2897" y="0"/>
                    </a:moveTo>
                    <a:lnTo>
                      <a:pt x="2641" y="47"/>
                    </a:lnTo>
                    <a:cubicBezTo>
                      <a:pt x="2920" y="1560"/>
                      <a:pt x="3223" y="3070"/>
                      <a:pt x="3575" y="4566"/>
                    </a:cubicBezTo>
                    <a:cubicBezTo>
                      <a:pt x="3582" y="4589"/>
                      <a:pt x="3590" y="4609"/>
                      <a:pt x="3603" y="4623"/>
                    </a:cubicBezTo>
                    <a:cubicBezTo>
                      <a:pt x="1518" y="6345"/>
                      <a:pt x="1" y="8805"/>
                      <a:pt x="188" y="11582"/>
                    </a:cubicBezTo>
                    <a:cubicBezTo>
                      <a:pt x="353" y="14052"/>
                      <a:pt x="1627" y="16901"/>
                      <a:pt x="4072" y="17832"/>
                    </a:cubicBezTo>
                    <a:cubicBezTo>
                      <a:pt x="4769" y="18097"/>
                      <a:pt x="5503" y="18215"/>
                      <a:pt x="6245" y="18215"/>
                    </a:cubicBezTo>
                    <a:cubicBezTo>
                      <a:pt x="8295" y="18215"/>
                      <a:pt x="10412" y="17321"/>
                      <a:pt x="12022" y="16188"/>
                    </a:cubicBezTo>
                    <a:cubicBezTo>
                      <a:pt x="14226" y="14639"/>
                      <a:pt x="14872" y="11618"/>
                      <a:pt x="14252" y="9109"/>
                    </a:cubicBezTo>
                    <a:cubicBezTo>
                      <a:pt x="14186" y="8847"/>
                      <a:pt x="14107" y="8591"/>
                      <a:pt x="14013" y="8343"/>
                    </a:cubicBezTo>
                    <a:lnTo>
                      <a:pt x="13792" y="8429"/>
                    </a:lnTo>
                    <a:cubicBezTo>
                      <a:pt x="13870" y="8639"/>
                      <a:pt x="13936" y="8854"/>
                      <a:pt x="13993" y="9074"/>
                    </a:cubicBezTo>
                    <a:cubicBezTo>
                      <a:pt x="13401" y="8962"/>
                      <a:pt x="12800" y="8915"/>
                      <a:pt x="12197" y="8915"/>
                    </a:cubicBezTo>
                    <a:cubicBezTo>
                      <a:pt x="10264" y="8915"/>
                      <a:pt x="8300" y="9404"/>
                      <a:pt x="6456" y="9845"/>
                    </a:cubicBezTo>
                    <a:cubicBezTo>
                      <a:pt x="5166" y="10154"/>
                      <a:pt x="3889" y="10505"/>
                      <a:pt x="2625" y="10901"/>
                    </a:cubicBezTo>
                    <a:cubicBezTo>
                      <a:pt x="2027" y="11086"/>
                      <a:pt x="1388" y="11246"/>
                      <a:pt x="820" y="11508"/>
                    </a:cubicBezTo>
                    <a:cubicBezTo>
                      <a:pt x="701" y="11561"/>
                      <a:pt x="586" y="11632"/>
                      <a:pt x="509" y="11724"/>
                    </a:cubicBezTo>
                    <a:cubicBezTo>
                      <a:pt x="402" y="10447"/>
                      <a:pt x="627" y="9163"/>
                      <a:pt x="1224" y="8017"/>
                    </a:cubicBezTo>
                    <a:cubicBezTo>
                      <a:pt x="1890" y="6736"/>
                      <a:pt x="2947" y="5749"/>
                      <a:pt x="3883" y="4672"/>
                    </a:cubicBezTo>
                    <a:cubicBezTo>
                      <a:pt x="3946" y="4601"/>
                      <a:pt x="3905" y="4518"/>
                      <a:pt x="3840" y="4497"/>
                    </a:cubicBezTo>
                    <a:cubicBezTo>
                      <a:pt x="3838" y="4497"/>
                      <a:pt x="3840" y="4495"/>
                      <a:pt x="3838" y="4494"/>
                    </a:cubicBezTo>
                    <a:cubicBezTo>
                      <a:pt x="3498" y="3000"/>
                      <a:pt x="3175" y="1505"/>
                      <a:pt x="28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42" name="Google Shape;42;p3"/>
              <p:cNvSpPr/>
              <p:nvPr/>
            </p:nvSpPr>
            <p:spPr>
              <a:xfrm>
                <a:off x="123840" y="1536840"/>
                <a:ext cx="700920" cy="417600"/>
              </a:xfrm>
              <a:custGeom>
                <a:rect b="b" l="l" r="r" t="t"/>
                <a:pathLst>
                  <a:path extrusionOk="0" h="8299" w="13918">
                    <a:moveTo>
                      <a:pt x="13548" y="1"/>
                    </a:moveTo>
                    <a:lnTo>
                      <a:pt x="13548" y="1"/>
                    </a:lnTo>
                    <a:cubicBezTo>
                      <a:pt x="13099" y="775"/>
                      <a:pt x="12230" y="1162"/>
                      <a:pt x="11402" y="1439"/>
                    </a:cubicBezTo>
                    <a:cubicBezTo>
                      <a:pt x="10093" y="1877"/>
                      <a:pt x="8744" y="2216"/>
                      <a:pt x="7392" y="2488"/>
                    </a:cubicBezTo>
                    <a:cubicBezTo>
                      <a:pt x="6065" y="2757"/>
                      <a:pt x="4713" y="2978"/>
                      <a:pt x="3362" y="3070"/>
                    </a:cubicBezTo>
                    <a:cubicBezTo>
                      <a:pt x="3098" y="3088"/>
                      <a:pt x="2831" y="3100"/>
                      <a:pt x="2564" y="3100"/>
                    </a:cubicBezTo>
                    <a:cubicBezTo>
                      <a:pt x="1681" y="3100"/>
                      <a:pt x="796" y="2977"/>
                      <a:pt x="0" y="2579"/>
                    </a:cubicBezTo>
                    <a:lnTo>
                      <a:pt x="0" y="2579"/>
                    </a:lnTo>
                    <a:cubicBezTo>
                      <a:pt x="2" y="2593"/>
                      <a:pt x="3" y="2608"/>
                      <a:pt x="4" y="2623"/>
                    </a:cubicBezTo>
                    <a:cubicBezTo>
                      <a:pt x="393" y="5144"/>
                      <a:pt x="1874" y="7697"/>
                      <a:pt x="4543" y="8197"/>
                    </a:cubicBezTo>
                    <a:cubicBezTo>
                      <a:pt x="4913" y="8267"/>
                      <a:pt x="5284" y="8298"/>
                      <a:pt x="5655" y="8298"/>
                    </a:cubicBezTo>
                    <a:cubicBezTo>
                      <a:pt x="6577" y="8298"/>
                      <a:pt x="7494" y="8102"/>
                      <a:pt x="8365" y="7792"/>
                    </a:cubicBezTo>
                    <a:cubicBezTo>
                      <a:pt x="9549" y="7371"/>
                      <a:pt x="10865" y="6778"/>
                      <a:pt x="11802" y="5922"/>
                    </a:cubicBezTo>
                    <a:cubicBezTo>
                      <a:pt x="13366" y="4487"/>
                      <a:pt x="13918" y="2102"/>
                      <a:pt x="1354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43" name="Google Shape;43;p3"/>
              <p:cNvSpPr/>
              <p:nvPr/>
            </p:nvSpPr>
            <p:spPr>
              <a:xfrm>
                <a:off x="385560" y="722160"/>
                <a:ext cx="415440" cy="755280"/>
              </a:xfrm>
              <a:custGeom>
                <a:rect b="b" l="l" r="r" t="t"/>
                <a:pathLst>
                  <a:path extrusionOk="0" h="14999" w="8256">
                    <a:moveTo>
                      <a:pt x="117" y="1"/>
                    </a:moveTo>
                    <a:lnTo>
                      <a:pt x="1" y="79"/>
                    </a:lnTo>
                    <a:cubicBezTo>
                      <a:pt x="171" y="1782"/>
                      <a:pt x="655" y="3488"/>
                      <a:pt x="1034" y="5156"/>
                    </a:cubicBezTo>
                    <a:cubicBezTo>
                      <a:pt x="1232" y="6026"/>
                      <a:pt x="1433" y="6898"/>
                      <a:pt x="1643" y="7768"/>
                    </a:cubicBezTo>
                    <a:cubicBezTo>
                      <a:pt x="1830" y="8562"/>
                      <a:pt x="1951" y="9446"/>
                      <a:pt x="2275" y="10193"/>
                    </a:cubicBezTo>
                    <a:cubicBezTo>
                      <a:pt x="2284" y="10214"/>
                      <a:pt x="2298" y="10227"/>
                      <a:pt x="2316" y="10235"/>
                    </a:cubicBezTo>
                    <a:cubicBezTo>
                      <a:pt x="2338" y="10305"/>
                      <a:pt x="2367" y="10370"/>
                      <a:pt x="2417" y="10415"/>
                    </a:cubicBezTo>
                    <a:lnTo>
                      <a:pt x="2418" y="10418"/>
                    </a:lnTo>
                    <a:cubicBezTo>
                      <a:pt x="2396" y="10496"/>
                      <a:pt x="2424" y="10584"/>
                      <a:pt x="2526" y="10601"/>
                    </a:cubicBezTo>
                    <a:cubicBezTo>
                      <a:pt x="4822" y="10972"/>
                      <a:pt x="6922" y="12488"/>
                      <a:pt x="7883" y="14628"/>
                    </a:cubicBezTo>
                    <a:cubicBezTo>
                      <a:pt x="7938" y="14749"/>
                      <a:pt x="7988" y="14872"/>
                      <a:pt x="8034" y="14998"/>
                    </a:cubicBezTo>
                    <a:lnTo>
                      <a:pt x="8255" y="14912"/>
                    </a:lnTo>
                    <a:cubicBezTo>
                      <a:pt x="7356" y="12500"/>
                      <a:pt x="5179" y="10714"/>
                      <a:pt x="2618" y="10296"/>
                    </a:cubicBezTo>
                    <a:cubicBezTo>
                      <a:pt x="2594" y="10177"/>
                      <a:pt x="2564" y="10059"/>
                      <a:pt x="2516" y="9949"/>
                    </a:cubicBezTo>
                    <a:cubicBezTo>
                      <a:pt x="2503" y="9918"/>
                      <a:pt x="2482" y="9895"/>
                      <a:pt x="2461" y="9881"/>
                    </a:cubicBezTo>
                    <a:cubicBezTo>
                      <a:pt x="2362" y="9148"/>
                      <a:pt x="2099" y="8406"/>
                      <a:pt x="1929" y="7691"/>
                    </a:cubicBezTo>
                    <a:cubicBezTo>
                      <a:pt x="1730" y="6855"/>
                      <a:pt x="1534" y="6018"/>
                      <a:pt x="1343" y="5180"/>
                    </a:cubicBezTo>
                    <a:cubicBezTo>
                      <a:pt x="956" y="3483"/>
                      <a:pt x="695" y="1715"/>
                      <a:pt x="171" y="53"/>
                    </a:cubicBezTo>
                    <a:cubicBezTo>
                      <a:pt x="162" y="25"/>
                      <a:pt x="141" y="9"/>
                      <a:pt x="1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44" name="Google Shape;44;p3"/>
              <p:cNvSpPr/>
              <p:nvPr/>
            </p:nvSpPr>
            <p:spPr>
              <a:xfrm>
                <a:off x="125280" y="1517040"/>
                <a:ext cx="673920" cy="162000"/>
              </a:xfrm>
              <a:custGeom>
                <a:rect b="b" l="l" r="r" t="t"/>
                <a:pathLst>
                  <a:path extrusionOk="0" h="3221" w="13383">
                    <a:moveTo>
                      <a:pt x="11686" y="1"/>
                    </a:moveTo>
                    <a:cubicBezTo>
                      <a:pt x="9947" y="1"/>
                      <a:pt x="8213" y="381"/>
                      <a:pt x="6518" y="769"/>
                    </a:cubicBezTo>
                    <a:cubicBezTo>
                      <a:pt x="5421" y="1019"/>
                      <a:pt x="4330" y="1301"/>
                      <a:pt x="3247" y="1612"/>
                    </a:cubicBezTo>
                    <a:cubicBezTo>
                      <a:pt x="2738" y="1760"/>
                      <a:pt x="2231" y="1913"/>
                      <a:pt x="1726" y="2073"/>
                    </a:cubicBezTo>
                    <a:cubicBezTo>
                      <a:pt x="1440" y="2164"/>
                      <a:pt x="1157" y="2253"/>
                      <a:pt x="873" y="2345"/>
                    </a:cubicBezTo>
                    <a:cubicBezTo>
                      <a:pt x="750" y="2386"/>
                      <a:pt x="617" y="2416"/>
                      <a:pt x="496" y="2470"/>
                    </a:cubicBezTo>
                    <a:cubicBezTo>
                      <a:pt x="387" y="2518"/>
                      <a:pt x="74" y="2647"/>
                      <a:pt x="0" y="2788"/>
                    </a:cubicBezTo>
                    <a:cubicBezTo>
                      <a:pt x="881" y="3103"/>
                      <a:pt x="1804" y="3220"/>
                      <a:pt x="2738" y="3220"/>
                    </a:cubicBezTo>
                    <a:cubicBezTo>
                      <a:pt x="4236" y="3220"/>
                      <a:pt x="5763" y="2917"/>
                      <a:pt x="7191" y="2633"/>
                    </a:cubicBezTo>
                    <a:cubicBezTo>
                      <a:pt x="8405" y="2390"/>
                      <a:pt x="9610" y="2087"/>
                      <a:pt x="10796" y="1724"/>
                    </a:cubicBezTo>
                    <a:cubicBezTo>
                      <a:pt x="11784" y="1422"/>
                      <a:pt x="12829" y="1070"/>
                      <a:pt x="13382" y="134"/>
                    </a:cubicBezTo>
                    <a:cubicBezTo>
                      <a:pt x="12817" y="41"/>
                      <a:pt x="12251" y="1"/>
                      <a:pt x="1168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81000" lIns="91425" spcFirstLastPara="1" rIns="91425" wrap="square" tIns="81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45" name="Google Shape;45;p3"/>
              <p:cNvSpPr/>
              <p:nvPr/>
            </p:nvSpPr>
            <p:spPr>
              <a:xfrm>
                <a:off x="410400" y="1176480"/>
                <a:ext cx="49320" cy="44280"/>
              </a:xfrm>
              <a:custGeom>
                <a:rect b="b" l="l" r="r" t="t"/>
                <a:pathLst>
                  <a:path extrusionOk="0" h="889" w="983">
                    <a:moveTo>
                      <a:pt x="424" y="123"/>
                    </a:moveTo>
                    <a:cubicBezTo>
                      <a:pt x="566" y="123"/>
                      <a:pt x="707" y="287"/>
                      <a:pt x="714" y="422"/>
                    </a:cubicBezTo>
                    <a:cubicBezTo>
                      <a:pt x="719" y="553"/>
                      <a:pt x="603" y="640"/>
                      <a:pt x="480" y="649"/>
                    </a:cubicBezTo>
                    <a:cubicBezTo>
                      <a:pt x="474" y="649"/>
                      <a:pt x="469" y="650"/>
                      <a:pt x="463" y="650"/>
                    </a:cubicBezTo>
                    <a:cubicBezTo>
                      <a:pt x="342" y="650"/>
                      <a:pt x="257" y="561"/>
                      <a:pt x="252" y="439"/>
                    </a:cubicBezTo>
                    <a:cubicBezTo>
                      <a:pt x="250" y="384"/>
                      <a:pt x="264" y="327"/>
                      <a:pt x="294" y="281"/>
                    </a:cubicBezTo>
                    <a:cubicBezTo>
                      <a:pt x="330" y="227"/>
                      <a:pt x="392" y="197"/>
                      <a:pt x="416" y="139"/>
                    </a:cubicBezTo>
                    <a:cubicBezTo>
                      <a:pt x="419" y="133"/>
                      <a:pt x="419" y="127"/>
                      <a:pt x="420" y="123"/>
                    </a:cubicBezTo>
                    <a:cubicBezTo>
                      <a:pt x="422" y="123"/>
                      <a:pt x="423" y="123"/>
                      <a:pt x="424" y="123"/>
                    </a:cubicBezTo>
                    <a:close/>
                    <a:moveTo>
                      <a:pt x="305" y="1"/>
                    </a:moveTo>
                    <a:cubicBezTo>
                      <a:pt x="97" y="1"/>
                      <a:pt x="0" y="348"/>
                      <a:pt x="25" y="513"/>
                    </a:cubicBezTo>
                    <a:cubicBezTo>
                      <a:pt x="58" y="740"/>
                      <a:pt x="247" y="889"/>
                      <a:pt x="466" y="889"/>
                    </a:cubicBezTo>
                    <a:cubicBezTo>
                      <a:pt x="491" y="889"/>
                      <a:pt x="516" y="887"/>
                      <a:pt x="541" y="883"/>
                    </a:cubicBezTo>
                    <a:cubicBezTo>
                      <a:pt x="777" y="845"/>
                      <a:pt x="983" y="642"/>
                      <a:pt x="950" y="390"/>
                    </a:cubicBezTo>
                    <a:cubicBezTo>
                      <a:pt x="932" y="265"/>
                      <a:pt x="860" y="150"/>
                      <a:pt x="759" y="78"/>
                    </a:cubicBezTo>
                    <a:cubicBezTo>
                      <a:pt x="687" y="27"/>
                      <a:pt x="616" y="9"/>
                      <a:pt x="541" y="9"/>
                    </a:cubicBezTo>
                    <a:cubicBezTo>
                      <a:pt x="495" y="9"/>
                      <a:pt x="448" y="15"/>
                      <a:pt x="399" y="25"/>
                    </a:cubicBezTo>
                    <a:cubicBezTo>
                      <a:pt x="399" y="27"/>
                      <a:pt x="399" y="27"/>
                      <a:pt x="398" y="27"/>
                    </a:cubicBezTo>
                    <a:cubicBezTo>
                      <a:pt x="388" y="20"/>
                      <a:pt x="378" y="13"/>
                      <a:pt x="365" y="10"/>
                    </a:cubicBezTo>
                    <a:cubicBezTo>
                      <a:pt x="344" y="4"/>
                      <a:pt x="324" y="1"/>
                      <a:pt x="3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22300" lIns="91425" spcFirstLastPara="1" rIns="91425" wrap="square" tIns="223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46" name="Google Shape;46;p3"/>
              <p:cNvSpPr/>
              <p:nvPr/>
            </p:nvSpPr>
            <p:spPr>
              <a:xfrm>
                <a:off x="377640" y="1391040"/>
                <a:ext cx="71280" cy="65520"/>
              </a:xfrm>
              <a:custGeom>
                <a:rect b="b" l="l" r="r" t="t"/>
                <a:pathLst>
                  <a:path extrusionOk="0" h="1311" w="1419">
                    <a:moveTo>
                      <a:pt x="665" y="248"/>
                    </a:moveTo>
                    <a:cubicBezTo>
                      <a:pt x="790" y="248"/>
                      <a:pt x="908" y="292"/>
                      <a:pt x="990" y="406"/>
                    </a:cubicBezTo>
                    <a:cubicBezTo>
                      <a:pt x="1116" y="577"/>
                      <a:pt x="1075" y="866"/>
                      <a:pt x="891" y="984"/>
                    </a:cubicBezTo>
                    <a:cubicBezTo>
                      <a:pt x="834" y="1020"/>
                      <a:pt x="766" y="1038"/>
                      <a:pt x="698" y="1038"/>
                    </a:cubicBezTo>
                    <a:cubicBezTo>
                      <a:pt x="550" y="1038"/>
                      <a:pt x="400" y="957"/>
                      <a:pt x="343" y="817"/>
                    </a:cubicBezTo>
                    <a:cubicBezTo>
                      <a:pt x="266" y="626"/>
                      <a:pt x="374" y="378"/>
                      <a:pt x="541" y="270"/>
                    </a:cubicBezTo>
                    <a:cubicBezTo>
                      <a:pt x="547" y="266"/>
                      <a:pt x="549" y="263"/>
                      <a:pt x="554" y="258"/>
                    </a:cubicBezTo>
                    <a:cubicBezTo>
                      <a:pt x="591" y="251"/>
                      <a:pt x="628" y="248"/>
                      <a:pt x="665" y="248"/>
                    </a:cubicBezTo>
                    <a:close/>
                    <a:moveTo>
                      <a:pt x="659" y="1"/>
                    </a:moveTo>
                    <a:cubicBezTo>
                      <a:pt x="498" y="1"/>
                      <a:pt x="338" y="54"/>
                      <a:pt x="216" y="165"/>
                    </a:cubicBezTo>
                    <a:cubicBezTo>
                      <a:pt x="167" y="209"/>
                      <a:pt x="178" y="271"/>
                      <a:pt x="215" y="312"/>
                    </a:cubicBezTo>
                    <a:cubicBezTo>
                      <a:pt x="58" y="477"/>
                      <a:pt x="1" y="740"/>
                      <a:pt x="107" y="960"/>
                    </a:cubicBezTo>
                    <a:cubicBezTo>
                      <a:pt x="215" y="1184"/>
                      <a:pt x="457" y="1311"/>
                      <a:pt x="699" y="1311"/>
                    </a:cubicBezTo>
                    <a:cubicBezTo>
                      <a:pt x="815" y="1311"/>
                      <a:pt x="930" y="1282"/>
                      <a:pt x="1030" y="1221"/>
                    </a:cubicBezTo>
                    <a:cubicBezTo>
                      <a:pt x="1343" y="1029"/>
                      <a:pt x="1418" y="572"/>
                      <a:pt x="1213" y="277"/>
                    </a:cubicBezTo>
                    <a:cubicBezTo>
                      <a:pt x="1087" y="96"/>
                      <a:pt x="873" y="1"/>
                      <a:pt x="65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2750" lIns="91425" spcFirstLastPara="1" rIns="91425" wrap="square" tIns="327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47" name="Google Shape;47;p3"/>
              <p:cNvSpPr/>
              <p:nvPr/>
            </p:nvSpPr>
            <p:spPr>
              <a:xfrm>
                <a:off x="363600" y="986400"/>
                <a:ext cx="54000" cy="53280"/>
              </a:xfrm>
              <a:custGeom>
                <a:rect b="b" l="l" r="r" t="t"/>
                <a:pathLst>
                  <a:path extrusionOk="0" h="1068" w="1078">
                    <a:moveTo>
                      <a:pt x="311" y="213"/>
                    </a:moveTo>
                    <a:lnTo>
                      <a:pt x="311" y="213"/>
                    </a:lnTo>
                    <a:cubicBezTo>
                      <a:pt x="453" y="215"/>
                      <a:pt x="586" y="255"/>
                      <a:pt x="680" y="374"/>
                    </a:cubicBezTo>
                    <a:cubicBezTo>
                      <a:pt x="779" y="497"/>
                      <a:pt x="772" y="657"/>
                      <a:pt x="641" y="752"/>
                    </a:cubicBezTo>
                    <a:cubicBezTo>
                      <a:pt x="581" y="796"/>
                      <a:pt x="526" y="814"/>
                      <a:pt x="477" y="814"/>
                    </a:cubicBezTo>
                    <a:cubicBezTo>
                      <a:pt x="244" y="814"/>
                      <a:pt x="162" y="377"/>
                      <a:pt x="311" y="213"/>
                    </a:cubicBezTo>
                    <a:close/>
                    <a:moveTo>
                      <a:pt x="380" y="0"/>
                    </a:moveTo>
                    <a:cubicBezTo>
                      <a:pt x="321" y="0"/>
                      <a:pt x="263" y="9"/>
                      <a:pt x="208" y="29"/>
                    </a:cubicBezTo>
                    <a:cubicBezTo>
                      <a:pt x="157" y="48"/>
                      <a:pt x="135" y="106"/>
                      <a:pt x="147" y="151"/>
                    </a:cubicBezTo>
                    <a:cubicBezTo>
                      <a:pt x="28" y="291"/>
                      <a:pt x="1" y="522"/>
                      <a:pt x="39" y="702"/>
                    </a:cubicBezTo>
                    <a:cubicBezTo>
                      <a:pt x="85" y="932"/>
                      <a:pt x="268" y="1067"/>
                      <a:pt x="475" y="1067"/>
                    </a:cubicBezTo>
                    <a:cubicBezTo>
                      <a:pt x="543" y="1067"/>
                      <a:pt x="614" y="1052"/>
                      <a:pt x="684" y="1021"/>
                    </a:cubicBezTo>
                    <a:cubicBezTo>
                      <a:pt x="936" y="908"/>
                      <a:pt x="1078" y="620"/>
                      <a:pt x="956" y="361"/>
                    </a:cubicBezTo>
                    <a:cubicBezTo>
                      <a:pt x="859" y="152"/>
                      <a:pt x="617" y="0"/>
                      <a:pt x="38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26625" lIns="91425" spcFirstLastPara="1" rIns="91425" wrap="square" tIns="266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48" name="Google Shape;48;p3"/>
              <p:cNvSpPr/>
              <p:nvPr/>
            </p:nvSpPr>
            <p:spPr>
              <a:xfrm>
                <a:off x="341280" y="1099440"/>
                <a:ext cx="82440" cy="74160"/>
              </a:xfrm>
              <a:custGeom>
                <a:rect b="b" l="l" r="r" t="t"/>
                <a:pathLst>
                  <a:path extrusionOk="0" h="1477" w="1642">
                    <a:moveTo>
                      <a:pt x="843" y="256"/>
                    </a:moveTo>
                    <a:cubicBezTo>
                      <a:pt x="897" y="256"/>
                      <a:pt x="953" y="266"/>
                      <a:pt x="1013" y="287"/>
                    </a:cubicBezTo>
                    <a:cubicBezTo>
                      <a:pt x="1278" y="384"/>
                      <a:pt x="1356" y="669"/>
                      <a:pt x="1244" y="914"/>
                    </a:cubicBezTo>
                    <a:cubicBezTo>
                      <a:pt x="1160" y="1100"/>
                      <a:pt x="997" y="1212"/>
                      <a:pt x="818" y="1212"/>
                    </a:cubicBezTo>
                    <a:cubicBezTo>
                      <a:pt x="736" y="1212"/>
                      <a:pt x="651" y="1189"/>
                      <a:pt x="569" y="1139"/>
                    </a:cubicBezTo>
                    <a:cubicBezTo>
                      <a:pt x="435" y="1057"/>
                      <a:pt x="329" y="919"/>
                      <a:pt x="294" y="766"/>
                    </a:cubicBezTo>
                    <a:cubicBezTo>
                      <a:pt x="277" y="688"/>
                      <a:pt x="284" y="576"/>
                      <a:pt x="319" y="481"/>
                    </a:cubicBezTo>
                    <a:cubicBezTo>
                      <a:pt x="333" y="481"/>
                      <a:pt x="349" y="476"/>
                      <a:pt x="363" y="467"/>
                    </a:cubicBezTo>
                    <a:cubicBezTo>
                      <a:pt x="517" y="359"/>
                      <a:pt x="665" y="256"/>
                      <a:pt x="843" y="256"/>
                    </a:cubicBezTo>
                    <a:close/>
                    <a:moveTo>
                      <a:pt x="808" y="1"/>
                    </a:moveTo>
                    <a:cubicBezTo>
                      <a:pt x="581" y="1"/>
                      <a:pt x="357" y="84"/>
                      <a:pt x="260" y="277"/>
                    </a:cubicBezTo>
                    <a:cubicBezTo>
                      <a:pt x="2" y="439"/>
                      <a:pt x="0" y="877"/>
                      <a:pt x="200" y="1149"/>
                    </a:cubicBezTo>
                    <a:cubicBezTo>
                      <a:pt x="355" y="1361"/>
                      <a:pt x="592" y="1476"/>
                      <a:pt x="827" y="1476"/>
                    </a:cubicBezTo>
                    <a:cubicBezTo>
                      <a:pt x="1023" y="1476"/>
                      <a:pt x="1218" y="1396"/>
                      <a:pt x="1364" y="1225"/>
                    </a:cubicBezTo>
                    <a:cubicBezTo>
                      <a:pt x="1634" y="909"/>
                      <a:pt x="1641" y="388"/>
                      <a:pt x="1283" y="136"/>
                    </a:cubicBezTo>
                    <a:cubicBezTo>
                      <a:pt x="1160" y="50"/>
                      <a:pt x="983" y="1"/>
                      <a:pt x="80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7075" lIns="91425" spcFirstLastPara="1" rIns="91425" wrap="square" tIns="370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49" name="Google Shape;49;p3"/>
              <p:cNvSpPr/>
              <p:nvPr/>
            </p:nvSpPr>
            <p:spPr>
              <a:xfrm>
                <a:off x="137880" y="644040"/>
                <a:ext cx="300600" cy="117360"/>
              </a:xfrm>
              <a:custGeom>
                <a:rect b="b" l="l" r="r" t="t"/>
                <a:pathLst>
                  <a:path extrusionOk="0" h="2340" w="5975">
                    <a:moveTo>
                      <a:pt x="4871" y="1"/>
                    </a:moveTo>
                    <a:cubicBezTo>
                      <a:pt x="4712" y="1"/>
                      <a:pt x="4550" y="26"/>
                      <a:pt x="4396" y="51"/>
                    </a:cubicBezTo>
                    <a:cubicBezTo>
                      <a:pt x="3730" y="157"/>
                      <a:pt x="3065" y="288"/>
                      <a:pt x="2401" y="405"/>
                    </a:cubicBezTo>
                    <a:cubicBezTo>
                      <a:pt x="1814" y="510"/>
                      <a:pt x="1182" y="561"/>
                      <a:pt x="615" y="735"/>
                    </a:cubicBezTo>
                    <a:cubicBezTo>
                      <a:pt x="357" y="813"/>
                      <a:pt x="153" y="958"/>
                      <a:pt x="102" y="1233"/>
                    </a:cubicBezTo>
                    <a:cubicBezTo>
                      <a:pt x="0" y="1771"/>
                      <a:pt x="404" y="2332"/>
                      <a:pt x="897" y="2340"/>
                    </a:cubicBezTo>
                    <a:lnTo>
                      <a:pt x="904" y="2099"/>
                    </a:lnTo>
                    <a:cubicBezTo>
                      <a:pt x="676" y="2029"/>
                      <a:pt x="493" y="1831"/>
                      <a:pt x="425" y="1588"/>
                    </a:cubicBezTo>
                    <a:cubicBezTo>
                      <a:pt x="319" y="1192"/>
                      <a:pt x="556" y="1058"/>
                      <a:pt x="886" y="981"/>
                    </a:cubicBezTo>
                    <a:cubicBezTo>
                      <a:pt x="1375" y="866"/>
                      <a:pt x="1885" y="802"/>
                      <a:pt x="2381" y="714"/>
                    </a:cubicBezTo>
                    <a:cubicBezTo>
                      <a:pt x="2881" y="625"/>
                      <a:pt x="3378" y="536"/>
                      <a:pt x="3876" y="445"/>
                    </a:cubicBezTo>
                    <a:cubicBezTo>
                      <a:pt x="4155" y="395"/>
                      <a:pt x="4451" y="310"/>
                      <a:pt x="4732" y="297"/>
                    </a:cubicBezTo>
                    <a:cubicBezTo>
                      <a:pt x="4768" y="293"/>
                      <a:pt x="4804" y="290"/>
                      <a:pt x="4839" y="290"/>
                    </a:cubicBezTo>
                    <a:cubicBezTo>
                      <a:pt x="4997" y="290"/>
                      <a:pt x="5147" y="339"/>
                      <a:pt x="5290" y="435"/>
                    </a:cubicBezTo>
                    <a:cubicBezTo>
                      <a:pt x="5487" y="895"/>
                      <a:pt x="5375" y="1155"/>
                      <a:pt x="4956" y="1210"/>
                    </a:cubicBezTo>
                    <a:cubicBezTo>
                      <a:pt x="4859" y="1227"/>
                      <a:pt x="4838" y="1311"/>
                      <a:pt x="4865" y="1382"/>
                    </a:cubicBezTo>
                    <a:cubicBezTo>
                      <a:pt x="4261" y="1394"/>
                      <a:pt x="3641" y="1532"/>
                      <a:pt x="3050" y="1637"/>
                    </a:cubicBezTo>
                    <a:cubicBezTo>
                      <a:pt x="2377" y="1757"/>
                      <a:pt x="1702" y="1890"/>
                      <a:pt x="1047" y="2099"/>
                    </a:cubicBezTo>
                    <a:cubicBezTo>
                      <a:pt x="1032" y="2104"/>
                      <a:pt x="1018" y="2111"/>
                      <a:pt x="1006" y="2120"/>
                    </a:cubicBezTo>
                    <a:lnTo>
                      <a:pt x="1129" y="2308"/>
                    </a:lnTo>
                    <a:cubicBezTo>
                      <a:pt x="1767" y="2202"/>
                      <a:pt x="2399" y="2058"/>
                      <a:pt x="3034" y="1940"/>
                    </a:cubicBezTo>
                    <a:cubicBezTo>
                      <a:pt x="3655" y="1824"/>
                      <a:pt x="4307" y="1776"/>
                      <a:pt x="4920" y="1622"/>
                    </a:cubicBezTo>
                    <a:lnTo>
                      <a:pt x="5036" y="1545"/>
                    </a:lnTo>
                    <a:cubicBezTo>
                      <a:pt x="5044" y="1523"/>
                      <a:pt x="5045" y="1501"/>
                      <a:pt x="5042" y="1479"/>
                    </a:cubicBezTo>
                    <a:cubicBezTo>
                      <a:pt x="5688" y="1370"/>
                      <a:pt x="5975" y="541"/>
                      <a:pt x="5387" y="140"/>
                    </a:cubicBezTo>
                    <a:cubicBezTo>
                      <a:pt x="5230" y="34"/>
                      <a:pt x="5052" y="1"/>
                      <a:pt x="487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58675" lIns="91425" spcFirstLastPara="1" rIns="91425" wrap="square" tIns="586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0" name="Google Shape;50;p3"/>
              <p:cNvSpPr/>
              <p:nvPr/>
            </p:nvSpPr>
            <p:spPr>
              <a:xfrm>
                <a:off x="246960" y="1443240"/>
                <a:ext cx="93960" cy="83160"/>
              </a:xfrm>
              <a:custGeom>
                <a:rect b="b" l="l" r="r" t="t"/>
                <a:pathLst>
                  <a:path extrusionOk="0" h="1658" w="1871">
                    <a:moveTo>
                      <a:pt x="1011" y="279"/>
                    </a:moveTo>
                    <a:cubicBezTo>
                      <a:pt x="1070" y="279"/>
                      <a:pt x="1130" y="291"/>
                      <a:pt x="1196" y="327"/>
                    </a:cubicBezTo>
                    <a:cubicBezTo>
                      <a:pt x="1324" y="395"/>
                      <a:pt x="1410" y="521"/>
                      <a:pt x="1454" y="657"/>
                    </a:cubicBezTo>
                    <a:cubicBezTo>
                      <a:pt x="1548" y="953"/>
                      <a:pt x="1417" y="1273"/>
                      <a:pt x="1104" y="1357"/>
                    </a:cubicBezTo>
                    <a:cubicBezTo>
                      <a:pt x="1051" y="1371"/>
                      <a:pt x="995" y="1378"/>
                      <a:pt x="940" y="1378"/>
                    </a:cubicBezTo>
                    <a:cubicBezTo>
                      <a:pt x="697" y="1378"/>
                      <a:pt x="457" y="1243"/>
                      <a:pt x="395" y="994"/>
                    </a:cubicBezTo>
                    <a:cubicBezTo>
                      <a:pt x="335" y="756"/>
                      <a:pt x="434" y="458"/>
                      <a:pt x="625" y="294"/>
                    </a:cubicBezTo>
                    <a:cubicBezTo>
                      <a:pt x="642" y="315"/>
                      <a:pt x="665" y="330"/>
                      <a:pt x="691" y="330"/>
                    </a:cubicBezTo>
                    <a:cubicBezTo>
                      <a:pt x="693" y="330"/>
                      <a:pt x="695" y="330"/>
                      <a:pt x="697" y="329"/>
                    </a:cubicBezTo>
                    <a:cubicBezTo>
                      <a:pt x="811" y="315"/>
                      <a:pt x="909" y="279"/>
                      <a:pt x="1011" y="279"/>
                    </a:cubicBezTo>
                    <a:close/>
                    <a:moveTo>
                      <a:pt x="998" y="0"/>
                    </a:moveTo>
                    <a:cubicBezTo>
                      <a:pt x="881" y="0"/>
                      <a:pt x="764" y="30"/>
                      <a:pt x="686" y="104"/>
                    </a:cubicBezTo>
                    <a:cubicBezTo>
                      <a:pt x="258" y="237"/>
                      <a:pt x="0" y="671"/>
                      <a:pt x="145" y="1117"/>
                    </a:cubicBezTo>
                    <a:cubicBezTo>
                      <a:pt x="256" y="1465"/>
                      <a:pt x="600" y="1657"/>
                      <a:pt x="945" y="1657"/>
                    </a:cubicBezTo>
                    <a:cubicBezTo>
                      <a:pt x="1056" y="1657"/>
                      <a:pt x="1167" y="1637"/>
                      <a:pt x="1271" y="1596"/>
                    </a:cubicBezTo>
                    <a:cubicBezTo>
                      <a:pt x="1718" y="1419"/>
                      <a:pt x="1871" y="896"/>
                      <a:pt x="1679" y="475"/>
                    </a:cubicBezTo>
                    <a:cubicBezTo>
                      <a:pt x="1586" y="267"/>
                      <a:pt x="1416" y="96"/>
                      <a:pt x="1196" y="29"/>
                    </a:cubicBezTo>
                    <a:cubicBezTo>
                      <a:pt x="1136" y="11"/>
                      <a:pt x="1067" y="0"/>
                      <a:pt x="99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1750" lIns="91425" spcFirstLastPara="1" rIns="91425" wrap="square" tIns="417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1" name="Google Shape;51;p3"/>
              <p:cNvSpPr/>
              <p:nvPr/>
            </p:nvSpPr>
            <p:spPr>
              <a:xfrm>
                <a:off x="276120" y="1364760"/>
                <a:ext cx="52560" cy="47520"/>
              </a:xfrm>
              <a:custGeom>
                <a:rect b="b" l="l" r="r" t="t"/>
                <a:pathLst>
                  <a:path extrusionOk="0" h="951" w="1048">
                    <a:moveTo>
                      <a:pt x="331" y="201"/>
                    </a:moveTo>
                    <a:lnTo>
                      <a:pt x="331" y="201"/>
                    </a:lnTo>
                    <a:cubicBezTo>
                      <a:pt x="345" y="214"/>
                      <a:pt x="363" y="223"/>
                      <a:pt x="389" y="226"/>
                    </a:cubicBezTo>
                    <a:cubicBezTo>
                      <a:pt x="545" y="228"/>
                      <a:pt x="720" y="284"/>
                      <a:pt x="751" y="461"/>
                    </a:cubicBezTo>
                    <a:cubicBezTo>
                      <a:pt x="777" y="610"/>
                      <a:pt x="635" y="702"/>
                      <a:pt x="504" y="709"/>
                    </a:cubicBezTo>
                    <a:cubicBezTo>
                      <a:pt x="498" y="709"/>
                      <a:pt x="492" y="709"/>
                      <a:pt x="487" y="709"/>
                    </a:cubicBezTo>
                    <a:cubicBezTo>
                      <a:pt x="216" y="709"/>
                      <a:pt x="186" y="374"/>
                      <a:pt x="331" y="201"/>
                    </a:cubicBezTo>
                    <a:close/>
                    <a:moveTo>
                      <a:pt x="520" y="0"/>
                    </a:moveTo>
                    <a:cubicBezTo>
                      <a:pt x="476" y="0"/>
                      <a:pt x="431" y="10"/>
                      <a:pt x="389" y="31"/>
                    </a:cubicBezTo>
                    <a:cubicBezTo>
                      <a:pt x="158" y="88"/>
                      <a:pt x="0" y="296"/>
                      <a:pt x="19" y="540"/>
                    </a:cubicBezTo>
                    <a:cubicBezTo>
                      <a:pt x="35" y="795"/>
                      <a:pt x="251" y="951"/>
                      <a:pt x="488" y="951"/>
                    </a:cubicBezTo>
                    <a:cubicBezTo>
                      <a:pt x="514" y="951"/>
                      <a:pt x="540" y="949"/>
                      <a:pt x="566" y="945"/>
                    </a:cubicBezTo>
                    <a:cubicBezTo>
                      <a:pt x="829" y="910"/>
                      <a:pt x="1048" y="675"/>
                      <a:pt x="980" y="397"/>
                    </a:cubicBezTo>
                    <a:cubicBezTo>
                      <a:pt x="933" y="205"/>
                      <a:pt x="726" y="0"/>
                      <a:pt x="5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23750" lIns="91425" spcFirstLastPara="1" rIns="91425" wrap="square" tIns="237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2" name="Google Shape;52;p3"/>
              <p:cNvSpPr/>
              <p:nvPr/>
            </p:nvSpPr>
            <p:spPr>
              <a:xfrm>
                <a:off x="267120" y="864000"/>
                <a:ext cx="43200" cy="40320"/>
              </a:xfrm>
              <a:custGeom>
                <a:rect b="b" l="l" r="r" t="t"/>
                <a:pathLst>
                  <a:path extrusionOk="0" h="807" w="863">
                    <a:moveTo>
                      <a:pt x="348" y="167"/>
                    </a:moveTo>
                    <a:lnTo>
                      <a:pt x="348" y="167"/>
                    </a:lnTo>
                    <a:cubicBezTo>
                      <a:pt x="354" y="173"/>
                      <a:pt x="358" y="180"/>
                      <a:pt x="362" y="184"/>
                    </a:cubicBezTo>
                    <a:cubicBezTo>
                      <a:pt x="409" y="217"/>
                      <a:pt x="468" y="217"/>
                      <a:pt x="514" y="251"/>
                    </a:cubicBezTo>
                    <a:cubicBezTo>
                      <a:pt x="556" y="282"/>
                      <a:pt x="589" y="337"/>
                      <a:pt x="599" y="391"/>
                    </a:cubicBezTo>
                    <a:cubicBezTo>
                      <a:pt x="617" y="500"/>
                      <a:pt x="532" y="570"/>
                      <a:pt x="429" y="574"/>
                    </a:cubicBezTo>
                    <a:cubicBezTo>
                      <a:pt x="425" y="574"/>
                      <a:pt x="422" y="574"/>
                      <a:pt x="418" y="574"/>
                    </a:cubicBezTo>
                    <a:cubicBezTo>
                      <a:pt x="177" y="574"/>
                      <a:pt x="190" y="277"/>
                      <a:pt x="348" y="167"/>
                    </a:cubicBezTo>
                    <a:close/>
                    <a:moveTo>
                      <a:pt x="406" y="1"/>
                    </a:moveTo>
                    <a:cubicBezTo>
                      <a:pt x="404" y="1"/>
                      <a:pt x="402" y="1"/>
                      <a:pt x="400" y="1"/>
                    </a:cubicBezTo>
                    <a:cubicBezTo>
                      <a:pt x="175" y="11"/>
                      <a:pt x="1" y="205"/>
                      <a:pt x="5" y="429"/>
                    </a:cubicBezTo>
                    <a:cubicBezTo>
                      <a:pt x="8" y="655"/>
                      <a:pt x="206" y="806"/>
                      <a:pt x="419" y="806"/>
                    </a:cubicBezTo>
                    <a:cubicBezTo>
                      <a:pt x="430" y="806"/>
                      <a:pt x="441" y="806"/>
                      <a:pt x="453" y="805"/>
                    </a:cubicBezTo>
                    <a:cubicBezTo>
                      <a:pt x="685" y="789"/>
                      <a:pt x="862" y="592"/>
                      <a:pt x="818" y="357"/>
                    </a:cubicBezTo>
                    <a:cubicBezTo>
                      <a:pt x="792" y="215"/>
                      <a:pt x="631" y="8"/>
                      <a:pt x="471" y="8"/>
                    </a:cubicBezTo>
                    <a:cubicBezTo>
                      <a:pt x="460" y="8"/>
                      <a:pt x="449" y="9"/>
                      <a:pt x="439" y="11"/>
                    </a:cubicBezTo>
                    <a:cubicBezTo>
                      <a:pt x="430" y="5"/>
                      <a:pt x="419" y="1"/>
                      <a:pt x="4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20150" lIns="91425" spcFirstLastPara="1" rIns="91425" wrap="square" tIns="201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>
                <a:off x="209880" y="781560"/>
                <a:ext cx="64440" cy="55800"/>
              </a:xfrm>
              <a:custGeom>
                <a:rect b="b" l="l" r="r" t="t"/>
                <a:pathLst>
                  <a:path extrusionOk="0" h="1118" w="1289">
                    <a:moveTo>
                      <a:pt x="626" y="225"/>
                    </a:moveTo>
                    <a:cubicBezTo>
                      <a:pt x="698" y="225"/>
                      <a:pt x="768" y="241"/>
                      <a:pt x="834" y="284"/>
                    </a:cubicBezTo>
                    <a:cubicBezTo>
                      <a:pt x="1004" y="394"/>
                      <a:pt x="1005" y="615"/>
                      <a:pt x="883" y="764"/>
                    </a:cubicBezTo>
                    <a:cubicBezTo>
                      <a:pt x="820" y="842"/>
                      <a:pt x="736" y="878"/>
                      <a:pt x="651" y="878"/>
                    </a:cubicBezTo>
                    <a:cubicBezTo>
                      <a:pt x="542" y="878"/>
                      <a:pt x="432" y="818"/>
                      <a:pt x="365" y="713"/>
                    </a:cubicBezTo>
                    <a:cubicBezTo>
                      <a:pt x="254" y="543"/>
                      <a:pt x="322" y="352"/>
                      <a:pt x="471" y="245"/>
                    </a:cubicBezTo>
                    <a:cubicBezTo>
                      <a:pt x="523" y="233"/>
                      <a:pt x="575" y="225"/>
                      <a:pt x="626" y="225"/>
                    </a:cubicBezTo>
                    <a:close/>
                    <a:moveTo>
                      <a:pt x="636" y="1"/>
                    </a:moveTo>
                    <a:cubicBezTo>
                      <a:pt x="531" y="1"/>
                      <a:pt x="429" y="32"/>
                      <a:pt x="352" y="105"/>
                    </a:cubicBezTo>
                    <a:cubicBezTo>
                      <a:pt x="109" y="240"/>
                      <a:pt x="0" y="551"/>
                      <a:pt x="148" y="814"/>
                    </a:cubicBezTo>
                    <a:cubicBezTo>
                      <a:pt x="255" y="1003"/>
                      <a:pt x="455" y="1117"/>
                      <a:pt x="657" y="1117"/>
                    </a:cubicBezTo>
                    <a:cubicBezTo>
                      <a:pt x="774" y="1117"/>
                      <a:pt x="891" y="1079"/>
                      <a:pt x="991" y="995"/>
                    </a:cubicBezTo>
                    <a:cubicBezTo>
                      <a:pt x="1228" y="797"/>
                      <a:pt x="1289" y="415"/>
                      <a:pt x="1067" y="182"/>
                    </a:cubicBezTo>
                    <a:cubicBezTo>
                      <a:pt x="964" y="72"/>
                      <a:pt x="796" y="1"/>
                      <a:pt x="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28075" lIns="91425" spcFirstLastPara="1" rIns="91425" wrap="square" tIns="280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4" name="Google Shape;54;p3"/>
              <p:cNvSpPr/>
              <p:nvPr/>
            </p:nvSpPr>
            <p:spPr>
              <a:xfrm>
                <a:off x="183240" y="749520"/>
                <a:ext cx="57960" cy="305280"/>
              </a:xfrm>
              <a:custGeom>
                <a:rect b="b" l="l" r="r" t="t"/>
                <a:pathLst>
                  <a:path extrusionOk="0" h="6065" w="1159">
                    <a:moveTo>
                      <a:pt x="8" y="1"/>
                    </a:moveTo>
                    <a:lnTo>
                      <a:pt x="1" y="242"/>
                    </a:lnTo>
                    <a:lnTo>
                      <a:pt x="32" y="242"/>
                    </a:lnTo>
                    <a:cubicBezTo>
                      <a:pt x="86" y="1941"/>
                      <a:pt x="471" y="3674"/>
                      <a:pt x="772" y="5342"/>
                    </a:cubicBezTo>
                    <a:cubicBezTo>
                      <a:pt x="814" y="5583"/>
                      <a:pt x="858" y="5824"/>
                      <a:pt x="902" y="6064"/>
                    </a:cubicBezTo>
                    <a:lnTo>
                      <a:pt x="1159" y="6016"/>
                    </a:lnTo>
                    <a:cubicBezTo>
                      <a:pt x="1119" y="5801"/>
                      <a:pt x="1079" y="5587"/>
                      <a:pt x="1042" y="5370"/>
                    </a:cubicBezTo>
                    <a:cubicBezTo>
                      <a:pt x="743" y="3662"/>
                      <a:pt x="606" y="1902"/>
                      <a:pt x="230" y="210"/>
                    </a:cubicBezTo>
                    <a:lnTo>
                      <a:pt x="108" y="22"/>
                    </a:lnTo>
                    <a:cubicBezTo>
                      <a:pt x="74" y="16"/>
                      <a:pt x="42" y="11"/>
                      <a:pt x="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sp>
          <p:nvSpPr>
            <p:cNvPr id="55" name="Google Shape;55;p3"/>
            <p:cNvSpPr/>
            <p:nvPr/>
          </p:nvSpPr>
          <p:spPr>
            <a:xfrm>
              <a:off x="8740440" y="3145320"/>
              <a:ext cx="73440" cy="96480"/>
            </a:xfrm>
            <a:custGeom>
              <a:rect b="b" l="l" r="r" t="t"/>
              <a:pathLst>
                <a:path extrusionOk="0" h="1921" w="1467">
                  <a:moveTo>
                    <a:pt x="829" y="1"/>
                  </a:moveTo>
                  <a:cubicBezTo>
                    <a:pt x="743" y="1"/>
                    <a:pt x="671" y="42"/>
                    <a:pt x="653" y="137"/>
                  </a:cubicBezTo>
                  <a:cubicBezTo>
                    <a:pt x="648" y="167"/>
                    <a:pt x="648" y="204"/>
                    <a:pt x="656" y="247"/>
                  </a:cubicBezTo>
                  <a:cubicBezTo>
                    <a:pt x="664" y="289"/>
                    <a:pt x="694" y="307"/>
                    <a:pt x="726" y="307"/>
                  </a:cubicBezTo>
                  <a:cubicBezTo>
                    <a:pt x="762" y="307"/>
                    <a:pt x="802" y="284"/>
                    <a:pt x="816" y="247"/>
                  </a:cubicBezTo>
                  <a:cubicBezTo>
                    <a:pt x="826" y="224"/>
                    <a:pt x="837" y="214"/>
                    <a:pt x="849" y="214"/>
                  </a:cubicBezTo>
                  <a:cubicBezTo>
                    <a:pt x="922" y="214"/>
                    <a:pt x="1034" y="572"/>
                    <a:pt x="1036" y="572"/>
                  </a:cubicBezTo>
                  <a:cubicBezTo>
                    <a:pt x="1036" y="572"/>
                    <a:pt x="1036" y="572"/>
                    <a:pt x="1036" y="572"/>
                  </a:cubicBezTo>
                  <a:lnTo>
                    <a:pt x="1036" y="572"/>
                  </a:lnTo>
                  <a:cubicBezTo>
                    <a:pt x="1070" y="711"/>
                    <a:pt x="1093" y="854"/>
                    <a:pt x="1100" y="994"/>
                  </a:cubicBezTo>
                  <a:cubicBezTo>
                    <a:pt x="1111" y="1220"/>
                    <a:pt x="1012" y="1716"/>
                    <a:pt x="745" y="1716"/>
                  </a:cubicBezTo>
                  <a:cubicBezTo>
                    <a:pt x="677" y="1716"/>
                    <a:pt x="597" y="1683"/>
                    <a:pt x="505" y="1604"/>
                  </a:cubicBezTo>
                  <a:cubicBezTo>
                    <a:pt x="115" y="1269"/>
                    <a:pt x="378" y="497"/>
                    <a:pt x="590" y="144"/>
                  </a:cubicBezTo>
                  <a:cubicBezTo>
                    <a:pt x="592" y="137"/>
                    <a:pt x="597" y="130"/>
                    <a:pt x="598" y="123"/>
                  </a:cubicBezTo>
                  <a:cubicBezTo>
                    <a:pt x="613" y="71"/>
                    <a:pt x="567" y="28"/>
                    <a:pt x="519" y="28"/>
                  </a:cubicBezTo>
                  <a:cubicBezTo>
                    <a:pt x="495" y="28"/>
                    <a:pt x="471" y="39"/>
                    <a:pt x="454" y="65"/>
                  </a:cubicBezTo>
                  <a:cubicBezTo>
                    <a:pt x="180" y="478"/>
                    <a:pt x="0" y="1071"/>
                    <a:pt x="213" y="1550"/>
                  </a:cubicBezTo>
                  <a:cubicBezTo>
                    <a:pt x="315" y="1782"/>
                    <a:pt x="518" y="1921"/>
                    <a:pt x="731" y="1921"/>
                  </a:cubicBezTo>
                  <a:cubicBezTo>
                    <a:pt x="866" y="1921"/>
                    <a:pt x="1004" y="1864"/>
                    <a:pt x="1122" y="1740"/>
                  </a:cubicBezTo>
                  <a:cubicBezTo>
                    <a:pt x="1467" y="1377"/>
                    <a:pt x="1361" y="613"/>
                    <a:pt x="1155" y="204"/>
                  </a:cubicBezTo>
                  <a:cubicBezTo>
                    <a:pt x="1093" y="80"/>
                    <a:pt x="948" y="1"/>
                    <a:pt x="8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8225" lIns="91425" spcFirstLastPara="1" rIns="91425" wrap="square" tIns="48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6" name="Google Shape;56;p3"/>
            <p:cNvSpPr/>
            <p:nvPr/>
          </p:nvSpPr>
          <p:spPr>
            <a:xfrm>
              <a:off x="335880" y="4201200"/>
              <a:ext cx="77400" cy="58320"/>
            </a:xfrm>
            <a:custGeom>
              <a:rect b="b" l="l" r="r" t="t"/>
              <a:pathLst>
                <a:path extrusionOk="0" h="1165" w="1547">
                  <a:moveTo>
                    <a:pt x="140" y="207"/>
                  </a:moveTo>
                  <a:cubicBezTo>
                    <a:pt x="153" y="219"/>
                    <a:pt x="169" y="226"/>
                    <a:pt x="189" y="228"/>
                  </a:cubicBezTo>
                  <a:cubicBezTo>
                    <a:pt x="229" y="233"/>
                    <a:pt x="269" y="234"/>
                    <a:pt x="310" y="234"/>
                  </a:cubicBezTo>
                  <a:cubicBezTo>
                    <a:pt x="420" y="234"/>
                    <a:pt x="530" y="223"/>
                    <a:pt x="640" y="223"/>
                  </a:cubicBezTo>
                  <a:cubicBezTo>
                    <a:pt x="735" y="223"/>
                    <a:pt x="830" y="231"/>
                    <a:pt x="924" y="264"/>
                  </a:cubicBezTo>
                  <a:cubicBezTo>
                    <a:pt x="1159" y="345"/>
                    <a:pt x="1414" y="693"/>
                    <a:pt x="1158" y="899"/>
                  </a:cubicBezTo>
                  <a:cubicBezTo>
                    <a:pt x="1092" y="952"/>
                    <a:pt x="1013" y="973"/>
                    <a:pt x="931" y="973"/>
                  </a:cubicBezTo>
                  <a:cubicBezTo>
                    <a:pt x="774" y="973"/>
                    <a:pt x="605" y="894"/>
                    <a:pt x="492" y="807"/>
                  </a:cubicBezTo>
                  <a:cubicBezTo>
                    <a:pt x="302" y="656"/>
                    <a:pt x="183" y="442"/>
                    <a:pt x="140" y="207"/>
                  </a:cubicBezTo>
                  <a:close/>
                  <a:moveTo>
                    <a:pt x="610" y="0"/>
                  </a:moveTo>
                  <a:cubicBezTo>
                    <a:pt x="454" y="0"/>
                    <a:pt x="300" y="30"/>
                    <a:pt x="169" y="82"/>
                  </a:cubicBezTo>
                  <a:cubicBezTo>
                    <a:pt x="148" y="91"/>
                    <a:pt x="136" y="105"/>
                    <a:pt x="126" y="121"/>
                  </a:cubicBezTo>
                  <a:cubicBezTo>
                    <a:pt x="119" y="86"/>
                    <a:pt x="88" y="68"/>
                    <a:pt x="59" y="68"/>
                  </a:cubicBezTo>
                  <a:cubicBezTo>
                    <a:pt x="29" y="68"/>
                    <a:pt x="1" y="87"/>
                    <a:pt x="3" y="128"/>
                  </a:cubicBezTo>
                  <a:cubicBezTo>
                    <a:pt x="24" y="481"/>
                    <a:pt x="187" y="812"/>
                    <a:pt x="481" y="1016"/>
                  </a:cubicBezTo>
                  <a:cubicBezTo>
                    <a:pt x="611" y="1106"/>
                    <a:pt x="782" y="1165"/>
                    <a:pt x="948" y="1165"/>
                  </a:cubicBezTo>
                  <a:cubicBezTo>
                    <a:pt x="1092" y="1165"/>
                    <a:pt x="1232" y="1120"/>
                    <a:pt x="1338" y="1012"/>
                  </a:cubicBezTo>
                  <a:cubicBezTo>
                    <a:pt x="1546" y="800"/>
                    <a:pt x="1481" y="472"/>
                    <a:pt x="1301" y="268"/>
                  </a:cubicBezTo>
                  <a:cubicBezTo>
                    <a:pt x="1136" y="82"/>
                    <a:pt x="871" y="0"/>
                    <a:pt x="6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9150" lIns="91425" spcFirstLastPara="1" rIns="91425" wrap="square" tIns="291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7" name="Google Shape;57;p3"/>
            <p:cNvSpPr/>
            <p:nvPr/>
          </p:nvSpPr>
          <p:spPr>
            <a:xfrm>
              <a:off x="376920" y="416520"/>
              <a:ext cx="77400" cy="58320"/>
            </a:xfrm>
            <a:custGeom>
              <a:rect b="b" l="l" r="r" t="t"/>
              <a:pathLst>
                <a:path extrusionOk="0" h="1164" w="1546">
                  <a:moveTo>
                    <a:pt x="143" y="204"/>
                  </a:moveTo>
                  <a:lnTo>
                    <a:pt x="143" y="204"/>
                  </a:lnTo>
                  <a:cubicBezTo>
                    <a:pt x="154" y="215"/>
                    <a:pt x="171" y="224"/>
                    <a:pt x="190" y="225"/>
                  </a:cubicBezTo>
                  <a:cubicBezTo>
                    <a:pt x="230" y="229"/>
                    <a:pt x="270" y="231"/>
                    <a:pt x="310" y="231"/>
                  </a:cubicBezTo>
                  <a:cubicBezTo>
                    <a:pt x="421" y="231"/>
                    <a:pt x="531" y="219"/>
                    <a:pt x="641" y="219"/>
                  </a:cubicBezTo>
                  <a:cubicBezTo>
                    <a:pt x="736" y="219"/>
                    <a:pt x="831" y="228"/>
                    <a:pt x="925" y="261"/>
                  </a:cubicBezTo>
                  <a:cubicBezTo>
                    <a:pt x="1160" y="341"/>
                    <a:pt x="1415" y="691"/>
                    <a:pt x="1159" y="897"/>
                  </a:cubicBezTo>
                  <a:cubicBezTo>
                    <a:pt x="1093" y="950"/>
                    <a:pt x="1013" y="972"/>
                    <a:pt x="931" y="972"/>
                  </a:cubicBezTo>
                  <a:cubicBezTo>
                    <a:pt x="774" y="972"/>
                    <a:pt x="605" y="893"/>
                    <a:pt x="493" y="805"/>
                  </a:cubicBezTo>
                  <a:cubicBezTo>
                    <a:pt x="303" y="653"/>
                    <a:pt x="185" y="439"/>
                    <a:pt x="143" y="204"/>
                  </a:cubicBezTo>
                  <a:close/>
                  <a:moveTo>
                    <a:pt x="610" y="0"/>
                  </a:moveTo>
                  <a:cubicBezTo>
                    <a:pt x="454" y="0"/>
                    <a:pt x="300" y="29"/>
                    <a:pt x="168" y="82"/>
                  </a:cubicBezTo>
                  <a:cubicBezTo>
                    <a:pt x="147" y="91"/>
                    <a:pt x="136" y="105"/>
                    <a:pt x="126" y="120"/>
                  </a:cubicBezTo>
                  <a:cubicBezTo>
                    <a:pt x="118" y="86"/>
                    <a:pt x="87" y="67"/>
                    <a:pt x="58" y="67"/>
                  </a:cubicBezTo>
                  <a:cubicBezTo>
                    <a:pt x="28" y="67"/>
                    <a:pt x="0" y="87"/>
                    <a:pt x="2" y="127"/>
                  </a:cubicBezTo>
                  <a:cubicBezTo>
                    <a:pt x="24" y="482"/>
                    <a:pt x="187" y="810"/>
                    <a:pt x="480" y="1014"/>
                  </a:cubicBezTo>
                  <a:cubicBezTo>
                    <a:pt x="610" y="1105"/>
                    <a:pt x="782" y="1164"/>
                    <a:pt x="948" y="1164"/>
                  </a:cubicBezTo>
                  <a:cubicBezTo>
                    <a:pt x="1092" y="1164"/>
                    <a:pt x="1232" y="1119"/>
                    <a:pt x="1337" y="1012"/>
                  </a:cubicBezTo>
                  <a:cubicBezTo>
                    <a:pt x="1546" y="799"/>
                    <a:pt x="1482" y="472"/>
                    <a:pt x="1301" y="268"/>
                  </a:cubicBezTo>
                  <a:cubicBezTo>
                    <a:pt x="1136" y="81"/>
                    <a:pt x="872" y="0"/>
                    <a:pt x="6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9150" lIns="91425" spcFirstLastPara="1" rIns="91425" wrap="square" tIns="291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8" name="Google Shape;58;p3"/>
            <p:cNvSpPr/>
            <p:nvPr/>
          </p:nvSpPr>
          <p:spPr>
            <a:xfrm>
              <a:off x="7783920" y="4809960"/>
              <a:ext cx="62280" cy="93600"/>
            </a:xfrm>
            <a:custGeom>
              <a:rect b="b" l="l" r="r" t="t"/>
              <a:pathLst>
                <a:path extrusionOk="0" h="1863" w="1242">
                  <a:moveTo>
                    <a:pt x="444" y="199"/>
                  </a:moveTo>
                  <a:cubicBezTo>
                    <a:pt x="448" y="212"/>
                    <a:pt x="455" y="222"/>
                    <a:pt x="468" y="230"/>
                  </a:cubicBezTo>
                  <a:cubicBezTo>
                    <a:pt x="766" y="470"/>
                    <a:pt x="1242" y="1262"/>
                    <a:pt x="750" y="1514"/>
                  </a:cubicBezTo>
                  <a:cubicBezTo>
                    <a:pt x="703" y="1563"/>
                    <a:pt x="660" y="1588"/>
                    <a:pt x="620" y="1588"/>
                  </a:cubicBezTo>
                  <a:cubicBezTo>
                    <a:pt x="573" y="1588"/>
                    <a:pt x="530" y="1555"/>
                    <a:pt x="491" y="1489"/>
                  </a:cubicBezTo>
                  <a:cubicBezTo>
                    <a:pt x="437" y="1431"/>
                    <a:pt x="396" y="1364"/>
                    <a:pt x="369" y="1290"/>
                  </a:cubicBezTo>
                  <a:cubicBezTo>
                    <a:pt x="314" y="1168"/>
                    <a:pt x="295" y="1045"/>
                    <a:pt x="292" y="913"/>
                  </a:cubicBezTo>
                  <a:cubicBezTo>
                    <a:pt x="291" y="668"/>
                    <a:pt x="367" y="431"/>
                    <a:pt x="444" y="199"/>
                  </a:cubicBezTo>
                  <a:close/>
                  <a:moveTo>
                    <a:pt x="396" y="1"/>
                  </a:moveTo>
                  <a:cubicBezTo>
                    <a:pt x="363" y="1"/>
                    <a:pt x="329" y="18"/>
                    <a:pt x="314" y="57"/>
                  </a:cubicBezTo>
                  <a:cubicBezTo>
                    <a:pt x="155" y="468"/>
                    <a:pt x="0" y="927"/>
                    <a:pt x="175" y="1360"/>
                  </a:cubicBezTo>
                  <a:cubicBezTo>
                    <a:pt x="258" y="1567"/>
                    <a:pt x="483" y="1863"/>
                    <a:pt x="738" y="1863"/>
                  </a:cubicBezTo>
                  <a:cubicBezTo>
                    <a:pt x="771" y="1863"/>
                    <a:pt x="804" y="1858"/>
                    <a:pt x="838" y="1847"/>
                  </a:cubicBezTo>
                  <a:cubicBezTo>
                    <a:pt x="1141" y="1752"/>
                    <a:pt x="1170" y="1248"/>
                    <a:pt x="1141" y="998"/>
                  </a:cubicBezTo>
                  <a:cubicBezTo>
                    <a:pt x="1097" y="620"/>
                    <a:pt x="900" y="288"/>
                    <a:pt x="593" y="72"/>
                  </a:cubicBezTo>
                  <a:cubicBezTo>
                    <a:pt x="577" y="61"/>
                    <a:pt x="562" y="57"/>
                    <a:pt x="546" y="57"/>
                  </a:cubicBezTo>
                  <a:cubicBezTo>
                    <a:pt x="522" y="57"/>
                    <a:pt x="499" y="68"/>
                    <a:pt x="479" y="84"/>
                  </a:cubicBezTo>
                  <a:cubicBezTo>
                    <a:pt x="485" y="32"/>
                    <a:pt x="441" y="1"/>
                    <a:pt x="3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6800" lIns="91425" spcFirstLastPara="1" rIns="91425" wrap="square" tIns="46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9" name="Google Shape;59;p3"/>
            <p:cNvSpPr/>
            <p:nvPr/>
          </p:nvSpPr>
          <p:spPr>
            <a:xfrm>
              <a:off x="627480" y="644040"/>
              <a:ext cx="62280" cy="93600"/>
            </a:xfrm>
            <a:custGeom>
              <a:rect b="b" l="l" r="r" t="t"/>
              <a:pathLst>
                <a:path extrusionOk="0" h="1862" w="1244">
                  <a:moveTo>
                    <a:pt x="444" y="198"/>
                  </a:moveTo>
                  <a:cubicBezTo>
                    <a:pt x="450" y="211"/>
                    <a:pt x="458" y="222"/>
                    <a:pt x="468" y="230"/>
                  </a:cubicBezTo>
                  <a:cubicBezTo>
                    <a:pt x="766" y="470"/>
                    <a:pt x="1244" y="1262"/>
                    <a:pt x="750" y="1513"/>
                  </a:cubicBezTo>
                  <a:cubicBezTo>
                    <a:pt x="704" y="1563"/>
                    <a:pt x="661" y="1588"/>
                    <a:pt x="621" y="1588"/>
                  </a:cubicBezTo>
                  <a:cubicBezTo>
                    <a:pt x="574" y="1588"/>
                    <a:pt x="531" y="1555"/>
                    <a:pt x="493" y="1489"/>
                  </a:cubicBezTo>
                  <a:cubicBezTo>
                    <a:pt x="437" y="1429"/>
                    <a:pt x="396" y="1364"/>
                    <a:pt x="369" y="1290"/>
                  </a:cubicBezTo>
                  <a:cubicBezTo>
                    <a:pt x="315" y="1167"/>
                    <a:pt x="296" y="1045"/>
                    <a:pt x="294" y="912"/>
                  </a:cubicBezTo>
                  <a:cubicBezTo>
                    <a:pt x="291" y="668"/>
                    <a:pt x="368" y="430"/>
                    <a:pt x="444" y="198"/>
                  </a:cubicBezTo>
                  <a:close/>
                  <a:moveTo>
                    <a:pt x="397" y="1"/>
                  </a:moveTo>
                  <a:cubicBezTo>
                    <a:pt x="363" y="1"/>
                    <a:pt x="329" y="18"/>
                    <a:pt x="314" y="58"/>
                  </a:cubicBezTo>
                  <a:cubicBezTo>
                    <a:pt x="155" y="469"/>
                    <a:pt x="1" y="926"/>
                    <a:pt x="175" y="1358"/>
                  </a:cubicBezTo>
                  <a:cubicBezTo>
                    <a:pt x="258" y="1566"/>
                    <a:pt x="483" y="1862"/>
                    <a:pt x="739" y="1862"/>
                  </a:cubicBezTo>
                  <a:cubicBezTo>
                    <a:pt x="772" y="1862"/>
                    <a:pt x="806" y="1857"/>
                    <a:pt x="840" y="1846"/>
                  </a:cubicBezTo>
                  <a:cubicBezTo>
                    <a:pt x="1142" y="1752"/>
                    <a:pt x="1170" y="1248"/>
                    <a:pt x="1142" y="997"/>
                  </a:cubicBezTo>
                  <a:cubicBezTo>
                    <a:pt x="1099" y="620"/>
                    <a:pt x="901" y="289"/>
                    <a:pt x="593" y="73"/>
                  </a:cubicBezTo>
                  <a:cubicBezTo>
                    <a:pt x="577" y="62"/>
                    <a:pt x="561" y="57"/>
                    <a:pt x="545" y="57"/>
                  </a:cubicBezTo>
                  <a:cubicBezTo>
                    <a:pt x="521" y="57"/>
                    <a:pt x="498" y="68"/>
                    <a:pt x="480" y="83"/>
                  </a:cubicBezTo>
                  <a:cubicBezTo>
                    <a:pt x="485" y="32"/>
                    <a:pt x="442" y="1"/>
                    <a:pt x="3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6800" lIns="91425" spcFirstLastPara="1" rIns="91425" wrap="square" tIns="46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0" name="Google Shape;60;p3"/>
            <p:cNvSpPr/>
            <p:nvPr/>
          </p:nvSpPr>
          <p:spPr>
            <a:xfrm>
              <a:off x="376920" y="3950640"/>
              <a:ext cx="111600" cy="101880"/>
            </a:xfrm>
            <a:custGeom>
              <a:rect b="b" l="l" r="r" t="t"/>
              <a:pathLst>
                <a:path extrusionOk="0" h="2032" w="2225">
                  <a:moveTo>
                    <a:pt x="1777" y="1"/>
                  </a:moveTo>
                  <a:cubicBezTo>
                    <a:pt x="1512" y="1"/>
                    <a:pt x="1080" y="187"/>
                    <a:pt x="993" y="240"/>
                  </a:cubicBezTo>
                  <a:cubicBezTo>
                    <a:pt x="558" y="507"/>
                    <a:pt x="1" y="1085"/>
                    <a:pt x="206" y="1650"/>
                  </a:cubicBezTo>
                  <a:cubicBezTo>
                    <a:pt x="307" y="1926"/>
                    <a:pt x="530" y="2031"/>
                    <a:pt x="773" y="2031"/>
                  </a:cubicBezTo>
                  <a:cubicBezTo>
                    <a:pt x="1000" y="2031"/>
                    <a:pt x="1244" y="1939"/>
                    <a:pt x="1422" y="1808"/>
                  </a:cubicBezTo>
                  <a:cubicBezTo>
                    <a:pt x="1917" y="1445"/>
                    <a:pt x="2216" y="826"/>
                    <a:pt x="2224" y="218"/>
                  </a:cubicBezTo>
                  <a:cubicBezTo>
                    <a:pt x="2225" y="142"/>
                    <a:pt x="2172" y="105"/>
                    <a:pt x="2116" y="105"/>
                  </a:cubicBezTo>
                  <a:cubicBezTo>
                    <a:pt x="2063" y="105"/>
                    <a:pt x="2009" y="137"/>
                    <a:pt x="1996" y="201"/>
                  </a:cubicBezTo>
                  <a:cubicBezTo>
                    <a:pt x="1995" y="206"/>
                    <a:pt x="1992" y="212"/>
                    <a:pt x="1990" y="219"/>
                  </a:cubicBezTo>
                  <a:cubicBezTo>
                    <a:pt x="1961" y="569"/>
                    <a:pt x="1870" y="895"/>
                    <a:pt x="1673" y="1191"/>
                  </a:cubicBezTo>
                  <a:cubicBezTo>
                    <a:pt x="1513" y="1429"/>
                    <a:pt x="1179" y="1795"/>
                    <a:pt x="843" y="1795"/>
                  </a:cubicBezTo>
                  <a:cubicBezTo>
                    <a:pt x="806" y="1795"/>
                    <a:pt x="769" y="1790"/>
                    <a:pt x="732" y="1781"/>
                  </a:cubicBezTo>
                  <a:cubicBezTo>
                    <a:pt x="157" y="1629"/>
                    <a:pt x="587" y="979"/>
                    <a:pt x="831" y="735"/>
                  </a:cubicBezTo>
                  <a:cubicBezTo>
                    <a:pt x="897" y="669"/>
                    <a:pt x="1525" y="202"/>
                    <a:pt x="1756" y="202"/>
                  </a:cubicBezTo>
                  <a:cubicBezTo>
                    <a:pt x="1798" y="202"/>
                    <a:pt x="1827" y="217"/>
                    <a:pt x="1837" y="253"/>
                  </a:cubicBezTo>
                  <a:cubicBezTo>
                    <a:pt x="1847" y="285"/>
                    <a:pt x="1875" y="301"/>
                    <a:pt x="1903" y="301"/>
                  </a:cubicBezTo>
                  <a:cubicBezTo>
                    <a:pt x="1931" y="301"/>
                    <a:pt x="1959" y="285"/>
                    <a:pt x="1969" y="253"/>
                  </a:cubicBezTo>
                  <a:cubicBezTo>
                    <a:pt x="1975" y="235"/>
                    <a:pt x="1979" y="216"/>
                    <a:pt x="1983" y="199"/>
                  </a:cubicBezTo>
                  <a:cubicBezTo>
                    <a:pt x="2009" y="52"/>
                    <a:pt x="1916" y="1"/>
                    <a:pt x="17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1100" lIns="91425" spcFirstLastPara="1" rIns="91425" wrap="square" tIns="51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grpSp>
          <p:nvGrpSpPr>
            <p:cNvPr id="61" name="Google Shape;61;p3"/>
            <p:cNvGrpSpPr/>
            <p:nvPr/>
          </p:nvGrpSpPr>
          <p:grpSpPr>
            <a:xfrm>
              <a:off x="8453880" y="3330360"/>
              <a:ext cx="571320" cy="497160"/>
              <a:chOff x="8453880" y="3330360"/>
              <a:chExt cx="571320" cy="497160"/>
            </a:xfrm>
          </p:grpSpPr>
          <p:sp>
            <p:nvSpPr>
              <p:cNvPr id="62" name="Google Shape;62;p3"/>
              <p:cNvSpPr/>
              <p:nvPr/>
            </p:nvSpPr>
            <p:spPr>
              <a:xfrm>
                <a:off x="8487720" y="3371400"/>
                <a:ext cx="498600" cy="415080"/>
              </a:xfrm>
              <a:custGeom>
                <a:rect b="b" l="l" r="r" t="t"/>
                <a:pathLst>
                  <a:path extrusionOk="0" h="8246" w="9907">
                    <a:moveTo>
                      <a:pt x="3139" y="232"/>
                    </a:moveTo>
                    <a:cubicBezTo>
                      <a:pt x="3381" y="232"/>
                      <a:pt x="3626" y="282"/>
                      <a:pt x="3841" y="391"/>
                    </a:cubicBezTo>
                    <a:cubicBezTo>
                      <a:pt x="3844" y="392"/>
                      <a:pt x="3846" y="393"/>
                      <a:pt x="3849" y="394"/>
                    </a:cubicBezTo>
                    <a:lnTo>
                      <a:pt x="3849" y="394"/>
                    </a:lnTo>
                    <a:cubicBezTo>
                      <a:pt x="4210" y="713"/>
                      <a:pt x="4622" y="899"/>
                      <a:pt x="5099" y="899"/>
                    </a:cubicBezTo>
                    <a:cubicBezTo>
                      <a:pt x="5142" y="899"/>
                      <a:pt x="5187" y="897"/>
                      <a:pt x="5231" y="894"/>
                    </a:cubicBezTo>
                    <a:cubicBezTo>
                      <a:pt x="5770" y="854"/>
                      <a:pt x="6287" y="674"/>
                      <a:pt x="6828" y="660"/>
                    </a:cubicBezTo>
                    <a:cubicBezTo>
                      <a:pt x="6860" y="659"/>
                      <a:pt x="6893" y="659"/>
                      <a:pt x="6925" y="659"/>
                    </a:cubicBezTo>
                    <a:cubicBezTo>
                      <a:pt x="7472" y="659"/>
                      <a:pt x="8023" y="802"/>
                      <a:pt x="8282" y="1340"/>
                    </a:cubicBezTo>
                    <a:cubicBezTo>
                      <a:pt x="8530" y="1853"/>
                      <a:pt x="8423" y="2457"/>
                      <a:pt x="8629" y="2986"/>
                    </a:cubicBezTo>
                    <a:cubicBezTo>
                      <a:pt x="8831" y="3503"/>
                      <a:pt x="9175" y="3943"/>
                      <a:pt x="9422" y="4438"/>
                    </a:cubicBezTo>
                    <a:cubicBezTo>
                      <a:pt x="9638" y="4873"/>
                      <a:pt x="9769" y="5424"/>
                      <a:pt x="9578" y="5896"/>
                    </a:cubicBezTo>
                    <a:cubicBezTo>
                      <a:pt x="9260" y="6677"/>
                      <a:pt x="8141" y="6690"/>
                      <a:pt x="7438" y="6756"/>
                    </a:cubicBezTo>
                    <a:cubicBezTo>
                      <a:pt x="7192" y="6779"/>
                      <a:pt x="6953" y="6799"/>
                      <a:pt x="6718" y="6881"/>
                    </a:cubicBezTo>
                    <a:cubicBezTo>
                      <a:pt x="6468" y="6966"/>
                      <a:pt x="6235" y="7091"/>
                      <a:pt x="6009" y="7228"/>
                    </a:cubicBezTo>
                    <a:cubicBezTo>
                      <a:pt x="5564" y="7495"/>
                      <a:pt x="5135" y="7826"/>
                      <a:pt x="4625" y="7958"/>
                    </a:cubicBezTo>
                    <a:cubicBezTo>
                      <a:pt x="4498" y="7990"/>
                      <a:pt x="4359" y="8013"/>
                      <a:pt x="4225" y="8013"/>
                    </a:cubicBezTo>
                    <a:cubicBezTo>
                      <a:pt x="3969" y="8013"/>
                      <a:pt x="3728" y="7930"/>
                      <a:pt x="3611" y="7668"/>
                    </a:cubicBezTo>
                    <a:cubicBezTo>
                      <a:pt x="3467" y="7343"/>
                      <a:pt x="3474" y="6959"/>
                      <a:pt x="3416" y="6613"/>
                    </a:cubicBezTo>
                    <a:cubicBezTo>
                      <a:pt x="3356" y="6265"/>
                      <a:pt x="3232" y="5935"/>
                      <a:pt x="2933" y="5723"/>
                    </a:cubicBezTo>
                    <a:cubicBezTo>
                      <a:pt x="2638" y="5516"/>
                      <a:pt x="2261" y="5436"/>
                      <a:pt x="1918" y="5354"/>
                    </a:cubicBezTo>
                    <a:cubicBezTo>
                      <a:pt x="1337" y="5216"/>
                      <a:pt x="179" y="5047"/>
                      <a:pt x="332" y="4197"/>
                    </a:cubicBezTo>
                    <a:cubicBezTo>
                      <a:pt x="406" y="3782"/>
                      <a:pt x="803" y="3499"/>
                      <a:pt x="1105" y="3242"/>
                    </a:cubicBezTo>
                    <a:cubicBezTo>
                      <a:pt x="1419" y="2973"/>
                      <a:pt x="1755" y="2675"/>
                      <a:pt x="1868" y="2261"/>
                    </a:cubicBezTo>
                    <a:cubicBezTo>
                      <a:pt x="1982" y="1843"/>
                      <a:pt x="1878" y="1391"/>
                      <a:pt x="1951" y="966"/>
                    </a:cubicBezTo>
                    <a:cubicBezTo>
                      <a:pt x="1983" y="780"/>
                      <a:pt x="2053" y="598"/>
                      <a:pt x="2203" y="477"/>
                    </a:cubicBezTo>
                    <a:cubicBezTo>
                      <a:pt x="2397" y="321"/>
                      <a:pt x="2693" y="272"/>
                      <a:pt x="2934" y="243"/>
                    </a:cubicBezTo>
                    <a:cubicBezTo>
                      <a:pt x="3002" y="236"/>
                      <a:pt x="3070" y="232"/>
                      <a:pt x="3139" y="232"/>
                    </a:cubicBezTo>
                    <a:close/>
                    <a:moveTo>
                      <a:pt x="3148" y="0"/>
                    </a:moveTo>
                    <a:cubicBezTo>
                      <a:pt x="3109" y="0"/>
                      <a:pt x="3070" y="1"/>
                      <a:pt x="3030" y="4"/>
                    </a:cubicBezTo>
                    <a:cubicBezTo>
                      <a:pt x="2763" y="20"/>
                      <a:pt x="2461" y="73"/>
                      <a:pt x="2220" y="195"/>
                    </a:cubicBezTo>
                    <a:cubicBezTo>
                      <a:pt x="1815" y="401"/>
                      <a:pt x="1715" y="832"/>
                      <a:pt x="1697" y="1251"/>
                    </a:cubicBezTo>
                    <a:cubicBezTo>
                      <a:pt x="1680" y="1709"/>
                      <a:pt x="1751" y="2178"/>
                      <a:pt x="1460" y="2567"/>
                    </a:cubicBezTo>
                    <a:cubicBezTo>
                      <a:pt x="1188" y="2936"/>
                      <a:pt x="780" y="3177"/>
                      <a:pt x="468" y="3508"/>
                    </a:cubicBezTo>
                    <a:cubicBezTo>
                      <a:pt x="183" y="3810"/>
                      <a:pt x="1" y="4217"/>
                      <a:pt x="141" y="4632"/>
                    </a:cubicBezTo>
                    <a:cubicBezTo>
                      <a:pt x="263" y="4994"/>
                      <a:pt x="599" y="5195"/>
                      <a:pt x="940" y="5322"/>
                    </a:cubicBezTo>
                    <a:cubicBezTo>
                      <a:pt x="1334" y="5471"/>
                      <a:pt x="1755" y="5538"/>
                      <a:pt x="2160" y="5648"/>
                    </a:cubicBezTo>
                    <a:cubicBezTo>
                      <a:pt x="2492" y="5738"/>
                      <a:pt x="2862" y="5854"/>
                      <a:pt x="3040" y="6170"/>
                    </a:cubicBezTo>
                    <a:cubicBezTo>
                      <a:pt x="3371" y="6755"/>
                      <a:pt x="3053" y="7863"/>
                      <a:pt x="3810" y="8171"/>
                    </a:cubicBezTo>
                    <a:cubicBezTo>
                      <a:pt x="3940" y="8223"/>
                      <a:pt x="4079" y="8246"/>
                      <a:pt x="4221" y="8246"/>
                    </a:cubicBezTo>
                    <a:cubicBezTo>
                      <a:pt x="4565" y="8246"/>
                      <a:pt x="4926" y="8116"/>
                      <a:pt x="5213" y="7972"/>
                    </a:cubicBezTo>
                    <a:cubicBezTo>
                      <a:pt x="5717" y="7719"/>
                      <a:pt x="6159" y="7342"/>
                      <a:pt x="6689" y="7133"/>
                    </a:cubicBezTo>
                    <a:cubicBezTo>
                      <a:pt x="7141" y="6956"/>
                      <a:pt x="7650" y="6976"/>
                      <a:pt x="8126" y="6914"/>
                    </a:cubicBezTo>
                    <a:cubicBezTo>
                      <a:pt x="8547" y="6857"/>
                      <a:pt x="8996" y="6772"/>
                      <a:pt x="9351" y="6523"/>
                    </a:cubicBezTo>
                    <a:cubicBezTo>
                      <a:pt x="9712" y="6268"/>
                      <a:pt x="9885" y="5872"/>
                      <a:pt x="9894" y="5437"/>
                    </a:cubicBezTo>
                    <a:cubicBezTo>
                      <a:pt x="9906" y="4850"/>
                      <a:pt x="9658" y="4353"/>
                      <a:pt x="9365" y="3863"/>
                    </a:cubicBezTo>
                    <a:cubicBezTo>
                      <a:pt x="9213" y="3612"/>
                      <a:pt x="9056" y="3364"/>
                      <a:pt x="8930" y="3099"/>
                    </a:cubicBezTo>
                    <a:cubicBezTo>
                      <a:pt x="8800" y="2824"/>
                      <a:pt x="8734" y="2546"/>
                      <a:pt x="8703" y="2243"/>
                    </a:cubicBezTo>
                    <a:cubicBezTo>
                      <a:pt x="8645" y="1655"/>
                      <a:pt x="8552" y="1053"/>
                      <a:pt x="8023" y="693"/>
                    </a:cubicBezTo>
                    <a:cubicBezTo>
                      <a:pt x="7723" y="489"/>
                      <a:pt x="7333" y="417"/>
                      <a:pt x="6952" y="417"/>
                    </a:cubicBezTo>
                    <a:cubicBezTo>
                      <a:pt x="6762" y="417"/>
                      <a:pt x="6574" y="435"/>
                      <a:pt x="6400" y="463"/>
                    </a:cubicBezTo>
                    <a:cubicBezTo>
                      <a:pt x="5982" y="530"/>
                      <a:pt x="5536" y="673"/>
                      <a:pt x="5101" y="673"/>
                    </a:cubicBezTo>
                    <a:cubicBezTo>
                      <a:pt x="4980" y="673"/>
                      <a:pt x="4859" y="662"/>
                      <a:pt x="4739" y="635"/>
                    </a:cubicBezTo>
                    <a:cubicBezTo>
                      <a:pt x="4457" y="571"/>
                      <a:pt x="4215" y="414"/>
                      <a:pt x="4002" y="222"/>
                    </a:cubicBezTo>
                    <a:lnTo>
                      <a:pt x="4002" y="222"/>
                    </a:lnTo>
                    <a:cubicBezTo>
                      <a:pt x="3992" y="210"/>
                      <a:pt x="3979" y="198"/>
                      <a:pt x="3961" y="190"/>
                    </a:cubicBezTo>
                    <a:cubicBezTo>
                      <a:pt x="3709" y="63"/>
                      <a:pt x="3429" y="0"/>
                      <a:pt x="314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rgbClr val="3C3C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63" name="Google Shape;63;p3"/>
              <p:cNvSpPr/>
              <p:nvPr/>
            </p:nvSpPr>
            <p:spPr>
              <a:xfrm>
                <a:off x="8587080" y="3568680"/>
                <a:ext cx="14400" cy="11160"/>
              </a:xfrm>
              <a:custGeom>
                <a:rect b="b" l="l" r="r" t="t"/>
                <a:pathLst>
                  <a:path extrusionOk="0" h="232" w="295">
                    <a:moveTo>
                      <a:pt x="145" y="0"/>
                    </a:moveTo>
                    <a:cubicBezTo>
                      <a:pt x="0" y="0"/>
                      <a:pt x="0" y="231"/>
                      <a:pt x="146" y="231"/>
                    </a:cubicBezTo>
                    <a:cubicBezTo>
                      <a:pt x="295" y="231"/>
                      <a:pt x="295" y="0"/>
                      <a:pt x="146" y="0"/>
                    </a:cubicBezTo>
                    <a:cubicBezTo>
                      <a:pt x="146" y="0"/>
                      <a:pt x="145" y="0"/>
                      <a:pt x="14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rgbClr val="3C3C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5750" lIns="91425" spcFirstLastPara="1" rIns="91425" wrap="square" tIns="57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64" name="Google Shape;64;p3"/>
              <p:cNvSpPr/>
              <p:nvPr/>
            </p:nvSpPr>
            <p:spPr>
              <a:xfrm>
                <a:off x="8739000" y="3673080"/>
                <a:ext cx="14760" cy="11160"/>
              </a:xfrm>
              <a:custGeom>
                <a:rect b="b" l="l" r="r" t="t"/>
                <a:pathLst>
                  <a:path extrusionOk="0" h="232" w="298">
                    <a:moveTo>
                      <a:pt x="149" y="1"/>
                    </a:moveTo>
                    <a:cubicBezTo>
                      <a:pt x="3" y="1"/>
                      <a:pt x="0" y="232"/>
                      <a:pt x="149" y="232"/>
                    </a:cubicBezTo>
                    <a:cubicBezTo>
                      <a:pt x="298" y="232"/>
                      <a:pt x="298" y="1"/>
                      <a:pt x="14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rgbClr val="3C3C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5750" lIns="91425" spcFirstLastPara="1" rIns="91425" wrap="square" tIns="57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65" name="Google Shape;65;p3"/>
              <p:cNvSpPr/>
              <p:nvPr/>
            </p:nvSpPr>
            <p:spPr>
              <a:xfrm>
                <a:off x="8800920" y="3589920"/>
                <a:ext cx="14760" cy="11160"/>
              </a:xfrm>
              <a:custGeom>
                <a:rect b="b" l="l" r="r" t="t"/>
                <a:pathLst>
                  <a:path extrusionOk="0" h="231" w="298">
                    <a:moveTo>
                      <a:pt x="146" y="1"/>
                    </a:moveTo>
                    <a:cubicBezTo>
                      <a:pt x="1" y="1"/>
                      <a:pt x="2" y="230"/>
                      <a:pt x="148" y="230"/>
                    </a:cubicBezTo>
                    <a:cubicBezTo>
                      <a:pt x="297" y="230"/>
                      <a:pt x="297" y="1"/>
                      <a:pt x="148" y="1"/>
                    </a:cubicBezTo>
                    <a:cubicBezTo>
                      <a:pt x="147" y="1"/>
                      <a:pt x="147" y="1"/>
                      <a:pt x="1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rgbClr val="3C3C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5750" lIns="91425" spcFirstLastPara="1" rIns="91425" wrap="square" tIns="57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8712360" y="3578760"/>
                <a:ext cx="14760" cy="11160"/>
              </a:xfrm>
              <a:custGeom>
                <a:rect b="b" l="l" r="r" t="t"/>
                <a:pathLst>
                  <a:path extrusionOk="0" h="231" w="297">
                    <a:moveTo>
                      <a:pt x="148" y="1"/>
                    </a:moveTo>
                    <a:cubicBezTo>
                      <a:pt x="0" y="1"/>
                      <a:pt x="0" y="230"/>
                      <a:pt x="148" y="230"/>
                    </a:cubicBezTo>
                    <a:cubicBezTo>
                      <a:pt x="297" y="230"/>
                      <a:pt x="297" y="1"/>
                      <a:pt x="14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rgbClr val="3C3C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5750" lIns="91425" spcFirstLastPara="1" rIns="91425" wrap="square" tIns="57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67" name="Google Shape;67;p3"/>
              <p:cNvSpPr/>
              <p:nvPr/>
            </p:nvSpPr>
            <p:spPr>
              <a:xfrm>
                <a:off x="8663040" y="3472920"/>
                <a:ext cx="11160" cy="14040"/>
              </a:xfrm>
              <a:custGeom>
                <a:rect b="b" l="l" r="r" t="t"/>
                <a:pathLst>
                  <a:path extrusionOk="0" h="286" w="231">
                    <a:moveTo>
                      <a:pt x="115" y="0"/>
                    </a:moveTo>
                    <a:cubicBezTo>
                      <a:pt x="106" y="2"/>
                      <a:pt x="94" y="3"/>
                      <a:pt x="86" y="3"/>
                    </a:cubicBezTo>
                    <a:cubicBezTo>
                      <a:pt x="66" y="9"/>
                      <a:pt x="49" y="19"/>
                      <a:pt x="35" y="33"/>
                    </a:cubicBezTo>
                    <a:cubicBezTo>
                      <a:pt x="29" y="40"/>
                      <a:pt x="22" y="49"/>
                      <a:pt x="16" y="57"/>
                    </a:cubicBezTo>
                    <a:cubicBezTo>
                      <a:pt x="6" y="76"/>
                      <a:pt x="1" y="95"/>
                      <a:pt x="1" y="115"/>
                    </a:cubicBezTo>
                    <a:lnTo>
                      <a:pt x="1" y="171"/>
                    </a:lnTo>
                    <a:cubicBezTo>
                      <a:pt x="1" y="186"/>
                      <a:pt x="5" y="200"/>
                      <a:pt x="12" y="214"/>
                    </a:cubicBezTo>
                    <a:cubicBezTo>
                      <a:pt x="16" y="229"/>
                      <a:pt x="23" y="241"/>
                      <a:pt x="35" y="251"/>
                    </a:cubicBezTo>
                    <a:cubicBezTo>
                      <a:pt x="45" y="261"/>
                      <a:pt x="57" y="271"/>
                      <a:pt x="72" y="274"/>
                    </a:cubicBezTo>
                    <a:cubicBezTo>
                      <a:pt x="86" y="281"/>
                      <a:pt x="100" y="285"/>
                      <a:pt x="115" y="285"/>
                    </a:cubicBezTo>
                    <a:cubicBezTo>
                      <a:pt x="127" y="284"/>
                      <a:pt x="137" y="281"/>
                      <a:pt x="147" y="281"/>
                    </a:cubicBezTo>
                    <a:cubicBezTo>
                      <a:pt x="165" y="277"/>
                      <a:pt x="183" y="265"/>
                      <a:pt x="198" y="251"/>
                    </a:cubicBezTo>
                    <a:cubicBezTo>
                      <a:pt x="202" y="244"/>
                      <a:pt x="210" y="236"/>
                      <a:pt x="215" y="229"/>
                    </a:cubicBezTo>
                    <a:cubicBezTo>
                      <a:pt x="226" y="210"/>
                      <a:pt x="230" y="192"/>
                      <a:pt x="230" y="171"/>
                    </a:cubicBezTo>
                    <a:lnTo>
                      <a:pt x="230" y="115"/>
                    </a:lnTo>
                    <a:cubicBezTo>
                      <a:pt x="230" y="100"/>
                      <a:pt x="227" y="85"/>
                      <a:pt x="220" y="71"/>
                    </a:cubicBezTo>
                    <a:cubicBezTo>
                      <a:pt x="215" y="57"/>
                      <a:pt x="208" y="44"/>
                      <a:pt x="198" y="33"/>
                    </a:cubicBezTo>
                    <a:cubicBezTo>
                      <a:pt x="186" y="23"/>
                      <a:pt x="175" y="15"/>
                      <a:pt x="159" y="10"/>
                    </a:cubicBezTo>
                    <a:cubicBezTo>
                      <a:pt x="147" y="3"/>
                      <a:pt x="131" y="0"/>
                      <a:pt x="11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rgbClr val="3C3C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7200" lIns="91425" spcFirstLastPara="1" rIns="91425" wrap="square" tIns="72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68" name="Google Shape;68;p3"/>
              <p:cNvSpPr/>
              <p:nvPr/>
            </p:nvSpPr>
            <p:spPr>
              <a:xfrm>
                <a:off x="8888400" y="3648960"/>
                <a:ext cx="14760" cy="11160"/>
              </a:xfrm>
              <a:custGeom>
                <a:rect b="b" l="l" r="r" t="t"/>
                <a:pathLst>
                  <a:path extrusionOk="0" h="232" w="298">
                    <a:moveTo>
                      <a:pt x="149" y="0"/>
                    </a:moveTo>
                    <a:cubicBezTo>
                      <a:pt x="2" y="0"/>
                      <a:pt x="0" y="231"/>
                      <a:pt x="149" y="231"/>
                    </a:cubicBezTo>
                    <a:cubicBezTo>
                      <a:pt x="298" y="231"/>
                      <a:pt x="298" y="0"/>
                      <a:pt x="14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rgbClr val="3C3C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5750" lIns="91425" spcFirstLastPara="1" rIns="91425" wrap="square" tIns="57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8617680" y="3614040"/>
                <a:ext cx="36720" cy="6840"/>
              </a:xfrm>
              <a:custGeom>
                <a:rect b="b" l="l" r="r" t="t"/>
                <a:pathLst>
                  <a:path extrusionOk="0" h="145" w="735">
                    <a:moveTo>
                      <a:pt x="73" y="0"/>
                    </a:moveTo>
                    <a:cubicBezTo>
                      <a:pt x="1" y="0"/>
                      <a:pt x="1" y="114"/>
                      <a:pt x="76" y="115"/>
                    </a:cubicBezTo>
                    <a:cubicBezTo>
                      <a:pt x="271" y="115"/>
                      <a:pt x="465" y="145"/>
                      <a:pt x="661" y="145"/>
                    </a:cubicBezTo>
                    <a:cubicBezTo>
                      <a:pt x="735" y="145"/>
                      <a:pt x="735" y="30"/>
                      <a:pt x="661" y="30"/>
                    </a:cubicBezTo>
                    <a:cubicBezTo>
                      <a:pt x="465" y="30"/>
                      <a:pt x="271" y="0"/>
                      <a:pt x="76" y="0"/>
                    </a:cubicBezTo>
                    <a:cubicBezTo>
                      <a:pt x="75" y="0"/>
                      <a:pt x="74" y="0"/>
                      <a:pt x="7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rgbClr val="3C3C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3600" lIns="91425" spcFirstLastPara="1" rIns="91425" wrap="square" tIns="36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8800920" y="3654720"/>
                <a:ext cx="9000" cy="33480"/>
              </a:xfrm>
              <a:custGeom>
                <a:rect b="b" l="l" r="r" t="t"/>
                <a:pathLst>
                  <a:path extrusionOk="0" h="673" w="189">
                    <a:moveTo>
                      <a:pt x="70" y="1"/>
                    </a:moveTo>
                    <a:cubicBezTo>
                      <a:pt x="36" y="1"/>
                      <a:pt x="1" y="29"/>
                      <a:pt x="13" y="72"/>
                    </a:cubicBezTo>
                    <a:cubicBezTo>
                      <a:pt x="67" y="255"/>
                      <a:pt x="9" y="451"/>
                      <a:pt x="64" y="632"/>
                    </a:cubicBezTo>
                    <a:cubicBezTo>
                      <a:pt x="72" y="660"/>
                      <a:pt x="95" y="672"/>
                      <a:pt x="118" y="672"/>
                    </a:cubicBezTo>
                    <a:cubicBezTo>
                      <a:pt x="153" y="672"/>
                      <a:pt x="189" y="645"/>
                      <a:pt x="176" y="602"/>
                    </a:cubicBezTo>
                    <a:cubicBezTo>
                      <a:pt x="122" y="422"/>
                      <a:pt x="177" y="225"/>
                      <a:pt x="125" y="42"/>
                    </a:cubicBezTo>
                    <a:cubicBezTo>
                      <a:pt x="116" y="13"/>
                      <a:pt x="93" y="1"/>
                      <a:pt x="7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rgbClr val="3C3C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6900" lIns="91425" spcFirstLastPara="1" rIns="91425" wrap="square" tIns="16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71" name="Google Shape;71;p3"/>
              <p:cNvSpPr/>
              <p:nvPr/>
            </p:nvSpPr>
            <p:spPr>
              <a:xfrm>
                <a:off x="8696880" y="3673080"/>
                <a:ext cx="13320" cy="30960"/>
              </a:xfrm>
              <a:custGeom>
                <a:rect b="b" l="l" r="r" t="t"/>
                <a:pathLst>
                  <a:path extrusionOk="0" h="622" w="274">
                    <a:moveTo>
                      <a:pt x="69" y="153"/>
                    </a:moveTo>
                    <a:cubicBezTo>
                      <a:pt x="69" y="154"/>
                      <a:pt x="69" y="154"/>
                      <a:pt x="70" y="155"/>
                    </a:cubicBezTo>
                    <a:cubicBezTo>
                      <a:pt x="70" y="156"/>
                      <a:pt x="71" y="157"/>
                      <a:pt x="71" y="157"/>
                    </a:cubicBezTo>
                    <a:cubicBezTo>
                      <a:pt x="71" y="157"/>
                      <a:pt x="70" y="155"/>
                      <a:pt x="69" y="153"/>
                    </a:cubicBezTo>
                    <a:close/>
                    <a:moveTo>
                      <a:pt x="70" y="1"/>
                    </a:moveTo>
                    <a:cubicBezTo>
                      <a:pt x="49" y="1"/>
                      <a:pt x="28" y="14"/>
                      <a:pt x="17" y="31"/>
                    </a:cubicBezTo>
                    <a:cubicBezTo>
                      <a:pt x="0" y="58"/>
                      <a:pt x="13" y="88"/>
                      <a:pt x="38" y="108"/>
                    </a:cubicBezTo>
                    <a:cubicBezTo>
                      <a:pt x="36" y="106"/>
                      <a:pt x="35" y="106"/>
                      <a:pt x="35" y="106"/>
                    </a:cubicBezTo>
                    <a:lnTo>
                      <a:pt x="35" y="106"/>
                    </a:lnTo>
                    <a:cubicBezTo>
                      <a:pt x="34" y="106"/>
                      <a:pt x="47" y="117"/>
                      <a:pt x="48" y="119"/>
                    </a:cubicBezTo>
                    <a:cubicBezTo>
                      <a:pt x="49" y="119"/>
                      <a:pt x="49" y="120"/>
                      <a:pt x="49" y="120"/>
                    </a:cubicBezTo>
                    <a:lnTo>
                      <a:pt x="49" y="120"/>
                    </a:lnTo>
                    <a:cubicBezTo>
                      <a:pt x="49" y="120"/>
                      <a:pt x="49" y="121"/>
                      <a:pt x="50" y="122"/>
                    </a:cubicBezTo>
                    <a:cubicBezTo>
                      <a:pt x="54" y="125"/>
                      <a:pt x="55" y="130"/>
                      <a:pt x="60" y="133"/>
                    </a:cubicBezTo>
                    <a:cubicBezTo>
                      <a:pt x="61" y="139"/>
                      <a:pt x="64" y="142"/>
                      <a:pt x="67" y="147"/>
                    </a:cubicBezTo>
                    <a:cubicBezTo>
                      <a:pt x="67" y="148"/>
                      <a:pt x="68" y="151"/>
                      <a:pt x="69" y="153"/>
                    </a:cubicBezTo>
                    <a:lnTo>
                      <a:pt x="69" y="153"/>
                    </a:lnTo>
                    <a:cubicBezTo>
                      <a:pt x="69" y="153"/>
                      <a:pt x="69" y="153"/>
                      <a:pt x="69" y="153"/>
                    </a:cubicBezTo>
                    <a:lnTo>
                      <a:pt x="69" y="153"/>
                    </a:lnTo>
                    <a:cubicBezTo>
                      <a:pt x="70" y="153"/>
                      <a:pt x="74" y="162"/>
                      <a:pt x="74" y="164"/>
                    </a:cubicBezTo>
                    <a:lnTo>
                      <a:pt x="78" y="180"/>
                    </a:lnTo>
                    <a:cubicBezTo>
                      <a:pt x="85" y="200"/>
                      <a:pt x="89" y="221"/>
                      <a:pt x="95" y="242"/>
                    </a:cubicBezTo>
                    <a:cubicBezTo>
                      <a:pt x="96" y="254"/>
                      <a:pt x="98" y="265"/>
                      <a:pt x="99" y="278"/>
                    </a:cubicBezTo>
                    <a:cubicBezTo>
                      <a:pt x="99" y="282"/>
                      <a:pt x="102" y="288"/>
                      <a:pt x="102" y="293"/>
                    </a:cubicBezTo>
                    <a:cubicBezTo>
                      <a:pt x="102" y="296"/>
                      <a:pt x="104" y="300"/>
                      <a:pt x="104" y="303"/>
                    </a:cubicBezTo>
                    <a:lnTo>
                      <a:pt x="104" y="306"/>
                    </a:lnTo>
                    <a:cubicBezTo>
                      <a:pt x="116" y="395"/>
                      <a:pt x="118" y="493"/>
                      <a:pt x="152" y="578"/>
                    </a:cubicBezTo>
                    <a:cubicBezTo>
                      <a:pt x="160" y="602"/>
                      <a:pt x="182" y="621"/>
                      <a:pt x="208" y="621"/>
                    </a:cubicBezTo>
                    <a:cubicBezTo>
                      <a:pt x="213" y="621"/>
                      <a:pt x="218" y="621"/>
                      <a:pt x="223" y="619"/>
                    </a:cubicBezTo>
                    <a:cubicBezTo>
                      <a:pt x="251" y="612"/>
                      <a:pt x="274" y="577"/>
                      <a:pt x="262" y="548"/>
                    </a:cubicBezTo>
                    <a:cubicBezTo>
                      <a:pt x="225" y="455"/>
                      <a:pt x="227" y="363"/>
                      <a:pt x="213" y="265"/>
                    </a:cubicBezTo>
                    <a:cubicBezTo>
                      <a:pt x="199" y="169"/>
                      <a:pt x="176" y="69"/>
                      <a:pt x="96" y="10"/>
                    </a:cubicBezTo>
                    <a:cubicBezTo>
                      <a:pt x="88" y="4"/>
                      <a:pt x="79" y="1"/>
                      <a:pt x="7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rgbClr val="3C3C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5475" lIns="91425" spcFirstLastPara="1" rIns="91425" wrap="square" tIns="154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72" name="Google Shape;72;p3"/>
              <p:cNvSpPr/>
              <p:nvPr/>
            </p:nvSpPr>
            <p:spPr>
              <a:xfrm>
                <a:off x="8787600" y="3536640"/>
                <a:ext cx="40320" cy="22320"/>
              </a:xfrm>
              <a:custGeom>
                <a:rect b="b" l="l" r="r" t="t"/>
                <a:pathLst>
                  <a:path extrusionOk="0" h="451" w="809">
                    <a:moveTo>
                      <a:pt x="726" y="0"/>
                    </a:moveTo>
                    <a:cubicBezTo>
                      <a:pt x="716" y="0"/>
                      <a:pt x="706" y="3"/>
                      <a:pt x="695" y="9"/>
                    </a:cubicBezTo>
                    <a:cubicBezTo>
                      <a:pt x="588" y="68"/>
                      <a:pt x="483" y="133"/>
                      <a:pt x="376" y="194"/>
                    </a:cubicBezTo>
                    <a:cubicBezTo>
                      <a:pt x="277" y="250"/>
                      <a:pt x="177" y="304"/>
                      <a:pt x="68" y="336"/>
                    </a:cubicBezTo>
                    <a:cubicBezTo>
                      <a:pt x="0" y="356"/>
                      <a:pt x="22" y="451"/>
                      <a:pt x="80" y="451"/>
                    </a:cubicBezTo>
                    <a:cubicBezTo>
                      <a:pt x="85" y="451"/>
                      <a:pt x="91" y="450"/>
                      <a:pt x="97" y="448"/>
                    </a:cubicBezTo>
                    <a:cubicBezTo>
                      <a:pt x="334" y="379"/>
                      <a:pt x="542" y="228"/>
                      <a:pt x="755" y="108"/>
                    </a:cubicBezTo>
                    <a:cubicBezTo>
                      <a:pt x="809" y="76"/>
                      <a:pt x="777" y="0"/>
                      <a:pt x="72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rgbClr val="3C3C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1150" lIns="91425" spcFirstLastPara="1" rIns="91425" wrap="square" tIns="111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8650440" y="3518280"/>
                <a:ext cx="25920" cy="15480"/>
              </a:xfrm>
              <a:custGeom>
                <a:rect b="b" l="l" r="r" t="t"/>
                <a:pathLst>
                  <a:path extrusionOk="0" h="312" w="519">
                    <a:moveTo>
                      <a:pt x="451" y="1"/>
                    </a:moveTo>
                    <a:cubicBezTo>
                      <a:pt x="448" y="1"/>
                      <a:pt x="444" y="1"/>
                      <a:pt x="441" y="2"/>
                    </a:cubicBezTo>
                    <a:cubicBezTo>
                      <a:pt x="291" y="34"/>
                      <a:pt x="173" y="143"/>
                      <a:pt x="36" y="204"/>
                    </a:cubicBezTo>
                    <a:cubicBezTo>
                      <a:pt x="7" y="217"/>
                      <a:pt x="0" y="259"/>
                      <a:pt x="14" y="284"/>
                    </a:cubicBezTo>
                    <a:cubicBezTo>
                      <a:pt x="26" y="303"/>
                      <a:pt x="43" y="312"/>
                      <a:pt x="62" y="312"/>
                    </a:cubicBezTo>
                    <a:cubicBezTo>
                      <a:pt x="72" y="312"/>
                      <a:pt x="83" y="309"/>
                      <a:pt x="92" y="305"/>
                    </a:cubicBezTo>
                    <a:cubicBezTo>
                      <a:pt x="159" y="276"/>
                      <a:pt x="220" y="235"/>
                      <a:pt x="284" y="197"/>
                    </a:cubicBezTo>
                    <a:cubicBezTo>
                      <a:pt x="347" y="157"/>
                      <a:pt x="400" y="128"/>
                      <a:pt x="471" y="113"/>
                    </a:cubicBezTo>
                    <a:cubicBezTo>
                      <a:pt x="502" y="106"/>
                      <a:pt x="519" y="71"/>
                      <a:pt x="512" y="43"/>
                    </a:cubicBezTo>
                    <a:cubicBezTo>
                      <a:pt x="504" y="15"/>
                      <a:pt x="478" y="1"/>
                      <a:pt x="4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rgbClr val="3C3C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7900" lIns="91425" spcFirstLastPara="1" rIns="91425" wrap="square" tIns="7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8741520" y="3438720"/>
                <a:ext cx="107280" cy="86400"/>
              </a:xfrm>
              <a:custGeom>
                <a:rect b="b" l="l" r="r" t="t"/>
                <a:pathLst>
                  <a:path extrusionOk="0" h="1724" w="2134">
                    <a:moveTo>
                      <a:pt x="1007" y="117"/>
                    </a:moveTo>
                    <a:cubicBezTo>
                      <a:pt x="1097" y="117"/>
                      <a:pt x="1182" y="146"/>
                      <a:pt x="1245" y="225"/>
                    </a:cubicBezTo>
                    <a:lnTo>
                      <a:pt x="1245" y="225"/>
                    </a:lnTo>
                    <a:cubicBezTo>
                      <a:pt x="1244" y="255"/>
                      <a:pt x="1262" y="286"/>
                      <a:pt x="1300" y="289"/>
                    </a:cubicBezTo>
                    <a:cubicBezTo>
                      <a:pt x="1517" y="303"/>
                      <a:pt x="1748" y="383"/>
                      <a:pt x="1874" y="566"/>
                    </a:cubicBezTo>
                    <a:cubicBezTo>
                      <a:pt x="2004" y="750"/>
                      <a:pt x="1983" y="972"/>
                      <a:pt x="1907" y="1175"/>
                    </a:cubicBezTo>
                    <a:cubicBezTo>
                      <a:pt x="1799" y="1460"/>
                      <a:pt x="1490" y="1587"/>
                      <a:pt x="1205" y="1606"/>
                    </a:cubicBezTo>
                    <a:cubicBezTo>
                      <a:pt x="1176" y="1607"/>
                      <a:pt x="1146" y="1608"/>
                      <a:pt x="1117" y="1608"/>
                    </a:cubicBezTo>
                    <a:cubicBezTo>
                      <a:pt x="844" y="1608"/>
                      <a:pt x="553" y="1531"/>
                      <a:pt x="348" y="1353"/>
                    </a:cubicBezTo>
                    <a:cubicBezTo>
                      <a:pt x="128" y="1166"/>
                      <a:pt x="53" y="856"/>
                      <a:pt x="222" y="607"/>
                    </a:cubicBezTo>
                    <a:cubicBezTo>
                      <a:pt x="342" y="429"/>
                      <a:pt x="526" y="285"/>
                      <a:pt x="718" y="193"/>
                    </a:cubicBezTo>
                    <a:cubicBezTo>
                      <a:pt x="804" y="151"/>
                      <a:pt x="908" y="117"/>
                      <a:pt x="1007" y="117"/>
                    </a:cubicBezTo>
                    <a:close/>
                    <a:moveTo>
                      <a:pt x="1003" y="0"/>
                    </a:moveTo>
                    <a:cubicBezTo>
                      <a:pt x="732" y="0"/>
                      <a:pt x="426" y="213"/>
                      <a:pt x="256" y="387"/>
                    </a:cubicBezTo>
                    <a:cubicBezTo>
                      <a:pt x="121" y="524"/>
                      <a:pt x="27" y="679"/>
                      <a:pt x="13" y="873"/>
                    </a:cubicBezTo>
                    <a:cubicBezTo>
                      <a:pt x="0" y="1039"/>
                      <a:pt x="56" y="1198"/>
                      <a:pt x="158" y="1325"/>
                    </a:cubicBezTo>
                    <a:cubicBezTo>
                      <a:pt x="375" y="1600"/>
                      <a:pt x="757" y="1718"/>
                      <a:pt x="1094" y="1723"/>
                    </a:cubicBezTo>
                    <a:cubicBezTo>
                      <a:pt x="1102" y="1723"/>
                      <a:pt x="1110" y="1723"/>
                      <a:pt x="1118" y="1723"/>
                    </a:cubicBezTo>
                    <a:cubicBezTo>
                      <a:pt x="1449" y="1723"/>
                      <a:pt x="1813" y="1604"/>
                      <a:pt x="1977" y="1297"/>
                    </a:cubicBezTo>
                    <a:cubicBezTo>
                      <a:pt x="2099" y="1069"/>
                      <a:pt x="2133" y="771"/>
                      <a:pt x="1997" y="543"/>
                    </a:cubicBezTo>
                    <a:cubicBezTo>
                      <a:pt x="1860" y="314"/>
                      <a:pt x="1607" y="205"/>
                      <a:pt x="1351" y="179"/>
                    </a:cubicBezTo>
                    <a:lnTo>
                      <a:pt x="1351" y="179"/>
                    </a:lnTo>
                    <a:cubicBezTo>
                      <a:pt x="1350" y="177"/>
                      <a:pt x="1349" y="176"/>
                      <a:pt x="1348" y="174"/>
                    </a:cubicBezTo>
                    <a:cubicBezTo>
                      <a:pt x="1254" y="49"/>
                      <a:pt x="1133" y="0"/>
                      <a:pt x="100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rgbClr val="3C3C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3200" lIns="91425" spcFirstLastPara="1" rIns="91425" wrap="square" tIns="432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8744040" y="3470400"/>
                <a:ext cx="89280" cy="22320"/>
              </a:xfrm>
              <a:custGeom>
                <a:rect b="b" l="l" r="r" t="t"/>
                <a:pathLst>
                  <a:path extrusionOk="0" h="453" w="1776">
                    <a:moveTo>
                      <a:pt x="468" y="0"/>
                    </a:moveTo>
                    <a:cubicBezTo>
                      <a:pt x="296" y="0"/>
                      <a:pt x="138" y="135"/>
                      <a:pt x="35" y="264"/>
                    </a:cubicBezTo>
                    <a:cubicBezTo>
                      <a:pt x="0" y="307"/>
                      <a:pt x="38" y="366"/>
                      <a:pt x="79" y="366"/>
                    </a:cubicBezTo>
                    <a:cubicBezTo>
                      <a:pt x="92" y="366"/>
                      <a:pt x="105" y="360"/>
                      <a:pt x="117" y="345"/>
                    </a:cubicBezTo>
                    <a:cubicBezTo>
                      <a:pt x="187" y="259"/>
                      <a:pt x="337" y="110"/>
                      <a:pt x="471" y="110"/>
                    </a:cubicBezTo>
                    <a:cubicBezTo>
                      <a:pt x="513" y="110"/>
                      <a:pt x="553" y="125"/>
                      <a:pt x="589" y="161"/>
                    </a:cubicBezTo>
                    <a:cubicBezTo>
                      <a:pt x="686" y="258"/>
                      <a:pt x="726" y="422"/>
                      <a:pt x="890" y="422"/>
                    </a:cubicBezTo>
                    <a:cubicBezTo>
                      <a:pt x="890" y="422"/>
                      <a:pt x="891" y="422"/>
                      <a:pt x="892" y="422"/>
                    </a:cubicBezTo>
                    <a:cubicBezTo>
                      <a:pt x="954" y="420"/>
                      <a:pt x="1009" y="388"/>
                      <a:pt x="1049" y="344"/>
                    </a:cubicBezTo>
                    <a:cubicBezTo>
                      <a:pt x="1092" y="300"/>
                      <a:pt x="1124" y="235"/>
                      <a:pt x="1180" y="204"/>
                    </a:cubicBezTo>
                    <a:cubicBezTo>
                      <a:pt x="1197" y="194"/>
                      <a:pt x="1214" y="190"/>
                      <a:pt x="1230" y="190"/>
                    </a:cubicBezTo>
                    <a:cubicBezTo>
                      <a:pt x="1308" y="190"/>
                      <a:pt x="1369" y="291"/>
                      <a:pt x="1416" y="345"/>
                    </a:cubicBezTo>
                    <a:cubicBezTo>
                      <a:pt x="1471" y="409"/>
                      <a:pt x="1536" y="452"/>
                      <a:pt x="1606" y="452"/>
                    </a:cubicBezTo>
                    <a:cubicBezTo>
                      <a:pt x="1645" y="452"/>
                      <a:pt x="1685" y="439"/>
                      <a:pt x="1727" y="410"/>
                    </a:cubicBezTo>
                    <a:cubicBezTo>
                      <a:pt x="1776" y="375"/>
                      <a:pt x="1745" y="301"/>
                      <a:pt x="1699" y="301"/>
                    </a:cubicBezTo>
                    <a:cubicBezTo>
                      <a:pt x="1689" y="301"/>
                      <a:pt x="1679" y="304"/>
                      <a:pt x="1668" y="311"/>
                    </a:cubicBezTo>
                    <a:cubicBezTo>
                      <a:pt x="1644" y="328"/>
                      <a:pt x="1623" y="335"/>
                      <a:pt x="1603" y="335"/>
                    </a:cubicBezTo>
                    <a:cubicBezTo>
                      <a:pt x="1537" y="335"/>
                      <a:pt x="1491" y="254"/>
                      <a:pt x="1442" y="196"/>
                    </a:cubicBezTo>
                    <a:cubicBezTo>
                      <a:pt x="1383" y="129"/>
                      <a:pt x="1311" y="75"/>
                      <a:pt x="1227" y="75"/>
                    </a:cubicBezTo>
                    <a:cubicBezTo>
                      <a:pt x="1203" y="75"/>
                      <a:pt x="1178" y="79"/>
                      <a:pt x="1153" y="89"/>
                    </a:cubicBezTo>
                    <a:cubicBezTo>
                      <a:pt x="1095" y="111"/>
                      <a:pt x="1052" y="158"/>
                      <a:pt x="1014" y="208"/>
                    </a:cubicBezTo>
                    <a:cubicBezTo>
                      <a:pt x="982" y="249"/>
                      <a:pt x="943" y="306"/>
                      <a:pt x="888" y="306"/>
                    </a:cubicBezTo>
                    <a:cubicBezTo>
                      <a:pt x="882" y="306"/>
                      <a:pt x="876" y="306"/>
                      <a:pt x="869" y="304"/>
                    </a:cubicBezTo>
                    <a:cubicBezTo>
                      <a:pt x="798" y="289"/>
                      <a:pt x="761" y="202"/>
                      <a:pt x="723" y="147"/>
                    </a:cubicBezTo>
                    <a:cubicBezTo>
                      <a:pt x="681" y="84"/>
                      <a:pt x="634" y="35"/>
                      <a:pt x="560" y="14"/>
                    </a:cubicBezTo>
                    <a:cubicBezTo>
                      <a:pt x="529" y="5"/>
                      <a:pt x="499" y="0"/>
                      <a:pt x="4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rgbClr val="3C3C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1150" lIns="91425" spcFirstLastPara="1" rIns="91425" wrap="square" tIns="111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76" name="Google Shape;76;p3"/>
              <p:cNvSpPr/>
              <p:nvPr/>
            </p:nvSpPr>
            <p:spPr>
              <a:xfrm>
                <a:off x="8756640" y="3498120"/>
                <a:ext cx="68400" cy="14400"/>
              </a:xfrm>
              <a:custGeom>
                <a:rect b="b" l="l" r="r" t="t"/>
                <a:pathLst>
                  <a:path extrusionOk="0" h="290" w="1364">
                    <a:moveTo>
                      <a:pt x="386" y="1"/>
                    </a:moveTo>
                    <a:cubicBezTo>
                      <a:pt x="381" y="1"/>
                      <a:pt x="375" y="1"/>
                      <a:pt x="370" y="1"/>
                    </a:cubicBezTo>
                    <a:cubicBezTo>
                      <a:pt x="255" y="2"/>
                      <a:pt x="109" y="43"/>
                      <a:pt x="36" y="137"/>
                    </a:cubicBezTo>
                    <a:cubicBezTo>
                      <a:pt x="0" y="181"/>
                      <a:pt x="38" y="239"/>
                      <a:pt x="79" y="239"/>
                    </a:cubicBezTo>
                    <a:cubicBezTo>
                      <a:pt x="92" y="239"/>
                      <a:pt x="105" y="233"/>
                      <a:pt x="117" y="219"/>
                    </a:cubicBezTo>
                    <a:cubicBezTo>
                      <a:pt x="152" y="172"/>
                      <a:pt x="207" y="150"/>
                      <a:pt x="262" y="134"/>
                    </a:cubicBezTo>
                    <a:cubicBezTo>
                      <a:pt x="292" y="124"/>
                      <a:pt x="334" y="114"/>
                      <a:pt x="372" y="114"/>
                    </a:cubicBezTo>
                    <a:cubicBezTo>
                      <a:pt x="395" y="114"/>
                      <a:pt x="417" y="118"/>
                      <a:pt x="434" y="128"/>
                    </a:cubicBezTo>
                    <a:cubicBezTo>
                      <a:pt x="489" y="164"/>
                      <a:pt x="522" y="225"/>
                      <a:pt x="583" y="256"/>
                    </a:cubicBezTo>
                    <a:cubicBezTo>
                      <a:pt x="623" y="276"/>
                      <a:pt x="670" y="289"/>
                      <a:pt x="716" y="289"/>
                    </a:cubicBezTo>
                    <a:cubicBezTo>
                      <a:pt x="726" y="289"/>
                      <a:pt x="737" y="289"/>
                      <a:pt x="747" y="287"/>
                    </a:cubicBezTo>
                    <a:cubicBezTo>
                      <a:pt x="838" y="273"/>
                      <a:pt x="895" y="192"/>
                      <a:pt x="987" y="178"/>
                    </a:cubicBezTo>
                    <a:cubicBezTo>
                      <a:pt x="993" y="177"/>
                      <a:pt x="999" y="177"/>
                      <a:pt x="1005" y="177"/>
                    </a:cubicBezTo>
                    <a:cubicBezTo>
                      <a:pt x="1046" y="177"/>
                      <a:pt x="1079" y="196"/>
                      <a:pt x="1117" y="213"/>
                    </a:cubicBezTo>
                    <a:cubicBezTo>
                      <a:pt x="1157" y="230"/>
                      <a:pt x="1196" y="238"/>
                      <a:pt x="1237" y="238"/>
                    </a:cubicBezTo>
                    <a:cubicBezTo>
                      <a:pt x="1255" y="238"/>
                      <a:pt x="1274" y="236"/>
                      <a:pt x="1294" y="233"/>
                    </a:cubicBezTo>
                    <a:cubicBezTo>
                      <a:pt x="1364" y="221"/>
                      <a:pt x="1340" y="120"/>
                      <a:pt x="1276" y="120"/>
                    </a:cubicBezTo>
                    <a:cubicBezTo>
                      <a:pt x="1272" y="120"/>
                      <a:pt x="1268" y="121"/>
                      <a:pt x="1264" y="121"/>
                    </a:cubicBezTo>
                    <a:cubicBezTo>
                      <a:pt x="1256" y="123"/>
                      <a:pt x="1247" y="123"/>
                      <a:pt x="1239" y="123"/>
                    </a:cubicBezTo>
                    <a:cubicBezTo>
                      <a:pt x="1190" y="123"/>
                      <a:pt x="1149" y="100"/>
                      <a:pt x="1103" y="80"/>
                    </a:cubicBezTo>
                    <a:cubicBezTo>
                      <a:pt x="1071" y="67"/>
                      <a:pt x="1040" y="60"/>
                      <a:pt x="1007" y="60"/>
                    </a:cubicBezTo>
                    <a:cubicBezTo>
                      <a:pt x="988" y="60"/>
                      <a:pt x="968" y="63"/>
                      <a:pt x="947" y="67"/>
                    </a:cubicBezTo>
                    <a:cubicBezTo>
                      <a:pt x="896" y="79"/>
                      <a:pt x="852" y="101"/>
                      <a:pt x="808" y="130"/>
                    </a:cubicBezTo>
                    <a:cubicBezTo>
                      <a:pt x="774" y="151"/>
                      <a:pt x="747" y="174"/>
                      <a:pt x="710" y="174"/>
                    </a:cubicBezTo>
                    <a:cubicBezTo>
                      <a:pt x="705" y="174"/>
                      <a:pt x="700" y="173"/>
                      <a:pt x="695" y="172"/>
                    </a:cubicBezTo>
                    <a:cubicBezTo>
                      <a:pt x="620" y="160"/>
                      <a:pt x="579" y="104"/>
                      <a:pt x="527" y="58"/>
                    </a:cubicBezTo>
                    <a:cubicBezTo>
                      <a:pt x="483" y="16"/>
                      <a:pt x="442" y="1"/>
                      <a:pt x="38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rgbClr val="3C3C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7200" lIns="91425" spcFirstLastPara="1" rIns="91425" wrap="square" tIns="72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77" name="Google Shape;77;p3"/>
              <p:cNvSpPr/>
              <p:nvPr/>
            </p:nvSpPr>
            <p:spPr>
              <a:xfrm>
                <a:off x="8738640" y="3342240"/>
                <a:ext cx="13680" cy="61560"/>
              </a:xfrm>
              <a:custGeom>
                <a:rect b="b" l="l" r="r" t="t"/>
                <a:pathLst>
                  <a:path extrusionOk="0" h="1229" w="280">
                    <a:moveTo>
                      <a:pt x="125" y="0"/>
                    </a:moveTo>
                    <a:cubicBezTo>
                      <a:pt x="89" y="0"/>
                      <a:pt x="55" y="28"/>
                      <a:pt x="71" y="70"/>
                    </a:cubicBezTo>
                    <a:cubicBezTo>
                      <a:pt x="108" y="169"/>
                      <a:pt x="109" y="277"/>
                      <a:pt x="95" y="382"/>
                    </a:cubicBezTo>
                    <a:cubicBezTo>
                      <a:pt x="88" y="431"/>
                      <a:pt x="80" y="481"/>
                      <a:pt x="70" y="530"/>
                    </a:cubicBezTo>
                    <a:cubicBezTo>
                      <a:pt x="58" y="578"/>
                      <a:pt x="24" y="620"/>
                      <a:pt x="16" y="669"/>
                    </a:cubicBezTo>
                    <a:cubicBezTo>
                      <a:pt x="0" y="750"/>
                      <a:pt x="34" y="825"/>
                      <a:pt x="85" y="885"/>
                    </a:cubicBezTo>
                    <a:cubicBezTo>
                      <a:pt x="145" y="960"/>
                      <a:pt x="166" y="1069"/>
                      <a:pt x="129" y="1160"/>
                    </a:cubicBezTo>
                    <a:cubicBezTo>
                      <a:pt x="112" y="1201"/>
                      <a:pt x="146" y="1229"/>
                      <a:pt x="182" y="1229"/>
                    </a:cubicBezTo>
                    <a:cubicBezTo>
                      <a:pt x="206" y="1229"/>
                      <a:pt x="230" y="1217"/>
                      <a:pt x="241" y="1189"/>
                    </a:cubicBezTo>
                    <a:cubicBezTo>
                      <a:pt x="280" y="1094"/>
                      <a:pt x="265" y="963"/>
                      <a:pt x="217" y="872"/>
                    </a:cubicBezTo>
                    <a:cubicBezTo>
                      <a:pt x="180" y="802"/>
                      <a:pt x="101" y="757"/>
                      <a:pt x="138" y="666"/>
                    </a:cubicBezTo>
                    <a:cubicBezTo>
                      <a:pt x="158" y="620"/>
                      <a:pt x="178" y="581"/>
                      <a:pt x="187" y="530"/>
                    </a:cubicBezTo>
                    <a:cubicBezTo>
                      <a:pt x="199" y="478"/>
                      <a:pt x="209" y="425"/>
                      <a:pt x="214" y="373"/>
                    </a:cubicBezTo>
                    <a:cubicBezTo>
                      <a:pt x="227" y="261"/>
                      <a:pt x="224" y="145"/>
                      <a:pt x="185" y="40"/>
                    </a:cubicBezTo>
                    <a:cubicBezTo>
                      <a:pt x="173" y="12"/>
                      <a:pt x="149" y="0"/>
                      <a:pt x="12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rgbClr val="3C3C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30950" lIns="91425" spcFirstLastPara="1" rIns="91425" wrap="square" tIns="309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640360" y="3330360"/>
                <a:ext cx="22680" cy="52200"/>
              </a:xfrm>
              <a:custGeom>
                <a:rect b="b" l="l" r="r" t="t"/>
                <a:pathLst>
                  <a:path extrusionOk="0" h="1040" w="460">
                    <a:moveTo>
                      <a:pt x="101" y="110"/>
                    </a:moveTo>
                    <a:cubicBezTo>
                      <a:pt x="101" y="110"/>
                      <a:pt x="103" y="110"/>
                      <a:pt x="105" y="111"/>
                    </a:cubicBezTo>
                    <a:lnTo>
                      <a:pt x="105" y="111"/>
                    </a:lnTo>
                    <a:cubicBezTo>
                      <a:pt x="102" y="110"/>
                      <a:pt x="100" y="110"/>
                      <a:pt x="101" y="110"/>
                    </a:cubicBezTo>
                    <a:close/>
                    <a:moveTo>
                      <a:pt x="104" y="112"/>
                    </a:moveTo>
                    <a:cubicBezTo>
                      <a:pt x="103" y="112"/>
                      <a:pt x="102" y="112"/>
                      <a:pt x="102" y="112"/>
                    </a:cubicBezTo>
                    <a:lnTo>
                      <a:pt x="102" y="112"/>
                    </a:lnTo>
                    <a:cubicBezTo>
                      <a:pt x="103" y="112"/>
                      <a:pt x="103" y="112"/>
                      <a:pt x="104" y="112"/>
                    </a:cubicBezTo>
                    <a:close/>
                    <a:moveTo>
                      <a:pt x="108" y="113"/>
                    </a:moveTo>
                    <a:lnTo>
                      <a:pt x="108" y="113"/>
                    </a:lnTo>
                    <a:cubicBezTo>
                      <a:pt x="109" y="114"/>
                      <a:pt x="109" y="114"/>
                      <a:pt x="110" y="115"/>
                    </a:cubicBezTo>
                    <a:cubicBezTo>
                      <a:pt x="109" y="114"/>
                      <a:pt x="109" y="114"/>
                      <a:pt x="108" y="113"/>
                    </a:cubicBezTo>
                    <a:close/>
                    <a:moveTo>
                      <a:pt x="381" y="926"/>
                    </a:moveTo>
                    <a:cubicBezTo>
                      <a:pt x="381" y="926"/>
                      <a:pt x="381" y="926"/>
                      <a:pt x="381" y="926"/>
                    </a:cubicBezTo>
                    <a:lnTo>
                      <a:pt x="381" y="926"/>
                    </a:lnTo>
                    <a:cubicBezTo>
                      <a:pt x="381" y="926"/>
                      <a:pt x="382" y="927"/>
                      <a:pt x="383" y="928"/>
                    </a:cubicBezTo>
                    <a:lnTo>
                      <a:pt x="381" y="926"/>
                    </a:lnTo>
                    <a:close/>
                    <a:moveTo>
                      <a:pt x="386" y="927"/>
                    </a:moveTo>
                    <a:lnTo>
                      <a:pt x="386" y="927"/>
                    </a:lnTo>
                    <a:cubicBezTo>
                      <a:pt x="386" y="928"/>
                      <a:pt x="387" y="928"/>
                      <a:pt x="387" y="928"/>
                    </a:cubicBezTo>
                    <a:cubicBezTo>
                      <a:pt x="387" y="928"/>
                      <a:pt x="386" y="928"/>
                      <a:pt x="386" y="927"/>
                    </a:cubicBezTo>
                    <a:close/>
                    <a:moveTo>
                      <a:pt x="102" y="1"/>
                    </a:moveTo>
                    <a:cubicBezTo>
                      <a:pt x="81" y="1"/>
                      <a:pt x="59" y="6"/>
                      <a:pt x="36" y="15"/>
                    </a:cubicBezTo>
                    <a:cubicBezTo>
                      <a:pt x="8" y="27"/>
                      <a:pt x="1" y="69"/>
                      <a:pt x="15" y="95"/>
                    </a:cubicBezTo>
                    <a:cubicBezTo>
                      <a:pt x="28" y="113"/>
                      <a:pt x="47" y="121"/>
                      <a:pt x="66" y="121"/>
                    </a:cubicBezTo>
                    <a:cubicBezTo>
                      <a:pt x="76" y="121"/>
                      <a:pt x="87" y="119"/>
                      <a:pt x="97" y="115"/>
                    </a:cubicBezTo>
                    <a:lnTo>
                      <a:pt x="97" y="115"/>
                    </a:lnTo>
                    <a:cubicBezTo>
                      <a:pt x="94" y="116"/>
                      <a:pt x="93" y="116"/>
                      <a:pt x="92" y="116"/>
                    </a:cubicBezTo>
                    <a:cubicBezTo>
                      <a:pt x="91" y="116"/>
                      <a:pt x="96" y="114"/>
                      <a:pt x="100" y="113"/>
                    </a:cubicBezTo>
                    <a:lnTo>
                      <a:pt x="100" y="113"/>
                    </a:lnTo>
                    <a:cubicBezTo>
                      <a:pt x="102" y="112"/>
                      <a:pt x="105" y="112"/>
                      <a:pt x="106" y="112"/>
                    </a:cubicBezTo>
                    <a:lnTo>
                      <a:pt x="106" y="112"/>
                    </a:lnTo>
                    <a:cubicBezTo>
                      <a:pt x="107" y="114"/>
                      <a:pt x="110" y="116"/>
                      <a:pt x="110" y="116"/>
                    </a:cubicBezTo>
                    <a:cubicBezTo>
                      <a:pt x="111" y="116"/>
                      <a:pt x="110" y="116"/>
                      <a:pt x="110" y="115"/>
                    </a:cubicBezTo>
                    <a:lnTo>
                      <a:pt x="110" y="115"/>
                    </a:lnTo>
                    <a:cubicBezTo>
                      <a:pt x="111" y="116"/>
                      <a:pt x="117" y="122"/>
                      <a:pt x="118" y="126"/>
                    </a:cubicBezTo>
                    <a:cubicBezTo>
                      <a:pt x="121" y="132"/>
                      <a:pt x="125" y="137"/>
                      <a:pt x="127" y="143"/>
                    </a:cubicBezTo>
                    <a:cubicBezTo>
                      <a:pt x="130" y="149"/>
                      <a:pt x="130" y="150"/>
                      <a:pt x="131" y="150"/>
                    </a:cubicBezTo>
                    <a:cubicBezTo>
                      <a:pt x="131" y="150"/>
                      <a:pt x="131" y="150"/>
                      <a:pt x="131" y="150"/>
                    </a:cubicBezTo>
                    <a:lnTo>
                      <a:pt x="131" y="150"/>
                    </a:lnTo>
                    <a:cubicBezTo>
                      <a:pt x="131" y="150"/>
                      <a:pt x="131" y="150"/>
                      <a:pt x="132" y="154"/>
                    </a:cubicBezTo>
                    <a:cubicBezTo>
                      <a:pt x="159" y="224"/>
                      <a:pt x="168" y="299"/>
                      <a:pt x="175" y="371"/>
                    </a:cubicBezTo>
                    <a:cubicBezTo>
                      <a:pt x="195" y="541"/>
                      <a:pt x="190" y="721"/>
                      <a:pt x="239" y="888"/>
                    </a:cubicBezTo>
                    <a:cubicBezTo>
                      <a:pt x="256" y="948"/>
                      <a:pt x="288" y="1027"/>
                      <a:pt x="359" y="1039"/>
                    </a:cubicBezTo>
                    <a:cubicBezTo>
                      <a:pt x="363" y="1039"/>
                      <a:pt x="367" y="1040"/>
                      <a:pt x="370" y="1040"/>
                    </a:cubicBezTo>
                    <a:cubicBezTo>
                      <a:pt x="435" y="1040"/>
                      <a:pt x="460" y="939"/>
                      <a:pt x="389" y="927"/>
                    </a:cubicBezTo>
                    <a:cubicBezTo>
                      <a:pt x="386" y="926"/>
                      <a:pt x="383" y="926"/>
                      <a:pt x="382" y="925"/>
                    </a:cubicBezTo>
                    <a:lnTo>
                      <a:pt x="382" y="925"/>
                    </a:lnTo>
                    <a:cubicBezTo>
                      <a:pt x="380" y="925"/>
                      <a:pt x="379" y="924"/>
                      <a:pt x="379" y="924"/>
                    </a:cubicBezTo>
                    <a:lnTo>
                      <a:pt x="379" y="924"/>
                    </a:lnTo>
                    <a:cubicBezTo>
                      <a:pt x="379" y="924"/>
                      <a:pt x="380" y="924"/>
                      <a:pt x="380" y="925"/>
                    </a:cubicBezTo>
                    <a:lnTo>
                      <a:pt x="380" y="925"/>
                    </a:lnTo>
                    <a:cubicBezTo>
                      <a:pt x="380" y="925"/>
                      <a:pt x="380" y="925"/>
                      <a:pt x="380" y="925"/>
                    </a:cubicBezTo>
                    <a:lnTo>
                      <a:pt x="380" y="925"/>
                    </a:lnTo>
                    <a:lnTo>
                      <a:pt x="373" y="918"/>
                    </a:lnTo>
                    <a:lnTo>
                      <a:pt x="373" y="918"/>
                    </a:lnTo>
                    <a:cubicBezTo>
                      <a:pt x="375" y="921"/>
                      <a:pt x="376" y="923"/>
                      <a:pt x="376" y="923"/>
                    </a:cubicBezTo>
                    <a:cubicBezTo>
                      <a:pt x="376" y="923"/>
                      <a:pt x="369" y="912"/>
                      <a:pt x="368" y="910"/>
                    </a:cubicBezTo>
                    <a:cubicBezTo>
                      <a:pt x="359" y="891"/>
                      <a:pt x="361" y="898"/>
                      <a:pt x="355" y="881"/>
                    </a:cubicBezTo>
                    <a:cubicBezTo>
                      <a:pt x="351" y="863"/>
                      <a:pt x="345" y="846"/>
                      <a:pt x="341" y="828"/>
                    </a:cubicBezTo>
                    <a:cubicBezTo>
                      <a:pt x="322" y="747"/>
                      <a:pt x="317" y="662"/>
                      <a:pt x="308" y="578"/>
                    </a:cubicBezTo>
                    <a:cubicBezTo>
                      <a:pt x="298" y="482"/>
                      <a:pt x="291" y="387"/>
                      <a:pt x="280" y="293"/>
                    </a:cubicBezTo>
                    <a:cubicBezTo>
                      <a:pt x="268" y="220"/>
                      <a:pt x="257" y="140"/>
                      <a:pt x="220" y="76"/>
                    </a:cubicBezTo>
                    <a:cubicBezTo>
                      <a:pt x="192" y="27"/>
                      <a:pt x="150" y="1"/>
                      <a:pt x="10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rgbClr val="3C3C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26275" lIns="91425" spcFirstLastPara="1" rIns="91425" wrap="square" tIns="26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35600" y="3367080"/>
                <a:ext cx="59760" cy="36360"/>
              </a:xfrm>
              <a:custGeom>
                <a:rect b="b" l="l" r="r" t="t"/>
                <a:pathLst>
                  <a:path extrusionOk="0" h="727" w="1191">
                    <a:moveTo>
                      <a:pt x="327" y="1"/>
                    </a:moveTo>
                    <a:cubicBezTo>
                      <a:pt x="239" y="1"/>
                      <a:pt x="152" y="12"/>
                      <a:pt x="67" y="36"/>
                    </a:cubicBezTo>
                    <a:cubicBezTo>
                      <a:pt x="1" y="53"/>
                      <a:pt x="21" y="149"/>
                      <a:pt x="79" y="149"/>
                    </a:cubicBezTo>
                    <a:cubicBezTo>
                      <a:pt x="84" y="149"/>
                      <a:pt x="90" y="148"/>
                      <a:pt x="96" y="146"/>
                    </a:cubicBezTo>
                    <a:cubicBezTo>
                      <a:pt x="169" y="125"/>
                      <a:pt x="247" y="114"/>
                      <a:pt x="324" y="114"/>
                    </a:cubicBezTo>
                    <a:cubicBezTo>
                      <a:pt x="391" y="114"/>
                      <a:pt x="457" y="122"/>
                      <a:pt x="521" y="139"/>
                    </a:cubicBezTo>
                    <a:cubicBezTo>
                      <a:pt x="589" y="159"/>
                      <a:pt x="661" y="190"/>
                      <a:pt x="709" y="244"/>
                    </a:cubicBezTo>
                    <a:cubicBezTo>
                      <a:pt x="725" y="261"/>
                      <a:pt x="746" y="304"/>
                      <a:pt x="760" y="336"/>
                    </a:cubicBezTo>
                    <a:cubicBezTo>
                      <a:pt x="810" y="443"/>
                      <a:pt x="903" y="727"/>
                      <a:pt x="1056" y="727"/>
                    </a:cubicBezTo>
                    <a:cubicBezTo>
                      <a:pt x="1082" y="727"/>
                      <a:pt x="1109" y="719"/>
                      <a:pt x="1139" y="700"/>
                    </a:cubicBezTo>
                    <a:cubicBezTo>
                      <a:pt x="1191" y="668"/>
                      <a:pt x="1160" y="592"/>
                      <a:pt x="1111" y="592"/>
                    </a:cubicBezTo>
                    <a:cubicBezTo>
                      <a:pt x="1101" y="592"/>
                      <a:pt x="1091" y="594"/>
                      <a:pt x="1081" y="601"/>
                    </a:cubicBezTo>
                    <a:cubicBezTo>
                      <a:pt x="1069" y="608"/>
                      <a:pt x="1065" y="611"/>
                      <a:pt x="1060" y="611"/>
                    </a:cubicBezTo>
                    <a:cubicBezTo>
                      <a:pt x="1059" y="611"/>
                      <a:pt x="1057" y="610"/>
                      <a:pt x="1055" y="610"/>
                    </a:cubicBezTo>
                    <a:cubicBezTo>
                      <a:pt x="1044" y="607"/>
                      <a:pt x="1032" y="598"/>
                      <a:pt x="1022" y="587"/>
                    </a:cubicBezTo>
                    <a:cubicBezTo>
                      <a:pt x="991" y="554"/>
                      <a:pt x="970" y="513"/>
                      <a:pt x="950" y="472"/>
                    </a:cubicBezTo>
                    <a:cubicBezTo>
                      <a:pt x="906" y="383"/>
                      <a:pt x="875" y="284"/>
                      <a:pt x="821" y="199"/>
                    </a:cubicBezTo>
                    <a:cubicBezTo>
                      <a:pt x="752" y="92"/>
                      <a:pt x="611" y="39"/>
                      <a:pt x="491" y="14"/>
                    </a:cubicBezTo>
                    <a:cubicBezTo>
                      <a:pt x="437" y="5"/>
                      <a:pt x="382" y="1"/>
                      <a:pt x="32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rgbClr val="3C3C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8350" lIns="91425" spcFirstLastPara="1" rIns="91425" wrap="square" tIns="183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09680" y="3444480"/>
                <a:ext cx="70560" cy="34200"/>
              </a:xfrm>
              <a:custGeom>
                <a:rect b="b" l="l" r="r" t="t"/>
                <a:pathLst>
                  <a:path extrusionOk="0" h="687" w="1409">
                    <a:moveTo>
                      <a:pt x="237" y="1"/>
                    </a:moveTo>
                    <a:cubicBezTo>
                      <a:pt x="180" y="1"/>
                      <a:pt x="121" y="13"/>
                      <a:pt x="59" y="42"/>
                    </a:cubicBezTo>
                    <a:cubicBezTo>
                      <a:pt x="0" y="69"/>
                      <a:pt x="36" y="147"/>
                      <a:pt x="91" y="147"/>
                    </a:cubicBezTo>
                    <a:cubicBezTo>
                      <a:pt x="100" y="147"/>
                      <a:pt x="108" y="145"/>
                      <a:pt x="117" y="141"/>
                    </a:cubicBezTo>
                    <a:cubicBezTo>
                      <a:pt x="159" y="121"/>
                      <a:pt x="200" y="112"/>
                      <a:pt x="240" y="112"/>
                    </a:cubicBezTo>
                    <a:cubicBezTo>
                      <a:pt x="415" y="112"/>
                      <a:pt x="575" y="276"/>
                      <a:pt x="700" y="387"/>
                    </a:cubicBezTo>
                    <a:cubicBezTo>
                      <a:pt x="861" y="530"/>
                      <a:pt x="1040" y="687"/>
                      <a:pt x="1263" y="687"/>
                    </a:cubicBezTo>
                    <a:cubicBezTo>
                      <a:pt x="1288" y="687"/>
                      <a:pt x="1313" y="685"/>
                      <a:pt x="1339" y="681"/>
                    </a:cubicBezTo>
                    <a:cubicBezTo>
                      <a:pt x="1408" y="668"/>
                      <a:pt x="1384" y="568"/>
                      <a:pt x="1318" y="568"/>
                    </a:cubicBezTo>
                    <a:cubicBezTo>
                      <a:pt x="1315" y="568"/>
                      <a:pt x="1312" y="568"/>
                      <a:pt x="1309" y="569"/>
                    </a:cubicBezTo>
                    <a:cubicBezTo>
                      <a:pt x="1291" y="572"/>
                      <a:pt x="1273" y="573"/>
                      <a:pt x="1255" y="573"/>
                    </a:cubicBezTo>
                    <a:cubicBezTo>
                      <a:pt x="1033" y="573"/>
                      <a:pt x="846" y="360"/>
                      <a:pt x="694" y="227"/>
                    </a:cubicBezTo>
                    <a:cubicBezTo>
                      <a:pt x="558" y="110"/>
                      <a:pt x="407" y="1"/>
                      <a:pt x="23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rgbClr val="3C3C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7275" lIns="91425" spcFirstLastPara="1" rIns="91425" wrap="square" tIns="17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474760" y="3525480"/>
                <a:ext cx="70920" cy="11520"/>
              </a:xfrm>
              <a:custGeom>
                <a:rect b="b" l="l" r="r" t="t"/>
                <a:pathLst>
                  <a:path extrusionOk="0" h="235" w="1415">
                    <a:moveTo>
                      <a:pt x="413" y="1"/>
                    </a:moveTo>
                    <a:cubicBezTo>
                      <a:pt x="282" y="1"/>
                      <a:pt x="157" y="33"/>
                      <a:pt x="45" y="125"/>
                    </a:cubicBezTo>
                    <a:cubicBezTo>
                      <a:pt x="1" y="162"/>
                      <a:pt x="43" y="221"/>
                      <a:pt x="90" y="221"/>
                    </a:cubicBezTo>
                    <a:cubicBezTo>
                      <a:pt x="103" y="221"/>
                      <a:pt x="115" y="217"/>
                      <a:pt x="127" y="208"/>
                    </a:cubicBezTo>
                    <a:cubicBezTo>
                      <a:pt x="211" y="138"/>
                      <a:pt x="308" y="114"/>
                      <a:pt x="408" y="114"/>
                    </a:cubicBezTo>
                    <a:cubicBezTo>
                      <a:pt x="516" y="114"/>
                      <a:pt x="629" y="142"/>
                      <a:pt x="735" y="168"/>
                    </a:cubicBezTo>
                    <a:cubicBezTo>
                      <a:pt x="862" y="199"/>
                      <a:pt x="998" y="235"/>
                      <a:pt x="1131" y="235"/>
                    </a:cubicBezTo>
                    <a:cubicBezTo>
                      <a:pt x="1207" y="235"/>
                      <a:pt x="1282" y="223"/>
                      <a:pt x="1354" y="193"/>
                    </a:cubicBezTo>
                    <a:cubicBezTo>
                      <a:pt x="1415" y="168"/>
                      <a:pt x="1397" y="77"/>
                      <a:pt x="1345" y="77"/>
                    </a:cubicBezTo>
                    <a:cubicBezTo>
                      <a:pt x="1339" y="77"/>
                      <a:pt x="1332" y="78"/>
                      <a:pt x="1324" y="81"/>
                    </a:cubicBezTo>
                    <a:cubicBezTo>
                      <a:pt x="1259" y="108"/>
                      <a:pt x="1192" y="119"/>
                      <a:pt x="1125" y="119"/>
                    </a:cubicBezTo>
                    <a:cubicBezTo>
                      <a:pt x="971" y="119"/>
                      <a:pt x="814" y="66"/>
                      <a:pt x="667" y="33"/>
                    </a:cubicBezTo>
                    <a:cubicBezTo>
                      <a:pt x="582" y="14"/>
                      <a:pt x="496" y="1"/>
                      <a:pt x="41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rgbClr val="3C3C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5750" lIns="91425" spcFirstLastPara="1" rIns="91425" wrap="square" tIns="57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82" name="Google Shape;82;p3"/>
              <p:cNvSpPr/>
              <p:nvPr/>
            </p:nvSpPr>
            <p:spPr>
              <a:xfrm>
                <a:off x="8453880" y="3589920"/>
                <a:ext cx="51480" cy="18360"/>
              </a:xfrm>
              <a:custGeom>
                <a:rect b="b" l="l" r="r" t="t"/>
                <a:pathLst>
                  <a:path extrusionOk="0" h="372" w="1029">
                    <a:moveTo>
                      <a:pt x="939" y="1"/>
                    </a:moveTo>
                    <a:cubicBezTo>
                      <a:pt x="936" y="1"/>
                      <a:pt x="932" y="1"/>
                      <a:pt x="929" y="2"/>
                    </a:cubicBezTo>
                    <a:cubicBezTo>
                      <a:pt x="756" y="31"/>
                      <a:pt x="582" y="51"/>
                      <a:pt x="409" y="75"/>
                    </a:cubicBezTo>
                    <a:cubicBezTo>
                      <a:pt x="253" y="94"/>
                      <a:pt x="105" y="135"/>
                      <a:pt x="25" y="284"/>
                    </a:cubicBezTo>
                    <a:cubicBezTo>
                      <a:pt x="0" y="330"/>
                      <a:pt x="40" y="372"/>
                      <a:pt x="79" y="372"/>
                    </a:cubicBezTo>
                    <a:cubicBezTo>
                      <a:pt x="96" y="372"/>
                      <a:pt x="114" y="363"/>
                      <a:pt x="125" y="342"/>
                    </a:cubicBezTo>
                    <a:cubicBezTo>
                      <a:pt x="196" y="210"/>
                      <a:pt x="343" y="199"/>
                      <a:pt x="479" y="182"/>
                    </a:cubicBezTo>
                    <a:cubicBezTo>
                      <a:pt x="640" y="160"/>
                      <a:pt x="800" y="142"/>
                      <a:pt x="958" y="114"/>
                    </a:cubicBezTo>
                    <a:cubicBezTo>
                      <a:pt x="1029" y="102"/>
                      <a:pt x="1004" y="1"/>
                      <a:pt x="93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rgbClr val="3C3C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350" lIns="91425" spcFirstLastPara="1" rIns="91425" wrap="square" tIns="93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83" name="Google Shape;83;p3"/>
              <p:cNvSpPr/>
              <p:nvPr/>
            </p:nvSpPr>
            <p:spPr>
              <a:xfrm>
                <a:off x="8499960" y="3632400"/>
                <a:ext cx="41400" cy="32400"/>
              </a:xfrm>
              <a:custGeom>
                <a:rect b="b" l="l" r="r" t="t"/>
                <a:pathLst>
                  <a:path extrusionOk="0" h="648" w="831">
                    <a:moveTo>
                      <a:pt x="752" y="0"/>
                    </a:moveTo>
                    <a:cubicBezTo>
                      <a:pt x="735" y="0"/>
                      <a:pt x="718" y="9"/>
                      <a:pt x="708" y="29"/>
                    </a:cubicBezTo>
                    <a:cubicBezTo>
                      <a:pt x="686" y="69"/>
                      <a:pt x="654" y="96"/>
                      <a:pt x="611" y="123"/>
                    </a:cubicBezTo>
                    <a:cubicBezTo>
                      <a:pt x="559" y="156"/>
                      <a:pt x="508" y="174"/>
                      <a:pt x="451" y="197"/>
                    </a:cubicBezTo>
                    <a:cubicBezTo>
                      <a:pt x="332" y="245"/>
                      <a:pt x="203" y="289"/>
                      <a:pt x="108" y="381"/>
                    </a:cubicBezTo>
                    <a:cubicBezTo>
                      <a:pt x="56" y="433"/>
                      <a:pt x="19" y="500"/>
                      <a:pt x="6" y="575"/>
                    </a:cubicBezTo>
                    <a:cubicBezTo>
                      <a:pt x="1" y="605"/>
                      <a:pt x="15" y="636"/>
                      <a:pt x="47" y="646"/>
                    </a:cubicBezTo>
                    <a:cubicBezTo>
                      <a:pt x="51" y="647"/>
                      <a:pt x="55" y="647"/>
                      <a:pt x="59" y="647"/>
                    </a:cubicBezTo>
                    <a:cubicBezTo>
                      <a:pt x="84" y="647"/>
                      <a:pt x="113" y="630"/>
                      <a:pt x="118" y="605"/>
                    </a:cubicBezTo>
                    <a:cubicBezTo>
                      <a:pt x="137" y="484"/>
                      <a:pt x="226" y="421"/>
                      <a:pt x="334" y="370"/>
                    </a:cubicBezTo>
                    <a:cubicBezTo>
                      <a:pt x="444" y="316"/>
                      <a:pt x="566" y="284"/>
                      <a:pt x="672" y="221"/>
                    </a:cubicBezTo>
                    <a:cubicBezTo>
                      <a:pt x="728" y="188"/>
                      <a:pt x="779" y="144"/>
                      <a:pt x="807" y="87"/>
                    </a:cubicBezTo>
                    <a:cubicBezTo>
                      <a:pt x="830" y="43"/>
                      <a:pt x="790" y="0"/>
                      <a:pt x="75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rgbClr val="3C3C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6200" lIns="91425" spcFirstLastPara="1" rIns="91425" wrap="square" tIns="162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84" name="Google Shape;84;p3"/>
              <p:cNvSpPr/>
              <p:nvPr/>
            </p:nvSpPr>
            <p:spPr>
              <a:xfrm>
                <a:off x="8576640" y="3654720"/>
                <a:ext cx="41400" cy="42120"/>
              </a:xfrm>
              <a:custGeom>
                <a:rect b="b" l="l" r="r" t="t"/>
                <a:pathLst>
                  <a:path extrusionOk="0" h="844" w="828">
                    <a:moveTo>
                      <a:pt x="745" y="0"/>
                    </a:moveTo>
                    <a:cubicBezTo>
                      <a:pt x="735" y="0"/>
                      <a:pt x="726" y="3"/>
                      <a:pt x="716" y="9"/>
                    </a:cubicBezTo>
                    <a:cubicBezTo>
                      <a:pt x="560" y="95"/>
                      <a:pt x="408" y="196"/>
                      <a:pt x="274" y="315"/>
                    </a:cubicBezTo>
                    <a:cubicBezTo>
                      <a:pt x="143" y="432"/>
                      <a:pt x="0" y="597"/>
                      <a:pt x="17" y="784"/>
                    </a:cubicBezTo>
                    <a:cubicBezTo>
                      <a:pt x="21" y="815"/>
                      <a:pt x="43" y="843"/>
                      <a:pt x="75" y="843"/>
                    </a:cubicBezTo>
                    <a:cubicBezTo>
                      <a:pt x="76" y="843"/>
                      <a:pt x="77" y="843"/>
                      <a:pt x="77" y="843"/>
                    </a:cubicBezTo>
                    <a:cubicBezTo>
                      <a:pt x="107" y="843"/>
                      <a:pt x="138" y="817"/>
                      <a:pt x="135" y="787"/>
                    </a:cubicBezTo>
                    <a:cubicBezTo>
                      <a:pt x="121" y="624"/>
                      <a:pt x="258" y="483"/>
                      <a:pt x="371" y="384"/>
                    </a:cubicBezTo>
                    <a:cubicBezTo>
                      <a:pt x="493" y="278"/>
                      <a:pt x="632" y="187"/>
                      <a:pt x="774" y="108"/>
                    </a:cubicBezTo>
                    <a:cubicBezTo>
                      <a:pt x="828" y="76"/>
                      <a:pt x="795" y="0"/>
                      <a:pt x="74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rgbClr val="3C3C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21225" lIns="91425" spcFirstLastPara="1" rIns="91425" wrap="square" tIns="212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85" name="Google Shape;85;p3"/>
              <p:cNvSpPr/>
              <p:nvPr/>
            </p:nvSpPr>
            <p:spPr>
              <a:xfrm>
                <a:off x="8619480" y="3711240"/>
                <a:ext cx="38880" cy="34920"/>
              </a:xfrm>
              <a:custGeom>
                <a:rect b="b" l="l" r="r" t="t"/>
                <a:pathLst>
                  <a:path extrusionOk="0" h="702" w="780">
                    <a:moveTo>
                      <a:pt x="701" y="0"/>
                    </a:moveTo>
                    <a:cubicBezTo>
                      <a:pt x="684" y="0"/>
                      <a:pt x="667" y="9"/>
                      <a:pt x="656" y="30"/>
                    </a:cubicBezTo>
                    <a:cubicBezTo>
                      <a:pt x="595" y="149"/>
                      <a:pt x="485" y="249"/>
                      <a:pt x="386" y="341"/>
                    </a:cubicBezTo>
                    <a:cubicBezTo>
                      <a:pt x="287" y="435"/>
                      <a:pt x="179" y="533"/>
                      <a:pt x="57" y="595"/>
                    </a:cubicBezTo>
                    <a:cubicBezTo>
                      <a:pt x="0" y="624"/>
                      <a:pt x="36" y="701"/>
                      <a:pt x="88" y="701"/>
                    </a:cubicBezTo>
                    <a:cubicBezTo>
                      <a:pt x="97" y="701"/>
                      <a:pt x="106" y="699"/>
                      <a:pt x="116" y="694"/>
                    </a:cubicBezTo>
                    <a:cubicBezTo>
                      <a:pt x="246" y="626"/>
                      <a:pt x="362" y="523"/>
                      <a:pt x="468" y="422"/>
                    </a:cubicBezTo>
                    <a:cubicBezTo>
                      <a:pt x="528" y="368"/>
                      <a:pt x="585" y="309"/>
                      <a:pt x="639" y="248"/>
                    </a:cubicBezTo>
                    <a:cubicBezTo>
                      <a:pt x="681" y="198"/>
                      <a:pt x="725" y="147"/>
                      <a:pt x="755" y="88"/>
                    </a:cubicBezTo>
                    <a:cubicBezTo>
                      <a:pt x="779" y="42"/>
                      <a:pt x="740" y="0"/>
                      <a:pt x="70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rgbClr val="3C3C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7625" lIns="91425" spcFirstLastPara="1" rIns="91425" wrap="square" tIns="176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86" name="Google Shape;86;p3"/>
              <p:cNvSpPr/>
              <p:nvPr/>
            </p:nvSpPr>
            <p:spPr>
              <a:xfrm>
                <a:off x="8668440" y="3777120"/>
                <a:ext cx="21600" cy="50400"/>
              </a:xfrm>
              <a:custGeom>
                <a:rect b="b" l="l" r="r" t="t"/>
                <a:pathLst>
                  <a:path extrusionOk="0" h="1009" w="437">
                    <a:moveTo>
                      <a:pt x="356" y="0"/>
                    </a:moveTo>
                    <a:cubicBezTo>
                      <a:pt x="315" y="0"/>
                      <a:pt x="286" y="49"/>
                      <a:pt x="302" y="86"/>
                    </a:cubicBezTo>
                    <a:lnTo>
                      <a:pt x="302" y="86"/>
                    </a:lnTo>
                    <a:lnTo>
                      <a:pt x="302" y="87"/>
                    </a:lnTo>
                    <a:lnTo>
                      <a:pt x="302" y="91"/>
                    </a:lnTo>
                    <a:cubicBezTo>
                      <a:pt x="299" y="114"/>
                      <a:pt x="293" y="136"/>
                      <a:pt x="288" y="158"/>
                    </a:cubicBezTo>
                    <a:cubicBezTo>
                      <a:pt x="271" y="227"/>
                      <a:pt x="250" y="295"/>
                      <a:pt x="227" y="362"/>
                    </a:cubicBezTo>
                    <a:cubicBezTo>
                      <a:pt x="177" y="510"/>
                      <a:pt x="123" y="658"/>
                      <a:pt x="68" y="802"/>
                    </a:cubicBezTo>
                    <a:cubicBezTo>
                      <a:pt x="51" y="849"/>
                      <a:pt x="36" y="893"/>
                      <a:pt x="17" y="940"/>
                    </a:cubicBezTo>
                    <a:cubicBezTo>
                      <a:pt x="1" y="981"/>
                      <a:pt x="35" y="1009"/>
                      <a:pt x="71" y="1009"/>
                    </a:cubicBezTo>
                    <a:cubicBezTo>
                      <a:pt x="95" y="1009"/>
                      <a:pt x="118" y="997"/>
                      <a:pt x="129" y="970"/>
                    </a:cubicBezTo>
                    <a:cubicBezTo>
                      <a:pt x="173" y="855"/>
                      <a:pt x="216" y="739"/>
                      <a:pt x="258" y="624"/>
                    </a:cubicBezTo>
                    <a:cubicBezTo>
                      <a:pt x="313" y="474"/>
                      <a:pt x="370" y="320"/>
                      <a:pt x="407" y="165"/>
                    </a:cubicBezTo>
                    <a:cubicBezTo>
                      <a:pt x="420" y="115"/>
                      <a:pt x="437" y="43"/>
                      <a:pt x="386" y="9"/>
                    </a:cubicBezTo>
                    <a:cubicBezTo>
                      <a:pt x="375" y="3"/>
                      <a:pt x="366" y="0"/>
                      <a:pt x="35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rgbClr val="3C3C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25200" lIns="91425" spcFirstLastPara="1" rIns="91425" wrap="square" tIns="252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87" name="Google Shape;87;p3"/>
              <p:cNvSpPr/>
              <p:nvPr/>
            </p:nvSpPr>
            <p:spPr>
              <a:xfrm>
                <a:off x="8745480" y="3764520"/>
                <a:ext cx="30240" cy="41040"/>
              </a:xfrm>
              <a:custGeom>
                <a:rect b="b" l="l" r="r" t="t"/>
                <a:pathLst>
                  <a:path extrusionOk="0" h="820" w="609">
                    <a:moveTo>
                      <a:pt x="71" y="0"/>
                    </a:moveTo>
                    <a:cubicBezTo>
                      <a:pt x="18" y="0"/>
                      <a:pt x="1" y="93"/>
                      <a:pt x="63" y="116"/>
                    </a:cubicBezTo>
                    <a:cubicBezTo>
                      <a:pt x="123" y="138"/>
                      <a:pt x="143" y="212"/>
                      <a:pt x="157" y="269"/>
                    </a:cubicBezTo>
                    <a:cubicBezTo>
                      <a:pt x="165" y="303"/>
                      <a:pt x="171" y="333"/>
                      <a:pt x="170" y="368"/>
                    </a:cubicBezTo>
                    <a:cubicBezTo>
                      <a:pt x="167" y="406"/>
                      <a:pt x="167" y="443"/>
                      <a:pt x="174" y="480"/>
                    </a:cubicBezTo>
                    <a:cubicBezTo>
                      <a:pt x="189" y="564"/>
                      <a:pt x="249" y="634"/>
                      <a:pt x="314" y="685"/>
                    </a:cubicBezTo>
                    <a:cubicBezTo>
                      <a:pt x="369" y="727"/>
                      <a:pt x="436" y="755"/>
                      <a:pt x="486" y="803"/>
                    </a:cubicBezTo>
                    <a:cubicBezTo>
                      <a:pt x="498" y="814"/>
                      <a:pt x="511" y="819"/>
                      <a:pt x="524" y="819"/>
                    </a:cubicBezTo>
                    <a:cubicBezTo>
                      <a:pt x="569" y="819"/>
                      <a:pt x="609" y="761"/>
                      <a:pt x="568" y="721"/>
                    </a:cubicBezTo>
                    <a:cubicBezTo>
                      <a:pt x="513" y="668"/>
                      <a:pt x="440" y="637"/>
                      <a:pt x="379" y="592"/>
                    </a:cubicBezTo>
                    <a:cubicBezTo>
                      <a:pt x="318" y="545"/>
                      <a:pt x="283" y="480"/>
                      <a:pt x="283" y="402"/>
                    </a:cubicBezTo>
                    <a:cubicBezTo>
                      <a:pt x="283" y="367"/>
                      <a:pt x="284" y="331"/>
                      <a:pt x="279" y="294"/>
                    </a:cubicBezTo>
                    <a:cubicBezTo>
                      <a:pt x="272" y="253"/>
                      <a:pt x="259" y="211"/>
                      <a:pt x="245" y="170"/>
                    </a:cubicBezTo>
                    <a:cubicBezTo>
                      <a:pt x="215" y="94"/>
                      <a:pt x="171" y="32"/>
                      <a:pt x="90" y="4"/>
                    </a:cubicBezTo>
                    <a:cubicBezTo>
                      <a:pt x="83" y="1"/>
                      <a:pt x="77" y="0"/>
                      <a:pt x="7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rgbClr val="3C3C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20500" lIns="91425" spcFirstLastPara="1" rIns="91425" wrap="square" tIns="205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88" name="Google Shape;88;p3"/>
              <p:cNvSpPr/>
              <p:nvPr/>
            </p:nvSpPr>
            <p:spPr>
              <a:xfrm>
                <a:off x="8800200" y="3729240"/>
                <a:ext cx="33120" cy="46440"/>
              </a:xfrm>
              <a:custGeom>
                <a:rect b="b" l="l" r="r" t="t"/>
                <a:pathLst>
                  <a:path extrusionOk="0" h="928" w="662">
                    <a:moveTo>
                      <a:pt x="88" y="1"/>
                    </a:moveTo>
                    <a:cubicBezTo>
                      <a:pt x="37" y="1"/>
                      <a:pt x="0" y="80"/>
                      <a:pt x="58" y="108"/>
                    </a:cubicBezTo>
                    <a:cubicBezTo>
                      <a:pt x="167" y="168"/>
                      <a:pt x="204" y="317"/>
                      <a:pt x="235" y="432"/>
                    </a:cubicBezTo>
                    <a:cubicBezTo>
                      <a:pt x="272" y="566"/>
                      <a:pt x="300" y="715"/>
                      <a:pt x="391" y="827"/>
                    </a:cubicBezTo>
                    <a:cubicBezTo>
                      <a:pt x="440" y="888"/>
                      <a:pt x="510" y="920"/>
                      <a:pt x="588" y="928"/>
                    </a:cubicBezTo>
                    <a:cubicBezTo>
                      <a:pt x="590" y="928"/>
                      <a:pt x="592" y="928"/>
                      <a:pt x="594" y="928"/>
                    </a:cubicBezTo>
                    <a:cubicBezTo>
                      <a:pt x="661" y="928"/>
                      <a:pt x="658" y="820"/>
                      <a:pt x="588" y="813"/>
                    </a:cubicBezTo>
                    <a:cubicBezTo>
                      <a:pt x="540" y="807"/>
                      <a:pt x="499" y="780"/>
                      <a:pt x="470" y="743"/>
                    </a:cubicBezTo>
                    <a:cubicBezTo>
                      <a:pt x="433" y="694"/>
                      <a:pt x="412" y="633"/>
                      <a:pt x="394" y="573"/>
                    </a:cubicBezTo>
                    <a:cubicBezTo>
                      <a:pt x="351" y="439"/>
                      <a:pt x="328" y="296"/>
                      <a:pt x="263" y="167"/>
                    </a:cubicBezTo>
                    <a:cubicBezTo>
                      <a:pt x="229" y="101"/>
                      <a:pt x="181" y="43"/>
                      <a:pt x="114" y="8"/>
                    </a:cubicBezTo>
                    <a:cubicBezTo>
                      <a:pt x="106" y="3"/>
                      <a:pt x="97" y="1"/>
                      <a:pt x="8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rgbClr val="3C3C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23400" lIns="91425" spcFirstLastPara="1" rIns="91425" wrap="square" tIns="234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89" name="Google Shape;89;p3"/>
              <p:cNvSpPr/>
              <p:nvPr/>
            </p:nvSpPr>
            <p:spPr>
              <a:xfrm>
                <a:off x="8883000" y="3715200"/>
                <a:ext cx="41040" cy="33840"/>
              </a:xfrm>
              <a:custGeom>
                <a:rect b="b" l="l" r="r" t="t"/>
                <a:pathLst>
                  <a:path extrusionOk="0" h="680" w="823">
                    <a:moveTo>
                      <a:pt x="103" y="1"/>
                    </a:moveTo>
                    <a:cubicBezTo>
                      <a:pt x="85" y="1"/>
                      <a:pt x="66" y="2"/>
                      <a:pt x="48" y="5"/>
                    </a:cubicBezTo>
                    <a:cubicBezTo>
                      <a:pt x="18" y="11"/>
                      <a:pt x="1" y="49"/>
                      <a:pt x="8" y="76"/>
                    </a:cubicBezTo>
                    <a:cubicBezTo>
                      <a:pt x="15" y="105"/>
                      <a:pt x="40" y="118"/>
                      <a:pt x="67" y="118"/>
                    </a:cubicBezTo>
                    <a:cubicBezTo>
                      <a:pt x="71" y="118"/>
                      <a:pt x="75" y="118"/>
                      <a:pt x="79" y="117"/>
                    </a:cubicBezTo>
                    <a:cubicBezTo>
                      <a:pt x="89" y="116"/>
                      <a:pt x="98" y="115"/>
                      <a:pt x="107" y="115"/>
                    </a:cubicBezTo>
                    <a:cubicBezTo>
                      <a:pt x="146" y="115"/>
                      <a:pt x="181" y="127"/>
                      <a:pt x="216" y="152"/>
                    </a:cubicBezTo>
                    <a:cubicBezTo>
                      <a:pt x="225" y="159"/>
                      <a:pt x="231" y="162"/>
                      <a:pt x="243" y="174"/>
                    </a:cubicBezTo>
                    <a:lnTo>
                      <a:pt x="274" y="205"/>
                    </a:lnTo>
                    <a:cubicBezTo>
                      <a:pt x="296" y="227"/>
                      <a:pt x="313" y="247"/>
                      <a:pt x="328" y="273"/>
                    </a:cubicBezTo>
                    <a:cubicBezTo>
                      <a:pt x="405" y="379"/>
                      <a:pt x="466" y="501"/>
                      <a:pt x="564" y="587"/>
                    </a:cubicBezTo>
                    <a:cubicBezTo>
                      <a:pt x="622" y="638"/>
                      <a:pt x="685" y="671"/>
                      <a:pt x="763" y="680"/>
                    </a:cubicBezTo>
                    <a:cubicBezTo>
                      <a:pt x="765" y="680"/>
                      <a:pt x="767" y="680"/>
                      <a:pt x="769" y="680"/>
                    </a:cubicBezTo>
                    <a:cubicBezTo>
                      <a:pt x="798" y="680"/>
                      <a:pt x="823" y="649"/>
                      <a:pt x="823" y="621"/>
                    </a:cubicBezTo>
                    <a:cubicBezTo>
                      <a:pt x="823" y="587"/>
                      <a:pt x="796" y="566"/>
                      <a:pt x="763" y="563"/>
                    </a:cubicBezTo>
                    <a:cubicBezTo>
                      <a:pt x="748" y="560"/>
                      <a:pt x="717" y="551"/>
                      <a:pt x="700" y="542"/>
                    </a:cubicBezTo>
                    <a:cubicBezTo>
                      <a:pt x="671" y="525"/>
                      <a:pt x="656" y="515"/>
                      <a:pt x="634" y="494"/>
                    </a:cubicBezTo>
                    <a:cubicBezTo>
                      <a:pt x="589" y="450"/>
                      <a:pt x="555" y="402"/>
                      <a:pt x="520" y="348"/>
                    </a:cubicBezTo>
                    <a:cubicBezTo>
                      <a:pt x="447" y="240"/>
                      <a:pt x="379" y="118"/>
                      <a:pt x="267" y="48"/>
                    </a:cubicBezTo>
                    <a:cubicBezTo>
                      <a:pt x="217" y="15"/>
                      <a:pt x="161" y="1"/>
                      <a:pt x="1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rgbClr val="3C3C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6900" lIns="91425" spcFirstLastPara="1" rIns="91425" wrap="square" tIns="16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90" name="Google Shape;90;p3"/>
              <p:cNvSpPr/>
              <p:nvPr/>
            </p:nvSpPr>
            <p:spPr>
              <a:xfrm>
                <a:off x="8952480" y="3695760"/>
                <a:ext cx="55440" cy="20880"/>
              </a:xfrm>
              <a:custGeom>
                <a:rect b="b" l="l" r="r" t="t"/>
                <a:pathLst>
                  <a:path extrusionOk="0" h="425" w="1109">
                    <a:moveTo>
                      <a:pt x="74" y="0"/>
                    </a:moveTo>
                    <a:cubicBezTo>
                      <a:pt x="0" y="0"/>
                      <a:pt x="0" y="116"/>
                      <a:pt x="75" y="116"/>
                    </a:cubicBezTo>
                    <a:cubicBezTo>
                      <a:pt x="177" y="116"/>
                      <a:pt x="282" y="118"/>
                      <a:pt x="377" y="160"/>
                    </a:cubicBezTo>
                    <a:cubicBezTo>
                      <a:pt x="455" y="196"/>
                      <a:pt x="526" y="240"/>
                      <a:pt x="597" y="286"/>
                    </a:cubicBezTo>
                    <a:cubicBezTo>
                      <a:pt x="691" y="346"/>
                      <a:pt x="811" y="424"/>
                      <a:pt x="929" y="424"/>
                    </a:cubicBezTo>
                    <a:cubicBezTo>
                      <a:pt x="972" y="424"/>
                      <a:pt x="1015" y="414"/>
                      <a:pt x="1056" y="388"/>
                    </a:cubicBezTo>
                    <a:cubicBezTo>
                      <a:pt x="1108" y="356"/>
                      <a:pt x="1077" y="280"/>
                      <a:pt x="1028" y="280"/>
                    </a:cubicBezTo>
                    <a:cubicBezTo>
                      <a:pt x="1018" y="280"/>
                      <a:pt x="1008" y="282"/>
                      <a:pt x="998" y="289"/>
                    </a:cubicBezTo>
                    <a:cubicBezTo>
                      <a:pt x="976" y="303"/>
                      <a:pt x="952" y="309"/>
                      <a:pt x="928" y="309"/>
                    </a:cubicBezTo>
                    <a:cubicBezTo>
                      <a:pt x="888" y="309"/>
                      <a:pt x="847" y="294"/>
                      <a:pt x="809" y="276"/>
                    </a:cubicBezTo>
                    <a:cubicBezTo>
                      <a:pt x="734" y="241"/>
                      <a:pt x="666" y="191"/>
                      <a:pt x="595" y="147"/>
                    </a:cubicBezTo>
                    <a:cubicBezTo>
                      <a:pt x="524" y="103"/>
                      <a:pt x="448" y="61"/>
                      <a:pt x="370" y="34"/>
                    </a:cubicBezTo>
                    <a:cubicBezTo>
                      <a:pt x="275" y="3"/>
                      <a:pt x="173" y="0"/>
                      <a:pt x="7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rgbClr val="3C3C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0425" lIns="91425" spcFirstLastPara="1" rIns="91425" wrap="square" tIns="10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91" name="Google Shape;91;p3"/>
              <p:cNvSpPr/>
              <p:nvPr/>
            </p:nvSpPr>
            <p:spPr>
              <a:xfrm>
                <a:off x="8974080" y="3625200"/>
                <a:ext cx="51120" cy="22320"/>
              </a:xfrm>
              <a:custGeom>
                <a:rect b="b" l="l" r="r" t="t"/>
                <a:pathLst>
                  <a:path extrusionOk="0" h="452" w="1019">
                    <a:moveTo>
                      <a:pt x="937" y="1"/>
                    </a:moveTo>
                    <a:cubicBezTo>
                      <a:pt x="928" y="1"/>
                      <a:pt x="917" y="4"/>
                      <a:pt x="907" y="10"/>
                    </a:cubicBezTo>
                    <a:cubicBezTo>
                      <a:pt x="842" y="50"/>
                      <a:pt x="764" y="64"/>
                      <a:pt x="687" y="78"/>
                    </a:cubicBezTo>
                    <a:cubicBezTo>
                      <a:pt x="601" y="95"/>
                      <a:pt x="512" y="105"/>
                      <a:pt x="425" y="121"/>
                    </a:cubicBezTo>
                    <a:cubicBezTo>
                      <a:pt x="269" y="152"/>
                      <a:pt x="87" y="204"/>
                      <a:pt x="19" y="364"/>
                    </a:cubicBezTo>
                    <a:cubicBezTo>
                      <a:pt x="0" y="410"/>
                      <a:pt x="41" y="452"/>
                      <a:pt x="78" y="452"/>
                    </a:cubicBezTo>
                    <a:cubicBezTo>
                      <a:pt x="95" y="452"/>
                      <a:pt x="110" y="443"/>
                      <a:pt x="119" y="422"/>
                    </a:cubicBezTo>
                    <a:cubicBezTo>
                      <a:pt x="182" y="279"/>
                      <a:pt x="360" y="248"/>
                      <a:pt x="498" y="225"/>
                    </a:cubicBezTo>
                    <a:cubicBezTo>
                      <a:pt x="653" y="199"/>
                      <a:pt x="828" y="191"/>
                      <a:pt x="965" y="109"/>
                    </a:cubicBezTo>
                    <a:cubicBezTo>
                      <a:pt x="1019" y="76"/>
                      <a:pt x="987" y="1"/>
                      <a:pt x="93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rgbClr val="3C3C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1150" lIns="91425" spcFirstLastPara="1" rIns="91425" wrap="square" tIns="111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92" name="Google Shape;92;p3"/>
              <p:cNvSpPr/>
              <p:nvPr/>
            </p:nvSpPr>
            <p:spPr>
              <a:xfrm>
                <a:off x="8950320" y="3539160"/>
                <a:ext cx="50400" cy="36360"/>
              </a:xfrm>
              <a:custGeom>
                <a:rect b="b" l="l" r="r" t="t"/>
                <a:pathLst>
                  <a:path extrusionOk="0" h="730" w="1006">
                    <a:moveTo>
                      <a:pt x="924" y="1"/>
                    </a:moveTo>
                    <a:cubicBezTo>
                      <a:pt x="907" y="1"/>
                      <a:pt x="889" y="8"/>
                      <a:pt x="877" y="25"/>
                    </a:cubicBezTo>
                    <a:cubicBezTo>
                      <a:pt x="795" y="140"/>
                      <a:pt x="624" y="181"/>
                      <a:pt x="497" y="222"/>
                    </a:cubicBezTo>
                    <a:cubicBezTo>
                      <a:pt x="355" y="268"/>
                      <a:pt x="188" y="313"/>
                      <a:pt x="85" y="431"/>
                    </a:cubicBezTo>
                    <a:cubicBezTo>
                      <a:pt x="26" y="499"/>
                      <a:pt x="1" y="584"/>
                      <a:pt x="7" y="675"/>
                    </a:cubicBezTo>
                    <a:cubicBezTo>
                      <a:pt x="9" y="711"/>
                      <a:pt x="40" y="730"/>
                      <a:pt x="68" y="730"/>
                    </a:cubicBezTo>
                    <a:cubicBezTo>
                      <a:pt x="97" y="730"/>
                      <a:pt x="124" y="711"/>
                      <a:pt x="121" y="675"/>
                    </a:cubicBezTo>
                    <a:cubicBezTo>
                      <a:pt x="113" y="530"/>
                      <a:pt x="212" y="455"/>
                      <a:pt x="337" y="401"/>
                    </a:cubicBezTo>
                    <a:cubicBezTo>
                      <a:pt x="483" y="339"/>
                      <a:pt x="643" y="309"/>
                      <a:pt x="786" y="238"/>
                    </a:cubicBezTo>
                    <a:cubicBezTo>
                      <a:pt x="861" y="203"/>
                      <a:pt x="928" y="153"/>
                      <a:pt x="976" y="84"/>
                    </a:cubicBezTo>
                    <a:cubicBezTo>
                      <a:pt x="1006" y="42"/>
                      <a:pt x="966" y="1"/>
                      <a:pt x="92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rgbClr val="3C3C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8350" lIns="91425" spcFirstLastPara="1" rIns="91425" wrap="square" tIns="183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93" name="Google Shape;93;p3"/>
              <p:cNvSpPr/>
              <p:nvPr/>
            </p:nvSpPr>
            <p:spPr>
              <a:xfrm>
                <a:off x="8928000" y="3483000"/>
                <a:ext cx="47880" cy="39240"/>
              </a:xfrm>
              <a:custGeom>
                <a:rect b="b" l="l" r="r" t="t"/>
                <a:pathLst>
                  <a:path extrusionOk="0" h="787" w="960">
                    <a:moveTo>
                      <a:pt x="893" y="0"/>
                    </a:moveTo>
                    <a:cubicBezTo>
                      <a:pt x="879" y="0"/>
                      <a:pt x="864" y="5"/>
                      <a:pt x="855" y="17"/>
                    </a:cubicBezTo>
                    <a:cubicBezTo>
                      <a:pt x="768" y="127"/>
                      <a:pt x="628" y="183"/>
                      <a:pt x="505" y="240"/>
                    </a:cubicBezTo>
                    <a:cubicBezTo>
                      <a:pt x="366" y="304"/>
                      <a:pt x="220" y="370"/>
                      <a:pt x="117" y="485"/>
                    </a:cubicBezTo>
                    <a:cubicBezTo>
                      <a:pt x="59" y="549"/>
                      <a:pt x="19" y="627"/>
                      <a:pt x="5" y="713"/>
                    </a:cubicBezTo>
                    <a:cubicBezTo>
                      <a:pt x="0" y="743"/>
                      <a:pt x="15" y="776"/>
                      <a:pt x="46" y="784"/>
                    </a:cubicBezTo>
                    <a:cubicBezTo>
                      <a:pt x="50" y="786"/>
                      <a:pt x="55" y="786"/>
                      <a:pt x="59" y="786"/>
                    </a:cubicBezTo>
                    <a:cubicBezTo>
                      <a:pt x="83" y="786"/>
                      <a:pt x="111" y="770"/>
                      <a:pt x="115" y="743"/>
                    </a:cubicBezTo>
                    <a:cubicBezTo>
                      <a:pt x="145" y="555"/>
                      <a:pt x="314" y="458"/>
                      <a:pt x="472" y="382"/>
                    </a:cubicBezTo>
                    <a:cubicBezTo>
                      <a:pt x="632" y="305"/>
                      <a:pt x="824" y="241"/>
                      <a:pt x="937" y="98"/>
                    </a:cubicBezTo>
                    <a:cubicBezTo>
                      <a:pt x="957" y="74"/>
                      <a:pt x="960" y="42"/>
                      <a:pt x="937" y="17"/>
                    </a:cubicBezTo>
                    <a:cubicBezTo>
                      <a:pt x="927" y="7"/>
                      <a:pt x="910" y="0"/>
                      <a:pt x="89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rgbClr val="3C3C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9800" lIns="91425" spcFirstLastPara="1" rIns="91425" wrap="square" tIns="198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94" name="Google Shape;94;p3"/>
              <p:cNvSpPr/>
              <p:nvPr/>
            </p:nvSpPr>
            <p:spPr>
              <a:xfrm>
                <a:off x="8903160" y="3401280"/>
                <a:ext cx="43560" cy="33840"/>
              </a:xfrm>
              <a:custGeom>
                <a:rect b="b" l="l" r="r" t="t"/>
                <a:pathLst>
                  <a:path extrusionOk="0" h="680" w="875">
                    <a:moveTo>
                      <a:pt x="807" y="0"/>
                    </a:moveTo>
                    <a:cubicBezTo>
                      <a:pt x="787" y="0"/>
                      <a:pt x="768" y="12"/>
                      <a:pt x="754" y="29"/>
                    </a:cubicBezTo>
                    <a:cubicBezTo>
                      <a:pt x="664" y="149"/>
                      <a:pt x="538" y="244"/>
                      <a:pt x="416" y="326"/>
                    </a:cubicBezTo>
                    <a:cubicBezTo>
                      <a:pt x="295" y="410"/>
                      <a:pt x="170" y="485"/>
                      <a:pt x="49" y="567"/>
                    </a:cubicBezTo>
                    <a:cubicBezTo>
                      <a:pt x="0" y="605"/>
                      <a:pt x="31" y="680"/>
                      <a:pt x="79" y="680"/>
                    </a:cubicBezTo>
                    <a:cubicBezTo>
                      <a:pt x="89" y="680"/>
                      <a:pt x="99" y="677"/>
                      <a:pt x="110" y="669"/>
                    </a:cubicBezTo>
                    <a:cubicBezTo>
                      <a:pt x="366" y="489"/>
                      <a:pt x="664" y="343"/>
                      <a:pt x="855" y="88"/>
                    </a:cubicBezTo>
                    <a:cubicBezTo>
                      <a:pt x="875" y="63"/>
                      <a:pt x="859" y="25"/>
                      <a:pt x="834" y="8"/>
                    </a:cubicBezTo>
                    <a:cubicBezTo>
                      <a:pt x="825" y="2"/>
                      <a:pt x="816" y="0"/>
                      <a:pt x="80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rgbClr val="3C3C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6900" lIns="91425" spcFirstLastPara="1" rIns="91425" wrap="square" tIns="16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95" name="Google Shape;95;p3"/>
              <p:cNvSpPr/>
              <p:nvPr/>
            </p:nvSpPr>
            <p:spPr>
              <a:xfrm>
                <a:off x="8863920" y="3363120"/>
                <a:ext cx="23400" cy="40680"/>
              </a:xfrm>
              <a:custGeom>
                <a:rect b="b" l="l" r="r" t="t"/>
                <a:pathLst>
                  <a:path extrusionOk="0" h="817" w="469">
                    <a:moveTo>
                      <a:pt x="386" y="1"/>
                    </a:moveTo>
                    <a:cubicBezTo>
                      <a:pt x="373" y="1"/>
                      <a:pt x="359" y="6"/>
                      <a:pt x="347" y="18"/>
                    </a:cubicBezTo>
                    <a:cubicBezTo>
                      <a:pt x="268" y="99"/>
                      <a:pt x="199" y="191"/>
                      <a:pt x="138" y="285"/>
                    </a:cubicBezTo>
                    <a:cubicBezTo>
                      <a:pt x="74" y="385"/>
                      <a:pt x="0" y="514"/>
                      <a:pt x="10" y="638"/>
                    </a:cubicBezTo>
                    <a:cubicBezTo>
                      <a:pt x="14" y="709"/>
                      <a:pt x="48" y="767"/>
                      <a:pt x="109" y="806"/>
                    </a:cubicBezTo>
                    <a:cubicBezTo>
                      <a:pt x="119" y="813"/>
                      <a:pt x="129" y="816"/>
                      <a:pt x="138" y="816"/>
                    </a:cubicBezTo>
                    <a:cubicBezTo>
                      <a:pt x="183" y="816"/>
                      <a:pt x="215" y="741"/>
                      <a:pt x="163" y="707"/>
                    </a:cubicBezTo>
                    <a:cubicBezTo>
                      <a:pt x="155" y="700"/>
                      <a:pt x="156" y="701"/>
                      <a:pt x="150" y="699"/>
                    </a:cubicBezTo>
                    <a:cubicBezTo>
                      <a:pt x="149" y="697"/>
                      <a:pt x="143" y="689"/>
                      <a:pt x="141" y="687"/>
                    </a:cubicBezTo>
                    <a:lnTo>
                      <a:pt x="141" y="687"/>
                    </a:lnTo>
                    <a:cubicBezTo>
                      <a:pt x="134" y="677"/>
                      <a:pt x="129" y="666"/>
                      <a:pt x="128" y="665"/>
                    </a:cubicBezTo>
                    <a:lnTo>
                      <a:pt x="123" y="643"/>
                    </a:lnTo>
                    <a:cubicBezTo>
                      <a:pt x="123" y="643"/>
                      <a:pt x="123" y="642"/>
                      <a:pt x="123" y="642"/>
                    </a:cubicBezTo>
                    <a:lnTo>
                      <a:pt x="123" y="642"/>
                    </a:lnTo>
                    <a:cubicBezTo>
                      <a:pt x="123" y="641"/>
                      <a:pt x="123" y="640"/>
                      <a:pt x="123" y="636"/>
                    </a:cubicBezTo>
                    <a:lnTo>
                      <a:pt x="123" y="614"/>
                    </a:lnTo>
                    <a:cubicBezTo>
                      <a:pt x="123" y="611"/>
                      <a:pt x="125" y="595"/>
                      <a:pt x="125" y="595"/>
                    </a:cubicBezTo>
                    <a:cubicBezTo>
                      <a:pt x="125" y="595"/>
                      <a:pt x="125" y="596"/>
                      <a:pt x="125" y="597"/>
                    </a:cubicBezTo>
                    <a:cubicBezTo>
                      <a:pt x="133" y="530"/>
                      <a:pt x="163" y="468"/>
                      <a:pt x="197" y="409"/>
                    </a:cubicBezTo>
                    <a:cubicBezTo>
                      <a:pt x="261" y="298"/>
                      <a:pt x="339" y="191"/>
                      <a:pt x="430" y="99"/>
                    </a:cubicBezTo>
                    <a:cubicBezTo>
                      <a:pt x="469" y="59"/>
                      <a:pt x="430" y="1"/>
                      <a:pt x="38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rgbClr val="3C3C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20500" lIns="91425" spcFirstLastPara="1" rIns="91425" wrap="square" tIns="205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96" name="Google Shape;96;p3"/>
              <p:cNvSpPr/>
              <p:nvPr/>
            </p:nvSpPr>
            <p:spPr>
              <a:xfrm>
                <a:off x="8800920" y="3337920"/>
                <a:ext cx="21240" cy="64440"/>
              </a:xfrm>
              <a:custGeom>
                <a:rect b="b" l="l" r="r" t="t"/>
                <a:pathLst>
                  <a:path extrusionOk="0" h="1287" w="432">
                    <a:moveTo>
                      <a:pt x="213" y="0"/>
                    </a:moveTo>
                    <a:cubicBezTo>
                      <a:pt x="150" y="0"/>
                      <a:pt x="128" y="100"/>
                      <a:pt x="196" y="113"/>
                    </a:cubicBezTo>
                    <a:cubicBezTo>
                      <a:pt x="216" y="117"/>
                      <a:pt x="210" y="113"/>
                      <a:pt x="212" y="139"/>
                    </a:cubicBezTo>
                    <a:cubicBezTo>
                      <a:pt x="213" y="176"/>
                      <a:pt x="203" y="212"/>
                      <a:pt x="192" y="248"/>
                    </a:cubicBezTo>
                    <a:cubicBezTo>
                      <a:pt x="163" y="346"/>
                      <a:pt x="124" y="438"/>
                      <a:pt x="86" y="531"/>
                    </a:cubicBezTo>
                    <a:cubicBezTo>
                      <a:pt x="56" y="608"/>
                      <a:pt x="19" y="689"/>
                      <a:pt x="12" y="772"/>
                    </a:cubicBezTo>
                    <a:cubicBezTo>
                      <a:pt x="1" y="927"/>
                      <a:pt x="60" y="1078"/>
                      <a:pt x="63" y="1233"/>
                    </a:cubicBezTo>
                    <a:cubicBezTo>
                      <a:pt x="63" y="1269"/>
                      <a:pt x="92" y="1287"/>
                      <a:pt x="120" y="1287"/>
                    </a:cubicBezTo>
                    <a:cubicBezTo>
                      <a:pt x="149" y="1287"/>
                      <a:pt x="178" y="1268"/>
                      <a:pt x="176" y="1231"/>
                    </a:cubicBezTo>
                    <a:cubicBezTo>
                      <a:pt x="175" y="1136"/>
                      <a:pt x="161" y="1047"/>
                      <a:pt x="145" y="955"/>
                    </a:cubicBezTo>
                    <a:cubicBezTo>
                      <a:pt x="134" y="894"/>
                      <a:pt x="120" y="822"/>
                      <a:pt x="127" y="765"/>
                    </a:cubicBezTo>
                    <a:cubicBezTo>
                      <a:pt x="141" y="667"/>
                      <a:pt x="193" y="571"/>
                      <a:pt x="230" y="479"/>
                    </a:cubicBezTo>
                    <a:cubicBezTo>
                      <a:pt x="273" y="373"/>
                      <a:pt x="431" y="41"/>
                      <a:pt x="226" y="1"/>
                    </a:cubicBezTo>
                    <a:cubicBezTo>
                      <a:pt x="222" y="0"/>
                      <a:pt x="217" y="0"/>
                      <a:pt x="21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rgbClr val="3C3C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32400" lIns="91425" spcFirstLastPara="1" rIns="91425" wrap="square" tIns="324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97" name="Google Shape;97;p3"/>
            <p:cNvGrpSpPr/>
            <p:nvPr/>
          </p:nvGrpSpPr>
          <p:grpSpPr>
            <a:xfrm>
              <a:off x="8640" y="2972520"/>
              <a:ext cx="681120" cy="744120"/>
              <a:chOff x="8640" y="2972520"/>
              <a:chExt cx="681120" cy="744120"/>
            </a:xfrm>
          </p:grpSpPr>
          <p:sp>
            <p:nvSpPr>
              <p:cNvPr id="98" name="Google Shape;98;p3"/>
              <p:cNvSpPr/>
              <p:nvPr/>
            </p:nvSpPr>
            <p:spPr>
              <a:xfrm>
                <a:off x="8640" y="2972520"/>
                <a:ext cx="681120" cy="744120"/>
              </a:xfrm>
              <a:custGeom>
                <a:rect b="b" l="l" r="r" t="t"/>
                <a:pathLst>
                  <a:path extrusionOk="0" h="14776" w="13530">
                    <a:moveTo>
                      <a:pt x="2491" y="233"/>
                    </a:moveTo>
                    <a:cubicBezTo>
                      <a:pt x="2830" y="233"/>
                      <a:pt x="3159" y="364"/>
                      <a:pt x="3450" y="552"/>
                    </a:cubicBezTo>
                    <a:cubicBezTo>
                      <a:pt x="3929" y="861"/>
                      <a:pt x="4321" y="1306"/>
                      <a:pt x="4665" y="1757"/>
                    </a:cubicBezTo>
                    <a:cubicBezTo>
                      <a:pt x="5041" y="2249"/>
                      <a:pt x="5368" y="2777"/>
                      <a:pt x="5676" y="3313"/>
                    </a:cubicBezTo>
                    <a:cubicBezTo>
                      <a:pt x="6302" y="4403"/>
                      <a:pt x="6798" y="5587"/>
                      <a:pt x="7729" y="6462"/>
                    </a:cubicBezTo>
                    <a:cubicBezTo>
                      <a:pt x="8305" y="7002"/>
                      <a:pt x="8988" y="7352"/>
                      <a:pt x="9725" y="7617"/>
                    </a:cubicBezTo>
                    <a:cubicBezTo>
                      <a:pt x="10429" y="7869"/>
                      <a:pt x="11153" y="8094"/>
                      <a:pt x="11803" y="8475"/>
                    </a:cubicBezTo>
                    <a:cubicBezTo>
                      <a:pt x="12420" y="8838"/>
                      <a:pt x="12932" y="9362"/>
                      <a:pt x="13158" y="10054"/>
                    </a:cubicBezTo>
                    <a:cubicBezTo>
                      <a:pt x="13327" y="10566"/>
                      <a:pt x="13313" y="11111"/>
                      <a:pt x="13154" y="11623"/>
                    </a:cubicBezTo>
                    <a:cubicBezTo>
                      <a:pt x="12815" y="12707"/>
                      <a:pt x="11914" y="13585"/>
                      <a:pt x="10919" y="14094"/>
                    </a:cubicBezTo>
                    <a:cubicBezTo>
                      <a:pt x="10381" y="14370"/>
                      <a:pt x="9762" y="14551"/>
                      <a:pt x="9152" y="14551"/>
                    </a:cubicBezTo>
                    <a:cubicBezTo>
                      <a:pt x="8678" y="14551"/>
                      <a:pt x="8209" y="14441"/>
                      <a:pt x="7790" y="14182"/>
                    </a:cubicBezTo>
                    <a:cubicBezTo>
                      <a:pt x="6379" y="13311"/>
                      <a:pt x="6268" y="11419"/>
                      <a:pt x="5815" y="9990"/>
                    </a:cubicBezTo>
                    <a:cubicBezTo>
                      <a:pt x="5553" y="9164"/>
                      <a:pt x="5081" y="8455"/>
                      <a:pt x="4478" y="7838"/>
                    </a:cubicBezTo>
                    <a:cubicBezTo>
                      <a:pt x="3904" y="7250"/>
                      <a:pt x="3250" y="6749"/>
                      <a:pt x="2628" y="6215"/>
                    </a:cubicBezTo>
                    <a:cubicBezTo>
                      <a:pt x="2030" y="5701"/>
                      <a:pt x="1443" y="5152"/>
                      <a:pt x="984" y="4507"/>
                    </a:cubicBezTo>
                    <a:cubicBezTo>
                      <a:pt x="564" y="3919"/>
                      <a:pt x="223" y="3202"/>
                      <a:pt x="333" y="2460"/>
                    </a:cubicBezTo>
                    <a:cubicBezTo>
                      <a:pt x="375" y="2187"/>
                      <a:pt x="475" y="1933"/>
                      <a:pt x="611" y="1700"/>
                    </a:cubicBezTo>
                    <a:lnTo>
                      <a:pt x="611" y="1700"/>
                    </a:lnTo>
                    <a:cubicBezTo>
                      <a:pt x="995" y="1155"/>
                      <a:pt x="1453" y="485"/>
                      <a:pt x="2127" y="286"/>
                    </a:cubicBezTo>
                    <a:cubicBezTo>
                      <a:pt x="2249" y="250"/>
                      <a:pt x="2371" y="233"/>
                      <a:pt x="2491" y="233"/>
                    </a:cubicBezTo>
                    <a:close/>
                    <a:moveTo>
                      <a:pt x="2510" y="0"/>
                    </a:moveTo>
                    <a:cubicBezTo>
                      <a:pt x="2030" y="0"/>
                      <a:pt x="1589" y="238"/>
                      <a:pt x="1240" y="569"/>
                    </a:cubicBezTo>
                    <a:cubicBezTo>
                      <a:pt x="1018" y="780"/>
                      <a:pt x="824" y="1019"/>
                      <a:pt x="641" y="1266"/>
                    </a:cubicBezTo>
                    <a:lnTo>
                      <a:pt x="641" y="1266"/>
                    </a:lnTo>
                    <a:cubicBezTo>
                      <a:pt x="629" y="1273"/>
                      <a:pt x="617" y="1284"/>
                      <a:pt x="607" y="1298"/>
                    </a:cubicBezTo>
                    <a:cubicBezTo>
                      <a:pt x="544" y="1380"/>
                      <a:pt x="487" y="1466"/>
                      <a:pt x="435" y="1553"/>
                    </a:cubicBezTo>
                    <a:lnTo>
                      <a:pt x="435" y="1553"/>
                    </a:lnTo>
                    <a:cubicBezTo>
                      <a:pt x="426" y="1565"/>
                      <a:pt x="418" y="1576"/>
                      <a:pt x="410" y="1588"/>
                    </a:cubicBezTo>
                    <a:cubicBezTo>
                      <a:pt x="400" y="1602"/>
                      <a:pt x="394" y="1615"/>
                      <a:pt x="391" y="1629"/>
                    </a:cubicBezTo>
                    <a:lnTo>
                      <a:pt x="391" y="1629"/>
                    </a:lnTo>
                    <a:cubicBezTo>
                      <a:pt x="82" y="2191"/>
                      <a:pt x="1" y="2831"/>
                      <a:pt x="192" y="3469"/>
                    </a:cubicBezTo>
                    <a:cubicBezTo>
                      <a:pt x="421" y="4231"/>
                      <a:pt x="933" y="4884"/>
                      <a:pt x="1474" y="5451"/>
                    </a:cubicBezTo>
                    <a:cubicBezTo>
                      <a:pt x="2032" y="6038"/>
                      <a:pt x="2663" y="6544"/>
                      <a:pt x="3281" y="7064"/>
                    </a:cubicBezTo>
                    <a:cubicBezTo>
                      <a:pt x="3967" y="7639"/>
                      <a:pt x="4648" y="8247"/>
                      <a:pt x="5123" y="9015"/>
                    </a:cubicBezTo>
                    <a:cubicBezTo>
                      <a:pt x="6056" y="10529"/>
                      <a:pt x="5852" y="12524"/>
                      <a:pt x="7084" y="13889"/>
                    </a:cubicBezTo>
                    <a:cubicBezTo>
                      <a:pt x="7639" y="14503"/>
                      <a:pt x="8401" y="14776"/>
                      <a:pt x="9185" y="14776"/>
                    </a:cubicBezTo>
                    <a:cubicBezTo>
                      <a:pt x="9534" y="14776"/>
                      <a:pt x="9887" y="14722"/>
                      <a:pt x="10229" y="14620"/>
                    </a:cubicBezTo>
                    <a:cubicBezTo>
                      <a:pt x="11363" y="14284"/>
                      <a:pt x="12402" y="13499"/>
                      <a:pt x="13014" y="12484"/>
                    </a:cubicBezTo>
                    <a:cubicBezTo>
                      <a:pt x="13304" y="12003"/>
                      <a:pt x="13496" y="11453"/>
                      <a:pt x="13511" y="10886"/>
                    </a:cubicBezTo>
                    <a:cubicBezTo>
                      <a:pt x="13530" y="10269"/>
                      <a:pt x="13320" y="9659"/>
                      <a:pt x="12950" y="9165"/>
                    </a:cubicBezTo>
                    <a:cubicBezTo>
                      <a:pt x="12484" y="8548"/>
                      <a:pt x="11801" y="8166"/>
                      <a:pt x="11099" y="7876"/>
                    </a:cubicBezTo>
                    <a:cubicBezTo>
                      <a:pt x="10358" y="7568"/>
                      <a:pt x="9563" y="7378"/>
                      <a:pt x="8856" y="6993"/>
                    </a:cubicBezTo>
                    <a:cubicBezTo>
                      <a:pt x="8146" y="6605"/>
                      <a:pt x="7566" y="6039"/>
                      <a:pt x="7111" y="5373"/>
                    </a:cubicBezTo>
                    <a:cubicBezTo>
                      <a:pt x="6766" y="4870"/>
                      <a:pt x="6496" y="4323"/>
                      <a:pt x="6206" y="3786"/>
                    </a:cubicBezTo>
                    <a:cubicBezTo>
                      <a:pt x="5618" y="2701"/>
                      <a:pt x="4973" y="1561"/>
                      <a:pt x="4046" y="724"/>
                    </a:cubicBezTo>
                    <a:cubicBezTo>
                      <a:pt x="3664" y="378"/>
                      <a:pt x="3209" y="73"/>
                      <a:pt x="2686" y="11"/>
                    </a:cubicBezTo>
                    <a:cubicBezTo>
                      <a:pt x="2627" y="4"/>
                      <a:pt x="2568" y="0"/>
                      <a:pt x="251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rgbClr val="3C3C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99" name="Google Shape;99;p3"/>
              <p:cNvSpPr/>
              <p:nvPr/>
            </p:nvSpPr>
            <p:spPr>
              <a:xfrm>
                <a:off x="65160" y="3031200"/>
                <a:ext cx="532800" cy="615600"/>
              </a:xfrm>
              <a:custGeom>
                <a:rect b="b" l="l" r="r" t="t"/>
                <a:pathLst>
                  <a:path extrusionOk="0" h="12229" w="10581">
                    <a:moveTo>
                      <a:pt x="1928" y="226"/>
                    </a:moveTo>
                    <a:cubicBezTo>
                      <a:pt x="2100" y="226"/>
                      <a:pt x="2266" y="256"/>
                      <a:pt x="2418" y="357"/>
                    </a:cubicBezTo>
                    <a:cubicBezTo>
                      <a:pt x="2722" y="561"/>
                      <a:pt x="2912" y="928"/>
                      <a:pt x="3064" y="1250"/>
                    </a:cubicBezTo>
                    <a:cubicBezTo>
                      <a:pt x="3503" y="2178"/>
                      <a:pt x="3748" y="3188"/>
                      <a:pt x="4159" y="4128"/>
                    </a:cubicBezTo>
                    <a:cubicBezTo>
                      <a:pt x="4344" y="4549"/>
                      <a:pt x="4558" y="4967"/>
                      <a:pt x="4861" y="5314"/>
                    </a:cubicBezTo>
                    <a:cubicBezTo>
                      <a:pt x="5130" y="5621"/>
                      <a:pt x="5469" y="5867"/>
                      <a:pt x="5823" y="6068"/>
                    </a:cubicBezTo>
                    <a:cubicBezTo>
                      <a:pt x="6604" y="6516"/>
                      <a:pt x="7470" y="6785"/>
                      <a:pt x="8283" y="7170"/>
                    </a:cubicBezTo>
                    <a:cubicBezTo>
                      <a:pt x="9019" y="7517"/>
                      <a:pt x="9777" y="7985"/>
                      <a:pt x="10089" y="8774"/>
                    </a:cubicBezTo>
                    <a:cubicBezTo>
                      <a:pt x="10518" y="9867"/>
                      <a:pt x="10021" y="11114"/>
                      <a:pt x="9029" y="11709"/>
                    </a:cubicBezTo>
                    <a:cubicBezTo>
                      <a:pt x="8722" y="11894"/>
                      <a:pt x="8380" y="11993"/>
                      <a:pt x="8037" y="11993"/>
                    </a:cubicBezTo>
                    <a:cubicBezTo>
                      <a:pt x="7783" y="11993"/>
                      <a:pt x="7529" y="11939"/>
                      <a:pt x="7287" y="11827"/>
                    </a:cubicBezTo>
                    <a:cubicBezTo>
                      <a:pt x="6747" y="11573"/>
                      <a:pt x="6335" y="11106"/>
                      <a:pt x="6053" y="10588"/>
                    </a:cubicBezTo>
                    <a:cubicBezTo>
                      <a:pt x="5364" y="9313"/>
                      <a:pt x="5293" y="7822"/>
                      <a:pt x="4695" y="6511"/>
                    </a:cubicBezTo>
                    <a:cubicBezTo>
                      <a:pt x="4149" y="5308"/>
                      <a:pt x="3163" y="4380"/>
                      <a:pt x="2165" y="3545"/>
                    </a:cubicBezTo>
                    <a:cubicBezTo>
                      <a:pt x="1695" y="3150"/>
                      <a:pt x="1200" y="2772"/>
                      <a:pt x="804" y="2297"/>
                    </a:cubicBezTo>
                    <a:cubicBezTo>
                      <a:pt x="607" y="2063"/>
                      <a:pt x="428" y="1794"/>
                      <a:pt x="335" y="1499"/>
                    </a:cubicBezTo>
                    <a:cubicBezTo>
                      <a:pt x="240" y="1201"/>
                      <a:pt x="326" y="894"/>
                      <a:pt x="520" y="656"/>
                    </a:cubicBezTo>
                    <a:cubicBezTo>
                      <a:pt x="670" y="474"/>
                      <a:pt x="894" y="309"/>
                      <a:pt x="1137" y="293"/>
                    </a:cubicBezTo>
                    <a:cubicBezTo>
                      <a:pt x="1137" y="293"/>
                      <a:pt x="1137" y="293"/>
                      <a:pt x="1137" y="293"/>
                    </a:cubicBezTo>
                    <a:lnTo>
                      <a:pt x="1137" y="293"/>
                    </a:lnTo>
                    <a:cubicBezTo>
                      <a:pt x="1138" y="293"/>
                      <a:pt x="1139" y="293"/>
                      <a:pt x="1139" y="293"/>
                    </a:cubicBezTo>
                    <a:cubicBezTo>
                      <a:pt x="1144" y="293"/>
                      <a:pt x="1149" y="293"/>
                      <a:pt x="1153" y="293"/>
                    </a:cubicBezTo>
                    <a:cubicBezTo>
                      <a:pt x="1403" y="293"/>
                      <a:pt x="1672" y="226"/>
                      <a:pt x="1928" y="226"/>
                    </a:cubicBezTo>
                    <a:close/>
                    <a:moveTo>
                      <a:pt x="1989" y="1"/>
                    </a:moveTo>
                    <a:cubicBezTo>
                      <a:pt x="1980" y="1"/>
                      <a:pt x="1972" y="1"/>
                      <a:pt x="1963" y="1"/>
                    </a:cubicBezTo>
                    <a:cubicBezTo>
                      <a:pt x="1694" y="4"/>
                      <a:pt x="1428" y="62"/>
                      <a:pt x="1158" y="63"/>
                    </a:cubicBezTo>
                    <a:lnTo>
                      <a:pt x="1158" y="63"/>
                    </a:lnTo>
                    <a:cubicBezTo>
                      <a:pt x="1155" y="63"/>
                      <a:pt x="1152" y="63"/>
                      <a:pt x="1149" y="63"/>
                    </a:cubicBezTo>
                    <a:cubicBezTo>
                      <a:pt x="1146" y="63"/>
                      <a:pt x="1143" y="63"/>
                      <a:pt x="1139" y="63"/>
                    </a:cubicBezTo>
                    <a:cubicBezTo>
                      <a:pt x="1139" y="63"/>
                      <a:pt x="1138" y="63"/>
                      <a:pt x="1137" y="63"/>
                    </a:cubicBezTo>
                    <a:cubicBezTo>
                      <a:pt x="1129" y="63"/>
                      <a:pt x="1122" y="64"/>
                      <a:pt x="1115" y="65"/>
                    </a:cubicBezTo>
                    <a:lnTo>
                      <a:pt x="1115" y="65"/>
                    </a:lnTo>
                    <a:cubicBezTo>
                      <a:pt x="587" y="110"/>
                      <a:pt x="134" y="617"/>
                      <a:pt x="72" y="1129"/>
                    </a:cubicBezTo>
                    <a:cubicBezTo>
                      <a:pt x="0" y="1743"/>
                      <a:pt x="503" y="2339"/>
                      <a:pt x="903" y="2745"/>
                    </a:cubicBezTo>
                    <a:cubicBezTo>
                      <a:pt x="1348" y="3197"/>
                      <a:pt x="1864" y="3572"/>
                      <a:pt x="2334" y="3993"/>
                    </a:cubicBezTo>
                    <a:cubicBezTo>
                      <a:pt x="2873" y="4475"/>
                      <a:pt x="3407" y="4962"/>
                      <a:pt x="3843" y="5542"/>
                    </a:cubicBezTo>
                    <a:cubicBezTo>
                      <a:pt x="4295" y="6137"/>
                      <a:pt x="4601" y="6795"/>
                      <a:pt x="4814" y="7508"/>
                    </a:cubicBezTo>
                    <a:cubicBezTo>
                      <a:pt x="5032" y="8235"/>
                      <a:pt x="5180" y="8981"/>
                      <a:pt x="5422" y="9700"/>
                    </a:cubicBezTo>
                    <a:cubicBezTo>
                      <a:pt x="5813" y="10856"/>
                      <a:pt x="6602" y="12170"/>
                      <a:pt x="7971" y="12227"/>
                    </a:cubicBezTo>
                    <a:cubicBezTo>
                      <a:pt x="7998" y="12228"/>
                      <a:pt x="8025" y="12228"/>
                      <a:pt x="8051" y="12228"/>
                    </a:cubicBezTo>
                    <a:cubicBezTo>
                      <a:pt x="9279" y="12228"/>
                      <a:pt x="10320" y="11082"/>
                      <a:pt x="10463" y="9910"/>
                    </a:cubicBezTo>
                    <a:cubicBezTo>
                      <a:pt x="10580" y="8946"/>
                      <a:pt x="10107" y="8079"/>
                      <a:pt x="9347" y="7519"/>
                    </a:cubicBezTo>
                    <a:cubicBezTo>
                      <a:pt x="8589" y="6961"/>
                      <a:pt x="7670" y="6670"/>
                      <a:pt x="6816" y="6300"/>
                    </a:cubicBezTo>
                    <a:cubicBezTo>
                      <a:pt x="5986" y="5940"/>
                      <a:pt x="5190" y="5509"/>
                      <a:pt x="4711" y="4710"/>
                    </a:cubicBezTo>
                    <a:cubicBezTo>
                      <a:pt x="4154" y="3781"/>
                      <a:pt x="3893" y="2705"/>
                      <a:pt x="3503" y="1703"/>
                    </a:cubicBezTo>
                    <a:cubicBezTo>
                      <a:pt x="3244" y="1037"/>
                      <a:pt x="2849" y="1"/>
                      <a:pt x="198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rgbClr val="3C3C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00" name="Google Shape;100;p3"/>
              <p:cNvSpPr/>
              <p:nvPr/>
            </p:nvSpPr>
            <p:spPr>
              <a:xfrm>
                <a:off x="42480" y="3164760"/>
                <a:ext cx="79920" cy="30960"/>
              </a:xfrm>
              <a:custGeom>
                <a:rect b="b" l="l" r="r" t="t"/>
                <a:pathLst>
                  <a:path extrusionOk="0" h="624" w="1592">
                    <a:moveTo>
                      <a:pt x="1519" y="0"/>
                    </a:moveTo>
                    <a:cubicBezTo>
                      <a:pt x="1513" y="0"/>
                      <a:pt x="1507" y="2"/>
                      <a:pt x="1500" y="4"/>
                    </a:cubicBezTo>
                    <a:cubicBezTo>
                      <a:pt x="1031" y="177"/>
                      <a:pt x="583" y="467"/>
                      <a:pt x="73" y="509"/>
                    </a:cubicBezTo>
                    <a:cubicBezTo>
                      <a:pt x="2" y="514"/>
                      <a:pt x="0" y="624"/>
                      <a:pt x="67" y="624"/>
                    </a:cubicBezTo>
                    <a:cubicBezTo>
                      <a:pt x="69" y="624"/>
                      <a:pt x="71" y="624"/>
                      <a:pt x="73" y="623"/>
                    </a:cubicBezTo>
                    <a:cubicBezTo>
                      <a:pt x="597" y="584"/>
                      <a:pt x="1046" y="293"/>
                      <a:pt x="1531" y="116"/>
                    </a:cubicBezTo>
                    <a:cubicBezTo>
                      <a:pt x="1592" y="93"/>
                      <a:pt x="1574" y="0"/>
                      <a:pt x="15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rgbClr val="3C3C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5475" lIns="91425" spcFirstLastPara="1" rIns="91425" wrap="square" tIns="154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01" name="Google Shape;101;p3"/>
              <p:cNvSpPr/>
              <p:nvPr/>
            </p:nvSpPr>
            <p:spPr>
              <a:xfrm>
                <a:off x="69840" y="3185640"/>
                <a:ext cx="78840" cy="40680"/>
              </a:xfrm>
              <a:custGeom>
                <a:rect b="b" l="l" r="r" t="t"/>
                <a:pathLst>
                  <a:path extrusionOk="0" h="813" w="1569">
                    <a:moveTo>
                      <a:pt x="1495" y="1"/>
                    </a:moveTo>
                    <a:cubicBezTo>
                      <a:pt x="1489" y="1"/>
                      <a:pt x="1483" y="2"/>
                      <a:pt x="1476" y="4"/>
                    </a:cubicBezTo>
                    <a:cubicBezTo>
                      <a:pt x="1385" y="36"/>
                      <a:pt x="1314" y="96"/>
                      <a:pt x="1241" y="156"/>
                    </a:cubicBezTo>
                    <a:cubicBezTo>
                      <a:pt x="1158" y="219"/>
                      <a:pt x="1071" y="272"/>
                      <a:pt x="980" y="320"/>
                    </a:cubicBezTo>
                    <a:cubicBezTo>
                      <a:pt x="842" y="392"/>
                      <a:pt x="695" y="463"/>
                      <a:pt x="553" y="513"/>
                    </a:cubicBezTo>
                    <a:cubicBezTo>
                      <a:pt x="443" y="549"/>
                      <a:pt x="332" y="583"/>
                      <a:pt x="222" y="623"/>
                    </a:cubicBezTo>
                    <a:cubicBezTo>
                      <a:pt x="165" y="642"/>
                      <a:pt x="29" y="670"/>
                      <a:pt x="11" y="741"/>
                    </a:cubicBezTo>
                    <a:cubicBezTo>
                      <a:pt x="0" y="784"/>
                      <a:pt x="37" y="813"/>
                      <a:pt x="72" y="813"/>
                    </a:cubicBezTo>
                    <a:cubicBezTo>
                      <a:pt x="90" y="813"/>
                      <a:pt x="108" y="804"/>
                      <a:pt x="117" y="784"/>
                    </a:cubicBezTo>
                    <a:lnTo>
                      <a:pt x="117" y="784"/>
                    </a:lnTo>
                    <a:cubicBezTo>
                      <a:pt x="115" y="789"/>
                      <a:pt x="113" y="791"/>
                      <a:pt x="113" y="791"/>
                    </a:cubicBezTo>
                    <a:cubicBezTo>
                      <a:pt x="113" y="791"/>
                      <a:pt x="118" y="786"/>
                      <a:pt x="132" y="778"/>
                    </a:cubicBezTo>
                    <a:cubicBezTo>
                      <a:pt x="148" y="769"/>
                      <a:pt x="165" y="763"/>
                      <a:pt x="182" y="758"/>
                    </a:cubicBezTo>
                    <a:cubicBezTo>
                      <a:pt x="232" y="738"/>
                      <a:pt x="281" y="722"/>
                      <a:pt x="331" y="705"/>
                    </a:cubicBezTo>
                    <a:cubicBezTo>
                      <a:pt x="427" y="674"/>
                      <a:pt x="525" y="646"/>
                      <a:pt x="621" y="610"/>
                    </a:cubicBezTo>
                    <a:cubicBezTo>
                      <a:pt x="759" y="559"/>
                      <a:pt x="895" y="493"/>
                      <a:pt x="1027" y="425"/>
                    </a:cubicBezTo>
                    <a:cubicBezTo>
                      <a:pt x="1106" y="382"/>
                      <a:pt x="1188" y="337"/>
                      <a:pt x="1260" y="284"/>
                    </a:cubicBezTo>
                    <a:cubicBezTo>
                      <a:pt x="1340" y="226"/>
                      <a:pt x="1412" y="150"/>
                      <a:pt x="1506" y="116"/>
                    </a:cubicBezTo>
                    <a:cubicBezTo>
                      <a:pt x="1568" y="94"/>
                      <a:pt x="1550" y="1"/>
                      <a:pt x="14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rgbClr val="3C3C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20500" lIns="91425" spcFirstLastPara="1" rIns="91425" wrap="square" tIns="205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02" name="Google Shape;102;p3"/>
              <p:cNvSpPr/>
              <p:nvPr/>
            </p:nvSpPr>
            <p:spPr>
              <a:xfrm>
                <a:off x="100080" y="3216600"/>
                <a:ext cx="82800" cy="45720"/>
              </a:xfrm>
              <a:custGeom>
                <a:rect b="b" l="l" r="r" t="t"/>
                <a:pathLst>
                  <a:path extrusionOk="0" h="918" w="1652">
                    <a:moveTo>
                      <a:pt x="1583" y="0"/>
                    </a:moveTo>
                    <a:cubicBezTo>
                      <a:pt x="1576" y="0"/>
                      <a:pt x="1569" y="2"/>
                      <a:pt x="1562" y="5"/>
                    </a:cubicBezTo>
                    <a:cubicBezTo>
                      <a:pt x="1427" y="60"/>
                      <a:pt x="1294" y="118"/>
                      <a:pt x="1162" y="176"/>
                    </a:cubicBezTo>
                    <a:cubicBezTo>
                      <a:pt x="1022" y="239"/>
                      <a:pt x="869" y="294"/>
                      <a:pt x="738" y="372"/>
                    </a:cubicBezTo>
                    <a:cubicBezTo>
                      <a:pt x="510" y="508"/>
                      <a:pt x="319" y="708"/>
                      <a:pt x="65" y="803"/>
                    </a:cubicBezTo>
                    <a:cubicBezTo>
                      <a:pt x="0" y="824"/>
                      <a:pt x="18" y="917"/>
                      <a:pt x="73" y="917"/>
                    </a:cubicBezTo>
                    <a:cubicBezTo>
                      <a:pt x="80" y="917"/>
                      <a:pt x="86" y="916"/>
                      <a:pt x="94" y="913"/>
                    </a:cubicBezTo>
                    <a:cubicBezTo>
                      <a:pt x="343" y="821"/>
                      <a:pt x="533" y="637"/>
                      <a:pt x="754" y="498"/>
                    </a:cubicBezTo>
                    <a:cubicBezTo>
                      <a:pt x="879" y="417"/>
                      <a:pt x="1022" y="365"/>
                      <a:pt x="1156" y="304"/>
                    </a:cubicBezTo>
                    <a:cubicBezTo>
                      <a:pt x="1300" y="240"/>
                      <a:pt x="1446" y="176"/>
                      <a:pt x="1591" y="117"/>
                    </a:cubicBezTo>
                    <a:cubicBezTo>
                      <a:pt x="1652" y="92"/>
                      <a:pt x="1635" y="0"/>
                      <a:pt x="158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rgbClr val="3C3C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23025" lIns="91425" spcFirstLastPara="1" rIns="91425" wrap="square" tIns="230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03" name="Google Shape;103;p3"/>
              <p:cNvSpPr/>
              <p:nvPr/>
            </p:nvSpPr>
            <p:spPr>
              <a:xfrm>
                <a:off x="133200" y="3242160"/>
                <a:ext cx="76680" cy="48240"/>
              </a:xfrm>
              <a:custGeom>
                <a:rect b="b" l="l" r="r" t="t"/>
                <a:pathLst>
                  <a:path extrusionOk="0" h="966" w="1531">
                    <a:moveTo>
                      <a:pt x="1449" y="1"/>
                    </a:moveTo>
                    <a:cubicBezTo>
                      <a:pt x="1440" y="1"/>
                      <a:pt x="1430" y="4"/>
                      <a:pt x="1420" y="10"/>
                    </a:cubicBezTo>
                    <a:cubicBezTo>
                      <a:pt x="1177" y="164"/>
                      <a:pt x="933" y="320"/>
                      <a:pt x="690" y="469"/>
                    </a:cubicBezTo>
                    <a:cubicBezTo>
                      <a:pt x="575" y="540"/>
                      <a:pt x="466" y="618"/>
                      <a:pt x="351" y="690"/>
                    </a:cubicBezTo>
                    <a:cubicBezTo>
                      <a:pt x="252" y="752"/>
                      <a:pt x="126" y="781"/>
                      <a:pt x="41" y="866"/>
                    </a:cubicBezTo>
                    <a:cubicBezTo>
                      <a:pt x="0" y="907"/>
                      <a:pt x="39" y="965"/>
                      <a:pt x="84" y="965"/>
                    </a:cubicBezTo>
                    <a:cubicBezTo>
                      <a:pt x="97" y="965"/>
                      <a:pt x="111" y="960"/>
                      <a:pt x="123" y="948"/>
                    </a:cubicBezTo>
                    <a:cubicBezTo>
                      <a:pt x="164" y="907"/>
                      <a:pt x="221" y="886"/>
                      <a:pt x="273" y="863"/>
                    </a:cubicBezTo>
                    <a:cubicBezTo>
                      <a:pt x="334" y="836"/>
                      <a:pt x="386" y="806"/>
                      <a:pt x="442" y="771"/>
                    </a:cubicBezTo>
                    <a:cubicBezTo>
                      <a:pt x="551" y="700"/>
                      <a:pt x="657" y="625"/>
                      <a:pt x="769" y="557"/>
                    </a:cubicBezTo>
                    <a:cubicBezTo>
                      <a:pt x="1007" y="411"/>
                      <a:pt x="1242" y="258"/>
                      <a:pt x="1478" y="111"/>
                    </a:cubicBezTo>
                    <a:cubicBezTo>
                      <a:pt x="1530" y="77"/>
                      <a:pt x="1498" y="1"/>
                      <a:pt x="144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rgbClr val="3C3C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24100" lIns="91425" spcFirstLastPara="1" rIns="91425" wrap="square" tIns="24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04" name="Google Shape;104;p3"/>
              <p:cNvSpPr/>
              <p:nvPr/>
            </p:nvSpPr>
            <p:spPr>
              <a:xfrm>
                <a:off x="165960" y="3272400"/>
                <a:ext cx="66960" cy="47160"/>
              </a:xfrm>
              <a:custGeom>
                <a:rect b="b" l="l" r="r" t="t"/>
                <a:pathLst>
                  <a:path extrusionOk="0" h="946" w="1338">
                    <a:moveTo>
                      <a:pt x="1248" y="1"/>
                    </a:moveTo>
                    <a:cubicBezTo>
                      <a:pt x="1245" y="1"/>
                      <a:pt x="1241" y="1"/>
                      <a:pt x="1238" y="2"/>
                    </a:cubicBezTo>
                    <a:cubicBezTo>
                      <a:pt x="988" y="40"/>
                      <a:pt x="781" y="214"/>
                      <a:pt x="594" y="373"/>
                    </a:cubicBezTo>
                    <a:cubicBezTo>
                      <a:pt x="410" y="533"/>
                      <a:pt x="189" y="648"/>
                      <a:pt x="34" y="842"/>
                    </a:cubicBezTo>
                    <a:cubicBezTo>
                      <a:pt x="0" y="887"/>
                      <a:pt x="38" y="945"/>
                      <a:pt x="79" y="945"/>
                    </a:cubicBezTo>
                    <a:cubicBezTo>
                      <a:pt x="92" y="945"/>
                      <a:pt x="105" y="939"/>
                      <a:pt x="117" y="925"/>
                    </a:cubicBezTo>
                    <a:cubicBezTo>
                      <a:pt x="261" y="741"/>
                      <a:pt x="467" y="625"/>
                      <a:pt x="648" y="479"/>
                    </a:cubicBezTo>
                    <a:cubicBezTo>
                      <a:pt x="835" y="327"/>
                      <a:pt x="1019" y="152"/>
                      <a:pt x="1267" y="112"/>
                    </a:cubicBezTo>
                    <a:cubicBezTo>
                      <a:pt x="1337" y="101"/>
                      <a:pt x="1313" y="1"/>
                      <a:pt x="124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rgbClr val="3C3C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23750" lIns="91425" spcFirstLastPara="1" rIns="91425" wrap="square" tIns="237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05" name="Google Shape;105;p3"/>
              <p:cNvSpPr/>
              <p:nvPr/>
            </p:nvSpPr>
            <p:spPr>
              <a:xfrm>
                <a:off x="189360" y="3297960"/>
                <a:ext cx="72720" cy="39960"/>
              </a:xfrm>
              <a:custGeom>
                <a:rect b="b" l="l" r="r" t="t"/>
                <a:pathLst>
                  <a:path extrusionOk="0" h="803" w="1449">
                    <a:moveTo>
                      <a:pt x="1375" y="1"/>
                    </a:moveTo>
                    <a:cubicBezTo>
                      <a:pt x="1369" y="1"/>
                      <a:pt x="1362" y="2"/>
                      <a:pt x="1356" y="4"/>
                    </a:cubicBezTo>
                    <a:cubicBezTo>
                      <a:pt x="1258" y="40"/>
                      <a:pt x="1183" y="118"/>
                      <a:pt x="1093" y="167"/>
                    </a:cubicBezTo>
                    <a:cubicBezTo>
                      <a:pt x="977" y="231"/>
                      <a:pt x="858" y="293"/>
                      <a:pt x="743" y="361"/>
                    </a:cubicBezTo>
                    <a:cubicBezTo>
                      <a:pt x="527" y="486"/>
                      <a:pt x="341" y="677"/>
                      <a:pt x="73" y="687"/>
                    </a:cubicBezTo>
                    <a:cubicBezTo>
                      <a:pt x="3" y="689"/>
                      <a:pt x="1" y="802"/>
                      <a:pt x="73" y="802"/>
                    </a:cubicBezTo>
                    <a:cubicBezTo>
                      <a:pt x="74" y="802"/>
                      <a:pt x="74" y="802"/>
                      <a:pt x="75" y="802"/>
                    </a:cubicBezTo>
                    <a:cubicBezTo>
                      <a:pt x="195" y="799"/>
                      <a:pt x="308" y="764"/>
                      <a:pt x="415" y="709"/>
                    </a:cubicBezTo>
                    <a:cubicBezTo>
                      <a:pt x="532" y="650"/>
                      <a:pt x="630" y="567"/>
                      <a:pt x="738" y="497"/>
                    </a:cubicBezTo>
                    <a:cubicBezTo>
                      <a:pt x="853" y="427"/>
                      <a:pt x="973" y="367"/>
                      <a:pt x="1092" y="300"/>
                    </a:cubicBezTo>
                    <a:cubicBezTo>
                      <a:pt x="1143" y="272"/>
                      <a:pt x="1196" y="245"/>
                      <a:pt x="1242" y="210"/>
                    </a:cubicBezTo>
                    <a:cubicBezTo>
                      <a:pt x="1289" y="179"/>
                      <a:pt x="1333" y="136"/>
                      <a:pt x="1385" y="116"/>
                    </a:cubicBezTo>
                    <a:cubicBezTo>
                      <a:pt x="1448" y="94"/>
                      <a:pt x="1430" y="1"/>
                      <a:pt x="137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rgbClr val="3C3C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20150" lIns="91425" spcFirstLastPara="1" rIns="91425" wrap="square" tIns="201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06" name="Google Shape;106;p3"/>
              <p:cNvSpPr/>
              <p:nvPr/>
            </p:nvSpPr>
            <p:spPr>
              <a:xfrm>
                <a:off x="216360" y="3324600"/>
                <a:ext cx="65520" cy="39240"/>
              </a:xfrm>
              <a:custGeom>
                <a:rect b="b" l="l" r="r" t="t"/>
                <a:pathLst>
                  <a:path extrusionOk="0" h="783" w="1307">
                    <a:moveTo>
                      <a:pt x="1235" y="0"/>
                    </a:moveTo>
                    <a:cubicBezTo>
                      <a:pt x="1229" y="0"/>
                      <a:pt x="1223" y="2"/>
                      <a:pt x="1216" y="4"/>
                    </a:cubicBezTo>
                    <a:cubicBezTo>
                      <a:pt x="999" y="86"/>
                      <a:pt x="796" y="196"/>
                      <a:pt x="603" y="320"/>
                    </a:cubicBezTo>
                    <a:cubicBezTo>
                      <a:pt x="426" y="434"/>
                      <a:pt x="269" y="602"/>
                      <a:pt x="68" y="669"/>
                    </a:cubicBezTo>
                    <a:cubicBezTo>
                      <a:pt x="1" y="688"/>
                      <a:pt x="20" y="782"/>
                      <a:pt x="78" y="782"/>
                    </a:cubicBezTo>
                    <a:cubicBezTo>
                      <a:pt x="84" y="782"/>
                      <a:pt x="90" y="781"/>
                      <a:pt x="96" y="779"/>
                    </a:cubicBezTo>
                    <a:cubicBezTo>
                      <a:pt x="302" y="711"/>
                      <a:pt x="452" y="553"/>
                      <a:pt x="630" y="439"/>
                    </a:cubicBezTo>
                    <a:cubicBezTo>
                      <a:pt x="826" y="313"/>
                      <a:pt x="1027" y="198"/>
                      <a:pt x="1245" y="116"/>
                    </a:cubicBezTo>
                    <a:cubicBezTo>
                      <a:pt x="1307" y="92"/>
                      <a:pt x="1289" y="0"/>
                      <a:pt x="12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rgbClr val="3C3C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9800" lIns="91425" spcFirstLastPara="1" rIns="91425" wrap="square" tIns="198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07" name="Google Shape;107;p3"/>
              <p:cNvSpPr/>
              <p:nvPr/>
            </p:nvSpPr>
            <p:spPr>
              <a:xfrm>
                <a:off x="239760" y="3358800"/>
                <a:ext cx="57600" cy="27360"/>
              </a:xfrm>
              <a:custGeom>
                <a:rect b="b" l="l" r="r" t="t"/>
                <a:pathLst>
                  <a:path extrusionOk="0" h="553" w="1152">
                    <a:moveTo>
                      <a:pt x="1035" y="0"/>
                    </a:moveTo>
                    <a:cubicBezTo>
                      <a:pt x="878" y="0"/>
                      <a:pt x="735" y="109"/>
                      <a:pt x="605" y="190"/>
                    </a:cubicBezTo>
                    <a:cubicBezTo>
                      <a:pt x="523" y="241"/>
                      <a:pt x="440" y="273"/>
                      <a:pt x="348" y="305"/>
                    </a:cubicBezTo>
                    <a:cubicBezTo>
                      <a:pt x="244" y="341"/>
                      <a:pt x="141" y="379"/>
                      <a:pt x="50" y="441"/>
                    </a:cubicBezTo>
                    <a:cubicBezTo>
                      <a:pt x="0" y="477"/>
                      <a:pt x="32" y="552"/>
                      <a:pt x="79" y="552"/>
                    </a:cubicBezTo>
                    <a:cubicBezTo>
                      <a:pt x="88" y="552"/>
                      <a:pt x="98" y="549"/>
                      <a:pt x="108" y="542"/>
                    </a:cubicBezTo>
                    <a:cubicBezTo>
                      <a:pt x="268" y="433"/>
                      <a:pt x="465" y="410"/>
                      <a:pt x="630" y="312"/>
                    </a:cubicBezTo>
                    <a:cubicBezTo>
                      <a:pt x="702" y="270"/>
                      <a:pt x="771" y="222"/>
                      <a:pt x="844" y="181"/>
                    </a:cubicBezTo>
                    <a:cubicBezTo>
                      <a:pt x="898" y="152"/>
                      <a:pt x="966" y="114"/>
                      <a:pt x="1032" y="114"/>
                    </a:cubicBezTo>
                    <a:cubicBezTo>
                      <a:pt x="1038" y="114"/>
                      <a:pt x="1044" y="115"/>
                      <a:pt x="1050" y="115"/>
                    </a:cubicBezTo>
                    <a:cubicBezTo>
                      <a:pt x="1054" y="116"/>
                      <a:pt x="1057" y="116"/>
                      <a:pt x="1061" y="116"/>
                    </a:cubicBezTo>
                    <a:cubicBezTo>
                      <a:pt x="1127" y="116"/>
                      <a:pt x="1152" y="14"/>
                      <a:pt x="1080" y="3"/>
                    </a:cubicBezTo>
                    <a:cubicBezTo>
                      <a:pt x="1065" y="1"/>
                      <a:pt x="1050" y="0"/>
                      <a:pt x="10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rgbClr val="3C3C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3675" lIns="91425" spcFirstLastPara="1" rIns="91425" wrap="square" tIns="136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08" name="Google Shape;108;p3"/>
              <p:cNvSpPr/>
              <p:nvPr/>
            </p:nvSpPr>
            <p:spPr>
              <a:xfrm>
                <a:off x="265680" y="3393720"/>
                <a:ext cx="55440" cy="25200"/>
              </a:xfrm>
              <a:custGeom>
                <a:rect b="b" l="l" r="r" t="t"/>
                <a:pathLst>
                  <a:path extrusionOk="0" h="509" w="1109">
                    <a:moveTo>
                      <a:pt x="1022" y="1"/>
                    </a:moveTo>
                    <a:cubicBezTo>
                      <a:pt x="1013" y="1"/>
                      <a:pt x="1003" y="3"/>
                      <a:pt x="994" y="8"/>
                    </a:cubicBezTo>
                    <a:cubicBezTo>
                      <a:pt x="815" y="102"/>
                      <a:pt x="618" y="170"/>
                      <a:pt x="428" y="235"/>
                    </a:cubicBezTo>
                    <a:cubicBezTo>
                      <a:pt x="357" y="259"/>
                      <a:pt x="285" y="279"/>
                      <a:pt x="214" y="306"/>
                    </a:cubicBezTo>
                    <a:cubicBezTo>
                      <a:pt x="152" y="328"/>
                      <a:pt x="81" y="357"/>
                      <a:pt x="37" y="410"/>
                    </a:cubicBezTo>
                    <a:cubicBezTo>
                      <a:pt x="0" y="452"/>
                      <a:pt x="38" y="509"/>
                      <a:pt x="79" y="509"/>
                    </a:cubicBezTo>
                    <a:cubicBezTo>
                      <a:pt x="92" y="509"/>
                      <a:pt x="105" y="503"/>
                      <a:pt x="116" y="490"/>
                    </a:cubicBezTo>
                    <a:cubicBezTo>
                      <a:pt x="156" y="442"/>
                      <a:pt x="221" y="422"/>
                      <a:pt x="278" y="403"/>
                    </a:cubicBezTo>
                    <a:cubicBezTo>
                      <a:pt x="347" y="379"/>
                      <a:pt x="418" y="361"/>
                      <a:pt x="485" y="335"/>
                    </a:cubicBezTo>
                    <a:cubicBezTo>
                      <a:pt x="675" y="263"/>
                      <a:pt x="872" y="202"/>
                      <a:pt x="1052" y="107"/>
                    </a:cubicBezTo>
                    <a:cubicBezTo>
                      <a:pt x="1108" y="77"/>
                      <a:pt x="1074" y="1"/>
                      <a:pt x="102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rgbClr val="3C3C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2600" lIns="91425" spcFirstLastPara="1" rIns="91425" wrap="square" tIns="126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09" name="Google Shape;109;p3"/>
              <p:cNvSpPr/>
              <p:nvPr/>
            </p:nvSpPr>
            <p:spPr>
              <a:xfrm>
                <a:off x="285840" y="3438360"/>
                <a:ext cx="37800" cy="12960"/>
              </a:xfrm>
              <a:custGeom>
                <a:rect b="b" l="l" r="r" t="t"/>
                <a:pathLst>
                  <a:path extrusionOk="0" h="266" w="756">
                    <a:moveTo>
                      <a:pt x="682" y="1"/>
                    </a:moveTo>
                    <a:cubicBezTo>
                      <a:pt x="556" y="1"/>
                      <a:pt x="447" y="66"/>
                      <a:pt x="324" y="86"/>
                    </a:cubicBezTo>
                    <a:cubicBezTo>
                      <a:pt x="278" y="93"/>
                      <a:pt x="234" y="98"/>
                      <a:pt x="188" y="106"/>
                    </a:cubicBezTo>
                    <a:cubicBezTo>
                      <a:pt x="128" y="113"/>
                      <a:pt x="73" y="130"/>
                      <a:pt x="25" y="169"/>
                    </a:cubicBezTo>
                    <a:cubicBezTo>
                      <a:pt x="1" y="188"/>
                      <a:pt x="5" y="230"/>
                      <a:pt x="25" y="250"/>
                    </a:cubicBezTo>
                    <a:cubicBezTo>
                      <a:pt x="37" y="261"/>
                      <a:pt x="51" y="266"/>
                      <a:pt x="64" y="266"/>
                    </a:cubicBezTo>
                    <a:cubicBezTo>
                      <a:pt x="79" y="266"/>
                      <a:pt x="94" y="260"/>
                      <a:pt x="107" y="249"/>
                    </a:cubicBezTo>
                    <a:cubicBezTo>
                      <a:pt x="138" y="223"/>
                      <a:pt x="185" y="219"/>
                      <a:pt x="223" y="215"/>
                    </a:cubicBezTo>
                    <a:cubicBezTo>
                      <a:pt x="271" y="209"/>
                      <a:pt x="320" y="202"/>
                      <a:pt x="365" y="193"/>
                    </a:cubicBezTo>
                    <a:cubicBezTo>
                      <a:pt x="470" y="174"/>
                      <a:pt x="569" y="115"/>
                      <a:pt x="678" y="115"/>
                    </a:cubicBezTo>
                    <a:cubicBezTo>
                      <a:pt x="680" y="115"/>
                      <a:pt x="681" y="115"/>
                      <a:pt x="682" y="115"/>
                    </a:cubicBezTo>
                    <a:cubicBezTo>
                      <a:pt x="756" y="115"/>
                      <a:pt x="756" y="1"/>
                      <a:pt x="6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rgbClr val="3C3C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475" lIns="91425" spcFirstLastPara="1" rIns="91425" wrap="square" tIns="64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10" name="Google Shape;110;p3"/>
              <p:cNvSpPr/>
              <p:nvPr/>
            </p:nvSpPr>
            <p:spPr>
              <a:xfrm>
                <a:off x="296640" y="3475440"/>
                <a:ext cx="36000" cy="10800"/>
              </a:xfrm>
              <a:custGeom>
                <a:rect b="b" l="l" r="r" t="t"/>
                <a:pathLst>
                  <a:path extrusionOk="0" h="220" w="724">
                    <a:moveTo>
                      <a:pt x="659" y="1"/>
                    </a:moveTo>
                    <a:cubicBezTo>
                      <a:pt x="654" y="1"/>
                      <a:pt x="649" y="1"/>
                      <a:pt x="644" y="3"/>
                    </a:cubicBezTo>
                    <a:cubicBezTo>
                      <a:pt x="454" y="74"/>
                      <a:pt x="241" y="36"/>
                      <a:pt x="50" y="106"/>
                    </a:cubicBezTo>
                    <a:cubicBezTo>
                      <a:pt x="22" y="116"/>
                      <a:pt x="0" y="145"/>
                      <a:pt x="10" y="177"/>
                    </a:cubicBezTo>
                    <a:cubicBezTo>
                      <a:pt x="17" y="200"/>
                      <a:pt x="41" y="220"/>
                      <a:pt x="65" y="220"/>
                    </a:cubicBezTo>
                    <a:cubicBezTo>
                      <a:pt x="71" y="220"/>
                      <a:pt x="76" y="219"/>
                      <a:pt x="81" y="217"/>
                    </a:cubicBezTo>
                    <a:cubicBezTo>
                      <a:pt x="272" y="149"/>
                      <a:pt x="482" y="186"/>
                      <a:pt x="674" y="115"/>
                    </a:cubicBezTo>
                    <a:cubicBezTo>
                      <a:pt x="702" y="104"/>
                      <a:pt x="723" y="75"/>
                      <a:pt x="715" y="44"/>
                    </a:cubicBezTo>
                    <a:cubicBezTo>
                      <a:pt x="709" y="20"/>
                      <a:pt x="684" y="1"/>
                      <a:pt x="65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rgbClr val="3C3C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5400" lIns="91425" spcFirstLastPara="1" rIns="91425" wrap="square" tIns="54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11" name="Google Shape;111;p3"/>
              <p:cNvSpPr/>
              <p:nvPr/>
            </p:nvSpPr>
            <p:spPr>
              <a:xfrm>
                <a:off x="306000" y="3510720"/>
                <a:ext cx="40320" cy="10440"/>
              </a:xfrm>
              <a:custGeom>
                <a:rect b="b" l="l" r="r" t="t"/>
                <a:pathLst>
                  <a:path extrusionOk="0" h="213" w="804">
                    <a:moveTo>
                      <a:pt x="440" y="0"/>
                    </a:moveTo>
                    <a:cubicBezTo>
                      <a:pt x="416" y="0"/>
                      <a:pt x="392" y="1"/>
                      <a:pt x="369" y="1"/>
                    </a:cubicBezTo>
                    <a:cubicBezTo>
                      <a:pt x="250" y="7"/>
                      <a:pt x="93" y="17"/>
                      <a:pt x="17" y="123"/>
                    </a:cubicBezTo>
                    <a:cubicBezTo>
                      <a:pt x="0" y="149"/>
                      <a:pt x="12" y="187"/>
                      <a:pt x="39" y="203"/>
                    </a:cubicBezTo>
                    <a:cubicBezTo>
                      <a:pt x="49" y="209"/>
                      <a:pt x="59" y="212"/>
                      <a:pt x="69" y="212"/>
                    </a:cubicBezTo>
                    <a:cubicBezTo>
                      <a:pt x="87" y="212"/>
                      <a:pt x="105" y="202"/>
                      <a:pt x="116" y="186"/>
                    </a:cubicBezTo>
                    <a:lnTo>
                      <a:pt x="116" y="186"/>
                    </a:lnTo>
                    <a:cubicBezTo>
                      <a:pt x="115" y="187"/>
                      <a:pt x="115" y="188"/>
                      <a:pt x="115" y="188"/>
                    </a:cubicBezTo>
                    <a:cubicBezTo>
                      <a:pt x="116" y="188"/>
                      <a:pt x="127" y="174"/>
                      <a:pt x="128" y="173"/>
                    </a:cubicBezTo>
                    <a:lnTo>
                      <a:pt x="128" y="173"/>
                    </a:lnTo>
                    <a:cubicBezTo>
                      <a:pt x="130" y="172"/>
                      <a:pt x="145" y="163"/>
                      <a:pt x="152" y="159"/>
                    </a:cubicBezTo>
                    <a:cubicBezTo>
                      <a:pt x="163" y="153"/>
                      <a:pt x="161" y="153"/>
                      <a:pt x="178" y="149"/>
                    </a:cubicBezTo>
                    <a:lnTo>
                      <a:pt x="214" y="137"/>
                    </a:lnTo>
                    <a:cubicBezTo>
                      <a:pt x="273" y="123"/>
                      <a:pt x="331" y="120"/>
                      <a:pt x="392" y="118"/>
                    </a:cubicBezTo>
                    <a:cubicBezTo>
                      <a:pt x="406" y="117"/>
                      <a:pt x="421" y="117"/>
                      <a:pt x="436" y="117"/>
                    </a:cubicBezTo>
                    <a:cubicBezTo>
                      <a:pt x="483" y="117"/>
                      <a:pt x="530" y="119"/>
                      <a:pt x="577" y="123"/>
                    </a:cubicBezTo>
                    <a:cubicBezTo>
                      <a:pt x="631" y="128"/>
                      <a:pt x="655" y="130"/>
                      <a:pt x="705" y="139"/>
                    </a:cubicBezTo>
                    <a:cubicBezTo>
                      <a:pt x="710" y="140"/>
                      <a:pt x="715" y="141"/>
                      <a:pt x="719" y="141"/>
                    </a:cubicBezTo>
                    <a:cubicBezTo>
                      <a:pt x="781" y="141"/>
                      <a:pt x="803" y="43"/>
                      <a:pt x="735" y="28"/>
                    </a:cubicBezTo>
                    <a:cubicBezTo>
                      <a:pt x="640" y="8"/>
                      <a:pt x="539" y="0"/>
                      <a:pt x="44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rgbClr val="3C3C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5400" lIns="91425" spcFirstLastPara="1" rIns="91425" wrap="square" tIns="54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12" name="Google Shape;112;p3"/>
              <p:cNvSpPr/>
              <p:nvPr/>
            </p:nvSpPr>
            <p:spPr>
              <a:xfrm>
                <a:off x="313200" y="3536640"/>
                <a:ext cx="45000" cy="17640"/>
              </a:xfrm>
              <a:custGeom>
                <a:rect b="b" l="l" r="r" t="t"/>
                <a:pathLst>
                  <a:path extrusionOk="0" h="358" w="900">
                    <a:moveTo>
                      <a:pt x="814" y="1"/>
                    </a:moveTo>
                    <a:cubicBezTo>
                      <a:pt x="805" y="1"/>
                      <a:pt x="796" y="3"/>
                      <a:pt x="786" y="8"/>
                    </a:cubicBezTo>
                    <a:cubicBezTo>
                      <a:pt x="668" y="73"/>
                      <a:pt x="518" y="72"/>
                      <a:pt x="389" y="93"/>
                    </a:cubicBezTo>
                    <a:cubicBezTo>
                      <a:pt x="249" y="114"/>
                      <a:pt x="109" y="154"/>
                      <a:pt x="21" y="270"/>
                    </a:cubicBezTo>
                    <a:cubicBezTo>
                      <a:pt x="1" y="296"/>
                      <a:pt x="17" y="334"/>
                      <a:pt x="42" y="350"/>
                    </a:cubicBezTo>
                    <a:cubicBezTo>
                      <a:pt x="51" y="355"/>
                      <a:pt x="59" y="357"/>
                      <a:pt x="68" y="357"/>
                    </a:cubicBezTo>
                    <a:cubicBezTo>
                      <a:pt x="87" y="357"/>
                      <a:pt x="106" y="345"/>
                      <a:pt x="120" y="327"/>
                    </a:cubicBezTo>
                    <a:cubicBezTo>
                      <a:pt x="194" y="231"/>
                      <a:pt x="347" y="214"/>
                      <a:pt x="459" y="198"/>
                    </a:cubicBezTo>
                    <a:cubicBezTo>
                      <a:pt x="588" y="181"/>
                      <a:pt x="728" y="174"/>
                      <a:pt x="844" y="107"/>
                    </a:cubicBezTo>
                    <a:cubicBezTo>
                      <a:pt x="900" y="77"/>
                      <a:pt x="866" y="1"/>
                      <a:pt x="81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rgbClr val="3C3C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000" lIns="91425" spcFirstLastPara="1" rIns="91425" wrap="square" tIns="9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13" name="Google Shape;113;p3"/>
              <p:cNvSpPr/>
              <p:nvPr/>
            </p:nvSpPr>
            <p:spPr>
              <a:xfrm>
                <a:off x="323640" y="3572280"/>
                <a:ext cx="48600" cy="23400"/>
              </a:xfrm>
              <a:custGeom>
                <a:rect b="b" l="l" r="r" t="t"/>
                <a:pathLst>
                  <a:path extrusionOk="0" h="475" w="970">
                    <a:moveTo>
                      <a:pt x="881" y="1"/>
                    </a:moveTo>
                    <a:cubicBezTo>
                      <a:pt x="758" y="1"/>
                      <a:pt x="628" y="72"/>
                      <a:pt x="523" y="124"/>
                    </a:cubicBezTo>
                    <a:cubicBezTo>
                      <a:pt x="462" y="155"/>
                      <a:pt x="403" y="186"/>
                      <a:pt x="342" y="220"/>
                    </a:cubicBezTo>
                    <a:cubicBezTo>
                      <a:pt x="251" y="271"/>
                      <a:pt x="163" y="328"/>
                      <a:pt x="63" y="361"/>
                    </a:cubicBezTo>
                    <a:cubicBezTo>
                      <a:pt x="0" y="381"/>
                      <a:pt x="18" y="475"/>
                      <a:pt x="75" y="475"/>
                    </a:cubicBezTo>
                    <a:cubicBezTo>
                      <a:pt x="81" y="475"/>
                      <a:pt x="87" y="474"/>
                      <a:pt x="94" y="471"/>
                    </a:cubicBezTo>
                    <a:cubicBezTo>
                      <a:pt x="256" y="422"/>
                      <a:pt x="396" y="320"/>
                      <a:pt x="545" y="243"/>
                    </a:cubicBezTo>
                    <a:cubicBezTo>
                      <a:pt x="608" y="212"/>
                      <a:pt x="672" y="179"/>
                      <a:pt x="737" y="155"/>
                    </a:cubicBezTo>
                    <a:cubicBezTo>
                      <a:pt x="767" y="143"/>
                      <a:pt x="800" y="131"/>
                      <a:pt x="831" y="124"/>
                    </a:cubicBezTo>
                    <a:cubicBezTo>
                      <a:pt x="847" y="120"/>
                      <a:pt x="877" y="115"/>
                      <a:pt x="889" y="115"/>
                    </a:cubicBezTo>
                    <a:cubicBezTo>
                      <a:pt x="890" y="115"/>
                      <a:pt x="891" y="115"/>
                      <a:pt x="892" y="116"/>
                    </a:cubicBezTo>
                    <a:cubicBezTo>
                      <a:pt x="896" y="116"/>
                      <a:pt x="900" y="116"/>
                      <a:pt x="904" y="116"/>
                    </a:cubicBezTo>
                    <a:cubicBezTo>
                      <a:pt x="931" y="116"/>
                      <a:pt x="955" y="104"/>
                      <a:pt x="963" y="75"/>
                    </a:cubicBezTo>
                    <a:cubicBezTo>
                      <a:pt x="970" y="49"/>
                      <a:pt x="954" y="8"/>
                      <a:pt x="922" y="4"/>
                    </a:cubicBezTo>
                    <a:cubicBezTo>
                      <a:pt x="908" y="2"/>
                      <a:pt x="895" y="1"/>
                      <a:pt x="8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rgbClr val="3C3C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1875" lIns="91425" spcFirstLastPara="1" rIns="91425" wrap="square" tIns="118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14" name="Google Shape;114;p3"/>
              <p:cNvSpPr/>
              <p:nvPr/>
            </p:nvSpPr>
            <p:spPr>
              <a:xfrm>
                <a:off x="339120" y="3590280"/>
                <a:ext cx="46440" cy="47880"/>
              </a:xfrm>
              <a:custGeom>
                <a:rect b="b" l="l" r="r" t="t"/>
                <a:pathLst>
                  <a:path extrusionOk="0" h="955" w="926">
                    <a:moveTo>
                      <a:pt x="850" y="0"/>
                    </a:moveTo>
                    <a:cubicBezTo>
                      <a:pt x="844" y="0"/>
                      <a:pt x="838" y="1"/>
                      <a:pt x="831" y="4"/>
                    </a:cubicBezTo>
                    <a:cubicBezTo>
                      <a:pt x="658" y="62"/>
                      <a:pt x="531" y="230"/>
                      <a:pt x="415" y="363"/>
                    </a:cubicBezTo>
                    <a:cubicBezTo>
                      <a:pt x="273" y="526"/>
                      <a:pt x="101" y="664"/>
                      <a:pt x="14" y="868"/>
                    </a:cubicBezTo>
                    <a:cubicBezTo>
                      <a:pt x="1" y="896"/>
                      <a:pt x="4" y="930"/>
                      <a:pt x="35" y="947"/>
                    </a:cubicBezTo>
                    <a:cubicBezTo>
                      <a:pt x="42" y="952"/>
                      <a:pt x="52" y="954"/>
                      <a:pt x="62" y="954"/>
                    </a:cubicBezTo>
                    <a:cubicBezTo>
                      <a:pt x="83" y="954"/>
                      <a:pt x="104" y="945"/>
                      <a:pt x="113" y="926"/>
                    </a:cubicBezTo>
                    <a:cubicBezTo>
                      <a:pt x="195" y="733"/>
                      <a:pt x="355" y="606"/>
                      <a:pt x="490" y="451"/>
                    </a:cubicBezTo>
                    <a:cubicBezTo>
                      <a:pt x="546" y="386"/>
                      <a:pt x="603" y="321"/>
                      <a:pt x="665" y="259"/>
                    </a:cubicBezTo>
                    <a:cubicBezTo>
                      <a:pt x="719" y="203"/>
                      <a:pt x="786" y="140"/>
                      <a:pt x="861" y="115"/>
                    </a:cubicBezTo>
                    <a:cubicBezTo>
                      <a:pt x="925" y="95"/>
                      <a:pt x="907" y="0"/>
                      <a:pt x="85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rgbClr val="3C3C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24100" lIns="91425" spcFirstLastPara="1" rIns="91425" wrap="square" tIns="24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15" name="Google Shape;115;p3"/>
              <p:cNvSpPr/>
              <p:nvPr/>
            </p:nvSpPr>
            <p:spPr>
              <a:xfrm>
                <a:off x="367920" y="3610800"/>
                <a:ext cx="35640" cy="61200"/>
              </a:xfrm>
              <a:custGeom>
                <a:rect b="b" l="l" r="r" t="t"/>
                <a:pathLst>
                  <a:path extrusionOk="0" h="1225" w="712">
                    <a:moveTo>
                      <a:pt x="633" y="1"/>
                    </a:moveTo>
                    <a:cubicBezTo>
                      <a:pt x="616" y="1"/>
                      <a:pt x="599" y="9"/>
                      <a:pt x="588" y="30"/>
                    </a:cubicBezTo>
                    <a:cubicBezTo>
                      <a:pt x="389" y="400"/>
                      <a:pt x="129" y="743"/>
                      <a:pt x="12" y="1152"/>
                    </a:cubicBezTo>
                    <a:cubicBezTo>
                      <a:pt x="0" y="1196"/>
                      <a:pt x="37" y="1225"/>
                      <a:pt x="72" y="1225"/>
                    </a:cubicBezTo>
                    <a:cubicBezTo>
                      <a:pt x="94" y="1225"/>
                      <a:pt x="116" y="1213"/>
                      <a:pt x="123" y="1185"/>
                    </a:cubicBezTo>
                    <a:cubicBezTo>
                      <a:pt x="239" y="785"/>
                      <a:pt x="494" y="449"/>
                      <a:pt x="687" y="88"/>
                    </a:cubicBezTo>
                    <a:cubicBezTo>
                      <a:pt x="711" y="43"/>
                      <a:pt x="672" y="1"/>
                      <a:pt x="63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rgbClr val="3C3C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30600" lIns="91425" spcFirstLastPara="1" rIns="91425" wrap="square" tIns="306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16" name="Google Shape;116;p3"/>
              <p:cNvSpPr/>
              <p:nvPr/>
            </p:nvSpPr>
            <p:spPr>
              <a:xfrm>
                <a:off x="396720" y="3624480"/>
                <a:ext cx="25920" cy="72000"/>
              </a:xfrm>
              <a:custGeom>
                <a:rect b="b" l="l" r="r" t="t"/>
                <a:pathLst>
                  <a:path extrusionOk="0" h="1438" w="519">
                    <a:moveTo>
                      <a:pt x="463" y="1"/>
                    </a:moveTo>
                    <a:cubicBezTo>
                      <a:pt x="434" y="1"/>
                      <a:pt x="403" y="20"/>
                      <a:pt x="400" y="56"/>
                    </a:cubicBezTo>
                    <a:cubicBezTo>
                      <a:pt x="382" y="257"/>
                      <a:pt x="277" y="456"/>
                      <a:pt x="209" y="644"/>
                    </a:cubicBezTo>
                    <a:cubicBezTo>
                      <a:pt x="122" y="878"/>
                      <a:pt x="93" y="1132"/>
                      <a:pt x="15" y="1368"/>
                    </a:cubicBezTo>
                    <a:cubicBezTo>
                      <a:pt x="0" y="1410"/>
                      <a:pt x="34" y="1438"/>
                      <a:pt x="69" y="1438"/>
                    </a:cubicBezTo>
                    <a:cubicBezTo>
                      <a:pt x="92" y="1438"/>
                      <a:pt x="115" y="1426"/>
                      <a:pt x="125" y="1398"/>
                    </a:cubicBezTo>
                    <a:cubicBezTo>
                      <a:pt x="206" y="1156"/>
                      <a:pt x="237" y="898"/>
                      <a:pt x="325" y="657"/>
                    </a:cubicBezTo>
                    <a:cubicBezTo>
                      <a:pt x="397" y="463"/>
                      <a:pt x="495" y="264"/>
                      <a:pt x="515" y="56"/>
                    </a:cubicBezTo>
                    <a:cubicBezTo>
                      <a:pt x="518" y="19"/>
                      <a:pt x="492" y="1"/>
                      <a:pt x="46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rgbClr val="3C3C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36000" lIns="91425" spcFirstLastPara="1" rIns="91425" wrap="square" tIns="36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17" name="Google Shape;117;p3"/>
              <p:cNvSpPr/>
              <p:nvPr/>
            </p:nvSpPr>
            <p:spPr>
              <a:xfrm>
                <a:off x="432000" y="3636720"/>
                <a:ext cx="15120" cy="74160"/>
              </a:xfrm>
              <a:custGeom>
                <a:rect b="b" l="l" r="r" t="t"/>
                <a:pathLst>
                  <a:path extrusionOk="0" h="1477" w="305">
                    <a:moveTo>
                      <a:pt x="247" y="0"/>
                    </a:moveTo>
                    <a:cubicBezTo>
                      <a:pt x="219" y="0"/>
                      <a:pt x="189" y="19"/>
                      <a:pt x="188" y="56"/>
                    </a:cubicBezTo>
                    <a:cubicBezTo>
                      <a:pt x="164" y="514"/>
                      <a:pt x="1" y="958"/>
                      <a:pt x="19" y="1420"/>
                    </a:cubicBezTo>
                    <a:cubicBezTo>
                      <a:pt x="21" y="1457"/>
                      <a:pt x="51" y="1476"/>
                      <a:pt x="79" y="1476"/>
                    </a:cubicBezTo>
                    <a:cubicBezTo>
                      <a:pt x="108" y="1476"/>
                      <a:pt x="136" y="1457"/>
                      <a:pt x="134" y="1420"/>
                    </a:cubicBezTo>
                    <a:cubicBezTo>
                      <a:pt x="117" y="958"/>
                      <a:pt x="280" y="514"/>
                      <a:pt x="303" y="56"/>
                    </a:cubicBezTo>
                    <a:cubicBezTo>
                      <a:pt x="304" y="19"/>
                      <a:pt x="276" y="0"/>
                      <a:pt x="24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rgbClr val="3C3C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37075" lIns="91425" spcFirstLastPara="1" rIns="91425" wrap="square" tIns="370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18" name="Google Shape;118;p3"/>
              <p:cNvSpPr/>
              <p:nvPr/>
            </p:nvSpPr>
            <p:spPr>
              <a:xfrm>
                <a:off x="475560" y="3638880"/>
                <a:ext cx="11880" cy="76320"/>
              </a:xfrm>
              <a:custGeom>
                <a:rect b="b" l="l" r="r" t="t"/>
                <a:pathLst>
                  <a:path extrusionOk="0" h="1525" w="241">
                    <a:moveTo>
                      <a:pt x="170" y="0"/>
                    </a:moveTo>
                    <a:cubicBezTo>
                      <a:pt x="147" y="0"/>
                      <a:pt x="125" y="13"/>
                      <a:pt x="118" y="42"/>
                    </a:cubicBezTo>
                    <a:cubicBezTo>
                      <a:pt x="0" y="504"/>
                      <a:pt x="112" y="985"/>
                      <a:pt x="41" y="1453"/>
                    </a:cubicBezTo>
                    <a:cubicBezTo>
                      <a:pt x="35" y="1496"/>
                      <a:pt x="74" y="1525"/>
                      <a:pt x="107" y="1525"/>
                    </a:cubicBezTo>
                    <a:cubicBezTo>
                      <a:pt x="129" y="1525"/>
                      <a:pt x="149" y="1513"/>
                      <a:pt x="153" y="1484"/>
                    </a:cubicBezTo>
                    <a:cubicBezTo>
                      <a:pt x="221" y="1017"/>
                      <a:pt x="114" y="532"/>
                      <a:pt x="230" y="71"/>
                    </a:cubicBezTo>
                    <a:cubicBezTo>
                      <a:pt x="240" y="28"/>
                      <a:pt x="204" y="0"/>
                      <a:pt x="1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rgbClr val="3C3C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38150" lIns="91425" spcFirstLastPara="1" rIns="91425" wrap="square" tIns="381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19" name="Google Shape;119;p3"/>
              <p:cNvSpPr/>
              <p:nvPr/>
            </p:nvSpPr>
            <p:spPr>
              <a:xfrm>
                <a:off x="510480" y="3625560"/>
                <a:ext cx="10800" cy="82800"/>
              </a:xfrm>
              <a:custGeom>
                <a:rect b="b" l="l" r="r" t="t"/>
                <a:pathLst>
                  <a:path extrusionOk="0" h="1651" w="220">
                    <a:moveTo>
                      <a:pt x="112" y="1"/>
                    </a:moveTo>
                    <a:cubicBezTo>
                      <a:pt x="90" y="1"/>
                      <a:pt x="67" y="13"/>
                      <a:pt x="60" y="42"/>
                    </a:cubicBezTo>
                    <a:cubicBezTo>
                      <a:pt x="0" y="283"/>
                      <a:pt x="29" y="538"/>
                      <a:pt x="36" y="782"/>
                    </a:cubicBezTo>
                    <a:cubicBezTo>
                      <a:pt x="44" y="1058"/>
                      <a:pt x="61" y="1333"/>
                      <a:pt x="101" y="1608"/>
                    </a:cubicBezTo>
                    <a:cubicBezTo>
                      <a:pt x="106" y="1637"/>
                      <a:pt x="127" y="1650"/>
                      <a:pt x="149" y="1650"/>
                    </a:cubicBezTo>
                    <a:cubicBezTo>
                      <a:pt x="182" y="1650"/>
                      <a:pt x="220" y="1622"/>
                      <a:pt x="214" y="1578"/>
                    </a:cubicBezTo>
                    <a:cubicBezTo>
                      <a:pt x="178" y="1313"/>
                      <a:pt x="161" y="1050"/>
                      <a:pt x="152" y="782"/>
                    </a:cubicBezTo>
                    <a:cubicBezTo>
                      <a:pt x="145" y="548"/>
                      <a:pt x="115" y="303"/>
                      <a:pt x="172" y="72"/>
                    </a:cubicBezTo>
                    <a:cubicBezTo>
                      <a:pt x="182" y="29"/>
                      <a:pt x="147" y="1"/>
                      <a:pt x="11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rgbClr val="3C3C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1400" lIns="91425" spcFirstLastPara="1" rIns="91425" wrap="square" tIns="414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20" name="Google Shape;120;p3"/>
              <p:cNvSpPr/>
              <p:nvPr/>
            </p:nvSpPr>
            <p:spPr>
              <a:xfrm>
                <a:off x="529920" y="3612600"/>
                <a:ext cx="33480" cy="79920"/>
              </a:xfrm>
              <a:custGeom>
                <a:rect b="b" l="l" r="r" t="t"/>
                <a:pathLst>
                  <a:path extrusionOk="0" h="1595" w="673">
                    <a:moveTo>
                      <a:pt x="72" y="0"/>
                    </a:moveTo>
                    <a:cubicBezTo>
                      <a:pt x="37" y="0"/>
                      <a:pt x="1" y="36"/>
                      <a:pt x="13" y="74"/>
                    </a:cubicBezTo>
                    <a:cubicBezTo>
                      <a:pt x="18" y="90"/>
                      <a:pt x="23" y="105"/>
                      <a:pt x="27" y="121"/>
                    </a:cubicBezTo>
                    <a:lnTo>
                      <a:pt x="27" y="121"/>
                    </a:lnTo>
                    <a:cubicBezTo>
                      <a:pt x="28" y="125"/>
                      <a:pt x="29" y="130"/>
                      <a:pt x="31" y="133"/>
                    </a:cubicBezTo>
                    <a:lnTo>
                      <a:pt x="31" y="133"/>
                    </a:lnTo>
                    <a:cubicBezTo>
                      <a:pt x="109" y="393"/>
                      <a:pt x="182" y="653"/>
                      <a:pt x="275" y="909"/>
                    </a:cubicBezTo>
                    <a:cubicBezTo>
                      <a:pt x="322" y="1034"/>
                      <a:pt x="386" y="1148"/>
                      <a:pt x="437" y="1269"/>
                    </a:cubicBezTo>
                    <a:cubicBezTo>
                      <a:pt x="461" y="1327"/>
                      <a:pt x="485" y="1388"/>
                      <a:pt x="502" y="1449"/>
                    </a:cubicBezTo>
                    <a:cubicBezTo>
                      <a:pt x="515" y="1497"/>
                      <a:pt x="528" y="1537"/>
                      <a:pt x="559" y="1576"/>
                    </a:cubicBezTo>
                    <a:cubicBezTo>
                      <a:pt x="569" y="1589"/>
                      <a:pt x="580" y="1594"/>
                      <a:pt x="592" y="1594"/>
                    </a:cubicBezTo>
                    <a:cubicBezTo>
                      <a:pt x="632" y="1594"/>
                      <a:pt x="673" y="1535"/>
                      <a:pt x="637" y="1491"/>
                    </a:cubicBezTo>
                    <a:cubicBezTo>
                      <a:pt x="608" y="1454"/>
                      <a:pt x="605" y="1389"/>
                      <a:pt x="587" y="1347"/>
                    </a:cubicBezTo>
                    <a:cubicBezTo>
                      <a:pt x="567" y="1291"/>
                      <a:pt x="546" y="1239"/>
                      <a:pt x="523" y="1185"/>
                    </a:cubicBezTo>
                    <a:cubicBezTo>
                      <a:pt x="468" y="1065"/>
                      <a:pt x="410" y="950"/>
                      <a:pt x="366" y="824"/>
                    </a:cubicBezTo>
                    <a:cubicBezTo>
                      <a:pt x="280" y="585"/>
                      <a:pt x="213" y="340"/>
                      <a:pt x="140" y="96"/>
                    </a:cubicBezTo>
                    <a:lnTo>
                      <a:pt x="140" y="96"/>
                    </a:lnTo>
                    <a:cubicBezTo>
                      <a:pt x="140" y="94"/>
                      <a:pt x="139" y="93"/>
                      <a:pt x="139" y="91"/>
                    </a:cubicBezTo>
                    <a:cubicBezTo>
                      <a:pt x="134" y="59"/>
                      <a:pt x="131" y="42"/>
                      <a:pt x="109" y="17"/>
                    </a:cubicBezTo>
                    <a:cubicBezTo>
                      <a:pt x="99" y="5"/>
                      <a:pt x="86" y="0"/>
                      <a:pt x="7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rgbClr val="3C3C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39950" lIns="91425" spcFirstLastPara="1" rIns="91425" wrap="square" tIns="399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21" name="Google Shape;121;p3"/>
              <p:cNvSpPr/>
              <p:nvPr/>
            </p:nvSpPr>
            <p:spPr>
              <a:xfrm>
                <a:off x="550080" y="3600360"/>
                <a:ext cx="42840" cy="77040"/>
              </a:xfrm>
              <a:custGeom>
                <a:rect b="b" l="l" r="r" t="t"/>
                <a:pathLst>
                  <a:path extrusionOk="0" h="1534" w="860">
                    <a:moveTo>
                      <a:pt x="71" y="0"/>
                    </a:moveTo>
                    <a:cubicBezTo>
                      <a:pt x="38" y="0"/>
                      <a:pt x="1" y="29"/>
                      <a:pt x="6" y="72"/>
                    </a:cubicBezTo>
                    <a:cubicBezTo>
                      <a:pt x="43" y="352"/>
                      <a:pt x="213" y="595"/>
                      <a:pt x="345" y="838"/>
                    </a:cubicBezTo>
                    <a:cubicBezTo>
                      <a:pt x="471" y="1066"/>
                      <a:pt x="564" y="1318"/>
                      <a:pt x="740" y="1516"/>
                    </a:cubicBezTo>
                    <a:cubicBezTo>
                      <a:pt x="752" y="1529"/>
                      <a:pt x="765" y="1534"/>
                      <a:pt x="778" y="1534"/>
                    </a:cubicBezTo>
                    <a:cubicBezTo>
                      <a:pt x="821" y="1534"/>
                      <a:pt x="859" y="1475"/>
                      <a:pt x="822" y="1433"/>
                    </a:cubicBezTo>
                    <a:cubicBezTo>
                      <a:pt x="655" y="1243"/>
                      <a:pt x="566" y="999"/>
                      <a:pt x="445" y="779"/>
                    </a:cubicBezTo>
                    <a:cubicBezTo>
                      <a:pt x="318" y="546"/>
                      <a:pt x="155" y="313"/>
                      <a:pt x="118" y="43"/>
                    </a:cubicBezTo>
                    <a:cubicBezTo>
                      <a:pt x="113" y="13"/>
                      <a:pt x="93" y="0"/>
                      <a:pt x="7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rgbClr val="3C3C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38500" lIns="91425" spcFirstLastPara="1" rIns="91425" wrap="square" tIns="385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22" name="Google Shape;122;p3"/>
              <p:cNvSpPr/>
              <p:nvPr/>
            </p:nvSpPr>
            <p:spPr>
              <a:xfrm>
                <a:off x="568080" y="3575160"/>
                <a:ext cx="60840" cy="66960"/>
              </a:xfrm>
              <a:custGeom>
                <a:rect b="b" l="l" r="r" t="t"/>
                <a:pathLst>
                  <a:path extrusionOk="0" h="1334" w="1218">
                    <a:moveTo>
                      <a:pt x="78" y="0"/>
                    </a:moveTo>
                    <a:cubicBezTo>
                      <a:pt x="50" y="0"/>
                      <a:pt x="19" y="18"/>
                      <a:pt x="14" y="55"/>
                    </a:cubicBezTo>
                    <a:cubicBezTo>
                      <a:pt x="0" y="162"/>
                      <a:pt x="101" y="268"/>
                      <a:pt x="166" y="342"/>
                    </a:cubicBezTo>
                    <a:cubicBezTo>
                      <a:pt x="262" y="444"/>
                      <a:pt x="369" y="536"/>
                      <a:pt x="475" y="630"/>
                    </a:cubicBezTo>
                    <a:cubicBezTo>
                      <a:pt x="512" y="664"/>
                      <a:pt x="554" y="696"/>
                      <a:pt x="583" y="736"/>
                    </a:cubicBezTo>
                    <a:cubicBezTo>
                      <a:pt x="634" y="807"/>
                      <a:pt x="682" y="884"/>
                      <a:pt x="733" y="954"/>
                    </a:cubicBezTo>
                    <a:cubicBezTo>
                      <a:pt x="834" y="1096"/>
                      <a:pt x="947" y="1239"/>
                      <a:pt x="1103" y="1327"/>
                    </a:cubicBezTo>
                    <a:cubicBezTo>
                      <a:pt x="1112" y="1332"/>
                      <a:pt x="1121" y="1333"/>
                      <a:pt x="1129" y="1333"/>
                    </a:cubicBezTo>
                    <a:cubicBezTo>
                      <a:pt x="1183" y="1333"/>
                      <a:pt x="1217" y="1254"/>
                      <a:pt x="1162" y="1224"/>
                    </a:cubicBezTo>
                    <a:cubicBezTo>
                      <a:pt x="890" y="1075"/>
                      <a:pt x="795" y="760"/>
                      <a:pt x="574" y="563"/>
                    </a:cubicBezTo>
                    <a:cubicBezTo>
                      <a:pt x="476" y="477"/>
                      <a:pt x="379" y="393"/>
                      <a:pt x="288" y="301"/>
                    </a:cubicBezTo>
                    <a:cubicBezTo>
                      <a:pt x="233" y="244"/>
                      <a:pt x="118" y="145"/>
                      <a:pt x="129" y="55"/>
                    </a:cubicBezTo>
                    <a:cubicBezTo>
                      <a:pt x="133" y="18"/>
                      <a:pt x="107" y="0"/>
                      <a:pt x="7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rgbClr val="3C3C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33475" lIns="91425" spcFirstLastPara="1" rIns="91425" wrap="square" tIns="334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23" name="Google Shape;123;p3"/>
              <p:cNvSpPr/>
              <p:nvPr/>
            </p:nvSpPr>
            <p:spPr>
              <a:xfrm>
                <a:off x="580320" y="3548520"/>
                <a:ext cx="88560" cy="44280"/>
              </a:xfrm>
              <a:custGeom>
                <a:rect b="b" l="l" r="r" t="t"/>
                <a:pathLst>
                  <a:path extrusionOk="0" h="888" w="1767">
                    <a:moveTo>
                      <a:pt x="82" y="1"/>
                    </a:moveTo>
                    <a:cubicBezTo>
                      <a:pt x="22" y="1"/>
                      <a:pt x="1" y="97"/>
                      <a:pt x="67" y="115"/>
                    </a:cubicBezTo>
                    <a:cubicBezTo>
                      <a:pt x="345" y="191"/>
                      <a:pt x="590" y="349"/>
                      <a:pt x="847" y="475"/>
                    </a:cubicBezTo>
                    <a:cubicBezTo>
                      <a:pt x="1116" y="609"/>
                      <a:pt x="1387" y="738"/>
                      <a:pt x="1655" y="880"/>
                    </a:cubicBezTo>
                    <a:cubicBezTo>
                      <a:pt x="1664" y="885"/>
                      <a:pt x="1673" y="888"/>
                      <a:pt x="1682" y="888"/>
                    </a:cubicBezTo>
                    <a:cubicBezTo>
                      <a:pt x="1733" y="888"/>
                      <a:pt x="1767" y="811"/>
                      <a:pt x="1711" y="781"/>
                    </a:cubicBezTo>
                    <a:cubicBezTo>
                      <a:pt x="1438" y="636"/>
                      <a:pt x="1159" y="505"/>
                      <a:pt x="882" y="364"/>
                    </a:cubicBezTo>
                    <a:cubicBezTo>
                      <a:pt x="626" y="235"/>
                      <a:pt x="378" y="81"/>
                      <a:pt x="97" y="3"/>
                    </a:cubicBezTo>
                    <a:cubicBezTo>
                      <a:pt x="92" y="2"/>
                      <a:pt x="87" y="1"/>
                      <a:pt x="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rgbClr val="3C3C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22300" lIns="91425" spcFirstLastPara="1" rIns="91425" wrap="square" tIns="223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24" name="Google Shape;124;p3"/>
              <p:cNvSpPr/>
              <p:nvPr/>
            </p:nvSpPr>
            <p:spPr>
              <a:xfrm>
                <a:off x="583560" y="3525480"/>
                <a:ext cx="105480" cy="15480"/>
              </a:xfrm>
              <a:custGeom>
                <a:rect b="b" l="l" r="r" t="t"/>
                <a:pathLst>
                  <a:path extrusionOk="0" h="314" w="2102">
                    <a:moveTo>
                      <a:pt x="87" y="0"/>
                    </a:moveTo>
                    <a:cubicBezTo>
                      <a:pt x="41" y="0"/>
                      <a:pt x="1" y="59"/>
                      <a:pt x="44" y="98"/>
                    </a:cubicBezTo>
                    <a:cubicBezTo>
                      <a:pt x="119" y="164"/>
                      <a:pt x="252" y="169"/>
                      <a:pt x="350" y="176"/>
                    </a:cubicBezTo>
                    <a:cubicBezTo>
                      <a:pt x="520" y="190"/>
                      <a:pt x="689" y="227"/>
                      <a:pt x="859" y="241"/>
                    </a:cubicBezTo>
                    <a:cubicBezTo>
                      <a:pt x="1249" y="275"/>
                      <a:pt x="1640" y="285"/>
                      <a:pt x="2029" y="313"/>
                    </a:cubicBezTo>
                    <a:cubicBezTo>
                      <a:pt x="2031" y="313"/>
                      <a:pt x="2033" y="313"/>
                      <a:pt x="2034" y="313"/>
                    </a:cubicBezTo>
                    <a:cubicBezTo>
                      <a:pt x="2102" y="313"/>
                      <a:pt x="2098" y="204"/>
                      <a:pt x="2028" y="197"/>
                    </a:cubicBezTo>
                    <a:cubicBezTo>
                      <a:pt x="1665" y="170"/>
                      <a:pt x="1300" y="157"/>
                      <a:pt x="937" y="132"/>
                    </a:cubicBezTo>
                    <a:cubicBezTo>
                      <a:pt x="767" y="119"/>
                      <a:pt x="597" y="99"/>
                      <a:pt x="429" y="69"/>
                    </a:cubicBezTo>
                    <a:cubicBezTo>
                      <a:pt x="374" y="58"/>
                      <a:pt x="317" y="58"/>
                      <a:pt x="264" y="51"/>
                    </a:cubicBezTo>
                    <a:cubicBezTo>
                      <a:pt x="224" y="47"/>
                      <a:pt x="154" y="42"/>
                      <a:pt x="125" y="16"/>
                    </a:cubicBezTo>
                    <a:cubicBezTo>
                      <a:pt x="113" y="5"/>
                      <a:pt x="99" y="0"/>
                      <a:pt x="8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rgbClr val="3C3C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7900" lIns="91425" spcFirstLastPara="1" rIns="91425" wrap="square" tIns="7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25" name="Google Shape;125;p3"/>
              <p:cNvSpPr/>
              <p:nvPr/>
            </p:nvSpPr>
            <p:spPr>
              <a:xfrm>
                <a:off x="581040" y="3493800"/>
                <a:ext cx="105120" cy="10800"/>
              </a:xfrm>
              <a:custGeom>
                <a:rect b="b" l="l" r="r" t="t"/>
                <a:pathLst>
                  <a:path extrusionOk="0" h="221" w="2095">
                    <a:moveTo>
                      <a:pt x="2023" y="1"/>
                    </a:moveTo>
                    <a:cubicBezTo>
                      <a:pt x="2023" y="1"/>
                      <a:pt x="2022" y="1"/>
                      <a:pt x="2021" y="1"/>
                    </a:cubicBezTo>
                    <a:cubicBezTo>
                      <a:pt x="1697" y="13"/>
                      <a:pt x="1378" y="83"/>
                      <a:pt x="1054" y="83"/>
                    </a:cubicBezTo>
                    <a:cubicBezTo>
                      <a:pt x="1039" y="83"/>
                      <a:pt x="1024" y="83"/>
                      <a:pt x="1009" y="83"/>
                    </a:cubicBezTo>
                    <a:cubicBezTo>
                      <a:pt x="848" y="79"/>
                      <a:pt x="689" y="63"/>
                      <a:pt x="529" y="63"/>
                    </a:cubicBezTo>
                    <a:cubicBezTo>
                      <a:pt x="522" y="63"/>
                      <a:pt x="515" y="63"/>
                      <a:pt x="509" y="63"/>
                    </a:cubicBezTo>
                    <a:cubicBezTo>
                      <a:pt x="441" y="63"/>
                      <a:pt x="373" y="69"/>
                      <a:pt x="303" y="82"/>
                    </a:cubicBezTo>
                    <a:cubicBezTo>
                      <a:pt x="243" y="93"/>
                      <a:pt x="183" y="106"/>
                      <a:pt x="122" y="106"/>
                    </a:cubicBezTo>
                    <a:cubicBezTo>
                      <a:pt x="106" y="106"/>
                      <a:pt x="90" y="105"/>
                      <a:pt x="74" y="103"/>
                    </a:cubicBezTo>
                    <a:cubicBezTo>
                      <a:pt x="71" y="102"/>
                      <a:pt x="68" y="102"/>
                      <a:pt x="65" y="102"/>
                    </a:cubicBezTo>
                    <a:cubicBezTo>
                      <a:pt x="0" y="102"/>
                      <a:pt x="3" y="209"/>
                      <a:pt x="74" y="218"/>
                    </a:cubicBezTo>
                    <a:cubicBezTo>
                      <a:pt x="93" y="220"/>
                      <a:pt x="111" y="221"/>
                      <a:pt x="130" y="221"/>
                    </a:cubicBezTo>
                    <a:cubicBezTo>
                      <a:pt x="251" y="221"/>
                      <a:pt x="373" y="180"/>
                      <a:pt x="495" y="178"/>
                    </a:cubicBezTo>
                    <a:cubicBezTo>
                      <a:pt x="506" y="178"/>
                      <a:pt x="517" y="178"/>
                      <a:pt x="529" y="178"/>
                    </a:cubicBezTo>
                    <a:cubicBezTo>
                      <a:pt x="689" y="178"/>
                      <a:pt x="849" y="195"/>
                      <a:pt x="1006" y="198"/>
                    </a:cubicBezTo>
                    <a:cubicBezTo>
                      <a:pt x="1024" y="198"/>
                      <a:pt x="1041" y="198"/>
                      <a:pt x="1059" y="198"/>
                    </a:cubicBezTo>
                    <a:cubicBezTo>
                      <a:pt x="1381" y="198"/>
                      <a:pt x="1697" y="128"/>
                      <a:pt x="2018" y="117"/>
                    </a:cubicBezTo>
                    <a:cubicBezTo>
                      <a:pt x="2094" y="113"/>
                      <a:pt x="2094" y="1"/>
                      <a:pt x="202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rgbClr val="3C3C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5400" lIns="91425" spcFirstLastPara="1" rIns="91425" wrap="square" tIns="54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26" name="Google Shape;126;p3"/>
              <p:cNvSpPr/>
              <p:nvPr/>
            </p:nvSpPr>
            <p:spPr>
              <a:xfrm>
                <a:off x="570240" y="3426120"/>
                <a:ext cx="79920" cy="38520"/>
              </a:xfrm>
              <a:custGeom>
                <a:rect b="b" l="l" r="r" t="t"/>
                <a:pathLst>
                  <a:path extrusionOk="0" h="770" w="1596">
                    <a:moveTo>
                      <a:pt x="1512" y="1"/>
                    </a:moveTo>
                    <a:cubicBezTo>
                      <a:pt x="1499" y="1"/>
                      <a:pt x="1486" y="6"/>
                      <a:pt x="1474" y="19"/>
                    </a:cubicBezTo>
                    <a:cubicBezTo>
                      <a:pt x="1391" y="108"/>
                      <a:pt x="1249" y="129"/>
                      <a:pt x="1136" y="162"/>
                    </a:cubicBezTo>
                    <a:cubicBezTo>
                      <a:pt x="1015" y="196"/>
                      <a:pt x="913" y="250"/>
                      <a:pt x="808" y="320"/>
                    </a:cubicBezTo>
                    <a:cubicBezTo>
                      <a:pt x="694" y="401"/>
                      <a:pt x="582" y="488"/>
                      <a:pt x="460" y="557"/>
                    </a:cubicBezTo>
                    <a:cubicBezTo>
                      <a:pt x="397" y="593"/>
                      <a:pt x="334" y="622"/>
                      <a:pt x="267" y="638"/>
                    </a:cubicBezTo>
                    <a:cubicBezTo>
                      <a:pt x="233" y="646"/>
                      <a:pt x="199" y="654"/>
                      <a:pt x="169" y="654"/>
                    </a:cubicBezTo>
                    <a:cubicBezTo>
                      <a:pt x="149" y="654"/>
                      <a:pt x="130" y="651"/>
                      <a:pt x="114" y="642"/>
                    </a:cubicBezTo>
                    <a:cubicBezTo>
                      <a:pt x="104" y="637"/>
                      <a:pt x="95" y="635"/>
                      <a:pt x="86" y="635"/>
                    </a:cubicBezTo>
                    <a:cubicBezTo>
                      <a:pt x="34" y="635"/>
                      <a:pt x="0" y="712"/>
                      <a:pt x="56" y="741"/>
                    </a:cubicBezTo>
                    <a:cubicBezTo>
                      <a:pt x="93" y="761"/>
                      <a:pt x="134" y="769"/>
                      <a:pt x="176" y="769"/>
                    </a:cubicBezTo>
                    <a:cubicBezTo>
                      <a:pt x="258" y="769"/>
                      <a:pt x="344" y="739"/>
                      <a:pt x="416" y="707"/>
                    </a:cubicBezTo>
                    <a:cubicBezTo>
                      <a:pt x="563" y="642"/>
                      <a:pt x="694" y="543"/>
                      <a:pt x="824" y="448"/>
                    </a:cubicBezTo>
                    <a:cubicBezTo>
                      <a:pt x="943" y="366"/>
                      <a:pt x="1055" y="302"/>
                      <a:pt x="1195" y="264"/>
                    </a:cubicBezTo>
                    <a:cubicBezTo>
                      <a:pt x="1320" y="231"/>
                      <a:pt x="1463" y="199"/>
                      <a:pt x="1558" y="99"/>
                    </a:cubicBezTo>
                    <a:cubicBezTo>
                      <a:pt x="1595" y="59"/>
                      <a:pt x="1556" y="1"/>
                      <a:pt x="151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rgbClr val="3C3C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9425" lIns="91425" spcFirstLastPara="1" rIns="91425" wrap="square" tIns="19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27" name="Google Shape;127;p3"/>
              <p:cNvSpPr/>
              <p:nvPr/>
            </p:nvSpPr>
            <p:spPr>
              <a:xfrm>
                <a:off x="538920" y="3386160"/>
                <a:ext cx="54720" cy="45360"/>
              </a:xfrm>
              <a:custGeom>
                <a:rect b="b" l="l" r="r" t="t"/>
                <a:pathLst>
                  <a:path extrusionOk="0" h="905" w="1096">
                    <a:moveTo>
                      <a:pt x="152" y="809"/>
                    </a:moveTo>
                    <a:cubicBezTo>
                      <a:pt x="153" y="810"/>
                      <a:pt x="153" y="811"/>
                      <a:pt x="153" y="811"/>
                    </a:cubicBezTo>
                    <a:cubicBezTo>
                      <a:pt x="153" y="811"/>
                      <a:pt x="152" y="810"/>
                      <a:pt x="152" y="809"/>
                    </a:cubicBezTo>
                    <a:close/>
                    <a:moveTo>
                      <a:pt x="38" y="850"/>
                    </a:moveTo>
                    <a:cubicBezTo>
                      <a:pt x="38" y="850"/>
                      <a:pt x="39" y="851"/>
                      <a:pt x="41" y="852"/>
                    </a:cubicBezTo>
                    <a:lnTo>
                      <a:pt x="41" y="852"/>
                    </a:lnTo>
                    <a:cubicBezTo>
                      <a:pt x="39" y="851"/>
                      <a:pt x="38" y="850"/>
                      <a:pt x="38" y="850"/>
                    </a:cubicBezTo>
                    <a:close/>
                    <a:moveTo>
                      <a:pt x="1017" y="0"/>
                    </a:moveTo>
                    <a:cubicBezTo>
                      <a:pt x="1004" y="0"/>
                      <a:pt x="991" y="6"/>
                      <a:pt x="980" y="20"/>
                    </a:cubicBezTo>
                    <a:cubicBezTo>
                      <a:pt x="928" y="88"/>
                      <a:pt x="844" y="119"/>
                      <a:pt x="772" y="159"/>
                    </a:cubicBezTo>
                    <a:cubicBezTo>
                      <a:pt x="681" y="205"/>
                      <a:pt x="613" y="276"/>
                      <a:pt x="539" y="346"/>
                    </a:cubicBezTo>
                    <a:cubicBezTo>
                      <a:pt x="393" y="482"/>
                      <a:pt x="246" y="617"/>
                      <a:pt x="108" y="762"/>
                    </a:cubicBezTo>
                    <a:lnTo>
                      <a:pt x="108" y="762"/>
                    </a:lnTo>
                    <a:cubicBezTo>
                      <a:pt x="101" y="758"/>
                      <a:pt x="93" y="757"/>
                      <a:pt x="86" y="757"/>
                    </a:cubicBezTo>
                    <a:cubicBezTo>
                      <a:pt x="41" y="757"/>
                      <a:pt x="0" y="815"/>
                      <a:pt x="43" y="854"/>
                    </a:cubicBezTo>
                    <a:cubicBezTo>
                      <a:pt x="42" y="854"/>
                      <a:pt x="41" y="853"/>
                      <a:pt x="41" y="852"/>
                    </a:cubicBezTo>
                    <a:lnTo>
                      <a:pt x="41" y="852"/>
                    </a:lnTo>
                    <a:cubicBezTo>
                      <a:pt x="42" y="854"/>
                      <a:pt x="45" y="858"/>
                      <a:pt x="46" y="862"/>
                    </a:cubicBezTo>
                    <a:cubicBezTo>
                      <a:pt x="52" y="872"/>
                      <a:pt x="57" y="879"/>
                      <a:pt x="66" y="889"/>
                    </a:cubicBezTo>
                    <a:cubicBezTo>
                      <a:pt x="77" y="899"/>
                      <a:pt x="93" y="905"/>
                      <a:pt x="108" y="905"/>
                    </a:cubicBezTo>
                    <a:cubicBezTo>
                      <a:pt x="123" y="905"/>
                      <a:pt x="138" y="900"/>
                      <a:pt x="148" y="889"/>
                    </a:cubicBezTo>
                    <a:cubicBezTo>
                      <a:pt x="298" y="727"/>
                      <a:pt x="460" y="578"/>
                      <a:pt x="620" y="428"/>
                    </a:cubicBezTo>
                    <a:cubicBezTo>
                      <a:pt x="658" y="393"/>
                      <a:pt x="697" y="357"/>
                      <a:pt x="733" y="322"/>
                    </a:cubicBezTo>
                    <a:cubicBezTo>
                      <a:pt x="767" y="289"/>
                      <a:pt x="807" y="268"/>
                      <a:pt x="847" y="247"/>
                    </a:cubicBezTo>
                    <a:cubicBezTo>
                      <a:pt x="923" y="205"/>
                      <a:pt x="1007" y="169"/>
                      <a:pt x="1062" y="99"/>
                    </a:cubicBezTo>
                    <a:cubicBezTo>
                      <a:pt x="1096" y="58"/>
                      <a:pt x="1058" y="0"/>
                      <a:pt x="101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rgbClr val="3C3C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22675" lIns="91425" spcFirstLastPara="1" rIns="91425" wrap="square" tIns="226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28" name="Google Shape;128;p3"/>
              <p:cNvSpPr/>
              <p:nvPr/>
            </p:nvSpPr>
            <p:spPr>
              <a:xfrm>
                <a:off x="513360" y="3363120"/>
                <a:ext cx="33120" cy="43200"/>
              </a:xfrm>
              <a:custGeom>
                <a:rect b="b" l="l" r="r" t="t"/>
                <a:pathLst>
                  <a:path extrusionOk="0" h="867" w="662">
                    <a:moveTo>
                      <a:pt x="24" y="813"/>
                    </a:moveTo>
                    <a:lnTo>
                      <a:pt x="24" y="813"/>
                    </a:lnTo>
                    <a:cubicBezTo>
                      <a:pt x="25" y="814"/>
                      <a:pt x="25" y="815"/>
                      <a:pt x="25" y="815"/>
                    </a:cubicBezTo>
                    <a:lnTo>
                      <a:pt x="25" y="815"/>
                    </a:lnTo>
                    <a:cubicBezTo>
                      <a:pt x="25" y="815"/>
                      <a:pt x="24" y="814"/>
                      <a:pt x="24" y="813"/>
                    </a:cubicBezTo>
                    <a:close/>
                    <a:moveTo>
                      <a:pt x="582" y="1"/>
                    </a:moveTo>
                    <a:cubicBezTo>
                      <a:pt x="565" y="1"/>
                      <a:pt x="548" y="9"/>
                      <a:pt x="537" y="30"/>
                    </a:cubicBezTo>
                    <a:cubicBezTo>
                      <a:pt x="467" y="164"/>
                      <a:pt x="394" y="298"/>
                      <a:pt x="315" y="427"/>
                    </a:cubicBezTo>
                    <a:cubicBezTo>
                      <a:pt x="249" y="531"/>
                      <a:pt x="178" y="636"/>
                      <a:pt x="91" y="727"/>
                    </a:cubicBezTo>
                    <a:lnTo>
                      <a:pt x="91" y="727"/>
                    </a:lnTo>
                    <a:cubicBezTo>
                      <a:pt x="82" y="723"/>
                      <a:pt x="73" y="721"/>
                      <a:pt x="64" y="721"/>
                    </a:cubicBezTo>
                    <a:cubicBezTo>
                      <a:pt x="50" y="721"/>
                      <a:pt x="37" y="726"/>
                      <a:pt x="26" y="737"/>
                    </a:cubicBezTo>
                    <a:cubicBezTo>
                      <a:pt x="5" y="757"/>
                      <a:pt x="0" y="799"/>
                      <a:pt x="26" y="819"/>
                    </a:cubicBezTo>
                    <a:cubicBezTo>
                      <a:pt x="26" y="818"/>
                      <a:pt x="26" y="818"/>
                      <a:pt x="26" y="817"/>
                    </a:cubicBezTo>
                    <a:lnTo>
                      <a:pt x="26" y="817"/>
                    </a:lnTo>
                    <a:cubicBezTo>
                      <a:pt x="27" y="821"/>
                      <a:pt x="29" y="825"/>
                      <a:pt x="30" y="830"/>
                    </a:cubicBezTo>
                    <a:cubicBezTo>
                      <a:pt x="36" y="838"/>
                      <a:pt x="41" y="845"/>
                      <a:pt x="49" y="850"/>
                    </a:cubicBezTo>
                    <a:cubicBezTo>
                      <a:pt x="61" y="861"/>
                      <a:pt x="75" y="867"/>
                      <a:pt x="90" y="867"/>
                    </a:cubicBezTo>
                    <a:cubicBezTo>
                      <a:pt x="104" y="867"/>
                      <a:pt x="118" y="861"/>
                      <a:pt x="131" y="850"/>
                    </a:cubicBezTo>
                    <a:cubicBezTo>
                      <a:pt x="240" y="750"/>
                      <a:pt x="328" y="624"/>
                      <a:pt x="408" y="496"/>
                    </a:cubicBezTo>
                    <a:cubicBezTo>
                      <a:pt x="491" y="363"/>
                      <a:pt x="564" y="227"/>
                      <a:pt x="638" y="89"/>
                    </a:cubicBezTo>
                    <a:cubicBezTo>
                      <a:pt x="661" y="42"/>
                      <a:pt x="621" y="1"/>
                      <a:pt x="5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rgbClr val="3C3C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21600" lIns="91425" spcFirstLastPara="1" rIns="91425" wrap="square" tIns="216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29" name="Google Shape;129;p3"/>
              <p:cNvSpPr/>
              <p:nvPr/>
            </p:nvSpPr>
            <p:spPr>
              <a:xfrm>
                <a:off x="479160" y="3350160"/>
                <a:ext cx="21600" cy="41400"/>
              </a:xfrm>
              <a:custGeom>
                <a:rect b="b" l="l" r="r" t="t"/>
                <a:pathLst>
                  <a:path extrusionOk="0" h="828" w="437">
                    <a:moveTo>
                      <a:pt x="368" y="0"/>
                    </a:moveTo>
                    <a:cubicBezTo>
                      <a:pt x="345" y="0"/>
                      <a:pt x="321" y="12"/>
                      <a:pt x="312" y="40"/>
                    </a:cubicBezTo>
                    <a:cubicBezTo>
                      <a:pt x="231" y="259"/>
                      <a:pt x="97" y="456"/>
                      <a:pt x="30" y="680"/>
                    </a:cubicBezTo>
                    <a:lnTo>
                      <a:pt x="30" y="680"/>
                    </a:lnTo>
                    <a:cubicBezTo>
                      <a:pt x="19" y="692"/>
                      <a:pt x="13" y="708"/>
                      <a:pt x="16" y="728"/>
                    </a:cubicBezTo>
                    <a:lnTo>
                      <a:pt x="16" y="728"/>
                    </a:lnTo>
                    <a:cubicBezTo>
                      <a:pt x="14" y="737"/>
                      <a:pt x="12" y="746"/>
                      <a:pt x="10" y="756"/>
                    </a:cubicBezTo>
                    <a:cubicBezTo>
                      <a:pt x="0" y="795"/>
                      <a:pt x="37" y="828"/>
                      <a:pt x="71" y="828"/>
                    </a:cubicBezTo>
                    <a:cubicBezTo>
                      <a:pt x="88" y="828"/>
                      <a:pt x="105" y="820"/>
                      <a:pt x="115" y="800"/>
                    </a:cubicBezTo>
                    <a:cubicBezTo>
                      <a:pt x="128" y="775"/>
                      <a:pt x="134" y="752"/>
                      <a:pt x="133" y="726"/>
                    </a:cubicBezTo>
                    <a:lnTo>
                      <a:pt x="133" y="726"/>
                    </a:lnTo>
                    <a:cubicBezTo>
                      <a:pt x="198" y="496"/>
                      <a:pt x="337" y="294"/>
                      <a:pt x="419" y="70"/>
                    </a:cubicBezTo>
                    <a:cubicBezTo>
                      <a:pt x="436" y="28"/>
                      <a:pt x="403" y="0"/>
                      <a:pt x="3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rgbClr val="3C3C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20875" lIns="91425" spcFirstLastPara="1" rIns="91425" wrap="square" tIns="208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30" name="Google Shape;130;p3"/>
              <p:cNvSpPr/>
              <p:nvPr/>
            </p:nvSpPr>
            <p:spPr>
              <a:xfrm>
                <a:off x="449640" y="3339360"/>
                <a:ext cx="21960" cy="34920"/>
              </a:xfrm>
              <a:custGeom>
                <a:rect b="b" l="l" r="r" t="t"/>
                <a:pathLst>
                  <a:path extrusionOk="0" h="700" w="440">
                    <a:moveTo>
                      <a:pt x="361" y="0"/>
                    </a:moveTo>
                    <a:cubicBezTo>
                      <a:pt x="344" y="0"/>
                      <a:pt x="327" y="9"/>
                      <a:pt x="316" y="29"/>
                    </a:cubicBezTo>
                    <a:cubicBezTo>
                      <a:pt x="215" y="220"/>
                      <a:pt x="126" y="418"/>
                      <a:pt x="25" y="611"/>
                    </a:cubicBezTo>
                    <a:cubicBezTo>
                      <a:pt x="1" y="657"/>
                      <a:pt x="41" y="699"/>
                      <a:pt x="80" y="699"/>
                    </a:cubicBezTo>
                    <a:cubicBezTo>
                      <a:pt x="97" y="699"/>
                      <a:pt x="114" y="691"/>
                      <a:pt x="124" y="671"/>
                    </a:cubicBezTo>
                    <a:cubicBezTo>
                      <a:pt x="225" y="479"/>
                      <a:pt x="314" y="281"/>
                      <a:pt x="415" y="87"/>
                    </a:cubicBezTo>
                    <a:cubicBezTo>
                      <a:pt x="439" y="42"/>
                      <a:pt x="399" y="0"/>
                      <a:pt x="3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rgbClr val="3C3C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7625" lIns="91425" spcFirstLastPara="1" rIns="91425" wrap="square" tIns="176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31" name="Google Shape;131;p3"/>
              <p:cNvSpPr/>
              <p:nvPr/>
            </p:nvSpPr>
            <p:spPr>
              <a:xfrm>
                <a:off x="422280" y="3327120"/>
                <a:ext cx="24480" cy="36360"/>
              </a:xfrm>
              <a:custGeom>
                <a:rect b="b" l="l" r="r" t="t"/>
                <a:pathLst>
                  <a:path extrusionOk="0" h="730" w="493">
                    <a:moveTo>
                      <a:pt x="415" y="0"/>
                    </a:moveTo>
                    <a:cubicBezTo>
                      <a:pt x="397" y="0"/>
                      <a:pt x="380" y="9"/>
                      <a:pt x="369" y="29"/>
                    </a:cubicBezTo>
                    <a:cubicBezTo>
                      <a:pt x="259" y="236"/>
                      <a:pt x="135" y="434"/>
                      <a:pt x="25" y="642"/>
                    </a:cubicBezTo>
                    <a:cubicBezTo>
                      <a:pt x="0" y="687"/>
                      <a:pt x="40" y="729"/>
                      <a:pt x="79" y="729"/>
                    </a:cubicBezTo>
                    <a:cubicBezTo>
                      <a:pt x="96" y="729"/>
                      <a:pt x="113" y="721"/>
                      <a:pt x="124" y="700"/>
                    </a:cubicBezTo>
                    <a:cubicBezTo>
                      <a:pt x="235" y="494"/>
                      <a:pt x="358" y="295"/>
                      <a:pt x="468" y="87"/>
                    </a:cubicBezTo>
                    <a:cubicBezTo>
                      <a:pt x="493" y="42"/>
                      <a:pt x="453" y="0"/>
                      <a:pt x="41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rgbClr val="3C3C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8350" lIns="91425" spcFirstLastPara="1" rIns="91425" wrap="square" tIns="183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32" name="Google Shape;132;p3"/>
              <p:cNvSpPr/>
              <p:nvPr/>
            </p:nvSpPr>
            <p:spPr>
              <a:xfrm>
                <a:off x="376920" y="3300840"/>
                <a:ext cx="41040" cy="47520"/>
              </a:xfrm>
              <a:custGeom>
                <a:rect b="b" l="l" r="r" t="t"/>
                <a:pathLst>
                  <a:path extrusionOk="0" h="952" w="823">
                    <a:moveTo>
                      <a:pt x="744" y="1"/>
                    </a:moveTo>
                    <a:cubicBezTo>
                      <a:pt x="727" y="1"/>
                      <a:pt x="710" y="9"/>
                      <a:pt x="699" y="29"/>
                    </a:cubicBezTo>
                    <a:cubicBezTo>
                      <a:pt x="608" y="198"/>
                      <a:pt x="491" y="341"/>
                      <a:pt x="356" y="477"/>
                    </a:cubicBezTo>
                    <a:cubicBezTo>
                      <a:pt x="288" y="547"/>
                      <a:pt x="217" y="616"/>
                      <a:pt x="153" y="690"/>
                    </a:cubicBezTo>
                    <a:cubicBezTo>
                      <a:pt x="114" y="738"/>
                      <a:pt x="85" y="807"/>
                      <a:pt x="37" y="843"/>
                    </a:cubicBezTo>
                    <a:cubicBezTo>
                      <a:pt x="13" y="863"/>
                      <a:pt x="0" y="892"/>
                      <a:pt x="16" y="922"/>
                    </a:cubicBezTo>
                    <a:cubicBezTo>
                      <a:pt x="26" y="940"/>
                      <a:pt x="48" y="952"/>
                      <a:pt x="69" y="952"/>
                    </a:cubicBezTo>
                    <a:cubicBezTo>
                      <a:pt x="79" y="952"/>
                      <a:pt x="89" y="949"/>
                      <a:pt x="97" y="943"/>
                    </a:cubicBezTo>
                    <a:cubicBezTo>
                      <a:pt x="150" y="901"/>
                      <a:pt x="192" y="841"/>
                      <a:pt x="228" y="782"/>
                    </a:cubicBezTo>
                    <a:cubicBezTo>
                      <a:pt x="254" y="742"/>
                      <a:pt x="292" y="708"/>
                      <a:pt x="325" y="674"/>
                    </a:cubicBezTo>
                    <a:cubicBezTo>
                      <a:pt x="362" y="636"/>
                      <a:pt x="398" y="598"/>
                      <a:pt x="438" y="561"/>
                    </a:cubicBezTo>
                    <a:cubicBezTo>
                      <a:pt x="580" y="419"/>
                      <a:pt x="703" y="268"/>
                      <a:pt x="798" y="90"/>
                    </a:cubicBezTo>
                    <a:cubicBezTo>
                      <a:pt x="823" y="43"/>
                      <a:pt x="783" y="1"/>
                      <a:pt x="7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rgbClr val="3C3C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23750" lIns="91425" spcFirstLastPara="1" rIns="91425" wrap="square" tIns="237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33" name="Google Shape;133;p3"/>
              <p:cNvSpPr/>
              <p:nvPr/>
            </p:nvSpPr>
            <p:spPr>
              <a:xfrm>
                <a:off x="345600" y="3282120"/>
                <a:ext cx="54720" cy="47880"/>
              </a:xfrm>
              <a:custGeom>
                <a:rect b="b" l="l" r="r" t="t"/>
                <a:pathLst>
                  <a:path extrusionOk="0" h="961" w="1091">
                    <a:moveTo>
                      <a:pt x="1011" y="1"/>
                    </a:moveTo>
                    <a:cubicBezTo>
                      <a:pt x="1002" y="1"/>
                      <a:pt x="991" y="4"/>
                      <a:pt x="981" y="10"/>
                    </a:cubicBezTo>
                    <a:cubicBezTo>
                      <a:pt x="874" y="80"/>
                      <a:pt x="797" y="182"/>
                      <a:pt x="719" y="278"/>
                    </a:cubicBezTo>
                    <a:cubicBezTo>
                      <a:pt x="655" y="356"/>
                      <a:pt x="584" y="421"/>
                      <a:pt x="510" y="492"/>
                    </a:cubicBezTo>
                    <a:cubicBezTo>
                      <a:pt x="435" y="566"/>
                      <a:pt x="357" y="642"/>
                      <a:pt x="275" y="713"/>
                    </a:cubicBezTo>
                    <a:cubicBezTo>
                      <a:pt x="216" y="764"/>
                      <a:pt x="146" y="827"/>
                      <a:pt x="68" y="846"/>
                    </a:cubicBezTo>
                    <a:cubicBezTo>
                      <a:pt x="1" y="862"/>
                      <a:pt x="23" y="960"/>
                      <a:pt x="84" y="960"/>
                    </a:cubicBezTo>
                    <a:cubicBezTo>
                      <a:pt x="88" y="960"/>
                      <a:pt x="93" y="960"/>
                      <a:pt x="98" y="958"/>
                    </a:cubicBezTo>
                    <a:cubicBezTo>
                      <a:pt x="182" y="937"/>
                      <a:pt x="254" y="880"/>
                      <a:pt x="318" y="827"/>
                    </a:cubicBezTo>
                    <a:cubicBezTo>
                      <a:pt x="404" y="756"/>
                      <a:pt x="485" y="678"/>
                      <a:pt x="564" y="600"/>
                    </a:cubicBezTo>
                    <a:cubicBezTo>
                      <a:pt x="635" y="530"/>
                      <a:pt x="712" y="465"/>
                      <a:pt x="772" y="387"/>
                    </a:cubicBezTo>
                    <a:cubicBezTo>
                      <a:pt x="853" y="289"/>
                      <a:pt x="928" y="179"/>
                      <a:pt x="1035" y="110"/>
                    </a:cubicBezTo>
                    <a:cubicBezTo>
                      <a:pt x="1090" y="75"/>
                      <a:pt x="1060" y="1"/>
                      <a:pt x="101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rgbClr val="3C3C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24100" lIns="91425" spcFirstLastPara="1" rIns="91425" wrap="square" tIns="24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34" name="Google Shape;134;p3"/>
              <p:cNvSpPr/>
              <p:nvPr/>
            </p:nvSpPr>
            <p:spPr>
              <a:xfrm>
                <a:off x="319680" y="3260160"/>
                <a:ext cx="53280" cy="47880"/>
              </a:xfrm>
              <a:custGeom>
                <a:rect b="b" l="l" r="r" t="t"/>
                <a:pathLst>
                  <a:path extrusionOk="0" h="958" w="1066">
                    <a:moveTo>
                      <a:pt x="995" y="1"/>
                    </a:moveTo>
                    <a:cubicBezTo>
                      <a:pt x="972" y="1"/>
                      <a:pt x="948" y="13"/>
                      <a:pt x="938" y="40"/>
                    </a:cubicBezTo>
                    <a:cubicBezTo>
                      <a:pt x="927" y="70"/>
                      <a:pt x="897" y="96"/>
                      <a:pt x="873" y="114"/>
                    </a:cubicBezTo>
                    <a:cubicBezTo>
                      <a:pt x="839" y="142"/>
                      <a:pt x="802" y="169"/>
                      <a:pt x="767" y="196"/>
                    </a:cubicBezTo>
                    <a:cubicBezTo>
                      <a:pt x="686" y="254"/>
                      <a:pt x="620" y="325"/>
                      <a:pt x="550" y="395"/>
                    </a:cubicBezTo>
                    <a:cubicBezTo>
                      <a:pt x="402" y="539"/>
                      <a:pt x="252" y="681"/>
                      <a:pt x="89" y="809"/>
                    </a:cubicBezTo>
                    <a:lnTo>
                      <a:pt x="89" y="809"/>
                    </a:lnTo>
                    <a:cubicBezTo>
                      <a:pt x="87" y="809"/>
                      <a:pt x="85" y="808"/>
                      <a:pt x="82" y="808"/>
                    </a:cubicBezTo>
                    <a:cubicBezTo>
                      <a:pt x="65" y="808"/>
                      <a:pt x="48" y="817"/>
                      <a:pt x="37" y="837"/>
                    </a:cubicBezTo>
                    <a:cubicBezTo>
                      <a:pt x="32" y="848"/>
                      <a:pt x="26" y="858"/>
                      <a:pt x="20" y="868"/>
                    </a:cubicBezTo>
                    <a:cubicBezTo>
                      <a:pt x="1" y="905"/>
                      <a:pt x="33" y="958"/>
                      <a:pt x="72" y="958"/>
                    </a:cubicBezTo>
                    <a:cubicBezTo>
                      <a:pt x="81" y="958"/>
                      <a:pt x="91" y="955"/>
                      <a:pt x="101" y="947"/>
                    </a:cubicBezTo>
                    <a:cubicBezTo>
                      <a:pt x="294" y="800"/>
                      <a:pt x="472" y="636"/>
                      <a:pt x="647" y="466"/>
                    </a:cubicBezTo>
                    <a:cubicBezTo>
                      <a:pt x="720" y="392"/>
                      <a:pt x="793" y="324"/>
                      <a:pt x="876" y="260"/>
                    </a:cubicBezTo>
                    <a:cubicBezTo>
                      <a:pt x="944" y="209"/>
                      <a:pt x="1024" y="155"/>
                      <a:pt x="1052" y="70"/>
                    </a:cubicBezTo>
                    <a:cubicBezTo>
                      <a:pt x="1066" y="28"/>
                      <a:pt x="1030" y="1"/>
                      <a:pt x="9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rgbClr val="3C3C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24100" lIns="91425" spcFirstLastPara="1" rIns="91425" wrap="square" tIns="24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35" name="Google Shape;135;p3"/>
              <p:cNvSpPr/>
              <p:nvPr/>
            </p:nvSpPr>
            <p:spPr>
              <a:xfrm>
                <a:off x="290160" y="3227400"/>
                <a:ext cx="68760" cy="43560"/>
              </a:xfrm>
              <a:custGeom>
                <a:rect b="b" l="l" r="r" t="t"/>
                <a:pathLst>
                  <a:path extrusionOk="0" h="870" w="1370">
                    <a:moveTo>
                      <a:pt x="1287" y="0"/>
                    </a:moveTo>
                    <a:cubicBezTo>
                      <a:pt x="1274" y="0"/>
                      <a:pt x="1261" y="6"/>
                      <a:pt x="1250" y="18"/>
                    </a:cubicBezTo>
                    <a:cubicBezTo>
                      <a:pt x="1173" y="103"/>
                      <a:pt x="1074" y="163"/>
                      <a:pt x="979" y="224"/>
                    </a:cubicBezTo>
                    <a:cubicBezTo>
                      <a:pt x="875" y="290"/>
                      <a:pt x="781" y="365"/>
                      <a:pt x="676" y="428"/>
                    </a:cubicBezTo>
                    <a:cubicBezTo>
                      <a:pt x="568" y="491"/>
                      <a:pt x="455" y="547"/>
                      <a:pt x="341" y="602"/>
                    </a:cubicBezTo>
                    <a:cubicBezTo>
                      <a:pt x="285" y="630"/>
                      <a:pt x="226" y="659"/>
                      <a:pt x="170" y="688"/>
                    </a:cubicBezTo>
                    <a:cubicBezTo>
                      <a:pt x="152" y="698"/>
                      <a:pt x="128" y="708"/>
                      <a:pt x="105" y="720"/>
                    </a:cubicBezTo>
                    <a:lnTo>
                      <a:pt x="105" y="720"/>
                    </a:lnTo>
                    <a:cubicBezTo>
                      <a:pt x="100" y="719"/>
                      <a:pt x="95" y="718"/>
                      <a:pt x="90" y="718"/>
                    </a:cubicBezTo>
                    <a:cubicBezTo>
                      <a:pt x="72" y="718"/>
                      <a:pt x="56" y="726"/>
                      <a:pt x="45" y="746"/>
                    </a:cubicBezTo>
                    <a:cubicBezTo>
                      <a:pt x="38" y="759"/>
                      <a:pt x="32" y="769"/>
                      <a:pt x="26" y="781"/>
                    </a:cubicBezTo>
                    <a:lnTo>
                      <a:pt x="26" y="781"/>
                    </a:lnTo>
                    <a:cubicBezTo>
                      <a:pt x="25" y="781"/>
                      <a:pt x="25" y="782"/>
                      <a:pt x="25" y="782"/>
                    </a:cubicBezTo>
                    <a:cubicBezTo>
                      <a:pt x="1" y="827"/>
                      <a:pt x="40" y="869"/>
                      <a:pt x="79" y="869"/>
                    </a:cubicBezTo>
                    <a:cubicBezTo>
                      <a:pt x="96" y="869"/>
                      <a:pt x="113" y="861"/>
                      <a:pt x="124" y="840"/>
                    </a:cubicBezTo>
                    <a:lnTo>
                      <a:pt x="124" y="840"/>
                    </a:lnTo>
                    <a:cubicBezTo>
                      <a:pt x="123" y="843"/>
                      <a:pt x="123" y="845"/>
                      <a:pt x="125" y="845"/>
                    </a:cubicBezTo>
                    <a:cubicBezTo>
                      <a:pt x="131" y="845"/>
                      <a:pt x="149" y="831"/>
                      <a:pt x="153" y="830"/>
                    </a:cubicBezTo>
                    <a:lnTo>
                      <a:pt x="191" y="809"/>
                    </a:lnTo>
                    <a:cubicBezTo>
                      <a:pt x="219" y="793"/>
                      <a:pt x="248" y="779"/>
                      <a:pt x="276" y="762"/>
                    </a:cubicBezTo>
                    <a:cubicBezTo>
                      <a:pt x="333" y="732"/>
                      <a:pt x="389" y="705"/>
                      <a:pt x="447" y="677"/>
                    </a:cubicBezTo>
                    <a:cubicBezTo>
                      <a:pt x="559" y="622"/>
                      <a:pt x="673" y="568"/>
                      <a:pt x="779" y="500"/>
                    </a:cubicBezTo>
                    <a:cubicBezTo>
                      <a:pt x="875" y="440"/>
                      <a:pt x="966" y="368"/>
                      <a:pt x="1063" y="307"/>
                    </a:cubicBezTo>
                    <a:cubicBezTo>
                      <a:pt x="1157" y="248"/>
                      <a:pt x="1255" y="185"/>
                      <a:pt x="1332" y="100"/>
                    </a:cubicBezTo>
                    <a:cubicBezTo>
                      <a:pt x="1370" y="58"/>
                      <a:pt x="1330" y="0"/>
                      <a:pt x="128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rgbClr val="3C3C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21950" lIns="91425" spcFirstLastPara="1" rIns="91425" wrap="square" tIns="219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36" name="Google Shape;136;p3"/>
              <p:cNvSpPr/>
              <p:nvPr/>
            </p:nvSpPr>
            <p:spPr>
              <a:xfrm>
                <a:off x="272160" y="3195720"/>
                <a:ext cx="65520" cy="32760"/>
              </a:xfrm>
              <a:custGeom>
                <a:rect b="b" l="l" r="r" t="t"/>
                <a:pathLst>
                  <a:path extrusionOk="0" h="659" w="1311">
                    <a:moveTo>
                      <a:pt x="1226" y="0"/>
                    </a:moveTo>
                    <a:cubicBezTo>
                      <a:pt x="1169" y="0"/>
                      <a:pt x="1101" y="47"/>
                      <a:pt x="1054" y="70"/>
                    </a:cubicBezTo>
                    <a:cubicBezTo>
                      <a:pt x="973" y="108"/>
                      <a:pt x="891" y="149"/>
                      <a:pt x="816" y="195"/>
                    </a:cubicBezTo>
                    <a:cubicBezTo>
                      <a:pt x="768" y="226"/>
                      <a:pt x="714" y="247"/>
                      <a:pt x="665" y="273"/>
                    </a:cubicBezTo>
                    <a:cubicBezTo>
                      <a:pt x="604" y="307"/>
                      <a:pt x="541" y="343"/>
                      <a:pt x="480" y="379"/>
                    </a:cubicBezTo>
                    <a:cubicBezTo>
                      <a:pt x="350" y="454"/>
                      <a:pt x="218" y="519"/>
                      <a:pt x="69" y="546"/>
                    </a:cubicBezTo>
                    <a:cubicBezTo>
                      <a:pt x="1" y="558"/>
                      <a:pt x="24" y="659"/>
                      <a:pt x="90" y="659"/>
                    </a:cubicBezTo>
                    <a:cubicBezTo>
                      <a:pt x="93" y="659"/>
                      <a:pt x="97" y="659"/>
                      <a:pt x="101" y="658"/>
                    </a:cubicBezTo>
                    <a:cubicBezTo>
                      <a:pt x="237" y="633"/>
                      <a:pt x="363" y="577"/>
                      <a:pt x="485" y="511"/>
                    </a:cubicBezTo>
                    <a:cubicBezTo>
                      <a:pt x="547" y="477"/>
                      <a:pt x="606" y="440"/>
                      <a:pt x="667" y="404"/>
                    </a:cubicBezTo>
                    <a:cubicBezTo>
                      <a:pt x="727" y="369"/>
                      <a:pt x="792" y="341"/>
                      <a:pt x="853" y="307"/>
                    </a:cubicBezTo>
                    <a:cubicBezTo>
                      <a:pt x="918" y="270"/>
                      <a:pt x="983" y="233"/>
                      <a:pt x="1051" y="198"/>
                    </a:cubicBezTo>
                    <a:cubicBezTo>
                      <a:pt x="1090" y="178"/>
                      <a:pt x="1131" y="158"/>
                      <a:pt x="1172" y="138"/>
                    </a:cubicBezTo>
                    <a:cubicBezTo>
                      <a:pt x="1186" y="131"/>
                      <a:pt x="1200" y="124"/>
                      <a:pt x="1214" y="120"/>
                    </a:cubicBezTo>
                    <a:cubicBezTo>
                      <a:pt x="1233" y="111"/>
                      <a:pt x="1244" y="114"/>
                      <a:pt x="1228" y="112"/>
                    </a:cubicBezTo>
                    <a:lnTo>
                      <a:pt x="1228" y="112"/>
                    </a:lnTo>
                    <a:cubicBezTo>
                      <a:pt x="1228" y="112"/>
                      <a:pt x="1229" y="112"/>
                      <a:pt x="1230" y="112"/>
                    </a:cubicBezTo>
                    <a:cubicBezTo>
                      <a:pt x="1289" y="112"/>
                      <a:pt x="1311" y="15"/>
                      <a:pt x="1244" y="2"/>
                    </a:cubicBezTo>
                    <a:cubicBezTo>
                      <a:pt x="1238" y="1"/>
                      <a:pt x="1232" y="0"/>
                      <a:pt x="122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rgbClr val="3C3C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6550" lIns="91425" spcFirstLastPara="1" rIns="91425" wrap="square" tIns="165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37" name="Google Shape;137;p3"/>
              <p:cNvSpPr/>
              <p:nvPr/>
            </p:nvSpPr>
            <p:spPr>
              <a:xfrm>
                <a:off x="255240" y="3156840"/>
                <a:ext cx="61920" cy="38880"/>
              </a:xfrm>
              <a:custGeom>
                <a:rect b="b" l="l" r="r" t="t"/>
                <a:pathLst>
                  <a:path extrusionOk="0" h="782" w="1239">
                    <a:moveTo>
                      <a:pt x="1158" y="0"/>
                    </a:moveTo>
                    <a:cubicBezTo>
                      <a:pt x="1148" y="0"/>
                      <a:pt x="1138" y="3"/>
                      <a:pt x="1128" y="9"/>
                    </a:cubicBezTo>
                    <a:cubicBezTo>
                      <a:pt x="989" y="94"/>
                      <a:pt x="861" y="192"/>
                      <a:pt x="728" y="284"/>
                    </a:cubicBezTo>
                    <a:cubicBezTo>
                      <a:pt x="650" y="337"/>
                      <a:pt x="571" y="385"/>
                      <a:pt x="493" y="436"/>
                    </a:cubicBezTo>
                    <a:cubicBezTo>
                      <a:pt x="414" y="490"/>
                      <a:pt x="334" y="542"/>
                      <a:pt x="252" y="590"/>
                    </a:cubicBezTo>
                    <a:cubicBezTo>
                      <a:pt x="218" y="612"/>
                      <a:pt x="183" y="631"/>
                      <a:pt x="147" y="648"/>
                    </a:cubicBezTo>
                    <a:cubicBezTo>
                      <a:pt x="136" y="654"/>
                      <a:pt x="125" y="660"/>
                      <a:pt x="115" y="663"/>
                    </a:cubicBezTo>
                    <a:cubicBezTo>
                      <a:pt x="106" y="666"/>
                      <a:pt x="101" y="667"/>
                      <a:pt x="99" y="668"/>
                    </a:cubicBezTo>
                    <a:lnTo>
                      <a:pt x="99" y="668"/>
                    </a:lnTo>
                    <a:cubicBezTo>
                      <a:pt x="99" y="668"/>
                      <a:pt x="99" y="668"/>
                      <a:pt x="99" y="668"/>
                    </a:cubicBezTo>
                    <a:cubicBezTo>
                      <a:pt x="103" y="668"/>
                      <a:pt x="115" y="669"/>
                      <a:pt x="129" y="681"/>
                    </a:cubicBezTo>
                    <a:cubicBezTo>
                      <a:pt x="119" y="673"/>
                      <a:pt x="109" y="669"/>
                      <a:pt x="99" y="668"/>
                    </a:cubicBezTo>
                    <a:lnTo>
                      <a:pt x="99" y="668"/>
                    </a:lnTo>
                    <a:cubicBezTo>
                      <a:pt x="98" y="668"/>
                      <a:pt x="98" y="668"/>
                      <a:pt x="97" y="668"/>
                    </a:cubicBezTo>
                    <a:cubicBezTo>
                      <a:pt x="97" y="668"/>
                      <a:pt x="98" y="668"/>
                      <a:pt x="99" y="668"/>
                    </a:cubicBezTo>
                    <a:lnTo>
                      <a:pt x="99" y="668"/>
                    </a:lnTo>
                    <a:cubicBezTo>
                      <a:pt x="99" y="668"/>
                      <a:pt x="99" y="668"/>
                      <a:pt x="99" y="668"/>
                    </a:cubicBezTo>
                    <a:lnTo>
                      <a:pt x="99" y="668"/>
                    </a:lnTo>
                    <a:cubicBezTo>
                      <a:pt x="99" y="668"/>
                      <a:pt x="99" y="668"/>
                      <a:pt x="99" y="668"/>
                    </a:cubicBezTo>
                    <a:lnTo>
                      <a:pt x="99" y="668"/>
                    </a:lnTo>
                    <a:cubicBezTo>
                      <a:pt x="99" y="668"/>
                      <a:pt x="99" y="668"/>
                      <a:pt x="99" y="668"/>
                    </a:cubicBezTo>
                    <a:lnTo>
                      <a:pt x="99" y="668"/>
                    </a:lnTo>
                    <a:cubicBezTo>
                      <a:pt x="96" y="667"/>
                      <a:pt x="94" y="667"/>
                      <a:pt x="91" y="667"/>
                    </a:cubicBezTo>
                    <a:cubicBezTo>
                      <a:pt x="43" y="667"/>
                      <a:pt x="1" y="726"/>
                      <a:pt x="47" y="762"/>
                    </a:cubicBezTo>
                    <a:cubicBezTo>
                      <a:pt x="64" y="776"/>
                      <a:pt x="83" y="782"/>
                      <a:pt x="103" y="782"/>
                    </a:cubicBezTo>
                    <a:cubicBezTo>
                      <a:pt x="153" y="782"/>
                      <a:pt x="206" y="747"/>
                      <a:pt x="245" y="725"/>
                    </a:cubicBezTo>
                    <a:cubicBezTo>
                      <a:pt x="336" y="675"/>
                      <a:pt x="421" y="619"/>
                      <a:pt x="506" y="562"/>
                    </a:cubicBezTo>
                    <a:cubicBezTo>
                      <a:pt x="584" y="511"/>
                      <a:pt x="662" y="463"/>
                      <a:pt x="738" y="412"/>
                    </a:cubicBezTo>
                    <a:cubicBezTo>
                      <a:pt x="888" y="313"/>
                      <a:pt x="1030" y="199"/>
                      <a:pt x="1185" y="104"/>
                    </a:cubicBezTo>
                    <a:cubicBezTo>
                      <a:pt x="1238" y="75"/>
                      <a:pt x="1207" y="0"/>
                      <a:pt x="115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rgbClr val="3C3C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9425" lIns="91425" spcFirstLastPara="1" rIns="91425" wrap="square" tIns="19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38" name="Google Shape;138;p3"/>
              <p:cNvSpPr/>
              <p:nvPr/>
            </p:nvSpPr>
            <p:spPr>
              <a:xfrm>
                <a:off x="243720" y="3123000"/>
                <a:ext cx="52920" cy="24480"/>
              </a:xfrm>
              <a:custGeom>
                <a:rect b="b" l="l" r="r" t="t"/>
                <a:pathLst>
                  <a:path extrusionOk="0" h="496" w="1061">
                    <a:moveTo>
                      <a:pt x="988" y="1"/>
                    </a:moveTo>
                    <a:cubicBezTo>
                      <a:pt x="982" y="1"/>
                      <a:pt x="975" y="2"/>
                      <a:pt x="968" y="5"/>
                    </a:cubicBezTo>
                    <a:cubicBezTo>
                      <a:pt x="660" y="112"/>
                      <a:pt x="345" y="227"/>
                      <a:pt x="57" y="389"/>
                    </a:cubicBezTo>
                    <a:cubicBezTo>
                      <a:pt x="1" y="419"/>
                      <a:pt x="35" y="496"/>
                      <a:pt x="87" y="496"/>
                    </a:cubicBezTo>
                    <a:cubicBezTo>
                      <a:pt x="96" y="496"/>
                      <a:pt x="106" y="494"/>
                      <a:pt x="115" y="488"/>
                    </a:cubicBezTo>
                    <a:cubicBezTo>
                      <a:pt x="395" y="332"/>
                      <a:pt x="698" y="220"/>
                      <a:pt x="1001" y="115"/>
                    </a:cubicBezTo>
                    <a:cubicBezTo>
                      <a:pt x="1061" y="94"/>
                      <a:pt x="1043" y="1"/>
                      <a:pt x="98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rgbClr val="3C3C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2225" lIns="91425" spcFirstLastPara="1" rIns="91425" wrap="square" tIns="122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39" name="Google Shape;139;p3"/>
              <p:cNvSpPr/>
              <p:nvPr/>
            </p:nvSpPr>
            <p:spPr>
              <a:xfrm>
                <a:off x="225360" y="3082680"/>
                <a:ext cx="49320" cy="25920"/>
              </a:xfrm>
              <a:custGeom>
                <a:rect b="b" l="l" r="r" t="t"/>
                <a:pathLst>
                  <a:path extrusionOk="0" h="520" w="983">
                    <a:moveTo>
                      <a:pt x="928" y="1"/>
                    </a:moveTo>
                    <a:cubicBezTo>
                      <a:pt x="926" y="1"/>
                      <a:pt x="925" y="1"/>
                      <a:pt x="923" y="1"/>
                    </a:cubicBezTo>
                    <a:cubicBezTo>
                      <a:pt x="620" y="34"/>
                      <a:pt x="378" y="218"/>
                      <a:pt x="123" y="367"/>
                    </a:cubicBezTo>
                    <a:lnTo>
                      <a:pt x="123" y="367"/>
                    </a:lnTo>
                    <a:cubicBezTo>
                      <a:pt x="113" y="361"/>
                      <a:pt x="102" y="358"/>
                      <a:pt x="92" y="358"/>
                    </a:cubicBezTo>
                    <a:cubicBezTo>
                      <a:pt x="74" y="358"/>
                      <a:pt x="57" y="366"/>
                      <a:pt x="47" y="386"/>
                    </a:cubicBezTo>
                    <a:cubicBezTo>
                      <a:pt x="38" y="402"/>
                      <a:pt x="31" y="419"/>
                      <a:pt x="23" y="433"/>
                    </a:cubicBezTo>
                    <a:cubicBezTo>
                      <a:pt x="1" y="475"/>
                      <a:pt x="33" y="520"/>
                      <a:pt x="74" y="520"/>
                    </a:cubicBezTo>
                    <a:cubicBezTo>
                      <a:pt x="83" y="520"/>
                      <a:pt x="93" y="517"/>
                      <a:pt x="102" y="513"/>
                    </a:cubicBezTo>
                    <a:cubicBezTo>
                      <a:pt x="366" y="369"/>
                      <a:pt x="617" y="151"/>
                      <a:pt x="924" y="117"/>
                    </a:cubicBezTo>
                    <a:cubicBezTo>
                      <a:pt x="957" y="114"/>
                      <a:pt x="981" y="93"/>
                      <a:pt x="982" y="59"/>
                    </a:cubicBezTo>
                    <a:cubicBezTo>
                      <a:pt x="981" y="31"/>
                      <a:pt x="957" y="1"/>
                      <a:pt x="92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rgbClr val="3C3C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2950" lIns="91425" spcFirstLastPara="1" rIns="91425" wrap="square" tIns="129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40" name="Google Shape;140;p3"/>
              <p:cNvSpPr/>
              <p:nvPr/>
            </p:nvSpPr>
            <p:spPr>
              <a:xfrm>
                <a:off x="215640" y="3055320"/>
                <a:ext cx="31320" cy="19080"/>
              </a:xfrm>
              <a:custGeom>
                <a:rect b="b" l="l" r="r" t="t"/>
                <a:pathLst>
                  <a:path extrusionOk="0" h="387" w="630">
                    <a:moveTo>
                      <a:pt x="545" y="1"/>
                    </a:moveTo>
                    <a:cubicBezTo>
                      <a:pt x="532" y="1"/>
                      <a:pt x="519" y="6"/>
                      <a:pt x="507" y="17"/>
                    </a:cubicBezTo>
                    <a:cubicBezTo>
                      <a:pt x="381" y="136"/>
                      <a:pt x="206" y="194"/>
                      <a:pt x="55" y="279"/>
                    </a:cubicBezTo>
                    <a:cubicBezTo>
                      <a:pt x="1" y="310"/>
                      <a:pt x="33" y="387"/>
                      <a:pt x="85" y="387"/>
                    </a:cubicBezTo>
                    <a:cubicBezTo>
                      <a:pt x="94" y="387"/>
                      <a:pt x="104" y="384"/>
                      <a:pt x="114" y="378"/>
                    </a:cubicBezTo>
                    <a:cubicBezTo>
                      <a:pt x="273" y="288"/>
                      <a:pt x="451" y="225"/>
                      <a:pt x="589" y="98"/>
                    </a:cubicBezTo>
                    <a:cubicBezTo>
                      <a:pt x="630" y="58"/>
                      <a:pt x="590" y="1"/>
                      <a:pt x="54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rgbClr val="3C3C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700" lIns="91425" spcFirstLastPara="1" rIns="91425" wrap="square" tIns="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41" name="Google Shape;141;p3"/>
              <p:cNvSpPr/>
              <p:nvPr/>
            </p:nvSpPr>
            <p:spPr>
              <a:xfrm>
                <a:off x="195840" y="3023280"/>
                <a:ext cx="32400" cy="34200"/>
              </a:xfrm>
              <a:custGeom>
                <a:rect b="b" l="l" r="r" t="t"/>
                <a:pathLst>
                  <a:path extrusionOk="0" h="684" w="650">
                    <a:moveTo>
                      <a:pt x="9" y="601"/>
                    </a:moveTo>
                    <a:cubicBezTo>
                      <a:pt x="9" y="601"/>
                      <a:pt x="9" y="602"/>
                      <a:pt x="9" y="602"/>
                    </a:cubicBezTo>
                    <a:cubicBezTo>
                      <a:pt x="9" y="602"/>
                      <a:pt x="9" y="601"/>
                      <a:pt x="9" y="601"/>
                    </a:cubicBezTo>
                    <a:close/>
                    <a:moveTo>
                      <a:pt x="565" y="1"/>
                    </a:moveTo>
                    <a:cubicBezTo>
                      <a:pt x="556" y="1"/>
                      <a:pt x="547" y="3"/>
                      <a:pt x="538" y="8"/>
                    </a:cubicBezTo>
                    <a:cubicBezTo>
                      <a:pt x="325" y="125"/>
                      <a:pt x="237" y="361"/>
                      <a:pt x="79" y="532"/>
                    </a:cubicBezTo>
                    <a:lnTo>
                      <a:pt x="79" y="532"/>
                    </a:lnTo>
                    <a:cubicBezTo>
                      <a:pt x="74" y="530"/>
                      <a:pt x="68" y="529"/>
                      <a:pt x="63" y="529"/>
                    </a:cubicBezTo>
                    <a:cubicBezTo>
                      <a:pt x="58" y="529"/>
                      <a:pt x="54" y="530"/>
                      <a:pt x="50" y="531"/>
                    </a:cubicBezTo>
                    <a:cubicBezTo>
                      <a:pt x="22" y="538"/>
                      <a:pt x="8" y="563"/>
                      <a:pt x="8" y="588"/>
                    </a:cubicBezTo>
                    <a:lnTo>
                      <a:pt x="8" y="588"/>
                    </a:lnTo>
                    <a:cubicBezTo>
                      <a:pt x="3" y="597"/>
                      <a:pt x="0" y="610"/>
                      <a:pt x="0" y="619"/>
                    </a:cubicBezTo>
                    <a:cubicBezTo>
                      <a:pt x="0" y="644"/>
                      <a:pt x="15" y="661"/>
                      <a:pt x="33" y="675"/>
                    </a:cubicBezTo>
                    <a:cubicBezTo>
                      <a:pt x="41" y="681"/>
                      <a:pt x="50" y="683"/>
                      <a:pt x="60" y="683"/>
                    </a:cubicBezTo>
                    <a:cubicBezTo>
                      <a:pt x="76" y="683"/>
                      <a:pt x="92" y="677"/>
                      <a:pt x="102" y="667"/>
                    </a:cubicBezTo>
                    <a:cubicBezTo>
                      <a:pt x="200" y="582"/>
                      <a:pt x="270" y="470"/>
                      <a:pt x="342" y="367"/>
                    </a:cubicBezTo>
                    <a:cubicBezTo>
                      <a:pt x="411" y="267"/>
                      <a:pt x="485" y="168"/>
                      <a:pt x="593" y="107"/>
                    </a:cubicBezTo>
                    <a:cubicBezTo>
                      <a:pt x="650" y="77"/>
                      <a:pt x="616" y="1"/>
                      <a:pt x="56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rgbClr val="3C3C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7275" lIns="91425" spcFirstLastPara="1" rIns="91425" wrap="square" tIns="17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42" name="Google Shape;142;p3"/>
              <p:cNvSpPr/>
              <p:nvPr/>
            </p:nvSpPr>
            <p:spPr>
              <a:xfrm>
                <a:off x="165600" y="2989440"/>
                <a:ext cx="15480" cy="50400"/>
              </a:xfrm>
              <a:custGeom>
                <a:rect b="b" l="l" r="r" t="t"/>
                <a:pathLst>
                  <a:path extrusionOk="0" h="1008" w="313">
                    <a:moveTo>
                      <a:pt x="232" y="0"/>
                    </a:moveTo>
                    <a:cubicBezTo>
                      <a:pt x="214" y="0"/>
                      <a:pt x="196" y="8"/>
                      <a:pt x="183" y="26"/>
                    </a:cubicBezTo>
                    <a:cubicBezTo>
                      <a:pt x="125" y="111"/>
                      <a:pt x="125" y="216"/>
                      <a:pt x="125" y="315"/>
                    </a:cubicBezTo>
                    <a:cubicBezTo>
                      <a:pt x="125" y="386"/>
                      <a:pt x="114" y="454"/>
                      <a:pt x="104" y="525"/>
                    </a:cubicBezTo>
                    <a:cubicBezTo>
                      <a:pt x="93" y="602"/>
                      <a:pt x="84" y="678"/>
                      <a:pt x="71" y="755"/>
                    </a:cubicBezTo>
                    <a:cubicBezTo>
                      <a:pt x="66" y="787"/>
                      <a:pt x="59" y="821"/>
                      <a:pt x="50" y="855"/>
                    </a:cubicBezTo>
                    <a:cubicBezTo>
                      <a:pt x="47" y="870"/>
                      <a:pt x="43" y="884"/>
                      <a:pt x="37" y="898"/>
                    </a:cubicBezTo>
                    <a:cubicBezTo>
                      <a:pt x="37" y="899"/>
                      <a:pt x="31" y="909"/>
                      <a:pt x="32" y="909"/>
                    </a:cubicBezTo>
                    <a:cubicBezTo>
                      <a:pt x="32" y="909"/>
                      <a:pt x="32" y="909"/>
                      <a:pt x="32" y="909"/>
                    </a:cubicBezTo>
                    <a:lnTo>
                      <a:pt x="32" y="909"/>
                    </a:lnTo>
                    <a:cubicBezTo>
                      <a:pt x="1" y="952"/>
                      <a:pt x="39" y="1008"/>
                      <a:pt x="78" y="1008"/>
                    </a:cubicBezTo>
                    <a:cubicBezTo>
                      <a:pt x="91" y="1008"/>
                      <a:pt x="104" y="1002"/>
                      <a:pt x="115" y="987"/>
                    </a:cubicBezTo>
                    <a:cubicBezTo>
                      <a:pt x="154" y="942"/>
                      <a:pt x="164" y="879"/>
                      <a:pt x="175" y="823"/>
                    </a:cubicBezTo>
                    <a:cubicBezTo>
                      <a:pt x="190" y="739"/>
                      <a:pt x="200" y="657"/>
                      <a:pt x="212" y="572"/>
                    </a:cubicBezTo>
                    <a:cubicBezTo>
                      <a:pt x="220" y="504"/>
                      <a:pt x="234" y="437"/>
                      <a:pt x="239" y="369"/>
                    </a:cubicBezTo>
                    <a:cubicBezTo>
                      <a:pt x="243" y="274"/>
                      <a:pt x="226" y="167"/>
                      <a:pt x="283" y="83"/>
                    </a:cubicBezTo>
                    <a:cubicBezTo>
                      <a:pt x="312" y="41"/>
                      <a:pt x="272" y="0"/>
                      <a:pt x="2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rgbClr val="3C3C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25200" lIns="91425" spcFirstLastPara="1" rIns="91425" wrap="square" tIns="252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43" name="Google Shape;143;p3"/>
              <p:cNvSpPr/>
              <p:nvPr/>
            </p:nvSpPr>
            <p:spPr>
              <a:xfrm>
                <a:off x="128520" y="2976120"/>
                <a:ext cx="14760" cy="65880"/>
              </a:xfrm>
              <a:custGeom>
                <a:rect b="b" l="l" r="r" t="t"/>
                <a:pathLst>
                  <a:path extrusionOk="0" h="1315" w="303">
                    <a:moveTo>
                      <a:pt x="66" y="1"/>
                    </a:moveTo>
                    <a:cubicBezTo>
                      <a:pt x="38" y="1"/>
                      <a:pt x="8" y="20"/>
                      <a:pt x="6" y="57"/>
                    </a:cubicBezTo>
                    <a:cubicBezTo>
                      <a:pt x="1" y="192"/>
                      <a:pt x="55" y="317"/>
                      <a:pt x="91" y="443"/>
                    </a:cubicBezTo>
                    <a:cubicBezTo>
                      <a:pt x="121" y="546"/>
                      <a:pt x="130" y="648"/>
                      <a:pt x="127" y="754"/>
                    </a:cubicBezTo>
                    <a:cubicBezTo>
                      <a:pt x="123" y="858"/>
                      <a:pt x="114" y="958"/>
                      <a:pt x="116" y="1060"/>
                    </a:cubicBezTo>
                    <a:cubicBezTo>
                      <a:pt x="118" y="1141"/>
                      <a:pt x="123" y="1235"/>
                      <a:pt x="182" y="1297"/>
                    </a:cubicBezTo>
                    <a:cubicBezTo>
                      <a:pt x="194" y="1309"/>
                      <a:pt x="207" y="1314"/>
                      <a:pt x="220" y="1314"/>
                    </a:cubicBezTo>
                    <a:cubicBezTo>
                      <a:pt x="263" y="1314"/>
                      <a:pt x="302" y="1257"/>
                      <a:pt x="263" y="1215"/>
                    </a:cubicBezTo>
                    <a:cubicBezTo>
                      <a:pt x="219" y="1170"/>
                      <a:pt x="232" y="1060"/>
                      <a:pt x="232" y="1004"/>
                    </a:cubicBezTo>
                    <a:cubicBezTo>
                      <a:pt x="233" y="909"/>
                      <a:pt x="242" y="811"/>
                      <a:pt x="243" y="716"/>
                    </a:cubicBezTo>
                    <a:cubicBezTo>
                      <a:pt x="246" y="620"/>
                      <a:pt x="235" y="525"/>
                      <a:pt x="208" y="430"/>
                    </a:cubicBezTo>
                    <a:cubicBezTo>
                      <a:pt x="172" y="308"/>
                      <a:pt x="116" y="186"/>
                      <a:pt x="121" y="57"/>
                    </a:cubicBezTo>
                    <a:cubicBezTo>
                      <a:pt x="123" y="20"/>
                      <a:pt x="95" y="1"/>
                      <a:pt x="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rgbClr val="3C3C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33100" lIns="91425" spcFirstLastPara="1" rIns="91425" wrap="square" tIns="33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44" name="Google Shape;144;p3"/>
              <p:cNvSpPr/>
              <p:nvPr/>
            </p:nvSpPr>
            <p:spPr>
              <a:xfrm>
                <a:off x="86400" y="2991960"/>
                <a:ext cx="22680" cy="53280"/>
              </a:xfrm>
              <a:custGeom>
                <a:rect b="b" l="l" r="r" t="t"/>
                <a:pathLst>
                  <a:path extrusionOk="0" h="1067" w="455">
                    <a:moveTo>
                      <a:pt x="70" y="1"/>
                    </a:moveTo>
                    <a:cubicBezTo>
                      <a:pt x="37" y="1"/>
                      <a:pt x="1" y="29"/>
                      <a:pt x="11" y="72"/>
                    </a:cubicBezTo>
                    <a:cubicBezTo>
                      <a:pt x="79" y="382"/>
                      <a:pt x="182" y="684"/>
                      <a:pt x="315" y="974"/>
                    </a:cubicBezTo>
                    <a:lnTo>
                      <a:pt x="315" y="974"/>
                    </a:lnTo>
                    <a:cubicBezTo>
                      <a:pt x="314" y="983"/>
                      <a:pt x="316" y="994"/>
                      <a:pt x="321" y="1005"/>
                    </a:cubicBezTo>
                    <a:cubicBezTo>
                      <a:pt x="327" y="1015"/>
                      <a:pt x="333" y="1025"/>
                      <a:pt x="341" y="1032"/>
                    </a:cubicBezTo>
                    <a:cubicBezTo>
                      <a:pt x="342" y="1032"/>
                      <a:pt x="342" y="1032"/>
                      <a:pt x="342" y="1032"/>
                    </a:cubicBezTo>
                    <a:lnTo>
                      <a:pt x="342" y="1032"/>
                    </a:lnTo>
                    <a:cubicBezTo>
                      <a:pt x="343" y="1035"/>
                      <a:pt x="344" y="1037"/>
                      <a:pt x="345" y="1039"/>
                    </a:cubicBezTo>
                    <a:cubicBezTo>
                      <a:pt x="355" y="1058"/>
                      <a:pt x="373" y="1066"/>
                      <a:pt x="391" y="1066"/>
                    </a:cubicBezTo>
                    <a:cubicBezTo>
                      <a:pt x="416" y="1066"/>
                      <a:pt x="442" y="1051"/>
                      <a:pt x="449" y="1025"/>
                    </a:cubicBezTo>
                    <a:cubicBezTo>
                      <a:pt x="454" y="1006"/>
                      <a:pt x="454" y="989"/>
                      <a:pt x="445" y="971"/>
                    </a:cubicBezTo>
                    <a:cubicBezTo>
                      <a:pt x="442" y="967"/>
                      <a:pt x="440" y="964"/>
                      <a:pt x="437" y="961"/>
                    </a:cubicBezTo>
                    <a:lnTo>
                      <a:pt x="437" y="961"/>
                    </a:lnTo>
                    <a:cubicBezTo>
                      <a:pt x="296" y="667"/>
                      <a:pt x="191" y="357"/>
                      <a:pt x="120" y="41"/>
                    </a:cubicBezTo>
                    <a:cubicBezTo>
                      <a:pt x="114" y="13"/>
                      <a:pt x="93" y="1"/>
                      <a:pt x="7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rgbClr val="3C3C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26625" lIns="91425" spcFirstLastPara="1" rIns="91425" wrap="square" tIns="266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45" name="Google Shape;145;p3"/>
              <p:cNvSpPr/>
              <p:nvPr/>
            </p:nvSpPr>
            <p:spPr>
              <a:xfrm>
                <a:off x="46080" y="3039480"/>
                <a:ext cx="41760" cy="33120"/>
              </a:xfrm>
              <a:custGeom>
                <a:rect b="b" l="l" r="r" t="t"/>
                <a:pathLst>
                  <a:path extrusionOk="0" h="667" w="836">
                    <a:moveTo>
                      <a:pt x="119" y="61"/>
                    </a:moveTo>
                    <a:cubicBezTo>
                      <a:pt x="119" y="61"/>
                      <a:pt x="119" y="62"/>
                      <a:pt x="119" y="62"/>
                    </a:cubicBezTo>
                    <a:lnTo>
                      <a:pt x="119" y="62"/>
                    </a:lnTo>
                    <a:cubicBezTo>
                      <a:pt x="119" y="62"/>
                      <a:pt x="119" y="61"/>
                      <a:pt x="119" y="61"/>
                    </a:cubicBezTo>
                    <a:close/>
                    <a:moveTo>
                      <a:pt x="57" y="1"/>
                    </a:moveTo>
                    <a:cubicBezTo>
                      <a:pt x="28" y="1"/>
                      <a:pt x="0" y="20"/>
                      <a:pt x="1" y="57"/>
                    </a:cubicBezTo>
                    <a:cubicBezTo>
                      <a:pt x="2" y="123"/>
                      <a:pt x="59" y="169"/>
                      <a:pt x="113" y="200"/>
                    </a:cubicBezTo>
                    <a:cubicBezTo>
                      <a:pt x="170" y="235"/>
                      <a:pt x="233" y="262"/>
                      <a:pt x="289" y="300"/>
                    </a:cubicBezTo>
                    <a:cubicBezTo>
                      <a:pt x="408" y="385"/>
                      <a:pt x="543" y="473"/>
                      <a:pt x="656" y="582"/>
                    </a:cubicBezTo>
                    <a:lnTo>
                      <a:pt x="656" y="582"/>
                    </a:lnTo>
                    <a:cubicBezTo>
                      <a:pt x="654" y="602"/>
                      <a:pt x="662" y="621"/>
                      <a:pt x="684" y="634"/>
                    </a:cubicBezTo>
                    <a:cubicBezTo>
                      <a:pt x="701" y="643"/>
                      <a:pt x="715" y="651"/>
                      <a:pt x="731" y="659"/>
                    </a:cubicBezTo>
                    <a:cubicBezTo>
                      <a:pt x="741" y="664"/>
                      <a:pt x="751" y="667"/>
                      <a:pt x="760" y="667"/>
                    </a:cubicBezTo>
                    <a:cubicBezTo>
                      <a:pt x="805" y="667"/>
                      <a:pt x="836" y="610"/>
                      <a:pt x="800" y="568"/>
                    </a:cubicBezTo>
                    <a:cubicBezTo>
                      <a:pt x="681" y="431"/>
                      <a:pt x="531" y="326"/>
                      <a:pt x="379" y="227"/>
                    </a:cubicBezTo>
                    <a:cubicBezTo>
                      <a:pt x="328" y="193"/>
                      <a:pt x="276" y="162"/>
                      <a:pt x="222" y="132"/>
                    </a:cubicBezTo>
                    <a:cubicBezTo>
                      <a:pt x="195" y="118"/>
                      <a:pt x="167" y="102"/>
                      <a:pt x="143" y="85"/>
                    </a:cubicBezTo>
                    <a:cubicBezTo>
                      <a:pt x="134" y="78"/>
                      <a:pt x="125" y="71"/>
                      <a:pt x="119" y="62"/>
                    </a:cubicBezTo>
                    <a:lnTo>
                      <a:pt x="119" y="62"/>
                    </a:lnTo>
                    <a:cubicBezTo>
                      <a:pt x="120" y="63"/>
                      <a:pt x="120" y="63"/>
                      <a:pt x="120" y="63"/>
                    </a:cubicBezTo>
                    <a:cubicBezTo>
                      <a:pt x="120" y="63"/>
                      <a:pt x="117" y="60"/>
                      <a:pt x="116" y="58"/>
                    </a:cubicBezTo>
                    <a:lnTo>
                      <a:pt x="116" y="58"/>
                    </a:lnTo>
                    <a:cubicBezTo>
                      <a:pt x="116" y="58"/>
                      <a:pt x="116" y="59"/>
                      <a:pt x="116" y="60"/>
                    </a:cubicBezTo>
                    <a:cubicBezTo>
                      <a:pt x="116" y="59"/>
                      <a:pt x="116" y="58"/>
                      <a:pt x="116" y="57"/>
                    </a:cubicBezTo>
                    <a:lnTo>
                      <a:pt x="116" y="57"/>
                    </a:lnTo>
                    <a:cubicBezTo>
                      <a:pt x="116" y="57"/>
                      <a:pt x="116" y="57"/>
                      <a:pt x="116" y="58"/>
                    </a:cubicBezTo>
                    <a:lnTo>
                      <a:pt x="116" y="58"/>
                    </a:lnTo>
                    <a:cubicBezTo>
                      <a:pt x="116" y="57"/>
                      <a:pt x="116" y="57"/>
                      <a:pt x="116" y="56"/>
                    </a:cubicBezTo>
                    <a:lnTo>
                      <a:pt x="116" y="56"/>
                    </a:lnTo>
                    <a:cubicBezTo>
                      <a:pt x="116" y="56"/>
                      <a:pt x="116" y="56"/>
                      <a:pt x="117" y="56"/>
                    </a:cubicBezTo>
                    <a:cubicBezTo>
                      <a:pt x="118" y="56"/>
                      <a:pt x="117" y="55"/>
                      <a:pt x="117" y="55"/>
                    </a:cubicBezTo>
                    <a:lnTo>
                      <a:pt x="117" y="55"/>
                    </a:lnTo>
                    <a:cubicBezTo>
                      <a:pt x="117" y="55"/>
                      <a:pt x="116" y="55"/>
                      <a:pt x="116" y="56"/>
                    </a:cubicBezTo>
                    <a:lnTo>
                      <a:pt x="116" y="56"/>
                    </a:lnTo>
                    <a:cubicBezTo>
                      <a:pt x="116" y="56"/>
                      <a:pt x="116" y="56"/>
                      <a:pt x="116" y="56"/>
                    </a:cubicBezTo>
                    <a:lnTo>
                      <a:pt x="116" y="56"/>
                    </a:lnTo>
                    <a:cubicBezTo>
                      <a:pt x="116" y="57"/>
                      <a:pt x="116" y="57"/>
                      <a:pt x="116" y="57"/>
                    </a:cubicBezTo>
                    <a:lnTo>
                      <a:pt x="116" y="57"/>
                    </a:lnTo>
                    <a:cubicBezTo>
                      <a:pt x="115" y="56"/>
                      <a:pt x="114" y="55"/>
                      <a:pt x="114" y="55"/>
                    </a:cubicBezTo>
                    <a:lnTo>
                      <a:pt x="114" y="55"/>
                    </a:lnTo>
                    <a:cubicBezTo>
                      <a:pt x="115" y="56"/>
                      <a:pt x="115" y="56"/>
                      <a:pt x="116" y="56"/>
                    </a:cubicBezTo>
                    <a:lnTo>
                      <a:pt x="116" y="56"/>
                    </a:lnTo>
                    <a:cubicBezTo>
                      <a:pt x="113" y="19"/>
                      <a:pt x="85" y="1"/>
                      <a:pt x="5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rgbClr val="3C3C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6550" lIns="91425" spcFirstLastPara="1" rIns="91425" wrap="square" tIns="165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46" name="Google Shape;146;p3"/>
              <p:cNvSpPr/>
              <p:nvPr/>
            </p:nvSpPr>
            <p:spPr>
              <a:xfrm>
                <a:off x="21960" y="3068280"/>
                <a:ext cx="56880" cy="25200"/>
              </a:xfrm>
              <a:custGeom>
                <a:rect b="b" l="l" r="r" t="t"/>
                <a:pathLst>
                  <a:path extrusionOk="0" h="505" w="1133">
                    <a:moveTo>
                      <a:pt x="83" y="0"/>
                    </a:moveTo>
                    <a:cubicBezTo>
                      <a:pt x="41" y="0"/>
                      <a:pt x="0" y="41"/>
                      <a:pt x="31" y="82"/>
                    </a:cubicBezTo>
                    <a:cubicBezTo>
                      <a:pt x="132" y="216"/>
                      <a:pt x="320" y="235"/>
                      <a:pt x="476" y="259"/>
                    </a:cubicBezTo>
                    <a:cubicBezTo>
                      <a:pt x="669" y="291"/>
                      <a:pt x="846" y="405"/>
                      <a:pt x="1017" y="497"/>
                    </a:cubicBezTo>
                    <a:cubicBezTo>
                      <a:pt x="1027" y="502"/>
                      <a:pt x="1036" y="504"/>
                      <a:pt x="1045" y="504"/>
                    </a:cubicBezTo>
                    <a:cubicBezTo>
                      <a:pt x="1097" y="504"/>
                      <a:pt x="1132" y="427"/>
                      <a:pt x="1075" y="398"/>
                    </a:cubicBezTo>
                    <a:cubicBezTo>
                      <a:pt x="986" y="350"/>
                      <a:pt x="896" y="301"/>
                      <a:pt x="805" y="257"/>
                    </a:cubicBezTo>
                    <a:cubicBezTo>
                      <a:pt x="724" y="219"/>
                      <a:pt x="640" y="172"/>
                      <a:pt x="551" y="157"/>
                    </a:cubicBezTo>
                    <a:cubicBezTo>
                      <a:pt x="476" y="143"/>
                      <a:pt x="398" y="134"/>
                      <a:pt x="322" y="116"/>
                    </a:cubicBezTo>
                    <a:cubicBezTo>
                      <a:pt x="258" y="100"/>
                      <a:pt x="174" y="80"/>
                      <a:pt x="133" y="25"/>
                    </a:cubicBezTo>
                    <a:cubicBezTo>
                      <a:pt x="120" y="7"/>
                      <a:pt x="101" y="0"/>
                      <a:pt x="8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rgbClr val="3C3C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2600" lIns="91425" spcFirstLastPara="1" rIns="91425" wrap="square" tIns="126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47" name="Google Shape;147;p3"/>
              <p:cNvSpPr/>
              <p:nvPr/>
            </p:nvSpPr>
            <p:spPr>
              <a:xfrm>
                <a:off x="20880" y="3105720"/>
                <a:ext cx="61200" cy="10080"/>
              </a:xfrm>
              <a:custGeom>
                <a:rect b="b" l="l" r="r" t="t"/>
                <a:pathLst>
                  <a:path extrusionOk="0" h="209" w="1221">
                    <a:moveTo>
                      <a:pt x="883" y="1"/>
                    </a:moveTo>
                    <a:cubicBezTo>
                      <a:pt x="807" y="1"/>
                      <a:pt x="732" y="10"/>
                      <a:pt x="671" y="17"/>
                    </a:cubicBezTo>
                    <a:cubicBezTo>
                      <a:pt x="563" y="27"/>
                      <a:pt x="454" y="45"/>
                      <a:pt x="348" y="58"/>
                    </a:cubicBezTo>
                    <a:cubicBezTo>
                      <a:pt x="292" y="64"/>
                      <a:pt x="232" y="73"/>
                      <a:pt x="174" y="73"/>
                    </a:cubicBezTo>
                    <a:cubicBezTo>
                      <a:pt x="148" y="73"/>
                      <a:pt x="123" y="71"/>
                      <a:pt x="100" y="67"/>
                    </a:cubicBezTo>
                    <a:cubicBezTo>
                      <a:pt x="95" y="66"/>
                      <a:pt x="91" y="65"/>
                      <a:pt x="87" y="65"/>
                    </a:cubicBezTo>
                    <a:cubicBezTo>
                      <a:pt x="24" y="65"/>
                      <a:pt x="0" y="163"/>
                      <a:pt x="68" y="176"/>
                    </a:cubicBezTo>
                    <a:cubicBezTo>
                      <a:pt x="110" y="183"/>
                      <a:pt x="152" y="186"/>
                      <a:pt x="195" y="186"/>
                    </a:cubicBezTo>
                    <a:cubicBezTo>
                      <a:pt x="337" y="186"/>
                      <a:pt x="484" y="153"/>
                      <a:pt x="620" y="138"/>
                    </a:cubicBezTo>
                    <a:cubicBezTo>
                      <a:pt x="697" y="128"/>
                      <a:pt x="775" y="120"/>
                      <a:pt x="853" y="120"/>
                    </a:cubicBezTo>
                    <a:cubicBezTo>
                      <a:pt x="875" y="120"/>
                      <a:pt x="897" y="121"/>
                      <a:pt x="919" y="122"/>
                    </a:cubicBezTo>
                    <a:cubicBezTo>
                      <a:pt x="984" y="125"/>
                      <a:pt x="1060" y="133"/>
                      <a:pt x="1104" y="189"/>
                    </a:cubicBezTo>
                    <a:cubicBezTo>
                      <a:pt x="1116" y="203"/>
                      <a:pt x="1129" y="208"/>
                      <a:pt x="1142" y="208"/>
                    </a:cubicBezTo>
                    <a:cubicBezTo>
                      <a:pt x="1183" y="208"/>
                      <a:pt x="1221" y="151"/>
                      <a:pt x="1186" y="108"/>
                    </a:cubicBezTo>
                    <a:cubicBezTo>
                      <a:pt x="1118" y="23"/>
                      <a:pt x="1000" y="1"/>
                      <a:pt x="88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rgbClr val="3C3C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5025" lIns="91425" spcFirstLastPara="1" rIns="91425" wrap="square" tIns="50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48" name="Google Shape;148;p3"/>
              <p:cNvSpPr/>
              <p:nvPr/>
            </p:nvSpPr>
            <p:spPr>
              <a:xfrm>
                <a:off x="25560" y="3139200"/>
                <a:ext cx="71640" cy="21600"/>
              </a:xfrm>
              <a:custGeom>
                <a:rect b="b" l="l" r="r" t="t"/>
                <a:pathLst>
                  <a:path extrusionOk="0" h="437" w="1432">
                    <a:moveTo>
                      <a:pt x="1345" y="1"/>
                    </a:moveTo>
                    <a:cubicBezTo>
                      <a:pt x="1341" y="1"/>
                      <a:pt x="1336" y="1"/>
                      <a:pt x="1332" y="2"/>
                    </a:cubicBezTo>
                    <a:cubicBezTo>
                      <a:pt x="1265" y="16"/>
                      <a:pt x="1190" y="6"/>
                      <a:pt x="1120" y="29"/>
                    </a:cubicBezTo>
                    <a:cubicBezTo>
                      <a:pt x="999" y="70"/>
                      <a:pt x="877" y="94"/>
                      <a:pt x="755" y="119"/>
                    </a:cubicBezTo>
                    <a:cubicBezTo>
                      <a:pt x="519" y="169"/>
                      <a:pt x="295" y="253"/>
                      <a:pt x="65" y="323"/>
                    </a:cubicBezTo>
                    <a:cubicBezTo>
                      <a:pt x="1" y="344"/>
                      <a:pt x="21" y="437"/>
                      <a:pt x="79" y="437"/>
                    </a:cubicBezTo>
                    <a:cubicBezTo>
                      <a:pt x="84" y="437"/>
                      <a:pt x="90" y="436"/>
                      <a:pt x="96" y="434"/>
                    </a:cubicBezTo>
                    <a:cubicBezTo>
                      <a:pt x="325" y="363"/>
                      <a:pt x="550" y="281"/>
                      <a:pt x="785" y="231"/>
                    </a:cubicBezTo>
                    <a:cubicBezTo>
                      <a:pt x="908" y="204"/>
                      <a:pt x="1030" y="182"/>
                      <a:pt x="1149" y="141"/>
                    </a:cubicBezTo>
                    <a:cubicBezTo>
                      <a:pt x="1219" y="118"/>
                      <a:pt x="1291" y="128"/>
                      <a:pt x="1362" y="114"/>
                    </a:cubicBezTo>
                    <a:cubicBezTo>
                      <a:pt x="1431" y="100"/>
                      <a:pt x="1408" y="1"/>
                      <a:pt x="134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rgbClr val="3C3C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0800" lIns="91425" spcFirstLastPara="1" rIns="91425" wrap="square" tIns="108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49" name="Google Shape;149;p3"/>
              <p:cNvSpPr/>
              <p:nvPr/>
            </p:nvSpPr>
            <p:spPr>
              <a:xfrm>
                <a:off x="165600" y="3094560"/>
                <a:ext cx="13680" cy="12600"/>
              </a:xfrm>
              <a:custGeom>
                <a:rect b="b" l="l" r="r" t="t"/>
                <a:pathLst>
                  <a:path extrusionOk="0" h="258" w="277">
                    <a:moveTo>
                      <a:pt x="113" y="1"/>
                    </a:moveTo>
                    <a:cubicBezTo>
                      <a:pt x="104" y="1"/>
                      <a:pt x="96" y="2"/>
                      <a:pt x="87" y="5"/>
                    </a:cubicBezTo>
                    <a:cubicBezTo>
                      <a:pt x="73" y="9"/>
                      <a:pt x="59" y="16"/>
                      <a:pt x="49" y="26"/>
                    </a:cubicBezTo>
                    <a:cubicBezTo>
                      <a:pt x="36" y="35"/>
                      <a:pt x="25" y="46"/>
                      <a:pt x="19" y="59"/>
                    </a:cubicBezTo>
                    <a:cubicBezTo>
                      <a:pt x="15" y="67"/>
                      <a:pt x="12" y="76"/>
                      <a:pt x="6" y="87"/>
                    </a:cubicBezTo>
                    <a:cubicBezTo>
                      <a:pt x="1" y="109"/>
                      <a:pt x="1" y="128"/>
                      <a:pt x="6" y="150"/>
                    </a:cubicBezTo>
                    <a:cubicBezTo>
                      <a:pt x="9" y="158"/>
                      <a:pt x="13" y="167"/>
                      <a:pt x="19" y="178"/>
                    </a:cubicBezTo>
                    <a:cubicBezTo>
                      <a:pt x="27" y="194"/>
                      <a:pt x="42" y="208"/>
                      <a:pt x="59" y="218"/>
                    </a:cubicBezTo>
                    <a:cubicBezTo>
                      <a:pt x="73" y="225"/>
                      <a:pt x="87" y="232"/>
                      <a:pt x="101" y="242"/>
                    </a:cubicBezTo>
                    <a:cubicBezTo>
                      <a:pt x="114" y="250"/>
                      <a:pt x="130" y="253"/>
                      <a:pt x="144" y="256"/>
                    </a:cubicBezTo>
                    <a:cubicBezTo>
                      <a:pt x="150" y="257"/>
                      <a:pt x="156" y="258"/>
                      <a:pt x="163" y="258"/>
                    </a:cubicBezTo>
                    <a:cubicBezTo>
                      <a:pt x="172" y="258"/>
                      <a:pt x="180" y="256"/>
                      <a:pt x="190" y="253"/>
                    </a:cubicBezTo>
                    <a:cubicBezTo>
                      <a:pt x="205" y="250"/>
                      <a:pt x="219" y="243"/>
                      <a:pt x="229" y="232"/>
                    </a:cubicBezTo>
                    <a:cubicBezTo>
                      <a:pt x="241" y="223"/>
                      <a:pt x="251" y="213"/>
                      <a:pt x="258" y="201"/>
                    </a:cubicBezTo>
                    <a:cubicBezTo>
                      <a:pt x="263" y="192"/>
                      <a:pt x="266" y="182"/>
                      <a:pt x="271" y="172"/>
                    </a:cubicBezTo>
                    <a:cubicBezTo>
                      <a:pt x="277" y="151"/>
                      <a:pt x="277" y="131"/>
                      <a:pt x="271" y="110"/>
                    </a:cubicBezTo>
                    <a:cubicBezTo>
                      <a:pt x="268" y="101"/>
                      <a:pt x="264" y="93"/>
                      <a:pt x="258" y="82"/>
                    </a:cubicBezTo>
                    <a:cubicBezTo>
                      <a:pt x="249" y="65"/>
                      <a:pt x="234" y="50"/>
                      <a:pt x="219" y="40"/>
                    </a:cubicBezTo>
                    <a:cubicBezTo>
                      <a:pt x="205" y="33"/>
                      <a:pt x="190" y="26"/>
                      <a:pt x="176" y="18"/>
                    </a:cubicBezTo>
                    <a:cubicBezTo>
                      <a:pt x="164" y="9"/>
                      <a:pt x="148" y="5"/>
                      <a:pt x="134" y="4"/>
                    </a:cubicBezTo>
                    <a:cubicBezTo>
                      <a:pt x="127" y="2"/>
                      <a:pt x="120" y="1"/>
                      <a:pt x="11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rgbClr val="3C3C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475" lIns="91425" spcFirstLastPara="1" rIns="91425" wrap="square" tIns="64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50" name="Google Shape;150;p3"/>
              <p:cNvSpPr/>
              <p:nvPr/>
            </p:nvSpPr>
            <p:spPr>
              <a:xfrm>
                <a:off x="147960" y="3146400"/>
                <a:ext cx="13680" cy="12960"/>
              </a:xfrm>
              <a:custGeom>
                <a:rect b="b" l="l" r="r" t="t"/>
                <a:pathLst>
                  <a:path extrusionOk="0" h="263" w="278">
                    <a:moveTo>
                      <a:pt x="175" y="49"/>
                    </a:moveTo>
                    <a:lnTo>
                      <a:pt x="175" y="49"/>
                    </a:lnTo>
                    <a:cubicBezTo>
                      <a:pt x="176" y="49"/>
                      <a:pt x="177" y="50"/>
                      <a:pt x="178" y="50"/>
                    </a:cubicBezTo>
                    <a:cubicBezTo>
                      <a:pt x="178" y="50"/>
                      <a:pt x="176" y="50"/>
                      <a:pt x="175" y="49"/>
                    </a:cubicBezTo>
                    <a:close/>
                    <a:moveTo>
                      <a:pt x="160" y="0"/>
                    </a:moveTo>
                    <a:cubicBezTo>
                      <a:pt x="149" y="0"/>
                      <a:pt x="139" y="2"/>
                      <a:pt x="128" y="5"/>
                    </a:cubicBezTo>
                    <a:cubicBezTo>
                      <a:pt x="120" y="8"/>
                      <a:pt x="110" y="12"/>
                      <a:pt x="100" y="17"/>
                    </a:cubicBezTo>
                    <a:cubicBezTo>
                      <a:pt x="87" y="24"/>
                      <a:pt x="76" y="33"/>
                      <a:pt x="68" y="44"/>
                    </a:cubicBezTo>
                    <a:lnTo>
                      <a:pt x="68" y="44"/>
                    </a:lnTo>
                    <a:cubicBezTo>
                      <a:pt x="61" y="47"/>
                      <a:pt x="54" y="52"/>
                      <a:pt x="49" y="57"/>
                    </a:cubicBezTo>
                    <a:cubicBezTo>
                      <a:pt x="36" y="66"/>
                      <a:pt x="25" y="77"/>
                      <a:pt x="18" y="90"/>
                    </a:cubicBezTo>
                    <a:cubicBezTo>
                      <a:pt x="15" y="98"/>
                      <a:pt x="11" y="107"/>
                      <a:pt x="7" y="118"/>
                    </a:cubicBezTo>
                    <a:cubicBezTo>
                      <a:pt x="1" y="139"/>
                      <a:pt x="1" y="159"/>
                      <a:pt x="7" y="180"/>
                    </a:cubicBezTo>
                    <a:cubicBezTo>
                      <a:pt x="9" y="189"/>
                      <a:pt x="14" y="197"/>
                      <a:pt x="18" y="209"/>
                    </a:cubicBezTo>
                    <a:cubicBezTo>
                      <a:pt x="25" y="220"/>
                      <a:pt x="39" y="234"/>
                      <a:pt x="58" y="246"/>
                    </a:cubicBezTo>
                    <a:cubicBezTo>
                      <a:pt x="68" y="251"/>
                      <a:pt x="79" y="254"/>
                      <a:pt x="87" y="258"/>
                    </a:cubicBezTo>
                    <a:cubicBezTo>
                      <a:pt x="89" y="258"/>
                      <a:pt x="89" y="258"/>
                      <a:pt x="92" y="260"/>
                    </a:cubicBezTo>
                    <a:lnTo>
                      <a:pt x="93" y="260"/>
                    </a:lnTo>
                    <a:cubicBezTo>
                      <a:pt x="103" y="261"/>
                      <a:pt x="114" y="263"/>
                      <a:pt x="123" y="263"/>
                    </a:cubicBezTo>
                    <a:lnTo>
                      <a:pt x="124" y="263"/>
                    </a:lnTo>
                    <a:cubicBezTo>
                      <a:pt x="136" y="263"/>
                      <a:pt x="148" y="261"/>
                      <a:pt x="158" y="260"/>
                    </a:cubicBezTo>
                    <a:lnTo>
                      <a:pt x="163" y="260"/>
                    </a:lnTo>
                    <a:cubicBezTo>
                      <a:pt x="172" y="256"/>
                      <a:pt x="181" y="253"/>
                      <a:pt x="192" y="247"/>
                    </a:cubicBezTo>
                    <a:cubicBezTo>
                      <a:pt x="194" y="247"/>
                      <a:pt x="194" y="246"/>
                      <a:pt x="195" y="246"/>
                    </a:cubicBezTo>
                    <a:cubicBezTo>
                      <a:pt x="205" y="239"/>
                      <a:pt x="214" y="233"/>
                      <a:pt x="222" y="226"/>
                    </a:cubicBezTo>
                    <a:lnTo>
                      <a:pt x="228" y="220"/>
                    </a:lnTo>
                    <a:cubicBezTo>
                      <a:pt x="235" y="212"/>
                      <a:pt x="243" y="200"/>
                      <a:pt x="250" y="190"/>
                    </a:cubicBezTo>
                    <a:cubicBezTo>
                      <a:pt x="255" y="185"/>
                      <a:pt x="257" y="179"/>
                      <a:pt x="259" y="175"/>
                    </a:cubicBezTo>
                    <a:cubicBezTo>
                      <a:pt x="269" y="162"/>
                      <a:pt x="272" y="146"/>
                      <a:pt x="273" y="132"/>
                    </a:cubicBezTo>
                    <a:cubicBezTo>
                      <a:pt x="277" y="117"/>
                      <a:pt x="277" y="103"/>
                      <a:pt x="272" y="85"/>
                    </a:cubicBezTo>
                    <a:cubicBezTo>
                      <a:pt x="269" y="71"/>
                      <a:pt x="262" y="57"/>
                      <a:pt x="250" y="47"/>
                    </a:cubicBezTo>
                    <a:cubicBezTo>
                      <a:pt x="242" y="34"/>
                      <a:pt x="231" y="25"/>
                      <a:pt x="219" y="17"/>
                    </a:cubicBezTo>
                    <a:cubicBezTo>
                      <a:pt x="209" y="13"/>
                      <a:pt x="201" y="10"/>
                      <a:pt x="191" y="5"/>
                    </a:cubicBezTo>
                    <a:cubicBezTo>
                      <a:pt x="180" y="2"/>
                      <a:pt x="170" y="0"/>
                      <a:pt x="16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rgbClr val="3C3C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475" lIns="91425" spcFirstLastPara="1" rIns="91425" wrap="square" tIns="64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51" name="Google Shape;151;p3"/>
              <p:cNvSpPr/>
              <p:nvPr/>
            </p:nvSpPr>
            <p:spPr>
              <a:xfrm>
                <a:off x="211680" y="3146400"/>
                <a:ext cx="12600" cy="13320"/>
              </a:xfrm>
              <a:custGeom>
                <a:rect b="b" l="l" r="r" t="t"/>
                <a:pathLst>
                  <a:path extrusionOk="0" h="274" w="258">
                    <a:moveTo>
                      <a:pt x="140" y="0"/>
                    </a:moveTo>
                    <a:cubicBezTo>
                      <a:pt x="130" y="0"/>
                      <a:pt x="120" y="2"/>
                      <a:pt x="109" y="5"/>
                    </a:cubicBezTo>
                    <a:cubicBezTo>
                      <a:pt x="99" y="8"/>
                      <a:pt x="91" y="12"/>
                      <a:pt x="81" y="17"/>
                    </a:cubicBezTo>
                    <a:cubicBezTo>
                      <a:pt x="64" y="26"/>
                      <a:pt x="50" y="40"/>
                      <a:pt x="40" y="57"/>
                    </a:cubicBezTo>
                    <a:lnTo>
                      <a:pt x="18" y="100"/>
                    </a:lnTo>
                    <a:cubicBezTo>
                      <a:pt x="10" y="112"/>
                      <a:pt x="6" y="128"/>
                      <a:pt x="4" y="142"/>
                    </a:cubicBezTo>
                    <a:cubicBezTo>
                      <a:pt x="0" y="158"/>
                      <a:pt x="0" y="172"/>
                      <a:pt x="6" y="189"/>
                    </a:cubicBezTo>
                    <a:cubicBezTo>
                      <a:pt x="10" y="203"/>
                      <a:pt x="17" y="217"/>
                      <a:pt x="27" y="227"/>
                    </a:cubicBezTo>
                    <a:cubicBezTo>
                      <a:pt x="35" y="240"/>
                      <a:pt x="47" y="251"/>
                      <a:pt x="60" y="258"/>
                    </a:cubicBezTo>
                    <a:cubicBezTo>
                      <a:pt x="68" y="261"/>
                      <a:pt x="77" y="264"/>
                      <a:pt x="88" y="270"/>
                    </a:cubicBezTo>
                    <a:cubicBezTo>
                      <a:pt x="99" y="273"/>
                      <a:pt x="108" y="274"/>
                      <a:pt x="118" y="274"/>
                    </a:cubicBezTo>
                    <a:cubicBezTo>
                      <a:pt x="128" y="274"/>
                      <a:pt x="138" y="273"/>
                      <a:pt x="149" y="270"/>
                    </a:cubicBezTo>
                    <a:cubicBezTo>
                      <a:pt x="159" y="267"/>
                      <a:pt x="167" y="263"/>
                      <a:pt x="177" y="258"/>
                    </a:cubicBezTo>
                    <a:cubicBezTo>
                      <a:pt x="196" y="247"/>
                      <a:pt x="210" y="233"/>
                      <a:pt x="218" y="217"/>
                    </a:cubicBezTo>
                    <a:lnTo>
                      <a:pt x="240" y="175"/>
                    </a:lnTo>
                    <a:cubicBezTo>
                      <a:pt x="248" y="162"/>
                      <a:pt x="252" y="146"/>
                      <a:pt x="254" y="132"/>
                    </a:cubicBezTo>
                    <a:cubicBezTo>
                      <a:pt x="258" y="117"/>
                      <a:pt x="258" y="103"/>
                      <a:pt x="252" y="85"/>
                    </a:cubicBezTo>
                    <a:cubicBezTo>
                      <a:pt x="248" y="71"/>
                      <a:pt x="241" y="57"/>
                      <a:pt x="231" y="47"/>
                    </a:cubicBezTo>
                    <a:cubicBezTo>
                      <a:pt x="223" y="34"/>
                      <a:pt x="211" y="25"/>
                      <a:pt x="198" y="17"/>
                    </a:cubicBezTo>
                    <a:cubicBezTo>
                      <a:pt x="190" y="13"/>
                      <a:pt x="181" y="10"/>
                      <a:pt x="170" y="5"/>
                    </a:cubicBezTo>
                    <a:cubicBezTo>
                      <a:pt x="159" y="2"/>
                      <a:pt x="150" y="0"/>
                      <a:pt x="14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rgbClr val="3C3C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25" lIns="91425" spcFirstLastPara="1" rIns="91425" wrap="square" tIns="68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52" name="Google Shape;152;p3"/>
              <p:cNvSpPr/>
              <p:nvPr/>
            </p:nvSpPr>
            <p:spPr>
              <a:xfrm>
                <a:off x="219240" y="3201480"/>
                <a:ext cx="14760" cy="11160"/>
              </a:xfrm>
              <a:custGeom>
                <a:rect b="b" l="l" r="r" t="t"/>
                <a:pathLst>
                  <a:path extrusionOk="0" h="231" w="298">
                    <a:moveTo>
                      <a:pt x="149" y="0"/>
                    </a:moveTo>
                    <a:cubicBezTo>
                      <a:pt x="0" y="0"/>
                      <a:pt x="0" y="230"/>
                      <a:pt x="149" y="230"/>
                    </a:cubicBezTo>
                    <a:cubicBezTo>
                      <a:pt x="298" y="230"/>
                      <a:pt x="298" y="0"/>
                      <a:pt x="14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rgbClr val="3C3C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5750" lIns="91425" spcFirstLastPara="1" rIns="91425" wrap="square" tIns="57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53" name="Google Shape;153;p3"/>
              <p:cNvSpPr/>
              <p:nvPr/>
            </p:nvSpPr>
            <p:spPr>
              <a:xfrm>
                <a:off x="345600" y="3386520"/>
                <a:ext cx="14760" cy="11160"/>
              </a:xfrm>
              <a:custGeom>
                <a:rect b="b" l="l" r="r" t="t"/>
                <a:pathLst>
                  <a:path extrusionOk="0" h="231" w="298">
                    <a:moveTo>
                      <a:pt x="146" y="1"/>
                    </a:moveTo>
                    <a:cubicBezTo>
                      <a:pt x="0" y="1"/>
                      <a:pt x="1" y="230"/>
                      <a:pt x="149" y="230"/>
                    </a:cubicBezTo>
                    <a:cubicBezTo>
                      <a:pt x="298" y="230"/>
                      <a:pt x="298" y="1"/>
                      <a:pt x="149" y="1"/>
                    </a:cubicBezTo>
                    <a:cubicBezTo>
                      <a:pt x="148" y="1"/>
                      <a:pt x="147" y="1"/>
                      <a:pt x="1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rgbClr val="3C3C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5750" lIns="91425" spcFirstLastPara="1" rIns="91425" wrap="square" tIns="57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54" name="Google Shape;154;p3"/>
              <p:cNvSpPr/>
              <p:nvPr/>
            </p:nvSpPr>
            <p:spPr>
              <a:xfrm>
                <a:off x="360720" y="3503880"/>
                <a:ext cx="14760" cy="11160"/>
              </a:xfrm>
              <a:custGeom>
                <a:rect b="b" l="l" r="r" t="t"/>
                <a:pathLst>
                  <a:path extrusionOk="0" h="230" w="299">
                    <a:moveTo>
                      <a:pt x="149" y="0"/>
                    </a:moveTo>
                    <a:cubicBezTo>
                      <a:pt x="2" y="0"/>
                      <a:pt x="1" y="230"/>
                      <a:pt x="149" y="230"/>
                    </a:cubicBezTo>
                    <a:cubicBezTo>
                      <a:pt x="298" y="230"/>
                      <a:pt x="298" y="0"/>
                      <a:pt x="14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rgbClr val="3C3C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5750" lIns="91425" spcFirstLastPara="1" rIns="91425" wrap="square" tIns="57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55" name="Google Shape;155;p3"/>
              <p:cNvSpPr/>
              <p:nvPr/>
            </p:nvSpPr>
            <p:spPr>
              <a:xfrm>
                <a:off x="451800" y="3468600"/>
                <a:ext cx="11880" cy="12960"/>
              </a:xfrm>
              <a:custGeom>
                <a:rect b="b" l="l" r="r" t="t"/>
                <a:pathLst>
                  <a:path extrusionOk="0" h="266" w="246">
                    <a:moveTo>
                      <a:pt x="113" y="0"/>
                    </a:moveTo>
                    <a:cubicBezTo>
                      <a:pt x="105" y="0"/>
                      <a:pt x="97" y="2"/>
                      <a:pt x="88" y="5"/>
                    </a:cubicBezTo>
                    <a:cubicBezTo>
                      <a:pt x="79" y="9"/>
                      <a:pt x="70" y="12"/>
                      <a:pt x="60" y="18"/>
                    </a:cubicBezTo>
                    <a:cubicBezTo>
                      <a:pt x="42" y="29"/>
                      <a:pt x="28" y="42"/>
                      <a:pt x="19" y="59"/>
                    </a:cubicBezTo>
                    <a:cubicBezTo>
                      <a:pt x="15" y="67"/>
                      <a:pt x="12" y="76"/>
                      <a:pt x="6" y="87"/>
                    </a:cubicBezTo>
                    <a:cubicBezTo>
                      <a:pt x="1" y="108"/>
                      <a:pt x="1" y="129"/>
                      <a:pt x="6" y="149"/>
                    </a:cubicBezTo>
                    <a:cubicBezTo>
                      <a:pt x="11" y="158"/>
                      <a:pt x="12" y="168"/>
                      <a:pt x="15" y="178"/>
                    </a:cubicBezTo>
                    <a:cubicBezTo>
                      <a:pt x="15" y="179"/>
                      <a:pt x="15" y="180"/>
                      <a:pt x="18" y="180"/>
                    </a:cubicBezTo>
                    <a:cubicBezTo>
                      <a:pt x="20" y="195"/>
                      <a:pt x="28" y="209"/>
                      <a:pt x="39" y="220"/>
                    </a:cubicBezTo>
                    <a:cubicBezTo>
                      <a:pt x="47" y="231"/>
                      <a:pt x="57" y="243"/>
                      <a:pt x="70" y="250"/>
                    </a:cubicBezTo>
                    <a:cubicBezTo>
                      <a:pt x="83" y="258"/>
                      <a:pt x="98" y="261"/>
                      <a:pt x="113" y="264"/>
                    </a:cubicBezTo>
                    <a:cubicBezTo>
                      <a:pt x="119" y="265"/>
                      <a:pt x="125" y="266"/>
                      <a:pt x="132" y="266"/>
                    </a:cubicBezTo>
                    <a:cubicBezTo>
                      <a:pt x="140" y="266"/>
                      <a:pt x="149" y="265"/>
                      <a:pt x="159" y="261"/>
                    </a:cubicBezTo>
                    <a:cubicBezTo>
                      <a:pt x="168" y="258"/>
                      <a:pt x="176" y="256"/>
                      <a:pt x="188" y="250"/>
                    </a:cubicBezTo>
                    <a:cubicBezTo>
                      <a:pt x="205" y="239"/>
                      <a:pt x="219" y="224"/>
                      <a:pt x="227" y="209"/>
                    </a:cubicBezTo>
                    <a:cubicBezTo>
                      <a:pt x="232" y="200"/>
                      <a:pt x="234" y="190"/>
                      <a:pt x="240" y="180"/>
                    </a:cubicBezTo>
                    <a:cubicBezTo>
                      <a:pt x="246" y="159"/>
                      <a:pt x="246" y="139"/>
                      <a:pt x="240" y="118"/>
                    </a:cubicBezTo>
                    <a:cubicBezTo>
                      <a:pt x="237" y="110"/>
                      <a:pt x="234" y="98"/>
                      <a:pt x="232" y="90"/>
                    </a:cubicBezTo>
                    <a:cubicBezTo>
                      <a:pt x="232" y="88"/>
                      <a:pt x="232" y="87"/>
                      <a:pt x="230" y="87"/>
                    </a:cubicBezTo>
                    <a:cubicBezTo>
                      <a:pt x="226" y="73"/>
                      <a:pt x="219" y="59"/>
                      <a:pt x="209" y="47"/>
                    </a:cubicBezTo>
                    <a:cubicBezTo>
                      <a:pt x="199" y="35"/>
                      <a:pt x="189" y="25"/>
                      <a:pt x="176" y="18"/>
                    </a:cubicBezTo>
                    <a:cubicBezTo>
                      <a:pt x="164" y="9"/>
                      <a:pt x="148" y="5"/>
                      <a:pt x="134" y="3"/>
                    </a:cubicBezTo>
                    <a:cubicBezTo>
                      <a:pt x="127" y="1"/>
                      <a:pt x="120" y="0"/>
                      <a:pt x="11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rgbClr val="3C3C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475" lIns="91425" spcFirstLastPara="1" rIns="91425" wrap="square" tIns="64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56" name="Google Shape;156;p3"/>
              <p:cNvSpPr/>
              <p:nvPr/>
            </p:nvSpPr>
            <p:spPr>
              <a:xfrm>
                <a:off x="490320" y="3550680"/>
                <a:ext cx="12240" cy="12240"/>
              </a:xfrm>
              <a:custGeom>
                <a:rect b="b" l="l" r="r" t="t"/>
                <a:pathLst>
                  <a:path extrusionOk="0" h="252" w="249">
                    <a:moveTo>
                      <a:pt x="131" y="1"/>
                    </a:moveTo>
                    <a:cubicBezTo>
                      <a:pt x="121" y="1"/>
                      <a:pt x="110" y="2"/>
                      <a:pt x="100" y="5"/>
                    </a:cubicBezTo>
                    <a:cubicBezTo>
                      <a:pt x="91" y="9"/>
                      <a:pt x="83" y="12"/>
                      <a:pt x="71" y="18"/>
                    </a:cubicBezTo>
                    <a:cubicBezTo>
                      <a:pt x="54" y="28"/>
                      <a:pt x="40" y="41"/>
                      <a:pt x="30" y="59"/>
                    </a:cubicBezTo>
                    <a:cubicBezTo>
                      <a:pt x="27" y="63"/>
                      <a:pt x="23" y="70"/>
                      <a:pt x="20" y="76"/>
                    </a:cubicBezTo>
                    <a:lnTo>
                      <a:pt x="19" y="77"/>
                    </a:lnTo>
                    <a:cubicBezTo>
                      <a:pt x="9" y="90"/>
                      <a:pt x="6" y="106"/>
                      <a:pt x="3" y="120"/>
                    </a:cubicBezTo>
                    <a:cubicBezTo>
                      <a:pt x="0" y="137"/>
                      <a:pt x="0" y="151"/>
                      <a:pt x="6" y="167"/>
                    </a:cubicBezTo>
                    <a:cubicBezTo>
                      <a:pt x="9" y="181"/>
                      <a:pt x="16" y="195"/>
                      <a:pt x="27" y="205"/>
                    </a:cubicBezTo>
                    <a:cubicBezTo>
                      <a:pt x="36" y="218"/>
                      <a:pt x="47" y="229"/>
                      <a:pt x="59" y="236"/>
                    </a:cubicBezTo>
                    <a:cubicBezTo>
                      <a:pt x="68" y="239"/>
                      <a:pt x="77" y="243"/>
                      <a:pt x="87" y="247"/>
                    </a:cubicBezTo>
                    <a:cubicBezTo>
                      <a:pt x="98" y="250"/>
                      <a:pt x="108" y="252"/>
                      <a:pt x="118" y="252"/>
                    </a:cubicBezTo>
                    <a:cubicBezTo>
                      <a:pt x="128" y="252"/>
                      <a:pt x="139" y="250"/>
                      <a:pt x="149" y="247"/>
                    </a:cubicBezTo>
                    <a:cubicBezTo>
                      <a:pt x="158" y="245"/>
                      <a:pt x="168" y="240"/>
                      <a:pt x="178" y="236"/>
                    </a:cubicBezTo>
                    <a:cubicBezTo>
                      <a:pt x="196" y="225"/>
                      <a:pt x="210" y="211"/>
                      <a:pt x="219" y="195"/>
                    </a:cubicBezTo>
                    <a:cubicBezTo>
                      <a:pt x="222" y="189"/>
                      <a:pt x="226" y="182"/>
                      <a:pt x="229" y="177"/>
                    </a:cubicBezTo>
                    <a:lnTo>
                      <a:pt x="231" y="175"/>
                    </a:lnTo>
                    <a:cubicBezTo>
                      <a:pt x="240" y="162"/>
                      <a:pt x="243" y="147"/>
                      <a:pt x="246" y="133"/>
                    </a:cubicBezTo>
                    <a:cubicBezTo>
                      <a:pt x="248" y="117"/>
                      <a:pt x="248" y="103"/>
                      <a:pt x="243" y="87"/>
                    </a:cubicBezTo>
                    <a:cubicBezTo>
                      <a:pt x="240" y="73"/>
                      <a:pt x="233" y="59"/>
                      <a:pt x="222" y="48"/>
                    </a:cubicBezTo>
                    <a:cubicBezTo>
                      <a:pt x="213" y="35"/>
                      <a:pt x="203" y="25"/>
                      <a:pt x="190" y="18"/>
                    </a:cubicBezTo>
                    <a:cubicBezTo>
                      <a:pt x="182" y="14"/>
                      <a:pt x="172" y="11"/>
                      <a:pt x="162" y="5"/>
                    </a:cubicBezTo>
                    <a:cubicBezTo>
                      <a:pt x="151" y="2"/>
                      <a:pt x="141" y="1"/>
                      <a:pt x="1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rgbClr val="3C3C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100" lIns="91425" spcFirstLastPara="1" rIns="91425" wrap="square" tIns="6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57" name="Google Shape;157;p3"/>
              <p:cNvSpPr/>
              <p:nvPr/>
            </p:nvSpPr>
            <p:spPr>
              <a:xfrm>
                <a:off x="430560" y="3563640"/>
                <a:ext cx="14760" cy="11160"/>
              </a:xfrm>
              <a:custGeom>
                <a:rect b="b" l="l" r="r" t="t"/>
                <a:pathLst>
                  <a:path extrusionOk="0" h="230" w="297">
                    <a:moveTo>
                      <a:pt x="145" y="0"/>
                    </a:moveTo>
                    <a:cubicBezTo>
                      <a:pt x="0" y="0"/>
                      <a:pt x="1" y="230"/>
                      <a:pt x="148" y="230"/>
                    </a:cubicBezTo>
                    <a:cubicBezTo>
                      <a:pt x="297" y="230"/>
                      <a:pt x="297" y="0"/>
                      <a:pt x="148" y="0"/>
                    </a:cubicBezTo>
                    <a:cubicBezTo>
                      <a:pt x="147" y="0"/>
                      <a:pt x="146" y="0"/>
                      <a:pt x="14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rgbClr val="3C3C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5750" lIns="91425" spcFirstLastPara="1" rIns="91425" wrap="square" tIns="57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58" name="Google Shape;158;p3"/>
              <p:cNvSpPr/>
              <p:nvPr/>
            </p:nvSpPr>
            <p:spPr>
              <a:xfrm>
                <a:off x="514440" y="3470760"/>
                <a:ext cx="12600" cy="12600"/>
              </a:xfrm>
              <a:custGeom>
                <a:rect b="b" l="l" r="r" t="t"/>
                <a:pathLst>
                  <a:path extrusionOk="0" h="254" w="259">
                    <a:moveTo>
                      <a:pt x="42" y="78"/>
                    </a:moveTo>
                    <a:cubicBezTo>
                      <a:pt x="42" y="78"/>
                      <a:pt x="42" y="79"/>
                      <a:pt x="41" y="79"/>
                    </a:cubicBezTo>
                    <a:lnTo>
                      <a:pt x="41" y="79"/>
                    </a:lnTo>
                    <a:cubicBezTo>
                      <a:pt x="41" y="79"/>
                      <a:pt x="42" y="78"/>
                      <a:pt x="42" y="78"/>
                    </a:cubicBezTo>
                    <a:close/>
                    <a:moveTo>
                      <a:pt x="220" y="181"/>
                    </a:moveTo>
                    <a:lnTo>
                      <a:pt x="220" y="181"/>
                    </a:lnTo>
                    <a:cubicBezTo>
                      <a:pt x="216" y="188"/>
                      <a:pt x="209" y="198"/>
                      <a:pt x="203" y="205"/>
                    </a:cubicBezTo>
                    <a:lnTo>
                      <a:pt x="206" y="201"/>
                    </a:lnTo>
                    <a:lnTo>
                      <a:pt x="206" y="201"/>
                    </a:lnTo>
                    <a:cubicBezTo>
                      <a:pt x="205" y="202"/>
                      <a:pt x="205" y="202"/>
                      <a:pt x="204" y="203"/>
                    </a:cubicBezTo>
                    <a:lnTo>
                      <a:pt x="204" y="203"/>
                    </a:lnTo>
                    <a:cubicBezTo>
                      <a:pt x="209" y="198"/>
                      <a:pt x="213" y="192"/>
                      <a:pt x="217" y="186"/>
                    </a:cubicBezTo>
                    <a:cubicBezTo>
                      <a:pt x="217" y="183"/>
                      <a:pt x="219" y="181"/>
                      <a:pt x="220" y="181"/>
                    </a:cubicBezTo>
                    <a:close/>
                    <a:moveTo>
                      <a:pt x="187" y="217"/>
                    </a:moveTo>
                    <a:cubicBezTo>
                      <a:pt x="187" y="217"/>
                      <a:pt x="186" y="217"/>
                      <a:pt x="186" y="217"/>
                    </a:cubicBezTo>
                    <a:lnTo>
                      <a:pt x="186" y="217"/>
                    </a:lnTo>
                    <a:cubicBezTo>
                      <a:pt x="186" y="218"/>
                      <a:pt x="186" y="218"/>
                      <a:pt x="185" y="218"/>
                    </a:cubicBezTo>
                    <a:lnTo>
                      <a:pt x="185" y="218"/>
                    </a:lnTo>
                    <a:cubicBezTo>
                      <a:pt x="186" y="217"/>
                      <a:pt x="186" y="217"/>
                      <a:pt x="187" y="217"/>
                    </a:cubicBezTo>
                    <a:close/>
                    <a:moveTo>
                      <a:pt x="79" y="217"/>
                    </a:moveTo>
                    <a:cubicBezTo>
                      <a:pt x="79" y="217"/>
                      <a:pt x="80" y="217"/>
                      <a:pt x="81" y="218"/>
                    </a:cubicBezTo>
                    <a:lnTo>
                      <a:pt x="81" y="218"/>
                    </a:lnTo>
                    <a:cubicBezTo>
                      <a:pt x="80" y="218"/>
                      <a:pt x="79" y="217"/>
                      <a:pt x="79" y="217"/>
                    </a:cubicBezTo>
                    <a:close/>
                    <a:moveTo>
                      <a:pt x="133" y="0"/>
                    </a:moveTo>
                    <a:cubicBezTo>
                      <a:pt x="124" y="0"/>
                      <a:pt x="115" y="1"/>
                      <a:pt x="100" y="4"/>
                    </a:cubicBezTo>
                    <a:lnTo>
                      <a:pt x="98" y="4"/>
                    </a:lnTo>
                    <a:cubicBezTo>
                      <a:pt x="93" y="6"/>
                      <a:pt x="84" y="10"/>
                      <a:pt x="84" y="10"/>
                    </a:cubicBezTo>
                    <a:cubicBezTo>
                      <a:pt x="83" y="10"/>
                      <a:pt x="76" y="13"/>
                      <a:pt x="70" y="16"/>
                    </a:cubicBezTo>
                    <a:lnTo>
                      <a:pt x="66" y="16"/>
                    </a:lnTo>
                    <a:cubicBezTo>
                      <a:pt x="63" y="18"/>
                      <a:pt x="59" y="20"/>
                      <a:pt x="55" y="24"/>
                    </a:cubicBezTo>
                    <a:cubicBezTo>
                      <a:pt x="50" y="27"/>
                      <a:pt x="47" y="30"/>
                      <a:pt x="42" y="33"/>
                    </a:cubicBezTo>
                    <a:lnTo>
                      <a:pt x="40" y="34"/>
                    </a:lnTo>
                    <a:cubicBezTo>
                      <a:pt x="33" y="44"/>
                      <a:pt x="26" y="52"/>
                      <a:pt x="21" y="61"/>
                    </a:cubicBezTo>
                    <a:cubicBezTo>
                      <a:pt x="21" y="62"/>
                      <a:pt x="19" y="62"/>
                      <a:pt x="19" y="65"/>
                    </a:cubicBezTo>
                    <a:cubicBezTo>
                      <a:pt x="9" y="77"/>
                      <a:pt x="6" y="94"/>
                      <a:pt x="5" y="108"/>
                    </a:cubicBezTo>
                    <a:cubicBezTo>
                      <a:pt x="1" y="123"/>
                      <a:pt x="1" y="137"/>
                      <a:pt x="6" y="153"/>
                    </a:cubicBezTo>
                    <a:cubicBezTo>
                      <a:pt x="9" y="167"/>
                      <a:pt x="16" y="181"/>
                      <a:pt x="28" y="193"/>
                    </a:cubicBezTo>
                    <a:cubicBezTo>
                      <a:pt x="36" y="204"/>
                      <a:pt x="47" y="215"/>
                      <a:pt x="59" y="222"/>
                    </a:cubicBezTo>
                    <a:cubicBezTo>
                      <a:pt x="60" y="223"/>
                      <a:pt x="62" y="224"/>
                      <a:pt x="64" y="224"/>
                    </a:cubicBezTo>
                    <a:lnTo>
                      <a:pt x="64" y="224"/>
                    </a:lnTo>
                    <a:cubicBezTo>
                      <a:pt x="69" y="229"/>
                      <a:pt x="75" y="233"/>
                      <a:pt x="81" y="237"/>
                    </a:cubicBezTo>
                    <a:cubicBezTo>
                      <a:pt x="90" y="241"/>
                      <a:pt x="98" y="244"/>
                      <a:pt x="110" y="249"/>
                    </a:cubicBezTo>
                    <a:cubicBezTo>
                      <a:pt x="120" y="252"/>
                      <a:pt x="130" y="254"/>
                      <a:pt x="140" y="254"/>
                    </a:cubicBezTo>
                    <a:cubicBezTo>
                      <a:pt x="150" y="254"/>
                      <a:pt x="160" y="252"/>
                      <a:pt x="171" y="249"/>
                    </a:cubicBezTo>
                    <a:cubicBezTo>
                      <a:pt x="181" y="245"/>
                      <a:pt x="189" y="242"/>
                      <a:pt x="199" y="237"/>
                    </a:cubicBezTo>
                    <a:cubicBezTo>
                      <a:pt x="217" y="227"/>
                      <a:pt x="232" y="213"/>
                      <a:pt x="240" y="196"/>
                    </a:cubicBezTo>
                    <a:cubicBezTo>
                      <a:pt x="246" y="187"/>
                      <a:pt x="249" y="174"/>
                      <a:pt x="253" y="166"/>
                    </a:cubicBezTo>
                    <a:cubicBezTo>
                      <a:pt x="253" y="164"/>
                      <a:pt x="253" y="164"/>
                      <a:pt x="254" y="163"/>
                    </a:cubicBezTo>
                    <a:lnTo>
                      <a:pt x="254" y="160"/>
                    </a:lnTo>
                    <a:cubicBezTo>
                      <a:pt x="256" y="150"/>
                      <a:pt x="259" y="139"/>
                      <a:pt x="259" y="130"/>
                    </a:cubicBezTo>
                    <a:lnTo>
                      <a:pt x="259" y="129"/>
                    </a:lnTo>
                    <a:lnTo>
                      <a:pt x="259" y="128"/>
                    </a:lnTo>
                    <a:cubicBezTo>
                      <a:pt x="259" y="128"/>
                      <a:pt x="259" y="128"/>
                      <a:pt x="259" y="128"/>
                    </a:cubicBezTo>
                    <a:cubicBezTo>
                      <a:pt x="258" y="128"/>
                      <a:pt x="256" y="106"/>
                      <a:pt x="254" y="95"/>
                    </a:cubicBezTo>
                    <a:lnTo>
                      <a:pt x="254" y="94"/>
                    </a:lnTo>
                    <a:cubicBezTo>
                      <a:pt x="246" y="67"/>
                      <a:pt x="240" y="60"/>
                      <a:pt x="223" y="38"/>
                    </a:cubicBezTo>
                    <a:lnTo>
                      <a:pt x="220" y="37"/>
                    </a:lnTo>
                    <a:cubicBezTo>
                      <a:pt x="213" y="30"/>
                      <a:pt x="205" y="23"/>
                      <a:pt x="196" y="17"/>
                    </a:cubicBezTo>
                    <a:cubicBezTo>
                      <a:pt x="188" y="11"/>
                      <a:pt x="176" y="9"/>
                      <a:pt x="168" y="4"/>
                    </a:cubicBezTo>
                    <a:lnTo>
                      <a:pt x="166" y="4"/>
                    </a:lnTo>
                    <a:cubicBezTo>
                      <a:pt x="151" y="1"/>
                      <a:pt x="142" y="0"/>
                      <a:pt x="13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rgbClr val="3C3C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475" lIns="91425" spcFirstLastPara="1" rIns="91425" wrap="square" tIns="64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59" name="Google Shape;159;p3"/>
              <p:cNvSpPr/>
              <p:nvPr/>
            </p:nvSpPr>
            <p:spPr>
              <a:xfrm>
                <a:off x="398880" y="3394440"/>
                <a:ext cx="14760" cy="11160"/>
              </a:xfrm>
              <a:custGeom>
                <a:rect b="b" l="l" r="r" t="t"/>
                <a:pathLst>
                  <a:path extrusionOk="0" h="232" w="297">
                    <a:moveTo>
                      <a:pt x="149" y="1"/>
                    </a:moveTo>
                    <a:cubicBezTo>
                      <a:pt x="1" y="1"/>
                      <a:pt x="1" y="232"/>
                      <a:pt x="149" y="232"/>
                    </a:cubicBezTo>
                    <a:cubicBezTo>
                      <a:pt x="297" y="232"/>
                      <a:pt x="297" y="1"/>
                      <a:pt x="14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rgbClr val="3C3C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5750" lIns="91425" spcFirstLastPara="1" rIns="91425" wrap="square" tIns="57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60" name="Google Shape;160;p3"/>
              <p:cNvSpPr/>
              <p:nvPr/>
            </p:nvSpPr>
            <p:spPr>
              <a:xfrm>
                <a:off x="483840" y="3417840"/>
                <a:ext cx="11880" cy="12240"/>
              </a:xfrm>
              <a:custGeom>
                <a:rect b="b" l="l" r="r" t="t"/>
                <a:pathLst>
                  <a:path extrusionOk="0" h="252" w="246">
                    <a:moveTo>
                      <a:pt x="128" y="1"/>
                    </a:moveTo>
                    <a:cubicBezTo>
                      <a:pt x="117" y="1"/>
                      <a:pt x="107" y="2"/>
                      <a:pt x="96" y="5"/>
                    </a:cubicBezTo>
                    <a:cubicBezTo>
                      <a:pt x="88" y="9"/>
                      <a:pt x="79" y="12"/>
                      <a:pt x="68" y="18"/>
                    </a:cubicBezTo>
                    <a:cubicBezTo>
                      <a:pt x="52" y="26"/>
                      <a:pt x="38" y="41"/>
                      <a:pt x="28" y="59"/>
                    </a:cubicBezTo>
                    <a:cubicBezTo>
                      <a:pt x="24" y="63"/>
                      <a:pt x="21" y="70"/>
                      <a:pt x="18" y="76"/>
                    </a:cubicBezTo>
                    <a:lnTo>
                      <a:pt x="17" y="77"/>
                    </a:lnTo>
                    <a:cubicBezTo>
                      <a:pt x="9" y="90"/>
                      <a:pt x="4" y="106"/>
                      <a:pt x="3" y="120"/>
                    </a:cubicBezTo>
                    <a:cubicBezTo>
                      <a:pt x="0" y="136"/>
                      <a:pt x="0" y="151"/>
                      <a:pt x="4" y="167"/>
                    </a:cubicBezTo>
                    <a:cubicBezTo>
                      <a:pt x="9" y="181"/>
                      <a:pt x="16" y="195"/>
                      <a:pt x="26" y="205"/>
                    </a:cubicBezTo>
                    <a:cubicBezTo>
                      <a:pt x="35" y="218"/>
                      <a:pt x="45" y="229"/>
                      <a:pt x="58" y="236"/>
                    </a:cubicBezTo>
                    <a:cubicBezTo>
                      <a:pt x="67" y="239"/>
                      <a:pt x="75" y="242"/>
                      <a:pt x="87" y="248"/>
                    </a:cubicBezTo>
                    <a:cubicBezTo>
                      <a:pt x="97" y="250"/>
                      <a:pt x="107" y="252"/>
                      <a:pt x="118" y="252"/>
                    </a:cubicBezTo>
                    <a:cubicBezTo>
                      <a:pt x="128" y="252"/>
                      <a:pt x="138" y="250"/>
                      <a:pt x="149" y="248"/>
                    </a:cubicBezTo>
                    <a:cubicBezTo>
                      <a:pt x="157" y="245"/>
                      <a:pt x="166" y="240"/>
                      <a:pt x="177" y="236"/>
                    </a:cubicBezTo>
                    <a:cubicBezTo>
                      <a:pt x="194" y="225"/>
                      <a:pt x="208" y="211"/>
                      <a:pt x="217" y="195"/>
                    </a:cubicBezTo>
                    <a:cubicBezTo>
                      <a:pt x="221" y="189"/>
                      <a:pt x="224" y="182"/>
                      <a:pt x="227" y="177"/>
                    </a:cubicBezTo>
                    <a:lnTo>
                      <a:pt x="228" y="175"/>
                    </a:lnTo>
                    <a:cubicBezTo>
                      <a:pt x="237" y="162"/>
                      <a:pt x="241" y="147"/>
                      <a:pt x="242" y="133"/>
                    </a:cubicBezTo>
                    <a:cubicBezTo>
                      <a:pt x="245" y="117"/>
                      <a:pt x="245" y="103"/>
                      <a:pt x="241" y="86"/>
                    </a:cubicBezTo>
                    <a:cubicBezTo>
                      <a:pt x="237" y="72"/>
                      <a:pt x="230" y="58"/>
                      <a:pt x="220" y="48"/>
                    </a:cubicBezTo>
                    <a:cubicBezTo>
                      <a:pt x="210" y="35"/>
                      <a:pt x="200" y="25"/>
                      <a:pt x="187" y="18"/>
                    </a:cubicBezTo>
                    <a:cubicBezTo>
                      <a:pt x="179" y="14"/>
                      <a:pt x="170" y="11"/>
                      <a:pt x="159" y="5"/>
                    </a:cubicBezTo>
                    <a:cubicBezTo>
                      <a:pt x="148" y="2"/>
                      <a:pt x="138" y="1"/>
                      <a:pt x="12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rgbClr val="3C3C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100" lIns="91425" spcFirstLastPara="1" rIns="91425" wrap="square" tIns="6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61" name="Google Shape;161;p3"/>
              <p:cNvSpPr/>
              <p:nvPr/>
            </p:nvSpPr>
            <p:spPr>
              <a:xfrm>
                <a:off x="542520" y="3533760"/>
                <a:ext cx="14760" cy="11160"/>
              </a:xfrm>
              <a:custGeom>
                <a:rect b="b" l="l" r="r" t="t"/>
                <a:pathLst>
                  <a:path extrusionOk="0" h="230" w="298">
                    <a:moveTo>
                      <a:pt x="149" y="0"/>
                    </a:moveTo>
                    <a:cubicBezTo>
                      <a:pt x="0" y="0"/>
                      <a:pt x="0" y="230"/>
                      <a:pt x="149" y="230"/>
                    </a:cubicBezTo>
                    <a:cubicBezTo>
                      <a:pt x="298" y="230"/>
                      <a:pt x="298" y="0"/>
                      <a:pt x="14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rgbClr val="3C3C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5750" lIns="91425" spcFirstLastPara="1" rIns="91425" wrap="square" tIns="57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62" name="Google Shape;162;p3"/>
              <p:cNvSpPr/>
              <p:nvPr/>
            </p:nvSpPr>
            <p:spPr>
              <a:xfrm>
                <a:off x="486720" y="3588480"/>
                <a:ext cx="14760" cy="11160"/>
              </a:xfrm>
              <a:custGeom>
                <a:rect b="b" l="l" r="r" t="t"/>
                <a:pathLst>
                  <a:path extrusionOk="0" h="230" w="298">
                    <a:moveTo>
                      <a:pt x="149" y="0"/>
                    </a:moveTo>
                    <a:cubicBezTo>
                      <a:pt x="0" y="0"/>
                      <a:pt x="0" y="230"/>
                      <a:pt x="149" y="230"/>
                    </a:cubicBezTo>
                    <a:cubicBezTo>
                      <a:pt x="298" y="230"/>
                      <a:pt x="298" y="0"/>
                      <a:pt x="14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rgbClr val="3C3C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5750" lIns="91425" spcFirstLastPara="1" rIns="91425" wrap="square" tIns="57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63" name="Google Shape;163;p3"/>
              <p:cNvSpPr/>
              <p:nvPr/>
            </p:nvSpPr>
            <p:spPr>
              <a:xfrm>
                <a:off x="388080" y="3439800"/>
                <a:ext cx="14760" cy="11160"/>
              </a:xfrm>
              <a:custGeom>
                <a:rect b="b" l="l" r="r" t="t"/>
                <a:pathLst>
                  <a:path extrusionOk="0" h="231" w="299">
                    <a:moveTo>
                      <a:pt x="149" y="1"/>
                    </a:moveTo>
                    <a:cubicBezTo>
                      <a:pt x="1" y="1"/>
                      <a:pt x="1" y="231"/>
                      <a:pt x="149" y="231"/>
                    </a:cubicBezTo>
                    <a:cubicBezTo>
                      <a:pt x="298" y="231"/>
                      <a:pt x="298" y="1"/>
                      <a:pt x="14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rgbClr val="3C3C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5750" lIns="91425" spcFirstLastPara="1" rIns="91425" wrap="square" tIns="57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64" name="Google Shape;164;p3"/>
              <p:cNvSpPr/>
              <p:nvPr/>
            </p:nvSpPr>
            <p:spPr>
              <a:xfrm>
                <a:off x="319680" y="3344400"/>
                <a:ext cx="14760" cy="11160"/>
              </a:xfrm>
              <a:custGeom>
                <a:rect b="b" l="l" r="r" t="t"/>
                <a:pathLst>
                  <a:path extrusionOk="0" h="232" w="299">
                    <a:moveTo>
                      <a:pt x="149" y="1"/>
                    </a:moveTo>
                    <a:cubicBezTo>
                      <a:pt x="1" y="1"/>
                      <a:pt x="1" y="232"/>
                      <a:pt x="149" y="232"/>
                    </a:cubicBezTo>
                    <a:cubicBezTo>
                      <a:pt x="298" y="232"/>
                      <a:pt x="298" y="1"/>
                      <a:pt x="14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rgbClr val="3C3C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5750" lIns="91425" spcFirstLastPara="1" rIns="91425" wrap="square" tIns="57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65" name="Google Shape;165;p3"/>
              <p:cNvSpPr/>
              <p:nvPr/>
            </p:nvSpPr>
            <p:spPr>
              <a:xfrm>
                <a:off x="257760" y="3259800"/>
                <a:ext cx="12600" cy="12240"/>
              </a:xfrm>
              <a:custGeom>
                <a:rect b="b" l="l" r="r" t="t"/>
                <a:pathLst>
                  <a:path extrusionOk="0" h="247" w="257">
                    <a:moveTo>
                      <a:pt x="118" y="0"/>
                    </a:moveTo>
                    <a:cubicBezTo>
                      <a:pt x="112" y="0"/>
                      <a:pt x="106" y="1"/>
                      <a:pt x="100" y="2"/>
                    </a:cubicBezTo>
                    <a:cubicBezTo>
                      <a:pt x="83" y="2"/>
                      <a:pt x="68" y="8"/>
                      <a:pt x="57" y="16"/>
                    </a:cubicBezTo>
                    <a:cubicBezTo>
                      <a:pt x="50" y="22"/>
                      <a:pt x="41" y="29"/>
                      <a:pt x="33" y="35"/>
                    </a:cubicBezTo>
                    <a:cubicBezTo>
                      <a:pt x="23" y="45"/>
                      <a:pt x="14" y="57"/>
                      <a:pt x="10" y="72"/>
                    </a:cubicBezTo>
                    <a:cubicBezTo>
                      <a:pt x="5" y="80"/>
                      <a:pt x="3" y="91"/>
                      <a:pt x="3" y="100"/>
                    </a:cubicBezTo>
                    <a:cubicBezTo>
                      <a:pt x="0" y="115"/>
                      <a:pt x="0" y="131"/>
                      <a:pt x="6" y="147"/>
                    </a:cubicBezTo>
                    <a:cubicBezTo>
                      <a:pt x="9" y="155"/>
                      <a:pt x="12" y="164"/>
                      <a:pt x="17" y="175"/>
                    </a:cubicBezTo>
                    <a:cubicBezTo>
                      <a:pt x="29" y="192"/>
                      <a:pt x="43" y="206"/>
                      <a:pt x="58" y="216"/>
                    </a:cubicBezTo>
                    <a:lnTo>
                      <a:pt x="60" y="216"/>
                    </a:lnTo>
                    <a:cubicBezTo>
                      <a:pt x="63" y="216"/>
                      <a:pt x="64" y="218"/>
                      <a:pt x="64" y="218"/>
                    </a:cubicBezTo>
                    <a:cubicBezTo>
                      <a:pt x="70" y="222"/>
                      <a:pt x="77" y="225"/>
                      <a:pt x="84" y="227"/>
                    </a:cubicBezTo>
                    <a:lnTo>
                      <a:pt x="84" y="227"/>
                    </a:lnTo>
                    <a:cubicBezTo>
                      <a:pt x="84" y="227"/>
                      <a:pt x="84" y="227"/>
                      <a:pt x="84" y="227"/>
                    </a:cubicBezTo>
                    <a:cubicBezTo>
                      <a:pt x="74" y="225"/>
                      <a:pt x="66" y="220"/>
                      <a:pt x="56" y="216"/>
                    </a:cubicBezTo>
                    <a:lnTo>
                      <a:pt x="56" y="216"/>
                    </a:lnTo>
                    <a:cubicBezTo>
                      <a:pt x="58" y="218"/>
                      <a:pt x="60" y="219"/>
                      <a:pt x="64" y="220"/>
                    </a:cubicBezTo>
                    <a:cubicBezTo>
                      <a:pt x="70" y="223"/>
                      <a:pt x="73" y="226"/>
                      <a:pt x="78" y="227"/>
                    </a:cubicBezTo>
                    <a:cubicBezTo>
                      <a:pt x="80" y="227"/>
                      <a:pt x="80" y="230"/>
                      <a:pt x="81" y="230"/>
                    </a:cubicBezTo>
                    <a:cubicBezTo>
                      <a:pt x="94" y="239"/>
                      <a:pt x="109" y="242"/>
                      <a:pt x="124" y="244"/>
                    </a:cubicBezTo>
                    <a:cubicBezTo>
                      <a:pt x="130" y="246"/>
                      <a:pt x="136" y="246"/>
                      <a:pt x="143" y="246"/>
                    </a:cubicBezTo>
                    <a:cubicBezTo>
                      <a:pt x="151" y="246"/>
                      <a:pt x="160" y="245"/>
                      <a:pt x="170" y="242"/>
                    </a:cubicBezTo>
                    <a:cubicBezTo>
                      <a:pt x="185" y="239"/>
                      <a:pt x="199" y="232"/>
                      <a:pt x="209" y="220"/>
                    </a:cubicBezTo>
                    <a:cubicBezTo>
                      <a:pt x="221" y="212"/>
                      <a:pt x="233" y="202"/>
                      <a:pt x="240" y="189"/>
                    </a:cubicBezTo>
                    <a:cubicBezTo>
                      <a:pt x="243" y="181"/>
                      <a:pt x="245" y="171"/>
                      <a:pt x="251" y="161"/>
                    </a:cubicBezTo>
                    <a:cubicBezTo>
                      <a:pt x="257" y="140"/>
                      <a:pt x="257" y="120"/>
                      <a:pt x="251" y="98"/>
                    </a:cubicBezTo>
                    <a:cubicBezTo>
                      <a:pt x="248" y="90"/>
                      <a:pt x="244" y="80"/>
                      <a:pt x="240" y="70"/>
                    </a:cubicBezTo>
                    <a:cubicBezTo>
                      <a:pt x="228" y="52"/>
                      <a:pt x="214" y="38"/>
                      <a:pt x="199" y="29"/>
                    </a:cubicBezTo>
                    <a:cubicBezTo>
                      <a:pt x="192" y="26"/>
                      <a:pt x="183" y="21"/>
                      <a:pt x="175" y="16"/>
                    </a:cubicBezTo>
                    <a:cubicBezTo>
                      <a:pt x="166" y="12"/>
                      <a:pt x="153" y="6"/>
                      <a:pt x="145" y="5"/>
                    </a:cubicBezTo>
                    <a:cubicBezTo>
                      <a:pt x="136" y="2"/>
                      <a:pt x="127" y="0"/>
                      <a:pt x="1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rgbClr val="3C3C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100" lIns="91425" spcFirstLastPara="1" rIns="91425" wrap="square" tIns="6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66" name="Google Shape;166;p3"/>
              <p:cNvSpPr/>
              <p:nvPr/>
            </p:nvSpPr>
            <p:spPr>
              <a:xfrm>
                <a:off x="111240" y="3087360"/>
                <a:ext cx="12240" cy="12600"/>
              </a:xfrm>
              <a:custGeom>
                <a:rect b="b" l="l" r="r" t="t"/>
                <a:pathLst>
                  <a:path extrusionOk="0" h="259" w="248">
                    <a:moveTo>
                      <a:pt x="213" y="199"/>
                    </a:moveTo>
                    <a:lnTo>
                      <a:pt x="213" y="200"/>
                    </a:lnTo>
                    <a:cubicBezTo>
                      <a:pt x="213" y="200"/>
                      <a:pt x="213" y="199"/>
                      <a:pt x="213" y="199"/>
                    </a:cubicBezTo>
                    <a:close/>
                    <a:moveTo>
                      <a:pt x="129" y="0"/>
                    </a:moveTo>
                    <a:cubicBezTo>
                      <a:pt x="119" y="0"/>
                      <a:pt x="109" y="1"/>
                      <a:pt x="98" y="3"/>
                    </a:cubicBezTo>
                    <a:cubicBezTo>
                      <a:pt x="88" y="8"/>
                      <a:pt x="80" y="10"/>
                      <a:pt x="70" y="16"/>
                    </a:cubicBezTo>
                    <a:cubicBezTo>
                      <a:pt x="52" y="27"/>
                      <a:pt x="37" y="42"/>
                      <a:pt x="29" y="57"/>
                    </a:cubicBezTo>
                    <a:cubicBezTo>
                      <a:pt x="25" y="64"/>
                      <a:pt x="20" y="73"/>
                      <a:pt x="16" y="80"/>
                    </a:cubicBezTo>
                    <a:cubicBezTo>
                      <a:pt x="16" y="81"/>
                      <a:pt x="15" y="81"/>
                      <a:pt x="15" y="84"/>
                    </a:cubicBezTo>
                    <a:cubicBezTo>
                      <a:pt x="15" y="84"/>
                      <a:pt x="16" y="84"/>
                      <a:pt x="16" y="84"/>
                    </a:cubicBezTo>
                    <a:lnTo>
                      <a:pt x="16" y="84"/>
                    </a:lnTo>
                    <a:lnTo>
                      <a:pt x="16" y="86"/>
                    </a:lnTo>
                    <a:cubicBezTo>
                      <a:pt x="5" y="108"/>
                      <a:pt x="2" y="117"/>
                      <a:pt x="1" y="144"/>
                    </a:cubicBezTo>
                    <a:cubicBezTo>
                      <a:pt x="2" y="155"/>
                      <a:pt x="5" y="165"/>
                      <a:pt x="5" y="173"/>
                    </a:cubicBezTo>
                    <a:cubicBezTo>
                      <a:pt x="8" y="188"/>
                      <a:pt x="15" y="202"/>
                      <a:pt x="26" y="213"/>
                    </a:cubicBezTo>
                    <a:cubicBezTo>
                      <a:pt x="30" y="222"/>
                      <a:pt x="37" y="229"/>
                      <a:pt x="47" y="234"/>
                    </a:cubicBezTo>
                    <a:cubicBezTo>
                      <a:pt x="57" y="244"/>
                      <a:pt x="71" y="251"/>
                      <a:pt x="86" y="256"/>
                    </a:cubicBezTo>
                    <a:cubicBezTo>
                      <a:pt x="97" y="257"/>
                      <a:pt x="107" y="258"/>
                      <a:pt x="115" y="258"/>
                    </a:cubicBezTo>
                    <a:cubicBezTo>
                      <a:pt x="127" y="257"/>
                      <a:pt x="137" y="256"/>
                      <a:pt x="145" y="256"/>
                    </a:cubicBezTo>
                    <a:cubicBezTo>
                      <a:pt x="159" y="251"/>
                      <a:pt x="175" y="244"/>
                      <a:pt x="185" y="234"/>
                    </a:cubicBezTo>
                    <a:cubicBezTo>
                      <a:pt x="198" y="226"/>
                      <a:pt x="207" y="215"/>
                      <a:pt x="215" y="202"/>
                    </a:cubicBezTo>
                    <a:cubicBezTo>
                      <a:pt x="215" y="202"/>
                      <a:pt x="216" y="200"/>
                      <a:pt x="216" y="199"/>
                    </a:cubicBezTo>
                    <a:cubicBezTo>
                      <a:pt x="219" y="197"/>
                      <a:pt x="219" y="195"/>
                      <a:pt x="220" y="192"/>
                    </a:cubicBezTo>
                    <a:cubicBezTo>
                      <a:pt x="222" y="186"/>
                      <a:pt x="226" y="183"/>
                      <a:pt x="227" y="178"/>
                    </a:cubicBezTo>
                    <a:cubicBezTo>
                      <a:pt x="227" y="176"/>
                      <a:pt x="229" y="176"/>
                      <a:pt x="229" y="173"/>
                    </a:cubicBezTo>
                    <a:cubicBezTo>
                      <a:pt x="237" y="162"/>
                      <a:pt x="241" y="145"/>
                      <a:pt x="243" y="131"/>
                    </a:cubicBezTo>
                    <a:cubicBezTo>
                      <a:pt x="247" y="115"/>
                      <a:pt x="247" y="101"/>
                      <a:pt x="241" y="86"/>
                    </a:cubicBezTo>
                    <a:cubicBezTo>
                      <a:pt x="237" y="71"/>
                      <a:pt x="230" y="57"/>
                      <a:pt x="220" y="46"/>
                    </a:cubicBezTo>
                    <a:cubicBezTo>
                      <a:pt x="212" y="35"/>
                      <a:pt x="200" y="23"/>
                      <a:pt x="188" y="16"/>
                    </a:cubicBezTo>
                    <a:cubicBezTo>
                      <a:pt x="179" y="13"/>
                      <a:pt x="171" y="9"/>
                      <a:pt x="159" y="3"/>
                    </a:cubicBezTo>
                    <a:cubicBezTo>
                      <a:pt x="149" y="1"/>
                      <a:pt x="139" y="0"/>
                      <a:pt x="1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rgbClr val="3C3C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475" lIns="91425" spcFirstLastPara="1" rIns="91425" wrap="square" tIns="64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167" name="Google Shape;167;p3"/>
            <p:cNvGrpSpPr/>
            <p:nvPr/>
          </p:nvGrpSpPr>
          <p:grpSpPr>
            <a:xfrm>
              <a:off x="8428320" y="985320"/>
              <a:ext cx="622080" cy="851400"/>
              <a:chOff x="8428320" y="985320"/>
              <a:chExt cx="622080" cy="851400"/>
            </a:xfrm>
          </p:grpSpPr>
          <p:sp>
            <p:nvSpPr>
              <p:cNvPr id="168" name="Google Shape;168;p3"/>
              <p:cNvSpPr/>
              <p:nvPr/>
            </p:nvSpPr>
            <p:spPr>
              <a:xfrm>
                <a:off x="8428320" y="985320"/>
                <a:ext cx="304920" cy="446400"/>
              </a:xfrm>
              <a:custGeom>
                <a:rect b="b" l="l" r="r" t="t"/>
                <a:pathLst>
                  <a:path extrusionOk="0" h="8867" w="6063">
                    <a:moveTo>
                      <a:pt x="1974" y="231"/>
                    </a:moveTo>
                    <a:cubicBezTo>
                      <a:pt x="2038" y="231"/>
                      <a:pt x="2101" y="233"/>
                      <a:pt x="2163" y="239"/>
                    </a:cubicBezTo>
                    <a:cubicBezTo>
                      <a:pt x="2526" y="271"/>
                      <a:pt x="2884" y="413"/>
                      <a:pt x="3161" y="655"/>
                    </a:cubicBezTo>
                    <a:cubicBezTo>
                      <a:pt x="3474" y="932"/>
                      <a:pt x="3644" y="1300"/>
                      <a:pt x="3752" y="1698"/>
                    </a:cubicBezTo>
                    <a:cubicBezTo>
                      <a:pt x="3875" y="2150"/>
                      <a:pt x="3913" y="2617"/>
                      <a:pt x="3990" y="3077"/>
                    </a:cubicBezTo>
                    <a:cubicBezTo>
                      <a:pt x="4049" y="3440"/>
                      <a:pt x="4131" y="3764"/>
                      <a:pt x="4418" y="4012"/>
                    </a:cubicBezTo>
                    <a:cubicBezTo>
                      <a:pt x="4424" y="4017"/>
                      <a:pt x="4430" y="4022"/>
                      <a:pt x="4436" y="4025"/>
                    </a:cubicBezTo>
                    <a:lnTo>
                      <a:pt x="4436" y="4025"/>
                    </a:lnTo>
                    <a:cubicBezTo>
                      <a:pt x="5372" y="4996"/>
                      <a:pt x="6063" y="6617"/>
                      <a:pt x="5223" y="7856"/>
                    </a:cubicBezTo>
                    <a:cubicBezTo>
                      <a:pt x="4889" y="8347"/>
                      <a:pt x="4297" y="8641"/>
                      <a:pt x="3706" y="8641"/>
                    </a:cubicBezTo>
                    <a:cubicBezTo>
                      <a:pt x="3636" y="8641"/>
                      <a:pt x="3566" y="8636"/>
                      <a:pt x="3497" y="8628"/>
                    </a:cubicBezTo>
                    <a:cubicBezTo>
                      <a:pt x="3189" y="8591"/>
                      <a:pt x="2879" y="8488"/>
                      <a:pt x="2644" y="8281"/>
                    </a:cubicBezTo>
                    <a:cubicBezTo>
                      <a:pt x="2424" y="8090"/>
                      <a:pt x="2281" y="7833"/>
                      <a:pt x="2193" y="7557"/>
                    </a:cubicBezTo>
                    <a:cubicBezTo>
                      <a:pt x="2082" y="7198"/>
                      <a:pt x="2037" y="6814"/>
                      <a:pt x="1966" y="6446"/>
                    </a:cubicBezTo>
                    <a:cubicBezTo>
                      <a:pt x="1888" y="6042"/>
                      <a:pt x="1806" y="5637"/>
                      <a:pt x="1686" y="5243"/>
                    </a:cubicBezTo>
                    <a:cubicBezTo>
                      <a:pt x="1453" y="4476"/>
                      <a:pt x="1037" y="3796"/>
                      <a:pt x="712" y="3067"/>
                    </a:cubicBezTo>
                    <a:cubicBezTo>
                      <a:pt x="434" y="2444"/>
                      <a:pt x="114" y="1571"/>
                      <a:pt x="509" y="930"/>
                    </a:cubicBezTo>
                    <a:cubicBezTo>
                      <a:pt x="811" y="441"/>
                      <a:pt x="1416" y="231"/>
                      <a:pt x="1974" y="231"/>
                    </a:cubicBezTo>
                    <a:close/>
                    <a:moveTo>
                      <a:pt x="1959" y="0"/>
                    </a:moveTo>
                    <a:cubicBezTo>
                      <a:pt x="1461" y="0"/>
                      <a:pt x="954" y="159"/>
                      <a:pt x="583" y="488"/>
                    </a:cubicBezTo>
                    <a:cubicBezTo>
                      <a:pt x="1" y="1008"/>
                      <a:pt x="37" y="1802"/>
                      <a:pt x="249" y="2492"/>
                    </a:cubicBezTo>
                    <a:cubicBezTo>
                      <a:pt x="504" y="3334"/>
                      <a:pt x="1010" y="4066"/>
                      <a:pt x="1320" y="4884"/>
                    </a:cubicBezTo>
                    <a:cubicBezTo>
                      <a:pt x="1483" y="5312"/>
                      <a:pt x="1593" y="5757"/>
                      <a:pt x="1686" y="6205"/>
                    </a:cubicBezTo>
                    <a:cubicBezTo>
                      <a:pt x="1772" y="6631"/>
                      <a:pt x="1829" y="7069"/>
                      <a:pt x="1935" y="7492"/>
                    </a:cubicBezTo>
                    <a:cubicBezTo>
                      <a:pt x="2092" y="8118"/>
                      <a:pt x="2509" y="8625"/>
                      <a:pt x="3147" y="8795"/>
                    </a:cubicBezTo>
                    <a:cubicBezTo>
                      <a:pt x="3328" y="8843"/>
                      <a:pt x="3513" y="8867"/>
                      <a:pt x="3698" y="8867"/>
                    </a:cubicBezTo>
                    <a:cubicBezTo>
                      <a:pt x="4211" y="8867"/>
                      <a:pt x="4716" y="8684"/>
                      <a:pt x="5105" y="8335"/>
                    </a:cubicBezTo>
                    <a:cubicBezTo>
                      <a:pt x="5663" y="7834"/>
                      <a:pt x="5889" y="7047"/>
                      <a:pt x="5814" y="6318"/>
                    </a:cubicBezTo>
                    <a:cubicBezTo>
                      <a:pt x="5736" y="5566"/>
                      <a:pt x="5398" y="4851"/>
                      <a:pt x="4938" y="4258"/>
                    </a:cubicBezTo>
                    <a:cubicBezTo>
                      <a:pt x="4832" y="4121"/>
                      <a:pt x="4719" y="3990"/>
                      <a:pt x="4600" y="3864"/>
                    </a:cubicBezTo>
                    <a:lnTo>
                      <a:pt x="4600" y="3864"/>
                    </a:lnTo>
                    <a:cubicBezTo>
                      <a:pt x="4595" y="3858"/>
                      <a:pt x="4590" y="3852"/>
                      <a:pt x="4584" y="3847"/>
                    </a:cubicBezTo>
                    <a:lnTo>
                      <a:pt x="4584" y="3847"/>
                    </a:lnTo>
                    <a:cubicBezTo>
                      <a:pt x="4584" y="3847"/>
                      <a:pt x="4584" y="3847"/>
                      <a:pt x="4584" y="3847"/>
                    </a:cubicBezTo>
                    <a:cubicBezTo>
                      <a:pt x="4579" y="3842"/>
                      <a:pt x="4574" y="3838"/>
                      <a:pt x="4569" y="3834"/>
                    </a:cubicBezTo>
                    <a:lnTo>
                      <a:pt x="4569" y="3834"/>
                    </a:lnTo>
                    <a:cubicBezTo>
                      <a:pt x="4280" y="3575"/>
                      <a:pt x="4240" y="3207"/>
                      <a:pt x="4187" y="2838"/>
                    </a:cubicBezTo>
                    <a:cubicBezTo>
                      <a:pt x="4119" y="2384"/>
                      <a:pt x="4071" y="1925"/>
                      <a:pt x="3932" y="1486"/>
                    </a:cubicBezTo>
                    <a:cubicBezTo>
                      <a:pt x="3709" y="784"/>
                      <a:pt x="3212" y="229"/>
                      <a:pt x="2476" y="59"/>
                    </a:cubicBezTo>
                    <a:cubicBezTo>
                      <a:pt x="2309" y="20"/>
                      <a:pt x="2135" y="0"/>
                      <a:pt x="195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rgbClr val="3C3C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69" name="Google Shape;169;p3"/>
              <p:cNvSpPr/>
              <p:nvPr/>
            </p:nvSpPr>
            <p:spPr>
              <a:xfrm>
                <a:off x="8596800" y="1421280"/>
                <a:ext cx="199440" cy="331200"/>
              </a:xfrm>
              <a:custGeom>
                <a:rect b="b" l="l" r="r" t="t"/>
                <a:pathLst>
                  <a:path extrusionOk="0" h="6583" w="3966">
                    <a:moveTo>
                      <a:pt x="324" y="0"/>
                    </a:moveTo>
                    <a:cubicBezTo>
                      <a:pt x="239" y="0"/>
                      <a:pt x="163" y="115"/>
                      <a:pt x="237" y="201"/>
                    </a:cubicBezTo>
                    <a:cubicBezTo>
                      <a:pt x="417" y="408"/>
                      <a:pt x="416" y="745"/>
                      <a:pt x="361" y="1000"/>
                    </a:cubicBezTo>
                    <a:cubicBezTo>
                      <a:pt x="311" y="1228"/>
                      <a:pt x="206" y="1438"/>
                      <a:pt x="141" y="1660"/>
                    </a:cubicBezTo>
                    <a:cubicBezTo>
                      <a:pt x="1" y="2146"/>
                      <a:pt x="169" y="2630"/>
                      <a:pt x="466" y="3022"/>
                    </a:cubicBezTo>
                    <a:cubicBezTo>
                      <a:pt x="772" y="3432"/>
                      <a:pt x="1194" y="3756"/>
                      <a:pt x="1640" y="4000"/>
                    </a:cubicBezTo>
                    <a:cubicBezTo>
                      <a:pt x="1910" y="4149"/>
                      <a:pt x="2173" y="4282"/>
                      <a:pt x="2408" y="4482"/>
                    </a:cubicBezTo>
                    <a:cubicBezTo>
                      <a:pt x="2639" y="4675"/>
                      <a:pt x="2845" y="4896"/>
                      <a:pt x="3055" y="5110"/>
                    </a:cubicBezTo>
                    <a:cubicBezTo>
                      <a:pt x="3253" y="5309"/>
                      <a:pt x="3419" y="5538"/>
                      <a:pt x="3505" y="5807"/>
                    </a:cubicBezTo>
                    <a:cubicBezTo>
                      <a:pt x="3586" y="6059"/>
                      <a:pt x="3563" y="6324"/>
                      <a:pt x="3733" y="6542"/>
                    </a:cubicBezTo>
                    <a:cubicBezTo>
                      <a:pt x="3755" y="6570"/>
                      <a:pt x="3781" y="6582"/>
                      <a:pt x="3807" y="6582"/>
                    </a:cubicBezTo>
                    <a:cubicBezTo>
                      <a:pt x="3888" y="6582"/>
                      <a:pt x="3965" y="6466"/>
                      <a:pt x="3896" y="6379"/>
                    </a:cubicBezTo>
                    <a:cubicBezTo>
                      <a:pt x="3753" y="6195"/>
                      <a:pt x="3783" y="5896"/>
                      <a:pt x="3705" y="5682"/>
                    </a:cubicBezTo>
                    <a:cubicBezTo>
                      <a:pt x="3621" y="5454"/>
                      <a:pt x="3494" y="5253"/>
                      <a:pt x="3337" y="5073"/>
                    </a:cubicBezTo>
                    <a:cubicBezTo>
                      <a:pt x="2967" y="4651"/>
                      <a:pt x="2542" y="4225"/>
                      <a:pt x="2046" y="3956"/>
                    </a:cubicBezTo>
                    <a:cubicBezTo>
                      <a:pt x="1567" y="3695"/>
                      <a:pt x="1103" y="3425"/>
                      <a:pt x="745" y="3005"/>
                    </a:cubicBezTo>
                    <a:cubicBezTo>
                      <a:pt x="572" y="2801"/>
                      <a:pt x="430" y="2566"/>
                      <a:pt x="359" y="2307"/>
                    </a:cubicBezTo>
                    <a:cubicBezTo>
                      <a:pt x="288" y="2052"/>
                      <a:pt x="327" y="1816"/>
                      <a:pt x="415" y="1573"/>
                    </a:cubicBezTo>
                    <a:cubicBezTo>
                      <a:pt x="586" y="1088"/>
                      <a:pt x="787" y="479"/>
                      <a:pt x="402" y="38"/>
                    </a:cubicBezTo>
                    <a:cubicBezTo>
                      <a:pt x="378" y="11"/>
                      <a:pt x="351" y="0"/>
                      <a:pt x="32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rgbClr val="3C3C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70" name="Google Shape;170;p3"/>
              <p:cNvSpPr/>
              <p:nvPr/>
            </p:nvSpPr>
            <p:spPr>
              <a:xfrm>
                <a:off x="8638200" y="1414800"/>
                <a:ext cx="345240" cy="421920"/>
              </a:xfrm>
              <a:custGeom>
                <a:rect b="b" l="l" r="r" t="t"/>
                <a:pathLst>
                  <a:path extrusionOk="0" h="8382" w="6862">
                    <a:moveTo>
                      <a:pt x="141" y="1"/>
                    </a:moveTo>
                    <a:cubicBezTo>
                      <a:pt x="71" y="1"/>
                      <a:pt x="1" y="57"/>
                      <a:pt x="26" y="144"/>
                    </a:cubicBezTo>
                    <a:cubicBezTo>
                      <a:pt x="77" y="318"/>
                      <a:pt x="57" y="502"/>
                      <a:pt x="89" y="681"/>
                    </a:cubicBezTo>
                    <a:cubicBezTo>
                      <a:pt x="121" y="875"/>
                      <a:pt x="185" y="1063"/>
                      <a:pt x="266" y="1242"/>
                    </a:cubicBezTo>
                    <a:cubicBezTo>
                      <a:pt x="409" y="1562"/>
                      <a:pt x="638" y="1844"/>
                      <a:pt x="893" y="2084"/>
                    </a:cubicBezTo>
                    <a:cubicBezTo>
                      <a:pt x="1149" y="2323"/>
                      <a:pt x="1438" y="2526"/>
                      <a:pt x="1744" y="2694"/>
                    </a:cubicBezTo>
                    <a:cubicBezTo>
                      <a:pt x="2082" y="2880"/>
                      <a:pt x="2451" y="2996"/>
                      <a:pt x="2802" y="3156"/>
                    </a:cubicBezTo>
                    <a:cubicBezTo>
                      <a:pt x="3463" y="3458"/>
                      <a:pt x="4171" y="3933"/>
                      <a:pt x="4527" y="4585"/>
                    </a:cubicBezTo>
                    <a:cubicBezTo>
                      <a:pt x="4717" y="4933"/>
                      <a:pt x="4731" y="5317"/>
                      <a:pt x="4774" y="5704"/>
                    </a:cubicBezTo>
                    <a:cubicBezTo>
                      <a:pt x="4816" y="6097"/>
                      <a:pt x="4925" y="6458"/>
                      <a:pt x="5105" y="6811"/>
                    </a:cubicBezTo>
                    <a:cubicBezTo>
                      <a:pt x="5435" y="7467"/>
                      <a:pt x="5914" y="8186"/>
                      <a:pt x="6667" y="8377"/>
                    </a:cubicBezTo>
                    <a:cubicBezTo>
                      <a:pt x="6678" y="8380"/>
                      <a:pt x="6688" y="8381"/>
                      <a:pt x="6698" y="8381"/>
                    </a:cubicBezTo>
                    <a:cubicBezTo>
                      <a:pt x="6818" y="8381"/>
                      <a:pt x="6861" y="8189"/>
                      <a:pt x="6729" y="8156"/>
                    </a:cubicBezTo>
                    <a:cubicBezTo>
                      <a:pt x="6059" y="7986"/>
                      <a:pt x="5646" y="7342"/>
                      <a:pt x="5340" y="6767"/>
                    </a:cubicBezTo>
                    <a:cubicBezTo>
                      <a:pt x="5143" y="6394"/>
                      <a:pt x="5034" y="6017"/>
                      <a:pt x="4993" y="5598"/>
                    </a:cubicBezTo>
                    <a:cubicBezTo>
                      <a:pt x="4959" y="5237"/>
                      <a:pt x="4928" y="4882"/>
                      <a:pt x="4768" y="4549"/>
                    </a:cubicBezTo>
                    <a:cubicBezTo>
                      <a:pt x="4472" y="3934"/>
                      <a:pt x="3865" y="3474"/>
                      <a:pt x="3286" y="3142"/>
                    </a:cubicBezTo>
                    <a:cubicBezTo>
                      <a:pt x="2961" y="2958"/>
                      <a:pt x="2614" y="2833"/>
                      <a:pt x="2271" y="2692"/>
                    </a:cubicBezTo>
                    <a:cubicBezTo>
                      <a:pt x="1946" y="2557"/>
                      <a:pt x="1637" y="2381"/>
                      <a:pt x="1355" y="2170"/>
                    </a:cubicBezTo>
                    <a:cubicBezTo>
                      <a:pt x="1042" y="1935"/>
                      <a:pt x="753" y="1646"/>
                      <a:pt x="556" y="1306"/>
                    </a:cubicBezTo>
                    <a:cubicBezTo>
                      <a:pt x="451" y="1126"/>
                      <a:pt x="375" y="923"/>
                      <a:pt x="331" y="717"/>
                    </a:cubicBezTo>
                    <a:cubicBezTo>
                      <a:pt x="283" y="506"/>
                      <a:pt x="311" y="291"/>
                      <a:pt x="249" y="81"/>
                    </a:cubicBezTo>
                    <a:cubicBezTo>
                      <a:pt x="232" y="25"/>
                      <a:pt x="187" y="1"/>
                      <a:pt x="1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rgbClr val="3C3C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71" name="Google Shape;171;p3"/>
              <p:cNvSpPr/>
              <p:nvPr/>
            </p:nvSpPr>
            <p:spPr>
              <a:xfrm>
                <a:off x="8667720" y="1400400"/>
                <a:ext cx="382680" cy="359640"/>
              </a:xfrm>
              <a:custGeom>
                <a:rect b="b" l="l" r="r" t="t"/>
                <a:pathLst>
                  <a:path extrusionOk="0" h="7147" w="7604">
                    <a:moveTo>
                      <a:pt x="171" y="1"/>
                    </a:moveTo>
                    <a:cubicBezTo>
                      <a:pt x="81" y="1"/>
                      <a:pt x="0" y="117"/>
                      <a:pt x="84" y="196"/>
                    </a:cubicBezTo>
                    <a:cubicBezTo>
                      <a:pt x="370" y="468"/>
                      <a:pt x="621" y="764"/>
                      <a:pt x="964" y="971"/>
                    </a:cubicBezTo>
                    <a:cubicBezTo>
                      <a:pt x="1273" y="1157"/>
                      <a:pt x="1607" y="1290"/>
                      <a:pt x="1943" y="1412"/>
                    </a:cubicBezTo>
                    <a:cubicBezTo>
                      <a:pt x="2616" y="1657"/>
                      <a:pt x="3280" y="1891"/>
                      <a:pt x="3869" y="2309"/>
                    </a:cubicBezTo>
                    <a:cubicBezTo>
                      <a:pt x="4452" y="2721"/>
                      <a:pt x="4919" y="3264"/>
                      <a:pt x="5272" y="3883"/>
                    </a:cubicBezTo>
                    <a:cubicBezTo>
                      <a:pt x="5623" y="4501"/>
                      <a:pt x="5866" y="5170"/>
                      <a:pt x="6173" y="5808"/>
                    </a:cubicBezTo>
                    <a:cubicBezTo>
                      <a:pt x="6434" y="6346"/>
                      <a:pt x="6786" y="6984"/>
                      <a:pt x="7409" y="7143"/>
                    </a:cubicBezTo>
                    <a:cubicBezTo>
                      <a:pt x="7420" y="7145"/>
                      <a:pt x="7430" y="7147"/>
                      <a:pt x="7440" y="7147"/>
                    </a:cubicBezTo>
                    <a:cubicBezTo>
                      <a:pt x="7560" y="7147"/>
                      <a:pt x="7604" y="6954"/>
                      <a:pt x="7470" y="6922"/>
                    </a:cubicBezTo>
                    <a:cubicBezTo>
                      <a:pt x="6910" y="6777"/>
                      <a:pt x="6604" y="6170"/>
                      <a:pt x="6372" y="5691"/>
                    </a:cubicBezTo>
                    <a:cubicBezTo>
                      <a:pt x="6071" y="5068"/>
                      <a:pt x="5833" y="4416"/>
                      <a:pt x="5496" y="3811"/>
                    </a:cubicBezTo>
                    <a:cubicBezTo>
                      <a:pt x="5160" y="3209"/>
                      <a:pt x="4719" y="2676"/>
                      <a:pt x="4175" y="2252"/>
                    </a:cubicBezTo>
                    <a:cubicBezTo>
                      <a:pt x="3641" y="1835"/>
                      <a:pt x="3040" y="1565"/>
                      <a:pt x="2408" y="1337"/>
                    </a:cubicBezTo>
                    <a:cubicBezTo>
                      <a:pt x="2018" y="1195"/>
                      <a:pt x="1623" y="1067"/>
                      <a:pt x="1256" y="872"/>
                    </a:cubicBezTo>
                    <a:cubicBezTo>
                      <a:pt x="1069" y="773"/>
                      <a:pt x="890" y="659"/>
                      <a:pt x="732" y="516"/>
                    </a:cubicBezTo>
                    <a:cubicBezTo>
                      <a:pt x="564" y="362"/>
                      <a:pt x="413" y="190"/>
                      <a:pt x="247" y="33"/>
                    </a:cubicBezTo>
                    <a:cubicBezTo>
                      <a:pt x="223" y="10"/>
                      <a:pt x="197" y="1"/>
                      <a:pt x="17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rgbClr val="3C3C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72" name="Google Shape;172;p3"/>
              <p:cNvSpPr/>
              <p:nvPr/>
            </p:nvSpPr>
            <p:spPr>
              <a:xfrm>
                <a:off x="8505000" y="1017360"/>
                <a:ext cx="12960" cy="11880"/>
              </a:xfrm>
              <a:custGeom>
                <a:rect b="b" l="l" r="r" t="t"/>
                <a:pathLst>
                  <a:path extrusionOk="0" h="242" w="262">
                    <a:moveTo>
                      <a:pt x="155" y="13"/>
                    </a:moveTo>
                    <a:cubicBezTo>
                      <a:pt x="158" y="14"/>
                      <a:pt x="161" y="15"/>
                      <a:pt x="164" y="16"/>
                    </a:cubicBezTo>
                    <a:lnTo>
                      <a:pt x="164" y="16"/>
                    </a:lnTo>
                    <a:cubicBezTo>
                      <a:pt x="162" y="15"/>
                      <a:pt x="160" y="15"/>
                      <a:pt x="158" y="14"/>
                    </a:cubicBezTo>
                    <a:cubicBezTo>
                      <a:pt x="157" y="14"/>
                      <a:pt x="157" y="14"/>
                      <a:pt x="155" y="13"/>
                    </a:cubicBezTo>
                    <a:close/>
                    <a:moveTo>
                      <a:pt x="178" y="21"/>
                    </a:moveTo>
                    <a:cubicBezTo>
                      <a:pt x="179" y="22"/>
                      <a:pt x="179" y="22"/>
                      <a:pt x="180" y="23"/>
                    </a:cubicBezTo>
                    <a:lnTo>
                      <a:pt x="180" y="23"/>
                    </a:lnTo>
                    <a:cubicBezTo>
                      <a:pt x="179" y="22"/>
                      <a:pt x="179" y="22"/>
                      <a:pt x="179" y="22"/>
                    </a:cubicBezTo>
                    <a:lnTo>
                      <a:pt x="179" y="22"/>
                    </a:lnTo>
                    <a:cubicBezTo>
                      <a:pt x="179" y="22"/>
                      <a:pt x="178" y="22"/>
                      <a:pt x="178" y="21"/>
                    </a:cubicBezTo>
                    <a:close/>
                    <a:moveTo>
                      <a:pt x="179" y="22"/>
                    </a:moveTo>
                    <a:lnTo>
                      <a:pt x="179" y="22"/>
                    </a:lnTo>
                    <a:cubicBezTo>
                      <a:pt x="179" y="22"/>
                      <a:pt x="180" y="23"/>
                      <a:pt x="180" y="23"/>
                    </a:cubicBezTo>
                    <a:lnTo>
                      <a:pt x="180" y="23"/>
                    </a:lnTo>
                    <a:cubicBezTo>
                      <a:pt x="180" y="23"/>
                      <a:pt x="180" y="23"/>
                      <a:pt x="181" y="24"/>
                    </a:cubicBezTo>
                    <a:lnTo>
                      <a:pt x="181" y="24"/>
                    </a:lnTo>
                    <a:cubicBezTo>
                      <a:pt x="180" y="23"/>
                      <a:pt x="180" y="23"/>
                      <a:pt x="179" y="22"/>
                    </a:cubicBezTo>
                    <a:close/>
                    <a:moveTo>
                      <a:pt x="180" y="23"/>
                    </a:moveTo>
                    <a:cubicBezTo>
                      <a:pt x="181" y="23"/>
                      <a:pt x="182" y="24"/>
                      <a:pt x="184" y="24"/>
                    </a:cubicBezTo>
                    <a:cubicBezTo>
                      <a:pt x="183" y="24"/>
                      <a:pt x="183" y="24"/>
                      <a:pt x="183" y="24"/>
                    </a:cubicBezTo>
                    <a:lnTo>
                      <a:pt x="183" y="24"/>
                    </a:lnTo>
                    <a:cubicBezTo>
                      <a:pt x="182" y="24"/>
                      <a:pt x="181" y="23"/>
                      <a:pt x="180" y="23"/>
                    </a:cubicBezTo>
                    <a:close/>
                    <a:moveTo>
                      <a:pt x="109" y="228"/>
                    </a:moveTo>
                    <a:cubicBezTo>
                      <a:pt x="109" y="228"/>
                      <a:pt x="109" y="228"/>
                      <a:pt x="109" y="228"/>
                    </a:cubicBezTo>
                    <a:lnTo>
                      <a:pt x="109" y="228"/>
                    </a:lnTo>
                    <a:cubicBezTo>
                      <a:pt x="109" y="228"/>
                      <a:pt x="109" y="228"/>
                      <a:pt x="109" y="228"/>
                    </a:cubicBezTo>
                    <a:close/>
                    <a:moveTo>
                      <a:pt x="127" y="0"/>
                    </a:moveTo>
                    <a:cubicBezTo>
                      <a:pt x="102" y="3"/>
                      <a:pt x="85" y="3"/>
                      <a:pt x="61" y="17"/>
                    </a:cubicBezTo>
                    <a:cubicBezTo>
                      <a:pt x="52" y="23"/>
                      <a:pt x="45" y="30"/>
                      <a:pt x="36" y="37"/>
                    </a:cubicBezTo>
                    <a:cubicBezTo>
                      <a:pt x="22" y="50"/>
                      <a:pt x="11" y="71"/>
                      <a:pt x="7" y="88"/>
                    </a:cubicBezTo>
                    <a:cubicBezTo>
                      <a:pt x="1" y="108"/>
                      <a:pt x="1" y="130"/>
                      <a:pt x="7" y="150"/>
                    </a:cubicBezTo>
                    <a:cubicBezTo>
                      <a:pt x="10" y="162"/>
                      <a:pt x="14" y="170"/>
                      <a:pt x="18" y="179"/>
                    </a:cubicBezTo>
                    <a:cubicBezTo>
                      <a:pt x="29" y="197"/>
                      <a:pt x="45" y="213"/>
                      <a:pt x="63" y="223"/>
                    </a:cubicBezTo>
                    <a:cubicBezTo>
                      <a:pt x="65" y="223"/>
                      <a:pt x="65" y="225"/>
                      <a:pt x="66" y="225"/>
                    </a:cubicBezTo>
                    <a:cubicBezTo>
                      <a:pt x="78" y="230"/>
                      <a:pt x="87" y="234"/>
                      <a:pt x="99" y="237"/>
                    </a:cubicBezTo>
                    <a:cubicBezTo>
                      <a:pt x="108" y="240"/>
                      <a:pt x="117" y="241"/>
                      <a:pt x="125" y="241"/>
                    </a:cubicBezTo>
                    <a:cubicBezTo>
                      <a:pt x="131" y="241"/>
                      <a:pt x="138" y="241"/>
                      <a:pt x="144" y="240"/>
                    </a:cubicBezTo>
                    <a:cubicBezTo>
                      <a:pt x="156" y="240"/>
                      <a:pt x="167" y="236"/>
                      <a:pt x="178" y="231"/>
                    </a:cubicBezTo>
                    <a:lnTo>
                      <a:pt x="178" y="231"/>
                    </a:lnTo>
                    <a:cubicBezTo>
                      <a:pt x="188" y="228"/>
                      <a:pt x="197" y="224"/>
                      <a:pt x="205" y="218"/>
                    </a:cubicBezTo>
                    <a:cubicBezTo>
                      <a:pt x="219" y="211"/>
                      <a:pt x="229" y="200"/>
                      <a:pt x="236" y="187"/>
                    </a:cubicBezTo>
                    <a:cubicBezTo>
                      <a:pt x="248" y="177"/>
                      <a:pt x="255" y="163"/>
                      <a:pt x="257" y="149"/>
                    </a:cubicBezTo>
                    <a:cubicBezTo>
                      <a:pt x="259" y="138"/>
                      <a:pt x="262" y="128"/>
                      <a:pt x="262" y="119"/>
                    </a:cubicBezTo>
                    <a:cubicBezTo>
                      <a:pt x="262" y="98"/>
                      <a:pt x="256" y="78"/>
                      <a:pt x="245" y="60"/>
                    </a:cubicBezTo>
                    <a:cubicBezTo>
                      <a:pt x="240" y="53"/>
                      <a:pt x="233" y="44"/>
                      <a:pt x="228" y="37"/>
                    </a:cubicBezTo>
                    <a:cubicBezTo>
                      <a:pt x="215" y="23"/>
                      <a:pt x="198" y="14"/>
                      <a:pt x="178" y="7"/>
                    </a:cubicBezTo>
                    <a:cubicBezTo>
                      <a:pt x="177" y="7"/>
                      <a:pt x="174" y="6"/>
                      <a:pt x="172" y="6"/>
                    </a:cubicBezTo>
                    <a:cubicBezTo>
                      <a:pt x="160" y="3"/>
                      <a:pt x="150" y="2"/>
                      <a:pt x="13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rgbClr val="3C3C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100" lIns="91425" spcFirstLastPara="1" rIns="91425" wrap="square" tIns="6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73" name="Google Shape;173;p3"/>
              <p:cNvSpPr/>
              <p:nvPr/>
            </p:nvSpPr>
            <p:spPr>
              <a:xfrm>
                <a:off x="8593560" y="1091520"/>
                <a:ext cx="13320" cy="12240"/>
              </a:xfrm>
              <a:custGeom>
                <a:rect b="b" l="l" r="r" t="t"/>
                <a:pathLst>
                  <a:path extrusionOk="0" h="247" w="271">
                    <a:moveTo>
                      <a:pt x="120" y="1"/>
                    </a:moveTo>
                    <a:cubicBezTo>
                      <a:pt x="113" y="1"/>
                      <a:pt x="107" y="2"/>
                      <a:pt x="99" y="4"/>
                    </a:cubicBezTo>
                    <a:cubicBezTo>
                      <a:pt x="84" y="4"/>
                      <a:pt x="70" y="10"/>
                      <a:pt x="57" y="18"/>
                    </a:cubicBezTo>
                    <a:cubicBezTo>
                      <a:pt x="43" y="25"/>
                      <a:pt x="31" y="35"/>
                      <a:pt x="24" y="48"/>
                    </a:cubicBezTo>
                    <a:cubicBezTo>
                      <a:pt x="14" y="59"/>
                      <a:pt x="7" y="73"/>
                      <a:pt x="3" y="87"/>
                    </a:cubicBezTo>
                    <a:cubicBezTo>
                      <a:pt x="2" y="97"/>
                      <a:pt x="0" y="109"/>
                      <a:pt x="0" y="117"/>
                    </a:cubicBezTo>
                    <a:cubicBezTo>
                      <a:pt x="0" y="139"/>
                      <a:pt x="6" y="158"/>
                      <a:pt x="16" y="175"/>
                    </a:cubicBezTo>
                    <a:cubicBezTo>
                      <a:pt x="21" y="182"/>
                      <a:pt x="28" y="191"/>
                      <a:pt x="34" y="198"/>
                    </a:cubicBezTo>
                    <a:cubicBezTo>
                      <a:pt x="48" y="212"/>
                      <a:pt x="65" y="224"/>
                      <a:pt x="85" y="229"/>
                    </a:cubicBezTo>
                    <a:cubicBezTo>
                      <a:pt x="85" y="229"/>
                      <a:pt x="85" y="229"/>
                      <a:pt x="85" y="229"/>
                    </a:cubicBezTo>
                    <a:lnTo>
                      <a:pt x="85" y="229"/>
                    </a:lnTo>
                    <a:lnTo>
                      <a:pt x="112" y="239"/>
                    </a:lnTo>
                    <a:cubicBezTo>
                      <a:pt x="115" y="240"/>
                      <a:pt x="119" y="241"/>
                      <a:pt x="122" y="242"/>
                    </a:cubicBezTo>
                    <a:lnTo>
                      <a:pt x="122" y="242"/>
                    </a:lnTo>
                    <a:cubicBezTo>
                      <a:pt x="123" y="242"/>
                      <a:pt x="125" y="243"/>
                      <a:pt x="126" y="243"/>
                    </a:cubicBezTo>
                    <a:cubicBezTo>
                      <a:pt x="135" y="246"/>
                      <a:pt x="143" y="247"/>
                      <a:pt x="151" y="247"/>
                    </a:cubicBezTo>
                    <a:cubicBezTo>
                      <a:pt x="158" y="247"/>
                      <a:pt x="165" y="246"/>
                      <a:pt x="172" y="245"/>
                    </a:cubicBezTo>
                    <a:cubicBezTo>
                      <a:pt x="187" y="245"/>
                      <a:pt x="201" y="239"/>
                      <a:pt x="214" y="231"/>
                    </a:cubicBezTo>
                    <a:cubicBezTo>
                      <a:pt x="228" y="224"/>
                      <a:pt x="240" y="212"/>
                      <a:pt x="247" y="201"/>
                    </a:cubicBezTo>
                    <a:cubicBezTo>
                      <a:pt x="257" y="190"/>
                      <a:pt x="264" y="175"/>
                      <a:pt x="268" y="161"/>
                    </a:cubicBezTo>
                    <a:cubicBezTo>
                      <a:pt x="269" y="151"/>
                      <a:pt x="271" y="140"/>
                      <a:pt x="271" y="131"/>
                    </a:cubicBezTo>
                    <a:cubicBezTo>
                      <a:pt x="271" y="110"/>
                      <a:pt x="265" y="90"/>
                      <a:pt x="255" y="73"/>
                    </a:cubicBezTo>
                    <a:cubicBezTo>
                      <a:pt x="250" y="66"/>
                      <a:pt x="242" y="56"/>
                      <a:pt x="237" y="49"/>
                    </a:cubicBezTo>
                    <a:cubicBezTo>
                      <a:pt x="223" y="38"/>
                      <a:pt x="207" y="27"/>
                      <a:pt x="187" y="21"/>
                    </a:cubicBezTo>
                    <a:cubicBezTo>
                      <a:pt x="174" y="17"/>
                      <a:pt x="163" y="11"/>
                      <a:pt x="149" y="7"/>
                    </a:cubicBezTo>
                    <a:lnTo>
                      <a:pt x="149" y="7"/>
                    </a:lnTo>
                    <a:lnTo>
                      <a:pt x="145" y="5"/>
                    </a:lnTo>
                    <a:cubicBezTo>
                      <a:pt x="136" y="2"/>
                      <a:pt x="128" y="1"/>
                      <a:pt x="12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rgbClr val="3C3C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100" lIns="91425" spcFirstLastPara="1" rIns="91425" wrap="square" tIns="6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74" name="Google Shape;174;p3"/>
              <p:cNvSpPr/>
              <p:nvPr/>
            </p:nvSpPr>
            <p:spPr>
              <a:xfrm>
                <a:off x="8544960" y="1179360"/>
                <a:ext cx="14760" cy="11160"/>
              </a:xfrm>
              <a:custGeom>
                <a:rect b="b" l="l" r="r" t="t"/>
                <a:pathLst>
                  <a:path extrusionOk="0" h="232" w="298">
                    <a:moveTo>
                      <a:pt x="149" y="1"/>
                    </a:moveTo>
                    <a:cubicBezTo>
                      <a:pt x="0" y="1"/>
                      <a:pt x="0" y="232"/>
                      <a:pt x="149" y="232"/>
                    </a:cubicBezTo>
                    <a:cubicBezTo>
                      <a:pt x="298" y="232"/>
                      <a:pt x="298" y="1"/>
                      <a:pt x="14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rgbClr val="3C3C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5750" lIns="91425" spcFirstLastPara="1" rIns="91425" wrap="square" tIns="57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75" name="Google Shape;175;p3"/>
              <p:cNvSpPr/>
              <p:nvPr/>
            </p:nvSpPr>
            <p:spPr>
              <a:xfrm>
                <a:off x="8656200" y="1245600"/>
                <a:ext cx="11880" cy="11520"/>
              </a:xfrm>
              <a:custGeom>
                <a:rect b="b" l="l" r="r" t="t"/>
                <a:pathLst>
                  <a:path extrusionOk="0" h="239" w="244">
                    <a:moveTo>
                      <a:pt x="120" y="1"/>
                    </a:moveTo>
                    <a:cubicBezTo>
                      <a:pt x="114" y="1"/>
                      <a:pt x="107" y="2"/>
                      <a:pt x="99" y="4"/>
                    </a:cubicBezTo>
                    <a:cubicBezTo>
                      <a:pt x="84" y="4"/>
                      <a:pt x="70" y="10"/>
                      <a:pt x="57" y="18"/>
                    </a:cubicBezTo>
                    <a:cubicBezTo>
                      <a:pt x="43" y="25"/>
                      <a:pt x="31" y="35"/>
                      <a:pt x="24" y="48"/>
                    </a:cubicBezTo>
                    <a:cubicBezTo>
                      <a:pt x="14" y="59"/>
                      <a:pt x="7" y="73"/>
                      <a:pt x="3" y="87"/>
                    </a:cubicBezTo>
                    <a:cubicBezTo>
                      <a:pt x="2" y="97"/>
                      <a:pt x="0" y="109"/>
                      <a:pt x="0" y="117"/>
                    </a:cubicBezTo>
                    <a:cubicBezTo>
                      <a:pt x="0" y="138"/>
                      <a:pt x="6" y="158"/>
                      <a:pt x="16" y="175"/>
                    </a:cubicBezTo>
                    <a:cubicBezTo>
                      <a:pt x="21" y="182"/>
                      <a:pt x="29" y="191"/>
                      <a:pt x="34" y="198"/>
                    </a:cubicBezTo>
                    <a:cubicBezTo>
                      <a:pt x="50" y="212"/>
                      <a:pt x="65" y="224"/>
                      <a:pt x="85" y="229"/>
                    </a:cubicBezTo>
                    <a:cubicBezTo>
                      <a:pt x="91" y="231"/>
                      <a:pt x="94" y="232"/>
                      <a:pt x="99" y="233"/>
                    </a:cubicBezTo>
                    <a:cubicBezTo>
                      <a:pt x="109" y="237"/>
                      <a:pt x="117" y="238"/>
                      <a:pt x="126" y="238"/>
                    </a:cubicBezTo>
                    <a:cubicBezTo>
                      <a:pt x="132" y="238"/>
                      <a:pt x="138" y="237"/>
                      <a:pt x="145" y="236"/>
                    </a:cubicBezTo>
                    <a:cubicBezTo>
                      <a:pt x="162" y="236"/>
                      <a:pt x="176" y="231"/>
                      <a:pt x="187" y="222"/>
                    </a:cubicBezTo>
                    <a:cubicBezTo>
                      <a:pt x="201" y="215"/>
                      <a:pt x="213" y="204"/>
                      <a:pt x="220" y="191"/>
                    </a:cubicBezTo>
                    <a:cubicBezTo>
                      <a:pt x="230" y="181"/>
                      <a:pt x="237" y="167"/>
                      <a:pt x="241" y="153"/>
                    </a:cubicBezTo>
                    <a:cubicBezTo>
                      <a:pt x="243" y="141"/>
                      <a:pt x="244" y="131"/>
                      <a:pt x="244" y="123"/>
                    </a:cubicBezTo>
                    <a:cubicBezTo>
                      <a:pt x="244" y="102"/>
                      <a:pt x="240" y="82"/>
                      <a:pt x="228" y="63"/>
                    </a:cubicBezTo>
                    <a:cubicBezTo>
                      <a:pt x="223" y="56"/>
                      <a:pt x="216" y="48"/>
                      <a:pt x="211" y="41"/>
                    </a:cubicBezTo>
                    <a:cubicBezTo>
                      <a:pt x="197" y="27"/>
                      <a:pt x="179" y="17"/>
                      <a:pt x="159" y="11"/>
                    </a:cubicBezTo>
                    <a:cubicBezTo>
                      <a:pt x="155" y="10"/>
                      <a:pt x="150" y="7"/>
                      <a:pt x="145" y="5"/>
                    </a:cubicBezTo>
                    <a:cubicBezTo>
                      <a:pt x="136" y="2"/>
                      <a:pt x="128" y="1"/>
                      <a:pt x="12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rgbClr val="3C3C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5750" lIns="91425" spcFirstLastPara="1" rIns="91425" wrap="square" tIns="57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76" name="Google Shape;176;p3"/>
              <p:cNvSpPr/>
              <p:nvPr/>
            </p:nvSpPr>
            <p:spPr>
              <a:xfrm>
                <a:off x="8663400" y="1349280"/>
                <a:ext cx="14760" cy="11160"/>
              </a:xfrm>
              <a:custGeom>
                <a:rect b="b" l="l" r="r" t="t"/>
                <a:pathLst>
                  <a:path extrusionOk="0" h="231" w="299">
                    <a:moveTo>
                      <a:pt x="148" y="1"/>
                    </a:moveTo>
                    <a:cubicBezTo>
                      <a:pt x="0" y="1"/>
                      <a:pt x="1" y="230"/>
                      <a:pt x="149" y="230"/>
                    </a:cubicBezTo>
                    <a:cubicBezTo>
                      <a:pt x="298" y="230"/>
                      <a:pt x="298" y="1"/>
                      <a:pt x="149" y="1"/>
                    </a:cubicBezTo>
                    <a:cubicBezTo>
                      <a:pt x="149" y="1"/>
                      <a:pt x="148" y="1"/>
                      <a:pt x="14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rgbClr val="3C3C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5750" lIns="91425" spcFirstLastPara="1" rIns="91425" wrap="square" tIns="57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77" name="Google Shape;177;p3"/>
              <p:cNvSpPr/>
              <p:nvPr/>
            </p:nvSpPr>
            <p:spPr>
              <a:xfrm>
                <a:off x="8590320" y="1374480"/>
                <a:ext cx="13680" cy="12960"/>
              </a:xfrm>
              <a:custGeom>
                <a:rect b="b" l="l" r="r" t="t"/>
                <a:pathLst>
                  <a:path extrusionOk="0" h="262" w="276">
                    <a:moveTo>
                      <a:pt x="70" y="39"/>
                    </a:moveTo>
                    <a:lnTo>
                      <a:pt x="70" y="39"/>
                    </a:lnTo>
                    <a:cubicBezTo>
                      <a:pt x="67" y="42"/>
                      <a:pt x="65" y="43"/>
                      <a:pt x="63" y="44"/>
                    </a:cubicBezTo>
                    <a:lnTo>
                      <a:pt x="63" y="44"/>
                    </a:lnTo>
                    <a:cubicBezTo>
                      <a:pt x="65" y="42"/>
                      <a:pt x="68" y="41"/>
                      <a:pt x="70" y="39"/>
                    </a:cubicBezTo>
                    <a:close/>
                    <a:moveTo>
                      <a:pt x="49" y="55"/>
                    </a:moveTo>
                    <a:lnTo>
                      <a:pt x="49" y="55"/>
                    </a:lnTo>
                    <a:cubicBezTo>
                      <a:pt x="48" y="56"/>
                      <a:pt x="47" y="57"/>
                      <a:pt x="46" y="57"/>
                    </a:cubicBezTo>
                    <a:cubicBezTo>
                      <a:pt x="47" y="57"/>
                      <a:pt x="48" y="56"/>
                      <a:pt x="49" y="55"/>
                    </a:cubicBezTo>
                    <a:close/>
                    <a:moveTo>
                      <a:pt x="229" y="205"/>
                    </a:moveTo>
                    <a:lnTo>
                      <a:pt x="229" y="205"/>
                    </a:lnTo>
                    <a:cubicBezTo>
                      <a:pt x="228" y="205"/>
                      <a:pt x="227" y="206"/>
                      <a:pt x="226" y="207"/>
                    </a:cubicBezTo>
                    <a:lnTo>
                      <a:pt x="226" y="207"/>
                    </a:lnTo>
                    <a:cubicBezTo>
                      <a:pt x="226" y="206"/>
                      <a:pt x="227" y="205"/>
                      <a:pt x="229" y="205"/>
                    </a:cubicBezTo>
                    <a:close/>
                    <a:moveTo>
                      <a:pt x="212" y="217"/>
                    </a:moveTo>
                    <a:cubicBezTo>
                      <a:pt x="210" y="219"/>
                      <a:pt x="208" y="220"/>
                      <a:pt x="206" y="222"/>
                    </a:cubicBezTo>
                    <a:cubicBezTo>
                      <a:pt x="207" y="220"/>
                      <a:pt x="210" y="219"/>
                      <a:pt x="212" y="217"/>
                    </a:cubicBezTo>
                    <a:close/>
                    <a:moveTo>
                      <a:pt x="158" y="1"/>
                    </a:moveTo>
                    <a:cubicBezTo>
                      <a:pt x="136" y="1"/>
                      <a:pt x="117" y="6"/>
                      <a:pt x="100" y="16"/>
                    </a:cubicBezTo>
                    <a:cubicBezTo>
                      <a:pt x="95" y="18"/>
                      <a:pt x="92" y="21"/>
                      <a:pt x="91" y="22"/>
                    </a:cubicBezTo>
                    <a:cubicBezTo>
                      <a:pt x="80" y="29"/>
                      <a:pt x="70" y="38"/>
                      <a:pt x="60" y="45"/>
                    </a:cubicBezTo>
                    <a:cubicBezTo>
                      <a:pt x="59" y="45"/>
                      <a:pt x="59" y="46"/>
                      <a:pt x="58" y="46"/>
                    </a:cubicBezTo>
                    <a:lnTo>
                      <a:pt x="58" y="46"/>
                    </a:lnTo>
                    <a:cubicBezTo>
                      <a:pt x="44" y="53"/>
                      <a:pt x="34" y="65"/>
                      <a:pt x="27" y="77"/>
                    </a:cubicBezTo>
                    <a:cubicBezTo>
                      <a:pt x="16" y="87"/>
                      <a:pt x="9" y="101"/>
                      <a:pt x="6" y="116"/>
                    </a:cubicBezTo>
                    <a:cubicBezTo>
                      <a:pt x="0" y="131"/>
                      <a:pt x="0" y="145"/>
                      <a:pt x="3" y="162"/>
                    </a:cubicBezTo>
                    <a:cubicBezTo>
                      <a:pt x="3" y="178"/>
                      <a:pt x="9" y="192"/>
                      <a:pt x="17" y="205"/>
                    </a:cubicBezTo>
                    <a:cubicBezTo>
                      <a:pt x="23" y="212"/>
                      <a:pt x="30" y="220"/>
                      <a:pt x="36" y="227"/>
                    </a:cubicBezTo>
                    <a:cubicBezTo>
                      <a:pt x="50" y="242"/>
                      <a:pt x="67" y="252"/>
                      <a:pt x="87" y="257"/>
                    </a:cubicBezTo>
                    <a:cubicBezTo>
                      <a:pt x="98" y="259"/>
                      <a:pt x="108" y="261"/>
                      <a:pt x="117" y="261"/>
                    </a:cubicBezTo>
                    <a:cubicBezTo>
                      <a:pt x="138" y="261"/>
                      <a:pt x="158" y="256"/>
                      <a:pt x="176" y="244"/>
                    </a:cubicBezTo>
                    <a:cubicBezTo>
                      <a:pt x="179" y="243"/>
                      <a:pt x="182" y="242"/>
                      <a:pt x="185" y="240"/>
                    </a:cubicBezTo>
                    <a:cubicBezTo>
                      <a:pt x="195" y="233"/>
                      <a:pt x="206" y="223"/>
                      <a:pt x="214" y="216"/>
                    </a:cubicBezTo>
                    <a:cubicBezTo>
                      <a:pt x="216" y="215"/>
                      <a:pt x="217" y="214"/>
                      <a:pt x="218" y="213"/>
                    </a:cubicBezTo>
                    <a:lnTo>
                      <a:pt x="218" y="213"/>
                    </a:lnTo>
                    <a:cubicBezTo>
                      <a:pt x="231" y="206"/>
                      <a:pt x="242" y="197"/>
                      <a:pt x="248" y="185"/>
                    </a:cubicBezTo>
                    <a:cubicBezTo>
                      <a:pt x="258" y="174"/>
                      <a:pt x="265" y="159"/>
                      <a:pt x="270" y="145"/>
                    </a:cubicBezTo>
                    <a:cubicBezTo>
                      <a:pt x="275" y="130"/>
                      <a:pt x="275" y="116"/>
                      <a:pt x="271" y="100"/>
                    </a:cubicBezTo>
                    <a:cubicBezTo>
                      <a:pt x="271" y="84"/>
                      <a:pt x="265" y="70"/>
                      <a:pt x="257" y="57"/>
                    </a:cubicBezTo>
                    <a:cubicBezTo>
                      <a:pt x="251" y="50"/>
                      <a:pt x="244" y="42"/>
                      <a:pt x="240" y="35"/>
                    </a:cubicBezTo>
                    <a:cubicBezTo>
                      <a:pt x="226" y="21"/>
                      <a:pt x="207" y="9"/>
                      <a:pt x="187" y="4"/>
                    </a:cubicBezTo>
                    <a:cubicBezTo>
                      <a:pt x="178" y="2"/>
                      <a:pt x="166" y="1"/>
                      <a:pt x="15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rgbClr val="3C3C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475" lIns="91425" spcFirstLastPara="1" rIns="91425" wrap="square" tIns="64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78" name="Google Shape;178;p3"/>
              <p:cNvSpPr/>
              <p:nvPr/>
            </p:nvSpPr>
            <p:spPr>
              <a:xfrm>
                <a:off x="8500320" y="1135440"/>
                <a:ext cx="11880" cy="11520"/>
              </a:xfrm>
              <a:custGeom>
                <a:rect b="b" l="l" r="r" t="t"/>
                <a:pathLst>
                  <a:path extrusionOk="0" h="238" w="245">
                    <a:moveTo>
                      <a:pt x="118" y="0"/>
                    </a:moveTo>
                    <a:cubicBezTo>
                      <a:pt x="112" y="0"/>
                      <a:pt x="106" y="1"/>
                      <a:pt x="100" y="2"/>
                    </a:cubicBezTo>
                    <a:cubicBezTo>
                      <a:pt x="83" y="2"/>
                      <a:pt x="68" y="8"/>
                      <a:pt x="57" y="16"/>
                    </a:cubicBezTo>
                    <a:cubicBezTo>
                      <a:pt x="43" y="24"/>
                      <a:pt x="32" y="35"/>
                      <a:pt x="24" y="48"/>
                    </a:cubicBezTo>
                    <a:cubicBezTo>
                      <a:pt x="15" y="58"/>
                      <a:pt x="7" y="72"/>
                      <a:pt x="3" y="86"/>
                    </a:cubicBezTo>
                    <a:cubicBezTo>
                      <a:pt x="2" y="97"/>
                      <a:pt x="0" y="107"/>
                      <a:pt x="0" y="116"/>
                    </a:cubicBezTo>
                    <a:cubicBezTo>
                      <a:pt x="0" y="137"/>
                      <a:pt x="5" y="157"/>
                      <a:pt x="16" y="175"/>
                    </a:cubicBezTo>
                    <a:cubicBezTo>
                      <a:pt x="22" y="181"/>
                      <a:pt x="29" y="191"/>
                      <a:pt x="33" y="198"/>
                    </a:cubicBezTo>
                    <a:cubicBezTo>
                      <a:pt x="47" y="212"/>
                      <a:pt x="66" y="222"/>
                      <a:pt x="85" y="228"/>
                    </a:cubicBezTo>
                    <a:cubicBezTo>
                      <a:pt x="90" y="229"/>
                      <a:pt x="94" y="232"/>
                      <a:pt x="100" y="233"/>
                    </a:cubicBezTo>
                    <a:cubicBezTo>
                      <a:pt x="108" y="236"/>
                      <a:pt x="116" y="238"/>
                      <a:pt x="124" y="238"/>
                    </a:cubicBezTo>
                    <a:cubicBezTo>
                      <a:pt x="131" y="238"/>
                      <a:pt x="138" y="237"/>
                      <a:pt x="145" y="235"/>
                    </a:cubicBezTo>
                    <a:cubicBezTo>
                      <a:pt x="161" y="235"/>
                      <a:pt x="175" y="229"/>
                      <a:pt x="187" y="220"/>
                    </a:cubicBezTo>
                    <a:cubicBezTo>
                      <a:pt x="202" y="213"/>
                      <a:pt x="213" y="203"/>
                      <a:pt x="220" y="191"/>
                    </a:cubicBezTo>
                    <a:cubicBezTo>
                      <a:pt x="230" y="179"/>
                      <a:pt x="237" y="165"/>
                      <a:pt x="241" y="151"/>
                    </a:cubicBezTo>
                    <a:cubicBezTo>
                      <a:pt x="243" y="141"/>
                      <a:pt x="244" y="130"/>
                      <a:pt x="244" y="121"/>
                    </a:cubicBezTo>
                    <a:cubicBezTo>
                      <a:pt x="244" y="100"/>
                      <a:pt x="238" y="80"/>
                      <a:pt x="229" y="63"/>
                    </a:cubicBezTo>
                    <a:cubicBezTo>
                      <a:pt x="223" y="56"/>
                      <a:pt x="216" y="48"/>
                      <a:pt x="210" y="41"/>
                    </a:cubicBezTo>
                    <a:cubicBezTo>
                      <a:pt x="196" y="26"/>
                      <a:pt x="179" y="15"/>
                      <a:pt x="159" y="9"/>
                    </a:cubicBezTo>
                    <a:cubicBezTo>
                      <a:pt x="153" y="8"/>
                      <a:pt x="151" y="6"/>
                      <a:pt x="145" y="5"/>
                    </a:cubicBezTo>
                    <a:cubicBezTo>
                      <a:pt x="136" y="2"/>
                      <a:pt x="127" y="0"/>
                      <a:pt x="1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rgbClr val="3C3C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5750" lIns="91425" spcFirstLastPara="1" rIns="91425" wrap="square" tIns="57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79" name="Google Shape;179;p3"/>
              <p:cNvSpPr/>
              <p:nvPr/>
            </p:nvSpPr>
            <p:spPr>
              <a:xfrm>
                <a:off x="8528760" y="1080360"/>
                <a:ext cx="11880" cy="11520"/>
              </a:xfrm>
              <a:custGeom>
                <a:rect b="b" l="l" r="r" t="t"/>
                <a:pathLst>
                  <a:path extrusionOk="0" h="238" w="245">
                    <a:moveTo>
                      <a:pt x="121" y="1"/>
                    </a:moveTo>
                    <a:cubicBezTo>
                      <a:pt x="114" y="1"/>
                      <a:pt x="107" y="2"/>
                      <a:pt x="100" y="4"/>
                    </a:cubicBezTo>
                    <a:cubicBezTo>
                      <a:pt x="84" y="4"/>
                      <a:pt x="70" y="8"/>
                      <a:pt x="57" y="18"/>
                    </a:cubicBezTo>
                    <a:cubicBezTo>
                      <a:pt x="43" y="25"/>
                      <a:pt x="32" y="35"/>
                      <a:pt x="25" y="48"/>
                    </a:cubicBezTo>
                    <a:cubicBezTo>
                      <a:pt x="15" y="58"/>
                      <a:pt x="8" y="72"/>
                      <a:pt x="3" y="86"/>
                    </a:cubicBezTo>
                    <a:cubicBezTo>
                      <a:pt x="2" y="97"/>
                      <a:pt x="1" y="107"/>
                      <a:pt x="1" y="117"/>
                    </a:cubicBezTo>
                    <a:cubicBezTo>
                      <a:pt x="1" y="138"/>
                      <a:pt x="6" y="157"/>
                      <a:pt x="16" y="175"/>
                    </a:cubicBezTo>
                    <a:cubicBezTo>
                      <a:pt x="22" y="182"/>
                      <a:pt x="29" y="191"/>
                      <a:pt x="35" y="198"/>
                    </a:cubicBezTo>
                    <a:cubicBezTo>
                      <a:pt x="49" y="212"/>
                      <a:pt x="66" y="223"/>
                      <a:pt x="86" y="228"/>
                    </a:cubicBezTo>
                    <a:cubicBezTo>
                      <a:pt x="91" y="231"/>
                      <a:pt x="94" y="232"/>
                      <a:pt x="100" y="233"/>
                    </a:cubicBezTo>
                    <a:cubicBezTo>
                      <a:pt x="108" y="236"/>
                      <a:pt x="116" y="238"/>
                      <a:pt x="124" y="238"/>
                    </a:cubicBezTo>
                    <a:cubicBezTo>
                      <a:pt x="131" y="238"/>
                      <a:pt x="138" y="237"/>
                      <a:pt x="145" y="235"/>
                    </a:cubicBezTo>
                    <a:cubicBezTo>
                      <a:pt x="162" y="235"/>
                      <a:pt x="176" y="231"/>
                      <a:pt x="188" y="221"/>
                    </a:cubicBezTo>
                    <a:cubicBezTo>
                      <a:pt x="202" y="214"/>
                      <a:pt x="213" y="204"/>
                      <a:pt x="220" y="191"/>
                    </a:cubicBezTo>
                    <a:cubicBezTo>
                      <a:pt x="230" y="181"/>
                      <a:pt x="237" y="167"/>
                      <a:pt x="242" y="153"/>
                    </a:cubicBezTo>
                    <a:cubicBezTo>
                      <a:pt x="243" y="141"/>
                      <a:pt x="244" y="131"/>
                      <a:pt x="244" y="121"/>
                    </a:cubicBezTo>
                    <a:cubicBezTo>
                      <a:pt x="244" y="100"/>
                      <a:pt x="240" y="82"/>
                      <a:pt x="229" y="63"/>
                    </a:cubicBezTo>
                    <a:cubicBezTo>
                      <a:pt x="223" y="56"/>
                      <a:pt x="216" y="48"/>
                      <a:pt x="212" y="41"/>
                    </a:cubicBezTo>
                    <a:cubicBezTo>
                      <a:pt x="198" y="26"/>
                      <a:pt x="179" y="15"/>
                      <a:pt x="159" y="11"/>
                    </a:cubicBezTo>
                    <a:cubicBezTo>
                      <a:pt x="155" y="8"/>
                      <a:pt x="151" y="7"/>
                      <a:pt x="145" y="5"/>
                    </a:cubicBezTo>
                    <a:cubicBezTo>
                      <a:pt x="137" y="2"/>
                      <a:pt x="129" y="1"/>
                      <a:pt x="12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rgbClr val="3C3C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5750" lIns="91425" spcFirstLastPara="1" rIns="91425" wrap="square" tIns="57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80" name="Google Shape;180;p3"/>
              <p:cNvSpPr/>
              <p:nvPr/>
            </p:nvSpPr>
            <p:spPr>
              <a:xfrm>
                <a:off x="8602920" y="1262520"/>
                <a:ext cx="12600" cy="12240"/>
              </a:xfrm>
              <a:custGeom>
                <a:rect b="b" l="l" r="r" t="t"/>
                <a:pathLst>
                  <a:path extrusionOk="0" h="252" w="258">
                    <a:moveTo>
                      <a:pt x="149" y="28"/>
                    </a:moveTo>
                    <a:cubicBezTo>
                      <a:pt x="149" y="28"/>
                      <a:pt x="150" y="28"/>
                      <a:pt x="150" y="28"/>
                    </a:cubicBezTo>
                    <a:cubicBezTo>
                      <a:pt x="150" y="28"/>
                      <a:pt x="149" y="28"/>
                      <a:pt x="149" y="28"/>
                    </a:cubicBezTo>
                    <a:close/>
                    <a:moveTo>
                      <a:pt x="28" y="91"/>
                    </a:moveTo>
                    <a:cubicBezTo>
                      <a:pt x="27" y="92"/>
                      <a:pt x="27" y="93"/>
                      <a:pt x="26" y="94"/>
                    </a:cubicBezTo>
                    <a:cubicBezTo>
                      <a:pt x="27" y="93"/>
                      <a:pt x="27" y="92"/>
                      <a:pt x="28" y="91"/>
                    </a:cubicBezTo>
                    <a:close/>
                    <a:moveTo>
                      <a:pt x="141" y="1"/>
                    </a:moveTo>
                    <a:cubicBezTo>
                      <a:pt x="120" y="1"/>
                      <a:pt x="100" y="7"/>
                      <a:pt x="83" y="16"/>
                    </a:cubicBezTo>
                    <a:cubicBezTo>
                      <a:pt x="76" y="22"/>
                      <a:pt x="66" y="29"/>
                      <a:pt x="59" y="35"/>
                    </a:cubicBezTo>
                    <a:cubicBezTo>
                      <a:pt x="58" y="36"/>
                      <a:pt x="56" y="38"/>
                      <a:pt x="55" y="39"/>
                    </a:cubicBezTo>
                    <a:lnTo>
                      <a:pt x="55" y="39"/>
                    </a:lnTo>
                    <a:cubicBezTo>
                      <a:pt x="42" y="46"/>
                      <a:pt x="33" y="56"/>
                      <a:pt x="26" y="67"/>
                    </a:cubicBezTo>
                    <a:cubicBezTo>
                      <a:pt x="15" y="79"/>
                      <a:pt x="8" y="93"/>
                      <a:pt x="5" y="107"/>
                    </a:cubicBezTo>
                    <a:cubicBezTo>
                      <a:pt x="2" y="117"/>
                      <a:pt x="1" y="128"/>
                      <a:pt x="1" y="137"/>
                    </a:cubicBezTo>
                    <a:cubicBezTo>
                      <a:pt x="1" y="158"/>
                      <a:pt x="7" y="178"/>
                      <a:pt x="16" y="195"/>
                    </a:cubicBezTo>
                    <a:cubicBezTo>
                      <a:pt x="22" y="202"/>
                      <a:pt x="29" y="211"/>
                      <a:pt x="35" y="218"/>
                    </a:cubicBezTo>
                    <a:cubicBezTo>
                      <a:pt x="56" y="230"/>
                      <a:pt x="72" y="242"/>
                      <a:pt x="92" y="247"/>
                    </a:cubicBezTo>
                    <a:cubicBezTo>
                      <a:pt x="97" y="249"/>
                      <a:pt x="106" y="249"/>
                      <a:pt x="111" y="250"/>
                    </a:cubicBezTo>
                    <a:cubicBezTo>
                      <a:pt x="113" y="250"/>
                      <a:pt x="121" y="252"/>
                      <a:pt x="128" y="252"/>
                    </a:cubicBezTo>
                    <a:cubicBezTo>
                      <a:pt x="140" y="250"/>
                      <a:pt x="150" y="249"/>
                      <a:pt x="158" y="249"/>
                    </a:cubicBezTo>
                    <a:lnTo>
                      <a:pt x="161" y="249"/>
                    </a:lnTo>
                    <a:cubicBezTo>
                      <a:pt x="164" y="247"/>
                      <a:pt x="185" y="238"/>
                      <a:pt x="189" y="236"/>
                    </a:cubicBezTo>
                    <a:lnTo>
                      <a:pt x="191" y="236"/>
                    </a:lnTo>
                    <a:cubicBezTo>
                      <a:pt x="198" y="230"/>
                      <a:pt x="206" y="223"/>
                      <a:pt x="213" y="219"/>
                    </a:cubicBezTo>
                    <a:lnTo>
                      <a:pt x="215" y="216"/>
                    </a:lnTo>
                    <a:cubicBezTo>
                      <a:pt x="219" y="213"/>
                      <a:pt x="222" y="208"/>
                      <a:pt x="225" y="205"/>
                    </a:cubicBezTo>
                    <a:cubicBezTo>
                      <a:pt x="226" y="202"/>
                      <a:pt x="232" y="198"/>
                      <a:pt x="233" y="192"/>
                    </a:cubicBezTo>
                    <a:cubicBezTo>
                      <a:pt x="233" y="192"/>
                      <a:pt x="233" y="191"/>
                      <a:pt x="235" y="191"/>
                    </a:cubicBezTo>
                    <a:cubicBezTo>
                      <a:pt x="236" y="188"/>
                      <a:pt x="236" y="185"/>
                      <a:pt x="239" y="184"/>
                    </a:cubicBezTo>
                    <a:cubicBezTo>
                      <a:pt x="243" y="171"/>
                      <a:pt x="249" y="158"/>
                      <a:pt x="253" y="145"/>
                    </a:cubicBezTo>
                    <a:cubicBezTo>
                      <a:pt x="257" y="130"/>
                      <a:pt x="257" y="116"/>
                      <a:pt x="255" y="100"/>
                    </a:cubicBezTo>
                    <a:cubicBezTo>
                      <a:pt x="255" y="84"/>
                      <a:pt x="249" y="70"/>
                      <a:pt x="240" y="58"/>
                    </a:cubicBezTo>
                    <a:cubicBezTo>
                      <a:pt x="233" y="43"/>
                      <a:pt x="222" y="32"/>
                      <a:pt x="211" y="25"/>
                    </a:cubicBezTo>
                    <a:cubicBezTo>
                      <a:pt x="199" y="15"/>
                      <a:pt x="185" y="8"/>
                      <a:pt x="171" y="4"/>
                    </a:cubicBezTo>
                    <a:cubicBezTo>
                      <a:pt x="161" y="2"/>
                      <a:pt x="150" y="1"/>
                      <a:pt x="1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rgbClr val="3C3C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100" lIns="91425" spcFirstLastPara="1" rIns="91425" wrap="square" tIns="6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81" name="Google Shape;181;p3"/>
              <p:cNvSpPr/>
              <p:nvPr/>
            </p:nvSpPr>
            <p:spPr>
              <a:xfrm>
                <a:off x="8535600" y="1220040"/>
                <a:ext cx="14760" cy="11160"/>
              </a:xfrm>
              <a:custGeom>
                <a:rect b="b" l="l" r="r" t="t"/>
                <a:pathLst>
                  <a:path extrusionOk="0" h="232" w="299">
                    <a:moveTo>
                      <a:pt x="149" y="0"/>
                    </a:moveTo>
                    <a:cubicBezTo>
                      <a:pt x="1" y="0"/>
                      <a:pt x="1" y="231"/>
                      <a:pt x="149" y="231"/>
                    </a:cubicBezTo>
                    <a:cubicBezTo>
                      <a:pt x="298" y="231"/>
                      <a:pt x="298" y="0"/>
                      <a:pt x="14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rgbClr val="3C3C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5750" lIns="91425" spcFirstLastPara="1" rIns="91425" wrap="square" tIns="57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82" name="Google Shape;182;p3"/>
              <p:cNvSpPr/>
              <p:nvPr/>
            </p:nvSpPr>
            <p:spPr>
              <a:xfrm>
                <a:off x="8642880" y="1313280"/>
                <a:ext cx="14760" cy="11160"/>
              </a:xfrm>
              <a:custGeom>
                <a:rect b="b" l="l" r="r" t="t"/>
                <a:pathLst>
                  <a:path extrusionOk="0" h="232" w="299">
                    <a:moveTo>
                      <a:pt x="149" y="0"/>
                    </a:moveTo>
                    <a:cubicBezTo>
                      <a:pt x="0" y="0"/>
                      <a:pt x="0" y="231"/>
                      <a:pt x="149" y="231"/>
                    </a:cubicBezTo>
                    <a:cubicBezTo>
                      <a:pt x="298" y="231"/>
                      <a:pt x="298" y="0"/>
                      <a:pt x="14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rgbClr val="3C3C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5750" lIns="91425" spcFirstLastPara="1" rIns="91425" wrap="square" tIns="57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83" name="Google Shape;183;p3"/>
              <p:cNvSpPr/>
              <p:nvPr/>
            </p:nvSpPr>
            <p:spPr>
              <a:xfrm>
                <a:off x="8467920" y="1033920"/>
                <a:ext cx="53640" cy="82440"/>
              </a:xfrm>
              <a:custGeom>
                <a:rect b="b" l="l" r="r" t="t"/>
                <a:pathLst>
                  <a:path extrusionOk="0" h="1645" w="1070">
                    <a:moveTo>
                      <a:pt x="433" y="121"/>
                    </a:moveTo>
                    <a:cubicBezTo>
                      <a:pt x="467" y="121"/>
                      <a:pt x="503" y="131"/>
                      <a:pt x="538" y="155"/>
                    </a:cubicBezTo>
                    <a:cubicBezTo>
                      <a:pt x="546" y="161"/>
                      <a:pt x="555" y="163"/>
                      <a:pt x="563" y="163"/>
                    </a:cubicBezTo>
                    <a:cubicBezTo>
                      <a:pt x="565" y="163"/>
                      <a:pt x="568" y="163"/>
                      <a:pt x="570" y="163"/>
                    </a:cubicBezTo>
                    <a:lnTo>
                      <a:pt x="570" y="163"/>
                    </a:lnTo>
                    <a:cubicBezTo>
                      <a:pt x="663" y="216"/>
                      <a:pt x="736" y="309"/>
                      <a:pt x="793" y="398"/>
                    </a:cubicBezTo>
                    <a:cubicBezTo>
                      <a:pt x="857" y="498"/>
                      <a:pt x="911" y="613"/>
                      <a:pt x="932" y="731"/>
                    </a:cubicBezTo>
                    <a:cubicBezTo>
                      <a:pt x="970" y="957"/>
                      <a:pt x="939" y="1286"/>
                      <a:pt x="731" y="1428"/>
                    </a:cubicBezTo>
                    <a:cubicBezTo>
                      <a:pt x="638" y="1491"/>
                      <a:pt x="502" y="1530"/>
                      <a:pt x="377" y="1530"/>
                    </a:cubicBezTo>
                    <a:cubicBezTo>
                      <a:pt x="335" y="1530"/>
                      <a:pt x="294" y="1525"/>
                      <a:pt x="256" y="1516"/>
                    </a:cubicBezTo>
                    <a:cubicBezTo>
                      <a:pt x="185" y="1499"/>
                      <a:pt x="131" y="1458"/>
                      <a:pt x="126" y="1380"/>
                    </a:cubicBezTo>
                    <a:cubicBezTo>
                      <a:pt x="117" y="1231"/>
                      <a:pt x="191" y="1078"/>
                      <a:pt x="211" y="933"/>
                    </a:cubicBezTo>
                    <a:cubicBezTo>
                      <a:pt x="238" y="735"/>
                      <a:pt x="171" y="532"/>
                      <a:pt x="211" y="334"/>
                    </a:cubicBezTo>
                    <a:cubicBezTo>
                      <a:pt x="233" y="223"/>
                      <a:pt x="326" y="121"/>
                      <a:pt x="433" y="121"/>
                    </a:cubicBezTo>
                    <a:close/>
                    <a:moveTo>
                      <a:pt x="430" y="1"/>
                    </a:moveTo>
                    <a:cubicBezTo>
                      <a:pt x="344" y="1"/>
                      <a:pt x="258" y="40"/>
                      <a:pt x="195" y="107"/>
                    </a:cubicBezTo>
                    <a:cubicBezTo>
                      <a:pt x="60" y="249"/>
                      <a:pt x="76" y="451"/>
                      <a:pt x="90" y="631"/>
                    </a:cubicBezTo>
                    <a:cubicBezTo>
                      <a:pt x="99" y="743"/>
                      <a:pt x="106" y="854"/>
                      <a:pt x="84" y="963"/>
                    </a:cubicBezTo>
                    <a:cubicBezTo>
                      <a:pt x="65" y="1067"/>
                      <a:pt x="32" y="1166"/>
                      <a:pt x="18" y="1269"/>
                    </a:cubicBezTo>
                    <a:cubicBezTo>
                      <a:pt x="1" y="1380"/>
                      <a:pt x="5" y="1489"/>
                      <a:pt x="99" y="1565"/>
                    </a:cubicBezTo>
                    <a:cubicBezTo>
                      <a:pt x="170" y="1623"/>
                      <a:pt x="263" y="1645"/>
                      <a:pt x="359" y="1645"/>
                    </a:cubicBezTo>
                    <a:cubicBezTo>
                      <a:pt x="484" y="1645"/>
                      <a:pt x="614" y="1608"/>
                      <a:pt x="714" y="1564"/>
                    </a:cubicBezTo>
                    <a:cubicBezTo>
                      <a:pt x="981" y="1443"/>
                      <a:pt x="1069" y="1116"/>
                      <a:pt x="1057" y="844"/>
                    </a:cubicBezTo>
                    <a:cubicBezTo>
                      <a:pt x="1050" y="674"/>
                      <a:pt x="997" y="518"/>
                      <a:pt x="912" y="372"/>
                    </a:cubicBezTo>
                    <a:cubicBezTo>
                      <a:pt x="827" y="225"/>
                      <a:pt x="708" y="83"/>
                      <a:pt x="544" y="24"/>
                    </a:cubicBezTo>
                    <a:lnTo>
                      <a:pt x="544" y="24"/>
                    </a:lnTo>
                    <a:cubicBezTo>
                      <a:pt x="507" y="8"/>
                      <a:pt x="469" y="1"/>
                      <a:pt x="4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rgbClr val="3C3C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1400" lIns="91425" spcFirstLastPara="1" rIns="91425" wrap="square" tIns="414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84" name="Google Shape;184;p3"/>
              <p:cNvSpPr/>
              <p:nvPr/>
            </p:nvSpPr>
            <p:spPr>
              <a:xfrm>
                <a:off x="8486640" y="1060560"/>
                <a:ext cx="15840" cy="7560"/>
              </a:xfrm>
              <a:custGeom>
                <a:rect b="b" l="l" r="r" t="t"/>
                <a:pathLst>
                  <a:path extrusionOk="0" h="158" w="322">
                    <a:moveTo>
                      <a:pt x="256" y="1"/>
                    </a:moveTo>
                    <a:cubicBezTo>
                      <a:pt x="252" y="1"/>
                      <a:pt x="247" y="1"/>
                      <a:pt x="242" y="2"/>
                    </a:cubicBezTo>
                    <a:cubicBezTo>
                      <a:pt x="182" y="17"/>
                      <a:pt x="120" y="32"/>
                      <a:pt x="58" y="41"/>
                    </a:cubicBezTo>
                    <a:cubicBezTo>
                      <a:pt x="63" y="41"/>
                      <a:pt x="69" y="39"/>
                      <a:pt x="73" y="39"/>
                    </a:cubicBezTo>
                    <a:lnTo>
                      <a:pt x="73" y="39"/>
                    </a:lnTo>
                    <a:cubicBezTo>
                      <a:pt x="69" y="39"/>
                      <a:pt x="65" y="41"/>
                      <a:pt x="59" y="41"/>
                    </a:cubicBezTo>
                    <a:cubicBezTo>
                      <a:pt x="43" y="44"/>
                      <a:pt x="31" y="46"/>
                      <a:pt x="19" y="59"/>
                    </a:cubicBezTo>
                    <a:cubicBezTo>
                      <a:pt x="8" y="69"/>
                      <a:pt x="1" y="86"/>
                      <a:pt x="1" y="100"/>
                    </a:cubicBezTo>
                    <a:cubicBezTo>
                      <a:pt x="1" y="114"/>
                      <a:pt x="7" y="130"/>
                      <a:pt x="19" y="140"/>
                    </a:cubicBezTo>
                    <a:cubicBezTo>
                      <a:pt x="27" y="149"/>
                      <a:pt x="41" y="157"/>
                      <a:pt x="54" y="157"/>
                    </a:cubicBezTo>
                    <a:cubicBezTo>
                      <a:pt x="56" y="157"/>
                      <a:pt x="57" y="157"/>
                      <a:pt x="58" y="157"/>
                    </a:cubicBezTo>
                    <a:cubicBezTo>
                      <a:pt x="130" y="147"/>
                      <a:pt x="201" y="131"/>
                      <a:pt x="272" y="114"/>
                    </a:cubicBezTo>
                    <a:cubicBezTo>
                      <a:pt x="303" y="107"/>
                      <a:pt x="321" y="72"/>
                      <a:pt x="313" y="44"/>
                    </a:cubicBezTo>
                    <a:cubicBezTo>
                      <a:pt x="304" y="17"/>
                      <a:pt x="283" y="1"/>
                      <a:pt x="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rgbClr val="3C3C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3950" lIns="91425" spcFirstLastPara="1" rIns="91425" wrap="square" tIns="39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85" name="Google Shape;185;p3"/>
              <p:cNvSpPr/>
              <p:nvPr/>
            </p:nvSpPr>
            <p:spPr>
              <a:xfrm>
                <a:off x="8493120" y="1076040"/>
                <a:ext cx="10800" cy="14040"/>
              </a:xfrm>
              <a:custGeom>
                <a:rect b="b" l="l" r="r" t="t"/>
                <a:pathLst>
                  <a:path extrusionOk="0" h="283" w="220">
                    <a:moveTo>
                      <a:pt x="68" y="1"/>
                    </a:moveTo>
                    <a:cubicBezTo>
                      <a:pt x="63" y="1"/>
                      <a:pt x="58" y="2"/>
                      <a:pt x="53" y="3"/>
                    </a:cubicBezTo>
                    <a:cubicBezTo>
                      <a:pt x="25" y="10"/>
                      <a:pt x="1" y="43"/>
                      <a:pt x="12" y="72"/>
                    </a:cubicBezTo>
                    <a:cubicBezTo>
                      <a:pt x="25" y="108"/>
                      <a:pt x="36" y="143"/>
                      <a:pt x="55" y="177"/>
                    </a:cubicBezTo>
                    <a:cubicBezTo>
                      <a:pt x="70" y="208"/>
                      <a:pt x="92" y="241"/>
                      <a:pt x="120" y="264"/>
                    </a:cubicBezTo>
                    <a:cubicBezTo>
                      <a:pt x="133" y="275"/>
                      <a:pt x="144" y="282"/>
                      <a:pt x="161" y="282"/>
                    </a:cubicBezTo>
                    <a:cubicBezTo>
                      <a:pt x="175" y="282"/>
                      <a:pt x="192" y="275"/>
                      <a:pt x="202" y="264"/>
                    </a:cubicBezTo>
                    <a:cubicBezTo>
                      <a:pt x="212" y="252"/>
                      <a:pt x="219" y="240"/>
                      <a:pt x="219" y="223"/>
                    </a:cubicBezTo>
                    <a:cubicBezTo>
                      <a:pt x="219" y="208"/>
                      <a:pt x="213" y="191"/>
                      <a:pt x="202" y="182"/>
                    </a:cubicBezTo>
                    <a:cubicBezTo>
                      <a:pt x="191" y="173"/>
                      <a:pt x="182" y="165"/>
                      <a:pt x="174" y="152"/>
                    </a:cubicBezTo>
                    <a:lnTo>
                      <a:pt x="174" y="152"/>
                    </a:lnTo>
                    <a:cubicBezTo>
                      <a:pt x="176" y="155"/>
                      <a:pt x="177" y="157"/>
                      <a:pt x="179" y="160"/>
                    </a:cubicBezTo>
                    <a:lnTo>
                      <a:pt x="179" y="160"/>
                    </a:lnTo>
                    <a:cubicBezTo>
                      <a:pt x="167" y="142"/>
                      <a:pt x="156" y="121"/>
                      <a:pt x="146" y="101"/>
                    </a:cubicBezTo>
                    <a:lnTo>
                      <a:pt x="146" y="101"/>
                    </a:lnTo>
                    <a:cubicBezTo>
                      <a:pt x="147" y="103"/>
                      <a:pt x="148" y="105"/>
                      <a:pt x="148" y="108"/>
                    </a:cubicBezTo>
                    <a:cubicBezTo>
                      <a:pt x="147" y="103"/>
                      <a:pt x="145" y="99"/>
                      <a:pt x="143" y="95"/>
                    </a:cubicBezTo>
                    <a:lnTo>
                      <a:pt x="143" y="95"/>
                    </a:lnTo>
                    <a:cubicBezTo>
                      <a:pt x="144" y="97"/>
                      <a:pt x="145" y="99"/>
                      <a:pt x="146" y="101"/>
                    </a:cubicBezTo>
                    <a:lnTo>
                      <a:pt x="146" y="101"/>
                    </a:lnTo>
                    <a:cubicBezTo>
                      <a:pt x="145" y="99"/>
                      <a:pt x="144" y="97"/>
                      <a:pt x="143" y="94"/>
                    </a:cubicBezTo>
                    <a:lnTo>
                      <a:pt x="143" y="94"/>
                    </a:lnTo>
                    <a:cubicBezTo>
                      <a:pt x="143" y="94"/>
                      <a:pt x="143" y="95"/>
                      <a:pt x="143" y="95"/>
                    </a:cubicBezTo>
                    <a:lnTo>
                      <a:pt x="143" y="95"/>
                    </a:lnTo>
                    <a:cubicBezTo>
                      <a:pt x="143" y="94"/>
                      <a:pt x="143" y="94"/>
                      <a:pt x="143" y="94"/>
                    </a:cubicBezTo>
                    <a:lnTo>
                      <a:pt x="143" y="94"/>
                    </a:lnTo>
                    <a:cubicBezTo>
                      <a:pt x="143" y="94"/>
                      <a:pt x="143" y="94"/>
                      <a:pt x="143" y="94"/>
                    </a:cubicBezTo>
                    <a:lnTo>
                      <a:pt x="143" y="94"/>
                    </a:lnTo>
                    <a:cubicBezTo>
                      <a:pt x="136" y="77"/>
                      <a:pt x="130" y="59"/>
                      <a:pt x="124" y="43"/>
                    </a:cubicBezTo>
                    <a:cubicBezTo>
                      <a:pt x="119" y="28"/>
                      <a:pt x="111" y="16"/>
                      <a:pt x="97" y="9"/>
                    </a:cubicBezTo>
                    <a:cubicBezTo>
                      <a:pt x="89" y="4"/>
                      <a:pt x="78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rgbClr val="3C3C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7200" lIns="91425" spcFirstLastPara="1" rIns="91425" wrap="square" tIns="72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86" name="Google Shape;186;p3"/>
              <p:cNvSpPr/>
              <p:nvPr/>
            </p:nvSpPr>
            <p:spPr>
              <a:xfrm>
                <a:off x="8482680" y="1091160"/>
                <a:ext cx="11520" cy="12240"/>
              </a:xfrm>
              <a:custGeom>
                <a:rect b="b" l="l" r="r" t="t"/>
                <a:pathLst>
                  <a:path extrusionOk="0" h="247" w="236">
                    <a:moveTo>
                      <a:pt x="17" y="149"/>
                    </a:moveTo>
                    <a:lnTo>
                      <a:pt x="17" y="149"/>
                    </a:lnTo>
                    <a:cubicBezTo>
                      <a:pt x="17" y="150"/>
                      <a:pt x="16" y="150"/>
                      <a:pt x="16" y="151"/>
                    </a:cubicBezTo>
                    <a:cubicBezTo>
                      <a:pt x="16" y="150"/>
                      <a:pt x="17" y="150"/>
                      <a:pt x="17" y="149"/>
                    </a:cubicBezTo>
                    <a:close/>
                    <a:moveTo>
                      <a:pt x="177" y="0"/>
                    </a:moveTo>
                    <a:cubicBezTo>
                      <a:pt x="172" y="0"/>
                      <a:pt x="166" y="1"/>
                      <a:pt x="160" y="2"/>
                    </a:cubicBezTo>
                    <a:cubicBezTo>
                      <a:pt x="138" y="7"/>
                      <a:pt x="121" y="19"/>
                      <a:pt x="102" y="34"/>
                    </a:cubicBezTo>
                    <a:cubicBezTo>
                      <a:pt x="88" y="46"/>
                      <a:pt x="75" y="62"/>
                      <a:pt x="65" y="76"/>
                    </a:cubicBezTo>
                    <a:cubicBezTo>
                      <a:pt x="50" y="98"/>
                      <a:pt x="37" y="119"/>
                      <a:pt x="24" y="140"/>
                    </a:cubicBezTo>
                    <a:lnTo>
                      <a:pt x="24" y="140"/>
                    </a:lnTo>
                    <a:cubicBezTo>
                      <a:pt x="24" y="139"/>
                      <a:pt x="24" y="139"/>
                      <a:pt x="24" y="138"/>
                    </a:cubicBezTo>
                    <a:lnTo>
                      <a:pt x="24" y="138"/>
                    </a:lnTo>
                    <a:cubicBezTo>
                      <a:pt x="23" y="141"/>
                      <a:pt x="19" y="144"/>
                      <a:pt x="17" y="147"/>
                    </a:cubicBezTo>
                    <a:cubicBezTo>
                      <a:pt x="7" y="158"/>
                      <a:pt x="0" y="172"/>
                      <a:pt x="0" y="188"/>
                    </a:cubicBezTo>
                    <a:cubicBezTo>
                      <a:pt x="0" y="202"/>
                      <a:pt x="7" y="219"/>
                      <a:pt x="17" y="229"/>
                    </a:cubicBezTo>
                    <a:cubicBezTo>
                      <a:pt x="29" y="239"/>
                      <a:pt x="43" y="246"/>
                      <a:pt x="58" y="246"/>
                    </a:cubicBezTo>
                    <a:cubicBezTo>
                      <a:pt x="72" y="246"/>
                      <a:pt x="88" y="240"/>
                      <a:pt x="99" y="229"/>
                    </a:cubicBezTo>
                    <a:cubicBezTo>
                      <a:pt x="122" y="201"/>
                      <a:pt x="139" y="169"/>
                      <a:pt x="159" y="141"/>
                    </a:cubicBezTo>
                    <a:lnTo>
                      <a:pt x="159" y="141"/>
                    </a:lnTo>
                    <a:cubicBezTo>
                      <a:pt x="159" y="141"/>
                      <a:pt x="159" y="141"/>
                      <a:pt x="159" y="141"/>
                    </a:cubicBezTo>
                    <a:cubicBezTo>
                      <a:pt x="160" y="140"/>
                      <a:pt x="161" y="138"/>
                      <a:pt x="162" y="137"/>
                    </a:cubicBezTo>
                    <a:lnTo>
                      <a:pt x="162" y="137"/>
                    </a:lnTo>
                    <a:cubicBezTo>
                      <a:pt x="161" y="138"/>
                      <a:pt x="160" y="140"/>
                      <a:pt x="159" y="141"/>
                    </a:cubicBezTo>
                    <a:lnTo>
                      <a:pt x="159" y="141"/>
                    </a:lnTo>
                    <a:cubicBezTo>
                      <a:pt x="161" y="139"/>
                      <a:pt x="163" y="137"/>
                      <a:pt x="164" y="135"/>
                    </a:cubicBezTo>
                    <a:lnTo>
                      <a:pt x="164" y="135"/>
                    </a:lnTo>
                    <a:cubicBezTo>
                      <a:pt x="163" y="136"/>
                      <a:pt x="163" y="136"/>
                      <a:pt x="162" y="137"/>
                    </a:cubicBezTo>
                    <a:lnTo>
                      <a:pt x="162" y="137"/>
                    </a:lnTo>
                    <a:cubicBezTo>
                      <a:pt x="163" y="136"/>
                      <a:pt x="164" y="135"/>
                      <a:pt x="165" y="134"/>
                    </a:cubicBezTo>
                    <a:lnTo>
                      <a:pt x="165" y="134"/>
                    </a:lnTo>
                    <a:cubicBezTo>
                      <a:pt x="164" y="134"/>
                      <a:pt x="164" y="134"/>
                      <a:pt x="164" y="135"/>
                    </a:cubicBezTo>
                    <a:lnTo>
                      <a:pt x="164" y="135"/>
                    </a:lnTo>
                    <a:cubicBezTo>
                      <a:pt x="169" y="129"/>
                      <a:pt x="175" y="123"/>
                      <a:pt x="182" y="117"/>
                    </a:cubicBezTo>
                    <a:lnTo>
                      <a:pt x="182" y="117"/>
                    </a:lnTo>
                    <a:cubicBezTo>
                      <a:pt x="179" y="119"/>
                      <a:pt x="177" y="120"/>
                      <a:pt x="173" y="123"/>
                    </a:cubicBezTo>
                    <a:cubicBezTo>
                      <a:pt x="176" y="120"/>
                      <a:pt x="180" y="117"/>
                      <a:pt x="183" y="115"/>
                    </a:cubicBezTo>
                    <a:lnTo>
                      <a:pt x="183" y="115"/>
                    </a:lnTo>
                    <a:cubicBezTo>
                      <a:pt x="183" y="116"/>
                      <a:pt x="182" y="116"/>
                      <a:pt x="182" y="117"/>
                    </a:cubicBezTo>
                    <a:lnTo>
                      <a:pt x="182" y="117"/>
                    </a:lnTo>
                    <a:cubicBezTo>
                      <a:pt x="182" y="116"/>
                      <a:pt x="183" y="115"/>
                      <a:pt x="184" y="115"/>
                    </a:cubicBezTo>
                    <a:lnTo>
                      <a:pt x="184" y="115"/>
                    </a:lnTo>
                    <a:cubicBezTo>
                      <a:pt x="184" y="115"/>
                      <a:pt x="184" y="115"/>
                      <a:pt x="183" y="115"/>
                    </a:cubicBezTo>
                    <a:lnTo>
                      <a:pt x="183" y="115"/>
                    </a:lnTo>
                    <a:cubicBezTo>
                      <a:pt x="184" y="115"/>
                      <a:pt x="184" y="115"/>
                      <a:pt x="184" y="115"/>
                    </a:cubicBezTo>
                    <a:lnTo>
                      <a:pt x="184" y="115"/>
                    </a:lnTo>
                    <a:cubicBezTo>
                      <a:pt x="182" y="115"/>
                      <a:pt x="181" y="116"/>
                      <a:pt x="179" y="117"/>
                    </a:cubicBezTo>
                    <a:cubicBezTo>
                      <a:pt x="180" y="116"/>
                      <a:pt x="182" y="115"/>
                      <a:pt x="185" y="114"/>
                    </a:cubicBezTo>
                    <a:lnTo>
                      <a:pt x="185" y="114"/>
                    </a:lnTo>
                    <a:cubicBezTo>
                      <a:pt x="184" y="114"/>
                      <a:pt x="184" y="114"/>
                      <a:pt x="184" y="115"/>
                    </a:cubicBezTo>
                    <a:lnTo>
                      <a:pt x="184" y="115"/>
                    </a:lnTo>
                    <a:cubicBezTo>
                      <a:pt x="184" y="115"/>
                      <a:pt x="184" y="115"/>
                      <a:pt x="184" y="115"/>
                    </a:cubicBezTo>
                    <a:lnTo>
                      <a:pt x="184" y="115"/>
                    </a:lnTo>
                    <a:cubicBezTo>
                      <a:pt x="184" y="115"/>
                      <a:pt x="184" y="115"/>
                      <a:pt x="184" y="115"/>
                    </a:cubicBezTo>
                    <a:lnTo>
                      <a:pt x="184" y="115"/>
                    </a:lnTo>
                    <a:cubicBezTo>
                      <a:pt x="185" y="114"/>
                      <a:pt x="186" y="114"/>
                      <a:pt x="187" y="113"/>
                    </a:cubicBezTo>
                    <a:lnTo>
                      <a:pt x="187" y="113"/>
                    </a:lnTo>
                    <a:cubicBezTo>
                      <a:pt x="186" y="114"/>
                      <a:pt x="185" y="114"/>
                      <a:pt x="184" y="115"/>
                    </a:cubicBezTo>
                    <a:lnTo>
                      <a:pt x="184" y="115"/>
                    </a:lnTo>
                    <a:cubicBezTo>
                      <a:pt x="184" y="114"/>
                      <a:pt x="185" y="114"/>
                      <a:pt x="185" y="114"/>
                    </a:cubicBezTo>
                    <a:lnTo>
                      <a:pt x="185" y="114"/>
                    </a:lnTo>
                    <a:cubicBezTo>
                      <a:pt x="185" y="114"/>
                      <a:pt x="185" y="114"/>
                      <a:pt x="185" y="114"/>
                    </a:cubicBezTo>
                    <a:lnTo>
                      <a:pt x="185" y="114"/>
                    </a:lnTo>
                    <a:cubicBezTo>
                      <a:pt x="185" y="114"/>
                      <a:pt x="185" y="113"/>
                      <a:pt x="186" y="113"/>
                    </a:cubicBezTo>
                    <a:lnTo>
                      <a:pt x="186" y="113"/>
                    </a:lnTo>
                    <a:cubicBezTo>
                      <a:pt x="185" y="113"/>
                      <a:pt x="185" y="114"/>
                      <a:pt x="185" y="114"/>
                    </a:cubicBezTo>
                    <a:lnTo>
                      <a:pt x="185" y="114"/>
                    </a:lnTo>
                    <a:cubicBezTo>
                      <a:pt x="185" y="114"/>
                      <a:pt x="186" y="114"/>
                      <a:pt x="187" y="113"/>
                    </a:cubicBezTo>
                    <a:lnTo>
                      <a:pt x="187" y="113"/>
                    </a:lnTo>
                    <a:cubicBezTo>
                      <a:pt x="187" y="113"/>
                      <a:pt x="187" y="113"/>
                      <a:pt x="187" y="113"/>
                    </a:cubicBezTo>
                    <a:lnTo>
                      <a:pt x="187" y="113"/>
                    </a:lnTo>
                    <a:cubicBezTo>
                      <a:pt x="187" y="113"/>
                      <a:pt x="187" y="113"/>
                      <a:pt x="187" y="113"/>
                    </a:cubicBezTo>
                    <a:lnTo>
                      <a:pt x="187" y="113"/>
                    </a:lnTo>
                    <a:cubicBezTo>
                      <a:pt x="187" y="113"/>
                      <a:pt x="187" y="113"/>
                      <a:pt x="187" y="113"/>
                    </a:cubicBezTo>
                    <a:lnTo>
                      <a:pt x="187" y="113"/>
                    </a:lnTo>
                    <a:cubicBezTo>
                      <a:pt x="189" y="113"/>
                      <a:pt x="191" y="112"/>
                      <a:pt x="193" y="112"/>
                    </a:cubicBezTo>
                    <a:lnTo>
                      <a:pt x="193" y="112"/>
                    </a:lnTo>
                    <a:cubicBezTo>
                      <a:pt x="191" y="112"/>
                      <a:pt x="189" y="113"/>
                      <a:pt x="187" y="113"/>
                    </a:cubicBezTo>
                    <a:lnTo>
                      <a:pt x="187" y="113"/>
                    </a:lnTo>
                    <a:cubicBezTo>
                      <a:pt x="188" y="113"/>
                      <a:pt x="190" y="113"/>
                      <a:pt x="192" y="113"/>
                    </a:cubicBezTo>
                    <a:cubicBezTo>
                      <a:pt x="206" y="110"/>
                      <a:pt x="220" y="99"/>
                      <a:pt x="224" y="87"/>
                    </a:cubicBezTo>
                    <a:cubicBezTo>
                      <a:pt x="231" y="75"/>
                      <a:pt x="235" y="56"/>
                      <a:pt x="230" y="42"/>
                    </a:cubicBezTo>
                    <a:cubicBezTo>
                      <a:pt x="224" y="28"/>
                      <a:pt x="217" y="17"/>
                      <a:pt x="203" y="9"/>
                    </a:cubicBezTo>
                    <a:cubicBezTo>
                      <a:pt x="196" y="3"/>
                      <a:pt x="187" y="0"/>
                      <a:pt x="17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rgbClr val="3C3C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100" lIns="91425" spcFirstLastPara="1" rIns="91425" wrap="square" tIns="6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87" name="Google Shape;187;p3"/>
              <p:cNvSpPr/>
              <p:nvPr/>
            </p:nvSpPr>
            <p:spPr>
              <a:xfrm>
                <a:off x="8556840" y="1109880"/>
                <a:ext cx="83160" cy="115200"/>
              </a:xfrm>
              <a:custGeom>
                <a:rect b="b" l="l" r="r" t="t"/>
                <a:pathLst>
                  <a:path extrusionOk="0" h="2295" w="1656">
                    <a:moveTo>
                      <a:pt x="450" y="124"/>
                    </a:moveTo>
                    <a:lnTo>
                      <a:pt x="450" y="124"/>
                    </a:lnTo>
                    <a:cubicBezTo>
                      <a:pt x="801" y="279"/>
                      <a:pt x="1108" y="558"/>
                      <a:pt x="1283" y="900"/>
                    </a:cubicBezTo>
                    <a:cubicBezTo>
                      <a:pt x="1430" y="1189"/>
                      <a:pt x="1546" y="1597"/>
                      <a:pt x="1383" y="1904"/>
                    </a:cubicBezTo>
                    <a:cubicBezTo>
                      <a:pt x="1294" y="2074"/>
                      <a:pt x="1107" y="2180"/>
                      <a:pt x="918" y="2180"/>
                    </a:cubicBezTo>
                    <a:cubicBezTo>
                      <a:pt x="847" y="2180"/>
                      <a:pt x="775" y="2165"/>
                      <a:pt x="709" y="2132"/>
                    </a:cubicBezTo>
                    <a:cubicBezTo>
                      <a:pt x="568" y="2063"/>
                      <a:pt x="503" y="1940"/>
                      <a:pt x="472" y="1791"/>
                    </a:cubicBezTo>
                    <a:cubicBezTo>
                      <a:pt x="425" y="1575"/>
                      <a:pt x="420" y="1354"/>
                      <a:pt x="354" y="1143"/>
                    </a:cubicBezTo>
                    <a:cubicBezTo>
                      <a:pt x="318" y="1027"/>
                      <a:pt x="274" y="914"/>
                      <a:pt x="234" y="796"/>
                    </a:cubicBezTo>
                    <a:cubicBezTo>
                      <a:pt x="199" y="690"/>
                      <a:pt x="156" y="575"/>
                      <a:pt x="160" y="460"/>
                    </a:cubicBezTo>
                    <a:cubicBezTo>
                      <a:pt x="164" y="284"/>
                      <a:pt x="298" y="180"/>
                      <a:pt x="450" y="124"/>
                    </a:cubicBezTo>
                    <a:close/>
                    <a:moveTo>
                      <a:pt x="473" y="1"/>
                    </a:moveTo>
                    <a:cubicBezTo>
                      <a:pt x="467" y="1"/>
                      <a:pt x="460" y="2"/>
                      <a:pt x="454" y="4"/>
                    </a:cubicBezTo>
                    <a:cubicBezTo>
                      <a:pt x="295" y="55"/>
                      <a:pt x="142" y="146"/>
                      <a:pt x="78" y="309"/>
                    </a:cubicBezTo>
                    <a:cubicBezTo>
                      <a:pt x="0" y="507"/>
                      <a:pt x="89" y="728"/>
                      <a:pt x="156" y="915"/>
                    </a:cubicBezTo>
                    <a:cubicBezTo>
                      <a:pt x="199" y="1036"/>
                      <a:pt x="247" y="1155"/>
                      <a:pt x="275" y="1281"/>
                    </a:cubicBezTo>
                    <a:cubicBezTo>
                      <a:pt x="305" y="1410"/>
                      <a:pt x="318" y="1543"/>
                      <a:pt x="337" y="1673"/>
                    </a:cubicBezTo>
                    <a:cubicBezTo>
                      <a:pt x="364" y="1858"/>
                      <a:pt x="403" y="2045"/>
                      <a:pt x="553" y="2168"/>
                    </a:cubicBezTo>
                    <a:cubicBezTo>
                      <a:pt x="659" y="2254"/>
                      <a:pt x="789" y="2294"/>
                      <a:pt x="920" y="2294"/>
                    </a:cubicBezTo>
                    <a:cubicBezTo>
                      <a:pt x="1082" y="2294"/>
                      <a:pt x="1245" y="2233"/>
                      <a:pt x="1365" y="2120"/>
                    </a:cubicBezTo>
                    <a:cubicBezTo>
                      <a:pt x="1655" y="1848"/>
                      <a:pt x="1597" y="1381"/>
                      <a:pt x="1471" y="1043"/>
                    </a:cubicBezTo>
                    <a:cubicBezTo>
                      <a:pt x="1304" y="597"/>
                      <a:pt x="954" y="224"/>
                      <a:pt x="517" y="28"/>
                    </a:cubicBezTo>
                    <a:lnTo>
                      <a:pt x="517" y="28"/>
                    </a:lnTo>
                    <a:cubicBezTo>
                      <a:pt x="508" y="12"/>
                      <a:pt x="493" y="1"/>
                      <a:pt x="47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rgbClr val="3C3C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57600" lIns="91425" spcFirstLastPara="1" rIns="91425" wrap="square" tIns="576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88" name="Google Shape;188;p3"/>
              <p:cNvSpPr/>
              <p:nvPr/>
            </p:nvSpPr>
            <p:spPr>
              <a:xfrm>
                <a:off x="8577720" y="1131480"/>
                <a:ext cx="9720" cy="16560"/>
              </a:xfrm>
              <a:custGeom>
                <a:rect b="b" l="l" r="r" t="t"/>
                <a:pathLst>
                  <a:path extrusionOk="0" h="333" w="201">
                    <a:moveTo>
                      <a:pt x="121" y="254"/>
                    </a:moveTo>
                    <a:cubicBezTo>
                      <a:pt x="121" y="254"/>
                      <a:pt x="120" y="259"/>
                      <a:pt x="120" y="262"/>
                    </a:cubicBezTo>
                    <a:lnTo>
                      <a:pt x="120" y="262"/>
                    </a:lnTo>
                    <a:lnTo>
                      <a:pt x="120" y="256"/>
                    </a:lnTo>
                    <a:cubicBezTo>
                      <a:pt x="120" y="255"/>
                      <a:pt x="120" y="254"/>
                      <a:pt x="121" y="254"/>
                    </a:cubicBezTo>
                    <a:close/>
                    <a:moveTo>
                      <a:pt x="138" y="1"/>
                    </a:moveTo>
                    <a:cubicBezTo>
                      <a:pt x="123" y="1"/>
                      <a:pt x="108" y="6"/>
                      <a:pt x="98" y="18"/>
                    </a:cubicBezTo>
                    <a:cubicBezTo>
                      <a:pt x="69" y="57"/>
                      <a:pt x="49" y="99"/>
                      <a:pt x="32" y="146"/>
                    </a:cubicBezTo>
                    <a:cubicBezTo>
                      <a:pt x="16" y="186"/>
                      <a:pt x="5" y="231"/>
                      <a:pt x="3" y="275"/>
                    </a:cubicBezTo>
                    <a:cubicBezTo>
                      <a:pt x="1" y="305"/>
                      <a:pt x="30" y="333"/>
                      <a:pt x="62" y="333"/>
                    </a:cubicBezTo>
                    <a:cubicBezTo>
                      <a:pt x="94" y="331"/>
                      <a:pt x="118" y="309"/>
                      <a:pt x="120" y="275"/>
                    </a:cubicBezTo>
                    <a:lnTo>
                      <a:pt x="120" y="262"/>
                    </a:lnTo>
                    <a:lnTo>
                      <a:pt x="125" y="235"/>
                    </a:lnTo>
                    <a:cubicBezTo>
                      <a:pt x="131" y="217"/>
                      <a:pt x="137" y="197"/>
                      <a:pt x="144" y="177"/>
                    </a:cubicBezTo>
                    <a:cubicBezTo>
                      <a:pt x="145" y="171"/>
                      <a:pt x="147" y="169"/>
                      <a:pt x="148" y="163"/>
                    </a:cubicBezTo>
                    <a:cubicBezTo>
                      <a:pt x="149" y="161"/>
                      <a:pt x="152" y="156"/>
                      <a:pt x="153" y="153"/>
                    </a:cubicBezTo>
                    <a:lnTo>
                      <a:pt x="153" y="153"/>
                    </a:lnTo>
                    <a:cubicBezTo>
                      <a:pt x="152" y="156"/>
                      <a:pt x="151" y="158"/>
                      <a:pt x="151" y="160"/>
                    </a:cubicBezTo>
                    <a:cubicBezTo>
                      <a:pt x="153" y="154"/>
                      <a:pt x="154" y="152"/>
                      <a:pt x="154" y="152"/>
                    </a:cubicBezTo>
                    <a:lnTo>
                      <a:pt x="154" y="152"/>
                    </a:lnTo>
                    <a:cubicBezTo>
                      <a:pt x="154" y="152"/>
                      <a:pt x="154" y="153"/>
                      <a:pt x="153" y="153"/>
                    </a:cubicBezTo>
                    <a:lnTo>
                      <a:pt x="153" y="153"/>
                    </a:lnTo>
                    <a:cubicBezTo>
                      <a:pt x="156" y="146"/>
                      <a:pt x="160" y="140"/>
                      <a:pt x="162" y="133"/>
                    </a:cubicBezTo>
                    <a:cubicBezTo>
                      <a:pt x="166" y="125"/>
                      <a:pt x="172" y="118"/>
                      <a:pt x="175" y="108"/>
                    </a:cubicBezTo>
                    <a:cubicBezTo>
                      <a:pt x="176" y="105"/>
                      <a:pt x="181" y="101"/>
                      <a:pt x="182" y="98"/>
                    </a:cubicBezTo>
                    <a:cubicBezTo>
                      <a:pt x="185" y="95"/>
                      <a:pt x="189" y="90"/>
                      <a:pt x="189" y="90"/>
                    </a:cubicBezTo>
                    <a:lnTo>
                      <a:pt x="189" y="90"/>
                    </a:lnTo>
                    <a:cubicBezTo>
                      <a:pt x="189" y="90"/>
                      <a:pt x="188" y="90"/>
                      <a:pt x="187" y="91"/>
                    </a:cubicBezTo>
                    <a:lnTo>
                      <a:pt x="187" y="91"/>
                    </a:lnTo>
                    <a:cubicBezTo>
                      <a:pt x="196" y="81"/>
                      <a:pt x="200" y="70"/>
                      <a:pt x="200" y="57"/>
                    </a:cubicBezTo>
                    <a:cubicBezTo>
                      <a:pt x="200" y="42"/>
                      <a:pt x="193" y="25"/>
                      <a:pt x="182" y="15"/>
                    </a:cubicBezTo>
                    <a:cubicBezTo>
                      <a:pt x="170" y="7"/>
                      <a:pt x="154" y="1"/>
                      <a:pt x="13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rgbClr val="3C3C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8275" lIns="91425" spcFirstLastPara="1" rIns="91425" wrap="square" tIns="8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89" name="Google Shape;189;p3"/>
              <p:cNvSpPr/>
              <p:nvPr/>
            </p:nvSpPr>
            <p:spPr>
              <a:xfrm>
                <a:off x="8590680" y="1158120"/>
                <a:ext cx="9360" cy="17280"/>
              </a:xfrm>
              <a:custGeom>
                <a:rect b="b" l="l" r="r" t="t"/>
                <a:pathLst>
                  <a:path extrusionOk="0" h="351" w="191">
                    <a:moveTo>
                      <a:pt x="55" y="74"/>
                    </a:moveTo>
                    <a:lnTo>
                      <a:pt x="54" y="77"/>
                    </a:lnTo>
                    <a:cubicBezTo>
                      <a:pt x="55" y="76"/>
                      <a:pt x="55" y="75"/>
                      <a:pt x="55" y="74"/>
                    </a:cubicBezTo>
                    <a:close/>
                    <a:moveTo>
                      <a:pt x="124" y="231"/>
                    </a:moveTo>
                    <a:cubicBezTo>
                      <a:pt x="122" y="235"/>
                      <a:pt x="122" y="237"/>
                      <a:pt x="122" y="238"/>
                    </a:cubicBezTo>
                    <a:lnTo>
                      <a:pt x="122" y="238"/>
                    </a:lnTo>
                    <a:cubicBezTo>
                      <a:pt x="122" y="234"/>
                      <a:pt x="123" y="231"/>
                      <a:pt x="124" y="231"/>
                    </a:cubicBezTo>
                    <a:close/>
                    <a:moveTo>
                      <a:pt x="122" y="1"/>
                    </a:moveTo>
                    <a:cubicBezTo>
                      <a:pt x="96" y="1"/>
                      <a:pt x="76" y="17"/>
                      <a:pt x="68" y="41"/>
                    </a:cubicBezTo>
                    <a:cubicBezTo>
                      <a:pt x="64" y="51"/>
                      <a:pt x="61" y="61"/>
                      <a:pt x="57" y="69"/>
                    </a:cubicBezTo>
                    <a:cubicBezTo>
                      <a:pt x="56" y="71"/>
                      <a:pt x="56" y="73"/>
                      <a:pt x="55" y="74"/>
                    </a:cubicBezTo>
                    <a:lnTo>
                      <a:pt x="55" y="74"/>
                    </a:lnTo>
                    <a:lnTo>
                      <a:pt x="56" y="74"/>
                    </a:lnTo>
                    <a:lnTo>
                      <a:pt x="56" y="74"/>
                    </a:lnTo>
                    <a:cubicBezTo>
                      <a:pt x="53" y="82"/>
                      <a:pt x="48" y="89"/>
                      <a:pt x="46" y="98"/>
                    </a:cubicBezTo>
                    <a:cubicBezTo>
                      <a:pt x="36" y="118"/>
                      <a:pt x="27" y="139"/>
                      <a:pt x="22" y="160"/>
                    </a:cubicBezTo>
                    <a:cubicBezTo>
                      <a:pt x="6" y="208"/>
                      <a:pt x="0" y="259"/>
                      <a:pt x="13" y="308"/>
                    </a:cubicBezTo>
                    <a:cubicBezTo>
                      <a:pt x="19" y="332"/>
                      <a:pt x="44" y="351"/>
                      <a:pt x="70" y="351"/>
                    </a:cubicBezTo>
                    <a:cubicBezTo>
                      <a:pt x="75" y="351"/>
                      <a:pt x="79" y="350"/>
                      <a:pt x="84" y="349"/>
                    </a:cubicBezTo>
                    <a:cubicBezTo>
                      <a:pt x="114" y="339"/>
                      <a:pt x="132" y="309"/>
                      <a:pt x="125" y="278"/>
                    </a:cubicBezTo>
                    <a:cubicBezTo>
                      <a:pt x="125" y="275"/>
                      <a:pt x="121" y="261"/>
                      <a:pt x="121" y="261"/>
                    </a:cubicBezTo>
                    <a:lnTo>
                      <a:pt x="121" y="261"/>
                    </a:lnTo>
                    <a:cubicBezTo>
                      <a:pt x="122" y="267"/>
                      <a:pt x="123" y="269"/>
                      <a:pt x="123" y="269"/>
                    </a:cubicBezTo>
                    <a:cubicBezTo>
                      <a:pt x="123" y="269"/>
                      <a:pt x="122" y="268"/>
                      <a:pt x="121" y="265"/>
                    </a:cubicBezTo>
                    <a:lnTo>
                      <a:pt x="121" y="258"/>
                    </a:lnTo>
                    <a:cubicBezTo>
                      <a:pt x="121" y="257"/>
                      <a:pt x="121" y="247"/>
                      <a:pt x="121" y="239"/>
                    </a:cubicBezTo>
                    <a:lnTo>
                      <a:pt x="121" y="239"/>
                    </a:lnTo>
                    <a:cubicBezTo>
                      <a:pt x="121" y="239"/>
                      <a:pt x="121" y="239"/>
                      <a:pt x="122" y="239"/>
                    </a:cubicBezTo>
                    <a:cubicBezTo>
                      <a:pt x="122" y="239"/>
                      <a:pt x="122" y="238"/>
                      <a:pt x="124" y="235"/>
                    </a:cubicBezTo>
                    <a:cubicBezTo>
                      <a:pt x="124" y="232"/>
                      <a:pt x="124" y="230"/>
                      <a:pt x="125" y="228"/>
                    </a:cubicBezTo>
                    <a:cubicBezTo>
                      <a:pt x="126" y="223"/>
                      <a:pt x="126" y="217"/>
                      <a:pt x="128" y="211"/>
                    </a:cubicBezTo>
                    <a:cubicBezTo>
                      <a:pt x="131" y="203"/>
                      <a:pt x="133" y="193"/>
                      <a:pt x="138" y="183"/>
                    </a:cubicBezTo>
                    <a:cubicBezTo>
                      <a:pt x="141" y="174"/>
                      <a:pt x="145" y="164"/>
                      <a:pt x="148" y="155"/>
                    </a:cubicBezTo>
                    <a:cubicBezTo>
                      <a:pt x="149" y="150"/>
                      <a:pt x="152" y="145"/>
                      <a:pt x="153" y="140"/>
                    </a:cubicBezTo>
                    <a:cubicBezTo>
                      <a:pt x="153" y="140"/>
                      <a:pt x="155" y="137"/>
                      <a:pt x="156" y="134"/>
                    </a:cubicBezTo>
                    <a:lnTo>
                      <a:pt x="156" y="134"/>
                    </a:lnTo>
                    <a:cubicBezTo>
                      <a:pt x="155" y="136"/>
                      <a:pt x="155" y="137"/>
                      <a:pt x="155" y="137"/>
                    </a:cubicBezTo>
                    <a:cubicBezTo>
                      <a:pt x="155" y="137"/>
                      <a:pt x="155" y="136"/>
                      <a:pt x="156" y="134"/>
                    </a:cubicBezTo>
                    <a:lnTo>
                      <a:pt x="156" y="134"/>
                    </a:lnTo>
                    <a:cubicBezTo>
                      <a:pt x="156" y="134"/>
                      <a:pt x="156" y="134"/>
                      <a:pt x="156" y="134"/>
                    </a:cubicBezTo>
                    <a:lnTo>
                      <a:pt x="156" y="134"/>
                    </a:lnTo>
                    <a:cubicBezTo>
                      <a:pt x="156" y="134"/>
                      <a:pt x="156" y="134"/>
                      <a:pt x="156" y="133"/>
                    </a:cubicBezTo>
                    <a:lnTo>
                      <a:pt x="156" y="133"/>
                    </a:lnTo>
                    <a:cubicBezTo>
                      <a:pt x="156" y="133"/>
                      <a:pt x="156" y="134"/>
                      <a:pt x="156" y="134"/>
                    </a:cubicBezTo>
                    <a:lnTo>
                      <a:pt x="156" y="134"/>
                    </a:lnTo>
                    <a:cubicBezTo>
                      <a:pt x="156" y="133"/>
                      <a:pt x="156" y="133"/>
                      <a:pt x="157" y="133"/>
                    </a:cubicBezTo>
                    <a:lnTo>
                      <a:pt x="157" y="133"/>
                    </a:lnTo>
                    <a:cubicBezTo>
                      <a:pt x="159" y="128"/>
                      <a:pt x="162" y="122"/>
                      <a:pt x="163" y="116"/>
                    </a:cubicBezTo>
                    <a:cubicBezTo>
                      <a:pt x="166" y="111"/>
                      <a:pt x="168" y="108"/>
                      <a:pt x="169" y="102"/>
                    </a:cubicBezTo>
                    <a:cubicBezTo>
                      <a:pt x="173" y="94"/>
                      <a:pt x="176" y="82"/>
                      <a:pt x="180" y="74"/>
                    </a:cubicBezTo>
                    <a:cubicBezTo>
                      <a:pt x="190" y="45"/>
                      <a:pt x="168" y="10"/>
                      <a:pt x="139" y="3"/>
                    </a:cubicBezTo>
                    <a:cubicBezTo>
                      <a:pt x="133" y="1"/>
                      <a:pt x="128" y="1"/>
                      <a:pt x="12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rgbClr val="3C3C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8625" lIns="91425" spcFirstLastPara="1" rIns="91425" wrap="square" tIns="86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90" name="Google Shape;190;p3"/>
              <p:cNvSpPr/>
              <p:nvPr/>
            </p:nvSpPr>
            <p:spPr>
              <a:xfrm>
                <a:off x="8607960" y="1173600"/>
                <a:ext cx="17640" cy="13320"/>
              </a:xfrm>
              <a:custGeom>
                <a:rect b="b" l="l" r="r" t="t"/>
                <a:pathLst>
                  <a:path extrusionOk="0" h="272" w="358">
                    <a:moveTo>
                      <a:pt x="73" y="120"/>
                    </a:moveTo>
                    <a:cubicBezTo>
                      <a:pt x="74" y="121"/>
                      <a:pt x="75" y="121"/>
                      <a:pt x="75" y="121"/>
                    </a:cubicBezTo>
                    <a:cubicBezTo>
                      <a:pt x="75" y="121"/>
                      <a:pt x="74" y="121"/>
                      <a:pt x="73" y="120"/>
                    </a:cubicBezTo>
                    <a:close/>
                    <a:moveTo>
                      <a:pt x="180" y="187"/>
                    </a:moveTo>
                    <a:cubicBezTo>
                      <a:pt x="182" y="189"/>
                      <a:pt x="184" y="191"/>
                      <a:pt x="186" y="192"/>
                    </a:cubicBezTo>
                    <a:cubicBezTo>
                      <a:pt x="184" y="190"/>
                      <a:pt x="182" y="189"/>
                      <a:pt x="180" y="187"/>
                    </a:cubicBezTo>
                    <a:close/>
                    <a:moveTo>
                      <a:pt x="67" y="1"/>
                    </a:moveTo>
                    <a:cubicBezTo>
                      <a:pt x="62" y="1"/>
                      <a:pt x="56" y="1"/>
                      <a:pt x="50" y="2"/>
                    </a:cubicBezTo>
                    <a:cubicBezTo>
                      <a:pt x="20" y="8"/>
                      <a:pt x="1" y="45"/>
                      <a:pt x="9" y="73"/>
                    </a:cubicBezTo>
                    <a:cubicBezTo>
                      <a:pt x="18" y="98"/>
                      <a:pt x="38" y="112"/>
                      <a:pt x="61" y="115"/>
                    </a:cubicBezTo>
                    <a:lnTo>
                      <a:pt x="61" y="115"/>
                    </a:lnTo>
                    <a:cubicBezTo>
                      <a:pt x="63" y="116"/>
                      <a:pt x="67" y="116"/>
                      <a:pt x="70" y="119"/>
                    </a:cubicBezTo>
                    <a:cubicBezTo>
                      <a:pt x="71" y="119"/>
                      <a:pt x="72" y="119"/>
                      <a:pt x="73" y="120"/>
                    </a:cubicBezTo>
                    <a:lnTo>
                      <a:pt x="73" y="120"/>
                    </a:lnTo>
                    <a:cubicBezTo>
                      <a:pt x="71" y="119"/>
                      <a:pt x="69" y="117"/>
                      <a:pt x="66" y="115"/>
                    </a:cubicBezTo>
                    <a:lnTo>
                      <a:pt x="66" y="115"/>
                    </a:lnTo>
                    <a:cubicBezTo>
                      <a:pt x="66" y="115"/>
                      <a:pt x="66" y="115"/>
                      <a:pt x="67" y="115"/>
                    </a:cubicBezTo>
                    <a:lnTo>
                      <a:pt x="67" y="115"/>
                    </a:lnTo>
                    <a:cubicBezTo>
                      <a:pt x="68" y="116"/>
                      <a:pt x="71" y="117"/>
                      <a:pt x="72" y="119"/>
                    </a:cubicBezTo>
                    <a:cubicBezTo>
                      <a:pt x="76" y="120"/>
                      <a:pt x="81" y="123"/>
                      <a:pt x="86" y="126"/>
                    </a:cubicBezTo>
                    <a:cubicBezTo>
                      <a:pt x="108" y="137"/>
                      <a:pt x="131" y="154"/>
                      <a:pt x="152" y="167"/>
                    </a:cubicBezTo>
                    <a:cubicBezTo>
                      <a:pt x="162" y="174"/>
                      <a:pt x="170" y="180"/>
                      <a:pt x="178" y="186"/>
                    </a:cubicBezTo>
                    <a:lnTo>
                      <a:pt x="178" y="186"/>
                    </a:lnTo>
                    <a:cubicBezTo>
                      <a:pt x="178" y="186"/>
                      <a:pt x="178" y="186"/>
                      <a:pt x="178" y="186"/>
                    </a:cubicBezTo>
                    <a:lnTo>
                      <a:pt x="178" y="186"/>
                    </a:lnTo>
                    <a:cubicBezTo>
                      <a:pt x="178" y="186"/>
                      <a:pt x="182" y="190"/>
                      <a:pt x="185" y="192"/>
                    </a:cubicBezTo>
                    <a:cubicBezTo>
                      <a:pt x="188" y="194"/>
                      <a:pt x="189" y="195"/>
                      <a:pt x="193" y="199"/>
                    </a:cubicBezTo>
                    <a:cubicBezTo>
                      <a:pt x="199" y="202"/>
                      <a:pt x="203" y="208"/>
                      <a:pt x="209" y="212"/>
                    </a:cubicBezTo>
                    <a:cubicBezTo>
                      <a:pt x="225" y="223"/>
                      <a:pt x="242" y="238"/>
                      <a:pt x="253" y="255"/>
                    </a:cubicBezTo>
                    <a:cubicBezTo>
                      <a:pt x="263" y="266"/>
                      <a:pt x="278" y="271"/>
                      <a:pt x="293" y="271"/>
                    </a:cubicBezTo>
                    <a:cubicBezTo>
                      <a:pt x="309" y="271"/>
                      <a:pt x="325" y="265"/>
                      <a:pt x="335" y="255"/>
                    </a:cubicBezTo>
                    <a:cubicBezTo>
                      <a:pt x="358" y="229"/>
                      <a:pt x="356" y="198"/>
                      <a:pt x="335" y="172"/>
                    </a:cubicBezTo>
                    <a:cubicBezTo>
                      <a:pt x="308" y="141"/>
                      <a:pt x="271" y="114"/>
                      <a:pt x="239" y="89"/>
                    </a:cubicBezTo>
                    <a:cubicBezTo>
                      <a:pt x="203" y="63"/>
                      <a:pt x="168" y="36"/>
                      <a:pt x="130" y="18"/>
                    </a:cubicBezTo>
                    <a:cubicBezTo>
                      <a:pt x="108" y="9"/>
                      <a:pt x="89" y="1"/>
                      <a:pt x="6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rgbClr val="3C3C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25" lIns="91425" spcFirstLastPara="1" rIns="91425" wrap="square" tIns="68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91" name="Google Shape;191;p3"/>
              <p:cNvSpPr/>
              <p:nvPr/>
            </p:nvSpPr>
            <p:spPr>
              <a:xfrm>
                <a:off x="8598960" y="1197720"/>
                <a:ext cx="9720" cy="10080"/>
              </a:xfrm>
              <a:custGeom>
                <a:rect b="b" l="l" r="r" t="t"/>
                <a:pathLst>
                  <a:path extrusionOk="0" h="207" w="198">
                    <a:moveTo>
                      <a:pt x="154" y="93"/>
                    </a:moveTo>
                    <a:lnTo>
                      <a:pt x="154" y="93"/>
                    </a:lnTo>
                    <a:cubicBezTo>
                      <a:pt x="155" y="93"/>
                      <a:pt x="156" y="94"/>
                      <a:pt x="158" y="94"/>
                    </a:cubicBezTo>
                    <a:lnTo>
                      <a:pt x="158" y="94"/>
                    </a:lnTo>
                    <a:cubicBezTo>
                      <a:pt x="157" y="94"/>
                      <a:pt x="156" y="94"/>
                      <a:pt x="155" y="94"/>
                    </a:cubicBezTo>
                    <a:cubicBezTo>
                      <a:pt x="155" y="94"/>
                      <a:pt x="154" y="93"/>
                      <a:pt x="154" y="93"/>
                    </a:cubicBezTo>
                    <a:close/>
                    <a:moveTo>
                      <a:pt x="162" y="96"/>
                    </a:moveTo>
                    <a:cubicBezTo>
                      <a:pt x="163" y="97"/>
                      <a:pt x="164" y="97"/>
                      <a:pt x="165" y="98"/>
                    </a:cubicBezTo>
                    <a:cubicBezTo>
                      <a:pt x="164" y="97"/>
                      <a:pt x="163" y="97"/>
                      <a:pt x="162" y="96"/>
                    </a:cubicBezTo>
                    <a:close/>
                    <a:moveTo>
                      <a:pt x="63" y="0"/>
                    </a:moveTo>
                    <a:cubicBezTo>
                      <a:pt x="52" y="0"/>
                      <a:pt x="41" y="3"/>
                      <a:pt x="34" y="7"/>
                    </a:cubicBezTo>
                    <a:cubicBezTo>
                      <a:pt x="21" y="14"/>
                      <a:pt x="9" y="27"/>
                      <a:pt x="7" y="41"/>
                    </a:cubicBezTo>
                    <a:cubicBezTo>
                      <a:pt x="7" y="46"/>
                      <a:pt x="4" y="51"/>
                      <a:pt x="4" y="57"/>
                    </a:cubicBezTo>
                    <a:cubicBezTo>
                      <a:pt x="1" y="70"/>
                      <a:pt x="2" y="80"/>
                      <a:pt x="8" y="88"/>
                    </a:cubicBezTo>
                    <a:cubicBezTo>
                      <a:pt x="19" y="114"/>
                      <a:pt x="34" y="135"/>
                      <a:pt x="51" y="155"/>
                    </a:cubicBezTo>
                    <a:cubicBezTo>
                      <a:pt x="58" y="163"/>
                      <a:pt x="65" y="170"/>
                      <a:pt x="73" y="176"/>
                    </a:cubicBezTo>
                    <a:cubicBezTo>
                      <a:pt x="80" y="180"/>
                      <a:pt x="87" y="187"/>
                      <a:pt x="97" y="192"/>
                    </a:cubicBezTo>
                    <a:cubicBezTo>
                      <a:pt x="106" y="197"/>
                      <a:pt x="114" y="200"/>
                      <a:pt x="123" y="204"/>
                    </a:cubicBezTo>
                    <a:cubicBezTo>
                      <a:pt x="128" y="205"/>
                      <a:pt x="134" y="206"/>
                      <a:pt x="140" y="206"/>
                    </a:cubicBezTo>
                    <a:cubicBezTo>
                      <a:pt x="142" y="206"/>
                      <a:pt x="145" y="206"/>
                      <a:pt x="147" y="206"/>
                    </a:cubicBezTo>
                    <a:cubicBezTo>
                      <a:pt x="154" y="206"/>
                      <a:pt x="161" y="204"/>
                      <a:pt x="168" y="199"/>
                    </a:cubicBezTo>
                    <a:cubicBezTo>
                      <a:pt x="179" y="192"/>
                      <a:pt x="191" y="177"/>
                      <a:pt x="194" y="165"/>
                    </a:cubicBezTo>
                    <a:cubicBezTo>
                      <a:pt x="198" y="151"/>
                      <a:pt x="196" y="134"/>
                      <a:pt x="189" y="121"/>
                    </a:cubicBezTo>
                    <a:cubicBezTo>
                      <a:pt x="185" y="117"/>
                      <a:pt x="184" y="114"/>
                      <a:pt x="179" y="108"/>
                    </a:cubicBezTo>
                    <a:cubicBezTo>
                      <a:pt x="174" y="102"/>
                      <a:pt x="167" y="97"/>
                      <a:pt x="160" y="95"/>
                    </a:cubicBezTo>
                    <a:lnTo>
                      <a:pt x="160" y="95"/>
                    </a:lnTo>
                    <a:cubicBezTo>
                      <a:pt x="155" y="92"/>
                      <a:pt x="150" y="89"/>
                      <a:pt x="147" y="85"/>
                    </a:cubicBezTo>
                    <a:lnTo>
                      <a:pt x="147" y="85"/>
                    </a:lnTo>
                    <a:cubicBezTo>
                      <a:pt x="150" y="88"/>
                      <a:pt x="154" y="91"/>
                      <a:pt x="158" y="94"/>
                    </a:cubicBezTo>
                    <a:cubicBezTo>
                      <a:pt x="148" y="87"/>
                      <a:pt x="141" y="78"/>
                      <a:pt x="133" y="67"/>
                    </a:cubicBezTo>
                    <a:lnTo>
                      <a:pt x="133" y="67"/>
                    </a:lnTo>
                    <a:cubicBezTo>
                      <a:pt x="136" y="71"/>
                      <a:pt x="137" y="74"/>
                      <a:pt x="141" y="80"/>
                    </a:cubicBezTo>
                    <a:cubicBezTo>
                      <a:pt x="128" y="64"/>
                      <a:pt x="120" y="46"/>
                      <a:pt x="111" y="29"/>
                    </a:cubicBezTo>
                    <a:cubicBezTo>
                      <a:pt x="107" y="22"/>
                      <a:pt x="102" y="16"/>
                      <a:pt x="97" y="13"/>
                    </a:cubicBezTo>
                    <a:cubicBezTo>
                      <a:pt x="92" y="7"/>
                      <a:pt x="85" y="3"/>
                      <a:pt x="77" y="2"/>
                    </a:cubicBezTo>
                    <a:cubicBezTo>
                      <a:pt x="73" y="1"/>
                      <a:pt x="68" y="0"/>
                      <a:pt x="6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rgbClr val="3C3C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5025" lIns="91425" spcFirstLastPara="1" rIns="91425" wrap="square" tIns="50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92" name="Google Shape;192;p3"/>
              <p:cNvSpPr/>
              <p:nvPr/>
            </p:nvSpPr>
            <p:spPr>
              <a:xfrm>
                <a:off x="8604000" y="1143000"/>
                <a:ext cx="11160" cy="12600"/>
              </a:xfrm>
              <a:custGeom>
                <a:rect b="b" l="l" r="r" t="t"/>
                <a:pathLst>
                  <a:path extrusionOk="0" h="258" w="231">
                    <a:moveTo>
                      <a:pt x="63" y="1"/>
                    </a:moveTo>
                    <a:cubicBezTo>
                      <a:pt x="52" y="1"/>
                      <a:pt x="41" y="3"/>
                      <a:pt x="32" y="8"/>
                    </a:cubicBezTo>
                    <a:cubicBezTo>
                      <a:pt x="21" y="15"/>
                      <a:pt x="9" y="28"/>
                      <a:pt x="6" y="41"/>
                    </a:cubicBezTo>
                    <a:cubicBezTo>
                      <a:pt x="1" y="56"/>
                      <a:pt x="4" y="71"/>
                      <a:pt x="11" y="86"/>
                    </a:cubicBezTo>
                    <a:cubicBezTo>
                      <a:pt x="23" y="113"/>
                      <a:pt x="39" y="139"/>
                      <a:pt x="59" y="163"/>
                    </a:cubicBezTo>
                    <a:cubicBezTo>
                      <a:pt x="80" y="191"/>
                      <a:pt x="103" y="217"/>
                      <a:pt x="131" y="241"/>
                    </a:cubicBezTo>
                    <a:cubicBezTo>
                      <a:pt x="144" y="251"/>
                      <a:pt x="157" y="258"/>
                      <a:pt x="172" y="258"/>
                    </a:cubicBezTo>
                    <a:cubicBezTo>
                      <a:pt x="186" y="258"/>
                      <a:pt x="205" y="251"/>
                      <a:pt x="213" y="241"/>
                    </a:cubicBezTo>
                    <a:cubicBezTo>
                      <a:pt x="223" y="229"/>
                      <a:pt x="230" y="215"/>
                      <a:pt x="230" y="200"/>
                    </a:cubicBezTo>
                    <a:cubicBezTo>
                      <a:pt x="230" y="185"/>
                      <a:pt x="226" y="167"/>
                      <a:pt x="213" y="159"/>
                    </a:cubicBezTo>
                    <a:cubicBezTo>
                      <a:pt x="191" y="141"/>
                      <a:pt x="172" y="122"/>
                      <a:pt x="156" y="102"/>
                    </a:cubicBezTo>
                    <a:lnTo>
                      <a:pt x="156" y="102"/>
                    </a:lnTo>
                    <a:cubicBezTo>
                      <a:pt x="157" y="103"/>
                      <a:pt x="157" y="104"/>
                      <a:pt x="158" y="105"/>
                    </a:cubicBezTo>
                    <a:cubicBezTo>
                      <a:pt x="156" y="103"/>
                      <a:pt x="155" y="101"/>
                      <a:pt x="153" y="99"/>
                    </a:cubicBezTo>
                    <a:lnTo>
                      <a:pt x="153" y="99"/>
                    </a:lnTo>
                    <a:cubicBezTo>
                      <a:pt x="154" y="100"/>
                      <a:pt x="155" y="101"/>
                      <a:pt x="156" y="102"/>
                    </a:cubicBezTo>
                    <a:lnTo>
                      <a:pt x="156" y="102"/>
                    </a:lnTo>
                    <a:cubicBezTo>
                      <a:pt x="154" y="99"/>
                      <a:pt x="152" y="96"/>
                      <a:pt x="150" y="94"/>
                    </a:cubicBezTo>
                    <a:lnTo>
                      <a:pt x="150" y="94"/>
                    </a:lnTo>
                    <a:cubicBezTo>
                      <a:pt x="151" y="96"/>
                      <a:pt x="152" y="97"/>
                      <a:pt x="153" y="99"/>
                    </a:cubicBezTo>
                    <a:lnTo>
                      <a:pt x="153" y="99"/>
                    </a:lnTo>
                    <a:cubicBezTo>
                      <a:pt x="152" y="97"/>
                      <a:pt x="151" y="95"/>
                      <a:pt x="150" y="93"/>
                    </a:cubicBezTo>
                    <a:lnTo>
                      <a:pt x="150" y="93"/>
                    </a:lnTo>
                    <a:cubicBezTo>
                      <a:pt x="150" y="94"/>
                      <a:pt x="150" y="94"/>
                      <a:pt x="150" y="94"/>
                    </a:cubicBezTo>
                    <a:lnTo>
                      <a:pt x="150" y="94"/>
                    </a:lnTo>
                    <a:cubicBezTo>
                      <a:pt x="136" y="74"/>
                      <a:pt x="122" y="51"/>
                      <a:pt x="110" y="30"/>
                    </a:cubicBezTo>
                    <a:cubicBezTo>
                      <a:pt x="106" y="17"/>
                      <a:pt x="89" y="5"/>
                      <a:pt x="77" y="3"/>
                    </a:cubicBezTo>
                    <a:cubicBezTo>
                      <a:pt x="73" y="1"/>
                      <a:pt x="68" y="1"/>
                      <a:pt x="6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rgbClr val="3C3C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475" lIns="91425" spcFirstLastPara="1" rIns="91425" wrap="square" tIns="64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93" name="Google Shape;193;p3"/>
              <p:cNvSpPr/>
              <p:nvPr/>
            </p:nvSpPr>
            <p:spPr>
              <a:xfrm>
                <a:off x="8543160" y="1272240"/>
                <a:ext cx="103320" cy="81720"/>
              </a:xfrm>
              <a:custGeom>
                <a:rect b="b" l="l" r="r" t="t"/>
                <a:pathLst>
                  <a:path extrusionOk="0" h="1632" w="2060">
                    <a:moveTo>
                      <a:pt x="365" y="107"/>
                    </a:moveTo>
                    <a:cubicBezTo>
                      <a:pt x="494" y="107"/>
                      <a:pt x="636" y="212"/>
                      <a:pt x="722" y="285"/>
                    </a:cubicBezTo>
                    <a:cubicBezTo>
                      <a:pt x="856" y="401"/>
                      <a:pt x="958" y="543"/>
                      <a:pt x="1085" y="671"/>
                    </a:cubicBezTo>
                    <a:cubicBezTo>
                      <a:pt x="1189" y="776"/>
                      <a:pt x="1322" y="883"/>
                      <a:pt x="1475" y="883"/>
                    </a:cubicBezTo>
                    <a:cubicBezTo>
                      <a:pt x="1488" y="883"/>
                      <a:pt x="1502" y="882"/>
                      <a:pt x="1515" y="880"/>
                    </a:cubicBezTo>
                    <a:cubicBezTo>
                      <a:pt x="1522" y="880"/>
                      <a:pt x="1528" y="879"/>
                      <a:pt x="1533" y="877"/>
                    </a:cubicBezTo>
                    <a:lnTo>
                      <a:pt x="1533" y="877"/>
                    </a:lnTo>
                    <a:cubicBezTo>
                      <a:pt x="1647" y="904"/>
                      <a:pt x="1756" y="968"/>
                      <a:pt x="1827" y="1055"/>
                    </a:cubicBezTo>
                    <a:cubicBezTo>
                      <a:pt x="1939" y="1194"/>
                      <a:pt x="1875" y="1355"/>
                      <a:pt x="1735" y="1443"/>
                    </a:cubicBezTo>
                    <a:cubicBezTo>
                      <a:pt x="1653" y="1495"/>
                      <a:pt x="1561" y="1516"/>
                      <a:pt x="1464" y="1516"/>
                    </a:cubicBezTo>
                    <a:cubicBezTo>
                      <a:pt x="1252" y="1516"/>
                      <a:pt x="1022" y="1415"/>
                      <a:pt x="852" y="1328"/>
                    </a:cubicBezTo>
                    <a:cubicBezTo>
                      <a:pt x="553" y="1175"/>
                      <a:pt x="234" y="948"/>
                      <a:pt x="151" y="604"/>
                    </a:cubicBezTo>
                    <a:cubicBezTo>
                      <a:pt x="118" y="462"/>
                      <a:pt x="114" y="258"/>
                      <a:pt x="236" y="153"/>
                    </a:cubicBezTo>
                    <a:cubicBezTo>
                      <a:pt x="275" y="120"/>
                      <a:pt x="319" y="107"/>
                      <a:pt x="365" y="107"/>
                    </a:cubicBezTo>
                    <a:close/>
                    <a:moveTo>
                      <a:pt x="364" y="0"/>
                    </a:moveTo>
                    <a:cubicBezTo>
                      <a:pt x="281" y="0"/>
                      <a:pt x="202" y="27"/>
                      <a:pt x="139" y="94"/>
                    </a:cubicBezTo>
                    <a:cubicBezTo>
                      <a:pt x="13" y="229"/>
                      <a:pt x="0" y="435"/>
                      <a:pt x="34" y="607"/>
                    </a:cubicBezTo>
                    <a:cubicBezTo>
                      <a:pt x="114" y="1005"/>
                      <a:pt x="475" y="1272"/>
                      <a:pt x="817" y="1442"/>
                    </a:cubicBezTo>
                    <a:cubicBezTo>
                      <a:pt x="1003" y="1535"/>
                      <a:pt x="1243" y="1631"/>
                      <a:pt x="1469" y="1631"/>
                    </a:cubicBezTo>
                    <a:cubicBezTo>
                      <a:pt x="1601" y="1631"/>
                      <a:pt x="1727" y="1599"/>
                      <a:pt x="1836" y="1514"/>
                    </a:cubicBezTo>
                    <a:cubicBezTo>
                      <a:pt x="1993" y="1391"/>
                      <a:pt x="2060" y="1187"/>
                      <a:pt x="1939" y="1012"/>
                    </a:cubicBezTo>
                    <a:cubicBezTo>
                      <a:pt x="1829" y="856"/>
                      <a:pt x="1630" y="757"/>
                      <a:pt x="1440" y="749"/>
                    </a:cubicBezTo>
                    <a:cubicBezTo>
                      <a:pt x="1439" y="749"/>
                      <a:pt x="1438" y="749"/>
                      <a:pt x="1438" y="749"/>
                    </a:cubicBezTo>
                    <a:cubicBezTo>
                      <a:pt x="1424" y="749"/>
                      <a:pt x="1413" y="753"/>
                      <a:pt x="1405" y="759"/>
                    </a:cubicBezTo>
                    <a:lnTo>
                      <a:pt x="1405" y="759"/>
                    </a:lnTo>
                    <a:cubicBezTo>
                      <a:pt x="1269" y="721"/>
                      <a:pt x="1159" y="589"/>
                      <a:pt x="1070" y="487"/>
                    </a:cubicBezTo>
                    <a:cubicBezTo>
                      <a:pt x="944" y="339"/>
                      <a:pt x="815" y="193"/>
                      <a:pt x="650" y="90"/>
                    </a:cubicBezTo>
                    <a:cubicBezTo>
                      <a:pt x="565" y="38"/>
                      <a:pt x="463" y="0"/>
                      <a:pt x="3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rgbClr val="3C3C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1025" lIns="91425" spcFirstLastPara="1" rIns="91425" wrap="square" tIns="410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94" name="Google Shape;194;p3"/>
              <p:cNvSpPr/>
              <p:nvPr/>
            </p:nvSpPr>
            <p:spPr>
              <a:xfrm>
                <a:off x="8563680" y="1291320"/>
                <a:ext cx="7920" cy="14400"/>
              </a:xfrm>
              <a:custGeom>
                <a:rect b="b" l="l" r="r" t="t"/>
                <a:pathLst>
                  <a:path extrusionOk="0" h="295" w="165">
                    <a:moveTo>
                      <a:pt x="135" y="156"/>
                    </a:moveTo>
                    <a:cubicBezTo>
                      <a:pt x="135" y="159"/>
                      <a:pt x="134" y="162"/>
                      <a:pt x="134" y="164"/>
                    </a:cubicBezTo>
                    <a:lnTo>
                      <a:pt x="134" y="164"/>
                    </a:lnTo>
                    <a:cubicBezTo>
                      <a:pt x="134" y="162"/>
                      <a:pt x="134" y="159"/>
                      <a:pt x="135" y="156"/>
                    </a:cubicBezTo>
                    <a:close/>
                    <a:moveTo>
                      <a:pt x="105" y="1"/>
                    </a:moveTo>
                    <a:cubicBezTo>
                      <a:pt x="79" y="1"/>
                      <a:pt x="58" y="18"/>
                      <a:pt x="50" y="43"/>
                    </a:cubicBezTo>
                    <a:cubicBezTo>
                      <a:pt x="23" y="114"/>
                      <a:pt x="0" y="196"/>
                      <a:pt x="41" y="267"/>
                    </a:cubicBezTo>
                    <a:cubicBezTo>
                      <a:pt x="52" y="284"/>
                      <a:pt x="73" y="295"/>
                      <a:pt x="93" y="295"/>
                    </a:cubicBezTo>
                    <a:cubicBezTo>
                      <a:pt x="103" y="295"/>
                      <a:pt x="112" y="293"/>
                      <a:pt x="120" y="288"/>
                    </a:cubicBezTo>
                    <a:cubicBezTo>
                      <a:pt x="147" y="269"/>
                      <a:pt x="157" y="235"/>
                      <a:pt x="142" y="207"/>
                    </a:cubicBezTo>
                    <a:cubicBezTo>
                      <a:pt x="139" y="205"/>
                      <a:pt x="138" y="201"/>
                      <a:pt x="136" y="197"/>
                    </a:cubicBezTo>
                    <a:lnTo>
                      <a:pt x="136" y="197"/>
                    </a:lnTo>
                    <a:cubicBezTo>
                      <a:pt x="135" y="196"/>
                      <a:pt x="135" y="194"/>
                      <a:pt x="134" y="192"/>
                    </a:cubicBezTo>
                    <a:lnTo>
                      <a:pt x="134" y="192"/>
                    </a:lnTo>
                    <a:cubicBezTo>
                      <a:pt x="135" y="194"/>
                      <a:pt x="135" y="196"/>
                      <a:pt x="135" y="197"/>
                    </a:cubicBezTo>
                    <a:cubicBezTo>
                      <a:pt x="134" y="195"/>
                      <a:pt x="134" y="193"/>
                      <a:pt x="134" y="191"/>
                    </a:cubicBezTo>
                    <a:lnTo>
                      <a:pt x="134" y="191"/>
                    </a:lnTo>
                    <a:cubicBezTo>
                      <a:pt x="134" y="192"/>
                      <a:pt x="134" y="192"/>
                      <a:pt x="134" y="192"/>
                    </a:cubicBezTo>
                    <a:lnTo>
                      <a:pt x="134" y="192"/>
                    </a:lnTo>
                    <a:cubicBezTo>
                      <a:pt x="134" y="191"/>
                      <a:pt x="134" y="190"/>
                      <a:pt x="134" y="189"/>
                    </a:cubicBezTo>
                    <a:lnTo>
                      <a:pt x="134" y="189"/>
                    </a:lnTo>
                    <a:cubicBezTo>
                      <a:pt x="134" y="190"/>
                      <a:pt x="134" y="191"/>
                      <a:pt x="134" y="191"/>
                    </a:cubicBezTo>
                    <a:lnTo>
                      <a:pt x="134" y="191"/>
                    </a:lnTo>
                    <a:cubicBezTo>
                      <a:pt x="134" y="188"/>
                      <a:pt x="133" y="185"/>
                      <a:pt x="133" y="182"/>
                    </a:cubicBezTo>
                    <a:lnTo>
                      <a:pt x="133" y="182"/>
                    </a:lnTo>
                    <a:cubicBezTo>
                      <a:pt x="133" y="184"/>
                      <a:pt x="134" y="186"/>
                      <a:pt x="134" y="189"/>
                    </a:cubicBezTo>
                    <a:lnTo>
                      <a:pt x="134" y="189"/>
                    </a:lnTo>
                    <a:cubicBezTo>
                      <a:pt x="134" y="182"/>
                      <a:pt x="133" y="175"/>
                      <a:pt x="134" y="168"/>
                    </a:cubicBezTo>
                    <a:lnTo>
                      <a:pt x="134" y="168"/>
                    </a:lnTo>
                    <a:cubicBezTo>
                      <a:pt x="138" y="135"/>
                      <a:pt x="149" y="105"/>
                      <a:pt x="159" y="74"/>
                    </a:cubicBezTo>
                    <a:cubicBezTo>
                      <a:pt x="164" y="60"/>
                      <a:pt x="162" y="43"/>
                      <a:pt x="154" y="30"/>
                    </a:cubicBezTo>
                    <a:cubicBezTo>
                      <a:pt x="147" y="17"/>
                      <a:pt x="133" y="7"/>
                      <a:pt x="120" y="3"/>
                    </a:cubicBezTo>
                    <a:cubicBezTo>
                      <a:pt x="115" y="2"/>
                      <a:pt x="110" y="1"/>
                      <a:pt x="1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rgbClr val="3C3C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7200" lIns="91425" spcFirstLastPara="1" rIns="91425" wrap="square" tIns="72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95" name="Google Shape;195;p3"/>
              <p:cNvSpPr/>
              <p:nvPr/>
            </p:nvSpPr>
            <p:spPr>
              <a:xfrm>
                <a:off x="8578440" y="1315080"/>
                <a:ext cx="17280" cy="7920"/>
              </a:xfrm>
              <a:custGeom>
                <a:rect b="b" l="l" r="r" t="t"/>
                <a:pathLst>
                  <a:path extrusionOk="0" h="165" w="353">
                    <a:moveTo>
                      <a:pt x="192" y="118"/>
                    </a:moveTo>
                    <a:cubicBezTo>
                      <a:pt x="192" y="118"/>
                      <a:pt x="192" y="118"/>
                      <a:pt x="191" y="119"/>
                    </a:cubicBezTo>
                    <a:cubicBezTo>
                      <a:pt x="191" y="119"/>
                      <a:pt x="191" y="119"/>
                      <a:pt x="191" y="119"/>
                    </a:cubicBezTo>
                    <a:lnTo>
                      <a:pt x="191" y="119"/>
                    </a:lnTo>
                    <a:cubicBezTo>
                      <a:pt x="192" y="118"/>
                      <a:pt x="192" y="118"/>
                      <a:pt x="192" y="118"/>
                    </a:cubicBezTo>
                    <a:close/>
                    <a:moveTo>
                      <a:pt x="224" y="1"/>
                    </a:moveTo>
                    <a:cubicBezTo>
                      <a:pt x="200" y="1"/>
                      <a:pt x="177" y="3"/>
                      <a:pt x="154" y="7"/>
                    </a:cubicBezTo>
                    <a:cubicBezTo>
                      <a:pt x="111" y="14"/>
                      <a:pt x="66" y="28"/>
                      <a:pt x="31" y="55"/>
                    </a:cubicBezTo>
                    <a:cubicBezTo>
                      <a:pt x="19" y="63"/>
                      <a:pt x="8" y="75"/>
                      <a:pt x="5" y="89"/>
                    </a:cubicBezTo>
                    <a:cubicBezTo>
                      <a:pt x="1" y="103"/>
                      <a:pt x="2" y="120"/>
                      <a:pt x="9" y="133"/>
                    </a:cubicBezTo>
                    <a:cubicBezTo>
                      <a:pt x="23" y="152"/>
                      <a:pt x="46" y="165"/>
                      <a:pt x="67" y="165"/>
                    </a:cubicBezTo>
                    <a:cubicBezTo>
                      <a:pt x="76" y="165"/>
                      <a:pt x="85" y="162"/>
                      <a:pt x="93" y="157"/>
                    </a:cubicBezTo>
                    <a:cubicBezTo>
                      <a:pt x="100" y="151"/>
                      <a:pt x="107" y="147"/>
                      <a:pt x="114" y="143"/>
                    </a:cubicBezTo>
                    <a:lnTo>
                      <a:pt x="125" y="138"/>
                    </a:lnTo>
                    <a:lnTo>
                      <a:pt x="125" y="138"/>
                    </a:lnTo>
                    <a:cubicBezTo>
                      <a:pt x="125" y="137"/>
                      <a:pt x="126" y="137"/>
                      <a:pt x="127" y="137"/>
                    </a:cubicBezTo>
                    <a:cubicBezTo>
                      <a:pt x="144" y="130"/>
                      <a:pt x="164" y="124"/>
                      <a:pt x="184" y="121"/>
                    </a:cubicBezTo>
                    <a:cubicBezTo>
                      <a:pt x="185" y="121"/>
                      <a:pt x="189" y="121"/>
                      <a:pt x="191" y="119"/>
                    </a:cubicBezTo>
                    <a:lnTo>
                      <a:pt x="191" y="119"/>
                    </a:lnTo>
                    <a:cubicBezTo>
                      <a:pt x="189" y="119"/>
                      <a:pt x="186" y="120"/>
                      <a:pt x="184" y="120"/>
                    </a:cubicBezTo>
                    <a:cubicBezTo>
                      <a:pt x="183" y="120"/>
                      <a:pt x="183" y="119"/>
                      <a:pt x="185" y="119"/>
                    </a:cubicBezTo>
                    <a:cubicBezTo>
                      <a:pt x="191" y="119"/>
                      <a:pt x="194" y="117"/>
                      <a:pt x="199" y="117"/>
                    </a:cubicBezTo>
                    <a:cubicBezTo>
                      <a:pt x="211" y="117"/>
                      <a:pt x="219" y="116"/>
                      <a:pt x="229" y="116"/>
                    </a:cubicBezTo>
                    <a:cubicBezTo>
                      <a:pt x="239" y="116"/>
                      <a:pt x="249" y="116"/>
                      <a:pt x="257" y="117"/>
                    </a:cubicBezTo>
                    <a:cubicBezTo>
                      <a:pt x="259" y="117"/>
                      <a:pt x="264" y="118"/>
                      <a:pt x="265" y="118"/>
                    </a:cubicBezTo>
                    <a:cubicBezTo>
                      <a:pt x="265" y="118"/>
                      <a:pt x="264" y="118"/>
                      <a:pt x="260" y="117"/>
                    </a:cubicBezTo>
                    <a:cubicBezTo>
                      <a:pt x="265" y="117"/>
                      <a:pt x="270" y="119"/>
                      <a:pt x="274" y="120"/>
                    </a:cubicBezTo>
                    <a:cubicBezTo>
                      <a:pt x="279" y="121"/>
                      <a:pt x="284" y="122"/>
                      <a:pt x="289" y="122"/>
                    </a:cubicBezTo>
                    <a:cubicBezTo>
                      <a:pt x="314" y="122"/>
                      <a:pt x="339" y="107"/>
                      <a:pt x="345" y="80"/>
                    </a:cubicBezTo>
                    <a:cubicBezTo>
                      <a:pt x="352" y="52"/>
                      <a:pt x="335" y="17"/>
                      <a:pt x="304" y="10"/>
                    </a:cubicBezTo>
                    <a:cubicBezTo>
                      <a:pt x="278" y="3"/>
                      <a:pt x="251" y="1"/>
                      <a:pt x="22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rgbClr val="3C3C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3950" lIns="91425" spcFirstLastPara="1" rIns="91425" wrap="square" tIns="39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96" name="Google Shape;196;p3"/>
              <p:cNvSpPr/>
              <p:nvPr/>
            </p:nvSpPr>
            <p:spPr>
              <a:xfrm>
                <a:off x="8609760" y="1324080"/>
                <a:ext cx="13320" cy="15840"/>
              </a:xfrm>
              <a:custGeom>
                <a:rect b="b" l="l" r="r" t="t"/>
                <a:pathLst>
                  <a:path extrusionOk="0" h="320" w="272">
                    <a:moveTo>
                      <a:pt x="67" y="0"/>
                    </a:moveTo>
                    <a:cubicBezTo>
                      <a:pt x="57" y="0"/>
                      <a:pt x="48" y="3"/>
                      <a:pt x="39" y="9"/>
                    </a:cubicBezTo>
                    <a:cubicBezTo>
                      <a:pt x="15" y="24"/>
                      <a:pt x="1" y="60"/>
                      <a:pt x="19" y="87"/>
                    </a:cubicBezTo>
                    <a:cubicBezTo>
                      <a:pt x="69" y="159"/>
                      <a:pt x="108" y="238"/>
                      <a:pt x="168" y="302"/>
                    </a:cubicBezTo>
                    <a:cubicBezTo>
                      <a:pt x="179" y="313"/>
                      <a:pt x="195" y="319"/>
                      <a:pt x="210" y="319"/>
                    </a:cubicBezTo>
                    <a:cubicBezTo>
                      <a:pt x="225" y="319"/>
                      <a:pt x="240" y="314"/>
                      <a:pt x="250" y="302"/>
                    </a:cubicBezTo>
                    <a:cubicBezTo>
                      <a:pt x="271" y="279"/>
                      <a:pt x="271" y="244"/>
                      <a:pt x="250" y="221"/>
                    </a:cubicBezTo>
                    <a:cubicBezTo>
                      <a:pt x="243" y="214"/>
                      <a:pt x="236" y="206"/>
                      <a:pt x="229" y="197"/>
                    </a:cubicBezTo>
                    <a:cubicBezTo>
                      <a:pt x="227" y="196"/>
                      <a:pt x="225" y="193"/>
                      <a:pt x="223" y="190"/>
                    </a:cubicBezTo>
                    <a:cubicBezTo>
                      <a:pt x="222" y="189"/>
                      <a:pt x="221" y="189"/>
                      <a:pt x="221" y="189"/>
                    </a:cubicBezTo>
                    <a:lnTo>
                      <a:pt x="221" y="189"/>
                    </a:lnTo>
                    <a:cubicBezTo>
                      <a:pt x="220" y="187"/>
                      <a:pt x="218" y="185"/>
                      <a:pt x="216" y="183"/>
                    </a:cubicBezTo>
                    <a:cubicBezTo>
                      <a:pt x="203" y="167"/>
                      <a:pt x="193" y="150"/>
                      <a:pt x="182" y="132"/>
                    </a:cubicBezTo>
                    <a:cubicBezTo>
                      <a:pt x="161" y="99"/>
                      <a:pt x="140" y="64"/>
                      <a:pt x="118" y="30"/>
                    </a:cubicBezTo>
                    <a:cubicBezTo>
                      <a:pt x="107" y="13"/>
                      <a:pt x="87" y="0"/>
                      <a:pt x="6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rgbClr val="3C3C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7900" lIns="91425" spcFirstLastPara="1" rIns="91425" wrap="square" tIns="7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sp>
          <p:nvSpPr>
            <p:cNvPr id="197" name="Google Shape;197;p3"/>
            <p:cNvSpPr/>
            <p:nvPr/>
          </p:nvSpPr>
          <p:spPr>
            <a:xfrm>
              <a:off x="5367240" y="106200"/>
              <a:ext cx="73440" cy="96480"/>
            </a:xfrm>
            <a:custGeom>
              <a:rect b="b" l="l" r="r" t="t"/>
              <a:pathLst>
                <a:path extrusionOk="0" h="1921" w="1467">
                  <a:moveTo>
                    <a:pt x="829" y="1"/>
                  </a:moveTo>
                  <a:cubicBezTo>
                    <a:pt x="743" y="1"/>
                    <a:pt x="671" y="42"/>
                    <a:pt x="653" y="137"/>
                  </a:cubicBezTo>
                  <a:cubicBezTo>
                    <a:pt x="648" y="167"/>
                    <a:pt x="648" y="204"/>
                    <a:pt x="656" y="247"/>
                  </a:cubicBezTo>
                  <a:cubicBezTo>
                    <a:pt x="664" y="289"/>
                    <a:pt x="694" y="307"/>
                    <a:pt x="726" y="307"/>
                  </a:cubicBezTo>
                  <a:cubicBezTo>
                    <a:pt x="762" y="307"/>
                    <a:pt x="802" y="284"/>
                    <a:pt x="816" y="247"/>
                  </a:cubicBezTo>
                  <a:cubicBezTo>
                    <a:pt x="826" y="224"/>
                    <a:pt x="837" y="214"/>
                    <a:pt x="849" y="214"/>
                  </a:cubicBezTo>
                  <a:cubicBezTo>
                    <a:pt x="922" y="214"/>
                    <a:pt x="1034" y="572"/>
                    <a:pt x="1036" y="572"/>
                  </a:cubicBezTo>
                  <a:cubicBezTo>
                    <a:pt x="1036" y="572"/>
                    <a:pt x="1036" y="572"/>
                    <a:pt x="1036" y="572"/>
                  </a:cubicBezTo>
                  <a:lnTo>
                    <a:pt x="1036" y="572"/>
                  </a:lnTo>
                  <a:cubicBezTo>
                    <a:pt x="1070" y="711"/>
                    <a:pt x="1093" y="854"/>
                    <a:pt x="1100" y="994"/>
                  </a:cubicBezTo>
                  <a:cubicBezTo>
                    <a:pt x="1111" y="1220"/>
                    <a:pt x="1012" y="1716"/>
                    <a:pt x="745" y="1716"/>
                  </a:cubicBezTo>
                  <a:cubicBezTo>
                    <a:pt x="677" y="1716"/>
                    <a:pt x="597" y="1683"/>
                    <a:pt x="505" y="1604"/>
                  </a:cubicBezTo>
                  <a:cubicBezTo>
                    <a:pt x="115" y="1269"/>
                    <a:pt x="378" y="497"/>
                    <a:pt x="590" y="144"/>
                  </a:cubicBezTo>
                  <a:cubicBezTo>
                    <a:pt x="592" y="137"/>
                    <a:pt x="597" y="130"/>
                    <a:pt x="598" y="123"/>
                  </a:cubicBezTo>
                  <a:cubicBezTo>
                    <a:pt x="613" y="71"/>
                    <a:pt x="567" y="28"/>
                    <a:pt x="519" y="28"/>
                  </a:cubicBezTo>
                  <a:cubicBezTo>
                    <a:pt x="495" y="28"/>
                    <a:pt x="471" y="39"/>
                    <a:pt x="454" y="65"/>
                  </a:cubicBezTo>
                  <a:cubicBezTo>
                    <a:pt x="180" y="478"/>
                    <a:pt x="0" y="1071"/>
                    <a:pt x="213" y="1550"/>
                  </a:cubicBezTo>
                  <a:cubicBezTo>
                    <a:pt x="315" y="1782"/>
                    <a:pt x="518" y="1921"/>
                    <a:pt x="731" y="1921"/>
                  </a:cubicBezTo>
                  <a:cubicBezTo>
                    <a:pt x="866" y="1921"/>
                    <a:pt x="1004" y="1864"/>
                    <a:pt x="1122" y="1740"/>
                  </a:cubicBezTo>
                  <a:cubicBezTo>
                    <a:pt x="1467" y="1377"/>
                    <a:pt x="1361" y="613"/>
                    <a:pt x="1155" y="204"/>
                  </a:cubicBezTo>
                  <a:cubicBezTo>
                    <a:pt x="1093" y="80"/>
                    <a:pt x="948" y="1"/>
                    <a:pt x="8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8225" lIns="91425" spcFirstLastPara="1" rIns="91425" wrap="square" tIns="48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8" name="Google Shape;198;p3"/>
            <p:cNvSpPr/>
            <p:nvPr/>
          </p:nvSpPr>
          <p:spPr>
            <a:xfrm>
              <a:off x="7419600" y="4873680"/>
              <a:ext cx="77400" cy="58320"/>
            </a:xfrm>
            <a:custGeom>
              <a:rect b="b" l="l" r="r" t="t"/>
              <a:pathLst>
                <a:path extrusionOk="0" h="1165" w="1547">
                  <a:moveTo>
                    <a:pt x="140" y="207"/>
                  </a:moveTo>
                  <a:cubicBezTo>
                    <a:pt x="153" y="219"/>
                    <a:pt x="169" y="226"/>
                    <a:pt x="189" y="228"/>
                  </a:cubicBezTo>
                  <a:cubicBezTo>
                    <a:pt x="229" y="233"/>
                    <a:pt x="269" y="234"/>
                    <a:pt x="310" y="234"/>
                  </a:cubicBezTo>
                  <a:cubicBezTo>
                    <a:pt x="420" y="234"/>
                    <a:pt x="530" y="223"/>
                    <a:pt x="640" y="223"/>
                  </a:cubicBezTo>
                  <a:cubicBezTo>
                    <a:pt x="735" y="223"/>
                    <a:pt x="830" y="231"/>
                    <a:pt x="924" y="264"/>
                  </a:cubicBezTo>
                  <a:cubicBezTo>
                    <a:pt x="1159" y="345"/>
                    <a:pt x="1414" y="693"/>
                    <a:pt x="1158" y="899"/>
                  </a:cubicBezTo>
                  <a:cubicBezTo>
                    <a:pt x="1092" y="952"/>
                    <a:pt x="1013" y="973"/>
                    <a:pt x="931" y="973"/>
                  </a:cubicBezTo>
                  <a:cubicBezTo>
                    <a:pt x="774" y="973"/>
                    <a:pt x="605" y="894"/>
                    <a:pt x="492" y="807"/>
                  </a:cubicBezTo>
                  <a:cubicBezTo>
                    <a:pt x="302" y="656"/>
                    <a:pt x="183" y="442"/>
                    <a:pt x="140" y="207"/>
                  </a:cubicBezTo>
                  <a:close/>
                  <a:moveTo>
                    <a:pt x="610" y="0"/>
                  </a:moveTo>
                  <a:cubicBezTo>
                    <a:pt x="454" y="0"/>
                    <a:pt x="300" y="30"/>
                    <a:pt x="169" y="82"/>
                  </a:cubicBezTo>
                  <a:cubicBezTo>
                    <a:pt x="148" y="91"/>
                    <a:pt x="136" y="105"/>
                    <a:pt x="126" y="121"/>
                  </a:cubicBezTo>
                  <a:cubicBezTo>
                    <a:pt x="119" y="86"/>
                    <a:pt x="88" y="68"/>
                    <a:pt x="59" y="68"/>
                  </a:cubicBezTo>
                  <a:cubicBezTo>
                    <a:pt x="29" y="68"/>
                    <a:pt x="1" y="87"/>
                    <a:pt x="3" y="128"/>
                  </a:cubicBezTo>
                  <a:cubicBezTo>
                    <a:pt x="24" y="481"/>
                    <a:pt x="187" y="812"/>
                    <a:pt x="481" y="1016"/>
                  </a:cubicBezTo>
                  <a:cubicBezTo>
                    <a:pt x="611" y="1106"/>
                    <a:pt x="782" y="1165"/>
                    <a:pt x="948" y="1165"/>
                  </a:cubicBezTo>
                  <a:cubicBezTo>
                    <a:pt x="1092" y="1165"/>
                    <a:pt x="1232" y="1120"/>
                    <a:pt x="1338" y="1012"/>
                  </a:cubicBezTo>
                  <a:cubicBezTo>
                    <a:pt x="1546" y="800"/>
                    <a:pt x="1481" y="472"/>
                    <a:pt x="1301" y="268"/>
                  </a:cubicBezTo>
                  <a:cubicBezTo>
                    <a:pt x="1136" y="82"/>
                    <a:pt x="871" y="0"/>
                    <a:pt x="6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9150" lIns="91425" spcFirstLastPara="1" rIns="91425" wrap="square" tIns="291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9" name="Google Shape;199;p3"/>
            <p:cNvSpPr/>
            <p:nvPr/>
          </p:nvSpPr>
          <p:spPr>
            <a:xfrm>
              <a:off x="4742280" y="140760"/>
              <a:ext cx="77400" cy="58320"/>
            </a:xfrm>
            <a:custGeom>
              <a:rect b="b" l="l" r="r" t="t"/>
              <a:pathLst>
                <a:path extrusionOk="0" h="1164" w="1546">
                  <a:moveTo>
                    <a:pt x="143" y="204"/>
                  </a:moveTo>
                  <a:lnTo>
                    <a:pt x="143" y="204"/>
                  </a:lnTo>
                  <a:cubicBezTo>
                    <a:pt x="154" y="215"/>
                    <a:pt x="171" y="224"/>
                    <a:pt x="190" y="225"/>
                  </a:cubicBezTo>
                  <a:cubicBezTo>
                    <a:pt x="230" y="229"/>
                    <a:pt x="270" y="231"/>
                    <a:pt x="310" y="231"/>
                  </a:cubicBezTo>
                  <a:cubicBezTo>
                    <a:pt x="421" y="231"/>
                    <a:pt x="531" y="219"/>
                    <a:pt x="641" y="219"/>
                  </a:cubicBezTo>
                  <a:cubicBezTo>
                    <a:pt x="736" y="219"/>
                    <a:pt x="831" y="228"/>
                    <a:pt x="925" y="261"/>
                  </a:cubicBezTo>
                  <a:cubicBezTo>
                    <a:pt x="1160" y="341"/>
                    <a:pt x="1415" y="691"/>
                    <a:pt x="1159" y="897"/>
                  </a:cubicBezTo>
                  <a:cubicBezTo>
                    <a:pt x="1093" y="950"/>
                    <a:pt x="1013" y="972"/>
                    <a:pt x="931" y="972"/>
                  </a:cubicBezTo>
                  <a:cubicBezTo>
                    <a:pt x="774" y="972"/>
                    <a:pt x="605" y="893"/>
                    <a:pt x="493" y="805"/>
                  </a:cubicBezTo>
                  <a:cubicBezTo>
                    <a:pt x="303" y="653"/>
                    <a:pt x="185" y="439"/>
                    <a:pt x="143" y="204"/>
                  </a:cubicBezTo>
                  <a:close/>
                  <a:moveTo>
                    <a:pt x="610" y="0"/>
                  </a:moveTo>
                  <a:cubicBezTo>
                    <a:pt x="454" y="0"/>
                    <a:pt x="300" y="29"/>
                    <a:pt x="168" y="82"/>
                  </a:cubicBezTo>
                  <a:cubicBezTo>
                    <a:pt x="147" y="91"/>
                    <a:pt x="136" y="105"/>
                    <a:pt x="126" y="120"/>
                  </a:cubicBezTo>
                  <a:cubicBezTo>
                    <a:pt x="118" y="86"/>
                    <a:pt x="87" y="67"/>
                    <a:pt x="58" y="67"/>
                  </a:cubicBezTo>
                  <a:cubicBezTo>
                    <a:pt x="28" y="67"/>
                    <a:pt x="0" y="87"/>
                    <a:pt x="2" y="127"/>
                  </a:cubicBezTo>
                  <a:cubicBezTo>
                    <a:pt x="24" y="482"/>
                    <a:pt x="187" y="810"/>
                    <a:pt x="480" y="1014"/>
                  </a:cubicBezTo>
                  <a:cubicBezTo>
                    <a:pt x="610" y="1105"/>
                    <a:pt x="782" y="1164"/>
                    <a:pt x="948" y="1164"/>
                  </a:cubicBezTo>
                  <a:cubicBezTo>
                    <a:pt x="1092" y="1164"/>
                    <a:pt x="1232" y="1119"/>
                    <a:pt x="1337" y="1012"/>
                  </a:cubicBezTo>
                  <a:cubicBezTo>
                    <a:pt x="1546" y="799"/>
                    <a:pt x="1482" y="472"/>
                    <a:pt x="1301" y="268"/>
                  </a:cubicBezTo>
                  <a:cubicBezTo>
                    <a:pt x="1136" y="81"/>
                    <a:pt x="872" y="0"/>
                    <a:pt x="6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9150" lIns="91425" spcFirstLastPara="1" rIns="91425" wrap="square" tIns="291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0" name="Google Shape;200;p3"/>
            <p:cNvSpPr/>
            <p:nvPr/>
          </p:nvSpPr>
          <p:spPr>
            <a:xfrm>
              <a:off x="5095800" y="267840"/>
              <a:ext cx="62280" cy="93600"/>
            </a:xfrm>
            <a:custGeom>
              <a:rect b="b" l="l" r="r" t="t"/>
              <a:pathLst>
                <a:path extrusionOk="0" h="1863" w="1242">
                  <a:moveTo>
                    <a:pt x="444" y="199"/>
                  </a:moveTo>
                  <a:cubicBezTo>
                    <a:pt x="448" y="212"/>
                    <a:pt x="455" y="222"/>
                    <a:pt x="468" y="230"/>
                  </a:cubicBezTo>
                  <a:cubicBezTo>
                    <a:pt x="766" y="470"/>
                    <a:pt x="1242" y="1262"/>
                    <a:pt x="750" y="1514"/>
                  </a:cubicBezTo>
                  <a:cubicBezTo>
                    <a:pt x="703" y="1563"/>
                    <a:pt x="660" y="1588"/>
                    <a:pt x="620" y="1588"/>
                  </a:cubicBezTo>
                  <a:cubicBezTo>
                    <a:pt x="573" y="1588"/>
                    <a:pt x="530" y="1555"/>
                    <a:pt x="491" y="1489"/>
                  </a:cubicBezTo>
                  <a:cubicBezTo>
                    <a:pt x="437" y="1431"/>
                    <a:pt x="396" y="1364"/>
                    <a:pt x="369" y="1290"/>
                  </a:cubicBezTo>
                  <a:cubicBezTo>
                    <a:pt x="314" y="1168"/>
                    <a:pt x="295" y="1045"/>
                    <a:pt x="292" y="913"/>
                  </a:cubicBezTo>
                  <a:cubicBezTo>
                    <a:pt x="291" y="668"/>
                    <a:pt x="367" y="431"/>
                    <a:pt x="444" y="199"/>
                  </a:cubicBezTo>
                  <a:close/>
                  <a:moveTo>
                    <a:pt x="396" y="1"/>
                  </a:moveTo>
                  <a:cubicBezTo>
                    <a:pt x="363" y="1"/>
                    <a:pt x="329" y="18"/>
                    <a:pt x="314" y="57"/>
                  </a:cubicBezTo>
                  <a:cubicBezTo>
                    <a:pt x="155" y="468"/>
                    <a:pt x="0" y="927"/>
                    <a:pt x="175" y="1360"/>
                  </a:cubicBezTo>
                  <a:cubicBezTo>
                    <a:pt x="258" y="1567"/>
                    <a:pt x="483" y="1863"/>
                    <a:pt x="738" y="1863"/>
                  </a:cubicBezTo>
                  <a:cubicBezTo>
                    <a:pt x="771" y="1863"/>
                    <a:pt x="804" y="1858"/>
                    <a:pt x="838" y="1847"/>
                  </a:cubicBezTo>
                  <a:cubicBezTo>
                    <a:pt x="1141" y="1752"/>
                    <a:pt x="1170" y="1248"/>
                    <a:pt x="1141" y="998"/>
                  </a:cubicBezTo>
                  <a:cubicBezTo>
                    <a:pt x="1097" y="620"/>
                    <a:pt x="900" y="288"/>
                    <a:pt x="593" y="72"/>
                  </a:cubicBezTo>
                  <a:cubicBezTo>
                    <a:pt x="577" y="61"/>
                    <a:pt x="562" y="57"/>
                    <a:pt x="546" y="57"/>
                  </a:cubicBezTo>
                  <a:cubicBezTo>
                    <a:pt x="522" y="57"/>
                    <a:pt x="499" y="68"/>
                    <a:pt x="479" y="84"/>
                  </a:cubicBezTo>
                  <a:cubicBezTo>
                    <a:pt x="485" y="32"/>
                    <a:pt x="441" y="1"/>
                    <a:pt x="3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6800" lIns="91425" spcFirstLastPara="1" rIns="91425" wrap="square" tIns="46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1" name="Google Shape;201;p3"/>
            <p:cNvSpPr/>
            <p:nvPr/>
          </p:nvSpPr>
          <p:spPr>
            <a:xfrm>
              <a:off x="8562600" y="2972520"/>
              <a:ext cx="62280" cy="93600"/>
            </a:xfrm>
            <a:custGeom>
              <a:rect b="b" l="l" r="r" t="t"/>
              <a:pathLst>
                <a:path extrusionOk="0" h="1862" w="1244">
                  <a:moveTo>
                    <a:pt x="444" y="198"/>
                  </a:moveTo>
                  <a:cubicBezTo>
                    <a:pt x="450" y="211"/>
                    <a:pt x="458" y="222"/>
                    <a:pt x="468" y="230"/>
                  </a:cubicBezTo>
                  <a:cubicBezTo>
                    <a:pt x="766" y="470"/>
                    <a:pt x="1244" y="1262"/>
                    <a:pt x="750" y="1513"/>
                  </a:cubicBezTo>
                  <a:cubicBezTo>
                    <a:pt x="704" y="1563"/>
                    <a:pt x="661" y="1588"/>
                    <a:pt x="621" y="1588"/>
                  </a:cubicBezTo>
                  <a:cubicBezTo>
                    <a:pt x="574" y="1588"/>
                    <a:pt x="531" y="1555"/>
                    <a:pt x="493" y="1489"/>
                  </a:cubicBezTo>
                  <a:cubicBezTo>
                    <a:pt x="437" y="1429"/>
                    <a:pt x="396" y="1364"/>
                    <a:pt x="369" y="1290"/>
                  </a:cubicBezTo>
                  <a:cubicBezTo>
                    <a:pt x="315" y="1167"/>
                    <a:pt x="296" y="1045"/>
                    <a:pt x="294" y="912"/>
                  </a:cubicBezTo>
                  <a:cubicBezTo>
                    <a:pt x="291" y="668"/>
                    <a:pt x="368" y="430"/>
                    <a:pt x="444" y="198"/>
                  </a:cubicBezTo>
                  <a:close/>
                  <a:moveTo>
                    <a:pt x="397" y="1"/>
                  </a:moveTo>
                  <a:cubicBezTo>
                    <a:pt x="363" y="1"/>
                    <a:pt x="329" y="18"/>
                    <a:pt x="314" y="58"/>
                  </a:cubicBezTo>
                  <a:cubicBezTo>
                    <a:pt x="155" y="469"/>
                    <a:pt x="1" y="926"/>
                    <a:pt x="175" y="1358"/>
                  </a:cubicBezTo>
                  <a:cubicBezTo>
                    <a:pt x="258" y="1566"/>
                    <a:pt x="483" y="1862"/>
                    <a:pt x="739" y="1862"/>
                  </a:cubicBezTo>
                  <a:cubicBezTo>
                    <a:pt x="772" y="1862"/>
                    <a:pt x="806" y="1857"/>
                    <a:pt x="840" y="1846"/>
                  </a:cubicBezTo>
                  <a:cubicBezTo>
                    <a:pt x="1142" y="1752"/>
                    <a:pt x="1170" y="1248"/>
                    <a:pt x="1142" y="997"/>
                  </a:cubicBezTo>
                  <a:cubicBezTo>
                    <a:pt x="1099" y="620"/>
                    <a:pt x="901" y="289"/>
                    <a:pt x="593" y="73"/>
                  </a:cubicBezTo>
                  <a:cubicBezTo>
                    <a:pt x="577" y="62"/>
                    <a:pt x="561" y="57"/>
                    <a:pt x="545" y="57"/>
                  </a:cubicBezTo>
                  <a:cubicBezTo>
                    <a:pt x="521" y="57"/>
                    <a:pt x="498" y="68"/>
                    <a:pt x="480" y="83"/>
                  </a:cubicBezTo>
                  <a:cubicBezTo>
                    <a:pt x="485" y="32"/>
                    <a:pt x="442" y="1"/>
                    <a:pt x="3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6800" lIns="91425" spcFirstLastPara="1" rIns="91425" wrap="square" tIns="46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2" name="Google Shape;202;p3"/>
            <p:cNvSpPr/>
            <p:nvPr/>
          </p:nvSpPr>
          <p:spPr>
            <a:xfrm>
              <a:off x="8773200" y="1037880"/>
              <a:ext cx="111600" cy="101880"/>
            </a:xfrm>
            <a:custGeom>
              <a:rect b="b" l="l" r="r" t="t"/>
              <a:pathLst>
                <a:path extrusionOk="0" h="2032" w="2225">
                  <a:moveTo>
                    <a:pt x="1777" y="1"/>
                  </a:moveTo>
                  <a:cubicBezTo>
                    <a:pt x="1512" y="1"/>
                    <a:pt x="1080" y="187"/>
                    <a:pt x="993" y="240"/>
                  </a:cubicBezTo>
                  <a:cubicBezTo>
                    <a:pt x="558" y="507"/>
                    <a:pt x="1" y="1085"/>
                    <a:pt x="206" y="1650"/>
                  </a:cubicBezTo>
                  <a:cubicBezTo>
                    <a:pt x="307" y="1926"/>
                    <a:pt x="530" y="2031"/>
                    <a:pt x="773" y="2031"/>
                  </a:cubicBezTo>
                  <a:cubicBezTo>
                    <a:pt x="1000" y="2031"/>
                    <a:pt x="1244" y="1939"/>
                    <a:pt x="1422" y="1808"/>
                  </a:cubicBezTo>
                  <a:cubicBezTo>
                    <a:pt x="1917" y="1445"/>
                    <a:pt x="2216" y="826"/>
                    <a:pt x="2224" y="218"/>
                  </a:cubicBezTo>
                  <a:cubicBezTo>
                    <a:pt x="2225" y="142"/>
                    <a:pt x="2172" y="105"/>
                    <a:pt x="2116" y="105"/>
                  </a:cubicBezTo>
                  <a:cubicBezTo>
                    <a:pt x="2063" y="105"/>
                    <a:pt x="2009" y="137"/>
                    <a:pt x="1996" y="201"/>
                  </a:cubicBezTo>
                  <a:cubicBezTo>
                    <a:pt x="1995" y="206"/>
                    <a:pt x="1992" y="212"/>
                    <a:pt x="1990" y="219"/>
                  </a:cubicBezTo>
                  <a:cubicBezTo>
                    <a:pt x="1961" y="569"/>
                    <a:pt x="1870" y="895"/>
                    <a:pt x="1673" y="1191"/>
                  </a:cubicBezTo>
                  <a:cubicBezTo>
                    <a:pt x="1513" y="1429"/>
                    <a:pt x="1179" y="1795"/>
                    <a:pt x="843" y="1795"/>
                  </a:cubicBezTo>
                  <a:cubicBezTo>
                    <a:pt x="806" y="1795"/>
                    <a:pt x="769" y="1790"/>
                    <a:pt x="732" y="1781"/>
                  </a:cubicBezTo>
                  <a:cubicBezTo>
                    <a:pt x="157" y="1629"/>
                    <a:pt x="587" y="979"/>
                    <a:pt x="831" y="735"/>
                  </a:cubicBezTo>
                  <a:cubicBezTo>
                    <a:pt x="897" y="669"/>
                    <a:pt x="1525" y="202"/>
                    <a:pt x="1756" y="202"/>
                  </a:cubicBezTo>
                  <a:cubicBezTo>
                    <a:pt x="1798" y="202"/>
                    <a:pt x="1827" y="217"/>
                    <a:pt x="1837" y="253"/>
                  </a:cubicBezTo>
                  <a:cubicBezTo>
                    <a:pt x="1847" y="285"/>
                    <a:pt x="1875" y="301"/>
                    <a:pt x="1903" y="301"/>
                  </a:cubicBezTo>
                  <a:cubicBezTo>
                    <a:pt x="1931" y="301"/>
                    <a:pt x="1959" y="285"/>
                    <a:pt x="1969" y="253"/>
                  </a:cubicBezTo>
                  <a:cubicBezTo>
                    <a:pt x="1975" y="235"/>
                    <a:pt x="1979" y="216"/>
                    <a:pt x="1983" y="199"/>
                  </a:cubicBezTo>
                  <a:cubicBezTo>
                    <a:pt x="2009" y="52"/>
                    <a:pt x="1916" y="1"/>
                    <a:pt x="17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1100" lIns="91425" spcFirstLastPara="1" rIns="91425" wrap="square" tIns="51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203" name="Google Shape;203;p3"/>
          <p:cNvSpPr txBox="1"/>
          <p:nvPr>
            <p:ph idx="1"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0" r:id="rId1"/>
    <p:sldLayoutId id="2147483651" r:id="rId2"/>
    <p:sldLayoutId id="2147483652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6" name="Google Shape;406;p9"/>
          <p:cNvGrpSpPr/>
          <p:nvPr/>
        </p:nvGrpSpPr>
        <p:grpSpPr>
          <a:xfrm>
            <a:off x="6529680" y="-654840"/>
            <a:ext cx="2934000" cy="2387880"/>
            <a:chOff x="6529680" y="-654840"/>
            <a:chExt cx="2934000" cy="2387880"/>
          </a:xfrm>
        </p:grpSpPr>
        <p:sp>
          <p:nvSpPr>
            <p:cNvPr id="407" name="Google Shape;407;p9"/>
            <p:cNvSpPr/>
            <p:nvPr/>
          </p:nvSpPr>
          <p:spPr>
            <a:xfrm>
              <a:off x="6648480" y="-555480"/>
              <a:ext cx="2748960" cy="2194200"/>
            </a:xfrm>
            <a:custGeom>
              <a:rect b="b" l="l" r="r" t="t"/>
              <a:pathLst>
                <a:path extrusionOk="0" h="35927" w="45014">
                  <a:moveTo>
                    <a:pt x="10013" y="1282"/>
                  </a:moveTo>
                  <a:cubicBezTo>
                    <a:pt x="10696" y="1282"/>
                    <a:pt x="11378" y="1339"/>
                    <a:pt x="12052" y="1463"/>
                  </a:cubicBezTo>
                  <a:cubicBezTo>
                    <a:pt x="15828" y="2159"/>
                    <a:pt x="18593" y="5009"/>
                    <a:pt x="20690" y="8047"/>
                  </a:cubicBezTo>
                  <a:cubicBezTo>
                    <a:pt x="21986" y="9923"/>
                    <a:pt x="23109" y="11911"/>
                    <a:pt x="24433" y="13769"/>
                  </a:cubicBezTo>
                  <a:cubicBezTo>
                    <a:pt x="25698" y="15541"/>
                    <a:pt x="27182" y="17109"/>
                    <a:pt x="28870" y="18481"/>
                  </a:cubicBezTo>
                  <a:cubicBezTo>
                    <a:pt x="32100" y="21103"/>
                    <a:pt x="35821" y="22854"/>
                    <a:pt x="39409" y="24902"/>
                  </a:cubicBezTo>
                  <a:cubicBezTo>
                    <a:pt x="40955" y="25785"/>
                    <a:pt x="42505" y="26904"/>
                    <a:pt x="43188" y="28616"/>
                  </a:cubicBezTo>
                  <a:cubicBezTo>
                    <a:pt x="43745" y="30009"/>
                    <a:pt x="43699" y="31703"/>
                    <a:pt x="42610" y="32825"/>
                  </a:cubicBezTo>
                  <a:cubicBezTo>
                    <a:pt x="41421" y="34052"/>
                    <a:pt x="39430" y="34400"/>
                    <a:pt x="37777" y="34400"/>
                  </a:cubicBezTo>
                  <a:cubicBezTo>
                    <a:pt x="37730" y="34400"/>
                    <a:pt x="37684" y="34400"/>
                    <a:pt x="37638" y="34400"/>
                  </a:cubicBezTo>
                  <a:cubicBezTo>
                    <a:pt x="35839" y="34381"/>
                    <a:pt x="34076" y="33880"/>
                    <a:pt x="32537" y="32954"/>
                  </a:cubicBezTo>
                  <a:cubicBezTo>
                    <a:pt x="29540" y="31150"/>
                    <a:pt x="27604" y="28105"/>
                    <a:pt x="25228" y="25625"/>
                  </a:cubicBezTo>
                  <a:cubicBezTo>
                    <a:pt x="23951" y="24291"/>
                    <a:pt x="22503" y="23108"/>
                    <a:pt x="20782" y="22395"/>
                  </a:cubicBezTo>
                  <a:cubicBezTo>
                    <a:pt x="18974" y="21648"/>
                    <a:pt x="17004" y="21407"/>
                    <a:pt x="15072" y="21218"/>
                  </a:cubicBezTo>
                  <a:cubicBezTo>
                    <a:pt x="11578" y="20876"/>
                    <a:pt x="7603" y="20576"/>
                    <a:pt x="4983" y="17926"/>
                  </a:cubicBezTo>
                  <a:cubicBezTo>
                    <a:pt x="3499" y="16426"/>
                    <a:pt x="3103" y="14400"/>
                    <a:pt x="2594" y="12426"/>
                  </a:cubicBezTo>
                  <a:cubicBezTo>
                    <a:pt x="2021" y="10207"/>
                    <a:pt x="1432" y="7989"/>
                    <a:pt x="895" y="5760"/>
                  </a:cubicBezTo>
                  <a:cubicBezTo>
                    <a:pt x="866" y="5734"/>
                    <a:pt x="849" y="5695"/>
                    <a:pt x="854" y="5643"/>
                  </a:cubicBezTo>
                  <a:cubicBezTo>
                    <a:pt x="946" y="4928"/>
                    <a:pt x="1333" y="4343"/>
                    <a:pt x="1863" y="3865"/>
                  </a:cubicBezTo>
                  <a:cubicBezTo>
                    <a:pt x="3135" y="2719"/>
                    <a:pt x="5041" y="2113"/>
                    <a:pt x="6671" y="1710"/>
                  </a:cubicBezTo>
                  <a:cubicBezTo>
                    <a:pt x="7762" y="1438"/>
                    <a:pt x="8888" y="1282"/>
                    <a:pt x="10013" y="1282"/>
                  </a:cubicBezTo>
                  <a:close/>
                  <a:moveTo>
                    <a:pt x="10205" y="1"/>
                  </a:moveTo>
                  <a:cubicBezTo>
                    <a:pt x="10082" y="1"/>
                    <a:pt x="9958" y="2"/>
                    <a:pt x="9835" y="6"/>
                  </a:cubicBezTo>
                  <a:cubicBezTo>
                    <a:pt x="7610" y="74"/>
                    <a:pt x="5421" y="708"/>
                    <a:pt x="3460" y="1754"/>
                  </a:cubicBezTo>
                  <a:cubicBezTo>
                    <a:pt x="2560" y="2232"/>
                    <a:pt x="1352" y="2925"/>
                    <a:pt x="618" y="3847"/>
                  </a:cubicBezTo>
                  <a:cubicBezTo>
                    <a:pt x="624" y="3854"/>
                    <a:pt x="627" y="3865"/>
                    <a:pt x="633" y="3874"/>
                  </a:cubicBezTo>
                  <a:cubicBezTo>
                    <a:pt x="662" y="3930"/>
                    <a:pt x="609" y="3979"/>
                    <a:pt x="557" y="3979"/>
                  </a:cubicBezTo>
                  <a:cubicBezTo>
                    <a:pt x="545" y="3979"/>
                    <a:pt x="534" y="3976"/>
                    <a:pt x="523" y="3971"/>
                  </a:cubicBezTo>
                  <a:cubicBezTo>
                    <a:pt x="257" y="4334"/>
                    <a:pt x="67" y="4731"/>
                    <a:pt x="0" y="5162"/>
                  </a:cubicBezTo>
                  <a:cubicBezTo>
                    <a:pt x="169" y="5652"/>
                    <a:pt x="305" y="6149"/>
                    <a:pt x="420" y="6652"/>
                  </a:cubicBezTo>
                  <a:cubicBezTo>
                    <a:pt x="488" y="6672"/>
                    <a:pt x="513" y="6764"/>
                    <a:pt x="457" y="6817"/>
                  </a:cubicBezTo>
                  <a:cubicBezTo>
                    <a:pt x="539" y="7192"/>
                    <a:pt x="608" y="7574"/>
                    <a:pt x="667" y="7956"/>
                  </a:cubicBezTo>
                  <a:cubicBezTo>
                    <a:pt x="998" y="10126"/>
                    <a:pt x="1043" y="12356"/>
                    <a:pt x="1664" y="14475"/>
                  </a:cubicBezTo>
                  <a:cubicBezTo>
                    <a:pt x="1990" y="15593"/>
                    <a:pt x="2496" y="16642"/>
                    <a:pt x="3159" y="17584"/>
                  </a:cubicBezTo>
                  <a:cubicBezTo>
                    <a:pt x="3168" y="17578"/>
                    <a:pt x="3175" y="17571"/>
                    <a:pt x="3183" y="17566"/>
                  </a:cubicBezTo>
                  <a:cubicBezTo>
                    <a:pt x="3199" y="17555"/>
                    <a:pt x="3215" y="17550"/>
                    <a:pt x="3230" y="17550"/>
                  </a:cubicBezTo>
                  <a:cubicBezTo>
                    <a:pt x="3295" y="17550"/>
                    <a:pt x="3344" y="17642"/>
                    <a:pt x="3280" y="17696"/>
                  </a:cubicBezTo>
                  <a:lnTo>
                    <a:pt x="3253" y="17717"/>
                  </a:lnTo>
                  <a:cubicBezTo>
                    <a:pt x="3786" y="18451"/>
                    <a:pt x="4416" y="19116"/>
                    <a:pt x="5132" y="19690"/>
                  </a:cubicBezTo>
                  <a:cubicBezTo>
                    <a:pt x="5320" y="19839"/>
                    <a:pt x="5512" y="19980"/>
                    <a:pt x="5706" y="20115"/>
                  </a:cubicBezTo>
                  <a:cubicBezTo>
                    <a:pt x="5719" y="20107"/>
                    <a:pt x="5734" y="20103"/>
                    <a:pt x="5749" y="20103"/>
                  </a:cubicBezTo>
                  <a:cubicBezTo>
                    <a:pt x="5799" y="20103"/>
                    <a:pt x="5850" y="20145"/>
                    <a:pt x="5838" y="20204"/>
                  </a:cubicBezTo>
                  <a:cubicBezTo>
                    <a:pt x="6688" y="20768"/>
                    <a:pt x="7616" y="21196"/>
                    <a:pt x="8584" y="21511"/>
                  </a:cubicBezTo>
                  <a:cubicBezTo>
                    <a:pt x="8598" y="21504"/>
                    <a:pt x="8614" y="21501"/>
                    <a:pt x="8629" y="21501"/>
                  </a:cubicBezTo>
                  <a:cubicBezTo>
                    <a:pt x="8663" y="21501"/>
                    <a:pt x="8696" y="21517"/>
                    <a:pt x="8711" y="21551"/>
                  </a:cubicBezTo>
                  <a:cubicBezTo>
                    <a:pt x="9420" y="21773"/>
                    <a:pt x="10150" y="21936"/>
                    <a:pt x="10887" y="22051"/>
                  </a:cubicBezTo>
                  <a:cubicBezTo>
                    <a:pt x="11380" y="22127"/>
                    <a:pt x="11874" y="22174"/>
                    <a:pt x="12366" y="22202"/>
                  </a:cubicBezTo>
                  <a:cubicBezTo>
                    <a:pt x="12368" y="22197"/>
                    <a:pt x="12368" y="22190"/>
                    <a:pt x="12370" y="22184"/>
                  </a:cubicBezTo>
                  <a:cubicBezTo>
                    <a:pt x="12380" y="22141"/>
                    <a:pt x="12415" y="22121"/>
                    <a:pt x="12449" y="22121"/>
                  </a:cubicBezTo>
                  <a:cubicBezTo>
                    <a:pt x="12493" y="22121"/>
                    <a:pt x="12536" y="22153"/>
                    <a:pt x="12526" y="22210"/>
                  </a:cubicBezTo>
                  <a:lnTo>
                    <a:pt x="12526" y="22212"/>
                  </a:lnTo>
                  <a:cubicBezTo>
                    <a:pt x="14054" y="22292"/>
                    <a:pt x="15589" y="22221"/>
                    <a:pt x="17115" y="22377"/>
                  </a:cubicBezTo>
                  <a:cubicBezTo>
                    <a:pt x="18651" y="22535"/>
                    <a:pt x="19985" y="23014"/>
                    <a:pt x="21186" y="23706"/>
                  </a:cubicBezTo>
                  <a:cubicBezTo>
                    <a:pt x="21199" y="23698"/>
                    <a:pt x="21214" y="23694"/>
                    <a:pt x="21229" y="23694"/>
                  </a:cubicBezTo>
                  <a:cubicBezTo>
                    <a:pt x="21273" y="23694"/>
                    <a:pt x="21319" y="23730"/>
                    <a:pt x="21315" y="23780"/>
                  </a:cubicBezTo>
                  <a:cubicBezTo>
                    <a:pt x="26552" y="26880"/>
                    <a:pt x="29314" y="33974"/>
                    <a:pt x="35563" y="35611"/>
                  </a:cubicBezTo>
                  <a:cubicBezTo>
                    <a:pt x="36327" y="35811"/>
                    <a:pt x="37253" y="35926"/>
                    <a:pt x="38217" y="35926"/>
                  </a:cubicBezTo>
                  <a:cubicBezTo>
                    <a:pt x="41404" y="35926"/>
                    <a:pt x="45014" y="34670"/>
                    <a:pt x="44620" y="31078"/>
                  </a:cubicBezTo>
                  <a:cubicBezTo>
                    <a:pt x="44414" y="29217"/>
                    <a:pt x="43291" y="27568"/>
                    <a:pt x="42043" y="26229"/>
                  </a:cubicBezTo>
                  <a:cubicBezTo>
                    <a:pt x="40707" y="24797"/>
                    <a:pt x="39099" y="23647"/>
                    <a:pt x="37456" y="22592"/>
                  </a:cubicBezTo>
                  <a:cubicBezTo>
                    <a:pt x="35807" y="21532"/>
                    <a:pt x="34102" y="20566"/>
                    <a:pt x="32468" y="19482"/>
                  </a:cubicBezTo>
                  <a:cubicBezTo>
                    <a:pt x="31609" y="18909"/>
                    <a:pt x="30779" y="18298"/>
                    <a:pt x="29980" y="17646"/>
                  </a:cubicBezTo>
                  <a:cubicBezTo>
                    <a:pt x="29978" y="17647"/>
                    <a:pt x="29976" y="17647"/>
                    <a:pt x="29975" y="17647"/>
                  </a:cubicBezTo>
                  <a:cubicBezTo>
                    <a:pt x="29943" y="17647"/>
                    <a:pt x="29913" y="17619"/>
                    <a:pt x="29904" y="17586"/>
                  </a:cubicBezTo>
                  <a:cubicBezTo>
                    <a:pt x="29114" y="16934"/>
                    <a:pt x="28351" y="16245"/>
                    <a:pt x="27626" y="15517"/>
                  </a:cubicBezTo>
                  <a:cubicBezTo>
                    <a:pt x="26139" y="14029"/>
                    <a:pt x="24793" y="12405"/>
                    <a:pt x="23581" y="10684"/>
                  </a:cubicBezTo>
                  <a:cubicBezTo>
                    <a:pt x="22320" y="8893"/>
                    <a:pt x="21287" y="6951"/>
                    <a:pt x="20013" y="5170"/>
                  </a:cubicBezTo>
                  <a:cubicBezTo>
                    <a:pt x="18806" y="3482"/>
                    <a:pt x="17326" y="2072"/>
                    <a:pt x="15440" y="1174"/>
                  </a:cubicBezTo>
                  <a:cubicBezTo>
                    <a:pt x="13811" y="398"/>
                    <a:pt x="12008" y="1"/>
                    <a:pt x="1020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08" name="Google Shape;408;p9"/>
            <p:cNvSpPr/>
            <p:nvPr/>
          </p:nvSpPr>
          <p:spPr>
            <a:xfrm>
              <a:off x="7245000" y="257040"/>
              <a:ext cx="282960" cy="259920"/>
            </a:xfrm>
            <a:custGeom>
              <a:rect b="b" l="l" r="r" t="t"/>
              <a:pathLst>
                <a:path extrusionOk="0" h="4262" w="4640">
                  <a:moveTo>
                    <a:pt x="2553" y="219"/>
                  </a:moveTo>
                  <a:cubicBezTo>
                    <a:pt x="2711" y="219"/>
                    <a:pt x="2858" y="271"/>
                    <a:pt x="2975" y="399"/>
                  </a:cubicBezTo>
                  <a:cubicBezTo>
                    <a:pt x="2994" y="416"/>
                    <a:pt x="3001" y="442"/>
                    <a:pt x="3001" y="466"/>
                  </a:cubicBezTo>
                  <a:cubicBezTo>
                    <a:pt x="3396" y="645"/>
                    <a:pt x="3637" y="1065"/>
                    <a:pt x="3654" y="1557"/>
                  </a:cubicBezTo>
                  <a:cubicBezTo>
                    <a:pt x="3681" y="2303"/>
                    <a:pt x="3342" y="3184"/>
                    <a:pt x="2645" y="3531"/>
                  </a:cubicBezTo>
                  <a:cubicBezTo>
                    <a:pt x="2445" y="3629"/>
                    <a:pt x="2233" y="3678"/>
                    <a:pt x="2025" y="3678"/>
                  </a:cubicBezTo>
                  <a:cubicBezTo>
                    <a:pt x="1579" y="3678"/>
                    <a:pt x="1157" y="3453"/>
                    <a:pt x="940" y="3010"/>
                  </a:cubicBezTo>
                  <a:cubicBezTo>
                    <a:pt x="600" y="2308"/>
                    <a:pt x="841" y="1431"/>
                    <a:pt x="1345" y="877"/>
                  </a:cubicBezTo>
                  <a:cubicBezTo>
                    <a:pt x="1589" y="612"/>
                    <a:pt x="2116" y="219"/>
                    <a:pt x="2553" y="219"/>
                  </a:cubicBezTo>
                  <a:close/>
                  <a:moveTo>
                    <a:pt x="2543" y="1"/>
                  </a:moveTo>
                  <a:cubicBezTo>
                    <a:pt x="1758" y="1"/>
                    <a:pt x="983" y="424"/>
                    <a:pt x="558" y="1111"/>
                  </a:cubicBezTo>
                  <a:cubicBezTo>
                    <a:pt x="1" y="2012"/>
                    <a:pt x="69" y="3571"/>
                    <a:pt x="1146" y="4077"/>
                  </a:cubicBezTo>
                  <a:cubicBezTo>
                    <a:pt x="1417" y="4204"/>
                    <a:pt x="1679" y="4262"/>
                    <a:pt x="1927" y="4262"/>
                  </a:cubicBezTo>
                  <a:cubicBezTo>
                    <a:pt x="3632" y="4262"/>
                    <a:pt x="4639" y="1533"/>
                    <a:pt x="3332" y="288"/>
                  </a:cubicBezTo>
                  <a:cubicBezTo>
                    <a:pt x="3286" y="244"/>
                    <a:pt x="3277" y="187"/>
                    <a:pt x="3290" y="137"/>
                  </a:cubicBezTo>
                  <a:cubicBezTo>
                    <a:pt x="3047" y="45"/>
                    <a:pt x="2794" y="1"/>
                    <a:pt x="25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09" name="Google Shape;409;p9"/>
            <p:cNvSpPr/>
            <p:nvPr/>
          </p:nvSpPr>
          <p:spPr>
            <a:xfrm>
              <a:off x="7634520" y="218160"/>
              <a:ext cx="297000" cy="397800"/>
            </a:xfrm>
            <a:custGeom>
              <a:rect b="b" l="l" r="r" t="t"/>
              <a:pathLst>
                <a:path extrusionOk="0" h="6519" w="4870">
                  <a:moveTo>
                    <a:pt x="2029" y="328"/>
                  </a:moveTo>
                  <a:cubicBezTo>
                    <a:pt x="2068" y="328"/>
                    <a:pt x="2107" y="330"/>
                    <a:pt x="2146" y="333"/>
                  </a:cubicBezTo>
                  <a:cubicBezTo>
                    <a:pt x="2854" y="400"/>
                    <a:pt x="3410" y="991"/>
                    <a:pt x="3733" y="1580"/>
                  </a:cubicBezTo>
                  <a:cubicBezTo>
                    <a:pt x="4379" y="2764"/>
                    <a:pt x="4316" y="4457"/>
                    <a:pt x="3265" y="5398"/>
                  </a:cubicBezTo>
                  <a:cubicBezTo>
                    <a:pt x="2946" y="5685"/>
                    <a:pt x="2537" y="5826"/>
                    <a:pt x="2160" y="5826"/>
                  </a:cubicBezTo>
                  <a:cubicBezTo>
                    <a:pt x="1469" y="5826"/>
                    <a:pt x="886" y="5348"/>
                    <a:pt x="1164" y="4410"/>
                  </a:cubicBezTo>
                  <a:cubicBezTo>
                    <a:pt x="1281" y="4011"/>
                    <a:pt x="1559" y="3645"/>
                    <a:pt x="1588" y="3223"/>
                  </a:cubicBezTo>
                  <a:cubicBezTo>
                    <a:pt x="1620" y="2746"/>
                    <a:pt x="1290" y="2367"/>
                    <a:pt x="1120" y="1947"/>
                  </a:cubicBezTo>
                  <a:cubicBezTo>
                    <a:pt x="1041" y="1753"/>
                    <a:pt x="997" y="1542"/>
                    <a:pt x="999" y="1339"/>
                  </a:cubicBezTo>
                  <a:cubicBezTo>
                    <a:pt x="929" y="1322"/>
                    <a:pt x="871" y="1261"/>
                    <a:pt x="892" y="1181"/>
                  </a:cubicBezTo>
                  <a:cubicBezTo>
                    <a:pt x="1033" y="660"/>
                    <a:pt x="1497" y="328"/>
                    <a:pt x="2029" y="328"/>
                  </a:cubicBezTo>
                  <a:close/>
                  <a:moveTo>
                    <a:pt x="1859" y="1"/>
                  </a:moveTo>
                  <a:cubicBezTo>
                    <a:pt x="1507" y="1"/>
                    <a:pt x="1145" y="94"/>
                    <a:pt x="793" y="303"/>
                  </a:cubicBezTo>
                  <a:cubicBezTo>
                    <a:pt x="821" y="359"/>
                    <a:pt x="817" y="425"/>
                    <a:pt x="750" y="473"/>
                  </a:cubicBezTo>
                  <a:cubicBezTo>
                    <a:pt x="0" y="999"/>
                    <a:pt x="725" y="2000"/>
                    <a:pt x="872" y="2642"/>
                  </a:cubicBezTo>
                  <a:cubicBezTo>
                    <a:pt x="1012" y="3257"/>
                    <a:pt x="700" y="3784"/>
                    <a:pt x="625" y="4383"/>
                  </a:cubicBezTo>
                  <a:cubicBezTo>
                    <a:pt x="529" y="5191"/>
                    <a:pt x="781" y="6067"/>
                    <a:pt x="1595" y="6391"/>
                  </a:cubicBezTo>
                  <a:cubicBezTo>
                    <a:pt x="1810" y="6478"/>
                    <a:pt x="2039" y="6519"/>
                    <a:pt x="2269" y="6519"/>
                  </a:cubicBezTo>
                  <a:cubicBezTo>
                    <a:pt x="2730" y="6519"/>
                    <a:pt x="3193" y="6353"/>
                    <a:pt x="3550" y="6061"/>
                  </a:cubicBezTo>
                  <a:cubicBezTo>
                    <a:pt x="4766" y="5069"/>
                    <a:pt x="4870" y="3177"/>
                    <a:pt x="4286" y="1821"/>
                  </a:cubicBezTo>
                  <a:cubicBezTo>
                    <a:pt x="3847" y="798"/>
                    <a:pt x="2890" y="1"/>
                    <a:pt x="18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10" name="Google Shape;410;p9"/>
            <p:cNvSpPr/>
            <p:nvPr/>
          </p:nvSpPr>
          <p:spPr>
            <a:xfrm>
              <a:off x="8298000" y="761760"/>
              <a:ext cx="204840" cy="270360"/>
            </a:xfrm>
            <a:custGeom>
              <a:rect b="b" l="l" r="r" t="t"/>
              <a:pathLst>
                <a:path extrusionOk="0" h="4432" w="3357">
                  <a:moveTo>
                    <a:pt x="1663" y="168"/>
                  </a:moveTo>
                  <a:cubicBezTo>
                    <a:pt x="1676" y="168"/>
                    <a:pt x="1689" y="170"/>
                    <a:pt x="1703" y="174"/>
                  </a:cubicBezTo>
                  <a:cubicBezTo>
                    <a:pt x="2054" y="262"/>
                    <a:pt x="2175" y="576"/>
                    <a:pt x="2097" y="924"/>
                  </a:cubicBezTo>
                  <a:cubicBezTo>
                    <a:pt x="2025" y="1250"/>
                    <a:pt x="1755" y="1456"/>
                    <a:pt x="2016" y="1806"/>
                  </a:cubicBezTo>
                  <a:cubicBezTo>
                    <a:pt x="2158" y="1996"/>
                    <a:pt x="2387" y="2115"/>
                    <a:pt x="2555" y="2280"/>
                  </a:cubicBezTo>
                  <a:cubicBezTo>
                    <a:pt x="3122" y="2852"/>
                    <a:pt x="2773" y="3752"/>
                    <a:pt x="1951" y="3752"/>
                  </a:cubicBezTo>
                  <a:cubicBezTo>
                    <a:pt x="1942" y="3752"/>
                    <a:pt x="1933" y="3752"/>
                    <a:pt x="1924" y="3752"/>
                  </a:cubicBezTo>
                  <a:cubicBezTo>
                    <a:pt x="922" y="3729"/>
                    <a:pt x="294" y="2600"/>
                    <a:pt x="317" y="1704"/>
                  </a:cubicBezTo>
                  <a:cubicBezTo>
                    <a:pt x="337" y="1083"/>
                    <a:pt x="771" y="173"/>
                    <a:pt x="1443" y="173"/>
                  </a:cubicBezTo>
                  <a:cubicBezTo>
                    <a:pt x="1492" y="173"/>
                    <a:pt x="1541" y="178"/>
                    <a:pt x="1592" y="188"/>
                  </a:cubicBezTo>
                  <a:cubicBezTo>
                    <a:pt x="1614" y="176"/>
                    <a:pt x="1637" y="168"/>
                    <a:pt x="1663" y="168"/>
                  </a:cubicBezTo>
                  <a:close/>
                  <a:moveTo>
                    <a:pt x="1561" y="0"/>
                  </a:moveTo>
                  <a:cubicBezTo>
                    <a:pt x="647" y="0"/>
                    <a:pt x="1" y="878"/>
                    <a:pt x="22" y="1846"/>
                  </a:cubicBezTo>
                  <a:cubicBezTo>
                    <a:pt x="45" y="2861"/>
                    <a:pt x="579" y="4237"/>
                    <a:pt x="1711" y="4420"/>
                  </a:cubicBezTo>
                  <a:cubicBezTo>
                    <a:pt x="1761" y="4428"/>
                    <a:pt x="1815" y="4432"/>
                    <a:pt x="1870" y="4432"/>
                  </a:cubicBezTo>
                  <a:cubicBezTo>
                    <a:pt x="2466" y="4432"/>
                    <a:pt x="3321" y="3972"/>
                    <a:pt x="3340" y="3354"/>
                  </a:cubicBezTo>
                  <a:cubicBezTo>
                    <a:pt x="3357" y="2760"/>
                    <a:pt x="2875" y="2383"/>
                    <a:pt x="2478" y="2039"/>
                  </a:cubicBezTo>
                  <a:cubicBezTo>
                    <a:pt x="2284" y="1870"/>
                    <a:pt x="2155" y="1670"/>
                    <a:pt x="2183" y="1403"/>
                  </a:cubicBezTo>
                  <a:cubicBezTo>
                    <a:pt x="2199" y="1251"/>
                    <a:pt x="2287" y="1123"/>
                    <a:pt x="2335" y="983"/>
                  </a:cubicBezTo>
                  <a:cubicBezTo>
                    <a:pt x="2462" y="617"/>
                    <a:pt x="2397" y="326"/>
                    <a:pt x="2112" y="97"/>
                  </a:cubicBezTo>
                  <a:cubicBezTo>
                    <a:pt x="2104" y="97"/>
                    <a:pt x="2098" y="96"/>
                    <a:pt x="2091" y="95"/>
                  </a:cubicBezTo>
                  <a:cubicBezTo>
                    <a:pt x="1907" y="30"/>
                    <a:pt x="1729" y="0"/>
                    <a:pt x="156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11" name="Google Shape;411;p9"/>
            <p:cNvSpPr/>
            <p:nvPr/>
          </p:nvSpPr>
          <p:spPr>
            <a:xfrm>
              <a:off x="8662320" y="943920"/>
              <a:ext cx="178200" cy="236520"/>
            </a:xfrm>
            <a:custGeom>
              <a:rect b="b" l="l" r="r" t="t"/>
              <a:pathLst>
                <a:path extrusionOk="0" h="3880" w="2923">
                  <a:moveTo>
                    <a:pt x="940" y="305"/>
                  </a:moveTo>
                  <a:cubicBezTo>
                    <a:pt x="999" y="305"/>
                    <a:pt x="1057" y="317"/>
                    <a:pt x="1113" y="344"/>
                  </a:cubicBezTo>
                  <a:cubicBezTo>
                    <a:pt x="1179" y="378"/>
                    <a:pt x="1240" y="442"/>
                    <a:pt x="1276" y="516"/>
                  </a:cubicBezTo>
                  <a:cubicBezTo>
                    <a:pt x="2248" y="870"/>
                    <a:pt x="2922" y="2087"/>
                    <a:pt x="2062" y="2948"/>
                  </a:cubicBezTo>
                  <a:cubicBezTo>
                    <a:pt x="1878" y="3133"/>
                    <a:pt x="1601" y="3269"/>
                    <a:pt x="1334" y="3269"/>
                  </a:cubicBezTo>
                  <a:cubicBezTo>
                    <a:pt x="1168" y="3269"/>
                    <a:pt x="1007" y="3216"/>
                    <a:pt x="875" y="3089"/>
                  </a:cubicBezTo>
                  <a:cubicBezTo>
                    <a:pt x="678" y="2899"/>
                    <a:pt x="655" y="2640"/>
                    <a:pt x="683" y="2381"/>
                  </a:cubicBezTo>
                  <a:cubicBezTo>
                    <a:pt x="740" y="1830"/>
                    <a:pt x="870" y="1416"/>
                    <a:pt x="544" y="903"/>
                  </a:cubicBezTo>
                  <a:cubicBezTo>
                    <a:pt x="510" y="852"/>
                    <a:pt x="499" y="777"/>
                    <a:pt x="518" y="713"/>
                  </a:cubicBezTo>
                  <a:cubicBezTo>
                    <a:pt x="512" y="699"/>
                    <a:pt x="506" y="686"/>
                    <a:pt x="503" y="672"/>
                  </a:cubicBezTo>
                  <a:cubicBezTo>
                    <a:pt x="482" y="590"/>
                    <a:pt x="498" y="526"/>
                    <a:pt x="561" y="466"/>
                  </a:cubicBezTo>
                  <a:cubicBezTo>
                    <a:pt x="662" y="372"/>
                    <a:pt x="801" y="305"/>
                    <a:pt x="940" y="305"/>
                  </a:cubicBezTo>
                  <a:close/>
                  <a:moveTo>
                    <a:pt x="786" y="0"/>
                  </a:moveTo>
                  <a:cubicBezTo>
                    <a:pt x="604" y="0"/>
                    <a:pt x="419" y="55"/>
                    <a:pt x="235" y="183"/>
                  </a:cubicBezTo>
                  <a:cubicBezTo>
                    <a:pt x="278" y="225"/>
                    <a:pt x="298" y="295"/>
                    <a:pt x="253" y="359"/>
                  </a:cubicBezTo>
                  <a:cubicBezTo>
                    <a:pt x="0" y="730"/>
                    <a:pt x="415" y="1200"/>
                    <a:pt x="458" y="1577"/>
                  </a:cubicBezTo>
                  <a:cubicBezTo>
                    <a:pt x="489" y="1847"/>
                    <a:pt x="418" y="2114"/>
                    <a:pt x="370" y="2377"/>
                  </a:cubicBezTo>
                  <a:cubicBezTo>
                    <a:pt x="284" y="2861"/>
                    <a:pt x="298" y="3370"/>
                    <a:pt x="734" y="3689"/>
                  </a:cubicBezTo>
                  <a:cubicBezTo>
                    <a:pt x="916" y="3821"/>
                    <a:pt x="1110" y="3879"/>
                    <a:pt x="1301" y="3879"/>
                  </a:cubicBezTo>
                  <a:cubicBezTo>
                    <a:pt x="1663" y="3879"/>
                    <a:pt x="2015" y="3671"/>
                    <a:pt x="2255" y="3370"/>
                  </a:cubicBezTo>
                  <a:cubicBezTo>
                    <a:pt x="2883" y="2585"/>
                    <a:pt x="2714" y="1780"/>
                    <a:pt x="2190" y="998"/>
                  </a:cubicBezTo>
                  <a:cubicBezTo>
                    <a:pt x="1865" y="513"/>
                    <a:pt x="1342" y="0"/>
                    <a:pt x="78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12" name="Google Shape;412;p9"/>
            <p:cNvSpPr/>
            <p:nvPr/>
          </p:nvSpPr>
          <p:spPr>
            <a:xfrm>
              <a:off x="8928360" y="1209240"/>
              <a:ext cx="200520" cy="230760"/>
            </a:xfrm>
            <a:custGeom>
              <a:rect b="b" l="l" r="r" t="t"/>
              <a:pathLst>
                <a:path extrusionOk="0" h="3781" w="3289">
                  <a:moveTo>
                    <a:pt x="1995" y="323"/>
                  </a:moveTo>
                  <a:cubicBezTo>
                    <a:pt x="2307" y="323"/>
                    <a:pt x="2614" y="427"/>
                    <a:pt x="2675" y="764"/>
                  </a:cubicBezTo>
                  <a:cubicBezTo>
                    <a:pt x="2678" y="791"/>
                    <a:pt x="2669" y="813"/>
                    <a:pt x="2654" y="831"/>
                  </a:cubicBezTo>
                  <a:cubicBezTo>
                    <a:pt x="3167" y="1487"/>
                    <a:pt x="2875" y="2666"/>
                    <a:pt x="2068" y="2975"/>
                  </a:cubicBezTo>
                  <a:cubicBezTo>
                    <a:pt x="1926" y="3030"/>
                    <a:pt x="1786" y="3055"/>
                    <a:pt x="1651" y="3055"/>
                  </a:cubicBezTo>
                  <a:cubicBezTo>
                    <a:pt x="843" y="3055"/>
                    <a:pt x="225" y="2157"/>
                    <a:pt x="500" y="1343"/>
                  </a:cubicBezTo>
                  <a:cubicBezTo>
                    <a:pt x="664" y="854"/>
                    <a:pt x="1117" y="491"/>
                    <a:pt x="1609" y="370"/>
                  </a:cubicBezTo>
                  <a:cubicBezTo>
                    <a:pt x="1726" y="342"/>
                    <a:pt x="1861" y="323"/>
                    <a:pt x="1995" y="323"/>
                  </a:cubicBezTo>
                  <a:close/>
                  <a:moveTo>
                    <a:pt x="1804" y="1"/>
                  </a:moveTo>
                  <a:cubicBezTo>
                    <a:pt x="1625" y="1"/>
                    <a:pt x="1438" y="37"/>
                    <a:pt x="1246" y="117"/>
                  </a:cubicBezTo>
                  <a:cubicBezTo>
                    <a:pt x="1236" y="121"/>
                    <a:pt x="1225" y="123"/>
                    <a:pt x="1216" y="123"/>
                  </a:cubicBezTo>
                  <a:cubicBezTo>
                    <a:pt x="1206" y="123"/>
                    <a:pt x="1196" y="121"/>
                    <a:pt x="1187" y="118"/>
                  </a:cubicBezTo>
                  <a:cubicBezTo>
                    <a:pt x="354" y="421"/>
                    <a:pt x="1" y="1443"/>
                    <a:pt x="108" y="2278"/>
                  </a:cubicBezTo>
                  <a:cubicBezTo>
                    <a:pt x="206" y="3022"/>
                    <a:pt x="822" y="3780"/>
                    <a:pt x="1584" y="3780"/>
                  </a:cubicBezTo>
                  <a:cubicBezTo>
                    <a:pt x="1736" y="3780"/>
                    <a:pt x="1893" y="3750"/>
                    <a:pt x="2054" y="3684"/>
                  </a:cubicBezTo>
                  <a:cubicBezTo>
                    <a:pt x="2824" y="3369"/>
                    <a:pt x="3288" y="2200"/>
                    <a:pt x="3209" y="1420"/>
                  </a:cubicBezTo>
                  <a:cubicBezTo>
                    <a:pt x="3127" y="618"/>
                    <a:pt x="2540" y="1"/>
                    <a:pt x="180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13" name="Google Shape;413;p9"/>
            <p:cNvSpPr/>
            <p:nvPr/>
          </p:nvSpPr>
          <p:spPr>
            <a:xfrm>
              <a:off x="9038520" y="1098360"/>
              <a:ext cx="37080" cy="24840"/>
            </a:xfrm>
            <a:custGeom>
              <a:rect b="b" l="l" r="r" t="t"/>
              <a:pathLst>
                <a:path extrusionOk="0" h="412" w="612">
                  <a:moveTo>
                    <a:pt x="487" y="1"/>
                  </a:moveTo>
                  <a:cubicBezTo>
                    <a:pt x="461" y="1"/>
                    <a:pt x="434" y="3"/>
                    <a:pt x="407" y="6"/>
                  </a:cubicBezTo>
                  <a:cubicBezTo>
                    <a:pt x="284" y="23"/>
                    <a:pt x="1" y="130"/>
                    <a:pt x="53" y="298"/>
                  </a:cubicBezTo>
                  <a:cubicBezTo>
                    <a:pt x="80" y="381"/>
                    <a:pt x="141" y="412"/>
                    <a:pt x="210" y="412"/>
                  </a:cubicBezTo>
                  <a:cubicBezTo>
                    <a:pt x="307" y="412"/>
                    <a:pt x="419" y="350"/>
                    <a:pt x="471" y="286"/>
                  </a:cubicBezTo>
                  <a:cubicBezTo>
                    <a:pt x="539" y="205"/>
                    <a:pt x="566" y="101"/>
                    <a:pt x="611" y="14"/>
                  </a:cubicBezTo>
                  <a:cubicBezTo>
                    <a:pt x="571" y="6"/>
                    <a:pt x="529" y="1"/>
                    <a:pt x="4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2600" lIns="91425" spcFirstLastPara="1" rIns="91425" wrap="square" tIns="12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14" name="Google Shape;414;p9"/>
            <p:cNvSpPr/>
            <p:nvPr/>
          </p:nvSpPr>
          <p:spPr>
            <a:xfrm>
              <a:off x="8875800" y="1192680"/>
              <a:ext cx="34920" cy="17280"/>
            </a:xfrm>
            <a:custGeom>
              <a:rect b="b" l="l" r="r" t="t"/>
              <a:pathLst>
                <a:path extrusionOk="0" h="289" w="575">
                  <a:moveTo>
                    <a:pt x="250" y="0"/>
                  </a:moveTo>
                  <a:cubicBezTo>
                    <a:pt x="202" y="0"/>
                    <a:pt x="154" y="15"/>
                    <a:pt x="109" y="49"/>
                  </a:cubicBezTo>
                  <a:cubicBezTo>
                    <a:pt x="0" y="129"/>
                    <a:pt x="58" y="250"/>
                    <a:pt x="179" y="281"/>
                  </a:cubicBezTo>
                  <a:cubicBezTo>
                    <a:pt x="198" y="286"/>
                    <a:pt x="218" y="288"/>
                    <a:pt x="237" y="288"/>
                  </a:cubicBezTo>
                  <a:cubicBezTo>
                    <a:pt x="356" y="288"/>
                    <a:pt x="467" y="204"/>
                    <a:pt x="574" y="156"/>
                  </a:cubicBezTo>
                  <a:cubicBezTo>
                    <a:pt x="478" y="77"/>
                    <a:pt x="362" y="0"/>
                    <a:pt x="2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8625" lIns="91425" spcFirstLastPara="1" rIns="91425" wrap="square" tIns="86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15" name="Google Shape;415;p9"/>
            <p:cNvSpPr/>
            <p:nvPr/>
          </p:nvSpPr>
          <p:spPr>
            <a:xfrm>
              <a:off x="8830800" y="1443240"/>
              <a:ext cx="44640" cy="12240"/>
            </a:xfrm>
            <a:custGeom>
              <a:rect b="b" l="l" r="r" t="t"/>
              <a:pathLst>
                <a:path extrusionOk="0" h="207" w="738">
                  <a:moveTo>
                    <a:pt x="579" y="1"/>
                  </a:moveTo>
                  <a:cubicBezTo>
                    <a:pt x="373" y="1"/>
                    <a:pt x="172" y="68"/>
                    <a:pt x="1" y="188"/>
                  </a:cubicBezTo>
                  <a:cubicBezTo>
                    <a:pt x="59" y="201"/>
                    <a:pt x="116" y="207"/>
                    <a:pt x="171" y="207"/>
                  </a:cubicBezTo>
                  <a:cubicBezTo>
                    <a:pt x="370" y="207"/>
                    <a:pt x="548" y="130"/>
                    <a:pt x="738" y="14"/>
                  </a:cubicBezTo>
                  <a:cubicBezTo>
                    <a:pt x="684" y="5"/>
                    <a:pt x="631" y="1"/>
                    <a:pt x="5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6100" lIns="91425" spcFirstLastPara="1" rIns="91425" wrap="square" tIns="6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16" name="Google Shape;416;p9"/>
            <p:cNvSpPr/>
            <p:nvPr/>
          </p:nvSpPr>
          <p:spPr>
            <a:xfrm>
              <a:off x="8504280" y="1175040"/>
              <a:ext cx="35640" cy="45360"/>
            </a:xfrm>
            <a:custGeom>
              <a:rect b="b" l="l" r="r" t="t"/>
              <a:pathLst>
                <a:path extrusionOk="0" h="746" w="588">
                  <a:moveTo>
                    <a:pt x="43" y="1"/>
                  </a:moveTo>
                  <a:cubicBezTo>
                    <a:pt x="46" y="8"/>
                    <a:pt x="49" y="15"/>
                    <a:pt x="49" y="23"/>
                  </a:cubicBezTo>
                  <a:cubicBezTo>
                    <a:pt x="49" y="188"/>
                    <a:pt x="1" y="355"/>
                    <a:pt x="49" y="518"/>
                  </a:cubicBezTo>
                  <a:cubicBezTo>
                    <a:pt x="80" y="622"/>
                    <a:pt x="192" y="746"/>
                    <a:pt x="304" y="746"/>
                  </a:cubicBezTo>
                  <a:cubicBezTo>
                    <a:pt x="343" y="746"/>
                    <a:pt x="383" y="730"/>
                    <a:pt x="419" y="692"/>
                  </a:cubicBezTo>
                  <a:cubicBezTo>
                    <a:pt x="588" y="518"/>
                    <a:pt x="223" y="178"/>
                    <a:pt x="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22675" lIns="91425" spcFirstLastPara="1" rIns="91425" wrap="square" tIns="22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17" name="Google Shape;417;p9"/>
            <p:cNvSpPr/>
            <p:nvPr/>
          </p:nvSpPr>
          <p:spPr>
            <a:xfrm>
              <a:off x="8543160" y="1081080"/>
              <a:ext cx="46800" cy="23760"/>
            </a:xfrm>
            <a:custGeom>
              <a:rect b="b" l="l" r="r" t="t"/>
              <a:pathLst>
                <a:path extrusionOk="0" h="394" w="773">
                  <a:moveTo>
                    <a:pt x="773" y="5"/>
                  </a:moveTo>
                  <a:lnTo>
                    <a:pt x="773" y="5"/>
                  </a:lnTo>
                  <a:cubicBezTo>
                    <a:pt x="506" y="12"/>
                    <a:pt x="203" y="0"/>
                    <a:pt x="88" y="196"/>
                  </a:cubicBezTo>
                  <a:cubicBezTo>
                    <a:pt x="1" y="348"/>
                    <a:pt x="79" y="394"/>
                    <a:pt x="187" y="394"/>
                  </a:cubicBezTo>
                  <a:cubicBezTo>
                    <a:pt x="255" y="394"/>
                    <a:pt x="336" y="375"/>
                    <a:pt x="394" y="353"/>
                  </a:cubicBezTo>
                  <a:cubicBezTo>
                    <a:pt x="557" y="291"/>
                    <a:pt x="668" y="177"/>
                    <a:pt x="753" y="29"/>
                  </a:cubicBezTo>
                  <a:cubicBezTo>
                    <a:pt x="760" y="19"/>
                    <a:pt x="767" y="12"/>
                    <a:pt x="773" y="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1875" lIns="91425" spcFirstLastPara="1" rIns="91425" wrap="square" tIns="11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18" name="Google Shape;418;p9"/>
            <p:cNvSpPr/>
            <p:nvPr/>
          </p:nvSpPr>
          <p:spPr>
            <a:xfrm>
              <a:off x="8578440" y="817920"/>
              <a:ext cx="31680" cy="29520"/>
            </a:xfrm>
            <a:custGeom>
              <a:rect b="b" l="l" r="r" t="t"/>
              <a:pathLst>
                <a:path extrusionOk="0" h="492" w="524">
                  <a:moveTo>
                    <a:pt x="524" y="0"/>
                  </a:moveTo>
                  <a:cubicBezTo>
                    <a:pt x="385" y="2"/>
                    <a:pt x="237" y="22"/>
                    <a:pt x="137" y="111"/>
                  </a:cubicBezTo>
                  <a:cubicBezTo>
                    <a:pt x="57" y="186"/>
                    <a:pt x="1" y="335"/>
                    <a:pt x="73" y="433"/>
                  </a:cubicBezTo>
                  <a:cubicBezTo>
                    <a:pt x="104" y="475"/>
                    <a:pt x="143" y="492"/>
                    <a:pt x="184" y="492"/>
                  </a:cubicBezTo>
                  <a:cubicBezTo>
                    <a:pt x="280" y="492"/>
                    <a:pt x="387" y="397"/>
                    <a:pt x="429" y="321"/>
                  </a:cubicBezTo>
                  <a:cubicBezTo>
                    <a:pt x="483" y="222"/>
                    <a:pt x="491" y="108"/>
                    <a:pt x="52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4750" lIns="91425" spcFirstLastPara="1" rIns="91425" wrap="square" tIns="14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19" name="Google Shape;419;p9"/>
            <p:cNvSpPr/>
            <p:nvPr/>
          </p:nvSpPr>
          <p:spPr>
            <a:xfrm>
              <a:off x="8221320" y="570600"/>
              <a:ext cx="46080" cy="30240"/>
            </a:xfrm>
            <a:custGeom>
              <a:rect b="b" l="l" r="r" t="t"/>
              <a:pathLst>
                <a:path extrusionOk="0" h="503" w="759">
                  <a:moveTo>
                    <a:pt x="112" y="1"/>
                  </a:moveTo>
                  <a:cubicBezTo>
                    <a:pt x="44" y="1"/>
                    <a:pt x="0" y="34"/>
                    <a:pt x="25" y="136"/>
                  </a:cubicBezTo>
                  <a:cubicBezTo>
                    <a:pt x="86" y="391"/>
                    <a:pt x="320" y="503"/>
                    <a:pt x="555" y="503"/>
                  </a:cubicBezTo>
                  <a:cubicBezTo>
                    <a:pt x="624" y="503"/>
                    <a:pt x="694" y="493"/>
                    <a:pt x="759" y="475"/>
                  </a:cubicBezTo>
                  <a:cubicBezTo>
                    <a:pt x="675" y="326"/>
                    <a:pt x="558" y="194"/>
                    <a:pt x="412" y="105"/>
                  </a:cubicBezTo>
                  <a:cubicBezTo>
                    <a:pt x="350" y="68"/>
                    <a:pt x="207" y="1"/>
                    <a:pt x="11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5100" lIns="91425" spcFirstLastPara="1" rIns="91425" wrap="square" tIns="15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20" name="Google Shape;420;p9"/>
            <p:cNvSpPr/>
            <p:nvPr/>
          </p:nvSpPr>
          <p:spPr>
            <a:xfrm>
              <a:off x="8176320" y="848160"/>
              <a:ext cx="39600" cy="37440"/>
            </a:xfrm>
            <a:custGeom>
              <a:rect b="b" l="l" r="r" t="t"/>
              <a:pathLst>
                <a:path extrusionOk="0" h="617" w="652">
                  <a:moveTo>
                    <a:pt x="26" y="1"/>
                  </a:moveTo>
                  <a:cubicBezTo>
                    <a:pt x="1" y="155"/>
                    <a:pt x="7" y="317"/>
                    <a:pt x="96" y="451"/>
                  </a:cubicBezTo>
                  <a:cubicBezTo>
                    <a:pt x="164" y="553"/>
                    <a:pt x="284" y="617"/>
                    <a:pt x="401" y="617"/>
                  </a:cubicBezTo>
                  <a:cubicBezTo>
                    <a:pt x="479" y="617"/>
                    <a:pt x="557" y="589"/>
                    <a:pt x="617" y="525"/>
                  </a:cubicBezTo>
                  <a:cubicBezTo>
                    <a:pt x="627" y="515"/>
                    <a:pt x="637" y="508"/>
                    <a:pt x="651" y="502"/>
                  </a:cubicBezTo>
                  <a:cubicBezTo>
                    <a:pt x="538" y="246"/>
                    <a:pt x="306" y="55"/>
                    <a:pt x="2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8700" lIns="91425" spcFirstLastPara="1" rIns="91425" wrap="square" tIns="18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21" name="Google Shape;421;p9"/>
            <p:cNvSpPr/>
            <p:nvPr/>
          </p:nvSpPr>
          <p:spPr>
            <a:xfrm>
              <a:off x="7944840" y="678960"/>
              <a:ext cx="26640" cy="56160"/>
            </a:xfrm>
            <a:custGeom>
              <a:rect b="b" l="l" r="r" t="t"/>
              <a:pathLst>
                <a:path extrusionOk="0" h="924" w="440">
                  <a:moveTo>
                    <a:pt x="0" y="0"/>
                  </a:moveTo>
                  <a:lnTo>
                    <a:pt x="0" y="106"/>
                  </a:lnTo>
                  <a:cubicBezTo>
                    <a:pt x="3" y="184"/>
                    <a:pt x="10" y="262"/>
                    <a:pt x="23" y="340"/>
                  </a:cubicBezTo>
                  <a:cubicBezTo>
                    <a:pt x="50" y="493"/>
                    <a:pt x="82" y="670"/>
                    <a:pt x="160" y="809"/>
                  </a:cubicBezTo>
                  <a:cubicBezTo>
                    <a:pt x="202" y="884"/>
                    <a:pt x="251" y="923"/>
                    <a:pt x="298" y="923"/>
                  </a:cubicBezTo>
                  <a:cubicBezTo>
                    <a:pt x="339" y="923"/>
                    <a:pt x="378" y="893"/>
                    <a:pt x="407" y="832"/>
                  </a:cubicBezTo>
                  <a:cubicBezTo>
                    <a:pt x="439" y="762"/>
                    <a:pt x="425" y="616"/>
                    <a:pt x="414" y="541"/>
                  </a:cubicBezTo>
                  <a:cubicBezTo>
                    <a:pt x="391" y="306"/>
                    <a:pt x="271" y="186"/>
                    <a:pt x="78" y="72"/>
                  </a:cubicBezTo>
                  <a:cubicBezTo>
                    <a:pt x="51" y="57"/>
                    <a:pt x="37" y="28"/>
                    <a:pt x="3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28075" lIns="91425" spcFirstLastPara="1" rIns="91425" wrap="square" tIns="280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22" name="Google Shape;422;p9"/>
            <p:cNvSpPr/>
            <p:nvPr/>
          </p:nvSpPr>
          <p:spPr>
            <a:xfrm>
              <a:off x="8024400" y="629280"/>
              <a:ext cx="54720" cy="45000"/>
            </a:xfrm>
            <a:custGeom>
              <a:rect b="b" l="l" r="r" t="t"/>
              <a:pathLst>
                <a:path extrusionOk="0" h="743" w="903">
                  <a:moveTo>
                    <a:pt x="559" y="1"/>
                  </a:moveTo>
                  <a:cubicBezTo>
                    <a:pt x="432" y="1"/>
                    <a:pt x="295" y="86"/>
                    <a:pt x="215" y="171"/>
                  </a:cubicBezTo>
                  <a:cubicBezTo>
                    <a:pt x="96" y="295"/>
                    <a:pt x="36" y="463"/>
                    <a:pt x="38" y="633"/>
                  </a:cubicBezTo>
                  <a:cubicBezTo>
                    <a:pt x="39" y="667"/>
                    <a:pt x="23" y="690"/>
                    <a:pt x="1" y="700"/>
                  </a:cubicBezTo>
                  <a:lnTo>
                    <a:pt x="25" y="742"/>
                  </a:lnTo>
                  <a:cubicBezTo>
                    <a:pt x="32" y="740"/>
                    <a:pt x="38" y="735"/>
                    <a:pt x="45" y="732"/>
                  </a:cubicBezTo>
                  <a:cubicBezTo>
                    <a:pt x="203" y="670"/>
                    <a:pt x="358" y="626"/>
                    <a:pt x="498" y="520"/>
                  </a:cubicBezTo>
                  <a:cubicBezTo>
                    <a:pt x="624" y="422"/>
                    <a:pt x="902" y="171"/>
                    <a:pt x="688" y="37"/>
                  </a:cubicBezTo>
                  <a:cubicBezTo>
                    <a:pt x="648" y="12"/>
                    <a:pt x="604" y="1"/>
                    <a:pt x="5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22675" lIns="91425" spcFirstLastPara="1" rIns="91425" wrap="square" tIns="22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23" name="Google Shape;423;p9"/>
            <p:cNvSpPr/>
            <p:nvPr/>
          </p:nvSpPr>
          <p:spPr>
            <a:xfrm>
              <a:off x="8030160" y="388080"/>
              <a:ext cx="42840" cy="21960"/>
            </a:xfrm>
            <a:custGeom>
              <a:rect b="b" l="l" r="r" t="t"/>
              <a:pathLst>
                <a:path extrusionOk="0" h="368" w="708">
                  <a:moveTo>
                    <a:pt x="707" y="1"/>
                  </a:moveTo>
                  <a:cubicBezTo>
                    <a:pt x="695" y="10"/>
                    <a:pt x="680" y="18"/>
                    <a:pt x="661" y="18"/>
                  </a:cubicBezTo>
                  <a:cubicBezTo>
                    <a:pt x="659" y="18"/>
                    <a:pt x="656" y="18"/>
                    <a:pt x="654" y="18"/>
                  </a:cubicBezTo>
                  <a:cubicBezTo>
                    <a:pt x="595" y="17"/>
                    <a:pt x="529" y="13"/>
                    <a:pt x="462" y="13"/>
                  </a:cubicBezTo>
                  <a:cubicBezTo>
                    <a:pt x="335" y="13"/>
                    <a:pt x="207" y="30"/>
                    <a:pt x="128" y="130"/>
                  </a:cubicBezTo>
                  <a:cubicBezTo>
                    <a:pt x="0" y="288"/>
                    <a:pt x="139" y="367"/>
                    <a:pt x="282" y="367"/>
                  </a:cubicBezTo>
                  <a:cubicBezTo>
                    <a:pt x="330" y="367"/>
                    <a:pt x="378" y="358"/>
                    <a:pt x="417" y="341"/>
                  </a:cubicBezTo>
                  <a:cubicBezTo>
                    <a:pt x="539" y="287"/>
                    <a:pt x="638" y="185"/>
                    <a:pt x="689" y="60"/>
                  </a:cubicBezTo>
                  <a:cubicBezTo>
                    <a:pt x="698" y="39"/>
                    <a:pt x="703" y="21"/>
                    <a:pt x="7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1150" lIns="91425" spcFirstLastPara="1" rIns="91425" wrap="square" tIns="111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24" name="Google Shape;424;p9"/>
            <p:cNvSpPr/>
            <p:nvPr/>
          </p:nvSpPr>
          <p:spPr>
            <a:xfrm>
              <a:off x="6529680" y="-654840"/>
              <a:ext cx="2934000" cy="2387880"/>
            </a:xfrm>
            <a:custGeom>
              <a:rect b="b" l="l" r="r" t="t"/>
              <a:pathLst>
                <a:path extrusionOk="0" h="39103" w="48042">
                  <a:moveTo>
                    <a:pt x="12145" y="1624"/>
                  </a:moveTo>
                  <a:cubicBezTo>
                    <a:pt x="13951" y="1624"/>
                    <a:pt x="15757" y="2020"/>
                    <a:pt x="17387" y="2797"/>
                  </a:cubicBezTo>
                  <a:cubicBezTo>
                    <a:pt x="19273" y="3695"/>
                    <a:pt x="20753" y="5105"/>
                    <a:pt x="21961" y="6793"/>
                  </a:cubicBezTo>
                  <a:cubicBezTo>
                    <a:pt x="23234" y="8576"/>
                    <a:pt x="24267" y="10517"/>
                    <a:pt x="25528" y="12307"/>
                  </a:cubicBezTo>
                  <a:cubicBezTo>
                    <a:pt x="26740" y="14028"/>
                    <a:pt x="28086" y="15652"/>
                    <a:pt x="29573" y="17140"/>
                  </a:cubicBezTo>
                  <a:cubicBezTo>
                    <a:pt x="30298" y="17869"/>
                    <a:pt x="31061" y="18557"/>
                    <a:pt x="31853" y="19209"/>
                  </a:cubicBezTo>
                  <a:cubicBezTo>
                    <a:pt x="31860" y="19243"/>
                    <a:pt x="31891" y="19270"/>
                    <a:pt x="31924" y="19270"/>
                  </a:cubicBezTo>
                  <a:cubicBezTo>
                    <a:pt x="31925" y="19270"/>
                    <a:pt x="31926" y="19269"/>
                    <a:pt x="31927" y="19269"/>
                  </a:cubicBezTo>
                  <a:cubicBezTo>
                    <a:pt x="32724" y="19921"/>
                    <a:pt x="33555" y="20534"/>
                    <a:pt x="34415" y="21105"/>
                  </a:cubicBezTo>
                  <a:cubicBezTo>
                    <a:pt x="36049" y="22189"/>
                    <a:pt x="37755" y="23155"/>
                    <a:pt x="39403" y="24215"/>
                  </a:cubicBezTo>
                  <a:cubicBezTo>
                    <a:pt x="41046" y="25270"/>
                    <a:pt x="42654" y="26419"/>
                    <a:pt x="43990" y="27852"/>
                  </a:cubicBezTo>
                  <a:cubicBezTo>
                    <a:pt x="45238" y="29189"/>
                    <a:pt x="46361" y="30839"/>
                    <a:pt x="46567" y="32699"/>
                  </a:cubicBezTo>
                  <a:cubicBezTo>
                    <a:pt x="46961" y="36292"/>
                    <a:pt x="43351" y="37548"/>
                    <a:pt x="40165" y="37548"/>
                  </a:cubicBezTo>
                  <a:cubicBezTo>
                    <a:pt x="39200" y="37548"/>
                    <a:pt x="38274" y="37433"/>
                    <a:pt x="37510" y="37233"/>
                  </a:cubicBezTo>
                  <a:cubicBezTo>
                    <a:pt x="31261" y="35596"/>
                    <a:pt x="28499" y="28503"/>
                    <a:pt x="23262" y="25403"/>
                  </a:cubicBezTo>
                  <a:cubicBezTo>
                    <a:pt x="23266" y="25353"/>
                    <a:pt x="23221" y="25318"/>
                    <a:pt x="23175" y="25318"/>
                  </a:cubicBezTo>
                  <a:cubicBezTo>
                    <a:pt x="23161" y="25318"/>
                    <a:pt x="23146" y="25321"/>
                    <a:pt x="23133" y="25329"/>
                  </a:cubicBezTo>
                  <a:cubicBezTo>
                    <a:pt x="21930" y="24639"/>
                    <a:pt x="20598" y="24157"/>
                    <a:pt x="19063" y="24001"/>
                  </a:cubicBezTo>
                  <a:cubicBezTo>
                    <a:pt x="17536" y="23844"/>
                    <a:pt x="16002" y="23915"/>
                    <a:pt x="14473" y="23835"/>
                  </a:cubicBezTo>
                  <a:lnTo>
                    <a:pt x="14473" y="23833"/>
                  </a:lnTo>
                  <a:cubicBezTo>
                    <a:pt x="14484" y="23776"/>
                    <a:pt x="14441" y="23743"/>
                    <a:pt x="14397" y="23743"/>
                  </a:cubicBezTo>
                  <a:cubicBezTo>
                    <a:pt x="14362" y="23743"/>
                    <a:pt x="14327" y="23763"/>
                    <a:pt x="14317" y="23807"/>
                  </a:cubicBezTo>
                  <a:cubicBezTo>
                    <a:pt x="14317" y="23813"/>
                    <a:pt x="14316" y="23818"/>
                    <a:pt x="14313" y="23825"/>
                  </a:cubicBezTo>
                  <a:cubicBezTo>
                    <a:pt x="13821" y="23797"/>
                    <a:pt x="13327" y="23750"/>
                    <a:pt x="12835" y="23675"/>
                  </a:cubicBezTo>
                  <a:cubicBezTo>
                    <a:pt x="12098" y="23560"/>
                    <a:pt x="11368" y="23396"/>
                    <a:pt x="10660" y="23174"/>
                  </a:cubicBezTo>
                  <a:cubicBezTo>
                    <a:pt x="10643" y="23140"/>
                    <a:pt x="10610" y="23124"/>
                    <a:pt x="10576" y="23124"/>
                  </a:cubicBezTo>
                  <a:cubicBezTo>
                    <a:pt x="10561" y="23124"/>
                    <a:pt x="10546" y="23127"/>
                    <a:pt x="10532" y="23134"/>
                  </a:cubicBezTo>
                  <a:cubicBezTo>
                    <a:pt x="9563" y="22819"/>
                    <a:pt x="8635" y="22391"/>
                    <a:pt x="7785" y="21827"/>
                  </a:cubicBezTo>
                  <a:cubicBezTo>
                    <a:pt x="7797" y="21769"/>
                    <a:pt x="7747" y="21726"/>
                    <a:pt x="7697" y="21726"/>
                  </a:cubicBezTo>
                  <a:cubicBezTo>
                    <a:pt x="7682" y="21726"/>
                    <a:pt x="7667" y="21730"/>
                    <a:pt x="7653" y="21738"/>
                  </a:cubicBezTo>
                  <a:cubicBezTo>
                    <a:pt x="7457" y="21603"/>
                    <a:pt x="7266" y="21462"/>
                    <a:pt x="7079" y="21313"/>
                  </a:cubicBezTo>
                  <a:cubicBezTo>
                    <a:pt x="6363" y="20739"/>
                    <a:pt x="5733" y="20074"/>
                    <a:pt x="5200" y="19340"/>
                  </a:cubicBezTo>
                  <a:lnTo>
                    <a:pt x="5227" y="19319"/>
                  </a:lnTo>
                  <a:cubicBezTo>
                    <a:pt x="5291" y="19265"/>
                    <a:pt x="5243" y="19173"/>
                    <a:pt x="5177" y="19173"/>
                  </a:cubicBezTo>
                  <a:cubicBezTo>
                    <a:pt x="5162" y="19173"/>
                    <a:pt x="5146" y="19178"/>
                    <a:pt x="5130" y="19189"/>
                  </a:cubicBezTo>
                  <a:cubicBezTo>
                    <a:pt x="5122" y="19194"/>
                    <a:pt x="5115" y="19201"/>
                    <a:pt x="5106" y="19207"/>
                  </a:cubicBezTo>
                  <a:cubicBezTo>
                    <a:pt x="4443" y="18265"/>
                    <a:pt x="3937" y="17215"/>
                    <a:pt x="3611" y="16098"/>
                  </a:cubicBezTo>
                  <a:cubicBezTo>
                    <a:pt x="2993" y="13979"/>
                    <a:pt x="2947" y="11749"/>
                    <a:pt x="2614" y="9579"/>
                  </a:cubicBezTo>
                  <a:cubicBezTo>
                    <a:pt x="2555" y="9197"/>
                    <a:pt x="2486" y="8818"/>
                    <a:pt x="2405" y="8440"/>
                  </a:cubicBezTo>
                  <a:cubicBezTo>
                    <a:pt x="2459" y="8389"/>
                    <a:pt x="2434" y="8295"/>
                    <a:pt x="2367" y="8275"/>
                  </a:cubicBezTo>
                  <a:cubicBezTo>
                    <a:pt x="2254" y="7772"/>
                    <a:pt x="2116" y="7275"/>
                    <a:pt x="1947" y="6785"/>
                  </a:cubicBezTo>
                  <a:cubicBezTo>
                    <a:pt x="2016" y="6354"/>
                    <a:pt x="2204" y="5957"/>
                    <a:pt x="2470" y="5594"/>
                  </a:cubicBezTo>
                  <a:cubicBezTo>
                    <a:pt x="2480" y="5599"/>
                    <a:pt x="2491" y="5601"/>
                    <a:pt x="2502" y="5601"/>
                  </a:cubicBezTo>
                  <a:cubicBezTo>
                    <a:pt x="2555" y="5601"/>
                    <a:pt x="2609" y="5552"/>
                    <a:pt x="2580" y="5497"/>
                  </a:cubicBezTo>
                  <a:cubicBezTo>
                    <a:pt x="2577" y="5488"/>
                    <a:pt x="2571" y="5478"/>
                    <a:pt x="2565" y="5470"/>
                  </a:cubicBezTo>
                  <a:cubicBezTo>
                    <a:pt x="3298" y="4548"/>
                    <a:pt x="4507" y="3855"/>
                    <a:pt x="5407" y="3377"/>
                  </a:cubicBezTo>
                  <a:cubicBezTo>
                    <a:pt x="7368" y="2331"/>
                    <a:pt x="9557" y="1694"/>
                    <a:pt x="11782" y="1629"/>
                  </a:cubicBezTo>
                  <a:cubicBezTo>
                    <a:pt x="11903" y="1626"/>
                    <a:pt x="12024" y="1624"/>
                    <a:pt x="12145" y="1624"/>
                  </a:cubicBezTo>
                  <a:close/>
                  <a:moveTo>
                    <a:pt x="12043" y="1"/>
                  </a:moveTo>
                  <a:cubicBezTo>
                    <a:pt x="12019" y="1"/>
                    <a:pt x="11996" y="14"/>
                    <a:pt x="11986" y="43"/>
                  </a:cubicBezTo>
                  <a:cubicBezTo>
                    <a:pt x="11856" y="423"/>
                    <a:pt x="11771" y="819"/>
                    <a:pt x="11693" y="1210"/>
                  </a:cubicBezTo>
                  <a:cubicBezTo>
                    <a:pt x="11309" y="1224"/>
                    <a:pt x="10926" y="1252"/>
                    <a:pt x="10545" y="1296"/>
                  </a:cubicBezTo>
                  <a:cubicBezTo>
                    <a:pt x="10556" y="982"/>
                    <a:pt x="10588" y="678"/>
                    <a:pt x="10670" y="361"/>
                  </a:cubicBezTo>
                  <a:cubicBezTo>
                    <a:pt x="10684" y="304"/>
                    <a:pt x="10633" y="267"/>
                    <a:pt x="10584" y="267"/>
                  </a:cubicBezTo>
                  <a:cubicBezTo>
                    <a:pt x="10553" y="267"/>
                    <a:pt x="10523" y="282"/>
                    <a:pt x="10510" y="316"/>
                  </a:cubicBezTo>
                  <a:cubicBezTo>
                    <a:pt x="10389" y="629"/>
                    <a:pt x="10321" y="982"/>
                    <a:pt x="10342" y="1325"/>
                  </a:cubicBezTo>
                  <a:cubicBezTo>
                    <a:pt x="10130" y="1353"/>
                    <a:pt x="9917" y="1383"/>
                    <a:pt x="9705" y="1422"/>
                  </a:cubicBezTo>
                  <a:cubicBezTo>
                    <a:pt x="9706" y="1415"/>
                    <a:pt x="9709" y="1410"/>
                    <a:pt x="9712" y="1402"/>
                  </a:cubicBezTo>
                  <a:cubicBezTo>
                    <a:pt x="9757" y="1098"/>
                    <a:pt x="9749" y="779"/>
                    <a:pt x="9742" y="473"/>
                  </a:cubicBezTo>
                  <a:cubicBezTo>
                    <a:pt x="9739" y="421"/>
                    <a:pt x="9695" y="394"/>
                    <a:pt x="9650" y="394"/>
                  </a:cubicBezTo>
                  <a:cubicBezTo>
                    <a:pt x="9609" y="394"/>
                    <a:pt x="9568" y="418"/>
                    <a:pt x="9564" y="467"/>
                  </a:cubicBezTo>
                  <a:cubicBezTo>
                    <a:pt x="9539" y="773"/>
                    <a:pt x="9509" y="1091"/>
                    <a:pt x="9538" y="1397"/>
                  </a:cubicBezTo>
                  <a:cubicBezTo>
                    <a:pt x="9539" y="1418"/>
                    <a:pt x="9549" y="1435"/>
                    <a:pt x="9560" y="1446"/>
                  </a:cubicBezTo>
                  <a:cubicBezTo>
                    <a:pt x="9261" y="1503"/>
                    <a:pt x="8964" y="1571"/>
                    <a:pt x="8667" y="1645"/>
                  </a:cubicBezTo>
                  <a:cubicBezTo>
                    <a:pt x="8652" y="1404"/>
                    <a:pt x="8631" y="1167"/>
                    <a:pt x="8597" y="928"/>
                  </a:cubicBezTo>
                  <a:cubicBezTo>
                    <a:pt x="8588" y="868"/>
                    <a:pt x="8543" y="840"/>
                    <a:pt x="8498" y="840"/>
                  </a:cubicBezTo>
                  <a:cubicBezTo>
                    <a:pt x="8445" y="840"/>
                    <a:pt x="8391" y="879"/>
                    <a:pt x="8394" y="949"/>
                  </a:cubicBezTo>
                  <a:cubicBezTo>
                    <a:pt x="8405" y="1201"/>
                    <a:pt x="8431" y="1451"/>
                    <a:pt x="8462" y="1699"/>
                  </a:cubicBezTo>
                  <a:cubicBezTo>
                    <a:pt x="8207" y="1769"/>
                    <a:pt x="7955" y="1843"/>
                    <a:pt x="7704" y="1925"/>
                  </a:cubicBezTo>
                  <a:cubicBezTo>
                    <a:pt x="7581" y="1594"/>
                    <a:pt x="7477" y="1262"/>
                    <a:pt x="7388" y="921"/>
                  </a:cubicBezTo>
                  <a:cubicBezTo>
                    <a:pt x="7377" y="878"/>
                    <a:pt x="7344" y="860"/>
                    <a:pt x="7309" y="860"/>
                  </a:cubicBezTo>
                  <a:cubicBezTo>
                    <a:pt x="7254" y="860"/>
                    <a:pt x="7194" y="904"/>
                    <a:pt x="7199" y="967"/>
                  </a:cubicBezTo>
                  <a:cubicBezTo>
                    <a:pt x="7229" y="1325"/>
                    <a:pt x="7340" y="1677"/>
                    <a:pt x="7508" y="1995"/>
                  </a:cubicBezTo>
                  <a:cubicBezTo>
                    <a:pt x="7320" y="2059"/>
                    <a:pt x="7130" y="2125"/>
                    <a:pt x="6944" y="2197"/>
                  </a:cubicBezTo>
                  <a:cubicBezTo>
                    <a:pt x="6886" y="2222"/>
                    <a:pt x="6825" y="2246"/>
                    <a:pt x="6766" y="2268"/>
                  </a:cubicBezTo>
                  <a:cubicBezTo>
                    <a:pt x="6702" y="1935"/>
                    <a:pt x="6608" y="1584"/>
                    <a:pt x="6462" y="1283"/>
                  </a:cubicBezTo>
                  <a:cubicBezTo>
                    <a:pt x="6445" y="1248"/>
                    <a:pt x="6412" y="1232"/>
                    <a:pt x="6379" y="1232"/>
                  </a:cubicBezTo>
                  <a:cubicBezTo>
                    <a:pt x="6332" y="1232"/>
                    <a:pt x="6287" y="1265"/>
                    <a:pt x="6294" y="1325"/>
                  </a:cubicBezTo>
                  <a:cubicBezTo>
                    <a:pt x="6335" y="1666"/>
                    <a:pt x="6450" y="2020"/>
                    <a:pt x="6581" y="2343"/>
                  </a:cubicBezTo>
                  <a:cubicBezTo>
                    <a:pt x="6070" y="2550"/>
                    <a:pt x="5541" y="2786"/>
                    <a:pt x="5023" y="3058"/>
                  </a:cubicBezTo>
                  <a:cubicBezTo>
                    <a:pt x="4887" y="2732"/>
                    <a:pt x="4790" y="2393"/>
                    <a:pt x="4685" y="2054"/>
                  </a:cubicBezTo>
                  <a:cubicBezTo>
                    <a:pt x="4671" y="2009"/>
                    <a:pt x="4635" y="1990"/>
                    <a:pt x="4598" y="1990"/>
                  </a:cubicBezTo>
                  <a:cubicBezTo>
                    <a:pt x="4541" y="1990"/>
                    <a:pt x="4480" y="2035"/>
                    <a:pt x="4486" y="2104"/>
                  </a:cubicBezTo>
                  <a:cubicBezTo>
                    <a:pt x="4511" y="2484"/>
                    <a:pt x="4647" y="2834"/>
                    <a:pt x="4827" y="3164"/>
                  </a:cubicBezTo>
                  <a:cubicBezTo>
                    <a:pt x="4556" y="3310"/>
                    <a:pt x="4291" y="3466"/>
                    <a:pt x="4033" y="3634"/>
                  </a:cubicBezTo>
                  <a:cubicBezTo>
                    <a:pt x="3951" y="3293"/>
                    <a:pt x="3802" y="2961"/>
                    <a:pt x="3604" y="2672"/>
                  </a:cubicBezTo>
                  <a:cubicBezTo>
                    <a:pt x="3579" y="2636"/>
                    <a:pt x="3547" y="2621"/>
                    <a:pt x="3515" y="2621"/>
                  </a:cubicBezTo>
                  <a:cubicBezTo>
                    <a:pt x="3432" y="2621"/>
                    <a:pt x="3350" y="2723"/>
                    <a:pt x="3409" y="2818"/>
                  </a:cubicBezTo>
                  <a:cubicBezTo>
                    <a:pt x="3591" y="3112"/>
                    <a:pt x="3736" y="3408"/>
                    <a:pt x="3866" y="3728"/>
                  </a:cubicBezTo>
                  <a:cubicBezTo>
                    <a:pt x="3868" y="3734"/>
                    <a:pt x="3871" y="3735"/>
                    <a:pt x="3875" y="3741"/>
                  </a:cubicBezTo>
                  <a:cubicBezTo>
                    <a:pt x="3614" y="3918"/>
                    <a:pt x="3363" y="4108"/>
                    <a:pt x="3129" y="4309"/>
                  </a:cubicBezTo>
                  <a:cubicBezTo>
                    <a:pt x="3005" y="3969"/>
                    <a:pt x="2825" y="3647"/>
                    <a:pt x="2594" y="3369"/>
                  </a:cubicBezTo>
                  <a:cubicBezTo>
                    <a:pt x="2568" y="3339"/>
                    <a:pt x="2537" y="3326"/>
                    <a:pt x="2507" y="3326"/>
                  </a:cubicBezTo>
                  <a:cubicBezTo>
                    <a:pt x="2429" y="3326"/>
                    <a:pt x="2359" y="3415"/>
                    <a:pt x="2414" y="3504"/>
                  </a:cubicBezTo>
                  <a:cubicBezTo>
                    <a:pt x="2608" y="3823"/>
                    <a:pt x="2779" y="4145"/>
                    <a:pt x="2934" y="4482"/>
                  </a:cubicBezTo>
                  <a:cubicBezTo>
                    <a:pt x="2720" y="4680"/>
                    <a:pt x="2520" y="4890"/>
                    <a:pt x="2339" y="5114"/>
                  </a:cubicBezTo>
                  <a:cubicBezTo>
                    <a:pt x="2161" y="4857"/>
                    <a:pt x="1960" y="4612"/>
                    <a:pt x="1776" y="4366"/>
                  </a:cubicBezTo>
                  <a:cubicBezTo>
                    <a:pt x="1755" y="4339"/>
                    <a:pt x="1726" y="4328"/>
                    <a:pt x="1697" y="4328"/>
                  </a:cubicBezTo>
                  <a:cubicBezTo>
                    <a:pt x="1628" y="4328"/>
                    <a:pt x="1558" y="4390"/>
                    <a:pt x="1596" y="4465"/>
                  </a:cubicBezTo>
                  <a:cubicBezTo>
                    <a:pt x="1752" y="4770"/>
                    <a:pt x="1933" y="5081"/>
                    <a:pt x="2169" y="5339"/>
                  </a:cubicBezTo>
                  <a:cubicBezTo>
                    <a:pt x="2127" y="5393"/>
                    <a:pt x="2088" y="5448"/>
                    <a:pt x="2050" y="5505"/>
                  </a:cubicBezTo>
                  <a:cubicBezTo>
                    <a:pt x="1943" y="5667"/>
                    <a:pt x="1851" y="5832"/>
                    <a:pt x="1777" y="6005"/>
                  </a:cubicBezTo>
                  <a:cubicBezTo>
                    <a:pt x="1400" y="5722"/>
                    <a:pt x="1065" y="5403"/>
                    <a:pt x="723" y="5067"/>
                  </a:cubicBezTo>
                  <a:cubicBezTo>
                    <a:pt x="707" y="5051"/>
                    <a:pt x="689" y="5044"/>
                    <a:pt x="673" y="5044"/>
                  </a:cubicBezTo>
                  <a:cubicBezTo>
                    <a:pt x="615" y="5044"/>
                    <a:pt x="569" y="5127"/>
                    <a:pt x="603" y="5186"/>
                  </a:cubicBezTo>
                  <a:cubicBezTo>
                    <a:pt x="855" y="5617"/>
                    <a:pt x="1259" y="5963"/>
                    <a:pt x="1705" y="6192"/>
                  </a:cubicBezTo>
                  <a:cubicBezTo>
                    <a:pt x="1658" y="6317"/>
                    <a:pt x="1623" y="6442"/>
                    <a:pt x="1599" y="6569"/>
                  </a:cubicBezTo>
                  <a:cubicBezTo>
                    <a:pt x="1593" y="6572"/>
                    <a:pt x="1592" y="6575"/>
                    <a:pt x="1586" y="6579"/>
                  </a:cubicBezTo>
                  <a:cubicBezTo>
                    <a:pt x="1319" y="6535"/>
                    <a:pt x="1032" y="6502"/>
                    <a:pt x="750" y="6502"/>
                  </a:cubicBezTo>
                  <a:cubicBezTo>
                    <a:pt x="546" y="6502"/>
                    <a:pt x="345" y="6519"/>
                    <a:pt x="156" y="6561"/>
                  </a:cubicBezTo>
                  <a:cubicBezTo>
                    <a:pt x="36" y="6588"/>
                    <a:pt x="0" y="6795"/>
                    <a:pt x="149" y="6800"/>
                  </a:cubicBezTo>
                  <a:cubicBezTo>
                    <a:pt x="246" y="6804"/>
                    <a:pt x="343" y="6805"/>
                    <a:pt x="440" y="6805"/>
                  </a:cubicBezTo>
                  <a:cubicBezTo>
                    <a:pt x="789" y="6805"/>
                    <a:pt x="1138" y="6786"/>
                    <a:pt x="1487" y="6782"/>
                  </a:cubicBezTo>
                  <a:cubicBezTo>
                    <a:pt x="1488" y="6796"/>
                    <a:pt x="1493" y="6813"/>
                    <a:pt x="1497" y="6829"/>
                  </a:cubicBezTo>
                  <a:cubicBezTo>
                    <a:pt x="1515" y="6880"/>
                    <a:pt x="1531" y="6935"/>
                    <a:pt x="1549" y="6987"/>
                  </a:cubicBezTo>
                  <a:cubicBezTo>
                    <a:pt x="1545" y="7082"/>
                    <a:pt x="1549" y="7177"/>
                    <a:pt x="1558" y="7275"/>
                  </a:cubicBezTo>
                  <a:cubicBezTo>
                    <a:pt x="1246" y="7302"/>
                    <a:pt x="935" y="7303"/>
                    <a:pt x="617" y="7303"/>
                  </a:cubicBezTo>
                  <a:cubicBezTo>
                    <a:pt x="587" y="7303"/>
                    <a:pt x="557" y="7303"/>
                    <a:pt x="526" y="7303"/>
                  </a:cubicBezTo>
                  <a:cubicBezTo>
                    <a:pt x="391" y="7303"/>
                    <a:pt x="399" y="7507"/>
                    <a:pt x="522" y="7531"/>
                  </a:cubicBezTo>
                  <a:cubicBezTo>
                    <a:pt x="696" y="7567"/>
                    <a:pt x="873" y="7582"/>
                    <a:pt x="1051" y="7582"/>
                  </a:cubicBezTo>
                  <a:cubicBezTo>
                    <a:pt x="1233" y="7582"/>
                    <a:pt x="1416" y="7566"/>
                    <a:pt x="1596" y="7537"/>
                  </a:cubicBezTo>
                  <a:cubicBezTo>
                    <a:pt x="1600" y="7551"/>
                    <a:pt x="1602" y="7564"/>
                    <a:pt x="1603" y="7575"/>
                  </a:cubicBezTo>
                  <a:cubicBezTo>
                    <a:pt x="1623" y="7666"/>
                    <a:pt x="1694" y="7713"/>
                    <a:pt x="1766" y="7720"/>
                  </a:cubicBezTo>
                  <a:cubicBezTo>
                    <a:pt x="1827" y="7948"/>
                    <a:pt x="1879" y="8176"/>
                    <a:pt x="1929" y="8407"/>
                  </a:cubicBezTo>
                  <a:cubicBezTo>
                    <a:pt x="1500" y="8546"/>
                    <a:pt x="1063" y="8679"/>
                    <a:pt x="639" y="8837"/>
                  </a:cubicBezTo>
                  <a:cubicBezTo>
                    <a:pt x="531" y="8877"/>
                    <a:pt x="563" y="9055"/>
                    <a:pt x="673" y="9055"/>
                  </a:cubicBezTo>
                  <a:cubicBezTo>
                    <a:pt x="679" y="9055"/>
                    <a:pt x="686" y="9055"/>
                    <a:pt x="693" y="9053"/>
                  </a:cubicBezTo>
                  <a:cubicBezTo>
                    <a:pt x="1133" y="8968"/>
                    <a:pt x="1565" y="8818"/>
                    <a:pt x="1981" y="8643"/>
                  </a:cubicBezTo>
                  <a:cubicBezTo>
                    <a:pt x="2061" y="9038"/>
                    <a:pt x="2126" y="9436"/>
                    <a:pt x="2184" y="9836"/>
                  </a:cubicBezTo>
                  <a:cubicBezTo>
                    <a:pt x="1756" y="9905"/>
                    <a:pt x="1325" y="9976"/>
                    <a:pt x="906" y="10094"/>
                  </a:cubicBezTo>
                  <a:cubicBezTo>
                    <a:pt x="785" y="10128"/>
                    <a:pt x="833" y="10310"/>
                    <a:pt x="947" y="10310"/>
                  </a:cubicBezTo>
                  <a:cubicBezTo>
                    <a:pt x="951" y="10310"/>
                    <a:pt x="954" y="10309"/>
                    <a:pt x="958" y="10309"/>
                  </a:cubicBezTo>
                  <a:cubicBezTo>
                    <a:pt x="1383" y="10267"/>
                    <a:pt x="1804" y="10174"/>
                    <a:pt x="2220" y="10084"/>
                  </a:cubicBezTo>
                  <a:cubicBezTo>
                    <a:pt x="2252" y="10318"/>
                    <a:pt x="2282" y="10551"/>
                    <a:pt x="2310" y="10788"/>
                  </a:cubicBezTo>
                  <a:cubicBezTo>
                    <a:pt x="1928" y="10883"/>
                    <a:pt x="1546" y="10951"/>
                    <a:pt x="1160" y="11022"/>
                  </a:cubicBezTo>
                  <a:cubicBezTo>
                    <a:pt x="993" y="11052"/>
                    <a:pt x="1019" y="11280"/>
                    <a:pt x="1184" y="11280"/>
                  </a:cubicBezTo>
                  <a:cubicBezTo>
                    <a:pt x="1184" y="11280"/>
                    <a:pt x="1185" y="11280"/>
                    <a:pt x="1185" y="11280"/>
                  </a:cubicBezTo>
                  <a:cubicBezTo>
                    <a:pt x="1568" y="11278"/>
                    <a:pt x="1974" y="11189"/>
                    <a:pt x="2343" y="11057"/>
                  </a:cubicBezTo>
                  <a:cubicBezTo>
                    <a:pt x="2368" y="11271"/>
                    <a:pt x="2392" y="11485"/>
                    <a:pt x="2417" y="11702"/>
                  </a:cubicBezTo>
                  <a:cubicBezTo>
                    <a:pt x="2042" y="11804"/>
                    <a:pt x="1653" y="11893"/>
                    <a:pt x="1296" y="12035"/>
                  </a:cubicBezTo>
                  <a:cubicBezTo>
                    <a:pt x="1178" y="12079"/>
                    <a:pt x="1232" y="12235"/>
                    <a:pt x="1344" y="12235"/>
                  </a:cubicBezTo>
                  <a:cubicBezTo>
                    <a:pt x="1712" y="12235"/>
                    <a:pt x="2106" y="12107"/>
                    <a:pt x="2445" y="11947"/>
                  </a:cubicBezTo>
                  <a:cubicBezTo>
                    <a:pt x="2473" y="12205"/>
                    <a:pt x="2503" y="12463"/>
                    <a:pt x="2534" y="12722"/>
                  </a:cubicBezTo>
                  <a:cubicBezTo>
                    <a:pt x="2052" y="12868"/>
                    <a:pt x="1586" y="13053"/>
                    <a:pt x="1171" y="13343"/>
                  </a:cubicBezTo>
                  <a:cubicBezTo>
                    <a:pt x="1080" y="13408"/>
                    <a:pt x="1142" y="13545"/>
                    <a:pt x="1238" y="13545"/>
                  </a:cubicBezTo>
                  <a:cubicBezTo>
                    <a:pt x="1250" y="13545"/>
                    <a:pt x="1264" y="13543"/>
                    <a:pt x="1277" y="13537"/>
                  </a:cubicBezTo>
                  <a:cubicBezTo>
                    <a:pt x="1709" y="13362"/>
                    <a:pt x="2132" y="13169"/>
                    <a:pt x="2570" y="13010"/>
                  </a:cubicBezTo>
                  <a:cubicBezTo>
                    <a:pt x="2598" y="13237"/>
                    <a:pt x="2623" y="13462"/>
                    <a:pt x="2656" y="13689"/>
                  </a:cubicBezTo>
                  <a:cubicBezTo>
                    <a:pt x="2670" y="13789"/>
                    <a:pt x="2686" y="13889"/>
                    <a:pt x="2701" y="13991"/>
                  </a:cubicBezTo>
                  <a:cubicBezTo>
                    <a:pt x="2687" y="13991"/>
                    <a:pt x="2676" y="13991"/>
                    <a:pt x="2662" y="13995"/>
                  </a:cubicBezTo>
                  <a:cubicBezTo>
                    <a:pt x="2266" y="14127"/>
                    <a:pt x="1861" y="14257"/>
                    <a:pt x="1480" y="14426"/>
                  </a:cubicBezTo>
                  <a:cubicBezTo>
                    <a:pt x="1375" y="14473"/>
                    <a:pt x="1400" y="14641"/>
                    <a:pt x="1513" y="14641"/>
                  </a:cubicBezTo>
                  <a:cubicBezTo>
                    <a:pt x="1519" y="14641"/>
                    <a:pt x="1526" y="14641"/>
                    <a:pt x="1532" y="14640"/>
                  </a:cubicBezTo>
                  <a:cubicBezTo>
                    <a:pt x="1950" y="14580"/>
                    <a:pt x="2367" y="14423"/>
                    <a:pt x="2741" y="14227"/>
                  </a:cubicBezTo>
                  <a:cubicBezTo>
                    <a:pt x="2782" y="14481"/>
                    <a:pt x="2828" y="14730"/>
                    <a:pt x="2881" y="14980"/>
                  </a:cubicBezTo>
                  <a:cubicBezTo>
                    <a:pt x="2557" y="15112"/>
                    <a:pt x="2215" y="15263"/>
                    <a:pt x="1929" y="15462"/>
                  </a:cubicBezTo>
                  <a:cubicBezTo>
                    <a:pt x="1839" y="15525"/>
                    <a:pt x="1905" y="15650"/>
                    <a:pt x="1998" y="15650"/>
                  </a:cubicBezTo>
                  <a:cubicBezTo>
                    <a:pt x="2008" y="15650"/>
                    <a:pt x="2020" y="15648"/>
                    <a:pt x="2031" y="15644"/>
                  </a:cubicBezTo>
                  <a:cubicBezTo>
                    <a:pt x="2339" y="15542"/>
                    <a:pt x="2643" y="15374"/>
                    <a:pt x="2928" y="15205"/>
                  </a:cubicBezTo>
                  <a:cubicBezTo>
                    <a:pt x="3006" y="15551"/>
                    <a:pt x="3095" y="15891"/>
                    <a:pt x="3195" y="16225"/>
                  </a:cubicBezTo>
                  <a:cubicBezTo>
                    <a:pt x="2833" y="16332"/>
                    <a:pt x="2517" y="16523"/>
                    <a:pt x="2296" y="16842"/>
                  </a:cubicBezTo>
                  <a:cubicBezTo>
                    <a:pt x="2253" y="16904"/>
                    <a:pt x="2307" y="16997"/>
                    <a:pt x="2371" y="16997"/>
                  </a:cubicBezTo>
                  <a:cubicBezTo>
                    <a:pt x="2389" y="16997"/>
                    <a:pt x="2407" y="16990"/>
                    <a:pt x="2424" y="16974"/>
                  </a:cubicBezTo>
                  <a:cubicBezTo>
                    <a:pt x="2669" y="16734"/>
                    <a:pt x="2939" y="16543"/>
                    <a:pt x="3258" y="16435"/>
                  </a:cubicBezTo>
                  <a:cubicBezTo>
                    <a:pt x="3314" y="16607"/>
                    <a:pt x="3372" y="16777"/>
                    <a:pt x="3434" y="16947"/>
                  </a:cubicBezTo>
                  <a:cubicBezTo>
                    <a:pt x="3111" y="17052"/>
                    <a:pt x="2728" y="17223"/>
                    <a:pt x="2543" y="17484"/>
                  </a:cubicBezTo>
                  <a:cubicBezTo>
                    <a:pt x="2489" y="17558"/>
                    <a:pt x="2544" y="17666"/>
                    <a:pt x="2629" y="17666"/>
                  </a:cubicBezTo>
                  <a:cubicBezTo>
                    <a:pt x="2642" y="17666"/>
                    <a:pt x="2657" y="17663"/>
                    <a:pt x="2672" y="17657"/>
                  </a:cubicBezTo>
                  <a:cubicBezTo>
                    <a:pt x="2829" y="17590"/>
                    <a:pt x="2961" y="17471"/>
                    <a:pt x="3110" y="17385"/>
                  </a:cubicBezTo>
                  <a:cubicBezTo>
                    <a:pt x="3243" y="17307"/>
                    <a:pt x="3380" y="17243"/>
                    <a:pt x="3522" y="17183"/>
                  </a:cubicBezTo>
                  <a:cubicBezTo>
                    <a:pt x="3598" y="17380"/>
                    <a:pt x="3679" y="17576"/>
                    <a:pt x="3767" y="17769"/>
                  </a:cubicBezTo>
                  <a:cubicBezTo>
                    <a:pt x="3750" y="17769"/>
                    <a:pt x="3732" y="17770"/>
                    <a:pt x="3712" y="17774"/>
                  </a:cubicBezTo>
                  <a:cubicBezTo>
                    <a:pt x="3604" y="17796"/>
                    <a:pt x="3491" y="17845"/>
                    <a:pt x="3393" y="17896"/>
                  </a:cubicBezTo>
                  <a:cubicBezTo>
                    <a:pt x="3216" y="17984"/>
                    <a:pt x="3066" y="18105"/>
                    <a:pt x="2928" y="18246"/>
                  </a:cubicBezTo>
                  <a:cubicBezTo>
                    <a:pt x="2874" y="18303"/>
                    <a:pt x="2935" y="18389"/>
                    <a:pt x="3001" y="18389"/>
                  </a:cubicBezTo>
                  <a:cubicBezTo>
                    <a:pt x="3017" y="18389"/>
                    <a:pt x="3034" y="18383"/>
                    <a:pt x="3049" y="18371"/>
                  </a:cubicBezTo>
                  <a:cubicBezTo>
                    <a:pt x="3202" y="18249"/>
                    <a:pt x="3360" y="18137"/>
                    <a:pt x="3533" y="18045"/>
                  </a:cubicBezTo>
                  <a:cubicBezTo>
                    <a:pt x="3601" y="18010"/>
                    <a:pt x="3669" y="17977"/>
                    <a:pt x="3740" y="17946"/>
                  </a:cubicBezTo>
                  <a:cubicBezTo>
                    <a:pt x="3781" y="17926"/>
                    <a:pt x="3804" y="17910"/>
                    <a:pt x="3825" y="17892"/>
                  </a:cubicBezTo>
                  <a:cubicBezTo>
                    <a:pt x="3939" y="18136"/>
                    <a:pt x="4060" y="18374"/>
                    <a:pt x="4192" y="18610"/>
                  </a:cubicBezTo>
                  <a:cubicBezTo>
                    <a:pt x="3946" y="18788"/>
                    <a:pt x="3689" y="18961"/>
                    <a:pt x="3464" y="19163"/>
                  </a:cubicBezTo>
                  <a:cubicBezTo>
                    <a:pt x="3403" y="19217"/>
                    <a:pt x="3447" y="19303"/>
                    <a:pt x="3511" y="19303"/>
                  </a:cubicBezTo>
                  <a:cubicBezTo>
                    <a:pt x="3526" y="19303"/>
                    <a:pt x="3542" y="19298"/>
                    <a:pt x="3557" y="19288"/>
                  </a:cubicBezTo>
                  <a:cubicBezTo>
                    <a:pt x="3807" y="19129"/>
                    <a:pt x="4038" y="18934"/>
                    <a:pt x="4270" y="18748"/>
                  </a:cubicBezTo>
                  <a:cubicBezTo>
                    <a:pt x="4413" y="18996"/>
                    <a:pt x="4569" y="19238"/>
                    <a:pt x="4735" y="19476"/>
                  </a:cubicBezTo>
                  <a:cubicBezTo>
                    <a:pt x="4477" y="19670"/>
                    <a:pt x="4225" y="19886"/>
                    <a:pt x="4048" y="20138"/>
                  </a:cubicBezTo>
                  <a:cubicBezTo>
                    <a:pt x="4007" y="20194"/>
                    <a:pt x="4052" y="20262"/>
                    <a:pt x="4108" y="20262"/>
                  </a:cubicBezTo>
                  <a:cubicBezTo>
                    <a:pt x="4122" y="20262"/>
                    <a:pt x="4138" y="20258"/>
                    <a:pt x="4153" y="20247"/>
                  </a:cubicBezTo>
                  <a:cubicBezTo>
                    <a:pt x="4402" y="20073"/>
                    <a:pt x="4627" y="19855"/>
                    <a:pt x="4855" y="19645"/>
                  </a:cubicBezTo>
                  <a:cubicBezTo>
                    <a:pt x="4860" y="19649"/>
                    <a:pt x="4862" y="19653"/>
                    <a:pt x="4867" y="19659"/>
                  </a:cubicBezTo>
                  <a:cubicBezTo>
                    <a:pt x="5014" y="19855"/>
                    <a:pt x="5164" y="20045"/>
                    <a:pt x="5322" y="20227"/>
                  </a:cubicBezTo>
                  <a:cubicBezTo>
                    <a:pt x="5127" y="20433"/>
                    <a:pt x="4926" y="20645"/>
                    <a:pt x="4773" y="20879"/>
                  </a:cubicBezTo>
                  <a:cubicBezTo>
                    <a:pt x="4732" y="20941"/>
                    <a:pt x="4783" y="21033"/>
                    <a:pt x="4846" y="21033"/>
                  </a:cubicBezTo>
                  <a:cubicBezTo>
                    <a:pt x="4864" y="21033"/>
                    <a:pt x="4883" y="21025"/>
                    <a:pt x="4901" y="21008"/>
                  </a:cubicBezTo>
                  <a:cubicBezTo>
                    <a:pt x="5102" y="20818"/>
                    <a:pt x="5276" y="20592"/>
                    <a:pt x="5444" y="20368"/>
                  </a:cubicBezTo>
                  <a:cubicBezTo>
                    <a:pt x="5663" y="20616"/>
                    <a:pt x="5894" y="20850"/>
                    <a:pt x="6131" y="21071"/>
                  </a:cubicBezTo>
                  <a:cubicBezTo>
                    <a:pt x="5979" y="21307"/>
                    <a:pt x="5825" y="21560"/>
                    <a:pt x="5730" y="21813"/>
                  </a:cubicBezTo>
                  <a:cubicBezTo>
                    <a:pt x="5707" y="21871"/>
                    <a:pt x="5756" y="21927"/>
                    <a:pt x="5807" y="21927"/>
                  </a:cubicBezTo>
                  <a:cubicBezTo>
                    <a:pt x="5828" y="21927"/>
                    <a:pt x="5849" y="21918"/>
                    <a:pt x="5866" y="21895"/>
                  </a:cubicBezTo>
                  <a:cubicBezTo>
                    <a:pt x="6023" y="21688"/>
                    <a:pt x="6151" y="21440"/>
                    <a:pt x="6268" y="21197"/>
                  </a:cubicBezTo>
                  <a:cubicBezTo>
                    <a:pt x="6399" y="21313"/>
                    <a:pt x="6533" y="21425"/>
                    <a:pt x="6668" y="21534"/>
                  </a:cubicBezTo>
                  <a:cubicBezTo>
                    <a:pt x="6502" y="21739"/>
                    <a:pt x="6329" y="21978"/>
                    <a:pt x="6280" y="22235"/>
                  </a:cubicBezTo>
                  <a:cubicBezTo>
                    <a:pt x="6270" y="22280"/>
                    <a:pt x="6308" y="22312"/>
                    <a:pt x="6347" y="22312"/>
                  </a:cubicBezTo>
                  <a:cubicBezTo>
                    <a:pt x="6365" y="22312"/>
                    <a:pt x="6384" y="22305"/>
                    <a:pt x="6397" y="22288"/>
                  </a:cubicBezTo>
                  <a:cubicBezTo>
                    <a:pt x="6553" y="22087"/>
                    <a:pt x="6662" y="21857"/>
                    <a:pt x="6814" y="21652"/>
                  </a:cubicBezTo>
                  <a:cubicBezTo>
                    <a:pt x="7017" y="21810"/>
                    <a:pt x="7228" y="21962"/>
                    <a:pt x="7442" y="22105"/>
                  </a:cubicBezTo>
                  <a:cubicBezTo>
                    <a:pt x="7286" y="22389"/>
                    <a:pt x="7121" y="22672"/>
                    <a:pt x="7012" y="22970"/>
                  </a:cubicBezTo>
                  <a:cubicBezTo>
                    <a:pt x="6992" y="23025"/>
                    <a:pt x="7036" y="23073"/>
                    <a:pt x="7083" y="23073"/>
                  </a:cubicBezTo>
                  <a:cubicBezTo>
                    <a:pt x="7102" y="23073"/>
                    <a:pt x="7121" y="23065"/>
                    <a:pt x="7137" y="23046"/>
                  </a:cubicBezTo>
                  <a:cubicBezTo>
                    <a:pt x="7335" y="22808"/>
                    <a:pt x="7484" y="22512"/>
                    <a:pt x="7615" y="22218"/>
                  </a:cubicBezTo>
                  <a:cubicBezTo>
                    <a:pt x="7780" y="22325"/>
                    <a:pt x="7949" y="22425"/>
                    <a:pt x="8119" y="22522"/>
                  </a:cubicBezTo>
                  <a:cubicBezTo>
                    <a:pt x="7940" y="22877"/>
                    <a:pt x="7738" y="23235"/>
                    <a:pt x="7617" y="23613"/>
                  </a:cubicBezTo>
                  <a:cubicBezTo>
                    <a:pt x="7602" y="23664"/>
                    <a:pt x="7647" y="23717"/>
                    <a:pt x="7692" y="23717"/>
                  </a:cubicBezTo>
                  <a:cubicBezTo>
                    <a:pt x="7710" y="23717"/>
                    <a:pt x="7728" y="23708"/>
                    <a:pt x="7742" y="23687"/>
                  </a:cubicBezTo>
                  <a:cubicBezTo>
                    <a:pt x="7957" y="23352"/>
                    <a:pt x="8108" y="22970"/>
                    <a:pt x="8269" y="22604"/>
                  </a:cubicBezTo>
                  <a:cubicBezTo>
                    <a:pt x="8445" y="22702"/>
                    <a:pt x="8624" y="22792"/>
                    <a:pt x="8805" y="22879"/>
                  </a:cubicBezTo>
                  <a:cubicBezTo>
                    <a:pt x="8638" y="23242"/>
                    <a:pt x="8458" y="23631"/>
                    <a:pt x="8397" y="24028"/>
                  </a:cubicBezTo>
                  <a:cubicBezTo>
                    <a:pt x="8388" y="24078"/>
                    <a:pt x="8427" y="24109"/>
                    <a:pt x="8467" y="24109"/>
                  </a:cubicBezTo>
                  <a:cubicBezTo>
                    <a:pt x="8493" y="24109"/>
                    <a:pt x="8519" y="24096"/>
                    <a:pt x="8533" y="24068"/>
                  </a:cubicBezTo>
                  <a:cubicBezTo>
                    <a:pt x="8706" y="23712"/>
                    <a:pt x="8809" y="23317"/>
                    <a:pt x="8949" y="22947"/>
                  </a:cubicBezTo>
                  <a:cubicBezTo>
                    <a:pt x="9121" y="23028"/>
                    <a:pt x="9297" y="23103"/>
                    <a:pt x="9474" y="23175"/>
                  </a:cubicBezTo>
                  <a:cubicBezTo>
                    <a:pt x="9451" y="23185"/>
                    <a:pt x="9436" y="23209"/>
                    <a:pt x="9430" y="23242"/>
                  </a:cubicBezTo>
                  <a:cubicBezTo>
                    <a:pt x="9380" y="23575"/>
                    <a:pt x="9256" y="23892"/>
                    <a:pt x="9209" y="24224"/>
                  </a:cubicBezTo>
                  <a:cubicBezTo>
                    <a:pt x="9201" y="24276"/>
                    <a:pt x="9250" y="24319"/>
                    <a:pt x="9296" y="24319"/>
                  </a:cubicBezTo>
                  <a:cubicBezTo>
                    <a:pt x="9317" y="24319"/>
                    <a:pt x="9338" y="24310"/>
                    <a:pt x="9352" y="24287"/>
                  </a:cubicBezTo>
                  <a:cubicBezTo>
                    <a:pt x="9539" y="23993"/>
                    <a:pt x="9587" y="23613"/>
                    <a:pt x="9621" y="23273"/>
                  </a:cubicBezTo>
                  <a:cubicBezTo>
                    <a:pt x="9623" y="23259"/>
                    <a:pt x="9621" y="23244"/>
                    <a:pt x="9617" y="23233"/>
                  </a:cubicBezTo>
                  <a:lnTo>
                    <a:pt x="9617" y="23233"/>
                  </a:lnTo>
                  <a:cubicBezTo>
                    <a:pt x="9896" y="23345"/>
                    <a:pt x="10180" y="23446"/>
                    <a:pt x="10464" y="23538"/>
                  </a:cubicBezTo>
                  <a:cubicBezTo>
                    <a:pt x="10445" y="23825"/>
                    <a:pt x="10385" y="24105"/>
                    <a:pt x="10307" y="24387"/>
                  </a:cubicBezTo>
                  <a:cubicBezTo>
                    <a:pt x="10290" y="24451"/>
                    <a:pt x="10345" y="24492"/>
                    <a:pt x="10400" y="24492"/>
                  </a:cubicBezTo>
                  <a:cubicBezTo>
                    <a:pt x="10435" y="24492"/>
                    <a:pt x="10471" y="24476"/>
                    <a:pt x="10487" y="24438"/>
                  </a:cubicBezTo>
                  <a:cubicBezTo>
                    <a:pt x="10605" y="24170"/>
                    <a:pt x="10657" y="23889"/>
                    <a:pt x="10670" y="23602"/>
                  </a:cubicBezTo>
                  <a:cubicBezTo>
                    <a:pt x="10960" y="23691"/>
                    <a:pt x="11257" y="23769"/>
                    <a:pt x="11554" y="23841"/>
                  </a:cubicBezTo>
                  <a:cubicBezTo>
                    <a:pt x="11541" y="23984"/>
                    <a:pt x="11527" y="24130"/>
                    <a:pt x="11506" y="24275"/>
                  </a:cubicBezTo>
                  <a:cubicBezTo>
                    <a:pt x="11466" y="24521"/>
                    <a:pt x="11402" y="24764"/>
                    <a:pt x="11370" y="25012"/>
                  </a:cubicBezTo>
                  <a:cubicBezTo>
                    <a:pt x="11362" y="25069"/>
                    <a:pt x="11412" y="25109"/>
                    <a:pt x="11460" y="25109"/>
                  </a:cubicBezTo>
                  <a:cubicBezTo>
                    <a:pt x="11489" y="25109"/>
                    <a:pt x="11517" y="25095"/>
                    <a:pt x="11530" y="25060"/>
                  </a:cubicBezTo>
                  <a:cubicBezTo>
                    <a:pt x="11662" y="24704"/>
                    <a:pt x="11727" y="24282"/>
                    <a:pt x="11735" y="23884"/>
                  </a:cubicBezTo>
                  <a:cubicBezTo>
                    <a:pt x="12008" y="23946"/>
                    <a:pt x="12278" y="24000"/>
                    <a:pt x="12553" y="24048"/>
                  </a:cubicBezTo>
                  <a:cubicBezTo>
                    <a:pt x="12455" y="24527"/>
                    <a:pt x="12406" y="25054"/>
                    <a:pt x="12484" y="25515"/>
                  </a:cubicBezTo>
                  <a:cubicBezTo>
                    <a:pt x="12492" y="25567"/>
                    <a:pt x="12541" y="25596"/>
                    <a:pt x="12586" y="25596"/>
                  </a:cubicBezTo>
                  <a:cubicBezTo>
                    <a:pt x="12626" y="25596"/>
                    <a:pt x="12664" y="25573"/>
                    <a:pt x="12668" y="25520"/>
                  </a:cubicBezTo>
                  <a:cubicBezTo>
                    <a:pt x="12689" y="25224"/>
                    <a:pt x="12661" y="24927"/>
                    <a:pt x="12674" y="24629"/>
                  </a:cubicBezTo>
                  <a:cubicBezTo>
                    <a:pt x="12682" y="24445"/>
                    <a:pt x="12699" y="24261"/>
                    <a:pt x="12719" y="24078"/>
                  </a:cubicBezTo>
                  <a:cubicBezTo>
                    <a:pt x="13021" y="24130"/>
                    <a:pt x="13321" y="24173"/>
                    <a:pt x="13626" y="24208"/>
                  </a:cubicBezTo>
                  <a:cubicBezTo>
                    <a:pt x="13556" y="24579"/>
                    <a:pt x="13510" y="24956"/>
                    <a:pt x="13481" y="25335"/>
                  </a:cubicBezTo>
                  <a:cubicBezTo>
                    <a:pt x="13477" y="25383"/>
                    <a:pt x="13515" y="25412"/>
                    <a:pt x="13552" y="25412"/>
                  </a:cubicBezTo>
                  <a:cubicBezTo>
                    <a:pt x="13581" y="25412"/>
                    <a:pt x="13609" y="25394"/>
                    <a:pt x="13617" y="25356"/>
                  </a:cubicBezTo>
                  <a:cubicBezTo>
                    <a:pt x="13691" y="24983"/>
                    <a:pt x="13745" y="24605"/>
                    <a:pt x="13776" y="24225"/>
                  </a:cubicBezTo>
                  <a:cubicBezTo>
                    <a:pt x="13924" y="24241"/>
                    <a:pt x="14072" y="24258"/>
                    <a:pt x="14220" y="24269"/>
                  </a:cubicBezTo>
                  <a:cubicBezTo>
                    <a:pt x="14157" y="24637"/>
                    <a:pt x="14121" y="25012"/>
                    <a:pt x="14140" y="25384"/>
                  </a:cubicBezTo>
                  <a:cubicBezTo>
                    <a:pt x="14143" y="25434"/>
                    <a:pt x="14185" y="25459"/>
                    <a:pt x="14227" y="25459"/>
                  </a:cubicBezTo>
                  <a:cubicBezTo>
                    <a:pt x="14267" y="25459"/>
                    <a:pt x="14307" y="25436"/>
                    <a:pt x="14310" y="25389"/>
                  </a:cubicBezTo>
                  <a:cubicBezTo>
                    <a:pt x="14340" y="25019"/>
                    <a:pt x="14360" y="24652"/>
                    <a:pt x="14403" y="24286"/>
                  </a:cubicBezTo>
                  <a:cubicBezTo>
                    <a:pt x="14689" y="24309"/>
                    <a:pt x="14974" y="24324"/>
                    <a:pt x="15261" y="24336"/>
                  </a:cubicBezTo>
                  <a:cubicBezTo>
                    <a:pt x="15239" y="24507"/>
                    <a:pt x="15217" y="24677"/>
                    <a:pt x="15196" y="24847"/>
                  </a:cubicBezTo>
                  <a:cubicBezTo>
                    <a:pt x="15168" y="25073"/>
                    <a:pt x="15108" y="25309"/>
                    <a:pt x="15139" y="25536"/>
                  </a:cubicBezTo>
                  <a:cubicBezTo>
                    <a:pt x="15144" y="25578"/>
                    <a:pt x="15183" y="25604"/>
                    <a:pt x="15220" y="25604"/>
                  </a:cubicBezTo>
                  <a:cubicBezTo>
                    <a:pt x="15247" y="25604"/>
                    <a:pt x="15273" y="25590"/>
                    <a:pt x="15284" y="25559"/>
                  </a:cubicBezTo>
                  <a:cubicBezTo>
                    <a:pt x="15362" y="25345"/>
                    <a:pt x="15360" y="25102"/>
                    <a:pt x="15382" y="24877"/>
                  </a:cubicBezTo>
                  <a:cubicBezTo>
                    <a:pt x="15397" y="24698"/>
                    <a:pt x="15416" y="24521"/>
                    <a:pt x="15431" y="24343"/>
                  </a:cubicBezTo>
                  <a:cubicBezTo>
                    <a:pt x="15569" y="24347"/>
                    <a:pt x="15711" y="24353"/>
                    <a:pt x="15849" y="24354"/>
                  </a:cubicBezTo>
                  <a:cubicBezTo>
                    <a:pt x="15977" y="24357"/>
                    <a:pt x="16103" y="24357"/>
                    <a:pt x="16228" y="24358"/>
                  </a:cubicBezTo>
                  <a:cubicBezTo>
                    <a:pt x="16058" y="24704"/>
                    <a:pt x="15959" y="25104"/>
                    <a:pt x="16028" y="25486"/>
                  </a:cubicBezTo>
                  <a:cubicBezTo>
                    <a:pt x="16035" y="25522"/>
                    <a:pt x="16069" y="25543"/>
                    <a:pt x="16101" y="25543"/>
                  </a:cubicBezTo>
                  <a:cubicBezTo>
                    <a:pt x="16129" y="25543"/>
                    <a:pt x="16154" y="25527"/>
                    <a:pt x="16155" y="25491"/>
                  </a:cubicBezTo>
                  <a:cubicBezTo>
                    <a:pt x="16177" y="25094"/>
                    <a:pt x="16218" y="24725"/>
                    <a:pt x="16377" y="24358"/>
                  </a:cubicBezTo>
                  <a:cubicBezTo>
                    <a:pt x="16680" y="24358"/>
                    <a:pt x="16983" y="24360"/>
                    <a:pt x="17286" y="24361"/>
                  </a:cubicBezTo>
                  <a:cubicBezTo>
                    <a:pt x="17187" y="24669"/>
                    <a:pt x="17112" y="24997"/>
                    <a:pt x="17135" y="25316"/>
                  </a:cubicBezTo>
                  <a:cubicBezTo>
                    <a:pt x="17138" y="25372"/>
                    <a:pt x="17183" y="25400"/>
                    <a:pt x="17229" y="25400"/>
                  </a:cubicBezTo>
                  <a:cubicBezTo>
                    <a:pt x="17273" y="25400"/>
                    <a:pt x="17317" y="25374"/>
                    <a:pt x="17325" y="25322"/>
                  </a:cubicBezTo>
                  <a:cubicBezTo>
                    <a:pt x="17376" y="24999"/>
                    <a:pt x="17407" y="24683"/>
                    <a:pt x="17486" y="24365"/>
                  </a:cubicBezTo>
                  <a:cubicBezTo>
                    <a:pt x="17700" y="24368"/>
                    <a:pt x="17917" y="24374"/>
                    <a:pt x="18131" y="24382"/>
                  </a:cubicBezTo>
                  <a:cubicBezTo>
                    <a:pt x="18056" y="24708"/>
                    <a:pt x="17952" y="25058"/>
                    <a:pt x="17967" y="25384"/>
                  </a:cubicBezTo>
                  <a:cubicBezTo>
                    <a:pt x="17967" y="25432"/>
                    <a:pt x="18007" y="25457"/>
                    <a:pt x="18047" y="25457"/>
                  </a:cubicBezTo>
                  <a:cubicBezTo>
                    <a:pt x="18079" y="25457"/>
                    <a:pt x="18111" y="25441"/>
                    <a:pt x="18124" y="25408"/>
                  </a:cubicBezTo>
                  <a:cubicBezTo>
                    <a:pt x="18253" y="25102"/>
                    <a:pt x="18273" y="24728"/>
                    <a:pt x="18317" y="24389"/>
                  </a:cubicBezTo>
                  <a:cubicBezTo>
                    <a:pt x="18514" y="24401"/>
                    <a:pt x="18711" y="24414"/>
                    <a:pt x="18906" y="24432"/>
                  </a:cubicBezTo>
                  <a:cubicBezTo>
                    <a:pt x="18788" y="24758"/>
                    <a:pt x="18672" y="25115"/>
                    <a:pt x="18662" y="25457"/>
                  </a:cubicBezTo>
                  <a:cubicBezTo>
                    <a:pt x="18662" y="25519"/>
                    <a:pt x="18708" y="25555"/>
                    <a:pt x="18753" y="25555"/>
                  </a:cubicBezTo>
                  <a:cubicBezTo>
                    <a:pt x="18790" y="25555"/>
                    <a:pt x="18826" y="25532"/>
                    <a:pt x="18838" y="25484"/>
                  </a:cubicBezTo>
                  <a:cubicBezTo>
                    <a:pt x="18926" y="25138"/>
                    <a:pt x="18973" y="24791"/>
                    <a:pt x="19075" y="24449"/>
                  </a:cubicBezTo>
                  <a:cubicBezTo>
                    <a:pt x="19201" y="24460"/>
                    <a:pt x="19327" y="24477"/>
                    <a:pt x="19452" y="24494"/>
                  </a:cubicBezTo>
                  <a:cubicBezTo>
                    <a:pt x="19551" y="24509"/>
                    <a:pt x="19650" y="24527"/>
                    <a:pt x="19748" y="24544"/>
                  </a:cubicBezTo>
                  <a:cubicBezTo>
                    <a:pt x="19615" y="24912"/>
                    <a:pt x="19487" y="25301"/>
                    <a:pt x="19426" y="25678"/>
                  </a:cubicBezTo>
                  <a:cubicBezTo>
                    <a:pt x="19415" y="25741"/>
                    <a:pt x="19468" y="25783"/>
                    <a:pt x="19520" y="25783"/>
                  </a:cubicBezTo>
                  <a:cubicBezTo>
                    <a:pt x="19553" y="25783"/>
                    <a:pt x="19585" y="25766"/>
                    <a:pt x="19600" y="25729"/>
                  </a:cubicBezTo>
                  <a:cubicBezTo>
                    <a:pt x="19752" y="25372"/>
                    <a:pt x="19853" y="24969"/>
                    <a:pt x="19939" y="24581"/>
                  </a:cubicBezTo>
                  <a:cubicBezTo>
                    <a:pt x="20376" y="24670"/>
                    <a:pt x="20802" y="24792"/>
                    <a:pt x="21220" y="24941"/>
                  </a:cubicBezTo>
                  <a:cubicBezTo>
                    <a:pt x="21056" y="25335"/>
                    <a:pt x="20859" y="25733"/>
                    <a:pt x="20768" y="26150"/>
                  </a:cubicBezTo>
                  <a:cubicBezTo>
                    <a:pt x="20756" y="26198"/>
                    <a:pt x="20791" y="26224"/>
                    <a:pt x="20829" y="26224"/>
                  </a:cubicBezTo>
                  <a:cubicBezTo>
                    <a:pt x="20855" y="26224"/>
                    <a:pt x="20882" y="26212"/>
                    <a:pt x="20897" y="26186"/>
                  </a:cubicBezTo>
                  <a:cubicBezTo>
                    <a:pt x="21113" y="25824"/>
                    <a:pt x="21240" y="25400"/>
                    <a:pt x="21386" y="25003"/>
                  </a:cubicBezTo>
                  <a:cubicBezTo>
                    <a:pt x="21627" y="25095"/>
                    <a:pt x="21865" y="25201"/>
                    <a:pt x="22100" y="25311"/>
                  </a:cubicBezTo>
                  <a:cubicBezTo>
                    <a:pt x="21951" y="25591"/>
                    <a:pt x="21804" y="25903"/>
                    <a:pt x="21762" y="26209"/>
                  </a:cubicBezTo>
                  <a:cubicBezTo>
                    <a:pt x="21755" y="26268"/>
                    <a:pt x="21798" y="26302"/>
                    <a:pt x="21843" y="26302"/>
                  </a:cubicBezTo>
                  <a:cubicBezTo>
                    <a:pt x="21872" y="26302"/>
                    <a:pt x="21902" y="26288"/>
                    <a:pt x="21920" y="26256"/>
                  </a:cubicBezTo>
                  <a:cubicBezTo>
                    <a:pt x="22007" y="26094"/>
                    <a:pt x="22058" y="25920"/>
                    <a:pt x="22126" y="25753"/>
                  </a:cubicBezTo>
                  <a:cubicBezTo>
                    <a:pt x="22175" y="25632"/>
                    <a:pt x="22226" y="25513"/>
                    <a:pt x="22279" y="25394"/>
                  </a:cubicBezTo>
                  <a:cubicBezTo>
                    <a:pt x="22319" y="25414"/>
                    <a:pt x="22357" y="25430"/>
                    <a:pt x="22396" y="25449"/>
                  </a:cubicBezTo>
                  <a:cubicBezTo>
                    <a:pt x="22574" y="25537"/>
                    <a:pt x="22745" y="25635"/>
                    <a:pt x="22917" y="25734"/>
                  </a:cubicBezTo>
                  <a:cubicBezTo>
                    <a:pt x="22789" y="25998"/>
                    <a:pt x="22664" y="26264"/>
                    <a:pt x="22579" y="26541"/>
                  </a:cubicBezTo>
                  <a:cubicBezTo>
                    <a:pt x="22557" y="26609"/>
                    <a:pt x="22606" y="26659"/>
                    <a:pt x="22658" y="26659"/>
                  </a:cubicBezTo>
                  <a:cubicBezTo>
                    <a:pt x="22686" y="26659"/>
                    <a:pt x="22716" y="26644"/>
                    <a:pt x="22735" y="26610"/>
                  </a:cubicBezTo>
                  <a:cubicBezTo>
                    <a:pt x="22877" y="26366"/>
                    <a:pt x="22985" y="26101"/>
                    <a:pt x="23089" y="25835"/>
                  </a:cubicBezTo>
                  <a:cubicBezTo>
                    <a:pt x="23264" y="25941"/>
                    <a:pt x="23437" y="26050"/>
                    <a:pt x="23604" y="26164"/>
                  </a:cubicBezTo>
                  <a:cubicBezTo>
                    <a:pt x="23394" y="26468"/>
                    <a:pt x="23204" y="26803"/>
                    <a:pt x="23084" y="27139"/>
                  </a:cubicBezTo>
                  <a:cubicBezTo>
                    <a:pt x="23056" y="27216"/>
                    <a:pt x="23115" y="27272"/>
                    <a:pt x="23176" y="27272"/>
                  </a:cubicBezTo>
                  <a:cubicBezTo>
                    <a:pt x="23208" y="27272"/>
                    <a:pt x="23242" y="27256"/>
                    <a:pt x="23262" y="27217"/>
                  </a:cubicBezTo>
                  <a:cubicBezTo>
                    <a:pt x="23432" y="26902"/>
                    <a:pt x="23593" y="26585"/>
                    <a:pt x="23767" y="26273"/>
                  </a:cubicBezTo>
                  <a:cubicBezTo>
                    <a:pt x="23937" y="26390"/>
                    <a:pt x="24103" y="26511"/>
                    <a:pt x="24267" y="26634"/>
                  </a:cubicBezTo>
                  <a:cubicBezTo>
                    <a:pt x="23994" y="26990"/>
                    <a:pt x="23738" y="27418"/>
                    <a:pt x="23663" y="27850"/>
                  </a:cubicBezTo>
                  <a:cubicBezTo>
                    <a:pt x="23652" y="27914"/>
                    <a:pt x="23701" y="27952"/>
                    <a:pt x="23752" y="27952"/>
                  </a:cubicBezTo>
                  <a:cubicBezTo>
                    <a:pt x="23785" y="27952"/>
                    <a:pt x="23818" y="27936"/>
                    <a:pt x="23836" y="27901"/>
                  </a:cubicBezTo>
                  <a:cubicBezTo>
                    <a:pt x="24035" y="27513"/>
                    <a:pt x="24183" y="27117"/>
                    <a:pt x="24403" y="26740"/>
                  </a:cubicBezTo>
                  <a:cubicBezTo>
                    <a:pt x="24552" y="26855"/>
                    <a:pt x="24699" y="26974"/>
                    <a:pt x="24844" y="27093"/>
                  </a:cubicBezTo>
                  <a:cubicBezTo>
                    <a:pt x="24606" y="27337"/>
                    <a:pt x="24422" y="27652"/>
                    <a:pt x="24332" y="27979"/>
                  </a:cubicBezTo>
                  <a:cubicBezTo>
                    <a:pt x="24317" y="28035"/>
                    <a:pt x="24366" y="28070"/>
                    <a:pt x="24414" y="28070"/>
                  </a:cubicBezTo>
                  <a:cubicBezTo>
                    <a:pt x="24445" y="28070"/>
                    <a:pt x="24475" y="28056"/>
                    <a:pt x="24490" y="28023"/>
                  </a:cubicBezTo>
                  <a:cubicBezTo>
                    <a:pt x="24623" y="27724"/>
                    <a:pt x="24773" y="27456"/>
                    <a:pt x="24964" y="27194"/>
                  </a:cubicBezTo>
                  <a:cubicBezTo>
                    <a:pt x="25204" y="27394"/>
                    <a:pt x="25438" y="27602"/>
                    <a:pt x="25669" y="27815"/>
                  </a:cubicBezTo>
                  <a:cubicBezTo>
                    <a:pt x="25416" y="28057"/>
                    <a:pt x="25208" y="28357"/>
                    <a:pt x="25141" y="28707"/>
                  </a:cubicBezTo>
                  <a:cubicBezTo>
                    <a:pt x="25132" y="28755"/>
                    <a:pt x="25171" y="28786"/>
                    <a:pt x="25211" y="28786"/>
                  </a:cubicBezTo>
                  <a:cubicBezTo>
                    <a:pt x="25236" y="28786"/>
                    <a:pt x="25261" y="28774"/>
                    <a:pt x="25273" y="28746"/>
                  </a:cubicBezTo>
                  <a:cubicBezTo>
                    <a:pt x="25404" y="28440"/>
                    <a:pt x="25544" y="28156"/>
                    <a:pt x="25778" y="27917"/>
                  </a:cubicBezTo>
                  <a:cubicBezTo>
                    <a:pt x="25900" y="28030"/>
                    <a:pt x="26020" y="28143"/>
                    <a:pt x="26139" y="28261"/>
                  </a:cubicBezTo>
                  <a:cubicBezTo>
                    <a:pt x="25949" y="28665"/>
                    <a:pt x="25728" y="29049"/>
                    <a:pt x="25521" y="29444"/>
                  </a:cubicBezTo>
                  <a:cubicBezTo>
                    <a:pt x="25492" y="29497"/>
                    <a:pt x="25544" y="29548"/>
                    <a:pt x="25594" y="29548"/>
                  </a:cubicBezTo>
                  <a:cubicBezTo>
                    <a:pt x="25614" y="29548"/>
                    <a:pt x="25634" y="29540"/>
                    <a:pt x="25647" y="29519"/>
                  </a:cubicBezTo>
                  <a:cubicBezTo>
                    <a:pt x="25885" y="29155"/>
                    <a:pt x="26067" y="28757"/>
                    <a:pt x="26237" y="28356"/>
                  </a:cubicBezTo>
                  <a:cubicBezTo>
                    <a:pt x="26559" y="28672"/>
                    <a:pt x="26875" y="28995"/>
                    <a:pt x="27181" y="29325"/>
                  </a:cubicBezTo>
                  <a:cubicBezTo>
                    <a:pt x="27246" y="29395"/>
                    <a:pt x="27312" y="29463"/>
                    <a:pt x="27376" y="29534"/>
                  </a:cubicBezTo>
                  <a:cubicBezTo>
                    <a:pt x="27373" y="29533"/>
                    <a:pt x="27370" y="29533"/>
                    <a:pt x="27367" y="29533"/>
                  </a:cubicBezTo>
                  <a:cubicBezTo>
                    <a:pt x="27349" y="29533"/>
                    <a:pt x="27331" y="29541"/>
                    <a:pt x="27314" y="29561"/>
                  </a:cubicBezTo>
                  <a:cubicBezTo>
                    <a:pt x="27046" y="29879"/>
                    <a:pt x="26814" y="30255"/>
                    <a:pt x="26668" y="30645"/>
                  </a:cubicBezTo>
                  <a:cubicBezTo>
                    <a:pt x="26643" y="30707"/>
                    <a:pt x="26689" y="30751"/>
                    <a:pt x="26738" y="30751"/>
                  </a:cubicBezTo>
                  <a:cubicBezTo>
                    <a:pt x="26765" y="30751"/>
                    <a:pt x="26792" y="30738"/>
                    <a:pt x="26809" y="30707"/>
                  </a:cubicBezTo>
                  <a:cubicBezTo>
                    <a:pt x="27011" y="30348"/>
                    <a:pt x="27209" y="29997"/>
                    <a:pt x="27429" y="29651"/>
                  </a:cubicBezTo>
                  <a:cubicBezTo>
                    <a:pt x="27440" y="29636"/>
                    <a:pt x="27443" y="29619"/>
                    <a:pt x="27441" y="29603"/>
                  </a:cubicBezTo>
                  <a:lnTo>
                    <a:pt x="27441" y="29603"/>
                  </a:lnTo>
                  <a:cubicBezTo>
                    <a:pt x="27818" y="30014"/>
                    <a:pt x="28191" y="30436"/>
                    <a:pt x="28564" y="30859"/>
                  </a:cubicBezTo>
                  <a:cubicBezTo>
                    <a:pt x="28314" y="31168"/>
                    <a:pt x="28122" y="31523"/>
                    <a:pt x="28049" y="31917"/>
                  </a:cubicBezTo>
                  <a:cubicBezTo>
                    <a:pt x="28038" y="31974"/>
                    <a:pt x="28087" y="32012"/>
                    <a:pt x="28135" y="32012"/>
                  </a:cubicBezTo>
                  <a:cubicBezTo>
                    <a:pt x="28165" y="32012"/>
                    <a:pt x="28194" y="31997"/>
                    <a:pt x="28208" y="31963"/>
                  </a:cubicBezTo>
                  <a:cubicBezTo>
                    <a:pt x="28343" y="31624"/>
                    <a:pt x="28486" y="31298"/>
                    <a:pt x="28687" y="30999"/>
                  </a:cubicBezTo>
                  <a:cubicBezTo>
                    <a:pt x="28836" y="31166"/>
                    <a:pt x="28980" y="31332"/>
                    <a:pt x="29128" y="31501"/>
                  </a:cubicBezTo>
                  <a:cubicBezTo>
                    <a:pt x="28846" y="31815"/>
                    <a:pt x="28545" y="32223"/>
                    <a:pt x="28470" y="32640"/>
                  </a:cubicBezTo>
                  <a:cubicBezTo>
                    <a:pt x="28463" y="32690"/>
                    <a:pt x="28509" y="32731"/>
                    <a:pt x="28554" y="32731"/>
                  </a:cubicBezTo>
                  <a:cubicBezTo>
                    <a:pt x="28576" y="32731"/>
                    <a:pt x="28596" y="32721"/>
                    <a:pt x="28611" y="32699"/>
                  </a:cubicBezTo>
                  <a:cubicBezTo>
                    <a:pt x="28725" y="32527"/>
                    <a:pt x="28802" y="32331"/>
                    <a:pt x="28904" y="32148"/>
                  </a:cubicBezTo>
                  <a:cubicBezTo>
                    <a:pt x="29006" y="31970"/>
                    <a:pt x="29122" y="31798"/>
                    <a:pt x="29247" y="31635"/>
                  </a:cubicBezTo>
                  <a:cubicBezTo>
                    <a:pt x="29448" y="31863"/>
                    <a:pt x="29651" y="32092"/>
                    <a:pt x="29856" y="32318"/>
                  </a:cubicBezTo>
                  <a:cubicBezTo>
                    <a:pt x="29577" y="32630"/>
                    <a:pt x="29296" y="33004"/>
                    <a:pt x="29170" y="33407"/>
                  </a:cubicBezTo>
                  <a:cubicBezTo>
                    <a:pt x="29151" y="33467"/>
                    <a:pt x="29206" y="33532"/>
                    <a:pt x="29258" y="33532"/>
                  </a:cubicBezTo>
                  <a:cubicBezTo>
                    <a:pt x="29280" y="33532"/>
                    <a:pt x="29302" y="33521"/>
                    <a:pt x="29318" y="33494"/>
                  </a:cubicBezTo>
                  <a:cubicBezTo>
                    <a:pt x="29533" y="33137"/>
                    <a:pt x="29716" y="32776"/>
                    <a:pt x="29967" y="32443"/>
                  </a:cubicBezTo>
                  <a:cubicBezTo>
                    <a:pt x="30121" y="32613"/>
                    <a:pt x="30277" y="32782"/>
                    <a:pt x="30433" y="32949"/>
                  </a:cubicBezTo>
                  <a:cubicBezTo>
                    <a:pt x="30430" y="32952"/>
                    <a:pt x="30426" y="32953"/>
                    <a:pt x="30424" y="32956"/>
                  </a:cubicBezTo>
                  <a:cubicBezTo>
                    <a:pt x="30220" y="33278"/>
                    <a:pt x="29958" y="33601"/>
                    <a:pt x="29818" y="33955"/>
                  </a:cubicBezTo>
                  <a:cubicBezTo>
                    <a:pt x="29791" y="34025"/>
                    <a:pt x="29845" y="34083"/>
                    <a:pt x="29903" y="34083"/>
                  </a:cubicBezTo>
                  <a:cubicBezTo>
                    <a:pt x="29927" y="34083"/>
                    <a:pt x="29952" y="34073"/>
                    <a:pt x="29972" y="34050"/>
                  </a:cubicBezTo>
                  <a:cubicBezTo>
                    <a:pt x="30215" y="33774"/>
                    <a:pt x="30380" y="33409"/>
                    <a:pt x="30565" y="33089"/>
                  </a:cubicBezTo>
                  <a:cubicBezTo>
                    <a:pt x="30763" y="33302"/>
                    <a:pt x="30963" y="33509"/>
                    <a:pt x="31167" y="33714"/>
                  </a:cubicBezTo>
                  <a:cubicBezTo>
                    <a:pt x="30987" y="34002"/>
                    <a:pt x="30810" y="34298"/>
                    <a:pt x="30674" y="34603"/>
                  </a:cubicBezTo>
                  <a:cubicBezTo>
                    <a:pt x="30644" y="34669"/>
                    <a:pt x="30705" y="34732"/>
                    <a:pt x="30764" y="34732"/>
                  </a:cubicBezTo>
                  <a:cubicBezTo>
                    <a:pt x="30788" y="34732"/>
                    <a:pt x="30812" y="34721"/>
                    <a:pt x="30830" y="34696"/>
                  </a:cubicBezTo>
                  <a:cubicBezTo>
                    <a:pt x="31011" y="34433"/>
                    <a:pt x="31163" y="34145"/>
                    <a:pt x="31309" y="33856"/>
                  </a:cubicBezTo>
                  <a:cubicBezTo>
                    <a:pt x="31408" y="33958"/>
                    <a:pt x="31510" y="34054"/>
                    <a:pt x="31611" y="34153"/>
                  </a:cubicBezTo>
                  <a:cubicBezTo>
                    <a:pt x="31443" y="34512"/>
                    <a:pt x="31238" y="34848"/>
                    <a:pt x="31065" y="35205"/>
                  </a:cubicBezTo>
                  <a:cubicBezTo>
                    <a:pt x="31035" y="35267"/>
                    <a:pt x="31089" y="35318"/>
                    <a:pt x="31145" y="35318"/>
                  </a:cubicBezTo>
                  <a:cubicBezTo>
                    <a:pt x="31168" y="35318"/>
                    <a:pt x="31191" y="35309"/>
                    <a:pt x="31209" y="35290"/>
                  </a:cubicBezTo>
                  <a:cubicBezTo>
                    <a:pt x="31462" y="35015"/>
                    <a:pt x="31636" y="34655"/>
                    <a:pt x="31766" y="34301"/>
                  </a:cubicBezTo>
                  <a:cubicBezTo>
                    <a:pt x="31914" y="34440"/>
                    <a:pt x="32063" y="34576"/>
                    <a:pt x="32213" y="34710"/>
                  </a:cubicBezTo>
                  <a:cubicBezTo>
                    <a:pt x="31968" y="35042"/>
                    <a:pt x="31749" y="35419"/>
                    <a:pt x="31659" y="35813"/>
                  </a:cubicBezTo>
                  <a:cubicBezTo>
                    <a:pt x="31647" y="35866"/>
                    <a:pt x="31688" y="35897"/>
                    <a:pt x="31730" y="35897"/>
                  </a:cubicBezTo>
                  <a:cubicBezTo>
                    <a:pt x="31758" y="35897"/>
                    <a:pt x="31787" y="35883"/>
                    <a:pt x="31802" y="35854"/>
                  </a:cubicBezTo>
                  <a:cubicBezTo>
                    <a:pt x="31983" y="35504"/>
                    <a:pt x="32139" y="35155"/>
                    <a:pt x="32339" y="34822"/>
                  </a:cubicBezTo>
                  <a:cubicBezTo>
                    <a:pt x="32465" y="34933"/>
                    <a:pt x="32594" y="35043"/>
                    <a:pt x="32723" y="35150"/>
                  </a:cubicBezTo>
                  <a:cubicBezTo>
                    <a:pt x="32543" y="35512"/>
                    <a:pt x="32315" y="35840"/>
                    <a:pt x="32078" y="36170"/>
                  </a:cubicBezTo>
                  <a:cubicBezTo>
                    <a:pt x="32029" y="36239"/>
                    <a:pt x="32085" y="36309"/>
                    <a:pt x="32149" y="36309"/>
                  </a:cubicBezTo>
                  <a:cubicBezTo>
                    <a:pt x="32172" y="36309"/>
                    <a:pt x="32196" y="36300"/>
                    <a:pt x="32217" y="36278"/>
                  </a:cubicBezTo>
                  <a:cubicBezTo>
                    <a:pt x="32496" y="35987"/>
                    <a:pt x="32700" y="35633"/>
                    <a:pt x="32856" y="35260"/>
                  </a:cubicBezTo>
                  <a:cubicBezTo>
                    <a:pt x="32982" y="35364"/>
                    <a:pt x="33111" y="35463"/>
                    <a:pt x="33240" y="35562"/>
                  </a:cubicBezTo>
                  <a:cubicBezTo>
                    <a:pt x="33124" y="35855"/>
                    <a:pt x="33005" y="36146"/>
                    <a:pt x="32913" y="36446"/>
                  </a:cubicBezTo>
                  <a:cubicBezTo>
                    <a:pt x="32897" y="36501"/>
                    <a:pt x="32940" y="36544"/>
                    <a:pt x="32982" y="36544"/>
                  </a:cubicBezTo>
                  <a:cubicBezTo>
                    <a:pt x="33005" y="36544"/>
                    <a:pt x="33028" y="36531"/>
                    <a:pt x="33042" y="36502"/>
                  </a:cubicBezTo>
                  <a:cubicBezTo>
                    <a:pt x="33172" y="36228"/>
                    <a:pt x="33278" y="35949"/>
                    <a:pt x="33382" y="35665"/>
                  </a:cubicBezTo>
                  <a:cubicBezTo>
                    <a:pt x="33524" y="35772"/>
                    <a:pt x="33670" y="35874"/>
                    <a:pt x="33817" y="35977"/>
                  </a:cubicBezTo>
                  <a:cubicBezTo>
                    <a:pt x="33708" y="36299"/>
                    <a:pt x="33609" y="36631"/>
                    <a:pt x="33543" y="36958"/>
                  </a:cubicBezTo>
                  <a:cubicBezTo>
                    <a:pt x="33534" y="37008"/>
                    <a:pt x="33578" y="37042"/>
                    <a:pt x="33621" y="37042"/>
                  </a:cubicBezTo>
                  <a:cubicBezTo>
                    <a:pt x="33647" y="37042"/>
                    <a:pt x="33672" y="37029"/>
                    <a:pt x="33682" y="36999"/>
                  </a:cubicBezTo>
                  <a:cubicBezTo>
                    <a:pt x="33791" y="36701"/>
                    <a:pt x="33881" y="36387"/>
                    <a:pt x="33954" y="36072"/>
                  </a:cubicBezTo>
                  <a:cubicBezTo>
                    <a:pt x="34174" y="36220"/>
                    <a:pt x="34398" y="36361"/>
                    <a:pt x="34626" y="36494"/>
                  </a:cubicBezTo>
                  <a:cubicBezTo>
                    <a:pt x="34544" y="36857"/>
                    <a:pt x="34424" y="37233"/>
                    <a:pt x="34398" y="37603"/>
                  </a:cubicBezTo>
                  <a:cubicBezTo>
                    <a:pt x="34394" y="37651"/>
                    <a:pt x="34438" y="37688"/>
                    <a:pt x="34478" y="37688"/>
                  </a:cubicBezTo>
                  <a:cubicBezTo>
                    <a:pt x="34502" y="37688"/>
                    <a:pt x="34525" y="37675"/>
                    <a:pt x="34535" y="37644"/>
                  </a:cubicBezTo>
                  <a:cubicBezTo>
                    <a:pt x="34656" y="37308"/>
                    <a:pt x="34706" y="36935"/>
                    <a:pt x="34774" y="36581"/>
                  </a:cubicBezTo>
                  <a:cubicBezTo>
                    <a:pt x="35003" y="36710"/>
                    <a:pt x="35238" y="36833"/>
                    <a:pt x="35479" y="36949"/>
                  </a:cubicBezTo>
                  <a:cubicBezTo>
                    <a:pt x="35425" y="37319"/>
                    <a:pt x="35366" y="37691"/>
                    <a:pt x="35336" y="38066"/>
                  </a:cubicBezTo>
                  <a:cubicBezTo>
                    <a:pt x="35331" y="38125"/>
                    <a:pt x="35377" y="38159"/>
                    <a:pt x="35422" y="38159"/>
                  </a:cubicBezTo>
                  <a:cubicBezTo>
                    <a:pt x="35458" y="38159"/>
                    <a:pt x="35493" y="38137"/>
                    <a:pt x="35502" y="38090"/>
                  </a:cubicBezTo>
                  <a:cubicBezTo>
                    <a:pt x="35569" y="37740"/>
                    <a:pt x="35611" y="37383"/>
                    <a:pt x="35654" y="37029"/>
                  </a:cubicBezTo>
                  <a:cubicBezTo>
                    <a:pt x="35904" y="37145"/>
                    <a:pt x="36162" y="37253"/>
                    <a:pt x="36426" y="37348"/>
                  </a:cubicBezTo>
                  <a:cubicBezTo>
                    <a:pt x="36458" y="37360"/>
                    <a:pt x="36491" y="37372"/>
                    <a:pt x="36524" y="37382"/>
                  </a:cubicBezTo>
                  <a:cubicBezTo>
                    <a:pt x="36440" y="37692"/>
                    <a:pt x="36405" y="38016"/>
                    <a:pt x="36412" y="38337"/>
                  </a:cubicBezTo>
                  <a:cubicBezTo>
                    <a:pt x="36412" y="38381"/>
                    <a:pt x="36451" y="38403"/>
                    <a:pt x="36489" y="38403"/>
                  </a:cubicBezTo>
                  <a:cubicBezTo>
                    <a:pt x="36525" y="38403"/>
                    <a:pt x="36559" y="38384"/>
                    <a:pt x="36561" y="38342"/>
                  </a:cubicBezTo>
                  <a:cubicBezTo>
                    <a:pt x="36576" y="38033"/>
                    <a:pt x="36619" y="37736"/>
                    <a:pt x="36680" y="37437"/>
                  </a:cubicBezTo>
                  <a:cubicBezTo>
                    <a:pt x="36925" y="37522"/>
                    <a:pt x="37176" y="37594"/>
                    <a:pt x="37426" y="37659"/>
                  </a:cubicBezTo>
                  <a:cubicBezTo>
                    <a:pt x="37382" y="37934"/>
                    <a:pt x="37339" y="38212"/>
                    <a:pt x="37334" y="38487"/>
                  </a:cubicBezTo>
                  <a:cubicBezTo>
                    <a:pt x="37334" y="38539"/>
                    <a:pt x="37370" y="38563"/>
                    <a:pt x="37410" y="38563"/>
                  </a:cubicBezTo>
                  <a:cubicBezTo>
                    <a:pt x="37451" y="38563"/>
                    <a:pt x="37496" y="38537"/>
                    <a:pt x="37509" y="38493"/>
                  </a:cubicBezTo>
                  <a:cubicBezTo>
                    <a:pt x="37570" y="38239"/>
                    <a:pt x="37595" y="37974"/>
                    <a:pt x="37618" y="37709"/>
                  </a:cubicBezTo>
                  <a:cubicBezTo>
                    <a:pt x="37795" y="37751"/>
                    <a:pt x="37973" y="37790"/>
                    <a:pt x="38153" y="37822"/>
                  </a:cubicBezTo>
                  <a:cubicBezTo>
                    <a:pt x="38141" y="38092"/>
                    <a:pt x="38126" y="38365"/>
                    <a:pt x="38158" y="38626"/>
                  </a:cubicBezTo>
                  <a:cubicBezTo>
                    <a:pt x="38164" y="38678"/>
                    <a:pt x="38209" y="38706"/>
                    <a:pt x="38252" y="38706"/>
                  </a:cubicBezTo>
                  <a:cubicBezTo>
                    <a:pt x="38293" y="38706"/>
                    <a:pt x="38334" y="38682"/>
                    <a:pt x="38340" y="38630"/>
                  </a:cubicBezTo>
                  <a:cubicBezTo>
                    <a:pt x="38374" y="38381"/>
                    <a:pt x="38369" y="38118"/>
                    <a:pt x="38360" y="37861"/>
                  </a:cubicBezTo>
                  <a:lnTo>
                    <a:pt x="38360" y="37861"/>
                  </a:lnTo>
                  <a:cubicBezTo>
                    <a:pt x="38588" y="37899"/>
                    <a:pt x="38817" y="37927"/>
                    <a:pt x="39048" y="37953"/>
                  </a:cubicBezTo>
                  <a:cubicBezTo>
                    <a:pt x="39072" y="38247"/>
                    <a:pt x="39090" y="38552"/>
                    <a:pt x="39157" y="38840"/>
                  </a:cubicBezTo>
                  <a:cubicBezTo>
                    <a:pt x="39169" y="38892"/>
                    <a:pt x="39209" y="38917"/>
                    <a:pt x="39249" y="38917"/>
                  </a:cubicBezTo>
                  <a:cubicBezTo>
                    <a:pt x="39295" y="38917"/>
                    <a:pt x="39340" y="38884"/>
                    <a:pt x="39338" y="38820"/>
                  </a:cubicBezTo>
                  <a:cubicBezTo>
                    <a:pt x="39330" y="38538"/>
                    <a:pt x="39270" y="38252"/>
                    <a:pt x="39219" y="37970"/>
                  </a:cubicBezTo>
                  <a:lnTo>
                    <a:pt x="39219" y="37970"/>
                  </a:lnTo>
                  <a:cubicBezTo>
                    <a:pt x="39412" y="37988"/>
                    <a:pt x="39607" y="37997"/>
                    <a:pt x="39801" y="38005"/>
                  </a:cubicBezTo>
                  <a:cubicBezTo>
                    <a:pt x="39844" y="38287"/>
                    <a:pt x="39898" y="38573"/>
                    <a:pt x="40010" y="38824"/>
                  </a:cubicBezTo>
                  <a:cubicBezTo>
                    <a:pt x="40025" y="38858"/>
                    <a:pt x="40055" y="38873"/>
                    <a:pt x="40085" y="38873"/>
                  </a:cubicBezTo>
                  <a:cubicBezTo>
                    <a:pt x="40129" y="38873"/>
                    <a:pt x="40172" y="38840"/>
                    <a:pt x="40167" y="38785"/>
                  </a:cubicBezTo>
                  <a:cubicBezTo>
                    <a:pt x="40142" y="38524"/>
                    <a:pt x="40071" y="38267"/>
                    <a:pt x="40003" y="38011"/>
                  </a:cubicBezTo>
                  <a:lnTo>
                    <a:pt x="40003" y="38011"/>
                  </a:lnTo>
                  <a:cubicBezTo>
                    <a:pt x="40060" y="38012"/>
                    <a:pt x="40116" y="38012"/>
                    <a:pt x="40173" y="38012"/>
                  </a:cubicBezTo>
                  <a:cubicBezTo>
                    <a:pt x="40251" y="38012"/>
                    <a:pt x="40329" y="38012"/>
                    <a:pt x="40407" y="38011"/>
                  </a:cubicBezTo>
                  <a:cubicBezTo>
                    <a:pt x="40516" y="38358"/>
                    <a:pt x="40635" y="38715"/>
                    <a:pt x="40796" y="39044"/>
                  </a:cubicBezTo>
                  <a:cubicBezTo>
                    <a:pt x="40813" y="39081"/>
                    <a:pt x="40844" y="39096"/>
                    <a:pt x="40874" y="39096"/>
                  </a:cubicBezTo>
                  <a:cubicBezTo>
                    <a:pt x="40926" y="39096"/>
                    <a:pt x="40978" y="39049"/>
                    <a:pt x="40956" y="38980"/>
                  </a:cubicBezTo>
                  <a:cubicBezTo>
                    <a:pt x="40860" y="38649"/>
                    <a:pt x="40713" y="38321"/>
                    <a:pt x="40565" y="38007"/>
                  </a:cubicBezTo>
                  <a:cubicBezTo>
                    <a:pt x="40734" y="38002"/>
                    <a:pt x="40903" y="37991"/>
                    <a:pt x="41068" y="37978"/>
                  </a:cubicBezTo>
                  <a:cubicBezTo>
                    <a:pt x="41179" y="38359"/>
                    <a:pt x="41322" y="38749"/>
                    <a:pt x="41554" y="39072"/>
                  </a:cubicBezTo>
                  <a:cubicBezTo>
                    <a:pt x="41570" y="39094"/>
                    <a:pt x="41593" y="39103"/>
                    <a:pt x="41616" y="39103"/>
                  </a:cubicBezTo>
                  <a:cubicBezTo>
                    <a:pt x="41670" y="39103"/>
                    <a:pt x="41727" y="39051"/>
                    <a:pt x="41698" y="38991"/>
                  </a:cubicBezTo>
                  <a:cubicBezTo>
                    <a:pt x="41530" y="38649"/>
                    <a:pt x="41350" y="38323"/>
                    <a:pt x="41217" y="37964"/>
                  </a:cubicBezTo>
                  <a:cubicBezTo>
                    <a:pt x="41450" y="37941"/>
                    <a:pt x="41683" y="37913"/>
                    <a:pt x="41914" y="37876"/>
                  </a:cubicBezTo>
                  <a:cubicBezTo>
                    <a:pt x="42052" y="38294"/>
                    <a:pt x="42257" y="38722"/>
                    <a:pt x="42528" y="39067"/>
                  </a:cubicBezTo>
                  <a:cubicBezTo>
                    <a:pt x="42547" y="39089"/>
                    <a:pt x="42573" y="39099"/>
                    <a:pt x="42599" y="39099"/>
                  </a:cubicBezTo>
                  <a:cubicBezTo>
                    <a:pt x="42661" y="39099"/>
                    <a:pt x="42724" y="39045"/>
                    <a:pt x="42688" y="38977"/>
                  </a:cubicBezTo>
                  <a:cubicBezTo>
                    <a:pt x="42487" y="38599"/>
                    <a:pt x="42280" y="38232"/>
                    <a:pt x="42096" y="37846"/>
                  </a:cubicBezTo>
                  <a:cubicBezTo>
                    <a:pt x="42171" y="37834"/>
                    <a:pt x="42245" y="37819"/>
                    <a:pt x="42320" y="37805"/>
                  </a:cubicBezTo>
                  <a:cubicBezTo>
                    <a:pt x="42476" y="37773"/>
                    <a:pt x="42629" y="37736"/>
                    <a:pt x="42787" y="37698"/>
                  </a:cubicBezTo>
                  <a:lnTo>
                    <a:pt x="42787" y="37698"/>
                  </a:lnTo>
                  <a:cubicBezTo>
                    <a:pt x="42782" y="37709"/>
                    <a:pt x="42780" y="37726"/>
                    <a:pt x="42783" y="37742"/>
                  </a:cubicBezTo>
                  <a:cubicBezTo>
                    <a:pt x="42899" y="38182"/>
                    <a:pt x="43112" y="38592"/>
                    <a:pt x="43392" y="38952"/>
                  </a:cubicBezTo>
                  <a:cubicBezTo>
                    <a:pt x="43410" y="38974"/>
                    <a:pt x="43433" y="38983"/>
                    <a:pt x="43455" y="38983"/>
                  </a:cubicBezTo>
                  <a:cubicBezTo>
                    <a:pt x="43515" y="38983"/>
                    <a:pt x="43571" y="38916"/>
                    <a:pt x="43526" y="38853"/>
                  </a:cubicBezTo>
                  <a:cubicBezTo>
                    <a:pt x="43265" y="38488"/>
                    <a:pt x="43069" y="38109"/>
                    <a:pt x="42918" y="37709"/>
                  </a:cubicBezTo>
                  <a:cubicBezTo>
                    <a:pt x="42912" y="37699"/>
                    <a:pt x="42909" y="37692"/>
                    <a:pt x="42904" y="37686"/>
                  </a:cubicBezTo>
                  <a:cubicBezTo>
                    <a:pt x="43096" y="37635"/>
                    <a:pt x="43292" y="37576"/>
                    <a:pt x="43483" y="37512"/>
                  </a:cubicBezTo>
                  <a:cubicBezTo>
                    <a:pt x="43543" y="37913"/>
                    <a:pt x="43680" y="38289"/>
                    <a:pt x="43922" y="38620"/>
                  </a:cubicBezTo>
                  <a:cubicBezTo>
                    <a:pt x="43942" y="38646"/>
                    <a:pt x="43966" y="38657"/>
                    <a:pt x="43989" y="38657"/>
                  </a:cubicBezTo>
                  <a:cubicBezTo>
                    <a:pt x="44051" y="38657"/>
                    <a:pt x="44110" y="38582"/>
                    <a:pt x="44067" y="38510"/>
                  </a:cubicBezTo>
                  <a:cubicBezTo>
                    <a:pt x="43869" y="38178"/>
                    <a:pt x="43720" y="37834"/>
                    <a:pt x="43646" y="37455"/>
                  </a:cubicBezTo>
                  <a:cubicBezTo>
                    <a:pt x="43779" y="37409"/>
                    <a:pt x="43910" y="37359"/>
                    <a:pt x="44039" y="37304"/>
                  </a:cubicBezTo>
                  <a:cubicBezTo>
                    <a:pt x="44173" y="37700"/>
                    <a:pt x="44362" y="38084"/>
                    <a:pt x="44622" y="38412"/>
                  </a:cubicBezTo>
                  <a:cubicBezTo>
                    <a:pt x="44638" y="38432"/>
                    <a:pt x="44660" y="38441"/>
                    <a:pt x="44683" y="38441"/>
                  </a:cubicBezTo>
                  <a:cubicBezTo>
                    <a:pt x="44734" y="38441"/>
                    <a:pt x="44787" y="38395"/>
                    <a:pt x="44757" y="38338"/>
                  </a:cubicBezTo>
                  <a:cubicBezTo>
                    <a:pt x="44567" y="37968"/>
                    <a:pt x="44383" y="37607"/>
                    <a:pt x="44226" y="37226"/>
                  </a:cubicBezTo>
                  <a:cubicBezTo>
                    <a:pt x="44424" y="37136"/>
                    <a:pt x="44618" y="37037"/>
                    <a:pt x="44804" y="36931"/>
                  </a:cubicBezTo>
                  <a:cubicBezTo>
                    <a:pt x="44995" y="37217"/>
                    <a:pt x="45147" y="37518"/>
                    <a:pt x="45279" y="37835"/>
                  </a:cubicBezTo>
                  <a:cubicBezTo>
                    <a:pt x="45294" y="37871"/>
                    <a:pt x="45323" y="37887"/>
                    <a:pt x="45352" y="37887"/>
                  </a:cubicBezTo>
                  <a:cubicBezTo>
                    <a:pt x="45404" y="37887"/>
                    <a:pt x="45457" y="37839"/>
                    <a:pt x="45437" y="37773"/>
                  </a:cubicBezTo>
                  <a:cubicBezTo>
                    <a:pt x="45331" y="37434"/>
                    <a:pt x="45158" y="37128"/>
                    <a:pt x="44943" y="36849"/>
                  </a:cubicBezTo>
                  <a:cubicBezTo>
                    <a:pt x="45086" y="36759"/>
                    <a:pt x="45228" y="36666"/>
                    <a:pt x="45362" y="36565"/>
                  </a:cubicBezTo>
                  <a:cubicBezTo>
                    <a:pt x="45534" y="36820"/>
                    <a:pt x="45707" y="37078"/>
                    <a:pt x="45919" y="37302"/>
                  </a:cubicBezTo>
                  <a:cubicBezTo>
                    <a:pt x="45937" y="37321"/>
                    <a:pt x="45959" y="37329"/>
                    <a:pt x="45978" y="37329"/>
                  </a:cubicBezTo>
                  <a:cubicBezTo>
                    <a:pt x="46031" y="37329"/>
                    <a:pt x="46076" y="37273"/>
                    <a:pt x="46040" y="37212"/>
                  </a:cubicBezTo>
                  <a:cubicBezTo>
                    <a:pt x="45885" y="36944"/>
                    <a:pt x="45682" y="36704"/>
                    <a:pt x="45484" y="36469"/>
                  </a:cubicBezTo>
                  <a:cubicBezTo>
                    <a:pt x="45631" y="36353"/>
                    <a:pt x="45772" y="36228"/>
                    <a:pt x="45902" y="36095"/>
                  </a:cubicBezTo>
                  <a:cubicBezTo>
                    <a:pt x="46105" y="36357"/>
                    <a:pt x="46316" y="36622"/>
                    <a:pt x="46558" y="36850"/>
                  </a:cubicBezTo>
                  <a:cubicBezTo>
                    <a:pt x="46572" y="36863"/>
                    <a:pt x="46588" y="36869"/>
                    <a:pt x="46603" y="36869"/>
                  </a:cubicBezTo>
                  <a:cubicBezTo>
                    <a:pt x="46655" y="36869"/>
                    <a:pt x="46702" y="36799"/>
                    <a:pt x="46665" y="36745"/>
                  </a:cubicBezTo>
                  <a:cubicBezTo>
                    <a:pt x="46475" y="36470"/>
                    <a:pt x="46242" y="36221"/>
                    <a:pt x="46008" y="35980"/>
                  </a:cubicBezTo>
                  <a:cubicBezTo>
                    <a:pt x="46195" y="35776"/>
                    <a:pt x="46361" y="35556"/>
                    <a:pt x="46503" y="35315"/>
                  </a:cubicBezTo>
                  <a:cubicBezTo>
                    <a:pt x="46724" y="35590"/>
                    <a:pt x="47005" y="35853"/>
                    <a:pt x="47297" y="36031"/>
                  </a:cubicBezTo>
                  <a:cubicBezTo>
                    <a:pt x="47314" y="36042"/>
                    <a:pt x="47331" y="36046"/>
                    <a:pt x="47347" y="36046"/>
                  </a:cubicBezTo>
                  <a:cubicBezTo>
                    <a:pt x="47414" y="36046"/>
                    <a:pt x="47458" y="35964"/>
                    <a:pt x="47397" y="35902"/>
                  </a:cubicBezTo>
                  <a:cubicBezTo>
                    <a:pt x="47142" y="35641"/>
                    <a:pt x="46864" y="35393"/>
                    <a:pt x="46594" y="35150"/>
                  </a:cubicBezTo>
                  <a:cubicBezTo>
                    <a:pt x="46645" y="35052"/>
                    <a:pt x="46691" y="34951"/>
                    <a:pt x="46734" y="34848"/>
                  </a:cubicBezTo>
                  <a:cubicBezTo>
                    <a:pt x="46765" y="34767"/>
                    <a:pt x="46795" y="34685"/>
                    <a:pt x="46823" y="34604"/>
                  </a:cubicBezTo>
                  <a:cubicBezTo>
                    <a:pt x="47003" y="34698"/>
                    <a:pt x="47192" y="34777"/>
                    <a:pt x="47376" y="34862"/>
                  </a:cubicBezTo>
                  <a:cubicBezTo>
                    <a:pt x="47552" y="34943"/>
                    <a:pt x="47729" y="35031"/>
                    <a:pt x="47917" y="35077"/>
                  </a:cubicBezTo>
                  <a:cubicBezTo>
                    <a:pt x="47923" y="35079"/>
                    <a:pt x="47928" y="35079"/>
                    <a:pt x="47933" y="35079"/>
                  </a:cubicBezTo>
                  <a:cubicBezTo>
                    <a:pt x="48000" y="35079"/>
                    <a:pt x="48041" y="34976"/>
                    <a:pt x="47978" y="34936"/>
                  </a:cubicBezTo>
                  <a:cubicBezTo>
                    <a:pt x="47818" y="34829"/>
                    <a:pt x="47634" y="34760"/>
                    <a:pt x="47457" y="34685"/>
                  </a:cubicBezTo>
                  <a:cubicBezTo>
                    <a:pt x="47265" y="34604"/>
                    <a:pt x="47074" y="34519"/>
                    <a:pt x="46877" y="34450"/>
                  </a:cubicBezTo>
                  <a:lnTo>
                    <a:pt x="46873" y="34450"/>
                  </a:lnTo>
                  <a:cubicBezTo>
                    <a:pt x="46915" y="34299"/>
                    <a:pt x="46949" y="34151"/>
                    <a:pt x="46976" y="33998"/>
                  </a:cubicBezTo>
                  <a:cubicBezTo>
                    <a:pt x="47220" y="34071"/>
                    <a:pt x="47467" y="34139"/>
                    <a:pt x="47720" y="34168"/>
                  </a:cubicBezTo>
                  <a:cubicBezTo>
                    <a:pt x="47724" y="34168"/>
                    <a:pt x="47728" y="34168"/>
                    <a:pt x="47731" y="34168"/>
                  </a:cubicBezTo>
                  <a:cubicBezTo>
                    <a:pt x="47803" y="34168"/>
                    <a:pt x="47831" y="34064"/>
                    <a:pt x="47759" y="34032"/>
                  </a:cubicBezTo>
                  <a:cubicBezTo>
                    <a:pt x="47518" y="33924"/>
                    <a:pt x="47263" y="33853"/>
                    <a:pt x="47006" y="33791"/>
                  </a:cubicBezTo>
                  <a:cubicBezTo>
                    <a:pt x="47032" y="33589"/>
                    <a:pt x="47040" y="33385"/>
                    <a:pt x="47039" y="33181"/>
                  </a:cubicBezTo>
                  <a:lnTo>
                    <a:pt x="47039" y="33181"/>
                  </a:lnTo>
                  <a:cubicBezTo>
                    <a:pt x="47137" y="33184"/>
                    <a:pt x="47236" y="33186"/>
                    <a:pt x="47336" y="33186"/>
                  </a:cubicBezTo>
                  <a:cubicBezTo>
                    <a:pt x="47535" y="33186"/>
                    <a:pt x="47735" y="33177"/>
                    <a:pt x="47929" y="33147"/>
                  </a:cubicBezTo>
                  <a:cubicBezTo>
                    <a:pt x="48024" y="33133"/>
                    <a:pt x="48038" y="32983"/>
                    <a:pt x="47933" y="32973"/>
                  </a:cubicBezTo>
                  <a:cubicBezTo>
                    <a:pt x="47816" y="32961"/>
                    <a:pt x="47697" y="32956"/>
                    <a:pt x="47578" y="32956"/>
                  </a:cubicBezTo>
                  <a:cubicBezTo>
                    <a:pt x="47395" y="32956"/>
                    <a:pt x="47211" y="32967"/>
                    <a:pt x="47029" y="32980"/>
                  </a:cubicBezTo>
                  <a:cubicBezTo>
                    <a:pt x="47015" y="32707"/>
                    <a:pt x="46978" y="32434"/>
                    <a:pt x="46925" y="32165"/>
                  </a:cubicBezTo>
                  <a:lnTo>
                    <a:pt x="46927" y="32165"/>
                  </a:lnTo>
                  <a:cubicBezTo>
                    <a:pt x="47123" y="32179"/>
                    <a:pt x="47318" y="32190"/>
                    <a:pt x="47513" y="32190"/>
                  </a:cubicBezTo>
                  <a:cubicBezTo>
                    <a:pt x="47626" y="32190"/>
                    <a:pt x="47740" y="32186"/>
                    <a:pt x="47855" y="32177"/>
                  </a:cubicBezTo>
                  <a:cubicBezTo>
                    <a:pt x="47941" y="32172"/>
                    <a:pt x="47947" y="32038"/>
                    <a:pt x="47861" y="32026"/>
                  </a:cubicBezTo>
                  <a:cubicBezTo>
                    <a:pt x="47655" y="32001"/>
                    <a:pt x="47450" y="31993"/>
                    <a:pt x="47245" y="31993"/>
                  </a:cubicBezTo>
                  <a:cubicBezTo>
                    <a:pt x="47141" y="31993"/>
                    <a:pt x="47037" y="31995"/>
                    <a:pt x="46932" y="31998"/>
                  </a:cubicBezTo>
                  <a:cubicBezTo>
                    <a:pt x="46931" y="31998"/>
                    <a:pt x="46929" y="31998"/>
                    <a:pt x="46928" y="31998"/>
                  </a:cubicBezTo>
                  <a:cubicBezTo>
                    <a:pt x="46913" y="31998"/>
                    <a:pt x="46903" y="32004"/>
                    <a:pt x="46893" y="32011"/>
                  </a:cubicBezTo>
                  <a:cubicBezTo>
                    <a:pt x="46850" y="31822"/>
                    <a:pt x="46799" y="31635"/>
                    <a:pt x="46741" y="31451"/>
                  </a:cubicBezTo>
                  <a:cubicBezTo>
                    <a:pt x="47084" y="31437"/>
                    <a:pt x="47416" y="31374"/>
                    <a:pt x="47742" y="31254"/>
                  </a:cubicBezTo>
                  <a:cubicBezTo>
                    <a:pt x="47820" y="31226"/>
                    <a:pt x="47798" y="31097"/>
                    <a:pt x="47722" y="31097"/>
                  </a:cubicBezTo>
                  <a:cubicBezTo>
                    <a:pt x="47716" y="31097"/>
                    <a:pt x="47711" y="31098"/>
                    <a:pt x="47705" y="31100"/>
                  </a:cubicBezTo>
                  <a:cubicBezTo>
                    <a:pt x="47366" y="31180"/>
                    <a:pt x="47026" y="31240"/>
                    <a:pt x="46682" y="31275"/>
                  </a:cubicBezTo>
                  <a:cubicBezTo>
                    <a:pt x="46625" y="31109"/>
                    <a:pt x="46561" y="30946"/>
                    <a:pt x="46493" y="30785"/>
                  </a:cubicBezTo>
                  <a:cubicBezTo>
                    <a:pt x="46862" y="30609"/>
                    <a:pt x="47220" y="30510"/>
                    <a:pt x="47634" y="30452"/>
                  </a:cubicBezTo>
                  <a:cubicBezTo>
                    <a:pt x="47705" y="30443"/>
                    <a:pt x="47715" y="30326"/>
                    <a:pt x="47637" y="30320"/>
                  </a:cubicBezTo>
                  <a:cubicBezTo>
                    <a:pt x="47605" y="30318"/>
                    <a:pt x="47573" y="30318"/>
                    <a:pt x="47541" y="30318"/>
                  </a:cubicBezTo>
                  <a:cubicBezTo>
                    <a:pt x="47154" y="30318"/>
                    <a:pt x="46758" y="30443"/>
                    <a:pt x="46434" y="30656"/>
                  </a:cubicBezTo>
                  <a:cubicBezTo>
                    <a:pt x="46323" y="30404"/>
                    <a:pt x="46200" y="30161"/>
                    <a:pt x="46069" y="29928"/>
                  </a:cubicBezTo>
                  <a:cubicBezTo>
                    <a:pt x="46040" y="29877"/>
                    <a:pt x="46011" y="29827"/>
                    <a:pt x="45980" y="29777"/>
                  </a:cubicBezTo>
                  <a:cubicBezTo>
                    <a:pt x="46014" y="29745"/>
                    <a:pt x="46055" y="29722"/>
                    <a:pt x="46099" y="29709"/>
                  </a:cubicBezTo>
                  <a:cubicBezTo>
                    <a:pt x="46108" y="29713"/>
                    <a:pt x="46118" y="29715"/>
                    <a:pt x="46129" y="29715"/>
                  </a:cubicBezTo>
                  <a:cubicBezTo>
                    <a:pt x="46131" y="29715"/>
                    <a:pt x="46133" y="29715"/>
                    <a:pt x="46136" y="29715"/>
                  </a:cubicBezTo>
                  <a:cubicBezTo>
                    <a:pt x="46163" y="29714"/>
                    <a:pt x="46188" y="29709"/>
                    <a:pt x="46211" y="29708"/>
                  </a:cubicBezTo>
                  <a:cubicBezTo>
                    <a:pt x="46225" y="29711"/>
                    <a:pt x="46238" y="29714"/>
                    <a:pt x="46249" y="29718"/>
                  </a:cubicBezTo>
                  <a:cubicBezTo>
                    <a:pt x="46262" y="29723"/>
                    <a:pt x="46274" y="29725"/>
                    <a:pt x="46285" y="29725"/>
                  </a:cubicBezTo>
                  <a:cubicBezTo>
                    <a:pt x="46314" y="29725"/>
                    <a:pt x="46337" y="29709"/>
                    <a:pt x="46351" y="29688"/>
                  </a:cubicBezTo>
                  <a:cubicBezTo>
                    <a:pt x="46597" y="29646"/>
                    <a:pt x="46830" y="29566"/>
                    <a:pt x="47043" y="29420"/>
                  </a:cubicBezTo>
                  <a:cubicBezTo>
                    <a:pt x="47109" y="29376"/>
                    <a:pt x="47063" y="29279"/>
                    <a:pt x="46995" y="29279"/>
                  </a:cubicBezTo>
                  <a:cubicBezTo>
                    <a:pt x="46986" y="29279"/>
                    <a:pt x="46977" y="29281"/>
                    <a:pt x="46968" y="29284"/>
                  </a:cubicBezTo>
                  <a:cubicBezTo>
                    <a:pt x="46706" y="29382"/>
                    <a:pt x="46445" y="29483"/>
                    <a:pt x="46171" y="29544"/>
                  </a:cubicBezTo>
                  <a:cubicBezTo>
                    <a:pt x="46072" y="29551"/>
                    <a:pt x="45980" y="29595"/>
                    <a:pt x="45912" y="29664"/>
                  </a:cubicBezTo>
                  <a:cubicBezTo>
                    <a:pt x="45770" y="29430"/>
                    <a:pt x="45617" y="29201"/>
                    <a:pt x="45460" y="28978"/>
                  </a:cubicBezTo>
                  <a:cubicBezTo>
                    <a:pt x="45758" y="28875"/>
                    <a:pt x="46055" y="28778"/>
                    <a:pt x="46341" y="28647"/>
                  </a:cubicBezTo>
                  <a:cubicBezTo>
                    <a:pt x="46420" y="28610"/>
                    <a:pt x="46386" y="28502"/>
                    <a:pt x="46314" y="28502"/>
                  </a:cubicBezTo>
                  <a:cubicBezTo>
                    <a:pt x="46305" y="28502"/>
                    <a:pt x="46297" y="28503"/>
                    <a:pt x="46288" y="28506"/>
                  </a:cubicBezTo>
                  <a:cubicBezTo>
                    <a:pt x="45979" y="28610"/>
                    <a:pt x="45682" y="28744"/>
                    <a:pt x="45385" y="28875"/>
                  </a:cubicBezTo>
                  <a:cubicBezTo>
                    <a:pt x="45255" y="28695"/>
                    <a:pt x="45120" y="28516"/>
                    <a:pt x="44980" y="28342"/>
                  </a:cubicBezTo>
                  <a:lnTo>
                    <a:pt x="44980" y="28342"/>
                  </a:lnTo>
                  <a:cubicBezTo>
                    <a:pt x="44983" y="28342"/>
                    <a:pt x="44987" y="28342"/>
                    <a:pt x="44990" y="28342"/>
                  </a:cubicBezTo>
                  <a:cubicBezTo>
                    <a:pt x="45006" y="28342"/>
                    <a:pt x="45023" y="28339"/>
                    <a:pt x="45041" y="28328"/>
                  </a:cubicBezTo>
                  <a:cubicBezTo>
                    <a:pt x="45300" y="28159"/>
                    <a:pt x="45561" y="27992"/>
                    <a:pt x="45807" y="27800"/>
                  </a:cubicBezTo>
                  <a:cubicBezTo>
                    <a:pt x="45876" y="27745"/>
                    <a:pt x="45825" y="27657"/>
                    <a:pt x="45756" y="27657"/>
                  </a:cubicBezTo>
                  <a:cubicBezTo>
                    <a:pt x="45741" y="27657"/>
                    <a:pt x="45726" y="27661"/>
                    <a:pt x="45711" y="27670"/>
                  </a:cubicBezTo>
                  <a:cubicBezTo>
                    <a:pt x="45442" y="27830"/>
                    <a:pt x="45192" y="28010"/>
                    <a:pt x="44939" y="28193"/>
                  </a:cubicBezTo>
                  <a:cubicBezTo>
                    <a:pt x="44917" y="28209"/>
                    <a:pt x="44907" y="28228"/>
                    <a:pt x="44906" y="28248"/>
                  </a:cubicBezTo>
                  <a:cubicBezTo>
                    <a:pt x="44757" y="28070"/>
                    <a:pt x="44604" y="27894"/>
                    <a:pt x="44447" y="27723"/>
                  </a:cubicBezTo>
                  <a:cubicBezTo>
                    <a:pt x="44583" y="27479"/>
                    <a:pt x="44780" y="27283"/>
                    <a:pt x="45016" y="27132"/>
                  </a:cubicBezTo>
                  <a:cubicBezTo>
                    <a:pt x="45068" y="27100"/>
                    <a:pt x="45033" y="27018"/>
                    <a:pt x="44981" y="27018"/>
                  </a:cubicBezTo>
                  <a:cubicBezTo>
                    <a:pt x="44973" y="27018"/>
                    <a:pt x="44965" y="27020"/>
                    <a:pt x="44957" y="27024"/>
                  </a:cubicBezTo>
                  <a:cubicBezTo>
                    <a:pt x="44689" y="27157"/>
                    <a:pt x="44485" y="27361"/>
                    <a:pt x="44346" y="27613"/>
                  </a:cubicBezTo>
                  <a:cubicBezTo>
                    <a:pt x="44185" y="27441"/>
                    <a:pt x="44020" y="27269"/>
                    <a:pt x="43850" y="27102"/>
                  </a:cubicBezTo>
                  <a:cubicBezTo>
                    <a:pt x="44030" y="26912"/>
                    <a:pt x="44204" y="26719"/>
                    <a:pt x="44356" y="26507"/>
                  </a:cubicBezTo>
                  <a:cubicBezTo>
                    <a:pt x="44404" y="26440"/>
                    <a:pt x="44350" y="26372"/>
                    <a:pt x="44287" y="26372"/>
                  </a:cubicBezTo>
                  <a:cubicBezTo>
                    <a:pt x="44265" y="26372"/>
                    <a:pt x="44241" y="26380"/>
                    <a:pt x="44221" y="26400"/>
                  </a:cubicBezTo>
                  <a:cubicBezTo>
                    <a:pt x="44041" y="26582"/>
                    <a:pt x="43881" y="26780"/>
                    <a:pt x="43727" y="26983"/>
                  </a:cubicBezTo>
                  <a:cubicBezTo>
                    <a:pt x="43578" y="26841"/>
                    <a:pt x="43428" y="26699"/>
                    <a:pt x="43276" y="26563"/>
                  </a:cubicBezTo>
                  <a:cubicBezTo>
                    <a:pt x="43407" y="26213"/>
                    <a:pt x="43633" y="25961"/>
                    <a:pt x="43959" y="25763"/>
                  </a:cubicBezTo>
                  <a:cubicBezTo>
                    <a:pt x="44028" y="25719"/>
                    <a:pt x="43974" y="25629"/>
                    <a:pt x="43908" y="25629"/>
                  </a:cubicBezTo>
                  <a:cubicBezTo>
                    <a:pt x="43901" y="25629"/>
                    <a:pt x="43893" y="25630"/>
                    <a:pt x="43886" y="25632"/>
                  </a:cubicBezTo>
                  <a:cubicBezTo>
                    <a:pt x="43514" y="25740"/>
                    <a:pt x="43228" y="26067"/>
                    <a:pt x="43137" y="26441"/>
                  </a:cubicBezTo>
                  <a:cubicBezTo>
                    <a:pt x="42981" y="26305"/>
                    <a:pt x="42826" y="26172"/>
                    <a:pt x="42667" y="26039"/>
                  </a:cubicBezTo>
                  <a:cubicBezTo>
                    <a:pt x="42887" y="25817"/>
                    <a:pt x="43118" y="25590"/>
                    <a:pt x="43295" y="25339"/>
                  </a:cubicBezTo>
                  <a:cubicBezTo>
                    <a:pt x="43345" y="25269"/>
                    <a:pt x="43285" y="25169"/>
                    <a:pt x="43212" y="25169"/>
                  </a:cubicBezTo>
                  <a:cubicBezTo>
                    <a:pt x="43192" y="25169"/>
                    <a:pt x="43171" y="25176"/>
                    <a:pt x="43152" y="25193"/>
                  </a:cubicBezTo>
                  <a:cubicBezTo>
                    <a:pt x="42915" y="25400"/>
                    <a:pt x="42705" y="25658"/>
                    <a:pt x="42500" y="25903"/>
                  </a:cubicBezTo>
                  <a:cubicBezTo>
                    <a:pt x="42374" y="25800"/>
                    <a:pt x="42246" y="25699"/>
                    <a:pt x="42118" y="25598"/>
                  </a:cubicBezTo>
                  <a:cubicBezTo>
                    <a:pt x="42089" y="25576"/>
                    <a:pt x="42058" y="25554"/>
                    <a:pt x="42026" y="25529"/>
                  </a:cubicBezTo>
                  <a:cubicBezTo>
                    <a:pt x="42202" y="25359"/>
                    <a:pt x="42372" y="25167"/>
                    <a:pt x="42478" y="24956"/>
                  </a:cubicBezTo>
                  <a:cubicBezTo>
                    <a:pt x="42508" y="24895"/>
                    <a:pt x="42456" y="24846"/>
                    <a:pt x="42401" y="24846"/>
                  </a:cubicBezTo>
                  <a:cubicBezTo>
                    <a:pt x="42379" y="24846"/>
                    <a:pt x="42356" y="24854"/>
                    <a:pt x="42338" y="24874"/>
                  </a:cubicBezTo>
                  <a:cubicBezTo>
                    <a:pt x="42181" y="25051"/>
                    <a:pt x="42046" y="25245"/>
                    <a:pt x="41896" y="25430"/>
                  </a:cubicBezTo>
                  <a:cubicBezTo>
                    <a:pt x="41676" y="25261"/>
                    <a:pt x="41455" y="25098"/>
                    <a:pt x="41230" y="24938"/>
                  </a:cubicBezTo>
                  <a:cubicBezTo>
                    <a:pt x="41486" y="24757"/>
                    <a:pt x="41761" y="24548"/>
                    <a:pt x="41919" y="24280"/>
                  </a:cubicBezTo>
                  <a:cubicBezTo>
                    <a:pt x="41952" y="24222"/>
                    <a:pt x="41894" y="24166"/>
                    <a:pt x="41837" y="24166"/>
                  </a:cubicBezTo>
                  <a:cubicBezTo>
                    <a:pt x="41821" y="24166"/>
                    <a:pt x="41805" y="24171"/>
                    <a:pt x="41791" y="24181"/>
                  </a:cubicBezTo>
                  <a:cubicBezTo>
                    <a:pt x="41536" y="24372"/>
                    <a:pt x="41325" y="24626"/>
                    <a:pt x="41081" y="24833"/>
                  </a:cubicBezTo>
                  <a:cubicBezTo>
                    <a:pt x="40941" y="24734"/>
                    <a:pt x="40799" y="24636"/>
                    <a:pt x="40659" y="24538"/>
                  </a:cubicBezTo>
                  <a:cubicBezTo>
                    <a:pt x="40890" y="24361"/>
                    <a:pt x="41122" y="24133"/>
                    <a:pt x="41243" y="23882"/>
                  </a:cubicBezTo>
                  <a:cubicBezTo>
                    <a:pt x="41270" y="23823"/>
                    <a:pt x="41214" y="23755"/>
                    <a:pt x="41158" y="23755"/>
                  </a:cubicBezTo>
                  <a:cubicBezTo>
                    <a:pt x="41141" y="23755"/>
                    <a:pt x="41124" y="23761"/>
                    <a:pt x="41109" y="23776"/>
                  </a:cubicBezTo>
                  <a:cubicBezTo>
                    <a:pt x="40998" y="23882"/>
                    <a:pt x="40907" y="24007"/>
                    <a:pt x="40803" y="24120"/>
                  </a:cubicBezTo>
                  <a:cubicBezTo>
                    <a:pt x="40706" y="24229"/>
                    <a:pt x="40598" y="24324"/>
                    <a:pt x="40489" y="24421"/>
                  </a:cubicBezTo>
                  <a:cubicBezTo>
                    <a:pt x="40316" y="24303"/>
                    <a:pt x="40142" y="24187"/>
                    <a:pt x="39967" y="24071"/>
                  </a:cubicBezTo>
                  <a:cubicBezTo>
                    <a:pt x="40183" y="23833"/>
                    <a:pt x="40395" y="23587"/>
                    <a:pt x="40550" y="23305"/>
                  </a:cubicBezTo>
                  <a:cubicBezTo>
                    <a:pt x="40582" y="23247"/>
                    <a:pt x="40528" y="23195"/>
                    <a:pt x="40474" y="23195"/>
                  </a:cubicBezTo>
                  <a:cubicBezTo>
                    <a:pt x="40452" y="23195"/>
                    <a:pt x="40430" y="23203"/>
                    <a:pt x="40414" y="23223"/>
                  </a:cubicBezTo>
                  <a:cubicBezTo>
                    <a:pt x="40211" y="23468"/>
                    <a:pt x="40047" y="23743"/>
                    <a:pt x="39868" y="24005"/>
                  </a:cubicBezTo>
                  <a:cubicBezTo>
                    <a:pt x="39624" y="23847"/>
                    <a:pt x="39381" y="23691"/>
                    <a:pt x="39135" y="23535"/>
                  </a:cubicBezTo>
                  <a:cubicBezTo>
                    <a:pt x="39318" y="23318"/>
                    <a:pt x="39504" y="23093"/>
                    <a:pt x="39629" y="22851"/>
                  </a:cubicBezTo>
                  <a:cubicBezTo>
                    <a:pt x="39661" y="22788"/>
                    <a:pt x="39608" y="22741"/>
                    <a:pt x="39553" y="22741"/>
                  </a:cubicBezTo>
                  <a:cubicBezTo>
                    <a:pt x="39530" y="22741"/>
                    <a:pt x="39507" y="22749"/>
                    <a:pt x="39490" y="22767"/>
                  </a:cubicBezTo>
                  <a:cubicBezTo>
                    <a:pt x="39301" y="22958"/>
                    <a:pt x="39147" y="23210"/>
                    <a:pt x="39001" y="23450"/>
                  </a:cubicBezTo>
                  <a:cubicBezTo>
                    <a:pt x="38753" y="23291"/>
                    <a:pt x="38505" y="23135"/>
                    <a:pt x="38254" y="22982"/>
                  </a:cubicBezTo>
                  <a:cubicBezTo>
                    <a:pt x="38491" y="22787"/>
                    <a:pt x="38689" y="22537"/>
                    <a:pt x="38773" y="22243"/>
                  </a:cubicBezTo>
                  <a:cubicBezTo>
                    <a:pt x="38787" y="22198"/>
                    <a:pt x="38745" y="22166"/>
                    <a:pt x="38704" y="22166"/>
                  </a:cubicBezTo>
                  <a:cubicBezTo>
                    <a:pt x="38685" y="22166"/>
                    <a:pt x="38665" y="22174"/>
                    <a:pt x="38652" y="22190"/>
                  </a:cubicBezTo>
                  <a:cubicBezTo>
                    <a:pt x="38472" y="22440"/>
                    <a:pt x="38302" y="22673"/>
                    <a:pt x="38083" y="22873"/>
                  </a:cubicBezTo>
                  <a:cubicBezTo>
                    <a:pt x="37837" y="22723"/>
                    <a:pt x="37594" y="22573"/>
                    <a:pt x="37347" y="22423"/>
                  </a:cubicBezTo>
                  <a:cubicBezTo>
                    <a:pt x="37523" y="22179"/>
                    <a:pt x="37738" y="21978"/>
                    <a:pt x="37978" y="21793"/>
                  </a:cubicBezTo>
                  <a:cubicBezTo>
                    <a:pt x="38029" y="21753"/>
                    <a:pt x="37996" y="21665"/>
                    <a:pt x="37941" y="21665"/>
                  </a:cubicBezTo>
                  <a:cubicBezTo>
                    <a:pt x="37932" y="21665"/>
                    <a:pt x="37922" y="21668"/>
                    <a:pt x="37912" y="21673"/>
                  </a:cubicBezTo>
                  <a:cubicBezTo>
                    <a:pt x="37615" y="21827"/>
                    <a:pt x="37391" y="22064"/>
                    <a:pt x="37232" y="22349"/>
                  </a:cubicBezTo>
                  <a:cubicBezTo>
                    <a:pt x="37065" y="22247"/>
                    <a:pt x="36899" y="22143"/>
                    <a:pt x="36731" y="22041"/>
                  </a:cubicBezTo>
                  <a:cubicBezTo>
                    <a:pt x="36945" y="21815"/>
                    <a:pt x="37150" y="21572"/>
                    <a:pt x="37290" y="21290"/>
                  </a:cubicBezTo>
                  <a:cubicBezTo>
                    <a:pt x="37318" y="21236"/>
                    <a:pt x="37270" y="21189"/>
                    <a:pt x="37221" y="21189"/>
                  </a:cubicBezTo>
                  <a:cubicBezTo>
                    <a:pt x="37201" y="21189"/>
                    <a:pt x="37181" y="21197"/>
                    <a:pt x="37166" y="21215"/>
                  </a:cubicBezTo>
                  <a:cubicBezTo>
                    <a:pt x="36967" y="21456"/>
                    <a:pt x="36797" y="21718"/>
                    <a:pt x="36604" y="21965"/>
                  </a:cubicBezTo>
                  <a:cubicBezTo>
                    <a:pt x="36433" y="21859"/>
                    <a:pt x="36264" y="21754"/>
                    <a:pt x="36094" y="21647"/>
                  </a:cubicBezTo>
                  <a:cubicBezTo>
                    <a:pt x="36223" y="21319"/>
                    <a:pt x="36424" y="21052"/>
                    <a:pt x="36626" y="20757"/>
                  </a:cubicBezTo>
                  <a:cubicBezTo>
                    <a:pt x="36665" y="20699"/>
                    <a:pt x="36621" y="20627"/>
                    <a:pt x="36564" y="20627"/>
                  </a:cubicBezTo>
                  <a:cubicBezTo>
                    <a:pt x="36549" y="20627"/>
                    <a:pt x="36532" y="20632"/>
                    <a:pt x="36517" y="20644"/>
                  </a:cubicBezTo>
                  <a:cubicBezTo>
                    <a:pt x="36228" y="20857"/>
                    <a:pt x="36045" y="21207"/>
                    <a:pt x="35938" y="21551"/>
                  </a:cubicBezTo>
                  <a:cubicBezTo>
                    <a:pt x="35758" y="21438"/>
                    <a:pt x="35578" y="21326"/>
                    <a:pt x="35400" y="21211"/>
                  </a:cubicBezTo>
                  <a:cubicBezTo>
                    <a:pt x="35454" y="21112"/>
                    <a:pt x="35505" y="21008"/>
                    <a:pt x="35554" y="20906"/>
                  </a:cubicBezTo>
                  <a:cubicBezTo>
                    <a:pt x="35625" y="20755"/>
                    <a:pt x="35720" y="20602"/>
                    <a:pt x="35739" y="20433"/>
                  </a:cubicBezTo>
                  <a:cubicBezTo>
                    <a:pt x="35743" y="20386"/>
                    <a:pt x="35707" y="20354"/>
                    <a:pt x="35668" y="20354"/>
                  </a:cubicBezTo>
                  <a:cubicBezTo>
                    <a:pt x="35649" y="20354"/>
                    <a:pt x="35629" y="20361"/>
                    <a:pt x="35614" y="20379"/>
                  </a:cubicBezTo>
                  <a:cubicBezTo>
                    <a:pt x="35506" y="20511"/>
                    <a:pt x="35462" y="20684"/>
                    <a:pt x="35406" y="20842"/>
                  </a:cubicBezTo>
                  <a:cubicBezTo>
                    <a:pt x="35366" y="20942"/>
                    <a:pt x="35330" y="21044"/>
                    <a:pt x="35298" y="21147"/>
                  </a:cubicBezTo>
                  <a:cubicBezTo>
                    <a:pt x="35060" y="20994"/>
                    <a:pt x="34823" y="20840"/>
                    <a:pt x="34586" y="20684"/>
                  </a:cubicBezTo>
                  <a:cubicBezTo>
                    <a:pt x="34710" y="20456"/>
                    <a:pt x="34832" y="20230"/>
                    <a:pt x="34918" y="19987"/>
                  </a:cubicBezTo>
                  <a:cubicBezTo>
                    <a:pt x="34938" y="19927"/>
                    <a:pt x="34886" y="19867"/>
                    <a:pt x="34834" y="19867"/>
                  </a:cubicBezTo>
                  <a:cubicBezTo>
                    <a:pt x="34813" y="19867"/>
                    <a:pt x="34791" y="19877"/>
                    <a:pt x="34775" y="19901"/>
                  </a:cubicBezTo>
                  <a:cubicBezTo>
                    <a:pt x="34626" y="20121"/>
                    <a:pt x="34533" y="20355"/>
                    <a:pt x="34456" y="20599"/>
                  </a:cubicBezTo>
                  <a:cubicBezTo>
                    <a:pt x="34300" y="20495"/>
                    <a:pt x="34144" y="20390"/>
                    <a:pt x="33990" y="20284"/>
                  </a:cubicBezTo>
                  <a:lnTo>
                    <a:pt x="33990" y="20284"/>
                  </a:lnTo>
                  <a:cubicBezTo>
                    <a:pt x="34001" y="20287"/>
                    <a:pt x="34013" y="20289"/>
                    <a:pt x="34025" y="20289"/>
                  </a:cubicBezTo>
                  <a:cubicBezTo>
                    <a:pt x="34053" y="20289"/>
                    <a:pt x="34081" y="20279"/>
                    <a:pt x="34102" y="20252"/>
                  </a:cubicBezTo>
                  <a:cubicBezTo>
                    <a:pt x="34279" y="20029"/>
                    <a:pt x="34465" y="19777"/>
                    <a:pt x="34579" y="19515"/>
                  </a:cubicBezTo>
                  <a:cubicBezTo>
                    <a:pt x="34612" y="19439"/>
                    <a:pt x="34552" y="19381"/>
                    <a:pt x="34488" y="19381"/>
                  </a:cubicBezTo>
                  <a:cubicBezTo>
                    <a:pt x="34461" y="19381"/>
                    <a:pt x="34434" y="19391"/>
                    <a:pt x="34412" y="19414"/>
                  </a:cubicBezTo>
                  <a:cubicBezTo>
                    <a:pt x="34214" y="19621"/>
                    <a:pt x="34055" y="19893"/>
                    <a:pt x="33918" y="20142"/>
                  </a:cubicBezTo>
                  <a:cubicBezTo>
                    <a:pt x="33896" y="20178"/>
                    <a:pt x="33903" y="20213"/>
                    <a:pt x="33923" y="20240"/>
                  </a:cubicBezTo>
                  <a:cubicBezTo>
                    <a:pt x="33762" y="20127"/>
                    <a:pt x="33599" y="20013"/>
                    <a:pt x="33439" y="19897"/>
                  </a:cubicBezTo>
                  <a:cubicBezTo>
                    <a:pt x="33708" y="19702"/>
                    <a:pt x="33937" y="19441"/>
                    <a:pt x="34044" y="19122"/>
                  </a:cubicBezTo>
                  <a:cubicBezTo>
                    <a:pt x="34065" y="19054"/>
                    <a:pt x="34016" y="19007"/>
                    <a:pt x="33965" y="19007"/>
                  </a:cubicBezTo>
                  <a:cubicBezTo>
                    <a:pt x="33937" y="19007"/>
                    <a:pt x="33908" y="19021"/>
                    <a:pt x="33889" y="19054"/>
                  </a:cubicBezTo>
                  <a:cubicBezTo>
                    <a:pt x="33729" y="19337"/>
                    <a:pt x="33551" y="19591"/>
                    <a:pt x="33295" y="19794"/>
                  </a:cubicBezTo>
                  <a:cubicBezTo>
                    <a:pt x="33162" y="19697"/>
                    <a:pt x="33033" y="19602"/>
                    <a:pt x="32903" y="19505"/>
                  </a:cubicBezTo>
                  <a:cubicBezTo>
                    <a:pt x="33089" y="19224"/>
                    <a:pt x="33287" y="18932"/>
                    <a:pt x="33406" y="18626"/>
                  </a:cubicBezTo>
                  <a:cubicBezTo>
                    <a:pt x="33432" y="18558"/>
                    <a:pt x="33377" y="18498"/>
                    <a:pt x="33319" y="18498"/>
                  </a:cubicBezTo>
                  <a:cubicBezTo>
                    <a:pt x="33296" y="18498"/>
                    <a:pt x="33271" y="18508"/>
                    <a:pt x="33252" y="18533"/>
                  </a:cubicBezTo>
                  <a:cubicBezTo>
                    <a:pt x="33047" y="18783"/>
                    <a:pt x="32896" y="19094"/>
                    <a:pt x="32748" y="19387"/>
                  </a:cubicBezTo>
                  <a:cubicBezTo>
                    <a:pt x="32564" y="19248"/>
                    <a:pt x="32380" y="19106"/>
                    <a:pt x="32199" y="18959"/>
                  </a:cubicBezTo>
                  <a:cubicBezTo>
                    <a:pt x="32362" y="18747"/>
                    <a:pt x="32525" y="18530"/>
                    <a:pt x="32658" y="18296"/>
                  </a:cubicBezTo>
                  <a:cubicBezTo>
                    <a:pt x="32689" y="18240"/>
                    <a:pt x="32638" y="18193"/>
                    <a:pt x="32586" y="18193"/>
                  </a:cubicBezTo>
                  <a:cubicBezTo>
                    <a:pt x="32565" y="18193"/>
                    <a:pt x="32545" y="18201"/>
                    <a:pt x="32529" y="18218"/>
                  </a:cubicBezTo>
                  <a:cubicBezTo>
                    <a:pt x="32359" y="18415"/>
                    <a:pt x="32213" y="18633"/>
                    <a:pt x="32070" y="18853"/>
                  </a:cubicBezTo>
                  <a:cubicBezTo>
                    <a:pt x="31939" y="18747"/>
                    <a:pt x="31808" y="18640"/>
                    <a:pt x="31679" y="18530"/>
                  </a:cubicBezTo>
                  <a:cubicBezTo>
                    <a:pt x="31645" y="18500"/>
                    <a:pt x="31611" y="18472"/>
                    <a:pt x="31578" y="18442"/>
                  </a:cubicBezTo>
                  <a:lnTo>
                    <a:pt x="31578" y="18442"/>
                  </a:lnTo>
                  <a:cubicBezTo>
                    <a:pt x="31588" y="18447"/>
                    <a:pt x="31598" y="18449"/>
                    <a:pt x="31609" y="18449"/>
                  </a:cubicBezTo>
                  <a:cubicBezTo>
                    <a:pt x="31627" y="18449"/>
                    <a:pt x="31646" y="18442"/>
                    <a:pt x="31660" y="18426"/>
                  </a:cubicBezTo>
                  <a:cubicBezTo>
                    <a:pt x="31859" y="18197"/>
                    <a:pt x="32054" y="17932"/>
                    <a:pt x="32197" y="17664"/>
                  </a:cubicBezTo>
                  <a:cubicBezTo>
                    <a:pt x="32233" y="17597"/>
                    <a:pt x="32171" y="17539"/>
                    <a:pt x="32109" y="17539"/>
                  </a:cubicBezTo>
                  <a:cubicBezTo>
                    <a:pt x="32084" y="17539"/>
                    <a:pt x="32060" y="17548"/>
                    <a:pt x="32041" y="17570"/>
                  </a:cubicBezTo>
                  <a:cubicBezTo>
                    <a:pt x="31850" y="17803"/>
                    <a:pt x="31680" y="18086"/>
                    <a:pt x="31545" y="18355"/>
                  </a:cubicBezTo>
                  <a:cubicBezTo>
                    <a:pt x="31535" y="18377"/>
                    <a:pt x="31537" y="18398"/>
                    <a:pt x="31547" y="18414"/>
                  </a:cubicBezTo>
                  <a:cubicBezTo>
                    <a:pt x="31270" y="18173"/>
                    <a:pt x="30998" y="17930"/>
                    <a:pt x="30731" y="17682"/>
                  </a:cubicBezTo>
                  <a:cubicBezTo>
                    <a:pt x="30933" y="17427"/>
                    <a:pt x="31124" y="17162"/>
                    <a:pt x="31287" y="16886"/>
                  </a:cubicBezTo>
                  <a:cubicBezTo>
                    <a:pt x="31323" y="16827"/>
                    <a:pt x="31267" y="16775"/>
                    <a:pt x="31211" y="16775"/>
                  </a:cubicBezTo>
                  <a:cubicBezTo>
                    <a:pt x="31189" y="16775"/>
                    <a:pt x="31166" y="16784"/>
                    <a:pt x="31150" y="16804"/>
                  </a:cubicBezTo>
                  <a:cubicBezTo>
                    <a:pt x="30950" y="17039"/>
                    <a:pt x="30772" y="17297"/>
                    <a:pt x="30604" y="17559"/>
                  </a:cubicBezTo>
                  <a:cubicBezTo>
                    <a:pt x="30382" y="17351"/>
                    <a:pt x="30162" y="17140"/>
                    <a:pt x="29945" y="16924"/>
                  </a:cubicBezTo>
                  <a:cubicBezTo>
                    <a:pt x="30093" y="16573"/>
                    <a:pt x="30305" y="16281"/>
                    <a:pt x="30553" y="15993"/>
                  </a:cubicBezTo>
                  <a:cubicBezTo>
                    <a:pt x="30605" y="15934"/>
                    <a:pt x="30549" y="15863"/>
                    <a:pt x="30486" y="15863"/>
                  </a:cubicBezTo>
                  <a:cubicBezTo>
                    <a:pt x="30470" y="15863"/>
                    <a:pt x="30455" y="15867"/>
                    <a:pt x="30440" y="15877"/>
                  </a:cubicBezTo>
                  <a:cubicBezTo>
                    <a:pt x="30121" y="16084"/>
                    <a:pt x="29910" y="16417"/>
                    <a:pt x="29802" y="16777"/>
                  </a:cubicBezTo>
                  <a:cubicBezTo>
                    <a:pt x="29542" y="16515"/>
                    <a:pt x="29286" y="16248"/>
                    <a:pt x="29037" y="15979"/>
                  </a:cubicBezTo>
                  <a:cubicBezTo>
                    <a:pt x="29058" y="15977"/>
                    <a:pt x="29080" y="15969"/>
                    <a:pt x="29094" y="15948"/>
                  </a:cubicBezTo>
                  <a:cubicBezTo>
                    <a:pt x="29322" y="15620"/>
                    <a:pt x="29551" y="15289"/>
                    <a:pt x="29774" y="14956"/>
                  </a:cubicBezTo>
                  <a:cubicBezTo>
                    <a:pt x="29814" y="14896"/>
                    <a:pt x="29768" y="14834"/>
                    <a:pt x="29714" y="14834"/>
                  </a:cubicBezTo>
                  <a:cubicBezTo>
                    <a:pt x="29694" y="14834"/>
                    <a:pt x="29672" y="14842"/>
                    <a:pt x="29654" y="14862"/>
                  </a:cubicBezTo>
                  <a:cubicBezTo>
                    <a:pt x="29370" y="15161"/>
                    <a:pt x="29136" y="15496"/>
                    <a:pt x="28946" y="15861"/>
                  </a:cubicBezTo>
                  <a:cubicBezTo>
                    <a:pt x="28944" y="15866"/>
                    <a:pt x="28944" y="15871"/>
                    <a:pt x="28942" y="15877"/>
                  </a:cubicBezTo>
                  <a:cubicBezTo>
                    <a:pt x="28724" y="15642"/>
                    <a:pt x="28507" y="15402"/>
                    <a:pt x="28297" y="15160"/>
                  </a:cubicBezTo>
                  <a:cubicBezTo>
                    <a:pt x="28465" y="14994"/>
                    <a:pt x="28618" y="14814"/>
                    <a:pt x="28769" y="14637"/>
                  </a:cubicBezTo>
                  <a:cubicBezTo>
                    <a:pt x="28931" y="14448"/>
                    <a:pt x="29108" y="14268"/>
                    <a:pt x="29234" y="14056"/>
                  </a:cubicBezTo>
                  <a:cubicBezTo>
                    <a:pt x="29272" y="13991"/>
                    <a:pt x="29204" y="13919"/>
                    <a:pt x="29138" y="13919"/>
                  </a:cubicBezTo>
                  <a:cubicBezTo>
                    <a:pt x="29120" y="13919"/>
                    <a:pt x="29101" y="13925"/>
                    <a:pt x="29085" y="13938"/>
                  </a:cubicBezTo>
                  <a:cubicBezTo>
                    <a:pt x="28908" y="14090"/>
                    <a:pt x="28773" y="14283"/>
                    <a:pt x="28626" y="14463"/>
                  </a:cubicBezTo>
                  <a:cubicBezTo>
                    <a:pt x="28476" y="14650"/>
                    <a:pt x="28321" y="14831"/>
                    <a:pt x="28185" y="15029"/>
                  </a:cubicBezTo>
                  <a:cubicBezTo>
                    <a:pt x="27954" y="14760"/>
                    <a:pt x="27725" y="14491"/>
                    <a:pt x="27501" y="14217"/>
                  </a:cubicBezTo>
                  <a:cubicBezTo>
                    <a:pt x="27773" y="13901"/>
                    <a:pt x="28054" y="13570"/>
                    <a:pt x="28266" y="13218"/>
                  </a:cubicBezTo>
                  <a:cubicBezTo>
                    <a:pt x="28306" y="13153"/>
                    <a:pt x="28258" y="13088"/>
                    <a:pt x="28200" y="13088"/>
                  </a:cubicBezTo>
                  <a:cubicBezTo>
                    <a:pt x="28179" y="13088"/>
                    <a:pt x="28157" y="13096"/>
                    <a:pt x="28137" y="13116"/>
                  </a:cubicBezTo>
                  <a:cubicBezTo>
                    <a:pt x="27858" y="13404"/>
                    <a:pt x="27619" y="13747"/>
                    <a:pt x="27388" y="14080"/>
                  </a:cubicBezTo>
                  <a:cubicBezTo>
                    <a:pt x="27210" y="13863"/>
                    <a:pt x="27038" y="13641"/>
                    <a:pt x="26866" y="13418"/>
                  </a:cubicBezTo>
                  <a:cubicBezTo>
                    <a:pt x="26641" y="13128"/>
                    <a:pt x="26424" y="12831"/>
                    <a:pt x="26211" y="12534"/>
                  </a:cubicBezTo>
                  <a:cubicBezTo>
                    <a:pt x="26442" y="12242"/>
                    <a:pt x="26689" y="11953"/>
                    <a:pt x="26897" y="11648"/>
                  </a:cubicBezTo>
                  <a:cubicBezTo>
                    <a:pt x="26936" y="11593"/>
                    <a:pt x="26892" y="11523"/>
                    <a:pt x="26837" y="11523"/>
                  </a:cubicBezTo>
                  <a:cubicBezTo>
                    <a:pt x="26822" y="11523"/>
                    <a:pt x="26806" y="11528"/>
                    <a:pt x="26791" y="11539"/>
                  </a:cubicBezTo>
                  <a:cubicBezTo>
                    <a:pt x="26513" y="11749"/>
                    <a:pt x="26278" y="12063"/>
                    <a:pt x="26104" y="12378"/>
                  </a:cubicBezTo>
                  <a:cubicBezTo>
                    <a:pt x="25969" y="12185"/>
                    <a:pt x="25833" y="11993"/>
                    <a:pt x="25701" y="11797"/>
                  </a:cubicBezTo>
                  <a:cubicBezTo>
                    <a:pt x="25715" y="11796"/>
                    <a:pt x="25732" y="11790"/>
                    <a:pt x="25747" y="11777"/>
                  </a:cubicBezTo>
                  <a:cubicBezTo>
                    <a:pt x="25973" y="11565"/>
                    <a:pt x="26203" y="11355"/>
                    <a:pt x="26400" y="11111"/>
                  </a:cubicBezTo>
                  <a:cubicBezTo>
                    <a:pt x="26453" y="11046"/>
                    <a:pt x="26391" y="10954"/>
                    <a:pt x="26321" y="10954"/>
                  </a:cubicBezTo>
                  <a:cubicBezTo>
                    <a:pt x="26303" y="10954"/>
                    <a:pt x="26284" y="10960"/>
                    <a:pt x="26267" y="10975"/>
                  </a:cubicBezTo>
                  <a:cubicBezTo>
                    <a:pt x="26027" y="11175"/>
                    <a:pt x="25819" y="11407"/>
                    <a:pt x="25609" y="11638"/>
                  </a:cubicBezTo>
                  <a:cubicBezTo>
                    <a:pt x="25606" y="11643"/>
                    <a:pt x="25606" y="11647"/>
                    <a:pt x="25602" y="11652"/>
                  </a:cubicBezTo>
                  <a:cubicBezTo>
                    <a:pt x="25466" y="11451"/>
                    <a:pt x="25333" y="11249"/>
                    <a:pt x="25201" y="11046"/>
                  </a:cubicBezTo>
                  <a:cubicBezTo>
                    <a:pt x="25486" y="10804"/>
                    <a:pt x="25755" y="10512"/>
                    <a:pt x="25905" y="10172"/>
                  </a:cubicBezTo>
                  <a:cubicBezTo>
                    <a:pt x="25934" y="10103"/>
                    <a:pt x="25874" y="10040"/>
                    <a:pt x="25814" y="10040"/>
                  </a:cubicBezTo>
                  <a:cubicBezTo>
                    <a:pt x="25789" y="10040"/>
                    <a:pt x="25765" y="10050"/>
                    <a:pt x="25747" y="10075"/>
                  </a:cubicBezTo>
                  <a:cubicBezTo>
                    <a:pt x="25537" y="10360"/>
                    <a:pt x="25347" y="10641"/>
                    <a:pt x="25099" y="10889"/>
                  </a:cubicBezTo>
                  <a:cubicBezTo>
                    <a:pt x="24967" y="10686"/>
                    <a:pt x="24837" y="10483"/>
                    <a:pt x="24706" y="10279"/>
                  </a:cubicBezTo>
                  <a:cubicBezTo>
                    <a:pt x="24947" y="10058"/>
                    <a:pt x="25204" y="9841"/>
                    <a:pt x="25413" y="9591"/>
                  </a:cubicBezTo>
                  <a:cubicBezTo>
                    <a:pt x="25460" y="9534"/>
                    <a:pt x="25407" y="9456"/>
                    <a:pt x="25347" y="9456"/>
                  </a:cubicBezTo>
                  <a:cubicBezTo>
                    <a:pt x="25331" y="9456"/>
                    <a:pt x="25315" y="9461"/>
                    <a:pt x="25300" y="9473"/>
                  </a:cubicBezTo>
                  <a:cubicBezTo>
                    <a:pt x="25055" y="9676"/>
                    <a:pt x="24842" y="9921"/>
                    <a:pt x="24628" y="10155"/>
                  </a:cubicBezTo>
                  <a:cubicBezTo>
                    <a:pt x="24515" y="9976"/>
                    <a:pt x="24403" y="9799"/>
                    <a:pt x="24290" y="9620"/>
                  </a:cubicBezTo>
                  <a:lnTo>
                    <a:pt x="24290" y="9620"/>
                  </a:lnTo>
                  <a:cubicBezTo>
                    <a:pt x="24297" y="9621"/>
                    <a:pt x="24304" y="9622"/>
                    <a:pt x="24311" y="9622"/>
                  </a:cubicBezTo>
                  <a:cubicBezTo>
                    <a:pt x="24338" y="9622"/>
                    <a:pt x="24365" y="9613"/>
                    <a:pt x="24388" y="9588"/>
                  </a:cubicBezTo>
                  <a:cubicBezTo>
                    <a:pt x="24636" y="9338"/>
                    <a:pt x="24919" y="9069"/>
                    <a:pt x="25110" y="8771"/>
                  </a:cubicBezTo>
                  <a:cubicBezTo>
                    <a:pt x="25155" y="8702"/>
                    <a:pt x="25102" y="8608"/>
                    <a:pt x="25032" y="8608"/>
                  </a:cubicBezTo>
                  <a:cubicBezTo>
                    <a:pt x="25014" y="8608"/>
                    <a:pt x="24994" y="8615"/>
                    <a:pt x="24974" y="8631"/>
                  </a:cubicBezTo>
                  <a:cubicBezTo>
                    <a:pt x="24692" y="8862"/>
                    <a:pt x="24451" y="9177"/>
                    <a:pt x="24223" y="9460"/>
                  </a:cubicBezTo>
                  <a:cubicBezTo>
                    <a:pt x="24216" y="9472"/>
                    <a:pt x="24212" y="9481"/>
                    <a:pt x="24209" y="9491"/>
                  </a:cubicBezTo>
                  <a:cubicBezTo>
                    <a:pt x="24040" y="9224"/>
                    <a:pt x="23872" y="8956"/>
                    <a:pt x="23706" y="8691"/>
                  </a:cubicBezTo>
                  <a:lnTo>
                    <a:pt x="23706" y="8691"/>
                  </a:lnTo>
                  <a:cubicBezTo>
                    <a:pt x="23713" y="8693"/>
                    <a:pt x="23720" y="8694"/>
                    <a:pt x="23727" y="8694"/>
                  </a:cubicBezTo>
                  <a:cubicBezTo>
                    <a:pt x="23747" y="8694"/>
                    <a:pt x="23769" y="8686"/>
                    <a:pt x="23787" y="8669"/>
                  </a:cubicBezTo>
                  <a:cubicBezTo>
                    <a:pt x="24103" y="8376"/>
                    <a:pt x="24436" y="8064"/>
                    <a:pt x="24698" y="7727"/>
                  </a:cubicBezTo>
                  <a:cubicBezTo>
                    <a:pt x="24750" y="7660"/>
                    <a:pt x="24689" y="7567"/>
                    <a:pt x="24619" y="7567"/>
                  </a:cubicBezTo>
                  <a:cubicBezTo>
                    <a:pt x="24600" y="7567"/>
                    <a:pt x="24581" y="7574"/>
                    <a:pt x="24563" y="7588"/>
                  </a:cubicBezTo>
                  <a:cubicBezTo>
                    <a:pt x="24227" y="7856"/>
                    <a:pt x="23920" y="8192"/>
                    <a:pt x="23635" y="8511"/>
                  </a:cubicBezTo>
                  <a:cubicBezTo>
                    <a:pt x="23624" y="8522"/>
                    <a:pt x="23618" y="8536"/>
                    <a:pt x="23615" y="8546"/>
                  </a:cubicBezTo>
                  <a:cubicBezTo>
                    <a:pt x="23510" y="8383"/>
                    <a:pt x="23408" y="8220"/>
                    <a:pt x="23305" y="8057"/>
                  </a:cubicBezTo>
                  <a:cubicBezTo>
                    <a:pt x="23424" y="7906"/>
                    <a:pt x="23529" y="7738"/>
                    <a:pt x="23635" y="7580"/>
                  </a:cubicBezTo>
                  <a:cubicBezTo>
                    <a:pt x="23741" y="7422"/>
                    <a:pt x="23849" y="7268"/>
                    <a:pt x="23921" y="7091"/>
                  </a:cubicBezTo>
                  <a:cubicBezTo>
                    <a:pt x="23946" y="7029"/>
                    <a:pt x="23899" y="6984"/>
                    <a:pt x="23847" y="6984"/>
                  </a:cubicBezTo>
                  <a:cubicBezTo>
                    <a:pt x="23826" y="6984"/>
                    <a:pt x="23804" y="6991"/>
                    <a:pt x="23787" y="7009"/>
                  </a:cubicBezTo>
                  <a:cubicBezTo>
                    <a:pt x="23644" y="7156"/>
                    <a:pt x="23536" y="7335"/>
                    <a:pt x="23425" y="7507"/>
                  </a:cubicBezTo>
                  <a:cubicBezTo>
                    <a:pt x="23346" y="7629"/>
                    <a:pt x="23262" y="7751"/>
                    <a:pt x="23189" y="7877"/>
                  </a:cubicBezTo>
                  <a:cubicBezTo>
                    <a:pt x="23135" y="7798"/>
                    <a:pt x="23084" y="7717"/>
                    <a:pt x="23033" y="7636"/>
                  </a:cubicBezTo>
                  <a:cubicBezTo>
                    <a:pt x="22951" y="7510"/>
                    <a:pt x="22866" y="7384"/>
                    <a:pt x="22782" y="7259"/>
                  </a:cubicBezTo>
                  <a:cubicBezTo>
                    <a:pt x="23047" y="7055"/>
                    <a:pt x="23267" y="6802"/>
                    <a:pt x="23401" y="6491"/>
                  </a:cubicBezTo>
                  <a:cubicBezTo>
                    <a:pt x="23426" y="6433"/>
                    <a:pt x="23370" y="6373"/>
                    <a:pt x="23316" y="6373"/>
                  </a:cubicBezTo>
                  <a:cubicBezTo>
                    <a:pt x="23294" y="6373"/>
                    <a:pt x="23272" y="6383"/>
                    <a:pt x="23257" y="6406"/>
                  </a:cubicBezTo>
                  <a:cubicBezTo>
                    <a:pt x="23091" y="6666"/>
                    <a:pt x="22909" y="6907"/>
                    <a:pt x="22680" y="7108"/>
                  </a:cubicBezTo>
                  <a:cubicBezTo>
                    <a:pt x="22582" y="6970"/>
                    <a:pt x="22487" y="6830"/>
                    <a:pt x="22389" y="6694"/>
                  </a:cubicBezTo>
                  <a:cubicBezTo>
                    <a:pt x="22608" y="6498"/>
                    <a:pt x="22803" y="6255"/>
                    <a:pt x="22881" y="5980"/>
                  </a:cubicBezTo>
                  <a:cubicBezTo>
                    <a:pt x="22893" y="5941"/>
                    <a:pt x="22856" y="5913"/>
                    <a:pt x="22822" y="5913"/>
                  </a:cubicBezTo>
                  <a:cubicBezTo>
                    <a:pt x="22805" y="5913"/>
                    <a:pt x="22788" y="5920"/>
                    <a:pt x="22778" y="5934"/>
                  </a:cubicBezTo>
                  <a:cubicBezTo>
                    <a:pt x="22610" y="6150"/>
                    <a:pt x="22470" y="6367"/>
                    <a:pt x="22293" y="6565"/>
                  </a:cubicBezTo>
                  <a:cubicBezTo>
                    <a:pt x="22141" y="6352"/>
                    <a:pt x="21984" y="6143"/>
                    <a:pt x="21823" y="5939"/>
                  </a:cubicBezTo>
                  <a:cubicBezTo>
                    <a:pt x="22042" y="5679"/>
                    <a:pt x="22276" y="5419"/>
                    <a:pt x="22456" y="5128"/>
                  </a:cubicBezTo>
                  <a:cubicBezTo>
                    <a:pt x="22497" y="5065"/>
                    <a:pt x="22449" y="5000"/>
                    <a:pt x="22393" y="5000"/>
                  </a:cubicBezTo>
                  <a:cubicBezTo>
                    <a:pt x="22372" y="5000"/>
                    <a:pt x="22351" y="5009"/>
                    <a:pt x="22331" y="5029"/>
                  </a:cubicBezTo>
                  <a:cubicBezTo>
                    <a:pt x="22102" y="5263"/>
                    <a:pt x="21910" y="5540"/>
                    <a:pt x="21719" y="5807"/>
                  </a:cubicBezTo>
                  <a:cubicBezTo>
                    <a:pt x="21417" y="5431"/>
                    <a:pt x="21100" y="5070"/>
                    <a:pt x="20763" y="4726"/>
                  </a:cubicBezTo>
                  <a:cubicBezTo>
                    <a:pt x="20918" y="4533"/>
                    <a:pt x="21094" y="4363"/>
                    <a:pt x="21263" y="4173"/>
                  </a:cubicBezTo>
                  <a:cubicBezTo>
                    <a:pt x="21305" y="4124"/>
                    <a:pt x="21257" y="4068"/>
                    <a:pt x="21205" y="4068"/>
                  </a:cubicBezTo>
                  <a:cubicBezTo>
                    <a:pt x="21193" y="4068"/>
                    <a:pt x="21181" y="4071"/>
                    <a:pt x="21169" y="4078"/>
                  </a:cubicBezTo>
                  <a:cubicBezTo>
                    <a:pt x="20960" y="4203"/>
                    <a:pt x="20794" y="4404"/>
                    <a:pt x="20655" y="4616"/>
                  </a:cubicBezTo>
                  <a:cubicBezTo>
                    <a:pt x="20505" y="4465"/>
                    <a:pt x="20352" y="4320"/>
                    <a:pt x="20194" y="4179"/>
                  </a:cubicBezTo>
                  <a:cubicBezTo>
                    <a:pt x="20248" y="4101"/>
                    <a:pt x="20301" y="4021"/>
                    <a:pt x="20352" y="3941"/>
                  </a:cubicBezTo>
                  <a:cubicBezTo>
                    <a:pt x="20435" y="3813"/>
                    <a:pt x="20534" y="3685"/>
                    <a:pt x="20588" y="3541"/>
                  </a:cubicBezTo>
                  <a:cubicBezTo>
                    <a:pt x="20608" y="3485"/>
                    <a:pt x="20566" y="3441"/>
                    <a:pt x="20519" y="3441"/>
                  </a:cubicBezTo>
                  <a:cubicBezTo>
                    <a:pt x="20500" y="3441"/>
                    <a:pt x="20480" y="3448"/>
                    <a:pt x="20464" y="3466"/>
                  </a:cubicBezTo>
                  <a:cubicBezTo>
                    <a:pt x="20357" y="3576"/>
                    <a:pt x="20286" y="3724"/>
                    <a:pt x="20210" y="3855"/>
                  </a:cubicBezTo>
                  <a:cubicBezTo>
                    <a:pt x="20166" y="3929"/>
                    <a:pt x="20123" y="4003"/>
                    <a:pt x="20081" y="4078"/>
                  </a:cubicBezTo>
                  <a:cubicBezTo>
                    <a:pt x="19972" y="3982"/>
                    <a:pt x="19861" y="3888"/>
                    <a:pt x="19748" y="3796"/>
                  </a:cubicBezTo>
                  <a:cubicBezTo>
                    <a:pt x="19905" y="3534"/>
                    <a:pt x="20038" y="3253"/>
                    <a:pt x="20160" y="2975"/>
                  </a:cubicBezTo>
                  <a:cubicBezTo>
                    <a:pt x="20188" y="2911"/>
                    <a:pt x="20138" y="2865"/>
                    <a:pt x="20086" y="2865"/>
                  </a:cubicBezTo>
                  <a:cubicBezTo>
                    <a:pt x="20057" y="2865"/>
                    <a:pt x="20028" y="2879"/>
                    <a:pt x="20010" y="2910"/>
                  </a:cubicBezTo>
                  <a:cubicBezTo>
                    <a:pt x="19865" y="3160"/>
                    <a:pt x="19724" y="3419"/>
                    <a:pt x="19608" y="3685"/>
                  </a:cubicBezTo>
                  <a:cubicBezTo>
                    <a:pt x="19447" y="3558"/>
                    <a:pt x="19282" y="3436"/>
                    <a:pt x="19112" y="3317"/>
                  </a:cubicBezTo>
                  <a:cubicBezTo>
                    <a:pt x="19216" y="2983"/>
                    <a:pt x="19369" y="2689"/>
                    <a:pt x="19535" y="2379"/>
                  </a:cubicBezTo>
                  <a:cubicBezTo>
                    <a:pt x="19567" y="2319"/>
                    <a:pt x="19513" y="2269"/>
                    <a:pt x="19459" y="2269"/>
                  </a:cubicBezTo>
                  <a:cubicBezTo>
                    <a:pt x="19438" y="2269"/>
                    <a:pt x="19416" y="2277"/>
                    <a:pt x="19399" y="2297"/>
                  </a:cubicBezTo>
                  <a:cubicBezTo>
                    <a:pt x="19182" y="2552"/>
                    <a:pt x="19045" y="2895"/>
                    <a:pt x="18976" y="3225"/>
                  </a:cubicBezTo>
                  <a:cubicBezTo>
                    <a:pt x="18869" y="3153"/>
                    <a:pt x="18760" y="3082"/>
                    <a:pt x="18648" y="3015"/>
                  </a:cubicBezTo>
                  <a:cubicBezTo>
                    <a:pt x="18005" y="2618"/>
                    <a:pt x="17323" y="2290"/>
                    <a:pt x="16616" y="2023"/>
                  </a:cubicBezTo>
                  <a:cubicBezTo>
                    <a:pt x="16680" y="1847"/>
                    <a:pt x="16738" y="1670"/>
                    <a:pt x="16799" y="1493"/>
                  </a:cubicBezTo>
                  <a:cubicBezTo>
                    <a:pt x="16863" y="1302"/>
                    <a:pt x="16943" y="1106"/>
                    <a:pt x="16975" y="905"/>
                  </a:cubicBezTo>
                  <a:cubicBezTo>
                    <a:pt x="16986" y="827"/>
                    <a:pt x="16927" y="781"/>
                    <a:pt x="16866" y="781"/>
                  </a:cubicBezTo>
                  <a:cubicBezTo>
                    <a:pt x="16827" y="781"/>
                    <a:pt x="16787" y="800"/>
                    <a:pt x="16765" y="843"/>
                  </a:cubicBezTo>
                  <a:cubicBezTo>
                    <a:pt x="16667" y="1038"/>
                    <a:pt x="16620" y="1261"/>
                    <a:pt x="16558" y="1468"/>
                  </a:cubicBezTo>
                  <a:cubicBezTo>
                    <a:pt x="16508" y="1628"/>
                    <a:pt x="16462" y="1789"/>
                    <a:pt x="16416" y="1949"/>
                  </a:cubicBezTo>
                  <a:cubicBezTo>
                    <a:pt x="16121" y="1843"/>
                    <a:pt x="15822" y="1748"/>
                    <a:pt x="15522" y="1665"/>
                  </a:cubicBezTo>
                  <a:cubicBezTo>
                    <a:pt x="15638" y="1360"/>
                    <a:pt x="15756" y="1052"/>
                    <a:pt x="15834" y="736"/>
                  </a:cubicBezTo>
                  <a:cubicBezTo>
                    <a:pt x="15849" y="674"/>
                    <a:pt x="15795" y="634"/>
                    <a:pt x="15741" y="634"/>
                  </a:cubicBezTo>
                  <a:cubicBezTo>
                    <a:pt x="15707" y="634"/>
                    <a:pt x="15674" y="649"/>
                    <a:pt x="15658" y="685"/>
                  </a:cubicBezTo>
                  <a:cubicBezTo>
                    <a:pt x="15532" y="986"/>
                    <a:pt x="15444" y="1305"/>
                    <a:pt x="15355" y="1621"/>
                  </a:cubicBezTo>
                  <a:cubicBezTo>
                    <a:pt x="15114" y="1558"/>
                    <a:pt x="14870" y="1500"/>
                    <a:pt x="14625" y="1451"/>
                  </a:cubicBezTo>
                  <a:cubicBezTo>
                    <a:pt x="14750" y="1145"/>
                    <a:pt x="14877" y="820"/>
                    <a:pt x="14916" y="497"/>
                  </a:cubicBezTo>
                  <a:cubicBezTo>
                    <a:pt x="14923" y="440"/>
                    <a:pt x="14880" y="405"/>
                    <a:pt x="14835" y="405"/>
                  </a:cubicBezTo>
                  <a:cubicBezTo>
                    <a:pt x="14806" y="405"/>
                    <a:pt x="14776" y="420"/>
                    <a:pt x="14760" y="453"/>
                  </a:cubicBezTo>
                  <a:cubicBezTo>
                    <a:pt x="14611" y="744"/>
                    <a:pt x="14534" y="1092"/>
                    <a:pt x="14463" y="1418"/>
                  </a:cubicBezTo>
                  <a:cubicBezTo>
                    <a:pt x="14221" y="1373"/>
                    <a:pt x="13975" y="1333"/>
                    <a:pt x="13729" y="1303"/>
                  </a:cubicBezTo>
                  <a:cubicBezTo>
                    <a:pt x="13823" y="992"/>
                    <a:pt x="13908" y="666"/>
                    <a:pt x="13952" y="347"/>
                  </a:cubicBezTo>
                  <a:cubicBezTo>
                    <a:pt x="13960" y="292"/>
                    <a:pt x="13909" y="252"/>
                    <a:pt x="13862" y="252"/>
                  </a:cubicBezTo>
                  <a:cubicBezTo>
                    <a:pt x="13834" y="252"/>
                    <a:pt x="13807" y="267"/>
                    <a:pt x="13796" y="301"/>
                  </a:cubicBezTo>
                  <a:cubicBezTo>
                    <a:pt x="13691" y="615"/>
                    <a:pt x="13620" y="953"/>
                    <a:pt x="13568" y="1283"/>
                  </a:cubicBezTo>
                  <a:cubicBezTo>
                    <a:pt x="13471" y="1274"/>
                    <a:pt x="13375" y="1262"/>
                    <a:pt x="13277" y="1254"/>
                  </a:cubicBezTo>
                  <a:cubicBezTo>
                    <a:pt x="13127" y="1239"/>
                    <a:pt x="12973" y="1230"/>
                    <a:pt x="12820" y="1222"/>
                  </a:cubicBezTo>
                  <a:cubicBezTo>
                    <a:pt x="12882" y="885"/>
                    <a:pt x="12985" y="564"/>
                    <a:pt x="13073" y="233"/>
                  </a:cubicBezTo>
                  <a:cubicBezTo>
                    <a:pt x="13086" y="187"/>
                    <a:pt x="13050" y="161"/>
                    <a:pt x="13013" y="161"/>
                  </a:cubicBezTo>
                  <a:cubicBezTo>
                    <a:pt x="12988" y="161"/>
                    <a:pt x="12962" y="172"/>
                    <a:pt x="12950" y="197"/>
                  </a:cubicBezTo>
                  <a:cubicBezTo>
                    <a:pt x="12780" y="508"/>
                    <a:pt x="12709" y="863"/>
                    <a:pt x="12681" y="1213"/>
                  </a:cubicBezTo>
                  <a:cubicBezTo>
                    <a:pt x="12496" y="1206"/>
                    <a:pt x="12311" y="1202"/>
                    <a:pt x="12127" y="1202"/>
                  </a:cubicBezTo>
                  <a:cubicBezTo>
                    <a:pt x="12046" y="1202"/>
                    <a:pt x="11964" y="1202"/>
                    <a:pt x="11883" y="1204"/>
                  </a:cubicBezTo>
                  <a:cubicBezTo>
                    <a:pt x="11981" y="834"/>
                    <a:pt x="12073" y="460"/>
                    <a:pt x="12122" y="83"/>
                  </a:cubicBezTo>
                  <a:cubicBezTo>
                    <a:pt x="12128" y="35"/>
                    <a:pt x="12083" y="1"/>
                    <a:pt x="120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25" name="Google Shape;425;p9"/>
            <p:cNvSpPr/>
            <p:nvPr/>
          </p:nvSpPr>
          <p:spPr>
            <a:xfrm>
              <a:off x="6699960" y="-477360"/>
              <a:ext cx="2620080" cy="2022840"/>
            </a:xfrm>
            <a:custGeom>
              <a:rect b="b" l="l" r="r" t="t"/>
              <a:pathLst>
                <a:path extrusionOk="0" h="33122" w="42900">
                  <a:moveTo>
                    <a:pt x="9181" y="353"/>
                  </a:moveTo>
                  <a:cubicBezTo>
                    <a:pt x="9353" y="353"/>
                    <a:pt x="9525" y="356"/>
                    <a:pt x="9697" y="364"/>
                  </a:cubicBezTo>
                  <a:cubicBezTo>
                    <a:pt x="13568" y="538"/>
                    <a:pt x="16551" y="2947"/>
                    <a:pt x="18805" y="5925"/>
                  </a:cubicBezTo>
                  <a:cubicBezTo>
                    <a:pt x="21271" y="9178"/>
                    <a:pt x="23013" y="12918"/>
                    <a:pt x="25946" y="15818"/>
                  </a:cubicBezTo>
                  <a:cubicBezTo>
                    <a:pt x="28644" y="18486"/>
                    <a:pt x="31938" y="20453"/>
                    <a:pt x="35251" y="22253"/>
                  </a:cubicBezTo>
                  <a:cubicBezTo>
                    <a:pt x="36951" y="23177"/>
                    <a:pt x="38806" y="23973"/>
                    <a:pt x="40300" y="25226"/>
                  </a:cubicBezTo>
                  <a:cubicBezTo>
                    <a:pt x="41614" y="26330"/>
                    <a:pt x="42617" y="28013"/>
                    <a:pt x="42268" y="29789"/>
                  </a:cubicBezTo>
                  <a:cubicBezTo>
                    <a:pt x="41873" y="31804"/>
                    <a:pt x="39725" y="32510"/>
                    <a:pt x="37919" y="32704"/>
                  </a:cubicBezTo>
                  <a:cubicBezTo>
                    <a:pt x="37574" y="32741"/>
                    <a:pt x="37228" y="32760"/>
                    <a:pt x="36882" y="32760"/>
                  </a:cubicBezTo>
                  <a:cubicBezTo>
                    <a:pt x="35373" y="32760"/>
                    <a:pt x="33871" y="32408"/>
                    <a:pt x="32526" y="31723"/>
                  </a:cubicBezTo>
                  <a:cubicBezTo>
                    <a:pt x="30202" y="30540"/>
                    <a:pt x="28498" y="28550"/>
                    <a:pt x="26830" y="26574"/>
                  </a:cubicBezTo>
                  <a:lnTo>
                    <a:pt x="26830" y="26574"/>
                  </a:lnTo>
                  <a:cubicBezTo>
                    <a:pt x="26883" y="26610"/>
                    <a:pt x="26928" y="26634"/>
                    <a:pt x="26995" y="26634"/>
                  </a:cubicBezTo>
                  <a:cubicBezTo>
                    <a:pt x="27081" y="26634"/>
                    <a:pt x="27136" y="26507"/>
                    <a:pt x="27078" y="26443"/>
                  </a:cubicBezTo>
                  <a:cubicBezTo>
                    <a:pt x="27029" y="26391"/>
                    <a:pt x="26978" y="26375"/>
                    <a:pt x="26910" y="26360"/>
                  </a:cubicBezTo>
                  <a:cubicBezTo>
                    <a:pt x="26901" y="26358"/>
                    <a:pt x="26893" y="26357"/>
                    <a:pt x="26886" y="26357"/>
                  </a:cubicBezTo>
                  <a:cubicBezTo>
                    <a:pt x="26807" y="26357"/>
                    <a:pt x="26756" y="26450"/>
                    <a:pt x="26782" y="26518"/>
                  </a:cubicBezTo>
                  <a:cubicBezTo>
                    <a:pt x="26275" y="25920"/>
                    <a:pt x="25773" y="25321"/>
                    <a:pt x="25254" y="24750"/>
                  </a:cubicBezTo>
                  <a:cubicBezTo>
                    <a:pt x="24190" y="23568"/>
                    <a:pt x="23040" y="22437"/>
                    <a:pt x="21688" y="21587"/>
                  </a:cubicBezTo>
                  <a:cubicBezTo>
                    <a:pt x="20231" y="20673"/>
                    <a:pt x="18580" y="20175"/>
                    <a:pt x="16896" y="19896"/>
                  </a:cubicBezTo>
                  <a:cubicBezTo>
                    <a:pt x="13393" y="19315"/>
                    <a:pt x="9700" y="19525"/>
                    <a:pt x="6455" y="17864"/>
                  </a:cubicBezTo>
                  <a:cubicBezTo>
                    <a:pt x="4762" y="16998"/>
                    <a:pt x="3492" y="15659"/>
                    <a:pt x="2868" y="13846"/>
                  </a:cubicBezTo>
                  <a:cubicBezTo>
                    <a:pt x="2161" y="11794"/>
                    <a:pt x="1728" y="9622"/>
                    <a:pt x="1182" y="7525"/>
                  </a:cubicBezTo>
                  <a:cubicBezTo>
                    <a:pt x="904" y="6462"/>
                    <a:pt x="628" y="5396"/>
                    <a:pt x="333" y="4339"/>
                  </a:cubicBezTo>
                  <a:cubicBezTo>
                    <a:pt x="326" y="4316"/>
                    <a:pt x="318" y="4298"/>
                    <a:pt x="303" y="4284"/>
                  </a:cubicBezTo>
                  <a:cubicBezTo>
                    <a:pt x="660" y="2607"/>
                    <a:pt x="2783" y="1831"/>
                    <a:pt x="4209" y="1305"/>
                  </a:cubicBezTo>
                  <a:cubicBezTo>
                    <a:pt x="5795" y="719"/>
                    <a:pt x="7485" y="353"/>
                    <a:pt x="9181" y="353"/>
                  </a:cubicBezTo>
                  <a:close/>
                  <a:moveTo>
                    <a:pt x="9170" y="1"/>
                  </a:moveTo>
                  <a:cubicBezTo>
                    <a:pt x="8044" y="1"/>
                    <a:pt x="6917" y="157"/>
                    <a:pt x="5824" y="428"/>
                  </a:cubicBezTo>
                  <a:cubicBezTo>
                    <a:pt x="4198" y="832"/>
                    <a:pt x="2289" y="1438"/>
                    <a:pt x="1016" y="2583"/>
                  </a:cubicBezTo>
                  <a:cubicBezTo>
                    <a:pt x="486" y="3062"/>
                    <a:pt x="102" y="3646"/>
                    <a:pt x="7" y="4362"/>
                  </a:cubicBezTo>
                  <a:cubicBezTo>
                    <a:pt x="0" y="4414"/>
                    <a:pt x="20" y="4452"/>
                    <a:pt x="48" y="4479"/>
                  </a:cubicBezTo>
                  <a:cubicBezTo>
                    <a:pt x="585" y="6707"/>
                    <a:pt x="1175" y="8923"/>
                    <a:pt x="1747" y="11145"/>
                  </a:cubicBezTo>
                  <a:cubicBezTo>
                    <a:pt x="2255" y="13118"/>
                    <a:pt x="2653" y="15144"/>
                    <a:pt x="4137" y="16645"/>
                  </a:cubicBezTo>
                  <a:cubicBezTo>
                    <a:pt x="6757" y="19295"/>
                    <a:pt x="10732" y="19594"/>
                    <a:pt x="14225" y="19936"/>
                  </a:cubicBezTo>
                  <a:cubicBezTo>
                    <a:pt x="16158" y="20126"/>
                    <a:pt x="18129" y="20367"/>
                    <a:pt x="19936" y="21115"/>
                  </a:cubicBezTo>
                  <a:cubicBezTo>
                    <a:pt x="21656" y="21826"/>
                    <a:pt x="23105" y="23009"/>
                    <a:pt x="24382" y="24343"/>
                  </a:cubicBezTo>
                  <a:cubicBezTo>
                    <a:pt x="26758" y="26823"/>
                    <a:pt x="28692" y="29870"/>
                    <a:pt x="31691" y="31674"/>
                  </a:cubicBezTo>
                  <a:cubicBezTo>
                    <a:pt x="33230" y="32601"/>
                    <a:pt x="34993" y="33101"/>
                    <a:pt x="36791" y="33121"/>
                  </a:cubicBezTo>
                  <a:cubicBezTo>
                    <a:pt x="36837" y="33121"/>
                    <a:pt x="36884" y="33121"/>
                    <a:pt x="36931" y="33121"/>
                  </a:cubicBezTo>
                  <a:cubicBezTo>
                    <a:pt x="38582" y="33121"/>
                    <a:pt x="40575" y="32773"/>
                    <a:pt x="41762" y="31546"/>
                  </a:cubicBezTo>
                  <a:cubicBezTo>
                    <a:pt x="42852" y="30424"/>
                    <a:pt x="42899" y="28730"/>
                    <a:pt x="42342" y="27336"/>
                  </a:cubicBezTo>
                  <a:cubicBezTo>
                    <a:pt x="41659" y="25624"/>
                    <a:pt x="40109" y="24505"/>
                    <a:pt x="38563" y="23620"/>
                  </a:cubicBezTo>
                  <a:cubicBezTo>
                    <a:pt x="34974" y="21573"/>
                    <a:pt x="31253" y="19821"/>
                    <a:pt x="28024" y="17199"/>
                  </a:cubicBezTo>
                  <a:cubicBezTo>
                    <a:pt x="26336" y="15829"/>
                    <a:pt x="24852" y="14259"/>
                    <a:pt x="23587" y="12487"/>
                  </a:cubicBezTo>
                  <a:cubicBezTo>
                    <a:pt x="22263" y="10632"/>
                    <a:pt x="21139" y="8641"/>
                    <a:pt x="19844" y="6766"/>
                  </a:cubicBezTo>
                  <a:cubicBezTo>
                    <a:pt x="17747" y="3728"/>
                    <a:pt x="14982" y="878"/>
                    <a:pt x="11205" y="181"/>
                  </a:cubicBezTo>
                  <a:cubicBezTo>
                    <a:pt x="10533" y="58"/>
                    <a:pt x="9852" y="1"/>
                    <a:pt x="91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26" name="Google Shape;426;p9"/>
            <p:cNvSpPr/>
            <p:nvPr/>
          </p:nvSpPr>
          <p:spPr>
            <a:xfrm>
              <a:off x="6718320" y="-456120"/>
              <a:ext cx="2584440" cy="1979280"/>
            </a:xfrm>
            <a:custGeom>
              <a:rect b="b" l="l" r="r" t="t"/>
              <a:pathLst>
                <a:path extrusionOk="0" h="32409" w="42316">
                  <a:moveTo>
                    <a:pt x="7355" y="210"/>
                  </a:moveTo>
                  <a:cubicBezTo>
                    <a:pt x="7418" y="210"/>
                    <a:pt x="7473" y="250"/>
                    <a:pt x="7502" y="310"/>
                  </a:cubicBezTo>
                  <a:lnTo>
                    <a:pt x="7533" y="374"/>
                  </a:lnTo>
                  <a:cubicBezTo>
                    <a:pt x="7573" y="454"/>
                    <a:pt x="7517" y="549"/>
                    <a:pt x="7442" y="580"/>
                  </a:cubicBezTo>
                  <a:cubicBezTo>
                    <a:pt x="7424" y="588"/>
                    <a:pt x="7404" y="592"/>
                    <a:pt x="7384" y="592"/>
                  </a:cubicBezTo>
                  <a:cubicBezTo>
                    <a:pt x="7319" y="592"/>
                    <a:pt x="7251" y="553"/>
                    <a:pt x="7234" y="490"/>
                  </a:cubicBezTo>
                  <a:lnTo>
                    <a:pt x="7211" y="423"/>
                  </a:lnTo>
                  <a:cubicBezTo>
                    <a:pt x="7187" y="344"/>
                    <a:pt x="7217" y="254"/>
                    <a:pt x="7300" y="220"/>
                  </a:cubicBezTo>
                  <a:cubicBezTo>
                    <a:pt x="7319" y="214"/>
                    <a:pt x="7337" y="210"/>
                    <a:pt x="7355" y="210"/>
                  </a:cubicBezTo>
                  <a:close/>
                  <a:moveTo>
                    <a:pt x="8879" y="499"/>
                  </a:moveTo>
                  <a:cubicBezTo>
                    <a:pt x="8915" y="499"/>
                    <a:pt x="8949" y="517"/>
                    <a:pt x="8966" y="561"/>
                  </a:cubicBezTo>
                  <a:cubicBezTo>
                    <a:pt x="8996" y="638"/>
                    <a:pt x="8931" y="696"/>
                    <a:pt x="8868" y="696"/>
                  </a:cubicBezTo>
                  <a:cubicBezTo>
                    <a:pt x="8832" y="696"/>
                    <a:pt x="8797" y="678"/>
                    <a:pt x="8780" y="634"/>
                  </a:cubicBezTo>
                  <a:cubicBezTo>
                    <a:pt x="8750" y="557"/>
                    <a:pt x="8816" y="499"/>
                    <a:pt x="8879" y="499"/>
                  </a:cubicBezTo>
                  <a:close/>
                  <a:moveTo>
                    <a:pt x="11169" y="1124"/>
                  </a:moveTo>
                  <a:cubicBezTo>
                    <a:pt x="11226" y="1124"/>
                    <a:pt x="11281" y="1154"/>
                    <a:pt x="11305" y="1218"/>
                  </a:cubicBezTo>
                  <a:cubicBezTo>
                    <a:pt x="11351" y="1333"/>
                    <a:pt x="11257" y="1428"/>
                    <a:pt x="11148" y="1428"/>
                  </a:cubicBezTo>
                  <a:cubicBezTo>
                    <a:pt x="11146" y="1428"/>
                    <a:pt x="11143" y="1428"/>
                    <a:pt x="11141" y="1428"/>
                  </a:cubicBezTo>
                  <a:lnTo>
                    <a:pt x="11141" y="1429"/>
                  </a:lnTo>
                  <a:cubicBezTo>
                    <a:pt x="11135" y="1431"/>
                    <a:pt x="11113" y="1435"/>
                    <a:pt x="11113" y="1435"/>
                  </a:cubicBezTo>
                  <a:cubicBezTo>
                    <a:pt x="11105" y="1436"/>
                    <a:pt x="11098" y="1437"/>
                    <a:pt x="11090" y="1437"/>
                  </a:cubicBezTo>
                  <a:cubicBezTo>
                    <a:pt x="10976" y="1437"/>
                    <a:pt x="10914" y="1257"/>
                    <a:pt x="11019" y="1194"/>
                  </a:cubicBezTo>
                  <a:cubicBezTo>
                    <a:pt x="11019" y="1194"/>
                    <a:pt x="11039" y="1180"/>
                    <a:pt x="11043" y="1177"/>
                  </a:cubicBezTo>
                  <a:cubicBezTo>
                    <a:pt x="11078" y="1142"/>
                    <a:pt x="11125" y="1124"/>
                    <a:pt x="11169" y="1124"/>
                  </a:cubicBezTo>
                  <a:close/>
                  <a:moveTo>
                    <a:pt x="5296" y="1285"/>
                  </a:moveTo>
                  <a:cubicBezTo>
                    <a:pt x="5339" y="1285"/>
                    <a:pt x="5381" y="1307"/>
                    <a:pt x="5402" y="1358"/>
                  </a:cubicBezTo>
                  <a:cubicBezTo>
                    <a:pt x="5438" y="1450"/>
                    <a:pt x="5360" y="1518"/>
                    <a:pt x="5284" y="1518"/>
                  </a:cubicBezTo>
                  <a:cubicBezTo>
                    <a:pt x="5242" y="1518"/>
                    <a:pt x="5200" y="1496"/>
                    <a:pt x="5179" y="1445"/>
                  </a:cubicBezTo>
                  <a:cubicBezTo>
                    <a:pt x="5143" y="1353"/>
                    <a:pt x="5221" y="1285"/>
                    <a:pt x="5296" y="1285"/>
                  </a:cubicBezTo>
                  <a:close/>
                  <a:moveTo>
                    <a:pt x="12774" y="1452"/>
                  </a:moveTo>
                  <a:cubicBezTo>
                    <a:pt x="12809" y="1452"/>
                    <a:pt x="12843" y="1469"/>
                    <a:pt x="12860" y="1510"/>
                  </a:cubicBezTo>
                  <a:cubicBezTo>
                    <a:pt x="12888" y="1585"/>
                    <a:pt x="12825" y="1641"/>
                    <a:pt x="12764" y="1641"/>
                  </a:cubicBezTo>
                  <a:cubicBezTo>
                    <a:pt x="12729" y="1641"/>
                    <a:pt x="12695" y="1623"/>
                    <a:pt x="12678" y="1581"/>
                  </a:cubicBezTo>
                  <a:cubicBezTo>
                    <a:pt x="12648" y="1507"/>
                    <a:pt x="12712" y="1452"/>
                    <a:pt x="12774" y="1452"/>
                  </a:cubicBezTo>
                  <a:close/>
                  <a:moveTo>
                    <a:pt x="4090" y="1446"/>
                  </a:moveTo>
                  <a:cubicBezTo>
                    <a:pt x="4136" y="1446"/>
                    <a:pt x="4182" y="1469"/>
                    <a:pt x="4204" y="1524"/>
                  </a:cubicBezTo>
                  <a:cubicBezTo>
                    <a:pt x="4244" y="1626"/>
                    <a:pt x="4159" y="1701"/>
                    <a:pt x="4077" y="1701"/>
                  </a:cubicBezTo>
                  <a:cubicBezTo>
                    <a:pt x="4030" y="1701"/>
                    <a:pt x="3984" y="1677"/>
                    <a:pt x="3962" y="1621"/>
                  </a:cubicBezTo>
                  <a:cubicBezTo>
                    <a:pt x="3922" y="1521"/>
                    <a:pt x="4007" y="1446"/>
                    <a:pt x="4090" y="1446"/>
                  </a:cubicBezTo>
                  <a:close/>
                  <a:moveTo>
                    <a:pt x="7637" y="1274"/>
                  </a:moveTo>
                  <a:cubicBezTo>
                    <a:pt x="7663" y="1274"/>
                    <a:pt x="7688" y="1279"/>
                    <a:pt x="7711" y="1288"/>
                  </a:cubicBezTo>
                  <a:cubicBezTo>
                    <a:pt x="7802" y="1323"/>
                    <a:pt x="7850" y="1443"/>
                    <a:pt x="7808" y="1531"/>
                  </a:cubicBezTo>
                  <a:cubicBezTo>
                    <a:pt x="7794" y="1560"/>
                    <a:pt x="7777" y="1591"/>
                    <a:pt x="7762" y="1621"/>
                  </a:cubicBezTo>
                  <a:cubicBezTo>
                    <a:pt x="7729" y="1688"/>
                    <a:pt x="7665" y="1728"/>
                    <a:pt x="7596" y="1728"/>
                  </a:cubicBezTo>
                  <a:cubicBezTo>
                    <a:pt x="7572" y="1728"/>
                    <a:pt x="7548" y="1723"/>
                    <a:pt x="7524" y="1714"/>
                  </a:cubicBezTo>
                  <a:cubicBezTo>
                    <a:pt x="7429" y="1677"/>
                    <a:pt x="7397" y="1564"/>
                    <a:pt x="7432" y="1475"/>
                  </a:cubicBezTo>
                  <a:cubicBezTo>
                    <a:pt x="7442" y="1445"/>
                    <a:pt x="7455" y="1412"/>
                    <a:pt x="7468" y="1382"/>
                  </a:cubicBezTo>
                  <a:cubicBezTo>
                    <a:pt x="7495" y="1310"/>
                    <a:pt x="7566" y="1274"/>
                    <a:pt x="7637" y="1274"/>
                  </a:cubicBezTo>
                  <a:close/>
                  <a:moveTo>
                    <a:pt x="9827" y="796"/>
                  </a:moveTo>
                  <a:cubicBezTo>
                    <a:pt x="9864" y="796"/>
                    <a:pt x="9901" y="801"/>
                    <a:pt x="9936" y="810"/>
                  </a:cubicBezTo>
                  <a:cubicBezTo>
                    <a:pt x="10210" y="884"/>
                    <a:pt x="10354" y="1160"/>
                    <a:pt x="10466" y="1391"/>
                  </a:cubicBezTo>
                  <a:cubicBezTo>
                    <a:pt x="10501" y="1462"/>
                    <a:pt x="10429" y="1528"/>
                    <a:pt x="10365" y="1528"/>
                  </a:cubicBezTo>
                  <a:cubicBezTo>
                    <a:pt x="10337" y="1528"/>
                    <a:pt x="10311" y="1516"/>
                    <a:pt x="10295" y="1487"/>
                  </a:cubicBezTo>
                  <a:cubicBezTo>
                    <a:pt x="10211" y="1343"/>
                    <a:pt x="10119" y="1171"/>
                    <a:pt x="9966" y="1089"/>
                  </a:cubicBezTo>
                  <a:cubicBezTo>
                    <a:pt x="9927" y="1067"/>
                    <a:pt x="9874" y="1054"/>
                    <a:pt x="9820" y="1054"/>
                  </a:cubicBezTo>
                  <a:cubicBezTo>
                    <a:pt x="9741" y="1054"/>
                    <a:pt x="9662" y="1083"/>
                    <a:pt x="9630" y="1159"/>
                  </a:cubicBezTo>
                  <a:cubicBezTo>
                    <a:pt x="9566" y="1310"/>
                    <a:pt x="9857" y="1463"/>
                    <a:pt x="9965" y="1509"/>
                  </a:cubicBezTo>
                  <a:cubicBezTo>
                    <a:pt x="10094" y="1564"/>
                    <a:pt x="10228" y="1590"/>
                    <a:pt x="10366" y="1590"/>
                  </a:cubicBezTo>
                  <a:cubicBezTo>
                    <a:pt x="10402" y="1590"/>
                    <a:pt x="10437" y="1589"/>
                    <a:pt x="10473" y="1585"/>
                  </a:cubicBezTo>
                  <a:cubicBezTo>
                    <a:pt x="10476" y="1585"/>
                    <a:pt x="10479" y="1585"/>
                    <a:pt x="10482" y="1585"/>
                  </a:cubicBezTo>
                  <a:cubicBezTo>
                    <a:pt x="10567" y="1585"/>
                    <a:pt x="10573" y="1709"/>
                    <a:pt x="10488" y="1728"/>
                  </a:cubicBezTo>
                  <a:cubicBezTo>
                    <a:pt x="10404" y="1747"/>
                    <a:pt x="10320" y="1756"/>
                    <a:pt x="10236" y="1756"/>
                  </a:cubicBezTo>
                  <a:cubicBezTo>
                    <a:pt x="10038" y="1756"/>
                    <a:pt x="9844" y="1704"/>
                    <a:pt x="9671" y="1599"/>
                  </a:cubicBezTo>
                  <a:cubicBezTo>
                    <a:pt x="9480" y="1482"/>
                    <a:pt x="9282" y="1280"/>
                    <a:pt x="9402" y="1041"/>
                  </a:cubicBezTo>
                  <a:cubicBezTo>
                    <a:pt x="9479" y="889"/>
                    <a:pt x="9657" y="796"/>
                    <a:pt x="9827" y="796"/>
                  </a:cubicBezTo>
                  <a:close/>
                  <a:moveTo>
                    <a:pt x="6667" y="1732"/>
                  </a:moveTo>
                  <a:cubicBezTo>
                    <a:pt x="6706" y="1732"/>
                    <a:pt x="6744" y="1752"/>
                    <a:pt x="6762" y="1799"/>
                  </a:cubicBezTo>
                  <a:cubicBezTo>
                    <a:pt x="6795" y="1883"/>
                    <a:pt x="6724" y="1945"/>
                    <a:pt x="6656" y="1945"/>
                  </a:cubicBezTo>
                  <a:cubicBezTo>
                    <a:pt x="6617" y="1945"/>
                    <a:pt x="6579" y="1926"/>
                    <a:pt x="6561" y="1878"/>
                  </a:cubicBezTo>
                  <a:cubicBezTo>
                    <a:pt x="6527" y="1795"/>
                    <a:pt x="6598" y="1732"/>
                    <a:pt x="6667" y="1732"/>
                  </a:cubicBezTo>
                  <a:close/>
                  <a:moveTo>
                    <a:pt x="9264" y="1991"/>
                  </a:moveTo>
                  <a:cubicBezTo>
                    <a:pt x="9335" y="1991"/>
                    <a:pt x="9401" y="2040"/>
                    <a:pt x="9432" y="2105"/>
                  </a:cubicBezTo>
                  <a:lnTo>
                    <a:pt x="9460" y="2168"/>
                  </a:lnTo>
                  <a:cubicBezTo>
                    <a:pt x="9504" y="2260"/>
                    <a:pt x="9442" y="2366"/>
                    <a:pt x="9355" y="2406"/>
                  </a:cubicBezTo>
                  <a:cubicBezTo>
                    <a:pt x="9336" y="2414"/>
                    <a:pt x="9314" y="2418"/>
                    <a:pt x="9293" y="2418"/>
                  </a:cubicBezTo>
                  <a:cubicBezTo>
                    <a:pt x="9219" y="2418"/>
                    <a:pt x="9142" y="2372"/>
                    <a:pt x="9119" y="2301"/>
                  </a:cubicBezTo>
                  <a:lnTo>
                    <a:pt x="9099" y="2237"/>
                  </a:lnTo>
                  <a:cubicBezTo>
                    <a:pt x="9069" y="2141"/>
                    <a:pt x="9107" y="2047"/>
                    <a:pt x="9199" y="2005"/>
                  </a:cubicBezTo>
                  <a:cubicBezTo>
                    <a:pt x="9221" y="1995"/>
                    <a:pt x="9243" y="1991"/>
                    <a:pt x="9264" y="1991"/>
                  </a:cubicBezTo>
                  <a:close/>
                  <a:moveTo>
                    <a:pt x="8285" y="2191"/>
                  </a:moveTo>
                  <a:cubicBezTo>
                    <a:pt x="8336" y="2191"/>
                    <a:pt x="8386" y="2217"/>
                    <a:pt x="8412" y="2278"/>
                  </a:cubicBezTo>
                  <a:cubicBezTo>
                    <a:pt x="8453" y="2388"/>
                    <a:pt x="8361" y="2469"/>
                    <a:pt x="8271" y="2469"/>
                  </a:cubicBezTo>
                  <a:cubicBezTo>
                    <a:pt x="8220" y="2469"/>
                    <a:pt x="8170" y="2443"/>
                    <a:pt x="8145" y="2382"/>
                  </a:cubicBezTo>
                  <a:cubicBezTo>
                    <a:pt x="8103" y="2272"/>
                    <a:pt x="8195" y="2191"/>
                    <a:pt x="8285" y="2191"/>
                  </a:cubicBezTo>
                  <a:close/>
                  <a:moveTo>
                    <a:pt x="13855" y="2275"/>
                  </a:moveTo>
                  <a:cubicBezTo>
                    <a:pt x="13891" y="2275"/>
                    <a:pt x="13926" y="2290"/>
                    <a:pt x="13952" y="2323"/>
                  </a:cubicBezTo>
                  <a:cubicBezTo>
                    <a:pt x="13967" y="2342"/>
                    <a:pt x="13977" y="2360"/>
                    <a:pt x="13988" y="2380"/>
                  </a:cubicBezTo>
                  <a:cubicBezTo>
                    <a:pt x="14032" y="2457"/>
                    <a:pt x="14018" y="2556"/>
                    <a:pt x="13927" y="2591"/>
                  </a:cubicBezTo>
                  <a:cubicBezTo>
                    <a:pt x="13910" y="2598"/>
                    <a:pt x="13893" y="2601"/>
                    <a:pt x="13877" y="2601"/>
                  </a:cubicBezTo>
                  <a:cubicBezTo>
                    <a:pt x="13809" y="2601"/>
                    <a:pt x="13756" y="2545"/>
                    <a:pt x="13740" y="2477"/>
                  </a:cubicBezTo>
                  <a:cubicBezTo>
                    <a:pt x="13736" y="2455"/>
                    <a:pt x="13731" y="2434"/>
                    <a:pt x="13729" y="2410"/>
                  </a:cubicBezTo>
                  <a:cubicBezTo>
                    <a:pt x="13722" y="2330"/>
                    <a:pt x="13788" y="2275"/>
                    <a:pt x="13855" y="2275"/>
                  </a:cubicBezTo>
                  <a:close/>
                  <a:moveTo>
                    <a:pt x="12897" y="2526"/>
                  </a:moveTo>
                  <a:cubicBezTo>
                    <a:pt x="12933" y="2526"/>
                    <a:pt x="12968" y="2544"/>
                    <a:pt x="12985" y="2587"/>
                  </a:cubicBezTo>
                  <a:cubicBezTo>
                    <a:pt x="13015" y="2664"/>
                    <a:pt x="12949" y="2722"/>
                    <a:pt x="12885" y="2722"/>
                  </a:cubicBezTo>
                  <a:cubicBezTo>
                    <a:pt x="12850" y="2722"/>
                    <a:pt x="12815" y="2704"/>
                    <a:pt x="12797" y="2661"/>
                  </a:cubicBezTo>
                  <a:cubicBezTo>
                    <a:pt x="12767" y="2584"/>
                    <a:pt x="12833" y="2526"/>
                    <a:pt x="12897" y="2526"/>
                  </a:cubicBezTo>
                  <a:close/>
                  <a:moveTo>
                    <a:pt x="7140" y="2733"/>
                  </a:moveTo>
                  <a:cubicBezTo>
                    <a:pt x="7184" y="2733"/>
                    <a:pt x="7228" y="2756"/>
                    <a:pt x="7249" y="2810"/>
                  </a:cubicBezTo>
                  <a:cubicBezTo>
                    <a:pt x="7287" y="2905"/>
                    <a:pt x="7205" y="2975"/>
                    <a:pt x="7126" y="2975"/>
                  </a:cubicBezTo>
                  <a:cubicBezTo>
                    <a:pt x="7082" y="2975"/>
                    <a:pt x="7038" y="2953"/>
                    <a:pt x="7017" y="2899"/>
                  </a:cubicBezTo>
                  <a:cubicBezTo>
                    <a:pt x="6980" y="2803"/>
                    <a:pt x="7061" y="2733"/>
                    <a:pt x="7140" y="2733"/>
                  </a:cubicBezTo>
                  <a:close/>
                  <a:moveTo>
                    <a:pt x="11406" y="2687"/>
                  </a:moveTo>
                  <a:cubicBezTo>
                    <a:pt x="11459" y="2687"/>
                    <a:pt x="11511" y="2714"/>
                    <a:pt x="11536" y="2778"/>
                  </a:cubicBezTo>
                  <a:cubicBezTo>
                    <a:pt x="11582" y="2893"/>
                    <a:pt x="11484" y="2979"/>
                    <a:pt x="11390" y="2979"/>
                  </a:cubicBezTo>
                  <a:cubicBezTo>
                    <a:pt x="11337" y="2979"/>
                    <a:pt x="11285" y="2952"/>
                    <a:pt x="11260" y="2887"/>
                  </a:cubicBezTo>
                  <a:cubicBezTo>
                    <a:pt x="11215" y="2772"/>
                    <a:pt x="11312" y="2687"/>
                    <a:pt x="11406" y="2687"/>
                  </a:cubicBezTo>
                  <a:close/>
                  <a:moveTo>
                    <a:pt x="1379" y="2711"/>
                  </a:moveTo>
                  <a:cubicBezTo>
                    <a:pt x="1436" y="2711"/>
                    <a:pt x="1489" y="2739"/>
                    <a:pt x="1509" y="2807"/>
                  </a:cubicBezTo>
                  <a:lnTo>
                    <a:pt x="1520" y="2849"/>
                  </a:lnTo>
                  <a:cubicBezTo>
                    <a:pt x="1564" y="2940"/>
                    <a:pt x="1509" y="3012"/>
                    <a:pt x="1432" y="3038"/>
                  </a:cubicBezTo>
                  <a:cubicBezTo>
                    <a:pt x="1408" y="3049"/>
                    <a:pt x="1383" y="3055"/>
                    <a:pt x="1359" y="3055"/>
                  </a:cubicBezTo>
                  <a:cubicBezTo>
                    <a:pt x="1307" y="3055"/>
                    <a:pt x="1259" y="3027"/>
                    <a:pt x="1239" y="2960"/>
                  </a:cubicBezTo>
                  <a:lnTo>
                    <a:pt x="1221" y="2920"/>
                  </a:lnTo>
                  <a:cubicBezTo>
                    <a:pt x="1164" y="2804"/>
                    <a:pt x="1277" y="2711"/>
                    <a:pt x="1379" y="2711"/>
                  </a:cubicBezTo>
                  <a:close/>
                  <a:moveTo>
                    <a:pt x="5391" y="2153"/>
                  </a:moveTo>
                  <a:cubicBezTo>
                    <a:pt x="5449" y="2153"/>
                    <a:pt x="5478" y="2201"/>
                    <a:pt x="5474" y="2244"/>
                  </a:cubicBezTo>
                  <a:cubicBezTo>
                    <a:pt x="5485" y="2247"/>
                    <a:pt x="5494" y="2250"/>
                    <a:pt x="5505" y="2254"/>
                  </a:cubicBezTo>
                  <a:cubicBezTo>
                    <a:pt x="5729" y="2367"/>
                    <a:pt x="5750" y="2662"/>
                    <a:pt x="5618" y="2859"/>
                  </a:cubicBezTo>
                  <a:cubicBezTo>
                    <a:pt x="5531" y="2988"/>
                    <a:pt x="5389" y="3072"/>
                    <a:pt x="5246" y="3126"/>
                  </a:cubicBezTo>
                  <a:cubicBezTo>
                    <a:pt x="5158" y="3161"/>
                    <a:pt x="5041" y="3211"/>
                    <a:pt x="4937" y="3211"/>
                  </a:cubicBezTo>
                  <a:cubicBezTo>
                    <a:pt x="4906" y="3211"/>
                    <a:pt x="4876" y="3207"/>
                    <a:pt x="4849" y="3196"/>
                  </a:cubicBezTo>
                  <a:cubicBezTo>
                    <a:pt x="4588" y="3107"/>
                    <a:pt x="4672" y="2712"/>
                    <a:pt x="4775" y="2533"/>
                  </a:cubicBezTo>
                  <a:cubicBezTo>
                    <a:pt x="4903" y="2309"/>
                    <a:pt x="5131" y="2162"/>
                    <a:pt x="5389" y="2153"/>
                  </a:cubicBezTo>
                  <a:cubicBezTo>
                    <a:pt x="5390" y="2153"/>
                    <a:pt x="5391" y="2153"/>
                    <a:pt x="5391" y="2153"/>
                  </a:cubicBezTo>
                  <a:close/>
                  <a:moveTo>
                    <a:pt x="15330" y="2980"/>
                  </a:moveTo>
                  <a:cubicBezTo>
                    <a:pt x="15372" y="2980"/>
                    <a:pt x="15413" y="3002"/>
                    <a:pt x="15433" y="3053"/>
                  </a:cubicBezTo>
                  <a:cubicBezTo>
                    <a:pt x="15470" y="3144"/>
                    <a:pt x="15393" y="3211"/>
                    <a:pt x="15319" y="3211"/>
                  </a:cubicBezTo>
                  <a:cubicBezTo>
                    <a:pt x="15277" y="3211"/>
                    <a:pt x="15235" y="3190"/>
                    <a:pt x="15215" y="3138"/>
                  </a:cubicBezTo>
                  <a:cubicBezTo>
                    <a:pt x="15180" y="3048"/>
                    <a:pt x="15256" y="2980"/>
                    <a:pt x="15330" y="2980"/>
                  </a:cubicBezTo>
                  <a:close/>
                  <a:moveTo>
                    <a:pt x="3161" y="2366"/>
                  </a:moveTo>
                  <a:cubicBezTo>
                    <a:pt x="3287" y="2366"/>
                    <a:pt x="3430" y="2427"/>
                    <a:pt x="3538" y="2502"/>
                  </a:cubicBezTo>
                  <a:cubicBezTo>
                    <a:pt x="3793" y="2685"/>
                    <a:pt x="3898" y="2933"/>
                    <a:pt x="3912" y="3236"/>
                  </a:cubicBezTo>
                  <a:cubicBezTo>
                    <a:pt x="3914" y="3260"/>
                    <a:pt x="3899" y="3277"/>
                    <a:pt x="3882" y="3286"/>
                  </a:cubicBezTo>
                  <a:cubicBezTo>
                    <a:pt x="3889" y="3330"/>
                    <a:pt x="3870" y="3378"/>
                    <a:pt x="3821" y="3400"/>
                  </a:cubicBezTo>
                  <a:cubicBezTo>
                    <a:pt x="3750" y="3433"/>
                    <a:pt x="3676" y="3447"/>
                    <a:pt x="3603" y="3447"/>
                  </a:cubicBezTo>
                  <a:cubicBezTo>
                    <a:pt x="3201" y="3447"/>
                    <a:pt x="2819" y="3004"/>
                    <a:pt x="2892" y="2607"/>
                  </a:cubicBezTo>
                  <a:cubicBezTo>
                    <a:pt x="2924" y="2430"/>
                    <a:pt x="3033" y="2366"/>
                    <a:pt x="3161" y="2366"/>
                  </a:cubicBezTo>
                  <a:close/>
                  <a:moveTo>
                    <a:pt x="5893" y="3333"/>
                  </a:moveTo>
                  <a:cubicBezTo>
                    <a:pt x="5951" y="3333"/>
                    <a:pt x="6009" y="3363"/>
                    <a:pt x="6036" y="3434"/>
                  </a:cubicBezTo>
                  <a:cubicBezTo>
                    <a:pt x="6086" y="3559"/>
                    <a:pt x="5978" y="3653"/>
                    <a:pt x="5874" y="3653"/>
                  </a:cubicBezTo>
                  <a:cubicBezTo>
                    <a:pt x="5816" y="3653"/>
                    <a:pt x="5759" y="3624"/>
                    <a:pt x="5732" y="3554"/>
                  </a:cubicBezTo>
                  <a:cubicBezTo>
                    <a:pt x="5682" y="3428"/>
                    <a:pt x="5789" y="3333"/>
                    <a:pt x="5893" y="3333"/>
                  </a:cubicBezTo>
                  <a:close/>
                  <a:moveTo>
                    <a:pt x="2324" y="3630"/>
                  </a:moveTo>
                  <a:cubicBezTo>
                    <a:pt x="2373" y="3630"/>
                    <a:pt x="2422" y="3655"/>
                    <a:pt x="2445" y="3714"/>
                  </a:cubicBezTo>
                  <a:cubicBezTo>
                    <a:pt x="2487" y="3821"/>
                    <a:pt x="2397" y="3900"/>
                    <a:pt x="2309" y="3900"/>
                  </a:cubicBezTo>
                  <a:cubicBezTo>
                    <a:pt x="2260" y="3900"/>
                    <a:pt x="2212" y="3875"/>
                    <a:pt x="2189" y="3816"/>
                  </a:cubicBezTo>
                  <a:cubicBezTo>
                    <a:pt x="2146" y="3709"/>
                    <a:pt x="2236" y="3630"/>
                    <a:pt x="2324" y="3630"/>
                  </a:cubicBezTo>
                  <a:close/>
                  <a:moveTo>
                    <a:pt x="14336" y="3930"/>
                  </a:moveTo>
                  <a:cubicBezTo>
                    <a:pt x="14365" y="3930"/>
                    <a:pt x="14393" y="3945"/>
                    <a:pt x="14407" y="3980"/>
                  </a:cubicBezTo>
                  <a:cubicBezTo>
                    <a:pt x="14431" y="4041"/>
                    <a:pt x="14378" y="4087"/>
                    <a:pt x="14328" y="4087"/>
                  </a:cubicBezTo>
                  <a:cubicBezTo>
                    <a:pt x="14299" y="4087"/>
                    <a:pt x="14272" y="4073"/>
                    <a:pt x="14259" y="4038"/>
                  </a:cubicBezTo>
                  <a:cubicBezTo>
                    <a:pt x="14235" y="3976"/>
                    <a:pt x="14286" y="3930"/>
                    <a:pt x="14336" y="3930"/>
                  </a:cubicBezTo>
                  <a:close/>
                  <a:moveTo>
                    <a:pt x="4122" y="4203"/>
                  </a:moveTo>
                  <a:cubicBezTo>
                    <a:pt x="4169" y="4203"/>
                    <a:pt x="4217" y="4228"/>
                    <a:pt x="4240" y="4286"/>
                  </a:cubicBezTo>
                  <a:cubicBezTo>
                    <a:pt x="4279" y="4389"/>
                    <a:pt x="4192" y="4467"/>
                    <a:pt x="4108" y="4467"/>
                  </a:cubicBezTo>
                  <a:cubicBezTo>
                    <a:pt x="4060" y="4467"/>
                    <a:pt x="4013" y="4442"/>
                    <a:pt x="3990" y="4384"/>
                  </a:cubicBezTo>
                  <a:cubicBezTo>
                    <a:pt x="3949" y="4281"/>
                    <a:pt x="4037" y="4203"/>
                    <a:pt x="4122" y="4203"/>
                  </a:cubicBezTo>
                  <a:close/>
                  <a:moveTo>
                    <a:pt x="3162" y="4401"/>
                  </a:moveTo>
                  <a:cubicBezTo>
                    <a:pt x="3221" y="4401"/>
                    <a:pt x="3278" y="4432"/>
                    <a:pt x="3306" y="4503"/>
                  </a:cubicBezTo>
                  <a:cubicBezTo>
                    <a:pt x="3356" y="4628"/>
                    <a:pt x="3248" y="4723"/>
                    <a:pt x="3143" y="4723"/>
                  </a:cubicBezTo>
                  <a:cubicBezTo>
                    <a:pt x="3085" y="4723"/>
                    <a:pt x="3027" y="4694"/>
                    <a:pt x="3000" y="4623"/>
                  </a:cubicBezTo>
                  <a:cubicBezTo>
                    <a:pt x="2950" y="4496"/>
                    <a:pt x="3058" y="4401"/>
                    <a:pt x="3162" y="4401"/>
                  </a:cubicBezTo>
                  <a:close/>
                  <a:moveTo>
                    <a:pt x="1018" y="4497"/>
                  </a:moveTo>
                  <a:cubicBezTo>
                    <a:pt x="1158" y="4497"/>
                    <a:pt x="1229" y="4737"/>
                    <a:pt x="1067" y="4789"/>
                  </a:cubicBezTo>
                  <a:lnTo>
                    <a:pt x="1000" y="4812"/>
                  </a:lnTo>
                  <a:cubicBezTo>
                    <a:pt x="981" y="4818"/>
                    <a:pt x="964" y="4821"/>
                    <a:pt x="947" y="4821"/>
                  </a:cubicBezTo>
                  <a:cubicBezTo>
                    <a:pt x="803" y="4821"/>
                    <a:pt x="740" y="4610"/>
                    <a:pt x="894" y="4540"/>
                  </a:cubicBezTo>
                  <a:lnTo>
                    <a:pt x="957" y="4511"/>
                  </a:lnTo>
                  <a:cubicBezTo>
                    <a:pt x="979" y="4502"/>
                    <a:pt x="999" y="4497"/>
                    <a:pt x="1018" y="4497"/>
                  </a:cubicBezTo>
                  <a:close/>
                  <a:moveTo>
                    <a:pt x="15645" y="4216"/>
                  </a:moveTo>
                  <a:cubicBezTo>
                    <a:pt x="15698" y="4216"/>
                    <a:pt x="15752" y="4225"/>
                    <a:pt x="15809" y="4245"/>
                  </a:cubicBezTo>
                  <a:cubicBezTo>
                    <a:pt x="16102" y="4347"/>
                    <a:pt x="16156" y="4674"/>
                    <a:pt x="15999" y="4917"/>
                  </a:cubicBezTo>
                  <a:cubicBezTo>
                    <a:pt x="15883" y="5095"/>
                    <a:pt x="15672" y="5216"/>
                    <a:pt x="15461" y="5216"/>
                  </a:cubicBezTo>
                  <a:cubicBezTo>
                    <a:pt x="15380" y="5216"/>
                    <a:pt x="15298" y="5198"/>
                    <a:pt x="15222" y="5159"/>
                  </a:cubicBezTo>
                  <a:cubicBezTo>
                    <a:pt x="15079" y="5085"/>
                    <a:pt x="14995" y="4869"/>
                    <a:pt x="15039" y="4717"/>
                  </a:cubicBezTo>
                  <a:cubicBezTo>
                    <a:pt x="15041" y="4710"/>
                    <a:pt x="15041" y="4703"/>
                    <a:pt x="15045" y="4696"/>
                  </a:cubicBezTo>
                  <a:cubicBezTo>
                    <a:pt x="15153" y="4452"/>
                    <a:pt x="15374" y="4216"/>
                    <a:pt x="15645" y="4216"/>
                  </a:cubicBezTo>
                  <a:close/>
                  <a:moveTo>
                    <a:pt x="17436" y="4874"/>
                  </a:moveTo>
                  <a:cubicBezTo>
                    <a:pt x="17516" y="4874"/>
                    <a:pt x="17585" y="4936"/>
                    <a:pt x="17603" y="5017"/>
                  </a:cubicBezTo>
                  <a:cubicBezTo>
                    <a:pt x="17603" y="5016"/>
                    <a:pt x="17603" y="5016"/>
                    <a:pt x="17603" y="5016"/>
                  </a:cubicBezTo>
                  <a:cubicBezTo>
                    <a:pt x="17604" y="5016"/>
                    <a:pt x="17614" y="5046"/>
                    <a:pt x="17614" y="5049"/>
                  </a:cubicBezTo>
                  <a:cubicBezTo>
                    <a:pt x="17644" y="5135"/>
                    <a:pt x="17607" y="5223"/>
                    <a:pt x="17522" y="5261"/>
                  </a:cubicBezTo>
                  <a:cubicBezTo>
                    <a:pt x="17504" y="5269"/>
                    <a:pt x="17485" y="5273"/>
                    <a:pt x="17466" y="5273"/>
                  </a:cubicBezTo>
                  <a:cubicBezTo>
                    <a:pt x="17399" y="5273"/>
                    <a:pt x="17335" y="5227"/>
                    <a:pt x="17310" y="5166"/>
                  </a:cubicBezTo>
                  <a:cubicBezTo>
                    <a:pt x="17310" y="5165"/>
                    <a:pt x="17294" y="5136"/>
                    <a:pt x="17295" y="5136"/>
                  </a:cubicBezTo>
                  <a:lnTo>
                    <a:pt x="17295" y="5136"/>
                  </a:lnTo>
                  <a:cubicBezTo>
                    <a:pt x="17296" y="5136"/>
                    <a:pt x="17296" y="5137"/>
                    <a:pt x="17297" y="5138"/>
                  </a:cubicBezTo>
                  <a:cubicBezTo>
                    <a:pt x="17243" y="5046"/>
                    <a:pt x="17270" y="4925"/>
                    <a:pt x="17375" y="4886"/>
                  </a:cubicBezTo>
                  <a:cubicBezTo>
                    <a:pt x="17395" y="4877"/>
                    <a:pt x="17416" y="4874"/>
                    <a:pt x="17436" y="4874"/>
                  </a:cubicBezTo>
                  <a:close/>
                  <a:moveTo>
                    <a:pt x="3023" y="5602"/>
                  </a:moveTo>
                  <a:cubicBezTo>
                    <a:pt x="3074" y="5602"/>
                    <a:pt x="3123" y="5628"/>
                    <a:pt x="3147" y="5689"/>
                  </a:cubicBezTo>
                  <a:cubicBezTo>
                    <a:pt x="3190" y="5797"/>
                    <a:pt x="3097" y="5879"/>
                    <a:pt x="3007" y="5879"/>
                  </a:cubicBezTo>
                  <a:cubicBezTo>
                    <a:pt x="2956" y="5879"/>
                    <a:pt x="2907" y="5854"/>
                    <a:pt x="2883" y="5793"/>
                  </a:cubicBezTo>
                  <a:cubicBezTo>
                    <a:pt x="2840" y="5684"/>
                    <a:pt x="2933" y="5602"/>
                    <a:pt x="3023" y="5602"/>
                  </a:cubicBezTo>
                  <a:close/>
                  <a:moveTo>
                    <a:pt x="16744" y="5610"/>
                  </a:moveTo>
                  <a:cubicBezTo>
                    <a:pt x="16820" y="5610"/>
                    <a:pt x="16889" y="5670"/>
                    <a:pt x="16899" y="5747"/>
                  </a:cubicBezTo>
                  <a:cubicBezTo>
                    <a:pt x="16906" y="5824"/>
                    <a:pt x="16843" y="5916"/>
                    <a:pt x="16760" y="5916"/>
                  </a:cubicBezTo>
                  <a:cubicBezTo>
                    <a:pt x="16687" y="5916"/>
                    <a:pt x="16612" y="5916"/>
                    <a:pt x="16539" y="5917"/>
                  </a:cubicBezTo>
                  <a:cubicBezTo>
                    <a:pt x="16536" y="5917"/>
                    <a:pt x="16534" y="5917"/>
                    <a:pt x="16532" y="5917"/>
                  </a:cubicBezTo>
                  <a:cubicBezTo>
                    <a:pt x="16458" y="5917"/>
                    <a:pt x="16391" y="5872"/>
                    <a:pt x="16383" y="5793"/>
                  </a:cubicBezTo>
                  <a:cubicBezTo>
                    <a:pt x="16374" y="5715"/>
                    <a:pt x="16434" y="5641"/>
                    <a:pt x="16510" y="5634"/>
                  </a:cubicBezTo>
                  <a:cubicBezTo>
                    <a:pt x="16581" y="5625"/>
                    <a:pt x="16655" y="5618"/>
                    <a:pt x="16729" y="5611"/>
                  </a:cubicBezTo>
                  <a:cubicBezTo>
                    <a:pt x="16734" y="5611"/>
                    <a:pt x="16739" y="5610"/>
                    <a:pt x="16744" y="5610"/>
                  </a:cubicBezTo>
                  <a:close/>
                  <a:moveTo>
                    <a:pt x="15221" y="5763"/>
                  </a:moveTo>
                  <a:cubicBezTo>
                    <a:pt x="15279" y="5763"/>
                    <a:pt x="15339" y="5801"/>
                    <a:pt x="15361" y="5856"/>
                  </a:cubicBezTo>
                  <a:cubicBezTo>
                    <a:pt x="15392" y="5937"/>
                    <a:pt x="15336" y="6049"/>
                    <a:pt x="15242" y="6050"/>
                  </a:cubicBezTo>
                  <a:cubicBezTo>
                    <a:pt x="15244" y="6047"/>
                    <a:pt x="15244" y="6046"/>
                    <a:pt x="15242" y="6046"/>
                  </a:cubicBezTo>
                  <a:cubicBezTo>
                    <a:pt x="15241" y="6046"/>
                    <a:pt x="15239" y="6046"/>
                    <a:pt x="15236" y="6048"/>
                  </a:cubicBezTo>
                  <a:cubicBezTo>
                    <a:pt x="15228" y="6050"/>
                    <a:pt x="15221" y="6052"/>
                    <a:pt x="15212" y="6055"/>
                  </a:cubicBezTo>
                  <a:cubicBezTo>
                    <a:pt x="15196" y="6059"/>
                    <a:pt x="15181" y="6061"/>
                    <a:pt x="15167" y="6061"/>
                  </a:cubicBezTo>
                  <a:cubicBezTo>
                    <a:pt x="15032" y="6061"/>
                    <a:pt x="14976" y="5879"/>
                    <a:pt x="15114" y="5808"/>
                  </a:cubicBezTo>
                  <a:cubicBezTo>
                    <a:pt x="15122" y="5804"/>
                    <a:pt x="15129" y="5801"/>
                    <a:pt x="15137" y="5797"/>
                  </a:cubicBezTo>
                  <a:cubicBezTo>
                    <a:pt x="15146" y="5795"/>
                    <a:pt x="15148" y="5794"/>
                    <a:pt x="15141" y="5793"/>
                  </a:cubicBezTo>
                  <a:cubicBezTo>
                    <a:pt x="15165" y="5772"/>
                    <a:pt x="15193" y="5763"/>
                    <a:pt x="15221" y="5763"/>
                  </a:cubicBezTo>
                  <a:close/>
                  <a:moveTo>
                    <a:pt x="3770" y="6368"/>
                  </a:moveTo>
                  <a:cubicBezTo>
                    <a:pt x="3817" y="6368"/>
                    <a:pt x="3863" y="6392"/>
                    <a:pt x="3885" y="6449"/>
                  </a:cubicBezTo>
                  <a:cubicBezTo>
                    <a:pt x="3926" y="6551"/>
                    <a:pt x="3838" y="6628"/>
                    <a:pt x="3754" y="6628"/>
                  </a:cubicBezTo>
                  <a:cubicBezTo>
                    <a:pt x="3706" y="6628"/>
                    <a:pt x="3660" y="6604"/>
                    <a:pt x="3637" y="6546"/>
                  </a:cubicBezTo>
                  <a:cubicBezTo>
                    <a:pt x="3597" y="6445"/>
                    <a:pt x="3685" y="6368"/>
                    <a:pt x="3770" y="6368"/>
                  </a:cubicBezTo>
                  <a:close/>
                  <a:moveTo>
                    <a:pt x="17711" y="6378"/>
                  </a:moveTo>
                  <a:cubicBezTo>
                    <a:pt x="17787" y="6378"/>
                    <a:pt x="17845" y="6450"/>
                    <a:pt x="17841" y="6531"/>
                  </a:cubicBezTo>
                  <a:cubicBezTo>
                    <a:pt x="17841" y="6531"/>
                    <a:pt x="17849" y="6561"/>
                    <a:pt x="17849" y="6562"/>
                  </a:cubicBezTo>
                  <a:cubicBezTo>
                    <a:pt x="17861" y="6635"/>
                    <a:pt x="17794" y="6687"/>
                    <a:pt x="17730" y="6687"/>
                  </a:cubicBezTo>
                  <a:cubicBezTo>
                    <a:pt x="17697" y="6687"/>
                    <a:pt x="17666" y="6674"/>
                    <a:pt x="17645" y="6643"/>
                  </a:cubicBezTo>
                  <a:cubicBezTo>
                    <a:pt x="17645" y="6640"/>
                    <a:pt x="17631" y="6616"/>
                    <a:pt x="17628" y="6612"/>
                  </a:cubicBezTo>
                  <a:cubicBezTo>
                    <a:pt x="17558" y="6546"/>
                    <a:pt x="17562" y="6426"/>
                    <a:pt x="17661" y="6388"/>
                  </a:cubicBezTo>
                  <a:cubicBezTo>
                    <a:pt x="17678" y="6381"/>
                    <a:pt x="17695" y="6378"/>
                    <a:pt x="17711" y="6378"/>
                  </a:cubicBezTo>
                  <a:close/>
                  <a:moveTo>
                    <a:pt x="14132" y="6414"/>
                  </a:moveTo>
                  <a:cubicBezTo>
                    <a:pt x="14190" y="6414"/>
                    <a:pt x="14240" y="6454"/>
                    <a:pt x="14268" y="6508"/>
                  </a:cubicBezTo>
                  <a:lnTo>
                    <a:pt x="14302" y="6569"/>
                  </a:lnTo>
                  <a:cubicBezTo>
                    <a:pt x="14342" y="6644"/>
                    <a:pt x="14285" y="6742"/>
                    <a:pt x="14215" y="6770"/>
                  </a:cubicBezTo>
                  <a:cubicBezTo>
                    <a:pt x="14198" y="6777"/>
                    <a:pt x="14180" y="6780"/>
                    <a:pt x="14162" y="6780"/>
                  </a:cubicBezTo>
                  <a:cubicBezTo>
                    <a:pt x="14099" y="6780"/>
                    <a:pt x="14031" y="6744"/>
                    <a:pt x="14013" y="6681"/>
                  </a:cubicBezTo>
                  <a:lnTo>
                    <a:pt x="13998" y="6614"/>
                  </a:lnTo>
                  <a:cubicBezTo>
                    <a:pt x="13977" y="6537"/>
                    <a:pt x="13998" y="6456"/>
                    <a:pt x="14080" y="6425"/>
                  </a:cubicBezTo>
                  <a:cubicBezTo>
                    <a:pt x="14098" y="6417"/>
                    <a:pt x="14115" y="6414"/>
                    <a:pt x="14132" y="6414"/>
                  </a:cubicBezTo>
                  <a:close/>
                  <a:moveTo>
                    <a:pt x="18676" y="6527"/>
                  </a:moveTo>
                  <a:cubicBezTo>
                    <a:pt x="18724" y="6527"/>
                    <a:pt x="18771" y="6552"/>
                    <a:pt x="18793" y="6610"/>
                  </a:cubicBezTo>
                  <a:cubicBezTo>
                    <a:pt x="18834" y="6713"/>
                    <a:pt x="18747" y="6790"/>
                    <a:pt x="18662" y="6790"/>
                  </a:cubicBezTo>
                  <a:cubicBezTo>
                    <a:pt x="18615" y="6790"/>
                    <a:pt x="18568" y="6765"/>
                    <a:pt x="18545" y="6708"/>
                  </a:cubicBezTo>
                  <a:cubicBezTo>
                    <a:pt x="18505" y="6605"/>
                    <a:pt x="18592" y="6527"/>
                    <a:pt x="18676" y="6527"/>
                  </a:cubicBezTo>
                  <a:close/>
                  <a:moveTo>
                    <a:pt x="10521" y="6599"/>
                  </a:moveTo>
                  <a:cubicBezTo>
                    <a:pt x="10559" y="6599"/>
                    <a:pt x="10596" y="6618"/>
                    <a:pt x="10614" y="6664"/>
                  </a:cubicBezTo>
                  <a:cubicBezTo>
                    <a:pt x="10646" y="6747"/>
                    <a:pt x="10576" y="6808"/>
                    <a:pt x="10509" y="6808"/>
                  </a:cubicBezTo>
                  <a:cubicBezTo>
                    <a:pt x="10471" y="6808"/>
                    <a:pt x="10433" y="6789"/>
                    <a:pt x="10415" y="6742"/>
                  </a:cubicBezTo>
                  <a:cubicBezTo>
                    <a:pt x="10384" y="6660"/>
                    <a:pt x="10454" y="6599"/>
                    <a:pt x="10521" y="6599"/>
                  </a:cubicBezTo>
                  <a:close/>
                  <a:moveTo>
                    <a:pt x="2367" y="6615"/>
                  </a:moveTo>
                  <a:cubicBezTo>
                    <a:pt x="2415" y="6615"/>
                    <a:pt x="2462" y="6639"/>
                    <a:pt x="2484" y="6697"/>
                  </a:cubicBezTo>
                  <a:cubicBezTo>
                    <a:pt x="2525" y="6801"/>
                    <a:pt x="2436" y="6879"/>
                    <a:pt x="2351" y="6879"/>
                  </a:cubicBezTo>
                  <a:cubicBezTo>
                    <a:pt x="2303" y="6879"/>
                    <a:pt x="2256" y="6855"/>
                    <a:pt x="2233" y="6796"/>
                  </a:cubicBezTo>
                  <a:cubicBezTo>
                    <a:pt x="2193" y="6692"/>
                    <a:pt x="2282" y="6615"/>
                    <a:pt x="2367" y="6615"/>
                  </a:cubicBezTo>
                  <a:close/>
                  <a:moveTo>
                    <a:pt x="12554" y="6982"/>
                  </a:moveTo>
                  <a:cubicBezTo>
                    <a:pt x="12599" y="6982"/>
                    <a:pt x="12644" y="7006"/>
                    <a:pt x="12666" y="7061"/>
                  </a:cubicBezTo>
                  <a:cubicBezTo>
                    <a:pt x="12704" y="7158"/>
                    <a:pt x="12621" y="7231"/>
                    <a:pt x="12540" y="7231"/>
                  </a:cubicBezTo>
                  <a:cubicBezTo>
                    <a:pt x="12495" y="7231"/>
                    <a:pt x="12450" y="7208"/>
                    <a:pt x="12429" y="7153"/>
                  </a:cubicBezTo>
                  <a:cubicBezTo>
                    <a:pt x="12390" y="7055"/>
                    <a:pt x="12473" y="6982"/>
                    <a:pt x="12554" y="6982"/>
                  </a:cubicBezTo>
                  <a:close/>
                  <a:moveTo>
                    <a:pt x="15988" y="7151"/>
                  </a:moveTo>
                  <a:cubicBezTo>
                    <a:pt x="16028" y="7151"/>
                    <a:pt x="16067" y="7171"/>
                    <a:pt x="16085" y="7220"/>
                  </a:cubicBezTo>
                  <a:cubicBezTo>
                    <a:pt x="16119" y="7306"/>
                    <a:pt x="16045" y="7371"/>
                    <a:pt x="15974" y="7371"/>
                  </a:cubicBezTo>
                  <a:cubicBezTo>
                    <a:pt x="15934" y="7371"/>
                    <a:pt x="15895" y="7350"/>
                    <a:pt x="15875" y="7302"/>
                  </a:cubicBezTo>
                  <a:cubicBezTo>
                    <a:pt x="15842" y="7216"/>
                    <a:pt x="15916" y="7151"/>
                    <a:pt x="15988" y="7151"/>
                  </a:cubicBezTo>
                  <a:close/>
                  <a:moveTo>
                    <a:pt x="14104" y="7524"/>
                  </a:moveTo>
                  <a:cubicBezTo>
                    <a:pt x="14140" y="7524"/>
                    <a:pt x="14176" y="7543"/>
                    <a:pt x="14193" y="7587"/>
                  </a:cubicBezTo>
                  <a:cubicBezTo>
                    <a:pt x="14225" y="7665"/>
                    <a:pt x="14158" y="7723"/>
                    <a:pt x="14093" y="7723"/>
                  </a:cubicBezTo>
                  <a:cubicBezTo>
                    <a:pt x="14057" y="7723"/>
                    <a:pt x="14021" y="7705"/>
                    <a:pt x="14003" y="7660"/>
                  </a:cubicBezTo>
                  <a:cubicBezTo>
                    <a:pt x="13973" y="7582"/>
                    <a:pt x="14039" y="7524"/>
                    <a:pt x="14104" y="7524"/>
                  </a:cubicBezTo>
                  <a:close/>
                  <a:moveTo>
                    <a:pt x="3728" y="7385"/>
                  </a:moveTo>
                  <a:cubicBezTo>
                    <a:pt x="3798" y="7385"/>
                    <a:pt x="3863" y="7427"/>
                    <a:pt x="3892" y="7496"/>
                  </a:cubicBezTo>
                  <a:cubicBezTo>
                    <a:pt x="3932" y="7584"/>
                    <a:pt x="3878" y="7689"/>
                    <a:pt x="3792" y="7724"/>
                  </a:cubicBezTo>
                  <a:lnTo>
                    <a:pt x="3728" y="7751"/>
                  </a:lnTo>
                  <a:cubicBezTo>
                    <a:pt x="3707" y="7760"/>
                    <a:pt x="3685" y="7764"/>
                    <a:pt x="3664" y="7764"/>
                  </a:cubicBezTo>
                  <a:cubicBezTo>
                    <a:pt x="3593" y="7764"/>
                    <a:pt x="3526" y="7717"/>
                    <a:pt x="3496" y="7650"/>
                  </a:cubicBezTo>
                  <a:cubicBezTo>
                    <a:pt x="3459" y="7565"/>
                    <a:pt x="3510" y="7452"/>
                    <a:pt x="3599" y="7419"/>
                  </a:cubicBezTo>
                  <a:lnTo>
                    <a:pt x="3664" y="7397"/>
                  </a:lnTo>
                  <a:cubicBezTo>
                    <a:pt x="3685" y="7389"/>
                    <a:pt x="3707" y="7385"/>
                    <a:pt x="3728" y="7385"/>
                  </a:cubicBezTo>
                  <a:close/>
                  <a:moveTo>
                    <a:pt x="17384" y="7643"/>
                  </a:moveTo>
                  <a:cubicBezTo>
                    <a:pt x="17428" y="7643"/>
                    <a:pt x="17472" y="7666"/>
                    <a:pt x="17494" y="7720"/>
                  </a:cubicBezTo>
                  <a:cubicBezTo>
                    <a:pt x="17531" y="7815"/>
                    <a:pt x="17450" y="7886"/>
                    <a:pt x="17371" y="7886"/>
                  </a:cubicBezTo>
                  <a:cubicBezTo>
                    <a:pt x="17326" y="7886"/>
                    <a:pt x="17282" y="7863"/>
                    <a:pt x="17261" y="7809"/>
                  </a:cubicBezTo>
                  <a:cubicBezTo>
                    <a:pt x="17224" y="7714"/>
                    <a:pt x="17305" y="7643"/>
                    <a:pt x="17384" y="7643"/>
                  </a:cubicBezTo>
                  <a:close/>
                  <a:moveTo>
                    <a:pt x="1900" y="7516"/>
                  </a:moveTo>
                  <a:cubicBezTo>
                    <a:pt x="1922" y="7516"/>
                    <a:pt x="1944" y="7520"/>
                    <a:pt x="1965" y="7526"/>
                  </a:cubicBezTo>
                  <a:cubicBezTo>
                    <a:pt x="1995" y="7537"/>
                    <a:pt x="2027" y="7546"/>
                    <a:pt x="2059" y="7557"/>
                  </a:cubicBezTo>
                  <a:cubicBezTo>
                    <a:pt x="2154" y="7585"/>
                    <a:pt x="2180" y="7707"/>
                    <a:pt x="2149" y="7786"/>
                  </a:cubicBezTo>
                  <a:cubicBezTo>
                    <a:pt x="2126" y="7848"/>
                    <a:pt x="2053" y="7894"/>
                    <a:pt x="1984" y="7894"/>
                  </a:cubicBezTo>
                  <a:cubicBezTo>
                    <a:pt x="1961" y="7894"/>
                    <a:pt x="1939" y="7889"/>
                    <a:pt x="1918" y="7877"/>
                  </a:cubicBezTo>
                  <a:cubicBezTo>
                    <a:pt x="1891" y="7862"/>
                    <a:pt x="1860" y="7845"/>
                    <a:pt x="1832" y="7828"/>
                  </a:cubicBezTo>
                  <a:cubicBezTo>
                    <a:pt x="1752" y="7781"/>
                    <a:pt x="1711" y="7701"/>
                    <a:pt x="1747" y="7611"/>
                  </a:cubicBezTo>
                  <a:cubicBezTo>
                    <a:pt x="1773" y="7544"/>
                    <a:pt x="1836" y="7516"/>
                    <a:pt x="1900" y="7516"/>
                  </a:cubicBezTo>
                  <a:close/>
                  <a:moveTo>
                    <a:pt x="19595" y="7739"/>
                  </a:moveTo>
                  <a:cubicBezTo>
                    <a:pt x="19642" y="7739"/>
                    <a:pt x="19691" y="7763"/>
                    <a:pt x="19720" y="7820"/>
                  </a:cubicBezTo>
                  <a:cubicBezTo>
                    <a:pt x="19730" y="7843"/>
                    <a:pt x="19741" y="7863"/>
                    <a:pt x="19751" y="7884"/>
                  </a:cubicBezTo>
                  <a:cubicBezTo>
                    <a:pt x="19785" y="7954"/>
                    <a:pt x="19736" y="8042"/>
                    <a:pt x="19670" y="8068"/>
                  </a:cubicBezTo>
                  <a:cubicBezTo>
                    <a:pt x="19655" y="8075"/>
                    <a:pt x="19638" y="8078"/>
                    <a:pt x="19620" y="8078"/>
                  </a:cubicBezTo>
                  <a:cubicBezTo>
                    <a:pt x="19563" y="8078"/>
                    <a:pt x="19504" y="8045"/>
                    <a:pt x="19488" y="7989"/>
                  </a:cubicBezTo>
                  <a:cubicBezTo>
                    <a:pt x="19481" y="7965"/>
                    <a:pt x="19474" y="7944"/>
                    <a:pt x="19466" y="7920"/>
                  </a:cubicBezTo>
                  <a:cubicBezTo>
                    <a:pt x="19436" y="7813"/>
                    <a:pt x="19514" y="7739"/>
                    <a:pt x="19595" y="7739"/>
                  </a:cubicBezTo>
                  <a:close/>
                  <a:moveTo>
                    <a:pt x="12378" y="7876"/>
                  </a:moveTo>
                  <a:cubicBezTo>
                    <a:pt x="12423" y="7876"/>
                    <a:pt x="12467" y="7899"/>
                    <a:pt x="12489" y="7954"/>
                  </a:cubicBezTo>
                  <a:cubicBezTo>
                    <a:pt x="12527" y="8051"/>
                    <a:pt x="12443" y="8123"/>
                    <a:pt x="12363" y="8123"/>
                  </a:cubicBezTo>
                  <a:cubicBezTo>
                    <a:pt x="12318" y="8123"/>
                    <a:pt x="12274" y="8100"/>
                    <a:pt x="12253" y="8046"/>
                  </a:cubicBezTo>
                  <a:cubicBezTo>
                    <a:pt x="12216" y="7949"/>
                    <a:pt x="12299" y="7876"/>
                    <a:pt x="12378" y="7876"/>
                  </a:cubicBezTo>
                  <a:close/>
                  <a:moveTo>
                    <a:pt x="10767" y="7590"/>
                  </a:moveTo>
                  <a:cubicBezTo>
                    <a:pt x="10830" y="7590"/>
                    <a:pt x="10892" y="7596"/>
                    <a:pt x="10951" y="7606"/>
                  </a:cubicBezTo>
                  <a:cubicBezTo>
                    <a:pt x="11188" y="7650"/>
                    <a:pt x="11538" y="7815"/>
                    <a:pt x="11521" y="8100"/>
                  </a:cubicBezTo>
                  <a:cubicBezTo>
                    <a:pt x="11507" y="8314"/>
                    <a:pt x="11299" y="8390"/>
                    <a:pt x="11110" y="8390"/>
                  </a:cubicBezTo>
                  <a:cubicBezTo>
                    <a:pt x="11066" y="8390"/>
                    <a:pt x="11023" y="8386"/>
                    <a:pt x="10984" y="8379"/>
                  </a:cubicBezTo>
                  <a:cubicBezTo>
                    <a:pt x="10706" y="8326"/>
                    <a:pt x="10451" y="8180"/>
                    <a:pt x="10245" y="7983"/>
                  </a:cubicBezTo>
                  <a:cubicBezTo>
                    <a:pt x="10241" y="7984"/>
                    <a:pt x="10236" y="7985"/>
                    <a:pt x="10231" y="7985"/>
                  </a:cubicBezTo>
                  <a:cubicBezTo>
                    <a:pt x="10161" y="7985"/>
                    <a:pt x="10104" y="7886"/>
                    <a:pt x="10157" y="7828"/>
                  </a:cubicBezTo>
                  <a:cubicBezTo>
                    <a:pt x="10307" y="7662"/>
                    <a:pt x="10542" y="7590"/>
                    <a:pt x="10767" y="7590"/>
                  </a:cubicBezTo>
                  <a:close/>
                  <a:moveTo>
                    <a:pt x="18668" y="8073"/>
                  </a:moveTo>
                  <a:cubicBezTo>
                    <a:pt x="18695" y="8073"/>
                    <a:pt x="18721" y="8084"/>
                    <a:pt x="18738" y="8110"/>
                  </a:cubicBezTo>
                  <a:cubicBezTo>
                    <a:pt x="19010" y="8508"/>
                    <a:pt x="18349" y="8994"/>
                    <a:pt x="17897" y="8994"/>
                  </a:cubicBezTo>
                  <a:cubicBezTo>
                    <a:pt x="17810" y="8994"/>
                    <a:pt x="17730" y="8976"/>
                    <a:pt x="17667" y="8936"/>
                  </a:cubicBezTo>
                  <a:cubicBezTo>
                    <a:pt x="17427" y="8784"/>
                    <a:pt x="17426" y="8495"/>
                    <a:pt x="17645" y="8324"/>
                  </a:cubicBezTo>
                  <a:cubicBezTo>
                    <a:pt x="17869" y="8148"/>
                    <a:pt x="18199" y="8088"/>
                    <a:pt x="18493" y="8088"/>
                  </a:cubicBezTo>
                  <a:cubicBezTo>
                    <a:pt x="18532" y="8088"/>
                    <a:pt x="18570" y="8089"/>
                    <a:pt x="18608" y="8091"/>
                  </a:cubicBezTo>
                  <a:cubicBezTo>
                    <a:pt x="18626" y="8079"/>
                    <a:pt x="18647" y="8073"/>
                    <a:pt x="18668" y="8073"/>
                  </a:cubicBezTo>
                  <a:close/>
                  <a:moveTo>
                    <a:pt x="9383" y="8638"/>
                  </a:moveTo>
                  <a:cubicBezTo>
                    <a:pt x="9447" y="8638"/>
                    <a:pt x="9515" y="8677"/>
                    <a:pt x="9532" y="8737"/>
                  </a:cubicBezTo>
                  <a:lnTo>
                    <a:pt x="9552" y="8805"/>
                  </a:lnTo>
                  <a:cubicBezTo>
                    <a:pt x="9575" y="8883"/>
                    <a:pt x="9548" y="8970"/>
                    <a:pt x="9466" y="9002"/>
                  </a:cubicBezTo>
                  <a:cubicBezTo>
                    <a:pt x="9447" y="9009"/>
                    <a:pt x="9429" y="9013"/>
                    <a:pt x="9412" y="9013"/>
                  </a:cubicBezTo>
                  <a:cubicBezTo>
                    <a:pt x="9351" y="9013"/>
                    <a:pt x="9297" y="8974"/>
                    <a:pt x="9269" y="8919"/>
                  </a:cubicBezTo>
                  <a:lnTo>
                    <a:pt x="9236" y="8855"/>
                  </a:lnTo>
                  <a:cubicBezTo>
                    <a:pt x="9198" y="8776"/>
                    <a:pt x="9255" y="8681"/>
                    <a:pt x="9327" y="8649"/>
                  </a:cubicBezTo>
                  <a:cubicBezTo>
                    <a:pt x="9344" y="8641"/>
                    <a:pt x="9363" y="8638"/>
                    <a:pt x="9383" y="8638"/>
                  </a:cubicBezTo>
                  <a:close/>
                  <a:moveTo>
                    <a:pt x="12593" y="8827"/>
                  </a:moveTo>
                  <a:cubicBezTo>
                    <a:pt x="12601" y="8827"/>
                    <a:pt x="12610" y="8827"/>
                    <a:pt x="12619" y="8829"/>
                  </a:cubicBezTo>
                  <a:cubicBezTo>
                    <a:pt x="12650" y="8837"/>
                    <a:pt x="12681" y="8844"/>
                    <a:pt x="12712" y="8851"/>
                  </a:cubicBezTo>
                  <a:cubicBezTo>
                    <a:pt x="12806" y="8872"/>
                    <a:pt x="12868" y="8968"/>
                    <a:pt x="12827" y="9060"/>
                  </a:cubicBezTo>
                  <a:cubicBezTo>
                    <a:pt x="12801" y="9119"/>
                    <a:pt x="12747" y="9149"/>
                    <a:pt x="12690" y="9149"/>
                  </a:cubicBezTo>
                  <a:cubicBezTo>
                    <a:pt x="12657" y="9149"/>
                    <a:pt x="12624" y="9139"/>
                    <a:pt x="12595" y="9119"/>
                  </a:cubicBezTo>
                  <a:lnTo>
                    <a:pt x="12515" y="9066"/>
                  </a:lnTo>
                  <a:cubicBezTo>
                    <a:pt x="12415" y="8996"/>
                    <a:pt x="12480" y="8827"/>
                    <a:pt x="12593" y="8827"/>
                  </a:cubicBezTo>
                  <a:close/>
                  <a:moveTo>
                    <a:pt x="15290" y="8973"/>
                  </a:moveTo>
                  <a:cubicBezTo>
                    <a:pt x="15350" y="8973"/>
                    <a:pt x="15408" y="9009"/>
                    <a:pt x="15422" y="9096"/>
                  </a:cubicBezTo>
                  <a:cubicBezTo>
                    <a:pt x="15425" y="9110"/>
                    <a:pt x="15428" y="9123"/>
                    <a:pt x="15429" y="9137"/>
                  </a:cubicBezTo>
                  <a:cubicBezTo>
                    <a:pt x="15443" y="9215"/>
                    <a:pt x="15399" y="9259"/>
                    <a:pt x="15344" y="9273"/>
                  </a:cubicBezTo>
                  <a:cubicBezTo>
                    <a:pt x="15326" y="9283"/>
                    <a:pt x="15305" y="9289"/>
                    <a:pt x="15285" y="9289"/>
                  </a:cubicBezTo>
                  <a:cubicBezTo>
                    <a:pt x="15250" y="9289"/>
                    <a:pt x="15215" y="9272"/>
                    <a:pt x="15188" y="9232"/>
                  </a:cubicBezTo>
                  <a:cubicBezTo>
                    <a:pt x="15181" y="9219"/>
                    <a:pt x="15173" y="9209"/>
                    <a:pt x="15165" y="9196"/>
                  </a:cubicBezTo>
                  <a:cubicBezTo>
                    <a:pt x="15085" y="9072"/>
                    <a:pt x="15190" y="8973"/>
                    <a:pt x="15290" y="8973"/>
                  </a:cubicBezTo>
                  <a:close/>
                  <a:moveTo>
                    <a:pt x="2755" y="8494"/>
                  </a:moveTo>
                  <a:cubicBezTo>
                    <a:pt x="2965" y="8494"/>
                    <a:pt x="3179" y="8543"/>
                    <a:pt x="3375" y="8606"/>
                  </a:cubicBezTo>
                  <a:cubicBezTo>
                    <a:pt x="3442" y="8624"/>
                    <a:pt x="3423" y="8715"/>
                    <a:pt x="3369" y="8736"/>
                  </a:cubicBezTo>
                  <a:lnTo>
                    <a:pt x="3375" y="8757"/>
                  </a:lnTo>
                  <a:cubicBezTo>
                    <a:pt x="3382" y="8754"/>
                    <a:pt x="3388" y="8754"/>
                    <a:pt x="3395" y="8751"/>
                  </a:cubicBezTo>
                  <a:cubicBezTo>
                    <a:pt x="3402" y="8750"/>
                    <a:pt x="3408" y="8750"/>
                    <a:pt x="3414" y="8750"/>
                  </a:cubicBezTo>
                  <a:cubicBezTo>
                    <a:pt x="3508" y="8750"/>
                    <a:pt x="3525" y="8894"/>
                    <a:pt x="3439" y="8934"/>
                  </a:cubicBezTo>
                  <a:cubicBezTo>
                    <a:pt x="3187" y="9050"/>
                    <a:pt x="2941" y="9290"/>
                    <a:pt x="2649" y="9290"/>
                  </a:cubicBezTo>
                  <a:cubicBezTo>
                    <a:pt x="2645" y="9290"/>
                    <a:pt x="2641" y="9290"/>
                    <a:pt x="2637" y="9290"/>
                  </a:cubicBezTo>
                  <a:cubicBezTo>
                    <a:pt x="2433" y="9287"/>
                    <a:pt x="2190" y="9170"/>
                    <a:pt x="2151" y="8950"/>
                  </a:cubicBezTo>
                  <a:cubicBezTo>
                    <a:pt x="2112" y="8726"/>
                    <a:pt x="2305" y="8564"/>
                    <a:pt x="2504" y="8520"/>
                  </a:cubicBezTo>
                  <a:cubicBezTo>
                    <a:pt x="2586" y="8502"/>
                    <a:pt x="2670" y="8494"/>
                    <a:pt x="2755" y="8494"/>
                  </a:cubicBezTo>
                  <a:close/>
                  <a:moveTo>
                    <a:pt x="10453" y="3113"/>
                  </a:moveTo>
                  <a:cubicBezTo>
                    <a:pt x="11448" y="3113"/>
                    <a:pt x="12451" y="3301"/>
                    <a:pt x="13182" y="3896"/>
                  </a:cubicBezTo>
                  <a:cubicBezTo>
                    <a:pt x="13889" y="4086"/>
                    <a:pt x="14193" y="4951"/>
                    <a:pt x="13836" y="5590"/>
                  </a:cubicBezTo>
                  <a:cubicBezTo>
                    <a:pt x="13561" y="6085"/>
                    <a:pt x="13157" y="6196"/>
                    <a:pt x="12714" y="6196"/>
                  </a:cubicBezTo>
                  <a:cubicBezTo>
                    <a:pt x="12353" y="6196"/>
                    <a:pt x="11966" y="6122"/>
                    <a:pt x="11601" y="6122"/>
                  </a:cubicBezTo>
                  <a:cubicBezTo>
                    <a:pt x="11589" y="6122"/>
                    <a:pt x="11577" y="6123"/>
                    <a:pt x="11565" y="6123"/>
                  </a:cubicBezTo>
                  <a:cubicBezTo>
                    <a:pt x="9418" y="6155"/>
                    <a:pt x="8796" y="9126"/>
                    <a:pt x="6678" y="9416"/>
                  </a:cubicBezTo>
                  <a:cubicBezTo>
                    <a:pt x="6578" y="9430"/>
                    <a:pt x="6480" y="9437"/>
                    <a:pt x="6386" y="9437"/>
                  </a:cubicBezTo>
                  <a:cubicBezTo>
                    <a:pt x="4864" y="9437"/>
                    <a:pt x="4204" y="7689"/>
                    <a:pt x="4597" y="6345"/>
                  </a:cubicBezTo>
                  <a:cubicBezTo>
                    <a:pt x="5121" y="4543"/>
                    <a:pt x="6871" y="3592"/>
                    <a:pt x="8611" y="3289"/>
                  </a:cubicBezTo>
                  <a:cubicBezTo>
                    <a:pt x="9172" y="3191"/>
                    <a:pt x="9811" y="3113"/>
                    <a:pt x="10453" y="3113"/>
                  </a:cubicBezTo>
                  <a:close/>
                  <a:moveTo>
                    <a:pt x="17971" y="9194"/>
                  </a:moveTo>
                  <a:cubicBezTo>
                    <a:pt x="18026" y="9194"/>
                    <a:pt x="18067" y="9235"/>
                    <a:pt x="18083" y="9287"/>
                  </a:cubicBezTo>
                  <a:cubicBezTo>
                    <a:pt x="18113" y="9352"/>
                    <a:pt x="18099" y="9435"/>
                    <a:pt x="18012" y="9460"/>
                  </a:cubicBezTo>
                  <a:lnTo>
                    <a:pt x="17973" y="9480"/>
                  </a:lnTo>
                  <a:cubicBezTo>
                    <a:pt x="17954" y="9489"/>
                    <a:pt x="17935" y="9493"/>
                    <a:pt x="17918" y="9493"/>
                  </a:cubicBezTo>
                  <a:cubicBezTo>
                    <a:pt x="17790" y="9493"/>
                    <a:pt x="17722" y="9267"/>
                    <a:pt x="17872" y="9222"/>
                  </a:cubicBezTo>
                  <a:lnTo>
                    <a:pt x="17913" y="9208"/>
                  </a:lnTo>
                  <a:cubicBezTo>
                    <a:pt x="17934" y="9198"/>
                    <a:pt x="17953" y="9194"/>
                    <a:pt x="17971" y="9194"/>
                  </a:cubicBezTo>
                  <a:close/>
                  <a:moveTo>
                    <a:pt x="16223" y="8244"/>
                  </a:moveTo>
                  <a:cubicBezTo>
                    <a:pt x="16276" y="8244"/>
                    <a:pt x="16335" y="8260"/>
                    <a:pt x="16400" y="8295"/>
                  </a:cubicBezTo>
                  <a:cubicBezTo>
                    <a:pt x="16707" y="8464"/>
                    <a:pt x="16842" y="8863"/>
                    <a:pt x="16816" y="9202"/>
                  </a:cubicBezTo>
                  <a:cubicBezTo>
                    <a:pt x="16822" y="9230"/>
                    <a:pt x="16816" y="9260"/>
                    <a:pt x="16807" y="9289"/>
                  </a:cubicBezTo>
                  <a:cubicBezTo>
                    <a:pt x="16807" y="9297"/>
                    <a:pt x="16804" y="9310"/>
                    <a:pt x="16802" y="9318"/>
                  </a:cubicBezTo>
                  <a:cubicBezTo>
                    <a:pt x="16794" y="9358"/>
                    <a:pt x="16768" y="9379"/>
                    <a:pt x="16743" y="9389"/>
                  </a:cubicBezTo>
                  <a:cubicBezTo>
                    <a:pt x="16653" y="9486"/>
                    <a:pt x="16509" y="9556"/>
                    <a:pt x="16407" y="9556"/>
                  </a:cubicBezTo>
                  <a:cubicBezTo>
                    <a:pt x="16024" y="9552"/>
                    <a:pt x="15904" y="9066"/>
                    <a:pt x="15892" y="8763"/>
                  </a:cubicBezTo>
                  <a:cubicBezTo>
                    <a:pt x="15882" y="8526"/>
                    <a:pt x="15998" y="8244"/>
                    <a:pt x="16223" y="8244"/>
                  </a:cubicBezTo>
                  <a:close/>
                  <a:moveTo>
                    <a:pt x="19739" y="9230"/>
                  </a:moveTo>
                  <a:cubicBezTo>
                    <a:pt x="19801" y="9230"/>
                    <a:pt x="19860" y="9274"/>
                    <a:pt x="19886" y="9331"/>
                  </a:cubicBezTo>
                  <a:cubicBezTo>
                    <a:pt x="19918" y="9408"/>
                    <a:pt x="19876" y="9512"/>
                    <a:pt x="19797" y="9537"/>
                  </a:cubicBezTo>
                  <a:lnTo>
                    <a:pt x="19733" y="9556"/>
                  </a:lnTo>
                  <a:cubicBezTo>
                    <a:pt x="19715" y="9562"/>
                    <a:pt x="19696" y="9565"/>
                    <a:pt x="19678" y="9565"/>
                  </a:cubicBezTo>
                  <a:cubicBezTo>
                    <a:pt x="19616" y="9565"/>
                    <a:pt x="19558" y="9532"/>
                    <a:pt x="19533" y="9469"/>
                  </a:cubicBezTo>
                  <a:cubicBezTo>
                    <a:pt x="19502" y="9389"/>
                    <a:pt x="19546" y="9307"/>
                    <a:pt x="19621" y="9272"/>
                  </a:cubicBezTo>
                  <a:lnTo>
                    <a:pt x="19683" y="9243"/>
                  </a:lnTo>
                  <a:cubicBezTo>
                    <a:pt x="19702" y="9234"/>
                    <a:pt x="19721" y="9230"/>
                    <a:pt x="19739" y="9230"/>
                  </a:cubicBezTo>
                  <a:close/>
                  <a:moveTo>
                    <a:pt x="14169" y="9185"/>
                  </a:moveTo>
                  <a:cubicBezTo>
                    <a:pt x="14198" y="9185"/>
                    <a:pt x="14227" y="9194"/>
                    <a:pt x="14249" y="9215"/>
                  </a:cubicBezTo>
                  <a:cubicBezTo>
                    <a:pt x="14305" y="9269"/>
                    <a:pt x="14365" y="9323"/>
                    <a:pt x="14416" y="9382"/>
                  </a:cubicBezTo>
                  <a:cubicBezTo>
                    <a:pt x="14471" y="9446"/>
                    <a:pt x="14447" y="9551"/>
                    <a:pt x="14385" y="9599"/>
                  </a:cubicBezTo>
                  <a:cubicBezTo>
                    <a:pt x="14357" y="9620"/>
                    <a:pt x="14326" y="9630"/>
                    <a:pt x="14294" y="9630"/>
                  </a:cubicBezTo>
                  <a:cubicBezTo>
                    <a:pt x="14247" y="9630"/>
                    <a:pt x="14200" y="9608"/>
                    <a:pt x="14168" y="9569"/>
                  </a:cubicBezTo>
                  <a:cubicBezTo>
                    <a:pt x="14128" y="9517"/>
                    <a:pt x="14093" y="9459"/>
                    <a:pt x="14054" y="9402"/>
                  </a:cubicBezTo>
                  <a:cubicBezTo>
                    <a:pt x="14016" y="9344"/>
                    <a:pt x="14019" y="9273"/>
                    <a:pt x="14069" y="9223"/>
                  </a:cubicBezTo>
                  <a:cubicBezTo>
                    <a:pt x="14092" y="9200"/>
                    <a:pt x="14131" y="9185"/>
                    <a:pt x="14169" y="9185"/>
                  </a:cubicBezTo>
                  <a:close/>
                  <a:moveTo>
                    <a:pt x="7829" y="9293"/>
                  </a:moveTo>
                  <a:cubicBezTo>
                    <a:pt x="7861" y="9293"/>
                    <a:pt x="7893" y="9306"/>
                    <a:pt x="7914" y="9337"/>
                  </a:cubicBezTo>
                  <a:cubicBezTo>
                    <a:pt x="7931" y="9364"/>
                    <a:pt x="7951" y="9388"/>
                    <a:pt x="7965" y="9416"/>
                  </a:cubicBezTo>
                  <a:cubicBezTo>
                    <a:pt x="7982" y="9452"/>
                    <a:pt x="7985" y="9484"/>
                    <a:pt x="7985" y="9522"/>
                  </a:cubicBezTo>
                  <a:cubicBezTo>
                    <a:pt x="7985" y="9596"/>
                    <a:pt x="7933" y="9643"/>
                    <a:pt x="7875" y="9643"/>
                  </a:cubicBezTo>
                  <a:cubicBezTo>
                    <a:pt x="7845" y="9643"/>
                    <a:pt x="7813" y="9629"/>
                    <a:pt x="7787" y="9600"/>
                  </a:cubicBezTo>
                  <a:cubicBezTo>
                    <a:pt x="7760" y="9573"/>
                    <a:pt x="7741" y="9549"/>
                    <a:pt x="7730" y="9508"/>
                  </a:cubicBezTo>
                  <a:cubicBezTo>
                    <a:pt x="7719" y="9478"/>
                    <a:pt x="7717" y="9444"/>
                    <a:pt x="7713" y="9415"/>
                  </a:cubicBezTo>
                  <a:cubicBezTo>
                    <a:pt x="7703" y="9343"/>
                    <a:pt x="7767" y="9293"/>
                    <a:pt x="7829" y="9293"/>
                  </a:cubicBezTo>
                  <a:close/>
                  <a:moveTo>
                    <a:pt x="11639" y="9808"/>
                  </a:moveTo>
                  <a:cubicBezTo>
                    <a:pt x="11687" y="9808"/>
                    <a:pt x="11733" y="9833"/>
                    <a:pt x="11756" y="9891"/>
                  </a:cubicBezTo>
                  <a:cubicBezTo>
                    <a:pt x="11797" y="9993"/>
                    <a:pt x="11709" y="10070"/>
                    <a:pt x="11624" y="10070"/>
                  </a:cubicBezTo>
                  <a:cubicBezTo>
                    <a:pt x="11576" y="10070"/>
                    <a:pt x="11530" y="10046"/>
                    <a:pt x="11508" y="9989"/>
                  </a:cubicBezTo>
                  <a:cubicBezTo>
                    <a:pt x="11467" y="9885"/>
                    <a:pt x="11554" y="9808"/>
                    <a:pt x="11639" y="9808"/>
                  </a:cubicBezTo>
                  <a:close/>
                  <a:moveTo>
                    <a:pt x="18184" y="9886"/>
                  </a:moveTo>
                  <a:cubicBezTo>
                    <a:pt x="18227" y="9886"/>
                    <a:pt x="18268" y="9908"/>
                    <a:pt x="18289" y="9959"/>
                  </a:cubicBezTo>
                  <a:cubicBezTo>
                    <a:pt x="18324" y="10048"/>
                    <a:pt x="18247" y="10116"/>
                    <a:pt x="18172" y="10116"/>
                  </a:cubicBezTo>
                  <a:cubicBezTo>
                    <a:pt x="18130" y="10116"/>
                    <a:pt x="18089" y="10095"/>
                    <a:pt x="18069" y="10044"/>
                  </a:cubicBezTo>
                  <a:cubicBezTo>
                    <a:pt x="18033" y="9953"/>
                    <a:pt x="18109" y="9886"/>
                    <a:pt x="18184" y="9886"/>
                  </a:cubicBezTo>
                  <a:close/>
                  <a:moveTo>
                    <a:pt x="3730" y="9893"/>
                  </a:moveTo>
                  <a:cubicBezTo>
                    <a:pt x="3783" y="9893"/>
                    <a:pt x="3834" y="9920"/>
                    <a:pt x="3858" y="9983"/>
                  </a:cubicBezTo>
                  <a:cubicBezTo>
                    <a:pt x="3902" y="10095"/>
                    <a:pt x="3806" y="10179"/>
                    <a:pt x="3714" y="10179"/>
                  </a:cubicBezTo>
                  <a:cubicBezTo>
                    <a:pt x="3662" y="10179"/>
                    <a:pt x="3611" y="10153"/>
                    <a:pt x="3586" y="10089"/>
                  </a:cubicBezTo>
                  <a:cubicBezTo>
                    <a:pt x="3542" y="9977"/>
                    <a:pt x="3638" y="9893"/>
                    <a:pt x="3730" y="9893"/>
                  </a:cubicBezTo>
                  <a:close/>
                  <a:moveTo>
                    <a:pt x="8633" y="9968"/>
                  </a:moveTo>
                  <a:cubicBezTo>
                    <a:pt x="8700" y="9968"/>
                    <a:pt x="8771" y="10011"/>
                    <a:pt x="8793" y="10075"/>
                  </a:cubicBezTo>
                  <a:cubicBezTo>
                    <a:pt x="8801" y="10098"/>
                    <a:pt x="8808" y="10122"/>
                    <a:pt x="8815" y="10143"/>
                  </a:cubicBezTo>
                  <a:cubicBezTo>
                    <a:pt x="8845" y="10231"/>
                    <a:pt x="8807" y="10320"/>
                    <a:pt x="8722" y="10357"/>
                  </a:cubicBezTo>
                  <a:cubicBezTo>
                    <a:pt x="8703" y="10365"/>
                    <a:pt x="8683" y="10369"/>
                    <a:pt x="8663" y="10369"/>
                  </a:cubicBezTo>
                  <a:cubicBezTo>
                    <a:pt x="8597" y="10369"/>
                    <a:pt x="8534" y="10325"/>
                    <a:pt x="8506" y="10264"/>
                  </a:cubicBezTo>
                  <a:cubicBezTo>
                    <a:pt x="8498" y="10242"/>
                    <a:pt x="8488" y="10221"/>
                    <a:pt x="8478" y="10197"/>
                  </a:cubicBezTo>
                  <a:cubicBezTo>
                    <a:pt x="8441" y="10111"/>
                    <a:pt x="8495" y="10016"/>
                    <a:pt x="8574" y="9980"/>
                  </a:cubicBezTo>
                  <a:cubicBezTo>
                    <a:pt x="8593" y="9972"/>
                    <a:pt x="8613" y="9968"/>
                    <a:pt x="8633" y="9968"/>
                  </a:cubicBezTo>
                  <a:close/>
                  <a:moveTo>
                    <a:pt x="5991" y="10116"/>
                  </a:moveTo>
                  <a:cubicBezTo>
                    <a:pt x="6054" y="10116"/>
                    <a:pt x="6114" y="10150"/>
                    <a:pt x="6138" y="10215"/>
                  </a:cubicBezTo>
                  <a:cubicBezTo>
                    <a:pt x="6180" y="10316"/>
                    <a:pt x="6109" y="10419"/>
                    <a:pt x="6005" y="10435"/>
                  </a:cubicBezTo>
                  <a:cubicBezTo>
                    <a:pt x="5984" y="10438"/>
                    <a:pt x="5961" y="10442"/>
                    <a:pt x="5939" y="10444"/>
                  </a:cubicBezTo>
                  <a:cubicBezTo>
                    <a:pt x="5791" y="10442"/>
                    <a:pt x="5729" y="10283"/>
                    <a:pt x="5838" y="10186"/>
                  </a:cubicBezTo>
                  <a:cubicBezTo>
                    <a:pt x="5855" y="10169"/>
                    <a:pt x="5875" y="10159"/>
                    <a:pt x="5892" y="10146"/>
                  </a:cubicBezTo>
                  <a:cubicBezTo>
                    <a:pt x="5923" y="10126"/>
                    <a:pt x="5957" y="10116"/>
                    <a:pt x="5991" y="10116"/>
                  </a:cubicBezTo>
                  <a:close/>
                  <a:moveTo>
                    <a:pt x="9836" y="9227"/>
                  </a:moveTo>
                  <a:cubicBezTo>
                    <a:pt x="9884" y="9227"/>
                    <a:pt x="9932" y="9266"/>
                    <a:pt x="9936" y="9315"/>
                  </a:cubicBezTo>
                  <a:cubicBezTo>
                    <a:pt x="9940" y="9315"/>
                    <a:pt x="9943" y="9315"/>
                    <a:pt x="9947" y="9315"/>
                  </a:cubicBezTo>
                  <a:cubicBezTo>
                    <a:pt x="9966" y="9315"/>
                    <a:pt x="9984" y="9321"/>
                    <a:pt x="10002" y="9338"/>
                  </a:cubicBezTo>
                  <a:cubicBezTo>
                    <a:pt x="10203" y="9522"/>
                    <a:pt x="10424" y="9796"/>
                    <a:pt x="10370" y="10088"/>
                  </a:cubicBezTo>
                  <a:cubicBezTo>
                    <a:pt x="10337" y="10282"/>
                    <a:pt x="10169" y="10479"/>
                    <a:pt x="9959" y="10485"/>
                  </a:cubicBezTo>
                  <a:cubicBezTo>
                    <a:pt x="9957" y="10485"/>
                    <a:pt x="9956" y="10485"/>
                    <a:pt x="9954" y="10485"/>
                  </a:cubicBezTo>
                  <a:cubicBezTo>
                    <a:pt x="9723" y="10485"/>
                    <a:pt x="9589" y="10278"/>
                    <a:pt x="9558" y="10071"/>
                  </a:cubicBezTo>
                  <a:cubicBezTo>
                    <a:pt x="9517" y="9792"/>
                    <a:pt x="9608" y="9490"/>
                    <a:pt x="9768" y="9263"/>
                  </a:cubicBezTo>
                  <a:cubicBezTo>
                    <a:pt x="9786" y="9238"/>
                    <a:pt x="9811" y="9227"/>
                    <a:pt x="9836" y="9227"/>
                  </a:cubicBezTo>
                  <a:close/>
                  <a:moveTo>
                    <a:pt x="4298" y="9376"/>
                  </a:moveTo>
                  <a:cubicBezTo>
                    <a:pt x="4325" y="9376"/>
                    <a:pt x="4353" y="9392"/>
                    <a:pt x="4361" y="9425"/>
                  </a:cubicBezTo>
                  <a:cubicBezTo>
                    <a:pt x="4364" y="9432"/>
                    <a:pt x="4364" y="9437"/>
                    <a:pt x="4366" y="9444"/>
                  </a:cubicBezTo>
                  <a:cubicBezTo>
                    <a:pt x="4391" y="9440"/>
                    <a:pt x="4415" y="9438"/>
                    <a:pt x="4439" y="9438"/>
                  </a:cubicBezTo>
                  <a:cubicBezTo>
                    <a:pt x="4666" y="9438"/>
                    <a:pt x="4840" y="9623"/>
                    <a:pt x="4941" y="9821"/>
                  </a:cubicBezTo>
                  <a:cubicBezTo>
                    <a:pt x="5046" y="10033"/>
                    <a:pt x="5173" y="10398"/>
                    <a:pt x="4975" y="10591"/>
                  </a:cubicBezTo>
                  <a:cubicBezTo>
                    <a:pt x="4907" y="10657"/>
                    <a:pt x="4819" y="10686"/>
                    <a:pt x="4729" y="10686"/>
                  </a:cubicBezTo>
                  <a:cubicBezTo>
                    <a:pt x="4606" y="10686"/>
                    <a:pt x="4480" y="10631"/>
                    <a:pt x="4400" y="10541"/>
                  </a:cubicBezTo>
                  <a:cubicBezTo>
                    <a:pt x="4174" y="10288"/>
                    <a:pt x="4266" y="9925"/>
                    <a:pt x="4259" y="9605"/>
                  </a:cubicBezTo>
                  <a:cubicBezTo>
                    <a:pt x="4252" y="9580"/>
                    <a:pt x="4248" y="9555"/>
                    <a:pt x="4255" y="9531"/>
                  </a:cubicBezTo>
                  <a:cubicBezTo>
                    <a:pt x="4254" y="9500"/>
                    <a:pt x="4249" y="9467"/>
                    <a:pt x="4245" y="9439"/>
                  </a:cubicBezTo>
                  <a:cubicBezTo>
                    <a:pt x="4238" y="9397"/>
                    <a:pt x="4267" y="9376"/>
                    <a:pt x="4298" y="9376"/>
                  </a:cubicBezTo>
                  <a:close/>
                  <a:moveTo>
                    <a:pt x="2636" y="10544"/>
                  </a:moveTo>
                  <a:cubicBezTo>
                    <a:pt x="2689" y="10544"/>
                    <a:pt x="2742" y="10571"/>
                    <a:pt x="2767" y="10636"/>
                  </a:cubicBezTo>
                  <a:cubicBezTo>
                    <a:pt x="2812" y="10751"/>
                    <a:pt x="2715" y="10837"/>
                    <a:pt x="2621" y="10837"/>
                  </a:cubicBezTo>
                  <a:cubicBezTo>
                    <a:pt x="2567" y="10837"/>
                    <a:pt x="2515" y="10810"/>
                    <a:pt x="2489" y="10745"/>
                  </a:cubicBezTo>
                  <a:cubicBezTo>
                    <a:pt x="2445" y="10630"/>
                    <a:pt x="2542" y="10544"/>
                    <a:pt x="2636" y="10544"/>
                  </a:cubicBezTo>
                  <a:close/>
                  <a:moveTo>
                    <a:pt x="12786" y="10651"/>
                  </a:moveTo>
                  <a:cubicBezTo>
                    <a:pt x="12827" y="10651"/>
                    <a:pt x="12867" y="10672"/>
                    <a:pt x="12885" y="10721"/>
                  </a:cubicBezTo>
                  <a:cubicBezTo>
                    <a:pt x="12921" y="10810"/>
                    <a:pt x="12846" y="10876"/>
                    <a:pt x="12773" y="10876"/>
                  </a:cubicBezTo>
                  <a:cubicBezTo>
                    <a:pt x="12732" y="10876"/>
                    <a:pt x="12691" y="10855"/>
                    <a:pt x="12671" y="10805"/>
                  </a:cubicBezTo>
                  <a:cubicBezTo>
                    <a:pt x="12638" y="10718"/>
                    <a:pt x="12714" y="10651"/>
                    <a:pt x="12786" y="10651"/>
                  </a:cubicBezTo>
                  <a:close/>
                  <a:moveTo>
                    <a:pt x="15859" y="10638"/>
                  </a:moveTo>
                  <a:cubicBezTo>
                    <a:pt x="15903" y="10638"/>
                    <a:pt x="15945" y="10661"/>
                    <a:pt x="15966" y="10714"/>
                  </a:cubicBezTo>
                  <a:cubicBezTo>
                    <a:pt x="16003" y="10809"/>
                    <a:pt x="15923" y="10881"/>
                    <a:pt x="15844" y="10881"/>
                  </a:cubicBezTo>
                  <a:cubicBezTo>
                    <a:pt x="15801" y="10881"/>
                    <a:pt x="15757" y="10858"/>
                    <a:pt x="15737" y="10805"/>
                  </a:cubicBezTo>
                  <a:cubicBezTo>
                    <a:pt x="15699" y="10710"/>
                    <a:pt x="15780" y="10638"/>
                    <a:pt x="15859" y="10638"/>
                  </a:cubicBezTo>
                  <a:close/>
                  <a:moveTo>
                    <a:pt x="19685" y="10625"/>
                  </a:moveTo>
                  <a:cubicBezTo>
                    <a:pt x="19735" y="10625"/>
                    <a:pt x="19784" y="10651"/>
                    <a:pt x="19808" y="10711"/>
                  </a:cubicBezTo>
                  <a:cubicBezTo>
                    <a:pt x="19850" y="10820"/>
                    <a:pt x="19759" y="10900"/>
                    <a:pt x="19670" y="10900"/>
                  </a:cubicBezTo>
                  <a:cubicBezTo>
                    <a:pt x="19620" y="10900"/>
                    <a:pt x="19570" y="10874"/>
                    <a:pt x="19546" y="10813"/>
                  </a:cubicBezTo>
                  <a:cubicBezTo>
                    <a:pt x="19503" y="10706"/>
                    <a:pt x="19595" y="10625"/>
                    <a:pt x="19685" y="10625"/>
                  </a:cubicBezTo>
                  <a:close/>
                  <a:moveTo>
                    <a:pt x="18765" y="10590"/>
                  </a:moveTo>
                  <a:cubicBezTo>
                    <a:pt x="18825" y="10590"/>
                    <a:pt x="18888" y="10636"/>
                    <a:pt x="18908" y="10689"/>
                  </a:cubicBezTo>
                  <a:cubicBezTo>
                    <a:pt x="18935" y="10757"/>
                    <a:pt x="18901" y="10862"/>
                    <a:pt x="18823" y="10881"/>
                  </a:cubicBezTo>
                  <a:cubicBezTo>
                    <a:pt x="18800" y="10887"/>
                    <a:pt x="18778" y="10891"/>
                    <a:pt x="18756" y="10897"/>
                  </a:cubicBezTo>
                  <a:cubicBezTo>
                    <a:pt x="18740" y="10901"/>
                    <a:pt x="18723" y="10904"/>
                    <a:pt x="18706" y="10904"/>
                  </a:cubicBezTo>
                  <a:cubicBezTo>
                    <a:pt x="18650" y="10904"/>
                    <a:pt x="18598" y="10877"/>
                    <a:pt x="18575" y="10818"/>
                  </a:cubicBezTo>
                  <a:cubicBezTo>
                    <a:pt x="18545" y="10741"/>
                    <a:pt x="18588" y="10672"/>
                    <a:pt x="18653" y="10636"/>
                  </a:cubicBezTo>
                  <a:cubicBezTo>
                    <a:pt x="18674" y="10626"/>
                    <a:pt x="18696" y="10614"/>
                    <a:pt x="18715" y="10602"/>
                  </a:cubicBezTo>
                  <a:cubicBezTo>
                    <a:pt x="18731" y="10594"/>
                    <a:pt x="18748" y="10590"/>
                    <a:pt x="18765" y="10590"/>
                  </a:cubicBezTo>
                  <a:close/>
                  <a:moveTo>
                    <a:pt x="9897" y="10904"/>
                  </a:moveTo>
                  <a:cubicBezTo>
                    <a:pt x="9962" y="10904"/>
                    <a:pt x="10023" y="10948"/>
                    <a:pt x="10050" y="11009"/>
                  </a:cubicBezTo>
                  <a:cubicBezTo>
                    <a:pt x="10085" y="11087"/>
                    <a:pt x="10040" y="11192"/>
                    <a:pt x="9958" y="11220"/>
                  </a:cubicBezTo>
                  <a:cubicBezTo>
                    <a:pt x="9936" y="11229"/>
                    <a:pt x="9915" y="11236"/>
                    <a:pt x="9892" y="11246"/>
                  </a:cubicBezTo>
                  <a:cubicBezTo>
                    <a:pt x="9873" y="11253"/>
                    <a:pt x="9853" y="11256"/>
                    <a:pt x="9834" y="11256"/>
                  </a:cubicBezTo>
                  <a:cubicBezTo>
                    <a:pt x="9769" y="11256"/>
                    <a:pt x="9710" y="11218"/>
                    <a:pt x="9683" y="11153"/>
                  </a:cubicBezTo>
                  <a:cubicBezTo>
                    <a:pt x="9646" y="11073"/>
                    <a:pt x="9695" y="10975"/>
                    <a:pt x="9773" y="10944"/>
                  </a:cubicBezTo>
                  <a:cubicBezTo>
                    <a:pt x="9796" y="10934"/>
                    <a:pt x="9817" y="10925"/>
                    <a:pt x="9839" y="10917"/>
                  </a:cubicBezTo>
                  <a:cubicBezTo>
                    <a:pt x="9858" y="10908"/>
                    <a:pt x="9878" y="10904"/>
                    <a:pt x="9897" y="10904"/>
                  </a:cubicBezTo>
                  <a:close/>
                  <a:moveTo>
                    <a:pt x="21029" y="11008"/>
                  </a:moveTo>
                  <a:cubicBezTo>
                    <a:pt x="21076" y="11008"/>
                    <a:pt x="21121" y="11031"/>
                    <a:pt x="21143" y="11087"/>
                  </a:cubicBezTo>
                  <a:cubicBezTo>
                    <a:pt x="21182" y="11187"/>
                    <a:pt x="21097" y="11263"/>
                    <a:pt x="21014" y="11263"/>
                  </a:cubicBezTo>
                  <a:cubicBezTo>
                    <a:pt x="20967" y="11263"/>
                    <a:pt x="20922" y="11239"/>
                    <a:pt x="20899" y="11182"/>
                  </a:cubicBezTo>
                  <a:cubicBezTo>
                    <a:pt x="20861" y="11082"/>
                    <a:pt x="20947" y="11008"/>
                    <a:pt x="21029" y="11008"/>
                  </a:cubicBezTo>
                  <a:close/>
                  <a:moveTo>
                    <a:pt x="7531" y="11192"/>
                  </a:moveTo>
                  <a:cubicBezTo>
                    <a:pt x="7579" y="11192"/>
                    <a:pt x="7626" y="11216"/>
                    <a:pt x="7649" y="11274"/>
                  </a:cubicBezTo>
                  <a:cubicBezTo>
                    <a:pt x="7689" y="11377"/>
                    <a:pt x="7602" y="11455"/>
                    <a:pt x="7517" y="11455"/>
                  </a:cubicBezTo>
                  <a:cubicBezTo>
                    <a:pt x="7470" y="11455"/>
                    <a:pt x="7423" y="11430"/>
                    <a:pt x="7400" y="11372"/>
                  </a:cubicBezTo>
                  <a:cubicBezTo>
                    <a:pt x="7359" y="11268"/>
                    <a:pt x="7446" y="11192"/>
                    <a:pt x="7531" y="11192"/>
                  </a:cubicBezTo>
                  <a:close/>
                  <a:moveTo>
                    <a:pt x="4345" y="11126"/>
                  </a:moveTo>
                  <a:cubicBezTo>
                    <a:pt x="4412" y="11126"/>
                    <a:pt x="4464" y="11176"/>
                    <a:pt x="4485" y="11237"/>
                  </a:cubicBezTo>
                  <a:cubicBezTo>
                    <a:pt x="4520" y="11315"/>
                    <a:pt x="4502" y="11414"/>
                    <a:pt x="4397" y="11448"/>
                  </a:cubicBezTo>
                  <a:lnTo>
                    <a:pt x="4359" y="11468"/>
                  </a:lnTo>
                  <a:cubicBezTo>
                    <a:pt x="4336" y="11478"/>
                    <a:pt x="4314" y="11483"/>
                    <a:pt x="4293" y="11483"/>
                  </a:cubicBezTo>
                  <a:cubicBezTo>
                    <a:pt x="4136" y="11483"/>
                    <a:pt x="4055" y="11215"/>
                    <a:pt x="4237" y="11156"/>
                  </a:cubicBezTo>
                  <a:lnTo>
                    <a:pt x="4276" y="11142"/>
                  </a:lnTo>
                  <a:cubicBezTo>
                    <a:pt x="4300" y="11131"/>
                    <a:pt x="4323" y="11126"/>
                    <a:pt x="4345" y="11126"/>
                  </a:cubicBezTo>
                  <a:close/>
                  <a:moveTo>
                    <a:pt x="6031" y="11220"/>
                  </a:moveTo>
                  <a:cubicBezTo>
                    <a:pt x="6096" y="11220"/>
                    <a:pt x="6145" y="11269"/>
                    <a:pt x="6164" y="11329"/>
                  </a:cubicBezTo>
                  <a:cubicBezTo>
                    <a:pt x="6201" y="11406"/>
                    <a:pt x="6185" y="11504"/>
                    <a:pt x="6080" y="11533"/>
                  </a:cubicBezTo>
                  <a:cubicBezTo>
                    <a:pt x="6068" y="11540"/>
                    <a:pt x="6053" y="11546"/>
                    <a:pt x="6041" y="11553"/>
                  </a:cubicBezTo>
                  <a:cubicBezTo>
                    <a:pt x="6018" y="11564"/>
                    <a:pt x="5996" y="11569"/>
                    <a:pt x="5976" y="11569"/>
                  </a:cubicBezTo>
                  <a:cubicBezTo>
                    <a:pt x="5826" y="11569"/>
                    <a:pt x="5745" y="11302"/>
                    <a:pt x="5923" y="11250"/>
                  </a:cubicBezTo>
                  <a:cubicBezTo>
                    <a:pt x="5937" y="11246"/>
                    <a:pt x="5951" y="11241"/>
                    <a:pt x="5963" y="11237"/>
                  </a:cubicBezTo>
                  <a:cubicBezTo>
                    <a:pt x="5987" y="11225"/>
                    <a:pt x="6010" y="11220"/>
                    <a:pt x="6031" y="11220"/>
                  </a:cubicBezTo>
                  <a:close/>
                  <a:moveTo>
                    <a:pt x="14445" y="11396"/>
                  </a:moveTo>
                  <a:cubicBezTo>
                    <a:pt x="14509" y="11396"/>
                    <a:pt x="14571" y="11433"/>
                    <a:pt x="14584" y="11526"/>
                  </a:cubicBezTo>
                  <a:lnTo>
                    <a:pt x="14592" y="11567"/>
                  </a:lnTo>
                  <a:cubicBezTo>
                    <a:pt x="14603" y="11645"/>
                    <a:pt x="14556" y="11695"/>
                    <a:pt x="14499" y="11712"/>
                  </a:cubicBezTo>
                  <a:cubicBezTo>
                    <a:pt x="14480" y="11721"/>
                    <a:pt x="14459" y="11726"/>
                    <a:pt x="14439" y="11726"/>
                  </a:cubicBezTo>
                  <a:cubicBezTo>
                    <a:pt x="14401" y="11726"/>
                    <a:pt x="14363" y="11709"/>
                    <a:pt x="14335" y="11666"/>
                  </a:cubicBezTo>
                  <a:lnTo>
                    <a:pt x="14311" y="11632"/>
                  </a:lnTo>
                  <a:cubicBezTo>
                    <a:pt x="14222" y="11501"/>
                    <a:pt x="14337" y="11396"/>
                    <a:pt x="14445" y="11396"/>
                  </a:cubicBezTo>
                  <a:close/>
                  <a:moveTo>
                    <a:pt x="8160" y="11815"/>
                  </a:moveTo>
                  <a:cubicBezTo>
                    <a:pt x="8181" y="11815"/>
                    <a:pt x="8202" y="11818"/>
                    <a:pt x="8222" y="11827"/>
                  </a:cubicBezTo>
                  <a:cubicBezTo>
                    <a:pt x="8298" y="11861"/>
                    <a:pt x="8346" y="11964"/>
                    <a:pt x="8305" y="12042"/>
                  </a:cubicBezTo>
                  <a:cubicBezTo>
                    <a:pt x="8291" y="12070"/>
                    <a:pt x="8275" y="12100"/>
                    <a:pt x="8258" y="12128"/>
                  </a:cubicBezTo>
                  <a:cubicBezTo>
                    <a:pt x="8230" y="12184"/>
                    <a:pt x="8175" y="12221"/>
                    <a:pt x="8115" y="12221"/>
                  </a:cubicBezTo>
                  <a:cubicBezTo>
                    <a:pt x="8094" y="12221"/>
                    <a:pt x="8074" y="12217"/>
                    <a:pt x="8053" y="12208"/>
                  </a:cubicBezTo>
                  <a:cubicBezTo>
                    <a:pt x="7972" y="12174"/>
                    <a:pt x="7944" y="12082"/>
                    <a:pt x="7974" y="12002"/>
                  </a:cubicBezTo>
                  <a:cubicBezTo>
                    <a:pt x="7986" y="11973"/>
                    <a:pt x="7996" y="11943"/>
                    <a:pt x="8008" y="11910"/>
                  </a:cubicBezTo>
                  <a:cubicBezTo>
                    <a:pt x="8030" y="11850"/>
                    <a:pt x="8096" y="11815"/>
                    <a:pt x="8160" y="11815"/>
                  </a:cubicBezTo>
                  <a:close/>
                  <a:moveTo>
                    <a:pt x="3418" y="11954"/>
                  </a:moveTo>
                  <a:cubicBezTo>
                    <a:pt x="3474" y="11954"/>
                    <a:pt x="3530" y="11983"/>
                    <a:pt x="3556" y="12052"/>
                  </a:cubicBezTo>
                  <a:cubicBezTo>
                    <a:pt x="3604" y="12173"/>
                    <a:pt x="3501" y="12264"/>
                    <a:pt x="3401" y="12264"/>
                  </a:cubicBezTo>
                  <a:cubicBezTo>
                    <a:pt x="3344" y="12264"/>
                    <a:pt x="3289" y="12235"/>
                    <a:pt x="3262" y="12167"/>
                  </a:cubicBezTo>
                  <a:cubicBezTo>
                    <a:pt x="3215" y="12045"/>
                    <a:pt x="3318" y="11954"/>
                    <a:pt x="3418" y="11954"/>
                  </a:cubicBezTo>
                  <a:close/>
                  <a:moveTo>
                    <a:pt x="4804" y="12254"/>
                  </a:moveTo>
                  <a:cubicBezTo>
                    <a:pt x="4854" y="12254"/>
                    <a:pt x="4902" y="12279"/>
                    <a:pt x="4925" y="12338"/>
                  </a:cubicBezTo>
                  <a:cubicBezTo>
                    <a:pt x="4967" y="12446"/>
                    <a:pt x="4874" y="12528"/>
                    <a:pt x="4785" y="12528"/>
                  </a:cubicBezTo>
                  <a:cubicBezTo>
                    <a:pt x="4735" y="12528"/>
                    <a:pt x="4687" y="12502"/>
                    <a:pt x="4663" y="12442"/>
                  </a:cubicBezTo>
                  <a:cubicBezTo>
                    <a:pt x="4621" y="12335"/>
                    <a:pt x="4715" y="12254"/>
                    <a:pt x="4804" y="12254"/>
                  </a:cubicBezTo>
                  <a:close/>
                  <a:moveTo>
                    <a:pt x="21383" y="12289"/>
                  </a:moveTo>
                  <a:cubicBezTo>
                    <a:pt x="21431" y="12289"/>
                    <a:pt x="21478" y="12314"/>
                    <a:pt x="21501" y="12372"/>
                  </a:cubicBezTo>
                  <a:cubicBezTo>
                    <a:pt x="21542" y="12477"/>
                    <a:pt x="21454" y="12554"/>
                    <a:pt x="21368" y="12554"/>
                  </a:cubicBezTo>
                  <a:cubicBezTo>
                    <a:pt x="21319" y="12554"/>
                    <a:pt x="21272" y="12530"/>
                    <a:pt x="21249" y="12471"/>
                  </a:cubicBezTo>
                  <a:cubicBezTo>
                    <a:pt x="21208" y="12367"/>
                    <a:pt x="21297" y="12289"/>
                    <a:pt x="21383" y="12289"/>
                  </a:cubicBezTo>
                  <a:close/>
                  <a:moveTo>
                    <a:pt x="22807" y="12518"/>
                  </a:moveTo>
                  <a:cubicBezTo>
                    <a:pt x="22842" y="12518"/>
                    <a:pt x="22876" y="12536"/>
                    <a:pt x="22893" y="12578"/>
                  </a:cubicBezTo>
                  <a:cubicBezTo>
                    <a:pt x="22922" y="12653"/>
                    <a:pt x="22858" y="12709"/>
                    <a:pt x="22796" y="12709"/>
                  </a:cubicBezTo>
                  <a:cubicBezTo>
                    <a:pt x="22761" y="12709"/>
                    <a:pt x="22727" y="12691"/>
                    <a:pt x="22710" y="12649"/>
                  </a:cubicBezTo>
                  <a:cubicBezTo>
                    <a:pt x="22680" y="12574"/>
                    <a:pt x="22744" y="12518"/>
                    <a:pt x="22807" y="12518"/>
                  </a:cubicBezTo>
                  <a:close/>
                  <a:moveTo>
                    <a:pt x="6150" y="12579"/>
                  </a:moveTo>
                  <a:cubicBezTo>
                    <a:pt x="6218" y="12579"/>
                    <a:pt x="6284" y="12614"/>
                    <a:pt x="6316" y="12695"/>
                  </a:cubicBezTo>
                  <a:cubicBezTo>
                    <a:pt x="6373" y="12840"/>
                    <a:pt x="6249" y="12949"/>
                    <a:pt x="6129" y="12949"/>
                  </a:cubicBezTo>
                  <a:cubicBezTo>
                    <a:pt x="6061" y="12949"/>
                    <a:pt x="5995" y="12914"/>
                    <a:pt x="5963" y="12833"/>
                  </a:cubicBezTo>
                  <a:cubicBezTo>
                    <a:pt x="5907" y="12688"/>
                    <a:pt x="6031" y="12579"/>
                    <a:pt x="6150" y="12579"/>
                  </a:cubicBezTo>
                  <a:close/>
                  <a:moveTo>
                    <a:pt x="2648" y="12702"/>
                  </a:moveTo>
                  <a:cubicBezTo>
                    <a:pt x="2670" y="12702"/>
                    <a:pt x="2692" y="12705"/>
                    <a:pt x="2713" y="12712"/>
                  </a:cubicBezTo>
                  <a:cubicBezTo>
                    <a:pt x="2743" y="12725"/>
                    <a:pt x="2774" y="12734"/>
                    <a:pt x="2805" y="12746"/>
                  </a:cubicBezTo>
                  <a:cubicBezTo>
                    <a:pt x="2905" y="12786"/>
                    <a:pt x="2936" y="12911"/>
                    <a:pt x="2885" y="12999"/>
                  </a:cubicBezTo>
                  <a:cubicBezTo>
                    <a:pt x="2851" y="13055"/>
                    <a:pt x="2798" y="13081"/>
                    <a:pt x="2742" y="13081"/>
                  </a:cubicBezTo>
                  <a:cubicBezTo>
                    <a:pt x="2703" y="13081"/>
                    <a:pt x="2662" y="13068"/>
                    <a:pt x="2625" y="13045"/>
                  </a:cubicBezTo>
                  <a:cubicBezTo>
                    <a:pt x="2600" y="13030"/>
                    <a:pt x="2573" y="13010"/>
                    <a:pt x="2547" y="12993"/>
                  </a:cubicBezTo>
                  <a:cubicBezTo>
                    <a:pt x="2479" y="12946"/>
                    <a:pt x="2470" y="12846"/>
                    <a:pt x="2509" y="12780"/>
                  </a:cubicBezTo>
                  <a:cubicBezTo>
                    <a:pt x="2540" y="12726"/>
                    <a:pt x="2593" y="12702"/>
                    <a:pt x="2648" y="12702"/>
                  </a:cubicBezTo>
                  <a:close/>
                  <a:moveTo>
                    <a:pt x="3914" y="13425"/>
                  </a:moveTo>
                  <a:cubicBezTo>
                    <a:pt x="3964" y="13425"/>
                    <a:pt x="4014" y="13451"/>
                    <a:pt x="4038" y="13512"/>
                  </a:cubicBezTo>
                  <a:cubicBezTo>
                    <a:pt x="4081" y="13621"/>
                    <a:pt x="3987" y="13704"/>
                    <a:pt x="3896" y="13704"/>
                  </a:cubicBezTo>
                  <a:cubicBezTo>
                    <a:pt x="3846" y="13704"/>
                    <a:pt x="3796" y="13678"/>
                    <a:pt x="3772" y="13616"/>
                  </a:cubicBezTo>
                  <a:cubicBezTo>
                    <a:pt x="3729" y="13507"/>
                    <a:pt x="3823" y="13425"/>
                    <a:pt x="3914" y="13425"/>
                  </a:cubicBezTo>
                  <a:close/>
                  <a:moveTo>
                    <a:pt x="14974" y="13391"/>
                  </a:moveTo>
                  <a:cubicBezTo>
                    <a:pt x="15038" y="13391"/>
                    <a:pt x="15097" y="13444"/>
                    <a:pt x="15089" y="13523"/>
                  </a:cubicBezTo>
                  <a:cubicBezTo>
                    <a:pt x="15086" y="13565"/>
                    <a:pt x="15086" y="13604"/>
                    <a:pt x="15058" y="13641"/>
                  </a:cubicBezTo>
                  <a:cubicBezTo>
                    <a:pt x="15029" y="13679"/>
                    <a:pt x="14994" y="13697"/>
                    <a:pt x="14947" y="13704"/>
                  </a:cubicBezTo>
                  <a:cubicBezTo>
                    <a:pt x="14944" y="13705"/>
                    <a:pt x="14940" y="13705"/>
                    <a:pt x="14937" y="13705"/>
                  </a:cubicBezTo>
                  <a:cubicBezTo>
                    <a:pt x="14903" y="13705"/>
                    <a:pt x="14867" y="13687"/>
                    <a:pt x="14845" y="13660"/>
                  </a:cubicBezTo>
                  <a:cubicBezTo>
                    <a:pt x="14820" y="13624"/>
                    <a:pt x="14811" y="13582"/>
                    <a:pt x="14818" y="13537"/>
                  </a:cubicBezTo>
                  <a:cubicBezTo>
                    <a:pt x="14827" y="13489"/>
                    <a:pt x="14854" y="13466"/>
                    <a:pt x="14883" y="13432"/>
                  </a:cubicBezTo>
                  <a:cubicBezTo>
                    <a:pt x="14910" y="13404"/>
                    <a:pt x="14943" y="13391"/>
                    <a:pt x="14974" y="13391"/>
                  </a:cubicBezTo>
                  <a:close/>
                  <a:moveTo>
                    <a:pt x="13602" y="13293"/>
                  </a:moveTo>
                  <a:cubicBezTo>
                    <a:pt x="13661" y="13293"/>
                    <a:pt x="13713" y="13333"/>
                    <a:pt x="13741" y="13388"/>
                  </a:cubicBezTo>
                  <a:cubicBezTo>
                    <a:pt x="13770" y="13442"/>
                    <a:pt x="13802" y="13495"/>
                    <a:pt x="13804" y="13556"/>
                  </a:cubicBezTo>
                  <a:cubicBezTo>
                    <a:pt x="13805" y="13655"/>
                    <a:pt x="13732" y="13717"/>
                    <a:pt x="13654" y="13717"/>
                  </a:cubicBezTo>
                  <a:cubicBezTo>
                    <a:pt x="13612" y="13717"/>
                    <a:pt x="13569" y="13700"/>
                    <a:pt x="13534" y="13660"/>
                  </a:cubicBezTo>
                  <a:cubicBezTo>
                    <a:pt x="13492" y="13615"/>
                    <a:pt x="13479" y="13554"/>
                    <a:pt x="13465" y="13496"/>
                  </a:cubicBezTo>
                  <a:cubicBezTo>
                    <a:pt x="13445" y="13418"/>
                    <a:pt x="13469" y="13334"/>
                    <a:pt x="13550" y="13303"/>
                  </a:cubicBezTo>
                  <a:cubicBezTo>
                    <a:pt x="13568" y="13296"/>
                    <a:pt x="13585" y="13293"/>
                    <a:pt x="13602" y="13293"/>
                  </a:cubicBezTo>
                  <a:close/>
                  <a:moveTo>
                    <a:pt x="20204" y="13475"/>
                  </a:moveTo>
                  <a:cubicBezTo>
                    <a:pt x="20251" y="13475"/>
                    <a:pt x="20295" y="13498"/>
                    <a:pt x="20331" y="13537"/>
                  </a:cubicBezTo>
                  <a:cubicBezTo>
                    <a:pt x="20345" y="13553"/>
                    <a:pt x="20361" y="13570"/>
                    <a:pt x="20375" y="13588"/>
                  </a:cubicBezTo>
                  <a:cubicBezTo>
                    <a:pt x="20437" y="13669"/>
                    <a:pt x="20409" y="13788"/>
                    <a:pt x="20322" y="13836"/>
                  </a:cubicBezTo>
                  <a:cubicBezTo>
                    <a:pt x="20296" y="13851"/>
                    <a:pt x="20267" y="13857"/>
                    <a:pt x="20240" y="13857"/>
                  </a:cubicBezTo>
                  <a:cubicBezTo>
                    <a:pt x="20173" y="13857"/>
                    <a:pt x="20111" y="13817"/>
                    <a:pt x="20081" y="13751"/>
                  </a:cubicBezTo>
                  <a:cubicBezTo>
                    <a:pt x="20070" y="13730"/>
                    <a:pt x="20066" y="13709"/>
                    <a:pt x="20060" y="13687"/>
                  </a:cubicBezTo>
                  <a:cubicBezTo>
                    <a:pt x="20035" y="13612"/>
                    <a:pt x="20060" y="13533"/>
                    <a:pt x="20131" y="13495"/>
                  </a:cubicBezTo>
                  <a:cubicBezTo>
                    <a:pt x="20155" y="13481"/>
                    <a:pt x="20180" y="13475"/>
                    <a:pt x="20204" y="13475"/>
                  </a:cubicBezTo>
                  <a:close/>
                  <a:moveTo>
                    <a:pt x="6917" y="13817"/>
                  </a:moveTo>
                  <a:cubicBezTo>
                    <a:pt x="6970" y="13817"/>
                    <a:pt x="7022" y="13844"/>
                    <a:pt x="7047" y="13908"/>
                  </a:cubicBezTo>
                  <a:cubicBezTo>
                    <a:pt x="7092" y="14023"/>
                    <a:pt x="6995" y="14108"/>
                    <a:pt x="6900" y="14108"/>
                  </a:cubicBezTo>
                  <a:cubicBezTo>
                    <a:pt x="6847" y="14108"/>
                    <a:pt x="6795" y="14081"/>
                    <a:pt x="6769" y="14016"/>
                  </a:cubicBezTo>
                  <a:cubicBezTo>
                    <a:pt x="6725" y="13902"/>
                    <a:pt x="6823" y="13817"/>
                    <a:pt x="6917" y="13817"/>
                  </a:cubicBezTo>
                  <a:close/>
                  <a:moveTo>
                    <a:pt x="7849" y="13933"/>
                  </a:moveTo>
                  <a:cubicBezTo>
                    <a:pt x="7890" y="13933"/>
                    <a:pt x="7931" y="13954"/>
                    <a:pt x="7951" y="14003"/>
                  </a:cubicBezTo>
                  <a:cubicBezTo>
                    <a:pt x="7986" y="14093"/>
                    <a:pt x="7909" y="14161"/>
                    <a:pt x="7835" y="14161"/>
                  </a:cubicBezTo>
                  <a:cubicBezTo>
                    <a:pt x="7793" y="14161"/>
                    <a:pt x="7753" y="14140"/>
                    <a:pt x="7733" y="14090"/>
                  </a:cubicBezTo>
                  <a:cubicBezTo>
                    <a:pt x="7697" y="14000"/>
                    <a:pt x="7774" y="13933"/>
                    <a:pt x="7849" y="13933"/>
                  </a:cubicBezTo>
                  <a:close/>
                  <a:moveTo>
                    <a:pt x="5363" y="14012"/>
                  </a:moveTo>
                  <a:cubicBezTo>
                    <a:pt x="5430" y="14012"/>
                    <a:pt x="5496" y="14047"/>
                    <a:pt x="5528" y="14128"/>
                  </a:cubicBezTo>
                  <a:cubicBezTo>
                    <a:pt x="5584" y="14273"/>
                    <a:pt x="5460" y="14383"/>
                    <a:pt x="5340" y="14383"/>
                  </a:cubicBezTo>
                  <a:cubicBezTo>
                    <a:pt x="5273" y="14383"/>
                    <a:pt x="5207" y="14348"/>
                    <a:pt x="5175" y="14267"/>
                  </a:cubicBezTo>
                  <a:cubicBezTo>
                    <a:pt x="5119" y="14122"/>
                    <a:pt x="5243" y="14012"/>
                    <a:pt x="5363" y="14012"/>
                  </a:cubicBezTo>
                  <a:close/>
                  <a:moveTo>
                    <a:pt x="22295" y="13473"/>
                  </a:moveTo>
                  <a:cubicBezTo>
                    <a:pt x="22322" y="13473"/>
                    <a:pt x="22350" y="13484"/>
                    <a:pt x="22372" y="13507"/>
                  </a:cubicBezTo>
                  <a:cubicBezTo>
                    <a:pt x="22534" y="13683"/>
                    <a:pt x="22406" y="14009"/>
                    <a:pt x="22278" y="14169"/>
                  </a:cubicBezTo>
                  <a:cubicBezTo>
                    <a:pt x="22148" y="14331"/>
                    <a:pt x="21948" y="14441"/>
                    <a:pt x="21740" y="14441"/>
                  </a:cubicBezTo>
                  <a:cubicBezTo>
                    <a:pt x="21707" y="14441"/>
                    <a:pt x="21673" y="14439"/>
                    <a:pt x="21640" y="14433"/>
                  </a:cubicBezTo>
                  <a:cubicBezTo>
                    <a:pt x="21370" y="14385"/>
                    <a:pt x="21231" y="14129"/>
                    <a:pt x="21364" y="13881"/>
                  </a:cubicBezTo>
                  <a:cubicBezTo>
                    <a:pt x="21467" y="13688"/>
                    <a:pt x="21663" y="13627"/>
                    <a:pt x="21864" y="13627"/>
                  </a:cubicBezTo>
                  <a:cubicBezTo>
                    <a:pt x="21957" y="13627"/>
                    <a:pt x="22050" y="13640"/>
                    <a:pt x="22136" y="13659"/>
                  </a:cubicBezTo>
                  <a:cubicBezTo>
                    <a:pt x="22163" y="13665"/>
                    <a:pt x="22182" y="13682"/>
                    <a:pt x="22194" y="13703"/>
                  </a:cubicBezTo>
                  <a:cubicBezTo>
                    <a:pt x="22194" y="13652"/>
                    <a:pt x="22194" y="13601"/>
                    <a:pt x="22204" y="13551"/>
                  </a:cubicBezTo>
                  <a:cubicBezTo>
                    <a:pt x="22215" y="13499"/>
                    <a:pt x="22254" y="13473"/>
                    <a:pt x="22295" y="13473"/>
                  </a:cubicBezTo>
                  <a:close/>
                  <a:moveTo>
                    <a:pt x="13858" y="14556"/>
                  </a:moveTo>
                  <a:cubicBezTo>
                    <a:pt x="13867" y="14556"/>
                    <a:pt x="13876" y="14558"/>
                    <a:pt x="13886" y="14560"/>
                  </a:cubicBezTo>
                  <a:cubicBezTo>
                    <a:pt x="13911" y="14567"/>
                    <a:pt x="13938" y="14573"/>
                    <a:pt x="13961" y="14580"/>
                  </a:cubicBezTo>
                  <a:cubicBezTo>
                    <a:pt x="14005" y="14593"/>
                    <a:pt x="14032" y="14614"/>
                    <a:pt x="14062" y="14647"/>
                  </a:cubicBezTo>
                  <a:cubicBezTo>
                    <a:pt x="14124" y="14722"/>
                    <a:pt x="14067" y="14852"/>
                    <a:pt x="13969" y="14856"/>
                  </a:cubicBezTo>
                  <a:cubicBezTo>
                    <a:pt x="13962" y="14857"/>
                    <a:pt x="13954" y="14857"/>
                    <a:pt x="13947" y="14857"/>
                  </a:cubicBezTo>
                  <a:cubicBezTo>
                    <a:pt x="13913" y="14857"/>
                    <a:pt x="13884" y="14850"/>
                    <a:pt x="13853" y="14828"/>
                  </a:cubicBezTo>
                  <a:cubicBezTo>
                    <a:pt x="13832" y="14814"/>
                    <a:pt x="13811" y="14800"/>
                    <a:pt x="13788" y="14786"/>
                  </a:cubicBezTo>
                  <a:cubicBezTo>
                    <a:pt x="13691" y="14727"/>
                    <a:pt x="13754" y="14556"/>
                    <a:pt x="13858" y="14556"/>
                  </a:cubicBezTo>
                  <a:close/>
                  <a:moveTo>
                    <a:pt x="4022" y="14621"/>
                  </a:moveTo>
                  <a:cubicBezTo>
                    <a:pt x="4086" y="14621"/>
                    <a:pt x="4149" y="14654"/>
                    <a:pt x="4180" y="14732"/>
                  </a:cubicBezTo>
                  <a:cubicBezTo>
                    <a:pt x="4233" y="14870"/>
                    <a:pt x="4115" y="14973"/>
                    <a:pt x="4001" y="14973"/>
                  </a:cubicBezTo>
                  <a:cubicBezTo>
                    <a:pt x="3937" y="14973"/>
                    <a:pt x="3874" y="14941"/>
                    <a:pt x="3844" y="14864"/>
                  </a:cubicBezTo>
                  <a:cubicBezTo>
                    <a:pt x="3790" y="14725"/>
                    <a:pt x="3908" y="14621"/>
                    <a:pt x="4022" y="14621"/>
                  </a:cubicBezTo>
                  <a:close/>
                  <a:moveTo>
                    <a:pt x="24344" y="14904"/>
                  </a:moveTo>
                  <a:cubicBezTo>
                    <a:pt x="24383" y="14904"/>
                    <a:pt x="24421" y="14924"/>
                    <a:pt x="24439" y="14970"/>
                  </a:cubicBezTo>
                  <a:cubicBezTo>
                    <a:pt x="24472" y="15053"/>
                    <a:pt x="24401" y="15116"/>
                    <a:pt x="24332" y="15116"/>
                  </a:cubicBezTo>
                  <a:cubicBezTo>
                    <a:pt x="24293" y="15116"/>
                    <a:pt x="24255" y="15097"/>
                    <a:pt x="24236" y="15049"/>
                  </a:cubicBezTo>
                  <a:cubicBezTo>
                    <a:pt x="24204" y="14966"/>
                    <a:pt x="24275" y="14904"/>
                    <a:pt x="24344" y="14904"/>
                  </a:cubicBezTo>
                  <a:close/>
                  <a:moveTo>
                    <a:pt x="13063" y="15212"/>
                  </a:moveTo>
                  <a:cubicBezTo>
                    <a:pt x="13096" y="15212"/>
                    <a:pt x="13128" y="15229"/>
                    <a:pt x="13143" y="15270"/>
                  </a:cubicBezTo>
                  <a:cubicBezTo>
                    <a:pt x="13171" y="15342"/>
                    <a:pt x="13111" y="15396"/>
                    <a:pt x="13052" y="15396"/>
                  </a:cubicBezTo>
                  <a:cubicBezTo>
                    <a:pt x="13019" y="15396"/>
                    <a:pt x="12987" y="15379"/>
                    <a:pt x="12970" y="15338"/>
                  </a:cubicBezTo>
                  <a:cubicBezTo>
                    <a:pt x="12942" y="15267"/>
                    <a:pt x="13004" y="15212"/>
                    <a:pt x="13063" y="15212"/>
                  </a:cubicBezTo>
                  <a:close/>
                  <a:moveTo>
                    <a:pt x="22660" y="15152"/>
                  </a:moveTo>
                  <a:cubicBezTo>
                    <a:pt x="22713" y="15152"/>
                    <a:pt x="22765" y="15178"/>
                    <a:pt x="22790" y="15242"/>
                  </a:cubicBezTo>
                  <a:cubicBezTo>
                    <a:pt x="22834" y="15356"/>
                    <a:pt x="22736" y="15441"/>
                    <a:pt x="22642" y="15441"/>
                  </a:cubicBezTo>
                  <a:cubicBezTo>
                    <a:pt x="22590" y="15441"/>
                    <a:pt x="22538" y="15414"/>
                    <a:pt x="22513" y="15351"/>
                  </a:cubicBezTo>
                  <a:cubicBezTo>
                    <a:pt x="22468" y="15237"/>
                    <a:pt x="22566" y="15152"/>
                    <a:pt x="22660" y="15152"/>
                  </a:cubicBezTo>
                  <a:close/>
                  <a:moveTo>
                    <a:pt x="7133" y="14929"/>
                  </a:moveTo>
                  <a:cubicBezTo>
                    <a:pt x="7339" y="14929"/>
                    <a:pt x="7549" y="14986"/>
                    <a:pt x="7716" y="15079"/>
                  </a:cubicBezTo>
                  <a:cubicBezTo>
                    <a:pt x="7745" y="15096"/>
                    <a:pt x="7758" y="15124"/>
                    <a:pt x="7760" y="15150"/>
                  </a:cubicBezTo>
                  <a:cubicBezTo>
                    <a:pt x="7808" y="15154"/>
                    <a:pt x="7847" y="15188"/>
                    <a:pt x="7867" y="15252"/>
                  </a:cubicBezTo>
                  <a:cubicBezTo>
                    <a:pt x="7908" y="15376"/>
                    <a:pt x="7836" y="15493"/>
                    <a:pt x="7748" y="15575"/>
                  </a:cubicBezTo>
                  <a:cubicBezTo>
                    <a:pt x="7597" y="15721"/>
                    <a:pt x="7385" y="15796"/>
                    <a:pt x="7174" y="15796"/>
                  </a:cubicBezTo>
                  <a:cubicBezTo>
                    <a:pt x="7074" y="15796"/>
                    <a:pt x="6974" y="15779"/>
                    <a:pt x="6881" y="15745"/>
                  </a:cubicBezTo>
                  <a:cubicBezTo>
                    <a:pt x="6620" y="15650"/>
                    <a:pt x="6309" y="15291"/>
                    <a:pt x="6636" y="15069"/>
                  </a:cubicBezTo>
                  <a:cubicBezTo>
                    <a:pt x="6779" y="14971"/>
                    <a:pt x="6955" y="14929"/>
                    <a:pt x="7133" y="14929"/>
                  </a:cubicBezTo>
                  <a:close/>
                  <a:moveTo>
                    <a:pt x="20645" y="15603"/>
                  </a:moveTo>
                  <a:cubicBezTo>
                    <a:pt x="20684" y="15603"/>
                    <a:pt x="20722" y="15623"/>
                    <a:pt x="20740" y="15670"/>
                  </a:cubicBezTo>
                  <a:cubicBezTo>
                    <a:pt x="20773" y="15753"/>
                    <a:pt x="20702" y="15815"/>
                    <a:pt x="20634" y="15815"/>
                  </a:cubicBezTo>
                  <a:cubicBezTo>
                    <a:pt x="20595" y="15815"/>
                    <a:pt x="20557" y="15796"/>
                    <a:pt x="20538" y="15749"/>
                  </a:cubicBezTo>
                  <a:cubicBezTo>
                    <a:pt x="20505" y="15665"/>
                    <a:pt x="20576" y="15603"/>
                    <a:pt x="20645" y="15603"/>
                  </a:cubicBezTo>
                  <a:close/>
                  <a:moveTo>
                    <a:pt x="14712" y="15575"/>
                  </a:moveTo>
                  <a:cubicBezTo>
                    <a:pt x="14793" y="15575"/>
                    <a:pt x="14870" y="15651"/>
                    <a:pt x="14837" y="15758"/>
                  </a:cubicBezTo>
                  <a:cubicBezTo>
                    <a:pt x="14828" y="15778"/>
                    <a:pt x="14823" y="15797"/>
                    <a:pt x="14818" y="15819"/>
                  </a:cubicBezTo>
                  <a:cubicBezTo>
                    <a:pt x="14806" y="15889"/>
                    <a:pt x="14740" y="15939"/>
                    <a:pt x="14671" y="15939"/>
                  </a:cubicBezTo>
                  <a:cubicBezTo>
                    <a:pt x="14652" y="15939"/>
                    <a:pt x="14634" y="15936"/>
                    <a:pt x="14616" y="15928"/>
                  </a:cubicBezTo>
                  <a:cubicBezTo>
                    <a:pt x="14529" y="15891"/>
                    <a:pt x="14504" y="15779"/>
                    <a:pt x="14562" y="15705"/>
                  </a:cubicBezTo>
                  <a:cubicBezTo>
                    <a:pt x="14575" y="15688"/>
                    <a:pt x="14583" y="15670"/>
                    <a:pt x="14593" y="15651"/>
                  </a:cubicBezTo>
                  <a:cubicBezTo>
                    <a:pt x="14623" y="15598"/>
                    <a:pt x="14668" y="15575"/>
                    <a:pt x="14712" y="15575"/>
                  </a:cubicBezTo>
                  <a:close/>
                  <a:moveTo>
                    <a:pt x="5740" y="15895"/>
                  </a:moveTo>
                  <a:cubicBezTo>
                    <a:pt x="5770" y="15895"/>
                    <a:pt x="5801" y="15903"/>
                    <a:pt x="5832" y="15921"/>
                  </a:cubicBezTo>
                  <a:cubicBezTo>
                    <a:pt x="5913" y="15965"/>
                    <a:pt x="5953" y="16096"/>
                    <a:pt x="5859" y="16156"/>
                  </a:cubicBezTo>
                  <a:cubicBezTo>
                    <a:pt x="5822" y="16180"/>
                    <a:pt x="5780" y="16203"/>
                    <a:pt x="5735" y="16203"/>
                  </a:cubicBezTo>
                  <a:cubicBezTo>
                    <a:pt x="5728" y="16203"/>
                    <a:pt x="5720" y="16202"/>
                    <a:pt x="5713" y="16201"/>
                  </a:cubicBezTo>
                  <a:cubicBezTo>
                    <a:pt x="5679" y="16194"/>
                    <a:pt x="5654" y="16180"/>
                    <a:pt x="5627" y="16160"/>
                  </a:cubicBezTo>
                  <a:lnTo>
                    <a:pt x="5542" y="16149"/>
                  </a:lnTo>
                  <a:cubicBezTo>
                    <a:pt x="5424" y="16137"/>
                    <a:pt x="5443" y="15973"/>
                    <a:pt x="5548" y="15955"/>
                  </a:cubicBezTo>
                  <a:cubicBezTo>
                    <a:pt x="5570" y="15950"/>
                    <a:pt x="5594" y="15948"/>
                    <a:pt x="5618" y="15942"/>
                  </a:cubicBezTo>
                  <a:cubicBezTo>
                    <a:pt x="5655" y="15912"/>
                    <a:pt x="5696" y="15895"/>
                    <a:pt x="5740" y="15895"/>
                  </a:cubicBezTo>
                  <a:close/>
                  <a:moveTo>
                    <a:pt x="11084" y="11375"/>
                  </a:moveTo>
                  <a:cubicBezTo>
                    <a:pt x="11432" y="11375"/>
                    <a:pt x="11770" y="11472"/>
                    <a:pt x="12063" y="11696"/>
                  </a:cubicBezTo>
                  <a:cubicBezTo>
                    <a:pt x="12089" y="11699"/>
                    <a:pt x="12113" y="11710"/>
                    <a:pt x="12137" y="11733"/>
                  </a:cubicBezTo>
                  <a:cubicBezTo>
                    <a:pt x="13038" y="12592"/>
                    <a:pt x="13020" y="14163"/>
                    <a:pt x="12368" y="15170"/>
                  </a:cubicBezTo>
                  <a:cubicBezTo>
                    <a:pt x="11955" y="15805"/>
                    <a:pt x="11218" y="16210"/>
                    <a:pt x="10477" y="16210"/>
                  </a:cubicBezTo>
                  <a:cubicBezTo>
                    <a:pt x="10135" y="16210"/>
                    <a:pt x="9792" y="16123"/>
                    <a:pt x="9480" y="15933"/>
                  </a:cubicBezTo>
                  <a:cubicBezTo>
                    <a:pt x="8383" y="15267"/>
                    <a:pt x="8301" y="13624"/>
                    <a:pt x="8932" y="12613"/>
                  </a:cubicBezTo>
                  <a:cubicBezTo>
                    <a:pt x="9355" y="11937"/>
                    <a:pt x="10245" y="11375"/>
                    <a:pt x="11084" y="11375"/>
                  </a:cubicBezTo>
                  <a:close/>
                  <a:moveTo>
                    <a:pt x="23275" y="15981"/>
                  </a:moveTo>
                  <a:cubicBezTo>
                    <a:pt x="23320" y="15981"/>
                    <a:pt x="23363" y="16003"/>
                    <a:pt x="23385" y="16057"/>
                  </a:cubicBezTo>
                  <a:cubicBezTo>
                    <a:pt x="23422" y="16154"/>
                    <a:pt x="23340" y="16226"/>
                    <a:pt x="23260" y="16226"/>
                  </a:cubicBezTo>
                  <a:cubicBezTo>
                    <a:pt x="23216" y="16226"/>
                    <a:pt x="23172" y="16203"/>
                    <a:pt x="23151" y="16149"/>
                  </a:cubicBezTo>
                  <a:cubicBezTo>
                    <a:pt x="23114" y="16053"/>
                    <a:pt x="23196" y="15981"/>
                    <a:pt x="23275" y="15981"/>
                  </a:cubicBezTo>
                  <a:close/>
                  <a:moveTo>
                    <a:pt x="8288" y="15972"/>
                  </a:moveTo>
                  <a:cubicBezTo>
                    <a:pt x="8332" y="15972"/>
                    <a:pt x="8376" y="15990"/>
                    <a:pt x="8403" y="16033"/>
                  </a:cubicBezTo>
                  <a:lnTo>
                    <a:pt x="8429" y="16075"/>
                  </a:lnTo>
                  <a:cubicBezTo>
                    <a:pt x="8489" y="16162"/>
                    <a:pt x="8460" y="16286"/>
                    <a:pt x="8358" y="16325"/>
                  </a:cubicBezTo>
                  <a:cubicBezTo>
                    <a:pt x="8338" y="16333"/>
                    <a:pt x="8318" y="16336"/>
                    <a:pt x="8298" y="16336"/>
                  </a:cubicBezTo>
                  <a:cubicBezTo>
                    <a:pt x="8219" y="16336"/>
                    <a:pt x="8149" y="16274"/>
                    <a:pt x="8137" y="16190"/>
                  </a:cubicBezTo>
                  <a:cubicBezTo>
                    <a:pt x="8132" y="16173"/>
                    <a:pt x="8131" y="16156"/>
                    <a:pt x="8128" y="16140"/>
                  </a:cubicBezTo>
                  <a:cubicBezTo>
                    <a:pt x="8109" y="16043"/>
                    <a:pt x="8201" y="15972"/>
                    <a:pt x="8288" y="15972"/>
                  </a:cubicBezTo>
                  <a:close/>
                  <a:moveTo>
                    <a:pt x="21969" y="16333"/>
                  </a:moveTo>
                  <a:cubicBezTo>
                    <a:pt x="21986" y="16333"/>
                    <a:pt x="22003" y="16336"/>
                    <a:pt x="22017" y="16339"/>
                  </a:cubicBezTo>
                  <a:cubicBezTo>
                    <a:pt x="22054" y="16346"/>
                    <a:pt x="22090" y="16359"/>
                    <a:pt x="22125" y="16368"/>
                  </a:cubicBezTo>
                  <a:cubicBezTo>
                    <a:pt x="22182" y="16385"/>
                    <a:pt x="22213" y="16458"/>
                    <a:pt x="22203" y="16510"/>
                  </a:cubicBezTo>
                  <a:cubicBezTo>
                    <a:pt x="22194" y="16570"/>
                    <a:pt x="22145" y="16616"/>
                    <a:pt x="22087" y="16622"/>
                  </a:cubicBezTo>
                  <a:cubicBezTo>
                    <a:pt x="22057" y="16626"/>
                    <a:pt x="22030" y="16628"/>
                    <a:pt x="22002" y="16628"/>
                  </a:cubicBezTo>
                  <a:cubicBezTo>
                    <a:pt x="21970" y="16625"/>
                    <a:pt x="21942" y="16628"/>
                    <a:pt x="21917" y="16615"/>
                  </a:cubicBezTo>
                  <a:cubicBezTo>
                    <a:pt x="21910" y="16614"/>
                    <a:pt x="21877" y="16598"/>
                    <a:pt x="21885" y="16598"/>
                  </a:cubicBezTo>
                  <a:cubicBezTo>
                    <a:pt x="21886" y="16598"/>
                    <a:pt x="21887" y="16598"/>
                    <a:pt x="21888" y="16598"/>
                  </a:cubicBezTo>
                  <a:cubicBezTo>
                    <a:pt x="21829" y="16578"/>
                    <a:pt x="21790" y="16536"/>
                    <a:pt x="21790" y="16472"/>
                  </a:cubicBezTo>
                  <a:cubicBezTo>
                    <a:pt x="21792" y="16411"/>
                    <a:pt x="21842" y="16353"/>
                    <a:pt x="21904" y="16350"/>
                  </a:cubicBezTo>
                  <a:cubicBezTo>
                    <a:pt x="21918" y="16347"/>
                    <a:pt x="21946" y="16334"/>
                    <a:pt x="21961" y="16333"/>
                  </a:cubicBezTo>
                  <a:cubicBezTo>
                    <a:pt x="21963" y="16333"/>
                    <a:pt x="21966" y="16333"/>
                    <a:pt x="21969" y="16333"/>
                  </a:cubicBezTo>
                  <a:close/>
                  <a:moveTo>
                    <a:pt x="13481" y="15899"/>
                  </a:moveTo>
                  <a:cubicBezTo>
                    <a:pt x="13879" y="15899"/>
                    <a:pt x="14342" y="16140"/>
                    <a:pt x="14332" y="16507"/>
                  </a:cubicBezTo>
                  <a:cubicBezTo>
                    <a:pt x="14328" y="16715"/>
                    <a:pt x="14175" y="16863"/>
                    <a:pt x="13990" y="16863"/>
                  </a:cubicBezTo>
                  <a:cubicBezTo>
                    <a:pt x="13943" y="16863"/>
                    <a:pt x="13894" y="16854"/>
                    <a:pt x="13845" y="16833"/>
                  </a:cubicBezTo>
                  <a:cubicBezTo>
                    <a:pt x="13712" y="16778"/>
                    <a:pt x="13604" y="16669"/>
                    <a:pt x="13496" y="16580"/>
                  </a:cubicBezTo>
                  <a:cubicBezTo>
                    <a:pt x="13340" y="16446"/>
                    <a:pt x="13183" y="16317"/>
                    <a:pt x="13033" y="16180"/>
                  </a:cubicBezTo>
                  <a:cubicBezTo>
                    <a:pt x="12982" y="16132"/>
                    <a:pt x="13000" y="16067"/>
                    <a:pt x="13045" y="16041"/>
                  </a:cubicBezTo>
                  <a:cubicBezTo>
                    <a:pt x="13150" y="15943"/>
                    <a:pt x="13310" y="15899"/>
                    <a:pt x="13481" y="15899"/>
                  </a:cubicBezTo>
                  <a:close/>
                  <a:moveTo>
                    <a:pt x="26300" y="16831"/>
                  </a:moveTo>
                  <a:cubicBezTo>
                    <a:pt x="26342" y="16831"/>
                    <a:pt x="26382" y="16853"/>
                    <a:pt x="26402" y="16903"/>
                  </a:cubicBezTo>
                  <a:cubicBezTo>
                    <a:pt x="26437" y="16990"/>
                    <a:pt x="26362" y="17056"/>
                    <a:pt x="26289" y="17056"/>
                  </a:cubicBezTo>
                  <a:cubicBezTo>
                    <a:pt x="26248" y="17056"/>
                    <a:pt x="26207" y="17035"/>
                    <a:pt x="26188" y="16985"/>
                  </a:cubicBezTo>
                  <a:cubicBezTo>
                    <a:pt x="26153" y="16897"/>
                    <a:pt x="26228" y="16831"/>
                    <a:pt x="26300" y="16831"/>
                  </a:cubicBezTo>
                  <a:close/>
                  <a:moveTo>
                    <a:pt x="8801" y="16910"/>
                  </a:moveTo>
                  <a:cubicBezTo>
                    <a:pt x="8851" y="16910"/>
                    <a:pt x="8900" y="16936"/>
                    <a:pt x="8923" y="16996"/>
                  </a:cubicBezTo>
                  <a:cubicBezTo>
                    <a:pt x="8967" y="17105"/>
                    <a:pt x="8874" y="17185"/>
                    <a:pt x="8785" y="17185"/>
                  </a:cubicBezTo>
                  <a:cubicBezTo>
                    <a:pt x="8734" y="17185"/>
                    <a:pt x="8684" y="17159"/>
                    <a:pt x="8661" y="17098"/>
                  </a:cubicBezTo>
                  <a:cubicBezTo>
                    <a:pt x="8619" y="16991"/>
                    <a:pt x="8712" y="16910"/>
                    <a:pt x="8801" y="16910"/>
                  </a:cubicBezTo>
                  <a:close/>
                  <a:moveTo>
                    <a:pt x="14928" y="17111"/>
                  </a:moveTo>
                  <a:cubicBezTo>
                    <a:pt x="14959" y="17111"/>
                    <a:pt x="14991" y="17127"/>
                    <a:pt x="15005" y="17166"/>
                  </a:cubicBezTo>
                  <a:cubicBezTo>
                    <a:pt x="15033" y="17234"/>
                    <a:pt x="14975" y="17285"/>
                    <a:pt x="14919" y="17285"/>
                  </a:cubicBezTo>
                  <a:cubicBezTo>
                    <a:pt x="14887" y="17285"/>
                    <a:pt x="14856" y="17269"/>
                    <a:pt x="14841" y="17230"/>
                  </a:cubicBezTo>
                  <a:cubicBezTo>
                    <a:pt x="14814" y="17162"/>
                    <a:pt x="14872" y="17111"/>
                    <a:pt x="14928" y="17111"/>
                  </a:cubicBezTo>
                  <a:close/>
                  <a:moveTo>
                    <a:pt x="23592" y="17150"/>
                  </a:moveTo>
                  <a:cubicBezTo>
                    <a:pt x="23663" y="17150"/>
                    <a:pt x="23730" y="17197"/>
                    <a:pt x="23759" y="17261"/>
                  </a:cubicBezTo>
                  <a:cubicBezTo>
                    <a:pt x="23796" y="17346"/>
                    <a:pt x="23746" y="17458"/>
                    <a:pt x="23660" y="17488"/>
                  </a:cubicBezTo>
                  <a:cubicBezTo>
                    <a:pt x="23637" y="17495"/>
                    <a:pt x="23616" y="17505"/>
                    <a:pt x="23594" y="17511"/>
                  </a:cubicBezTo>
                  <a:cubicBezTo>
                    <a:pt x="23573" y="17518"/>
                    <a:pt x="23552" y="17522"/>
                    <a:pt x="23531" y="17522"/>
                  </a:cubicBezTo>
                  <a:cubicBezTo>
                    <a:pt x="23463" y="17522"/>
                    <a:pt x="23401" y="17482"/>
                    <a:pt x="23371" y="17414"/>
                  </a:cubicBezTo>
                  <a:cubicBezTo>
                    <a:pt x="23332" y="17325"/>
                    <a:pt x="23386" y="17226"/>
                    <a:pt x="23468" y="17190"/>
                  </a:cubicBezTo>
                  <a:cubicBezTo>
                    <a:pt x="23490" y="17182"/>
                    <a:pt x="23511" y="17172"/>
                    <a:pt x="23532" y="17162"/>
                  </a:cubicBezTo>
                  <a:cubicBezTo>
                    <a:pt x="23552" y="17154"/>
                    <a:pt x="23572" y="17150"/>
                    <a:pt x="23592" y="17150"/>
                  </a:cubicBezTo>
                  <a:close/>
                  <a:moveTo>
                    <a:pt x="7141" y="17064"/>
                  </a:moveTo>
                  <a:cubicBezTo>
                    <a:pt x="7213" y="17064"/>
                    <a:pt x="7282" y="17113"/>
                    <a:pt x="7312" y="17179"/>
                  </a:cubicBezTo>
                  <a:cubicBezTo>
                    <a:pt x="7330" y="17223"/>
                    <a:pt x="7349" y="17266"/>
                    <a:pt x="7369" y="17308"/>
                  </a:cubicBezTo>
                  <a:cubicBezTo>
                    <a:pt x="7408" y="17402"/>
                    <a:pt x="7352" y="17506"/>
                    <a:pt x="7264" y="17545"/>
                  </a:cubicBezTo>
                  <a:cubicBezTo>
                    <a:pt x="7242" y="17554"/>
                    <a:pt x="7219" y="17559"/>
                    <a:pt x="7197" y="17559"/>
                  </a:cubicBezTo>
                  <a:cubicBezTo>
                    <a:pt x="7123" y="17559"/>
                    <a:pt x="7049" y="17512"/>
                    <a:pt x="7024" y="17443"/>
                  </a:cubicBezTo>
                  <a:cubicBezTo>
                    <a:pt x="7009" y="17396"/>
                    <a:pt x="6993" y="17353"/>
                    <a:pt x="6977" y="17309"/>
                  </a:cubicBezTo>
                  <a:cubicBezTo>
                    <a:pt x="6945" y="17214"/>
                    <a:pt x="6989" y="17118"/>
                    <a:pt x="7079" y="17077"/>
                  </a:cubicBezTo>
                  <a:cubicBezTo>
                    <a:pt x="7100" y="17068"/>
                    <a:pt x="7121" y="17064"/>
                    <a:pt x="7141" y="17064"/>
                  </a:cubicBezTo>
                  <a:close/>
                  <a:moveTo>
                    <a:pt x="24673" y="16561"/>
                  </a:moveTo>
                  <a:cubicBezTo>
                    <a:pt x="24775" y="16561"/>
                    <a:pt x="24886" y="16592"/>
                    <a:pt x="24978" y="16633"/>
                  </a:cubicBezTo>
                  <a:cubicBezTo>
                    <a:pt x="25236" y="16751"/>
                    <a:pt x="25440" y="16974"/>
                    <a:pt x="25520" y="17246"/>
                  </a:cubicBezTo>
                  <a:cubicBezTo>
                    <a:pt x="25533" y="17287"/>
                    <a:pt x="25518" y="17318"/>
                    <a:pt x="25493" y="17335"/>
                  </a:cubicBezTo>
                  <a:cubicBezTo>
                    <a:pt x="25508" y="17368"/>
                    <a:pt x="25503" y="17409"/>
                    <a:pt x="25466" y="17438"/>
                  </a:cubicBezTo>
                  <a:cubicBezTo>
                    <a:pt x="25365" y="17523"/>
                    <a:pt x="25245" y="17560"/>
                    <a:pt x="25123" y="17560"/>
                  </a:cubicBezTo>
                  <a:cubicBezTo>
                    <a:pt x="24747" y="17560"/>
                    <a:pt x="24345" y="17211"/>
                    <a:pt x="24375" y="16828"/>
                  </a:cubicBezTo>
                  <a:cubicBezTo>
                    <a:pt x="24391" y="16629"/>
                    <a:pt x="24522" y="16561"/>
                    <a:pt x="24673" y="16561"/>
                  </a:cubicBezTo>
                  <a:close/>
                  <a:moveTo>
                    <a:pt x="12741" y="17220"/>
                  </a:moveTo>
                  <a:cubicBezTo>
                    <a:pt x="12803" y="17220"/>
                    <a:pt x="12862" y="17263"/>
                    <a:pt x="12890" y="17321"/>
                  </a:cubicBezTo>
                  <a:lnTo>
                    <a:pt x="12919" y="17385"/>
                  </a:lnTo>
                  <a:cubicBezTo>
                    <a:pt x="12960" y="17465"/>
                    <a:pt x="12904" y="17559"/>
                    <a:pt x="12827" y="17593"/>
                  </a:cubicBezTo>
                  <a:cubicBezTo>
                    <a:pt x="12809" y="17601"/>
                    <a:pt x="12790" y="17604"/>
                    <a:pt x="12770" y="17604"/>
                  </a:cubicBezTo>
                  <a:cubicBezTo>
                    <a:pt x="12705" y="17604"/>
                    <a:pt x="12637" y="17564"/>
                    <a:pt x="12619" y="17501"/>
                  </a:cubicBezTo>
                  <a:lnTo>
                    <a:pt x="12596" y="17434"/>
                  </a:lnTo>
                  <a:cubicBezTo>
                    <a:pt x="12572" y="17349"/>
                    <a:pt x="12602" y="17267"/>
                    <a:pt x="12686" y="17232"/>
                  </a:cubicBezTo>
                  <a:cubicBezTo>
                    <a:pt x="12704" y="17223"/>
                    <a:pt x="12722" y="17220"/>
                    <a:pt x="12741" y="17220"/>
                  </a:cubicBezTo>
                  <a:close/>
                  <a:moveTo>
                    <a:pt x="19695" y="17369"/>
                  </a:moveTo>
                  <a:cubicBezTo>
                    <a:pt x="19823" y="17369"/>
                    <a:pt x="19886" y="17578"/>
                    <a:pt x="19741" y="17630"/>
                  </a:cubicBezTo>
                  <a:lnTo>
                    <a:pt x="19678" y="17655"/>
                  </a:lnTo>
                  <a:cubicBezTo>
                    <a:pt x="19660" y="17661"/>
                    <a:pt x="19644" y="17664"/>
                    <a:pt x="19628" y="17664"/>
                  </a:cubicBezTo>
                  <a:cubicBezTo>
                    <a:pt x="19499" y="17664"/>
                    <a:pt x="19439" y="17467"/>
                    <a:pt x="19580" y="17409"/>
                  </a:cubicBezTo>
                  <a:lnTo>
                    <a:pt x="19644" y="17380"/>
                  </a:lnTo>
                  <a:cubicBezTo>
                    <a:pt x="19662" y="17373"/>
                    <a:pt x="19679" y="17369"/>
                    <a:pt x="19695" y="17369"/>
                  </a:cubicBezTo>
                  <a:close/>
                  <a:moveTo>
                    <a:pt x="10628" y="16525"/>
                  </a:moveTo>
                  <a:cubicBezTo>
                    <a:pt x="10662" y="16525"/>
                    <a:pt x="10694" y="16549"/>
                    <a:pt x="10707" y="16581"/>
                  </a:cubicBezTo>
                  <a:cubicBezTo>
                    <a:pt x="10714" y="16598"/>
                    <a:pt x="10716" y="16616"/>
                    <a:pt x="10710" y="16636"/>
                  </a:cubicBezTo>
                  <a:cubicBezTo>
                    <a:pt x="10964" y="16670"/>
                    <a:pt x="11090" y="16925"/>
                    <a:pt x="11054" y="17165"/>
                  </a:cubicBezTo>
                  <a:cubicBezTo>
                    <a:pt x="11026" y="17352"/>
                    <a:pt x="10923" y="17705"/>
                    <a:pt x="10699" y="17735"/>
                  </a:cubicBezTo>
                  <a:cubicBezTo>
                    <a:pt x="10688" y="17736"/>
                    <a:pt x="10677" y="17737"/>
                    <a:pt x="10666" y="17737"/>
                  </a:cubicBezTo>
                  <a:cubicBezTo>
                    <a:pt x="10478" y="17737"/>
                    <a:pt x="10344" y="17520"/>
                    <a:pt x="10319" y="17353"/>
                  </a:cubicBezTo>
                  <a:cubicBezTo>
                    <a:pt x="10274" y="17076"/>
                    <a:pt x="10390" y="16768"/>
                    <a:pt x="10566" y="16557"/>
                  </a:cubicBezTo>
                  <a:cubicBezTo>
                    <a:pt x="10585" y="16535"/>
                    <a:pt x="10607" y="16525"/>
                    <a:pt x="10628" y="16525"/>
                  </a:cubicBezTo>
                  <a:close/>
                  <a:moveTo>
                    <a:pt x="16879" y="10734"/>
                  </a:moveTo>
                  <a:cubicBezTo>
                    <a:pt x="17701" y="10734"/>
                    <a:pt x="18546" y="11216"/>
                    <a:pt x="19063" y="11886"/>
                  </a:cubicBezTo>
                  <a:cubicBezTo>
                    <a:pt x="19921" y="13001"/>
                    <a:pt x="20161" y="14597"/>
                    <a:pt x="19697" y="15925"/>
                  </a:cubicBezTo>
                  <a:cubicBezTo>
                    <a:pt x="19326" y="16984"/>
                    <a:pt x="18416" y="17857"/>
                    <a:pt x="17282" y="17857"/>
                  </a:cubicBezTo>
                  <a:cubicBezTo>
                    <a:pt x="17161" y="17857"/>
                    <a:pt x="17038" y="17847"/>
                    <a:pt x="16913" y="17827"/>
                  </a:cubicBezTo>
                  <a:cubicBezTo>
                    <a:pt x="15568" y="17606"/>
                    <a:pt x="15114" y="16251"/>
                    <a:pt x="15389" y="15041"/>
                  </a:cubicBezTo>
                  <a:cubicBezTo>
                    <a:pt x="15513" y="14498"/>
                    <a:pt x="15697" y="14098"/>
                    <a:pt x="15513" y="13530"/>
                  </a:cubicBezTo>
                  <a:cubicBezTo>
                    <a:pt x="15411" y="13213"/>
                    <a:pt x="15243" y="12916"/>
                    <a:pt x="15170" y="12589"/>
                  </a:cubicBezTo>
                  <a:cubicBezTo>
                    <a:pt x="15068" y="12138"/>
                    <a:pt x="15122" y="11654"/>
                    <a:pt x="15477" y="11356"/>
                  </a:cubicBezTo>
                  <a:cubicBezTo>
                    <a:pt x="15481" y="11345"/>
                    <a:pt x="15489" y="11335"/>
                    <a:pt x="15497" y="11324"/>
                  </a:cubicBezTo>
                  <a:cubicBezTo>
                    <a:pt x="15897" y="10909"/>
                    <a:pt x="16384" y="10734"/>
                    <a:pt x="16879" y="10734"/>
                  </a:cubicBezTo>
                  <a:close/>
                  <a:moveTo>
                    <a:pt x="20803" y="17526"/>
                  </a:moveTo>
                  <a:cubicBezTo>
                    <a:pt x="20862" y="17526"/>
                    <a:pt x="20923" y="17559"/>
                    <a:pt x="20939" y="17616"/>
                  </a:cubicBezTo>
                  <a:lnTo>
                    <a:pt x="20956" y="17684"/>
                  </a:lnTo>
                  <a:cubicBezTo>
                    <a:pt x="20985" y="17789"/>
                    <a:pt x="20909" y="17861"/>
                    <a:pt x="20829" y="17861"/>
                  </a:cubicBezTo>
                  <a:cubicBezTo>
                    <a:pt x="20783" y="17861"/>
                    <a:pt x="20735" y="17837"/>
                    <a:pt x="20706" y="17781"/>
                  </a:cubicBezTo>
                  <a:lnTo>
                    <a:pt x="20675" y="17719"/>
                  </a:lnTo>
                  <a:cubicBezTo>
                    <a:pt x="20640" y="17651"/>
                    <a:pt x="20689" y="17559"/>
                    <a:pt x="20755" y="17535"/>
                  </a:cubicBezTo>
                  <a:cubicBezTo>
                    <a:pt x="20770" y="17529"/>
                    <a:pt x="20786" y="17526"/>
                    <a:pt x="20803" y="17526"/>
                  </a:cubicBezTo>
                  <a:close/>
                  <a:moveTo>
                    <a:pt x="9156" y="17833"/>
                  </a:moveTo>
                  <a:cubicBezTo>
                    <a:pt x="9201" y="17833"/>
                    <a:pt x="9246" y="17856"/>
                    <a:pt x="9267" y="17912"/>
                  </a:cubicBezTo>
                  <a:cubicBezTo>
                    <a:pt x="9306" y="18011"/>
                    <a:pt x="9221" y="18084"/>
                    <a:pt x="9140" y="18084"/>
                  </a:cubicBezTo>
                  <a:cubicBezTo>
                    <a:pt x="9094" y="18084"/>
                    <a:pt x="9049" y="18061"/>
                    <a:pt x="9028" y="18005"/>
                  </a:cubicBezTo>
                  <a:cubicBezTo>
                    <a:pt x="8989" y="17907"/>
                    <a:pt x="9074" y="17833"/>
                    <a:pt x="9156" y="17833"/>
                  </a:cubicBezTo>
                  <a:close/>
                  <a:moveTo>
                    <a:pt x="14247" y="18044"/>
                  </a:moveTo>
                  <a:cubicBezTo>
                    <a:pt x="14282" y="18044"/>
                    <a:pt x="14315" y="18062"/>
                    <a:pt x="14331" y="18103"/>
                  </a:cubicBezTo>
                  <a:cubicBezTo>
                    <a:pt x="14361" y="18178"/>
                    <a:pt x="14299" y="18234"/>
                    <a:pt x="14238" y="18234"/>
                  </a:cubicBezTo>
                  <a:cubicBezTo>
                    <a:pt x="14203" y="18234"/>
                    <a:pt x="14169" y="18216"/>
                    <a:pt x="14152" y="18174"/>
                  </a:cubicBezTo>
                  <a:cubicBezTo>
                    <a:pt x="14123" y="18099"/>
                    <a:pt x="14187" y="18044"/>
                    <a:pt x="14247" y="18044"/>
                  </a:cubicBezTo>
                  <a:close/>
                  <a:moveTo>
                    <a:pt x="27847" y="18114"/>
                  </a:moveTo>
                  <a:cubicBezTo>
                    <a:pt x="27883" y="18114"/>
                    <a:pt x="27917" y="18132"/>
                    <a:pt x="27934" y="18175"/>
                  </a:cubicBezTo>
                  <a:cubicBezTo>
                    <a:pt x="27965" y="18252"/>
                    <a:pt x="27899" y="18310"/>
                    <a:pt x="27836" y="18310"/>
                  </a:cubicBezTo>
                  <a:cubicBezTo>
                    <a:pt x="27800" y="18310"/>
                    <a:pt x="27765" y="18292"/>
                    <a:pt x="27748" y="18249"/>
                  </a:cubicBezTo>
                  <a:cubicBezTo>
                    <a:pt x="27718" y="18172"/>
                    <a:pt x="27784" y="18114"/>
                    <a:pt x="27847" y="18114"/>
                  </a:cubicBezTo>
                  <a:close/>
                  <a:moveTo>
                    <a:pt x="11939" y="18262"/>
                  </a:moveTo>
                  <a:cubicBezTo>
                    <a:pt x="11977" y="18262"/>
                    <a:pt x="12015" y="18282"/>
                    <a:pt x="12034" y="18328"/>
                  </a:cubicBezTo>
                  <a:cubicBezTo>
                    <a:pt x="12066" y="18412"/>
                    <a:pt x="11996" y="18474"/>
                    <a:pt x="11927" y="18474"/>
                  </a:cubicBezTo>
                  <a:cubicBezTo>
                    <a:pt x="11889" y="18474"/>
                    <a:pt x="11851" y="18454"/>
                    <a:pt x="11832" y="18408"/>
                  </a:cubicBezTo>
                  <a:cubicBezTo>
                    <a:pt x="11799" y="18324"/>
                    <a:pt x="11870" y="18262"/>
                    <a:pt x="11939" y="18262"/>
                  </a:cubicBezTo>
                  <a:close/>
                  <a:moveTo>
                    <a:pt x="26315" y="17939"/>
                  </a:moveTo>
                  <a:cubicBezTo>
                    <a:pt x="26417" y="17939"/>
                    <a:pt x="26518" y="17951"/>
                    <a:pt x="26616" y="17974"/>
                  </a:cubicBezTo>
                  <a:cubicBezTo>
                    <a:pt x="26738" y="18003"/>
                    <a:pt x="26715" y="18173"/>
                    <a:pt x="26596" y="18173"/>
                  </a:cubicBezTo>
                  <a:cubicBezTo>
                    <a:pt x="26592" y="18173"/>
                    <a:pt x="26588" y="18173"/>
                    <a:pt x="26583" y="18172"/>
                  </a:cubicBezTo>
                  <a:cubicBezTo>
                    <a:pt x="26518" y="18166"/>
                    <a:pt x="26452" y="18162"/>
                    <a:pt x="26386" y="18162"/>
                  </a:cubicBezTo>
                  <a:cubicBezTo>
                    <a:pt x="26306" y="18162"/>
                    <a:pt x="26227" y="18168"/>
                    <a:pt x="26148" y="18185"/>
                  </a:cubicBezTo>
                  <a:cubicBezTo>
                    <a:pt x="26087" y="18197"/>
                    <a:pt x="25807" y="18260"/>
                    <a:pt x="25791" y="18328"/>
                  </a:cubicBezTo>
                  <a:cubicBezTo>
                    <a:pt x="25780" y="18373"/>
                    <a:pt x="25965" y="18383"/>
                    <a:pt x="26064" y="18383"/>
                  </a:cubicBezTo>
                  <a:cubicBezTo>
                    <a:pt x="26093" y="18383"/>
                    <a:pt x="26114" y="18382"/>
                    <a:pt x="26121" y="18381"/>
                  </a:cubicBezTo>
                  <a:cubicBezTo>
                    <a:pt x="26257" y="18362"/>
                    <a:pt x="26358" y="18287"/>
                    <a:pt x="26468" y="18211"/>
                  </a:cubicBezTo>
                  <a:cubicBezTo>
                    <a:pt x="26488" y="18197"/>
                    <a:pt x="26509" y="18192"/>
                    <a:pt x="26529" y="18192"/>
                  </a:cubicBezTo>
                  <a:cubicBezTo>
                    <a:pt x="26607" y="18192"/>
                    <a:pt x="26671" y="18284"/>
                    <a:pt x="26614" y="18360"/>
                  </a:cubicBezTo>
                  <a:cubicBezTo>
                    <a:pt x="26485" y="18535"/>
                    <a:pt x="26246" y="18619"/>
                    <a:pt x="26033" y="18620"/>
                  </a:cubicBezTo>
                  <a:cubicBezTo>
                    <a:pt x="25873" y="18620"/>
                    <a:pt x="25621" y="18576"/>
                    <a:pt x="25549" y="18408"/>
                  </a:cubicBezTo>
                  <a:cubicBezTo>
                    <a:pt x="25466" y="18211"/>
                    <a:pt x="25685" y="18089"/>
                    <a:pt x="25836" y="18029"/>
                  </a:cubicBezTo>
                  <a:cubicBezTo>
                    <a:pt x="25988" y="17969"/>
                    <a:pt x="26152" y="17939"/>
                    <a:pt x="26315" y="17939"/>
                  </a:cubicBezTo>
                  <a:close/>
                  <a:moveTo>
                    <a:pt x="18976" y="18432"/>
                  </a:moveTo>
                  <a:cubicBezTo>
                    <a:pt x="19015" y="18432"/>
                    <a:pt x="19053" y="18451"/>
                    <a:pt x="19071" y="18498"/>
                  </a:cubicBezTo>
                  <a:cubicBezTo>
                    <a:pt x="19105" y="18581"/>
                    <a:pt x="19034" y="18642"/>
                    <a:pt x="18965" y="18642"/>
                  </a:cubicBezTo>
                  <a:cubicBezTo>
                    <a:pt x="18927" y="18642"/>
                    <a:pt x="18889" y="18623"/>
                    <a:pt x="18871" y="18576"/>
                  </a:cubicBezTo>
                  <a:cubicBezTo>
                    <a:pt x="18839" y="18492"/>
                    <a:pt x="18908" y="18432"/>
                    <a:pt x="18976" y="18432"/>
                  </a:cubicBezTo>
                  <a:close/>
                  <a:moveTo>
                    <a:pt x="24789" y="18359"/>
                  </a:moveTo>
                  <a:cubicBezTo>
                    <a:pt x="24848" y="18359"/>
                    <a:pt x="24893" y="18404"/>
                    <a:pt x="24912" y="18459"/>
                  </a:cubicBezTo>
                  <a:cubicBezTo>
                    <a:pt x="24944" y="18528"/>
                    <a:pt x="24928" y="18617"/>
                    <a:pt x="24834" y="18647"/>
                  </a:cubicBezTo>
                  <a:cubicBezTo>
                    <a:pt x="24822" y="18653"/>
                    <a:pt x="24809" y="18660"/>
                    <a:pt x="24795" y="18664"/>
                  </a:cubicBezTo>
                  <a:cubicBezTo>
                    <a:pt x="24774" y="18674"/>
                    <a:pt x="24754" y="18678"/>
                    <a:pt x="24736" y="18678"/>
                  </a:cubicBezTo>
                  <a:cubicBezTo>
                    <a:pt x="24598" y="18678"/>
                    <a:pt x="24526" y="18440"/>
                    <a:pt x="24687" y="18388"/>
                  </a:cubicBezTo>
                  <a:cubicBezTo>
                    <a:pt x="24700" y="18384"/>
                    <a:pt x="24714" y="18378"/>
                    <a:pt x="24728" y="18374"/>
                  </a:cubicBezTo>
                  <a:cubicBezTo>
                    <a:pt x="24750" y="18363"/>
                    <a:pt x="24770" y="18359"/>
                    <a:pt x="24789" y="18359"/>
                  </a:cubicBezTo>
                  <a:close/>
                  <a:moveTo>
                    <a:pt x="21937" y="17571"/>
                  </a:moveTo>
                  <a:cubicBezTo>
                    <a:pt x="22024" y="17571"/>
                    <a:pt x="22113" y="17594"/>
                    <a:pt x="22201" y="17647"/>
                  </a:cubicBezTo>
                  <a:cubicBezTo>
                    <a:pt x="22775" y="17988"/>
                    <a:pt x="21817" y="18657"/>
                    <a:pt x="21470" y="18685"/>
                  </a:cubicBezTo>
                  <a:cubicBezTo>
                    <a:pt x="21468" y="18686"/>
                    <a:pt x="21465" y="18686"/>
                    <a:pt x="21463" y="18686"/>
                  </a:cubicBezTo>
                  <a:cubicBezTo>
                    <a:pt x="21370" y="18686"/>
                    <a:pt x="21333" y="18562"/>
                    <a:pt x="21406" y="18515"/>
                  </a:cubicBezTo>
                  <a:lnTo>
                    <a:pt x="21381" y="18473"/>
                  </a:lnTo>
                  <a:cubicBezTo>
                    <a:pt x="21371" y="18478"/>
                    <a:pt x="21360" y="18481"/>
                    <a:pt x="21348" y="18481"/>
                  </a:cubicBezTo>
                  <a:cubicBezTo>
                    <a:pt x="21318" y="18481"/>
                    <a:pt x="21289" y="18462"/>
                    <a:pt x="21280" y="18420"/>
                  </a:cubicBezTo>
                  <a:cubicBezTo>
                    <a:pt x="21217" y="18038"/>
                    <a:pt x="21549" y="17571"/>
                    <a:pt x="21937" y="17571"/>
                  </a:cubicBezTo>
                  <a:close/>
                  <a:moveTo>
                    <a:pt x="17456" y="18524"/>
                  </a:moveTo>
                  <a:cubicBezTo>
                    <a:pt x="17602" y="18524"/>
                    <a:pt x="17675" y="18767"/>
                    <a:pt x="17509" y="18824"/>
                  </a:cubicBezTo>
                  <a:cubicBezTo>
                    <a:pt x="17465" y="18839"/>
                    <a:pt x="17420" y="18854"/>
                    <a:pt x="17376" y="18870"/>
                  </a:cubicBezTo>
                  <a:cubicBezTo>
                    <a:pt x="17357" y="18876"/>
                    <a:pt x="17339" y="18879"/>
                    <a:pt x="17322" y="18879"/>
                  </a:cubicBezTo>
                  <a:cubicBezTo>
                    <a:pt x="17178" y="18879"/>
                    <a:pt x="17113" y="18663"/>
                    <a:pt x="17268" y="18593"/>
                  </a:cubicBezTo>
                  <a:cubicBezTo>
                    <a:pt x="17312" y="18575"/>
                    <a:pt x="17355" y="18557"/>
                    <a:pt x="17397" y="18537"/>
                  </a:cubicBezTo>
                  <a:cubicBezTo>
                    <a:pt x="17418" y="18528"/>
                    <a:pt x="17438" y="18524"/>
                    <a:pt x="17456" y="18524"/>
                  </a:cubicBezTo>
                  <a:close/>
                  <a:moveTo>
                    <a:pt x="15471" y="18675"/>
                  </a:moveTo>
                  <a:cubicBezTo>
                    <a:pt x="15542" y="18675"/>
                    <a:pt x="15596" y="18743"/>
                    <a:pt x="15582" y="18810"/>
                  </a:cubicBezTo>
                  <a:lnTo>
                    <a:pt x="15582" y="18812"/>
                  </a:lnTo>
                  <a:lnTo>
                    <a:pt x="15582" y="18834"/>
                  </a:lnTo>
                  <a:cubicBezTo>
                    <a:pt x="15630" y="18882"/>
                    <a:pt x="15616" y="18979"/>
                    <a:pt x="15527" y="18997"/>
                  </a:cubicBezTo>
                  <a:cubicBezTo>
                    <a:pt x="15519" y="18999"/>
                    <a:pt x="15511" y="19000"/>
                    <a:pt x="15503" y="19000"/>
                  </a:cubicBezTo>
                  <a:cubicBezTo>
                    <a:pt x="15480" y="19000"/>
                    <a:pt x="15456" y="18993"/>
                    <a:pt x="15436" y="18982"/>
                  </a:cubicBezTo>
                  <a:cubicBezTo>
                    <a:pt x="15416" y="18973"/>
                    <a:pt x="15405" y="18960"/>
                    <a:pt x="15391" y="18946"/>
                  </a:cubicBezTo>
                  <a:lnTo>
                    <a:pt x="15381" y="18938"/>
                  </a:lnTo>
                  <a:cubicBezTo>
                    <a:pt x="15310" y="18891"/>
                    <a:pt x="15300" y="18812"/>
                    <a:pt x="15344" y="18741"/>
                  </a:cubicBezTo>
                  <a:cubicBezTo>
                    <a:pt x="15367" y="18702"/>
                    <a:pt x="15416" y="18681"/>
                    <a:pt x="15459" y="18676"/>
                  </a:cubicBezTo>
                  <a:cubicBezTo>
                    <a:pt x="15463" y="18675"/>
                    <a:pt x="15467" y="18675"/>
                    <a:pt x="15471" y="18675"/>
                  </a:cubicBezTo>
                  <a:close/>
                  <a:moveTo>
                    <a:pt x="26805" y="18895"/>
                  </a:moveTo>
                  <a:cubicBezTo>
                    <a:pt x="26875" y="18895"/>
                    <a:pt x="26929" y="18946"/>
                    <a:pt x="26950" y="19010"/>
                  </a:cubicBezTo>
                  <a:cubicBezTo>
                    <a:pt x="26986" y="19092"/>
                    <a:pt x="26969" y="19193"/>
                    <a:pt x="26861" y="19228"/>
                  </a:cubicBezTo>
                  <a:cubicBezTo>
                    <a:pt x="26848" y="19234"/>
                    <a:pt x="26835" y="19240"/>
                    <a:pt x="26821" y="19245"/>
                  </a:cubicBezTo>
                  <a:cubicBezTo>
                    <a:pt x="26798" y="19256"/>
                    <a:pt x="26775" y="19261"/>
                    <a:pt x="26754" y="19261"/>
                  </a:cubicBezTo>
                  <a:cubicBezTo>
                    <a:pt x="26593" y="19261"/>
                    <a:pt x="26510" y="18986"/>
                    <a:pt x="26695" y="18925"/>
                  </a:cubicBezTo>
                  <a:cubicBezTo>
                    <a:pt x="26709" y="18919"/>
                    <a:pt x="26723" y="18916"/>
                    <a:pt x="26736" y="18911"/>
                  </a:cubicBezTo>
                  <a:cubicBezTo>
                    <a:pt x="26761" y="18900"/>
                    <a:pt x="26784" y="18895"/>
                    <a:pt x="26805" y="18895"/>
                  </a:cubicBezTo>
                  <a:close/>
                  <a:moveTo>
                    <a:pt x="23148" y="19119"/>
                  </a:moveTo>
                  <a:cubicBezTo>
                    <a:pt x="23187" y="19119"/>
                    <a:pt x="23226" y="19139"/>
                    <a:pt x="23244" y="19187"/>
                  </a:cubicBezTo>
                  <a:cubicBezTo>
                    <a:pt x="23279" y="19273"/>
                    <a:pt x="23207" y="19337"/>
                    <a:pt x="23136" y="19337"/>
                  </a:cubicBezTo>
                  <a:cubicBezTo>
                    <a:pt x="23096" y="19337"/>
                    <a:pt x="23057" y="19317"/>
                    <a:pt x="23038" y="19269"/>
                  </a:cubicBezTo>
                  <a:cubicBezTo>
                    <a:pt x="23004" y="19184"/>
                    <a:pt x="23077" y="19119"/>
                    <a:pt x="23148" y="19119"/>
                  </a:cubicBezTo>
                  <a:close/>
                  <a:moveTo>
                    <a:pt x="19205" y="19305"/>
                  </a:moveTo>
                  <a:cubicBezTo>
                    <a:pt x="19222" y="19305"/>
                    <a:pt x="19239" y="19306"/>
                    <a:pt x="19254" y="19308"/>
                  </a:cubicBezTo>
                  <a:cubicBezTo>
                    <a:pt x="19325" y="19313"/>
                    <a:pt x="19364" y="19414"/>
                    <a:pt x="19316" y="19468"/>
                  </a:cubicBezTo>
                  <a:cubicBezTo>
                    <a:pt x="19289" y="19493"/>
                    <a:pt x="19261" y="19526"/>
                    <a:pt x="19226" y="19540"/>
                  </a:cubicBezTo>
                  <a:cubicBezTo>
                    <a:pt x="19201" y="19550"/>
                    <a:pt x="19182" y="19546"/>
                    <a:pt x="19159" y="19548"/>
                  </a:cubicBezTo>
                  <a:cubicBezTo>
                    <a:pt x="19146" y="19550"/>
                    <a:pt x="19132" y="19556"/>
                    <a:pt x="19119" y="19557"/>
                  </a:cubicBezTo>
                  <a:cubicBezTo>
                    <a:pt x="19113" y="19558"/>
                    <a:pt x="19107" y="19559"/>
                    <a:pt x="19101" y="19559"/>
                  </a:cubicBezTo>
                  <a:cubicBezTo>
                    <a:pt x="19014" y="19559"/>
                    <a:pt x="18967" y="19422"/>
                    <a:pt x="19047" y="19376"/>
                  </a:cubicBezTo>
                  <a:cubicBezTo>
                    <a:pt x="19060" y="19369"/>
                    <a:pt x="19077" y="19361"/>
                    <a:pt x="19087" y="19352"/>
                  </a:cubicBezTo>
                  <a:cubicBezTo>
                    <a:pt x="19105" y="19340"/>
                    <a:pt x="19118" y="19323"/>
                    <a:pt x="19139" y="19315"/>
                  </a:cubicBezTo>
                  <a:cubicBezTo>
                    <a:pt x="19159" y="19307"/>
                    <a:pt x="19183" y="19305"/>
                    <a:pt x="19205" y="19305"/>
                  </a:cubicBezTo>
                  <a:close/>
                  <a:moveTo>
                    <a:pt x="29499" y="19328"/>
                  </a:moveTo>
                  <a:cubicBezTo>
                    <a:pt x="29543" y="19328"/>
                    <a:pt x="29576" y="19362"/>
                    <a:pt x="29590" y="19404"/>
                  </a:cubicBezTo>
                  <a:cubicBezTo>
                    <a:pt x="29614" y="19455"/>
                    <a:pt x="29604" y="19520"/>
                    <a:pt x="29534" y="19543"/>
                  </a:cubicBezTo>
                  <a:lnTo>
                    <a:pt x="29494" y="19561"/>
                  </a:lnTo>
                  <a:cubicBezTo>
                    <a:pt x="29478" y="19569"/>
                    <a:pt x="29463" y="19572"/>
                    <a:pt x="29449" y="19572"/>
                  </a:cubicBezTo>
                  <a:cubicBezTo>
                    <a:pt x="29344" y="19572"/>
                    <a:pt x="29288" y="19388"/>
                    <a:pt x="29412" y="19350"/>
                  </a:cubicBezTo>
                  <a:lnTo>
                    <a:pt x="29451" y="19340"/>
                  </a:lnTo>
                  <a:cubicBezTo>
                    <a:pt x="29468" y="19332"/>
                    <a:pt x="29484" y="19328"/>
                    <a:pt x="29499" y="19328"/>
                  </a:cubicBezTo>
                  <a:close/>
                  <a:moveTo>
                    <a:pt x="21683" y="19336"/>
                  </a:moveTo>
                  <a:cubicBezTo>
                    <a:pt x="21744" y="19336"/>
                    <a:pt x="21804" y="19367"/>
                    <a:pt x="21833" y="19441"/>
                  </a:cubicBezTo>
                  <a:cubicBezTo>
                    <a:pt x="21884" y="19572"/>
                    <a:pt x="21773" y="19669"/>
                    <a:pt x="21666" y="19669"/>
                  </a:cubicBezTo>
                  <a:cubicBezTo>
                    <a:pt x="21605" y="19669"/>
                    <a:pt x="21545" y="19638"/>
                    <a:pt x="21516" y="19564"/>
                  </a:cubicBezTo>
                  <a:cubicBezTo>
                    <a:pt x="21464" y="19433"/>
                    <a:pt x="21575" y="19336"/>
                    <a:pt x="21683" y="19336"/>
                  </a:cubicBezTo>
                  <a:close/>
                  <a:moveTo>
                    <a:pt x="20049" y="18233"/>
                  </a:moveTo>
                  <a:cubicBezTo>
                    <a:pt x="20069" y="18233"/>
                    <a:pt x="20089" y="18240"/>
                    <a:pt x="20104" y="18250"/>
                  </a:cubicBezTo>
                  <a:cubicBezTo>
                    <a:pt x="20159" y="18287"/>
                    <a:pt x="20181" y="18337"/>
                    <a:pt x="20147" y="18395"/>
                  </a:cubicBezTo>
                  <a:cubicBezTo>
                    <a:pt x="20137" y="18413"/>
                    <a:pt x="20120" y="18421"/>
                    <a:pt x="20104" y="18421"/>
                  </a:cubicBezTo>
                  <a:cubicBezTo>
                    <a:pt x="20097" y="18421"/>
                    <a:pt x="20089" y="18419"/>
                    <a:pt x="20083" y="18416"/>
                  </a:cubicBezTo>
                  <a:lnTo>
                    <a:pt x="20083" y="18416"/>
                  </a:lnTo>
                  <a:cubicBezTo>
                    <a:pt x="20096" y="18450"/>
                    <a:pt x="20096" y="18487"/>
                    <a:pt x="20081" y="18525"/>
                  </a:cubicBezTo>
                  <a:lnTo>
                    <a:pt x="20081" y="18582"/>
                  </a:lnTo>
                  <a:lnTo>
                    <a:pt x="20117" y="18582"/>
                  </a:lnTo>
                  <a:cubicBezTo>
                    <a:pt x="20117" y="18547"/>
                    <a:pt x="20137" y="18513"/>
                    <a:pt x="20182" y="18508"/>
                  </a:cubicBezTo>
                  <a:cubicBezTo>
                    <a:pt x="20193" y="18508"/>
                    <a:pt x="20203" y="18507"/>
                    <a:pt x="20213" y="18507"/>
                  </a:cubicBezTo>
                  <a:cubicBezTo>
                    <a:pt x="20511" y="18507"/>
                    <a:pt x="20673" y="18839"/>
                    <a:pt x="20701" y="19102"/>
                  </a:cubicBezTo>
                  <a:cubicBezTo>
                    <a:pt x="20722" y="19313"/>
                    <a:pt x="20740" y="19745"/>
                    <a:pt x="20451" y="19775"/>
                  </a:cubicBezTo>
                  <a:cubicBezTo>
                    <a:pt x="20441" y="19776"/>
                    <a:pt x="20430" y="19777"/>
                    <a:pt x="20420" y="19777"/>
                  </a:cubicBezTo>
                  <a:cubicBezTo>
                    <a:pt x="20148" y="19777"/>
                    <a:pt x="20014" y="19407"/>
                    <a:pt x="19958" y="19200"/>
                  </a:cubicBezTo>
                  <a:cubicBezTo>
                    <a:pt x="19893" y="18955"/>
                    <a:pt x="19788" y="18449"/>
                    <a:pt x="20006" y="18249"/>
                  </a:cubicBezTo>
                  <a:cubicBezTo>
                    <a:pt x="20018" y="18238"/>
                    <a:pt x="20034" y="18233"/>
                    <a:pt x="20049" y="18233"/>
                  </a:cubicBezTo>
                  <a:close/>
                  <a:moveTo>
                    <a:pt x="24972" y="19786"/>
                  </a:moveTo>
                  <a:cubicBezTo>
                    <a:pt x="25031" y="19786"/>
                    <a:pt x="25074" y="19831"/>
                    <a:pt x="25091" y="19887"/>
                  </a:cubicBezTo>
                  <a:cubicBezTo>
                    <a:pt x="25126" y="19957"/>
                    <a:pt x="25112" y="20044"/>
                    <a:pt x="25016" y="20071"/>
                  </a:cubicBezTo>
                  <a:lnTo>
                    <a:pt x="24979" y="20093"/>
                  </a:lnTo>
                  <a:cubicBezTo>
                    <a:pt x="24958" y="20103"/>
                    <a:pt x="24938" y="20108"/>
                    <a:pt x="24919" y="20108"/>
                  </a:cubicBezTo>
                  <a:cubicBezTo>
                    <a:pt x="24783" y="20108"/>
                    <a:pt x="24708" y="19859"/>
                    <a:pt x="24871" y="19815"/>
                  </a:cubicBezTo>
                  <a:lnTo>
                    <a:pt x="24910" y="19802"/>
                  </a:lnTo>
                  <a:cubicBezTo>
                    <a:pt x="24932" y="19791"/>
                    <a:pt x="24953" y="19786"/>
                    <a:pt x="24972" y="19786"/>
                  </a:cubicBezTo>
                  <a:close/>
                  <a:moveTo>
                    <a:pt x="23401" y="20307"/>
                  </a:moveTo>
                  <a:cubicBezTo>
                    <a:pt x="23467" y="20307"/>
                    <a:pt x="23531" y="20357"/>
                    <a:pt x="23556" y="20414"/>
                  </a:cubicBezTo>
                  <a:cubicBezTo>
                    <a:pt x="23589" y="20491"/>
                    <a:pt x="23546" y="20604"/>
                    <a:pt x="23463" y="20627"/>
                  </a:cubicBezTo>
                  <a:lnTo>
                    <a:pt x="23398" y="20645"/>
                  </a:lnTo>
                  <a:cubicBezTo>
                    <a:pt x="23378" y="20650"/>
                    <a:pt x="23360" y="20653"/>
                    <a:pt x="23341" y="20653"/>
                  </a:cubicBezTo>
                  <a:cubicBezTo>
                    <a:pt x="23278" y="20653"/>
                    <a:pt x="23222" y="20622"/>
                    <a:pt x="23193" y="20556"/>
                  </a:cubicBezTo>
                  <a:cubicBezTo>
                    <a:pt x="23157" y="20474"/>
                    <a:pt x="23209" y="20390"/>
                    <a:pt x="23283" y="20353"/>
                  </a:cubicBezTo>
                  <a:lnTo>
                    <a:pt x="23344" y="20321"/>
                  </a:lnTo>
                  <a:cubicBezTo>
                    <a:pt x="23362" y="20311"/>
                    <a:pt x="23381" y="20307"/>
                    <a:pt x="23401" y="20307"/>
                  </a:cubicBezTo>
                  <a:close/>
                  <a:moveTo>
                    <a:pt x="22045" y="20888"/>
                  </a:moveTo>
                  <a:cubicBezTo>
                    <a:pt x="22089" y="20888"/>
                    <a:pt x="22132" y="20911"/>
                    <a:pt x="22153" y="20964"/>
                  </a:cubicBezTo>
                  <a:cubicBezTo>
                    <a:pt x="22191" y="21059"/>
                    <a:pt x="22110" y="21131"/>
                    <a:pt x="22032" y="21131"/>
                  </a:cubicBezTo>
                  <a:cubicBezTo>
                    <a:pt x="21988" y="21131"/>
                    <a:pt x="21945" y="21108"/>
                    <a:pt x="21924" y="21055"/>
                  </a:cubicBezTo>
                  <a:cubicBezTo>
                    <a:pt x="21886" y="20960"/>
                    <a:pt x="21967" y="20888"/>
                    <a:pt x="22045" y="20888"/>
                  </a:cubicBezTo>
                  <a:close/>
                  <a:moveTo>
                    <a:pt x="32352" y="20984"/>
                  </a:moveTo>
                  <a:cubicBezTo>
                    <a:pt x="32393" y="20984"/>
                    <a:pt x="32433" y="21004"/>
                    <a:pt x="32453" y="21053"/>
                  </a:cubicBezTo>
                  <a:cubicBezTo>
                    <a:pt x="32487" y="21143"/>
                    <a:pt x="32411" y="21211"/>
                    <a:pt x="32337" y="21211"/>
                  </a:cubicBezTo>
                  <a:cubicBezTo>
                    <a:pt x="32296" y="21211"/>
                    <a:pt x="32256" y="21190"/>
                    <a:pt x="32236" y="21140"/>
                  </a:cubicBezTo>
                  <a:cubicBezTo>
                    <a:pt x="32201" y="21051"/>
                    <a:pt x="32277" y="20984"/>
                    <a:pt x="32352" y="20984"/>
                  </a:cubicBezTo>
                  <a:close/>
                  <a:moveTo>
                    <a:pt x="29679" y="21073"/>
                  </a:moveTo>
                  <a:cubicBezTo>
                    <a:pt x="29714" y="21073"/>
                    <a:pt x="29749" y="21090"/>
                    <a:pt x="29766" y="21133"/>
                  </a:cubicBezTo>
                  <a:cubicBezTo>
                    <a:pt x="29796" y="21208"/>
                    <a:pt x="29731" y="21266"/>
                    <a:pt x="29668" y="21266"/>
                  </a:cubicBezTo>
                  <a:cubicBezTo>
                    <a:pt x="29634" y="21266"/>
                    <a:pt x="29599" y="21248"/>
                    <a:pt x="29583" y="21205"/>
                  </a:cubicBezTo>
                  <a:cubicBezTo>
                    <a:pt x="29552" y="21129"/>
                    <a:pt x="29617" y="21073"/>
                    <a:pt x="29679" y="21073"/>
                  </a:cubicBezTo>
                  <a:close/>
                  <a:moveTo>
                    <a:pt x="30895" y="20710"/>
                  </a:moveTo>
                  <a:cubicBezTo>
                    <a:pt x="30976" y="20710"/>
                    <a:pt x="31056" y="20718"/>
                    <a:pt x="31131" y="20728"/>
                  </a:cubicBezTo>
                  <a:cubicBezTo>
                    <a:pt x="31218" y="20740"/>
                    <a:pt x="31195" y="20861"/>
                    <a:pt x="31114" y="20861"/>
                  </a:cubicBezTo>
                  <a:cubicBezTo>
                    <a:pt x="31113" y="20861"/>
                    <a:pt x="31113" y="20861"/>
                    <a:pt x="31112" y="20861"/>
                  </a:cubicBezTo>
                  <a:lnTo>
                    <a:pt x="31112" y="20861"/>
                  </a:lnTo>
                  <a:cubicBezTo>
                    <a:pt x="31134" y="21069"/>
                    <a:pt x="31053" y="21327"/>
                    <a:pt x="30881" y="21453"/>
                  </a:cubicBezTo>
                  <a:cubicBezTo>
                    <a:pt x="30810" y="21505"/>
                    <a:pt x="30722" y="21533"/>
                    <a:pt x="30637" y="21533"/>
                  </a:cubicBezTo>
                  <a:cubicBezTo>
                    <a:pt x="30535" y="21533"/>
                    <a:pt x="30436" y="21493"/>
                    <a:pt x="30370" y="21405"/>
                  </a:cubicBezTo>
                  <a:cubicBezTo>
                    <a:pt x="30252" y="21246"/>
                    <a:pt x="30297" y="21015"/>
                    <a:pt x="30426" y="20879"/>
                  </a:cubicBezTo>
                  <a:cubicBezTo>
                    <a:pt x="30545" y="20746"/>
                    <a:pt x="30720" y="20710"/>
                    <a:pt x="30895" y="20710"/>
                  </a:cubicBezTo>
                  <a:close/>
                  <a:moveTo>
                    <a:pt x="23806" y="21111"/>
                  </a:moveTo>
                  <a:cubicBezTo>
                    <a:pt x="23810" y="21111"/>
                    <a:pt x="23813" y="21111"/>
                    <a:pt x="23817" y="21112"/>
                  </a:cubicBezTo>
                  <a:cubicBezTo>
                    <a:pt x="24336" y="21129"/>
                    <a:pt x="24752" y="21582"/>
                    <a:pt x="24717" y="22101"/>
                  </a:cubicBezTo>
                  <a:cubicBezTo>
                    <a:pt x="24714" y="22139"/>
                    <a:pt x="24686" y="22157"/>
                    <a:pt x="24656" y="22157"/>
                  </a:cubicBezTo>
                  <a:cubicBezTo>
                    <a:pt x="24623" y="22157"/>
                    <a:pt x="24589" y="22136"/>
                    <a:pt x="24584" y="22098"/>
                  </a:cubicBezTo>
                  <a:cubicBezTo>
                    <a:pt x="24582" y="22084"/>
                    <a:pt x="24581" y="22070"/>
                    <a:pt x="24579" y="22051"/>
                  </a:cubicBezTo>
                  <a:cubicBezTo>
                    <a:pt x="24486" y="22133"/>
                    <a:pt x="24367" y="22174"/>
                    <a:pt x="24246" y="22174"/>
                  </a:cubicBezTo>
                  <a:cubicBezTo>
                    <a:pt x="24139" y="22174"/>
                    <a:pt x="24030" y="22142"/>
                    <a:pt x="23936" y="22079"/>
                  </a:cubicBezTo>
                  <a:cubicBezTo>
                    <a:pt x="23651" y="21891"/>
                    <a:pt x="23616" y="21511"/>
                    <a:pt x="23684" y="21207"/>
                  </a:cubicBezTo>
                  <a:cubicBezTo>
                    <a:pt x="23697" y="21145"/>
                    <a:pt x="23745" y="21111"/>
                    <a:pt x="23806" y="21111"/>
                  </a:cubicBezTo>
                  <a:close/>
                  <a:moveTo>
                    <a:pt x="23566" y="22082"/>
                  </a:moveTo>
                  <a:cubicBezTo>
                    <a:pt x="23613" y="22082"/>
                    <a:pt x="23660" y="22107"/>
                    <a:pt x="23682" y="22164"/>
                  </a:cubicBezTo>
                  <a:cubicBezTo>
                    <a:pt x="23723" y="22267"/>
                    <a:pt x="23636" y="22344"/>
                    <a:pt x="23551" y="22344"/>
                  </a:cubicBezTo>
                  <a:cubicBezTo>
                    <a:pt x="23503" y="22344"/>
                    <a:pt x="23457" y="22320"/>
                    <a:pt x="23434" y="22262"/>
                  </a:cubicBezTo>
                  <a:cubicBezTo>
                    <a:pt x="23394" y="22159"/>
                    <a:pt x="23481" y="22082"/>
                    <a:pt x="23566" y="22082"/>
                  </a:cubicBezTo>
                  <a:close/>
                  <a:moveTo>
                    <a:pt x="32866" y="22102"/>
                  </a:moveTo>
                  <a:cubicBezTo>
                    <a:pt x="32921" y="22102"/>
                    <a:pt x="32977" y="22142"/>
                    <a:pt x="32997" y="22191"/>
                  </a:cubicBezTo>
                  <a:cubicBezTo>
                    <a:pt x="33023" y="22257"/>
                    <a:pt x="32991" y="22352"/>
                    <a:pt x="32919" y="22370"/>
                  </a:cubicBezTo>
                  <a:lnTo>
                    <a:pt x="32851" y="22390"/>
                  </a:lnTo>
                  <a:cubicBezTo>
                    <a:pt x="32835" y="22395"/>
                    <a:pt x="32820" y="22397"/>
                    <a:pt x="32805" y="22397"/>
                  </a:cubicBezTo>
                  <a:cubicBezTo>
                    <a:pt x="32674" y="22397"/>
                    <a:pt x="32618" y="22214"/>
                    <a:pt x="32756" y="22146"/>
                  </a:cubicBezTo>
                  <a:lnTo>
                    <a:pt x="32817" y="22113"/>
                  </a:lnTo>
                  <a:cubicBezTo>
                    <a:pt x="32833" y="22106"/>
                    <a:pt x="32849" y="22102"/>
                    <a:pt x="32866" y="22102"/>
                  </a:cubicBezTo>
                  <a:close/>
                  <a:moveTo>
                    <a:pt x="31422" y="22269"/>
                  </a:moveTo>
                  <a:cubicBezTo>
                    <a:pt x="31455" y="22269"/>
                    <a:pt x="31488" y="22286"/>
                    <a:pt x="31503" y="22326"/>
                  </a:cubicBezTo>
                  <a:cubicBezTo>
                    <a:pt x="31532" y="22399"/>
                    <a:pt x="31469" y="22453"/>
                    <a:pt x="31410" y="22453"/>
                  </a:cubicBezTo>
                  <a:cubicBezTo>
                    <a:pt x="31376" y="22453"/>
                    <a:pt x="31343" y="22436"/>
                    <a:pt x="31328" y="22395"/>
                  </a:cubicBezTo>
                  <a:cubicBezTo>
                    <a:pt x="31299" y="22324"/>
                    <a:pt x="31362" y="22269"/>
                    <a:pt x="31422" y="22269"/>
                  </a:cubicBezTo>
                  <a:close/>
                  <a:moveTo>
                    <a:pt x="34614" y="22165"/>
                  </a:moveTo>
                  <a:cubicBezTo>
                    <a:pt x="34670" y="22165"/>
                    <a:pt x="34727" y="22205"/>
                    <a:pt x="34747" y="22255"/>
                  </a:cubicBezTo>
                  <a:cubicBezTo>
                    <a:pt x="34771" y="22320"/>
                    <a:pt x="34740" y="22415"/>
                    <a:pt x="34669" y="22437"/>
                  </a:cubicBezTo>
                  <a:lnTo>
                    <a:pt x="34601" y="22455"/>
                  </a:lnTo>
                  <a:cubicBezTo>
                    <a:pt x="34585" y="22460"/>
                    <a:pt x="34570" y="22462"/>
                    <a:pt x="34556" y="22462"/>
                  </a:cubicBezTo>
                  <a:cubicBezTo>
                    <a:pt x="34423" y="22462"/>
                    <a:pt x="34367" y="22276"/>
                    <a:pt x="34503" y="22207"/>
                  </a:cubicBezTo>
                  <a:lnTo>
                    <a:pt x="34567" y="22176"/>
                  </a:lnTo>
                  <a:cubicBezTo>
                    <a:pt x="34582" y="22168"/>
                    <a:pt x="34598" y="22165"/>
                    <a:pt x="34614" y="22165"/>
                  </a:cubicBezTo>
                  <a:close/>
                  <a:moveTo>
                    <a:pt x="25002" y="22509"/>
                  </a:moveTo>
                  <a:cubicBezTo>
                    <a:pt x="25044" y="22509"/>
                    <a:pt x="25085" y="22530"/>
                    <a:pt x="25105" y="22581"/>
                  </a:cubicBezTo>
                  <a:cubicBezTo>
                    <a:pt x="25141" y="22673"/>
                    <a:pt x="25064" y="22740"/>
                    <a:pt x="24989" y="22740"/>
                  </a:cubicBezTo>
                  <a:cubicBezTo>
                    <a:pt x="24947" y="22740"/>
                    <a:pt x="24905" y="22719"/>
                    <a:pt x="24885" y="22668"/>
                  </a:cubicBezTo>
                  <a:cubicBezTo>
                    <a:pt x="24850" y="22577"/>
                    <a:pt x="24927" y="22509"/>
                    <a:pt x="25002" y="22509"/>
                  </a:cubicBezTo>
                  <a:close/>
                  <a:moveTo>
                    <a:pt x="30083" y="22844"/>
                  </a:moveTo>
                  <a:cubicBezTo>
                    <a:pt x="30125" y="22844"/>
                    <a:pt x="30166" y="22865"/>
                    <a:pt x="30185" y="22916"/>
                  </a:cubicBezTo>
                  <a:cubicBezTo>
                    <a:pt x="30222" y="23008"/>
                    <a:pt x="30144" y="23076"/>
                    <a:pt x="30069" y="23076"/>
                  </a:cubicBezTo>
                  <a:cubicBezTo>
                    <a:pt x="30027" y="23076"/>
                    <a:pt x="29985" y="23054"/>
                    <a:pt x="29966" y="23003"/>
                  </a:cubicBezTo>
                  <a:cubicBezTo>
                    <a:pt x="29929" y="22912"/>
                    <a:pt x="30008" y="22844"/>
                    <a:pt x="30083" y="22844"/>
                  </a:cubicBezTo>
                  <a:close/>
                  <a:moveTo>
                    <a:pt x="36736" y="23385"/>
                  </a:moveTo>
                  <a:cubicBezTo>
                    <a:pt x="36751" y="23385"/>
                    <a:pt x="36767" y="23387"/>
                    <a:pt x="36784" y="23393"/>
                  </a:cubicBezTo>
                  <a:cubicBezTo>
                    <a:pt x="36813" y="23403"/>
                    <a:pt x="36843" y="23414"/>
                    <a:pt x="36876" y="23424"/>
                  </a:cubicBezTo>
                  <a:cubicBezTo>
                    <a:pt x="37013" y="23472"/>
                    <a:pt x="36947" y="23673"/>
                    <a:pt x="36830" y="23673"/>
                  </a:cubicBezTo>
                  <a:cubicBezTo>
                    <a:pt x="36813" y="23673"/>
                    <a:pt x="36794" y="23668"/>
                    <a:pt x="36775" y="23658"/>
                  </a:cubicBezTo>
                  <a:cubicBezTo>
                    <a:pt x="36745" y="23643"/>
                    <a:pt x="36714" y="23628"/>
                    <a:pt x="36686" y="23613"/>
                  </a:cubicBezTo>
                  <a:cubicBezTo>
                    <a:pt x="36565" y="23550"/>
                    <a:pt x="36619" y="23385"/>
                    <a:pt x="36736" y="23385"/>
                  </a:cubicBezTo>
                  <a:close/>
                  <a:moveTo>
                    <a:pt x="35272" y="23020"/>
                  </a:moveTo>
                  <a:cubicBezTo>
                    <a:pt x="35284" y="23020"/>
                    <a:pt x="35297" y="23025"/>
                    <a:pt x="35307" y="23035"/>
                  </a:cubicBezTo>
                  <a:cubicBezTo>
                    <a:pt x="35446" y="23176"/>
                    <a:pt x="35500" y="23460"/>
                    <a:pt x="35511" y="23655"/>
                  </a:cubicBezTo>
                  <a:cubicBezTo>
                    <a:pt x="35521" y="23804"/>
                    <a:pt x="35453" y="23936"/>
                    <a:pt x="35297" y="23967"/>
                  </a:cubicBezTo>
                  <a:cubicBezTo>
                    <a:pt x="35277" y="23971"/>
                    <a:pt x="35257" y="23972"/>
                    <a:pt x="35237" y="23972"/>
                  </a:cubicBezTo>
                  <a:cubicBezTo>
                    <a:pt x="35112" y="23972"/>
                    <a:pt x="34988" y="23905"/>
                    <a:pt x="34924" y="23800"/>
                  </a:cubicBezTo>
                  <a:cubicBezTo>
                    <a:pt x="34818" y="23621"/>
                    <a:pt x="34869" y="23400"/>
                    <a:pt x="34921" y="23213"/>
                  </a:cubicBezTo>
                  <a:cubicBezTo>
                    <a:pt x="34933" y="23171"/>
                    <a:pt x="34970" y="23152"/>
                    <a:pt x="35004" y="23152"/>
                  </a:cubicBezTo>
                  <a:cubicBezTo>
                    <a:pt x="35049" y="23152"/>
                    <a:pt x="35090" y="23183"/>
                    <a:pt x="35076" y="23239"/>
                  </a:cubicBezTo>
                  <a:cubicBezTo>
                    <a:pt x="35046" y="23359"/>
                    <a:pt x="35009" y="23492"/>
                    <a:pt x="35035" y="23616"/>
                  </a:cubicBezTo>
                  <a:cubicBezTo>
                    <a:pt x="35054" y="23704"/>
                    <a:pt x="35130" y="23801"/>
                    <a:pt x="35230" y="23801"/>
                  </a:cubicBezTo>
                  <a:cubicBezTo>
                    <a:pt x="35241" y="23801"/>
                    <a:pt x="35253" y="23800"/>
                    <a:pt x="35264" y="23797"/>
                  </a:cubicBezTo>
                  <a:cubicBezTo>
                    <a:pt x="35493" y="23745"/>
                    <a:pt x="35218" y="23230"/>
                    <a:pt x="35205" y="23091"/>
                  </a:cubicBezTo>
                  <a:cubicBezTo>
                    <a:pt x="35203" y="23055"/>
                    <a:pt x="35238" y="23020"/>
                    <a:pt x="35272" y="23020"/>
                  </a:cubicBezTo>
                  <a:close/>
                  <a:moveTo>
                    <a:pt x="30830" y="23826"/>
                  </a:moveTo>
                  <a:cubicBezTo>
                    <a:pt x="30902" y="23826"/>
                    <a:pt x="30970" y="23892"/>
                    <a:pt x="30939" y="23984"/>
                  </a:cubicBezTo>
                  <a:cubicBezTo>
                    <a:pt x="30931" y="24017"/>
                    <a:pt x="30922" y="24048"/>
                    <a:pt x="30905" y="24078"/>
                  </a:cubicBezTo>
                  <a:cubicBezTo>
                    <a:pt x="30879" y="24127"/>
                    <a:pt x="30837" y="24147"/>
                    <a:pt x="30796" y="24147"/>
                  </a:cubicBezTo>
                  <a:cubicBezTo>
                    <a:pt x="30721" y="24147"/>
                    <a:pt x="30649" y="24077"/>
                    <a:pt x="30681" y="23978"/>
                  </a:cubicBezTo>
                  <a:cubicBezTo>
                    <a:pt x="30691" y="23949"/>
                    <a:pt x="30711" y="23920"/>
                    <a:pt x="30727" y="23891"/>
                  </a:cubicBezTo>
                  <a:cubicBezTo>
                    <a:pt x="30752" y="23845"/>
                    <a:pt x="30792" y="23826"/>
                    <a:pt x="30830" y="23826"/>
                  </a:cubicBezTo>
                  <a:close/>
                  <a:moveTo>
                    <a:pt x="37784" y="24346"/>
                  </a:moveTo>
                  <a:cubicBezTo>
                    <a:pt x="37820" y="24346"/>
                    <a:pt x="37855" y="24364"/>
                    <a:pt x="37872" y="24408"/>
                  </a:cubicBezTo>
                  <a:cubicBezTo>
                    <a:pt x="37902" y="24485"/>
                    <a:pt x="37837" y="24542"/>
                    <a:pt x="37774" y="24542"/>
                  </a:cubicBezTo>
                  <a:cubicBezTo>
                    <a:pt x="37738" y="24542"/>
                    <a:pt x="37702" y="24524"/>
                    <a:pt x="37685" y="24480"/>
                  </a:cubicBezTo>
                  <a:cubicBezTo>
                    <a:pt x="37654" y="24403"/>
                    <a:pt x="37720" y="24346"/>
                    <a:pt x="37784" y="24346"/>
                  </a:cubicBezTo>
                  <a:close/>
                  <a:moveTo>
                    <a:pt x="27342" y="19663"/>
                  </a:moveTo>
                  <a:cubicBezTo>
                    <a:pt x="27534" y="19663"/>
                    <a:pt x="27729" y="19711"/>
                    <a:pt x="27920" y="19819"/>
                  </a:cubicBezTo>
                  <a:cubicBezTo>
                    <a:pt x="27937" y="19810"/>
                    <a:pt x="27956" y="19804"/>
                    <a:pt x="27976" y="19804"/>
                  </a:cubicBezTo>
                  <a:cubicBezTo>
                    <a:pt x="27987" y="19804"/>
                    <a:pt x="27998" y="19805"/>
                    <a:pt x="28009" y="19809"/>
                  </a:cubicBezTo>
                  <a:cubicBezTo>
                    <a:pt x="28598" y="20002"/>
                    <a:pt x="28576" y="20545"/>
                    <a:pt x="28430" y="21027"/>
                  </a:cubicBezTo>
                  <a:cubicBezTo>
                    <a:pt x="28335" y="21341"/>
                    <a:pt x="28271" y="21596"/>
                    <a:pt x="28549" y="21827"/>
                  </a:cubicBezTo>
                  <a:cubicBezTo>
                    <a:pt x="28698" y="21952"/>
                    <a:pt x="28869" y="22041"/>
                    <a:pt x="29001" y="22186"/>
                  </a:cubicBezTo>
                  <a:cubicBezTo>
                    <a:pt x="29196" y="22403"/>
                    <a:pt x="29315" y="22706"/>
                    <a:pt x="29388" y="22985"/>
                  </a:cubicBezTo>
                  <a:cubicBezTo>
                    <a:pt x="29628" y="23919"/>
                    <a:pt x="28607" y="24601"/>
                    <a:pt x="27723" y="24601"/>
                  </a:cubicBezTo>
                  <a:cubicBezTo>
                    <a:pt x="27547" y="24601"/>
                    <a:pt x="27377" y="24574"/>
                    <a:pt x="27224" y="24517"/>
                  </a:cubicBezTo>
                  <a:cubicBezTo>
                    <a:pt x="25991" y="24062"/>
                    <a:pt x="25440" y="22340"/>
                    <a:pt x="25707" y="21144"/>
                  </a:cubicBezTo>
                  <a:cubicBezTo>
                    <a:pt x="25871" y="20407"/>
                    <a:pt x="26584" y="19663"/>
                    <a:pt x="27342" y="19663"/>
                  </a:cubicBezTo>
                  <a:close/>
                  <a:moveTo>
                    <a:pt x="25863" y="24317"/>
                  </a:moveTo>
                  <a:cubicBezTo>
                    <a:pt x="25881" y="24317"/>
                    <a:pt x="25900" y="24321"/>
                    <a:pt x="25920" y="24328"/>
                  </a:cubicBezTo>
                  <a:cubicBezTo>
                    <a:pt x="25951" y="24340"/>
                    <a:pt x="25982" y="24351"/>
                    <a:pt x="26012" y="24364"/>
                  </a:cubicBezTo>
                  <a:cubicBezTo>
                    <a:pt x="26086" y="24392"/>
                    <a:pt x="26118" y="24487"/>
                    <a:pt x="26089" y="24558"/>
                  </a:cubicBezTo>
                  <a:cubicBezTo>
                    <a:pt x="26065" y="24611"/>
                    <a:pt x="26008" y="24647"/>
                    <a:pt x="25950" y="24647"/>
                  </a:cubicBezTo>
                  <a:cubicBezTo>
                    <a:pt x="25931" y="24647"/>
                    <a:pt x="25912" y="24643"/>
                    <a:pt x="25894" y="24635"/>
                  </a:cubicBezTo>
                  <a:cubicBezTo>
                    <a:pt x="25865" y="24620"/>
                    <a:pt x="25836" y="24605"/>
                    <a:pt x="25805" y="24591"/>
                  </a:cubicBezTo>
                  <a:cubicBezTo>
                    <a:pt x="25659" y="24518"/>
                    <a:pt x="25727" y="24317"/>
                    <a:pt x="25863" y="24317"/>
                  </a:cubicBezTo>
                  <a:close/>
                  <a:moveTo>
                    <a:pt x="36046" y="24488"/>
                  </a:moveTo>
                  <a:cubicBezTo>
                    <a:pt x="36086" y="24488"/>
                    <a:pt x="36125" y="24508"/>
                    <a:pt x="36144" y="24557"/>
                  </a:cubicBezTo>
                  <a:cubicBezTo>
                    <a:pt x="36178" y="24645"/>
                    <a:pt x="36104" y="24710"/>
                    <a:pt x="36033" y="24710"/>
                  </a:cubicBezTo>
                  <a:cubicBezTo>
                    <a:pt x="35992" y="24710"/>
                    <a:pt x="35953" y="24689"/>
                    <a:pt x="35933" y="24640"/>
                  </a:cubicBezTo>
                  <a:cubicBezTo>
                    <a:pt x="35900" y="24554"/>
                    <a:pt x="35974" y="24488"/>
                    <a:pt x="36046" y="24488"/>
                  </a:cubicBezTo>
                  <a:close/>
                  <a:moveTo>
                    <a:pt x="37115" y="24715"/>
                  </a:moveTo>
                  <a:cubicBezTo>
                    <a:pt x="37132" y="24715"/>
                    <a:pt x="37151" y="24718"/>
                    <a:pt x="37170" y="24725"/>
                  </a:cubicBezTo>
                  <a:cubicBezTo>
                    <a:pt x="37202" y="24737"/>
                    <a:pt x="37231" y="24748"/>
                    <a:pt x="37263" y="24761"/>
                  </a:cubicBezTo>
                  <a:cubicBezTo>
                    <a:pt x="37338" y="24789"/>
                    <a:pt x="37370" y="24884"/>
                    <a:pt x="37338" y="24953"/>
                  </a:cubicBezTo>
                  <a:cubicBezTo>
                    <a:pt x="37315" y="25004"/>
                    <a:pt x="37259" y="25040"/>
                    <a:pt x="37202" y="25040"/>
                  </a:cubicBezTo>
                  <a:cubicBezTo>
                    <a:pt x="37183" y="25040"/>
                    <a:pt x="37164" y="25036"/>
                    <a:pt x="37146" y="25027"/>
                  </a:cubicBezTo>
                  <a:cubicBezTo>
                    <a:pt x="37117" y="25011"/>
                    <a:pt x="37087" y="24997"/>
                    <a:pt x="37057" y="24983"/>
                  </a:cubicBezTo>
                  <a:cubicBezTo>
                    <a:pt x="36914" y="24912"/>
                    <a:pt x="36980" y="24715"/>
                    <a:pt x="37115" y="24715"/>
                  </a:cubicBezTo>
                  <a:close/>
                  <a:moveTo>
                    <a:pt x="39749" y="25137"/>
                  </a:moveTo>
                  <a:cubicBezTo>
                    <a:pt x="39789" y="25137"/>
                    <a:pt x="39829" y="25157"/>
                    <a:pt x="39849" y="25207"/>
                  </a:cubicBezTo>
                  <a:cubicBezTo>
                    <a:pt x="39882" y="25294"/>
                    <a:pt x="39807" y="25360"/>
                    <a:pt x="39735" y="25360"/>
                  </a:cubicBezTo>
                  <a:cubicBezTo>
                    <a:pt x="39695" y="25360"/>
                    <a:pt x="39655" y="25339"/>
                    <a:pt x="39636" y="25289"/>
                  </a:cubicBezTo>
                  <a:cubicBezTo>
                    <a:pt x="39602" y="25202"/>
                    <a:pt x="39676" y="25137"/>
                    <a:pt x="39749" y="25137"/>
                  </a:cubicBezTo>
                  <a:close/>
                  <a:moveTo>
                    <a:pt x="28029" y="25439"/>
                  </a:moveTo>
                  <a:cubicBezTo>
                    <a:pt x="28074" y="25439"/>
                    <a:pt x="28118" y="25462"/>
                    <a:pt x="28139" y="25516"/>
                  </a:cubicBezTo>
                  <a:cubicBezTo>
                    <a:pt x="28178" y="25615"/>
                    <a:pt x="28094" y="25688"/>
                    <a:pt x="28014" y="25688"/>
                  </a:cubicBezTo>
                  <a:cubicBezTo>
                    <a:pt x="27968" y="25688"/>
                    <a:pt x="27924" y="25665"/>
                    <a:pt x="27903" y="25611"/>
                  </a:cubicBezTo>
                  <a:cubicBezTo>
                    <a:pt x="27863" y="25513"/>
                    <a:pt x="27948" y="25439"/>
                    <a:pt x="28029" y="25439"/>
                  </a:cubicBezTo>
                  <a:close/>
                  <a:moveTo>
                    <a:pt x="35635" y="25573"/>
                  </a:moveTo>
                  <a:cubicBezTo>
                    <a:pt x="35666" y="25573"/>
                    <a:pt x="35696" y="25589"/>
                    <a:pt x="35711" y="25626"/>
                  </a:cubicBezTo>
                  <a:cubicBezTo>
                    <a:pt x="35738" y="25694"/>
                    <a:pt x="35681" y="25744"/>
                    <a:pt x="35626" y="25744"/>
                  </a:cubicBezTo>
                  <a:cubicBezTo>
                    <a:pt x="35595" y="25744"/>
                    <a:pt x="35564" y="25728"/>
                    <a:pt x="35549" y="25690"/>
                  </a:cubicBezTo>
                  <a:cubicBezTo>
                    <a:pt x="35523" y="25623"/>
                    <a:pt x="35580" y="25573"/>
                    <a:pt x="35635" y="25573"/>
                  </a:cubicBezTo>
                  <a:close/>
                  <a:moveTo>
                    <a:pt x="30478" y="24977"/>
                  </a:moveTo>
                  <a:cubicBezTo>
                    <a:pt x="30654" y="24977"/>
                    <a:pt x="30829" y="25004"/>
                    <a:pt x="30962" y="25053"/>
                  </a:cubicBezTo>
                  <a:cubicBezTo>
                    <a:pt x="30996" y="25065"/>
                    <a:pt x="30993" y="25118"/>
                    <a:pt x="30961" y="25131"/>
                  </a:cubicBezTo>
                  <a:cubicBezTo>
                    <a:pt x="30910" y="25148"/>
                    <a:pt x="30849" y="25159"/>
                    <a:pt x="30784" y="25163"/>
                  </a:cubicBezTo>
                  <a:cubicBezTo>
                    <a:pt x="30812" y="25189"/>
                    <a:pt x="30826" y="25228"/>
                    <a:pt x="30809" y="25275"/>
                  </a:cubicBezTo>
                  <a:cubicBezTo>
                    <a:pt x="30718" y="25527"/>
                    <a:pt x="30479" y="25703"/>
                    <a:pt x="30224" y="25760"/>
                  </a:cubicBezTo>
                  <a:cubicBezTo>
                    <a:pt x="30164" y="25772"/>
                    <a:pt x="30088" y="25783"/>
                    <a:pt x="30012" y="25783"/>
                  </a:cubicBezTo>
                  <a:cubicBezTo>
                    <a:pt x="29866" y="25783"/>
                    <a:pt x="29720" y="25744"/>
                    <a:pt x="29684" y="25604"/>
                  </a:cubicBezTo>
                  <a:cubicBezTo>
                    <a:pt x="29627" y="25393"/>
                    <a:pt x="29782" y="25176"/>
                    <a:pt x="29960" y="25081"/>
                  </a:cubicBezTo>
                  <a:cubicBezTo>
                    <a:pt x="30098" y="25009"/>
                    <a:pt x="30288" y="24977"/>
                    <a:pt x="30478" y="24977"/>
                  </a:cubicBezTo>
                  <a:close/>
                  <a:moveTo>
                    <a:pt x="29478" y="25699"/>
                  </a:moveTo>
                  <a:cubicBezTo>
                    <a:pt x="29522" y="25699"/>
                    <a:pt x="29566" y="25722"/>
                    <a:pt x="29587" y="25775"/>
                  </a:cubicBezTo>
                  <a:cubicBezTo>
                    <a:pt x="29626" y="25872"/>
                    <a:pt x="29543" y="25944"/>
                    <a:pt x="29464" y="25944"/>
                  </a:cubicBezTo>
                  <a:cubicBezTo>
                    <a:pt x="29419" y="25944"/>
                    <a:pt x="29376" y="25921"/>
                    <a:pt x="29355" y="25867"/>
                  </a:cubicBezTo>
                  <a:cubicBezTo>
                    <a:pt x="29317" y="25771"/>
                    <a:pt x="29399" y="25699"/>
                    <a:pt x="29478" y="25699"/>
                  </a:cubicBezTo>
                  <a:close/>
                  <a:moveTo>
                    <a:pt x="38426" y="25270"/>
                  </a:moveTo>
                  <a:cubicBezTo>
                    <a:pt x="38527" y="25270"/>
                    <a:pt x="38627" y="25293"/>
                    <a:pt x="38718" y="25337"/>
                  </a:cubicBezTo>
                  <a:cubicBezTo>
                    <a:pt x="38723" y="25337"/>
                    <a:pt x="38727" y="25336"/>
                    <a:pt x="38732" y="25336"/>
                  </a:cubicBezTo>
                  <a:cubicBezTo>
                    <a:pt x="38762" y="25336"/>
                    <a:pt x="38790" y="25352"/>
                    <a:pt x="38802" y="25386"/>
                  </a:cubicBezTo>
                  <a:cubicBezTo>
                    <a:pt x="38827" y="25403"/>
                    <a:pt x="38854" y="25424"/>
                    <a:pt x="38879" y="25445"/>
                  </a:cubicBezTo>
                  <a:cubicBezTo>
                    <a:pt x="38918" y="25481"/>
                    <a:pt x="38892" y="25552"/>
                    <a:pt x="38847" y="25552"/>
                  </a:cubicBezTo>
                  <a:cubicBezTo>
                    <a:pt x="38839" y="25552"/>
                    <a:pt x="38829" y="25550"/>
                    <a:pt x="38820" y="25544"/>
                  </a:cubicBezTo>
                  <a:cubicBezTo>
                    <a:pt x="38811" y="25539"/>
                    <a:pt x="38803" y="25537"/>
                    <a:pt x="38794" y="25533"/>
                  </a:cubicBezTo>
                  <a:cubicBezTo>
                    <a:pt x="38748" y="25740"/>
                    <a:pt x="38575" y="25968"/>
                    <a:pt x="38401" y="26043"/>
                  </a:cubicBezTo>
                  <a:cubicBezTo>
                    <a:pt x="38349" y="26065"/>
                    <a:pt x="38291" y="26076"/>
                    <a:pt x="38233" y="26076"/>
                  </a:cubicBezTo>
                  <a:cubicBezTo>
                    <a:pt x="38068" y="26076"/>
                    <a:pt x="37899" y="25990"/>
                    <a:pt x="37841" y="25833"/>
                  </a:cubicBezTo>
                  <a:cubicBezTo>
                    <a:pt x="37749" y="25587"/>
                    <a:pt x="37999" y="25374"/>
                    <a:pt x="38209" y="25305"/>
                  </a:cubicBezTo>
                  <a:cubicBezTo>
                    <a:pt x="38281" y="25282"/>
                    <a:pt x="38354" y="25270"/>
                    <a:pt x="38426" y="25270"/>
                  </a:cubicBezTo>
                  <a:close/>
                  <a:moveTo>
                    <a:pt x="36704" y="26137"/>
                  </a:moveTo>
                  <a:cubicBezTo>
                    <a:pt x="36723" y="26137"/>
                    <a:pt x="36743" y="26141"/>
                    <a:pt x="36764" y="26151"/>
                  </a:cubicBezTo>
                  <a:cubicBezTo>
                    <a:pt x="36846" y="26185"/>
                    <a:pt x="36867" y="26271"/>
                    <a:pt x="36842" y="26351"/>
                  </a:cubicBezTo>
                  <a:cubicBezTo>
                    <a:pt x="36832" y="26380"/>
                    <a:pt x="36822" y="26413"/>
                    <a:pt x="36812" y="26444"/>
                  </a:cubicBezTo>
                  <a:cubicBezTo>
                    <a:pt x="36792" y="26509"/>
                    <a:pt x="36724" y="26540"/>
                    <a:pt x="36660" y="26540"/>
                  </a:cubicBezTo>
                  <a:cubicBezTo>
                    <a:pt x="36638" y="26540"/>
                    <a:pt x="36616" y="26537"/>
                    <a:pt x="36597" y="26529"/>
                  </a:cubicBezTo>
                  <a:cubicBezTo>
                    <a:pt x="36520" y="26499"/>
                    <a:pt x="36468" y="26387"/>
                    <a:pt x="36514" y="26314"/>
                  </a:cubicBezTo>
                  <a:cubicBezTo>
                    <a:pt x="36530" y="26285"/>
                    <a:pt x="36546" y="26257"/>
                    <a:pt x="36564" y="26229"/>
                  </a:cubicBezTo>
                  <a:cubicBezTo>
                    <a:pt x="36595" y="26176"/>
                    <a:pt x="36646" y="26137"/>
                    <a:pt x="36704" y="26137"/>
                  </a:cubicBezTo>
                  <a:close/>
                  <a:moveTo>
                    <a:pt x="39157" y="26486"/>
                  </a:moveTo>
                  <a:cubicBezTo>
                    <a:pt x="39200" y="26486"/>
                    <a:pt x="39243" y="26509"/>
                    <a:pt x="39264" y="26562"/>
                  </a:cubicBezTo>
                  <a:cubicBezTo>
                    <a:pt x="39300" y="26656"/>
                    <a:pt x="39220" y="26726"/>
                    <a:pt x="39143" y="26726"/>
                  </a:cubicBezTo>
                  <a:cubicBezTo>
                    <a:pt x="39099" y="26726"/>
                    <a:pt x="39056" y="26703"/>
                    <a:pt x="39035" y="26650"/>
                  </a:cubicBezTo>
                  <a:cubicBezTo>
                    <a:pt x="38999" y="26556"/>
                    <a:pt x="39079" y="26486"/>
                    <a:pt x="39157" y="26486"/>
                  </a:cubicBezTo>
                  <a:close/>
                  <a:moveTo>
                    <a:pt x="32589" y="22652"/>
                  </a:moveTo>
                  <a:cubicBezTo>
                    <a:pt x="33174" y="22652"/>
                    <a:pt x="33807" y="23164"/>
                    <a:pt x="34138" y="23628"/>
                  </a:cubicBezTo>
                  <a:cubicBezTo>
                    <a:pt x="34814" y="24578"/>
                    <a:pt x="35025" y="25566"/>
                    <a:pt x="34233" y="26521"/>
                  </a:cubicBezTo>
                  <a:cubicBezTo>
                    <a:pt x="33945" y="26868"/>
                    <a:pt x="33532" y="27043"/>
                    <a:pt x="33131" y="27043"/>
                  </a:cubicBezTo>
                  <a:cubicBezTo>
                    <a:pt x="32594" y="27043"/>
                    <a:pt x="32079" y="26731"/>
                    <a:pt x="31910" y="26104"/>
                  </a:cubicBezTo>
                  <a:cubicBezTo>
                    <a:pt x="31744" y="25485"/>
                    <a:pt x="32151" y="24881"/>
                    <a:pt x="31944" y="24266"/>
                  </a:cubicBezTo>
                  <a:cubicBezTo>
                    <a:pt x="31818" y="23889"/>
                    <a:pt x="31598" y="23558"/>
                    <a:pt x="31814" y="23199"/>
                  </a:cubicBezTo>
                  <a:cubicBezTo>
                    <a:pt x="31787" y="23169"/>
                    <a:pt x="31778" y="23121"/>
                    <a:pt x="31804" y="23086"/>
                  </a:cubicBezTo>
                  <a:cubicBezTo>
                    <a:pt x="32027" y="22775"/>
                    <a:pt x="32302" y="22652"/>
                    <a:pt x="32589" y="22652"/>
                  </a:cubicBezTo>
                  <a:close/>
                  <a:moveTo>
                    <a:pt x="41287" y="26776"/>
                  </a:moveTo>
                  <a:cubicBezTo>
                    <a:pt x="41394" y="26776"/>
                    <a:pt x="41467" y="26928"/>
                    <a:pt x="41362" y="26997"/>
                  </a:cubicBezTo>
                  <a:cubicBezTo>
                    <a:pt x="41334" y="27032"/>
                    <a:pt x="41290" y="27054"/>
                    <a:pt x="41245" y="27054"/>
                  </a:cubicBezTo>
                  <a:cubicBezTo>
                    <a:pt x="41224" y="27054"/>
                    <a:pt x="41202" y="27049"/>
                    <a:pt x="41181" y="27038"/>
                  </a:cubicBezTo>
                  <a:cubicBezTo>
                    <a:pt x="41131" y="27015"/>
                    <a:pt x="41103" y="26967"/>
                    <a:pt x="41110" y="26912"/>
                  </a:cubicBezTo>
                  <a:cubicBezTo>
                    <a:pt x="41120" y="26834"/>
                    <a:pt x="41188" y="26779"/>
                    <a:pt x="41263" y="26779"/>
                  </a:cubicBezTo>
                  <a:cubicBezTo>
                    <a:pt x="41271" y="26777"/>
                    <a:pt x="41279" y="26776"/>
                    <a:pt x="41287" y="26776"/>
                  </a:cubicBezTo>
                  <a:close/>
                  <a:moveTo>
                    <a:pt x="27920" y="26901"/>
                  </a:moveTo>
                  <a:cubicBezTo>
                    <a:pt x="27936" y="26901"/>
                    <a:pt x="27953" y="26904"/>
                    <a:pt x="27971" y="26910"/>
                  </a:cubicBezTo>
                  <a:cubicBezTo>
                    <a:pt x="28003" y="26922"/>
                    <a:pt x="28033" y="26932"/>
                    <a:pt x="28065" y="26943"/>
                  </a:cubicBezTo>
                  <a:cubicBezTo>
                    <a:pt x="28138" y="26967"/>
                    <a:pt x="28166" y="27061"/>
                    <a:pt x="28138" y="27124"/>
                  </a:cubicBezTo>
                  <a:cubicBezTo>
                    <a:pt x="28116" y="27172"/>
                    <a:pt x="28061" y="27208"/>
                    <a:pt x="28007" y="27208"/>
                  </a:cubicBezTo>
                  <a:cubicBezTo>
                    <a:pt x="27989" y="27208"/>
                    <a:pt x="27971" y="27204"/>
                    <a:pt x="27955" y="27195"/>
                  </a:cubicBezTo>
                  <a:cubicBezTo>
                    <a:pt x="27925" y="27180"/>
                    <a:pt x="27897" y="27164"/>
                    <a:pt x="27867" y="27151"/>
                  </a:cubicBezTo>
                  <a:cubicBezTo>
                    <a:pt x="27735" y="27080"/>
                    <a:pt x="27794" y="26901"/>
                    <a:pt x="27920" y="26901"/>
                  </a:cubicBezTo>
                  <a:close/>
                  <a:moveTo>
                    <a:pt x="31115" y="27006"/>
                  </a:moveTo>
                  <a:cubicBezTo>
                    <a:pt x="31160" y="27006"/>
                    <a:pt x="31205" y="27029"/>
                    <a:pt x="31227" y="27085"/>
                  </a:cubicBezTo>
                  <a:cubicBezTo>
                    <a:pt x="31264" y="27182"/>
                    <a:pt x="31181" y="27254"/>
                    <a:pt x="31101" y="27254"/>
                  </a:cubicBezTo>
                  <a:cubicBezTo>
                    <a:pt x="31055" y="27254"/>
                    <a:pt x="31011" y="27231"/>
                    <a:pt x="30989" y="27177"/>
                  </a:cubicBezTo>
                  <a:cubicBezTo>
                    <a:pt x="30951" y="27079"/>
                    <a:pt x="31034" y="27006"/>
                    <a:pt x="31115" y="27006"/>
                  </a:cubicBezTo>
                  <a:close/>
                  <a:moveTo>
                    <a:pt x="40016" y="26452"/>
                  </a:moveTo>
                  <a:cubicBezTo>
                    <a:pt x="40051" y="26452"/>
                    <a:pt x="40087" y="26458"/>
                    <a:pt x="40121" y="26468"/>
                  </a:cubicBezTo>
                  <a:cubicBezTo>
                    <a:pt x="40273" y="26514"/>
                    <a:pt x="40492" y="26723"/>
                    <a:pt x="40468" y="26895"/>
                  </a:cubicBezTo>
                  <a:cubicBezTo>
                    <a:pt x="40467" y="26910"/>
                    <a:pt x="40455" y="26925"/>
                    <a:pt x="40441" y="26929"/>
                  </a:cubicBezTo>
                  <a:cubicBezTo>
                    <a:pt x="40433" y="26930"/>
                    <a:pt x="40430" y="26930"/>
                    <a:pt x="40421" y="26932"/>
                  </a:cubicBezTo>
                  <a:cubicBezTo>
                    <a:pt x="40501" y="27017"/>
                    <a:pt x="40559" y="27117"/>
                    <a:pt x="40617" y="27219"/>
                  </a:cubicBezTo>
                  <a:cubicBezTo>
                    <a:pt x="40665" y="27301"/>
                    <a:pt x="40615" y="27385"/>
                    <a:pt x="40519" y="27385"/>
                  </a:cubicBezTo>
                  <a:cubicBezTo>
                    <a:pt x="40518" y="27385"/>
                    <a:pt x="40517" y="27385"/>
                    <a:pt x="40516" y="27385"/>
                  </a:cubicBezTo>
                  <a:cubicBezTo>
                    <a:pt x="40291" y="27379"/>
                    <a:pt x="40077" y="27292"/>
                    <a:pt x="39921" y="27134"/>
                  </a:cubicBezTo>
                  <a:cubicBezTo>
                    <a:pt x="39798" y="27014"/>
                    <a:pt x="39667" y="26823"/>
                    <a:pt x="39726" y="26643"/>
                  </a:cubicBezTo>
                  <a:cubicBezTo>
                    <a:pt x="39767" y="26518"/>
                    <a:pt x="39890" y="26452"/>
                    <a:pt x="40016" y="26452"/>
                  </a:cubicBezTo>
                  <a:close/>
                  <a:moveTo>
                    <a:pt x="34883" y="27288"/>
                  </a:moveTo>
                  <a:cubicBezTo>
                    <a:pt x="34916" y="27288"/>
                    <a:pt x="34948" y="27305"/>
                    <a:pt x="34964" y="27344"/>
                  </a:cubicBezTo>
                  <a:cubicBezTo>
                    <a:pt x="34991" y="27415"/>
                    <a:pt x="34931" y="27468"/>
                    <a:pt x="34872" y="27468"/>
                  </a:cubicBezTo>
                  <a:cubicBezTo>
                    <a:pt x="34840" y="27468"/>
                    <a:pt x="34808" y="27451"/>
                    <a:pt x="34793" y="27412"/>
                  </a:cubicBezTo>
                  <a:cubicBezTo>
                    <a:pt x="34765" y="27340"/>
                    <a:pt x="34825" y="27288"/>
                    <a:pt x="34883" y="27288"/>
                  </a:cubicBezTo>
                  <a:close/>
                  <a:moveTo>
                    <a:pt x="35549" y="26825"/>
                  </a:moveTo>
                  <a:cubicBezTo>
                    <a:pt x="35567" y="26825"/>
                    <a:pt x="35584" y="26826"/>
                    <a:pt x="35600" y="26828"/>
                  </a:cubicBezTo>
                  <a:cubicBezTo>
                    <a:pt x="35810" y="26858"/>
                    <a:pt x="35938" y="27025"/>
                    <a:pt x="36055" y="27182"/>
                  </a:cubicBezTo>
                  <a:cubicBezTo>
                    <a:pt x="36076" y="27209"/>
                    <a:pt x="36054" y="27245"/>
                    <a:pt x="36027" y="27251"/>
                  </a:cubicBezTo>
                  <a:cubicBezTo>
                    <a:pt x="36025" y="27276"/>
                    <a:pt x="36016" y="27300"/>
                    <a:pt x="35991" y="27319"/>
                  </a:cubicBezTo>
                  <a:cubicBezTo>
                    <a:pt x="35870" y="27412"/>
                    <a:pt x="35711" y="27485"/>
                    <a:pt x="35555" y="27485"/>
                  </a:cubicBezTo>
                  <a:cubicBezTo>
                    <a:pt x="35490" y="27485"/>
                    <a:pt x="35426" y="27472"/>
                    <a:pt x="35365" y="27443"/>
                  </a:cubicBezTo>
                  <a:cubicBezTo>
                    <a:pt x="35205" y="27368"/>
                    <a:pt x="35117" y="27181"/>
                    <a:pt x="35202" y="27017"/>
                  </a:cubicBezTo>
                  <a:cubicBezTo>
                    <a:pt x="35266" y="26894"/>
                    <a:pt x="35412" y="26825"/>
                    <a:pt x="35549" y="26825"/>
                  </a:cubicBezTo>
                  <a:close/>
                  <a:moveTo>
                    <a:pt x="29260" y="26559"/>
                  </a:moveTo>
                  <a:cubicBezTo>
                    <a:pt x="29270" y="26559"/>
                    <a:pt x="29279" y="26562"/>
                    <a:pt x="29288" y="26569"/>
                  </a:cubicBezTo>
                  <a:cubicBezTo>
                    <a:pt x="29494" y="26722"/>
                    <a:pt x="29748" y="26891"/>
                    <a:pt x="29854" y="27136"/>
                  </a:cubicBezTo>
                  <a:cubicBezTo>
                    <a:pt x="29932" y="27314"/>
                    <a:pt x="29889" y="27533"/>
                    <a:pt x="29698" y="27616"/>
                  </a:cubicBezTo>
                  <a:cubicBezTo>
                    <a:pt x="29652" y="27637"/>
                    <a:pt x="29602" y="27646"/>
                    <a:pt x="29551" y="27646"/>
                  </a:cubicBezTo>
                  <a:cubicBezTo>
                    <a:pt x="29407" y="27646"/>
                    <a:pt x="29258" y="27570"/>
                    <a:pt x="29169" y="27463"/>
                  </a:cubicBezTo>
                  <a:cubicBezTo>
                    <a:pt x="29004" y="27259"/>
                    <a:pt x="29016" y="26932"/>
                    <a:pt x="29086" y="26692"/>
                  </a:cubicBezTo>
                  <a:cubicBezTo>
                    <a:pt x="29099" y="26650"/>
                    <a:pt x="29137" y="26631"/>
                    <a:pt x="29177" y="26631"/>
                  </a:cubicBezTo>
                  <a:cubicBezTo>
                    <a:pt x="29193" y="26631"/>
                    <a:pt x="29210" y="26634"/>
                    <a:pt x="29225" y="26640"/>
                  </a:cubicBezTo>
                  <a:lnTo>
                    <a:pt x="29220" y="26634"/>
                  </a:lnTo>
                  <a:cubicBezTo>
                    <a:pt x="29192" y="26601"/>
                    <a:pt x="29225" y="26559"/>
                    <a:pt x="29260" y="26559"/>
                  </a:cubicBezTo>
                  <a:close/>
                  <a:moveTo>
                    <a:pt x="32827" y="27503"/>
                  </a:moveTo>
                  <a:cubicBezTo>
                    <a:pt x="32885" y="27503"/>
                    <a:pt x="32940" y="27532"/>
                    <a:pt x="32963" y="27602"/>
                  </a:cubicBezTo>
                  <a:lnTo>
                    <a:pt x="32977" y="27643"/>
                  </a:lnTo>
                  <a:cubicBezTo>
                    <a:pt x="33020" y="27738"/>
                    <a:pt x="32963" y="27815"/>
                    <a:pt x="32885" y="27840"/>
                  </a:cubicBezTo>
                  <a:cubicBezTo>
                    <a:pt x="32862" y="27851"/>
                    <a:pt x="32837" y="27856"/>
                    <a:pt x="32813" y="27856"/>
                  </a:cubicBezTo>
                  <a:cubicBezTo>
                    <a:pt x="32759" y="27856"/>
                    <a:pt x="32708" y="27828"/>
                    <a:pt x="32685" y="27759"/>
                  </a:cubicBezTo>
                  <a:lnTo>
                    <a:pt x="32667" y="27718"/>
                  </a:lnTo>
                  <a:cubicBezTo>
                    <a:pt x="32612" y="27598"/>
                    <a:pt x="32724" y="27503"/>
                    <a:pt x="32827" y="27503"/>
                  </a:cubicBezTo>
                  <a:close/>
                  <a:moveTo>
                    <a:pt x="29927" y="28007"/>
                  </a:moveTo>
                  <a:cubicBezTo>
                    <a:pt x="29968" y="28007"/>
                    <a:pt x="30009" y="28028"/>
                    <a:pt x="30028" y="28078"/>
                  </a:cubicBezTo>
                  <a:cubicBezTo>
                    <a:pt x="30063" y="28166"/>
                    <a:pt x="29987" y="28232"/>
                    <a:pt x="29914" y="28232"/>
                  </a:cubicBezTo>
                  <a:cubicBezTo>
                    <a:pt x="29873" y="28232"/>
                    <a:pt x="29833" y="28211"/>
                    <a:pt x="29813" y="28162"/>
                  </a:cubicBezTo>
                  <a:cubicBezTo>
                    <a:pt x="29779" y="28073"/>
                    <a:pt x="29855" y="28007"/>
                    <a:pt x="29927" y="28007"/>
                  </a:cubicBezTo>
                  <a:close/>
                  <a:moveTo>
                    <a:pt x="40193" y="28006"/>
                  </a:moveTo>
                  <a:cubicBezTo>
                    <a:pt x="40202" y="28006"/>
                    <a:pt x="40212" y="28007"/>
                    <a:pt x="40221" y="28010"/>
                  </a:cubicBezTo>
                  <a:cubicBezTo>
                    <a:pt x="40254" y="28020"/>
                    <a:pt x="40284" y="28029"/>
                    <a:pt x="40316" y="28037"/>
                  </a:cubicBezTo>
                  <a:cubicBezTo>
                    <a:pt x="40406" y="28063"/>
                    <a:pt x="40468" y="28149"/>
                    <a:pt x="40427" y="28241"/>
                  </a:cubicBezTo>
                  <a:cubicBezTo>
                    <a:pt x="40402" y="28299"/>
                    <a:pt x="40352" y="28326"/>
                    <a:pt x="40298" y="28326"/>
                  </a:cubicBezTo>
                  <a:cubicBezTo>
                    <a:pt x="40265" y="28326"/>
                    <a:pt x="40231" y="28316"/>
                    <a:pt x="40200" y="28298"/>
                  </a:cubicBezTo>
                  <a:cubicBezTo>
                    <a:pt x="40175" y="28281"/>
                    <a:pt x="40146" y="28264"/>
                    <a:pt x="40119" y="28248"/>
                  </a:cubicBezTo>
                  <a:cubicBezTo>
                    <a:pt x="40016" y="28184"/>
                    <a:pt x="40084" y="28006"/>
                    <a:pt x="40193" y="28006"/>
                  </a:cubicBezTo>
                  <a:close/>
                  <a:moveTo>
                    <a:pt x="41007" y="28528"/>
                  </a:moveTo>
                  <a:cubicBezTo>
                    <a:pt x="41053" y="28528"/>
                    <a:pt x="41098" y="28552"/>
                    <a:pt x="41120" y="28608"/>
                  </a:cubicBezTo>
                  <a:cubicBezTo>
                    <a:pt x="41159" y="28706"/>
                    <a:pt x="41075" y="28780"/>
                    <a:pt x="40993" y="28780"/>
                  </a:cubicBezTo>
                  <a:cubicBezTo>
                    <a:pt x="40947" y="28780"/>
                    <a:pt x="40902" y="28757"/>
                    <a:pt x="40880" y="28702"/>
                  </a:cubicBezTo>
                  <a:cubicBezTo>
                    <a:pt x="40842" y="28602"/>
                    <a:pt x="40926" y="28528"/>
                    <a:pt x="41007" y="28528"/>
                  </a:cubicBezTo>
                  <a:close/>
                  <a:moveTo>
                    <a:pt x="34255" y="28664"/>
                  </a:moveTo>
                  <a:cubicBezTo>
                    <a:pt x="34314" y="28664"/>
                    <a:pt x="34372" y="28694"/>
                    <a:pt x="34400" y="28765"/>
                  </a:cubicBezTo>
                  <a:cubicBezTo>
                    <a:pt x="34449" y="28892"/>
                    <a:pt x="34341" y="28986"/>
                    <a:pt x="34236" y="28986"/>
                  </a:cubicBezTo>
                  <a:cubicBezTo>
                    <a:pt x="34178" y="28986"/>
                    <a:pt x="34120" y="28957"/>
                    <a:pt x="34092" y="28886"/>
                  </a:cubicBezTo>
                  <a:cubicBezTo>
                    <a:pt x="34043" y="28759"/>
                    <a:pt x="34151" y="28664"/>
                    <a:pt x="34255" y="28664"/>
                  </a:cubicBezTo>
                  <a:close/>
                  <a:moveTo>
                    <a:pt x="31296" y="28807"/>
                  </a:moveTo>
                  <a:cubicBezTo>
                    <a:pt x="31341" y="28807"/>
                    <a:pt x="31386" y="28830"/>
                    <a:pt x="31407" y="28886"/>
                  </a:cubicBezTo>
                  <a:cubicBezTo>
                    <a:pt x="31447" y="28985"/>
                    <a:pt x="31363" y="29059"/>
                    <a:pt x="31282" y="29059"/>
                  </a:cubicBezTo>
                  <a:cubicBezTo>
                    <a:pt x="31236" y="29059"/>
                    <a:pt x="31190" y="29036"/>
                    <a:pt x="31169" y="28979"/>
                  </a:cubicBezTo>
                  <a:cubicBezTo>
                    <a:pt x="31130" y="28881"/>
                    <a:pt x="31214" y="28807"/>
                    <a:pt x="31296" y="28807"/>
                  </a:cubicBezTo>
                  <a:close/>
                  <a:moveTo>
                    <a:pt x="32669" y="28892"/>
                  </a:moveTo>
                  <a:cubicBezTo>
                    <a:pt x="32706" y="28892"/>
                    <a:pt x="32743" y="28911"/>
                    <a:pt x="32760" y="28957"/>
                  </a:cubicBezTo>
                  <a:cubicBezTo>
                    <a:pt x="32792" y="29037"/>
                    <a:pt x="32724" y="29097"/>
                    <a:pt x="32658" y="29097"/>
                  </a:cubicBezTo>
                  <a:cubicBezTo>
                    <a:pt x="32621" y="29097"/>
                    <a:pt x="32584" y="29078"/>
                    <a:pt x="32566" y="29033"/>
                  </a:cubicBezTo>
                  <a:cubicBezTo>
                    <a:pt x="32535" y="28953"/>
                    <a:pt x="32603" y="28892"/>
                    <a:pt x="32669" y="28892"/>
                  </a:cubicBezTo>
                  <a:close/>
                  <a:moveTo>
                    <a:pt x="35669" y="29047"/>
                  </a:moveTo>
                  <a:cubicBezTo>
                    <a:pt x="35780" y="29047"/>
                    <a:pt x="35841" y="29228"/>
                    <a:pt x="35739" y="29288"/>
                  </a:cubicBezTo>
                  <a:cubicBezTo>
                    <a:pt x="35709" y="29305"/>
                    <a:pt x="35681" y="29321"/>
                    <a:pt x="35653" y="29338"/>
                  </a:cubicBezTo>
                  <a:cubicBezTo>
                    <a:pt x="35617" y="29358"/>
                    <a:pt x="35586" y="29362"/>
                    <a:pt x="35546" y="29362"/>
                  </a:cubicBezTo>
                  <a:cubicBezTo>
                    <a:pt x="35540" y="29362"/>
                    <a:pt x="35533" y="29362"/>
                    <a:pt x="35527" y="29362"/>
                  </a:cubicBezTo>
                  <a:cubicBezTo>
                    <a:pt x="35427" y="29359"/>
                    <a:pt x="35372" y="29212"/>
                    <a:pt x="35439" y="29142"/>
                  </a:cubicBezTo>
                  <a:cubicBezTo>
                    <a:pt x="35474" y="29107"/>
                    <a:pt x="35503" y="29086"/>
                    <a:pt x="35551" y="29073"/>
                  </a:cubicBezTo>
                  <a:cubicBezTo>
                    <a:pt x="35580" y="29064"/>
                    <a:pt x="35613" y="29057"/>
                    <a:pt x="35644" y="29050"/>
                  </a:cubicBezTo>
                  <a:cubicBezTo>
                    <a:pt x="35653" y="29048"/>
                    <a:pt x="35661" y="29047"/>
                    <a:pt x="35669" y="29047"/>
                  </a:cubicBezTo>
                  <a:close/>
                  <a:moveTo>
                    <a:pt x="30077" y="29327"/>
                  </a:moveTo>
                  <a:cubicBezTo>
                    <a:pt x="30138" y="29327"/>
                    <a:pt x="30199" y="29366"/>
                    <a:pt x="30222" y="29426"/>
                  </a:cubicBezTo>
                  <a:lnTo>
                    <a:pt x="30248" y="29491"/>
                  </a:lnTo>
                  <a:cubicBezTo>
                    <a:pt x="30278" y="29569"/>
                    <a:pt x="30241" y="29660"/>
                    <a:pt x="30160" y="29689"/>
                  </a:cubicBezTo>
                  <a:cubicBezTo>
                    <a:pt x="30142" y="29697"/>
                    <a:pt x="30124" y="29700"/>
                    <a:pt x="30106" y="29700"/>
                  </a:cubicBezTo>
                  <a:cubicBezTo>
                    <a:pt x="30045" y="29700"/>
                    <a:pt x="29987" y="29662"/>
                    <a:pt x="29962" y="29603"/>
                  </a:cubicBezTo>
                  <a:lnTo>
                    <a:pt x="29935" y="29538"/>
                  </a:lnTo>
                  <a:cubicBezTo>
                    <a:pt x="29903" y="29460"/>
                    <a:pt x="29946" y="29368"/>
                    <a:pt x="30023" y="29338"/>
                  </a:cubicBezTo>
                  <a:cubicBezTo>
                    <a:pt x="30040" y="29331"/>
                    <a:pt x="30058" y="29327"/>
                    <a:pt x="30077" y="29327"/>
                  </a:cubicBezTo>
                  <a:close/>
                  <a:moveTo>
                    <a:pt x="31782" y="29691"/>
                  </a:moveTo>
                  <a:cubicBezTo>
                    <a:pt x="31819" y="29691"/>
                    <a:pt x="31856" y="29709"/>
                    <a:pt x="31873" y="29753"/>
                  </a:cubicBezTo>
                  <a:cubicBezTo>
                    <a:pt x="31904" y="29834"/>
                    <a:pt x="31835" y="29894"/>
                    <a:pt x="31769" y="29894"/>
                  </a:cubicBezTo>
                  <a:cubicBezTo>
                    <a:pt x="31732" y="29894"/>
                    <a:pt x="31696" y="29875"/>
                    <a:pt x="31679" y="29830"/>
                  </a:cubicBezTo>
                  <a:cubicBezTo>
                    <a:pt x="31647" y="29750"/>
                    <a:pt x="31716" y="29691"/>
                    <a:pt x="31782" y="29691"/>
                  </a:cubicBezTo>
                  <a:close/>
                  <a:moveTo>
                    <a:pt x="41247" y="29699"/>
                  </a:moveTo>
                  <a:cubicBezTo>
                    <a:pt x="41297" y="29699"/>
                    <a:pt x="41346" y="29724"/>
                    <a:pt x="41369" y="29784"/>
                  </a:cubicBezTo>
                  <a:cubicBezTo>
                    <a:pt x="41412" y="29891"/>
                    <a:pt x="41320" y="29972"/>
                    <a:pt x="41232" y="29972"/>
                  </a:cubicBezTo>
                  <a:cubicBezTo>
                    <a:pt x="41182" y="29972"/>
                    <a:pt x="41133" y="29947"/>
                    <a:pt x="41110" y="29886"/>
                  </a:cubicBezTo>
                  <a:cubicBezTo>
                    <a:pt x="41067" y="29779"/>
                    <a:pt x="41159" y="29699"/>
                    <a:pt x="41247" y="29699"/>
                  </a:cubicBezTo>
                  <a:close/>
                  <a:moveTo>
                    <a:pt x="34867" y="29916"/>
                  </a:moveTo>
                  <a:cubicBezTo>
                    <a:pt x="34935" y="29916"/>
                    <a:pt x="34988" y="29966"/>
                    <a:pt x="35009" y="30027"/>
                  </a:cubicBezTo>
                  <a:cubicBezTo>
                    <a:pt x="35042" y="30105"/>
                    <a:pt x="35025" y="30202"/>
                    <a:pt x="34921" y="30238"/>
                  </a:cubicBezTo>
                  <a:lnTo>
                    <a:pt x="34882" y="30255"/>
                  </a:lnTo>
                  <a:cubicBezTo>
                    <a:pt x="34859" y="30265"/>
                    <a:pt x="34837" y="30269"/>
                    <a:pt x="34817" y="30269"/>
                  </a:cubicBezTo>
                  <a:cubicBezTo>
                    <a:pt x="34660" y="30269"/>
                    <a:pt x="34580" y="30006"/>
                    <a:pt x="34759" y="29944"/>
                  </a:cubicBezTo>
                  <a:lnTo>
                    <a:pt x="34801" y="29930"/>
                  </a:lnTo>
                  <a:cubicBezTo>
                    <a:pt x="34824" y="29920"/>
                    <a:pt x="34846" y="29916"/>
                    <a:pt x="34867" y="29916"/>
                  </a:cubicBezTo>
                  <a:close/>
                  <a:moveTo>
                    <a:pt x="40176" y="30015"/>
                  </a:moveTo>
                  <a:cubicBezTo>
                    <a:pt x="40197" y="30015"/>
                    <a:pt x="40219" y="30019"/>
                    <a:pt x="40240" y="30028"/>
                  </a:cubicBezTo>
                  <a:cubicBezTo>
                    <a:pt x="40321" y="30065"/>
                    <a:pt x="40355" y="30161"/>
                    <a:pt x="40324" y="30242"/>
                  </a:cubicBezTo>
                  <a:cubicBezTo>
                    <a:pt x="40311" y="30273"/>
                    <a:pt x="40298" y="30304"/>
                    <a:pt x="40285" y="30334"/>
                  </a:cubicBezTo>
                  <a:cubicBezTo>
                    <a:pt x="40261" y="30397"/>
                    <a:pt x="40198" y="30432"/>
                    <a:pt x="40133" y="30432"/>
                  </a:cubicBezTo>
                  <a:cubicBezTo>
                    <a:pt x="40111" y="30432"/>
                    <a:pt x="40089" y="30428"/>
                    <a:pt x="40068" y="30419"/>
                  </a:cubicBezTo>
                  <a:cubicBezTo>
                    <a:pt x="39985" y="30388"/>
                    <a:pt x="39945" y="30280"/>
                    <a:pt x="39983" y="30202"/>
                  </a:cubicBezTo>
                  <a:lnTo>
                    <a:pt x="40026" y="30112"/>
                  </a:lnTo>
                  <a:cubicBezTo>
                    <a:pt x="40054" y="30052"/>
                    <a:pt x="40113" y="30015"/>
                    <a:pt x="40176" y="30015"/>
                  </a:cubicBezTo>
                  <a:close/>
                  <a:moveTo>
                    <a:pt x="38051" y="27003"/>
                  </a:moveTo>
                  <a:cubicBezTo>
                    <a:pt x="38768" y="27003"/>
                    <a:pt x="39425" y="27603"/>
                    <a:pt x="39611" y="28342"/>
                  </a:cubicBezTo>
                  <a:cubicBezTo>
                    <a:pt x="39864" y="29346"/>
                    <a:pt x="39312" y="30875"/>
                    <a:pt x="38270" y="31238"/>
                  </a:cubicBezTo>
                  <a:cubicBezTo>
                    <a:pt x="38101" y="31297"/>
                    <a:pt x="37934" y="31324"/>
                    <a:pt x="37772" y="31324"/>
                  </a:cubicBezTo>
                  <a:cubicBezTo>
                    <a:pt x="36918" y="31324"/>
                    <a:pt x="36193" y="30574"/>
                    <a:pt x="36034" y="29735"/>
                  </a:cubicBezTo>
                  <a:cubicBezTo>
                    <a:pt x="35833" y="28680"/>
                    <a:pt x="36322" y="27259"/>
                    <a:pt x="37503" y="27075"/>
                  </a:cubicBezTo>
                  <a:cubicBezTo>
                    <a:pt x="37513" y="27073"/>
                    <a:pt x="37522" y="27072"/>
                    <a:pt x="37530" y="27072"/>
                  </a:cubicBezTo>
                  <a:cubicBezTo>
                    <a:pt x="37552" y="27072"/>
                    <a:pt x="37571" y="27079"/>
                    <a:pt x="37588" y="27089"/>
                  </a:cubicBezTo>
                  <a:cubicBezTo>
                    <a:pt x="37743" y="27030"/>
                    <a:pt x="37898" y="27003"/>
                    <a:pt x="38051" y="27003"/>
                  </a:cubicBezTo>
                  <a:close/>
                  <a:moveTo>
                    <a:pt x="35056" y="30987"/>
                  </a:moveTo>
                  <a:cubicBezTo>
                    <a:pt x="35185" y="30987"/>
                    <a:pt x="35315" y="31008"/>
                    <a:pt x="35443" y="31048"/>
                  </a:cubicBezTo>
                  <a:cubicBezTo>
                    <a:pt x="35445" y="31048"/>
                    <a:pt x="35447" y="31048"/>
                    <a:pt x="35449" y="31048"/>
                  </a:cubicBezTo>
                  <a:cubicBezTo>
                    <a:pt x="35475" y="31048"/>
                    <a:pt x="35498" y="31057"/>
                    <a:pt x="35517" y="31074"/>
                  </a:cubicBezTo>
                  <a:cubicBezTo>
                    <a:pt x="35518" y="31074"/>
                    <a:pt x="35521" y="31074"/>
                    <a:pt x="35524" y="31075"/>
                  </a:cubicBezTo>
                  <a:cubicBezTo>
                    <a:pt x="35551" y="31085"/>
                    <a:pt x="35555" y="31111"/>
                    <a:pt x="35546" y="31131"/>
                  </a:cubicBezTo>
                  <a:cubicBezTo>
                    <a:pt x="35549" y="31152"/>
                    <a:pt x="35544" y="31174"/>
                    <a:pt x="35528" y="31196"/>
                  </a:cubicBezTo>
                  <a:cubicBezTo>
                    <a:pt x="35369" y="31413"/>
                    <a:pt x="35087" y="31510"/>
                    <a:pt x="34810" y="31510"/>
                  </a:cubicBezTo>
                  <a:cubicBezTo>
                    <a:pt x="34645" y="31510"/>
                    <a:pt x="34482" y="31476"/>
                    <a:pt x="34348" y="31411"/>
                  </a:cubicBezTo>
                  <a:cubicBezTo>
                    <a:pt x="34281" y="31380"/>
                    <a:pt x="34274" y="31292"/>
                    <a:pt x="34331" y="31247"/>
                  </a:cubicBezTo>
                  <a:cubicBezTo>
                    <a:pt x="34545" y="31071"/>
                    <a:pt x="34797" y="30987"/>
                    <a:pt x="35056" y="30987"/>
                  </a:cubicBezTo>
                  <a:close/>
                  <a:moveTo>
                    <a:pt x="33103" y="31354"/>
                  </a:moveTo>
                  <a:cubicBezTo>
                    <a:pt x="33138" y="31354"/>
                    <a:pt x="33172" y="31372"/>
                    <a:pt x="33188" y="31414"/>
                  </a:cubicBezTo>
                  <a:cubicBezTo>
                    <a:pt x="33216" y="31487"/>
                    <a:pt x="33154" y="31542"/>
                    <a:pt x="33093" y="31542"/>
                  </a:cubicBezTo>
                  <a:cubicBezTo>
                    <a:pt x="33059" y="31542"/>
                    <a:pt x="33025" y="31524"/>
                    <a:pt x="33008" y="31482"/>
                  </a:cubicBezTo>
                  <a:cubicBezTo>
                    <a:pt x="32980" y="31409"/>
                    <a:pt x="33043" y="31354"/>
                    <a:pt x="33103" y="31354"/>
                  </a:cubicBezTo>
                  <a:close/>
                  <a:moveTo>
                    <a:pt x="38663" y="31581"/>
                  </a:moveTo>
                  <a:cubicBezTo>
                    <a:pt x="38696" y="31581"/>
                    <a:pt x="38728" y="31598"/>
                    <a:pt x="38743" y="31636"/>
                  </a:cubicBezTo>
                  <a:cubicBezTo>
                    <a:pt x="38771" y="31705"/>
                    <a:pt x="38711" y="31757"/>
                    <a:pt x="38654" y="31757"/>
                  </a:cubicBezTo>
                  <a:cubicBezTo>
                    <a:pt x="38622" y="31757"/>
                    <a:pt x="38590" y="31741"/>
                    <a:pt x="38575" y="31702"/>
                  </a:cubicBezTo>
                  <a:cubicBezTo>
                    <a:pt x="38548" y="31633"/>
                    <a:pt x="38606" y="31581"/>
                    <a:pt x="38663" y="31581"/>
                  </a:cubicBezTo>
                  <a:close/>
                  <a:moveTo>
                    <a:pt x="36487" y="31713"/>
                  </a:moveTo>
                  <a:cubicBezTo>
                    <a:pt x="36537" y="31713"/>
                    <a:pt x="36585" y="31738"/>
                    <a:pt x="36608" y="31798"/>
                  </a:cubicBezTo>
                  <a:cubicBezTo>
                    <a:pt x="36650" y="31904"/>
                    <a:pt x="36560" y="31984"/>
                    <a:pt x="36472" y="31984"/>
                  </a:cubicBezTo>
                  <a:cubicBezTo>
                    <a:pt x="36422" y="31984"/>
                    <a:pt x="36373" y="31959"/>
                    <a:pt x="36350" y="31899"/>
                  </a:cubicBezTo>
                  <a:cubicBezTo>
                    <a:pt x="36308" y="31793"/>
                    <a:pt x="36399" y="31713"/>
                    <a:pt x="36487" y="31713"/>
                  </a:cubicBezTo>
                  <a:close/>
                  <a:moveTo>
                    <a:pt x="8879" y="1"/>
                  </a:moveTo>
                  <a:cubicBezTo>
                    <a:pt x="7182" y="1"/>
                    <a:pt x="5492" y="368"/>
                    <a:pt x="3906" y="953"/>
                  </a:cubicBezTo>
                  <a:cubicBezTo>
                    <a:pt x="2482" y="1479"/>
                    <a:pt x="358" y="2254"/>
                    <a:pt x="1" y="3932"/>
                  </a:cubicBezTo>
                  <a:cubicBezTo>
                    <a:pt x="15" y="3947"/>
                    <a:pt x="24" y="3963"/>
                    <a:pt x="31" y="3987"/>
                  </a:cubicBezTo>
                  <a:cubicBezTo>
                    <a:pt x="324" y="5044"/>
                    <a:pt x="603" y="6109"/>
                    <a:pt x="880" y="7171"/>
                  </a:cubicBezTo>
                  <a:cubicBezTo>
                    <a:pt x="1425" y="9269"/>
                    <a:pt x="1859" y="11444"/>
                    <a:pt x="2566" y="13495"/>
                  </a:cubicBezTo>
                  <a:cubicBezTo>
                    <a:pt x="3189" y="15304"/>
                    <a:pt x="4459" y="16645"/>
                    <a:pt x="6153" y="17512"/>
                  </a:cubicBezTo>
                  <a:cubicBezTo>
                    <a:pt x="9398" y="19173"/>
                    <a:pt x="13091" y="18960"/>
                    <a:pt x="16593" y="19543"/>
                  </a:cubicBezTo>
                  <a:cubicBezTo>
                    <a:pt x="18280" y="19823"/>
                    <a:pt x="19931" y="20321"/>
                    <a:pt x="21385" y="21235"/>
                  </a:cubicBezTo>
                  <a:cubicBezTo>
                    <a:pt x="22737" y="22087"/>
                    <a:pt x="23888" y="23216"/>
                    <a:pt x="24952" y="24396"/>
                  </a:cubicBezTo>
                  <a:cubicBezTo>
                    <a:pt x="25469" y="24969"/>
                    <a:pt x="25972" y="25566"/>
                    <a:pt x="26480" y="26166"/>
                  </a:cubicBezTo>
                  <a:cubicBezTo>
                    <a:pt x="26454" y="26099"/>
                    <a:pt x="26505" y="26005"/>
                    <a:pt x="26584" y="26005"/>
                  </a:cubicBezTo>
                  <a:cubicBezTo>
                    <a:pt x="26591" y="26005"/>
                    <a:pt x="26599" y="26006"/>
                    <a:pt x="26607" y="26008"/>
                  </a:cubicBezTo>
                  <a:cubicBezTo>
                    <a:pt x="26677" y="26023"/>
                    <a:pt x="26726" y="26037"/>
                    <a:pt x="26776" y="26090"/>
                  </a:cubicBezTo>
                  <a:cubicBezTo>
                    <a:pt x="26835" y="26154"/>
                    <a:pt x="26779" y="26281"/>
                    <a:pt x="26692" y="26281"/>
                  </a:cubicBezTo>
                  <a:cubicBezTo>
                    <a:pt x="26624" y="26281"/>
                    <a:pt x="26580" y="26259"/>
                    <a:pt x="26528" y="26222"/>
                  </a:cubicBezTo>
                  <a:lnTo>
                    <a:pt x="26528" y="26222"/>
                  </a:lnTo>
                  <a:cubicBezTo>
                    <a:pt x="28196" y="28199"/>
                    <a:pt x="29898" y="30190"/>
                    <a:pt x="32222" y="31371"/>
                  </a:cubicBezTo>
                  <a:cubicBezTo>
                    <a:pt x="33570" y="32058"/>
                    <a:pt x="35074" y="32409"/>
                    <a:pt x="36584" y="32409"/>
                  </a:cubicBezTo>
                  <a:cubicBezTo>
                    <a:pt x="36929" y="32409"/>
                    <a:pt x="37274" y="32390"/>
                    <a:pt x="37618" y="32354"/>
                  </a:cubicBezTo>
                  <a:cubicBezTo>
                    <a:pt x="39424" y="32161"/>
                    <a:pt x="41572" y="31454"/>
                    <a:pt x="41967" y="29439"/>
                  </a:cubicBezTo>
                  <a:cubicBezTo>
                    <a:pt x="42316" y="27663"/>
                    <a:pt x="41313" y="25978"/>
                    <a:pt x="39996" y="24874"/>
                  </a:cubicBezTo>
                  <a:cubicBezTo>
                    <a:pt x="38504" y="23621"/>
                    <a:pt x="36649" y="22826"/>
                    <a:pt x="34948" y="21901"/>
                  </a:cubicBezTo>
                  <a:cubicBezTo>
                    <a:pt x="31634" y="20101"/>
                    <a:pt x="28343" y="18133"/>
                    <a:pt x="25644" y="15466"/>
                  </a:cubicBezTo>
                  <a:cubicBezTo>
                    <a:pt x="22712" y="12566"/>
                    <a:pt x="20969" y="8827"/>
                    <a:pt x="18503" y="5573"/>
                  </a:cubicBezTo>
                  <a:cubicBezTo>
                    <a:pt x="16248" y="2594"/>
                    <a:pt x="13265" y="185"/>
                    <a:pt x="9395" y="12"/>
                  </a:cubicBezTo>
                  <a:cubicBezTo>
                    <a:pt x="9223" y="4"/>
                    <a:pt x="9051" y="1"/>
                    <a:pt x="887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27" name="Google Shape;427;p9"/>
            <p:cNvSpPr/>
            <p:nvPr/>
          </p:nvSpPr>
          <p:spPr>
            <a:xfrm>
              <a:off x="9073080" y="1472760"/>
              <a:ext cx="13320" cy="10440"/>
            </a:xfrm>
            <a:custGeom>
              <a:rect b="b" l="l" r="r" t="t"/>
              <a:pathLst>
                <a:path extrusionOk="0" h="177" w="224">
                  <a:moveTo>
                    <a:pt x="116" y="0"/>
                  </a:moveTo>
                  <a:cubicBezTo>
                    <a:pt x="59" y="0"/>
                    <a:pt x="1" y="52"/>
                    <a:pt x="28" y="121"/>
                  </a:cubicBezTo>
                  <a:cubicBezTo>
                    <a:pt x="43" y="160"/>
                    <a:pt x="75" y="176"/>
                    <a:pt x="107" y="176"/>
                  </a:cubicBezTo>
                  <a:cubicBezTo>
                    <a:pt x="164" y="176"/>
                    <a:pt x="224" y="124"/>
                    <a:pt x="196" y="55"/>
                  </a:cubicBezTo>
                  <a:cubicBezTo>
                    <a:pt x="181" y="17"/>
                    <a:pt x="149" y="0"/>
                    <a:pt x="1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400" lIns="91425" spcFirstLastPara="1" rIns="91425" wrap="square" tIns="5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28" name="Google Shape;428;p9"/>
            <p:cNvSpPr/>
            <p:nvPr/>
          </p:nvSpPr>
          <p:spPr>
            <a:xfrm>
              <a:off x="8906760" y="1193040"/>
              <a:ext cx="246240" cy="263880"/>
            </a:xfrm>
            <a:custGeom>
              <a:rect b="b" l="l" r="r" t="t"/>
              <a:pathLst>
                <a:path extrusionOk="0" h="4324" w="4036">
                  <a:moveTo>
                    <a:pt x="2155" y="265"/>
                  </a:moveTo>
                  <a:cubicBezTo>
                    <a:pt x="2891" y="265"/>
                    <a:pt x="3479" y="882"/>
                    <a:pt x="3562" y="1685"/>
                  </a:cubicBezTo>
                  <a:cubicBezTo>
                    <a:pt x="3641" y="2466"/>
                    <a:pt x="3178" y="3634"/>
                    <a:pt x="2407" y="3950"/>
                  </a:cubicBezTo>
                  <a:cubicBezTo>
                    <a:pt x="2246" y="4016"/>
                    <a:pt x="2088" y="4046"/>
                    <a:pt x="1936" y="4046"/>
                  </a:cubicBezTo>
                  <a:cubicBezTo>
                    <a:pt x="1173" y="4046"/>
                    <a:pt x="558" y="3288"/>
                    <a:pt x="461" y="2544"/>
                  </a:cubicBezTo>
                  <a:cubicBezTo>
                    <a:pt x="354" y="1709"/>
                    <a:pt x="707" y="687"/>
                    <a:pt x="1538" y="383"/>
                  </a:cubicBezTo>
                  <a:cubicBezTo>
                    <a:pt x="1548" y="385"/>
                    <a:pt x="1558" y="387"/>
                    <a:pt x="1568" y="387"/>
                  </a:cubicBezTo>
                  <a:cubicBezTo>
                    <a:pt x="1578" y="387"/>
                    <a:pt x="1589" y="385"/>
                    <a:pt x="1599" y="380"/>
                  </a:cubicBezTo>
                  <a:cubicBezTo>
                    <a:pt x="1790" y="301"/>
                    <a:pt x="1977" y="265"/>
                    <a:pt x="2155" y="265"/>
                  </a:cubicBezTo>
                  <a:close/>
                  <a:moveTo>
                    <a:pt x="2220" y="0"/>
                  </a:moveTo>
                  <a:cubicBezTo>
                    <a:pt x="2067" y="0"/>
                    <a:pt x="1911" y="28"/>
                    <a:pt x="1757" y="87"/>
                  </a:cubicBezTo>
                  <a:cubicBezTo>
                    <a:pt x="1740" y="77"/>
                    <a:pt x="1720" y="70"/>
                    <a:pt x="1696" y="70"/>
                  </a:cubicBezTo>
                  <a:cubicBezTo>
                    <a:pt x="1688" y="70"/>
                    <a:pt x="1680" y="71"/>
                    <a:pt x="1672" y="72"/>
                  </a:cubicBezTo>
                  <a:cubicBezTo>
                    <a:pt x="490" y="258"/>
                    <a:pt x="1" y="1678"/>
                    <a:pt x="204" y="2731"/>
                  </a:cubicBezTo>
                  <a:cubicBezTo>
                    <a:pt x="364" y="3573"/>
                    <a:pt x="1089" y="4323"/>
                    <a:pt x="1943" y="4323"/>
                  </a:cubicBezTo>
                  <a:cubicBezTo>
                    <a:pt x="2105" y="4323"/>
                    <a:pt x="2272" y="4296"/>
                    <a:pt x="2441" y="4237"/>
                  </a:cubicBezTo>
                  <a:cubicBezTo>
                    <a:pt x="3481" y="3874"/>
                    <a:pt x="4035" y="2345"/>
                    <a:pt x="3782" y="1341"/>
                  </a:cubicBezTo>
                  <a:cubicBezTo>
                    <a:pt x="3596" y="602"/>
                    <a:pt x="2939" y="0"/>
                    <a:pt x="22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29" name="Google Shape;429;p9"/>
            <p:cNvSpPr/>
            <p:nvPr/>
          </p:nvSpPr>
          <p:spPr>
            <a:xfrm>
              <a:off x="8936280" y="1481040"/>
              <a:ext cx="20520" cy="16200"/>
            </a:xfrm>
            <a:custGeom>
              <a:rect b="b" l="l" r="r" t="t"/>
              <a:pathLst>
                <a:path extrusionOk="0" h="273" w="342">
                  <a:moveTo>
                    <a:pt x="179" y="1"/>
                  </a:moveTo>
                  <a:cubicBezTo>
                    <a:pt x="91" y="1"/>
                    <a:pt x="0" y="81"/>
                    <a:pt x="42" y="187"/>
                  </a:cubicBezTo>
                  <a:cubicBezTo>
                    <a:pt x="65" y="247"/>
                    <a:pt x="113" y="272"/>
                    <a:pt x="163" y="272"/>
                  </a:cubicBezTo>
                  <a:cubicBezTo>
                    <a:pt x="250" y="272"/>
                    <a:pt x="342" y="192"/>
                    <a:pt x="300" y="86"/>
                  </a:cubicBezTo>
                  <a:cubicBezTo>
                    <a:pt x="277" y="26"/>
                    <a:pt x="229" y="1"/>
                    <a:pt x="1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8275" lIns="91425" spcFirstLastPara="1" rIns="91425" wrap="square" tIns="8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30" name="Google Shape;430;p9"/>
            <p:cNvSpPr/>
            <p:nvPr/>
          </p:nvSpPr>
          <p:spPr>
            <a:xfrm>
              <a:off x="9158400" y="1377000"/>
              <a:ext cx="24840" cy="25200"/>
            </a:xfrm>
            <a:custGeom>
              <a:rect b="b" l="l" r="r" t="t"/>
              <a:pathLst>
                <a:path extrusionOk="0" h="418" w="412">
                  <a:moveTo>
                    <a:pt x="231" y="0"/>
                  </a:moveTo>
                  <a:cubicBezTo>
                    <a:pt x="168" y="0"/>
                    <a:pt x="108" y="38"/>
                    <a:pt x="80" y="98"/>
                  </a:cubicBezTo>
                  <a:lnTo>
                    <a:pt x="37" y="188"/>
                  </a:lnTo>
                  <a:cubicBezTo>
                    <a:pt x="0" y="266"/>
                    <a:pt x="41" y="374"/>
                    <a:pt x="122" y="405"/>
                  </a:cubicBezTo>
                  <a:cubicBezTo>
                    <a:pt x="143" y="414"/>
                    <a:pt x="165" y="418"/>
                    <a:pt x="187" y="418"/>
                  </a:cubicBezTo>
                  <a:cubicBezTo>
                    <a:pt x="252" y="418"/>
                    <a:pt x="314" y="383"/>
                    <a:pt x="340" y="320"/>
                  </a:cubicBezTo>
                  <a:cubicBezTo>
                    <a:pt x="353" y="290"/>
                    <a:pt x="366" y="259"/>
                    <a:pt x="377" y="228"/>
                  </a:cubicBezTo>
                  <a:cubicBezTo>
                    <a:pt x="411" y="147"/>
                    <a:pt x="376" y="51"/>
                    <a:pt x="295" y="14"/>
                  </a:cubicBezTo>
                  <a:cubicBezTo>
                    <a:pt x="274" y="5"/>
                    <a:pt x="252" y="0"/>
                    <a:pt x="2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600" lIns="91425" spcFirstLastPara="1" rIns="91425" wrap="square" tIns="12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31" name="Google Shape;431;p9"/>
            <p:cNvSpPr/>
            <p:nvPr/>
          </p:nvSpPr>
          <p:spPr>
            <a:xfrm>
              <a:off x="9226800" y="1357920"/>
              <a:ext cx="20880" cy="16200"/>
            </a:xfrm>
            <a:custGeom>
              <a:rect b="b" l="l" r="r" t="t"/>
              <a:pathLst>
                <a:path extrusionOk="0" h="274" w="346">
                  <a:moveTo>
                    <a:pt x="180" y="1"/>
                  </a:moveTo>
                  <a:cubicBezTo>
                    <a:pt x="92" y="1"/>
                    <a:pt x="0" y="81"/>
                    <a:pt x="43" y="188"/>
                  </a:cubicBezTo>
                  <a:cubicBezTo>
                    <a:pt x="66" y="248"/>
                    <a:pt x="115" y="273"/>
                    <a:pt x="165" y="273"/>
                  </a:cubicBezTo>
                  <a:cubicBezTo>
                    <a:pt x="253" y="273"/>
                    <a:pt x="345" y="193"/>
                    <a:pt x="302" y="86"/>
                  </a:cubicBezTo>
                  <a:cubicBezTo>
                    <a:pt x="279" y="26"/>
                    <a:pt x="230" y="1"/>
                    <a:pt x="1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8275" lIns="91425" spcFirstLastPara="1" rIns="91425" wrap="square" tIns="8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32" name="Google Shape;432;p9"/>
            <p:cNvSpPr/>
            <p:nvPr/>
          </p:nvSpPr>
          <p:spPr>
            <a:xfrm>
              <a:off x="8942040" y="1229040"/>
              <a:ext cx="179280" cy="166680"/>
            </a:xfrm>
            <a:custGeom>
              <a:rect b="b" l="l" r="r" t="t"/>
              <a:pathLst>
                <a:path extrusionOk="0" h="2732" w="2944">
                  <a:moveTo>
                    <a:pt x="1869" y="1737"/>
                  </a:moveTo>
                  <a:lnTo>
                    <a:pt x="1869" y="1737"/>
                  </a:lnTo>
                  <a:cubicBezTo>
                    <a:pt x="1804" y="1821"/>
                    <a:pt x="1703" y="1883"/>
                    <a:pt x="1578" y="1883"/>
                  </a:cubicBezTo>
                  <a:cubicBezTo>
                    <a:pt x="1546" y="1883"/>
                    <a:pt x="1512" y="1879"/>
                    <a:pt x="1477" y="1870"/>
                  </a:cubicBezTo>
                  <a:cubicBezTo>
                    <a:pt x="1422" y="1856"/>
                    <a:pt x="1372" y="1833"/>
                    <a:pt x="1331" y="1805"/>
                  </a:cubicBezTo>
                  <a:lnTo>
                    <a:pt x="1331" y="1805"/>
                  </a:lnTo>
                  <a:cubicBezTo>
                    <a:pt x="1365" y="1820"/>
                    <a:pt x="1399" y="1836"/>
                    <a:pt x="1440" y="1843"/>
                  </a:cubicBezTo>
                  <a:cubicBezTo>
                    <a:pt x="1468" y="1848"/>
                    <a:pt x="1494" y="1850"/>
                    <a:pt x="1519" y="1850"/>
                  </a:cubicBezTo>
                  <a:cubicBezTo>
                    <a:pt x="1594" y="1850"/>
                    <a:pt x="1658" y="1830"/>
                    <a:pt x="1712" y="1795"/>
                  </a:cubicBezTo>
                  <a:cubicBezTo>
                    <a:pt x="1767" y="1781"/>
                    <a:pt x="1820" y="1761"/>
                    <a:pt x="1869" y="1737"/>
                  </a:cubicBezTo>
                  <a:close/>
                  <a:moveTo>
                    <a:pt x="1771" y="0"/>
                  </a:moveTo>
                  <a:cubicBezTo>
                    <a:pt x="1637" y="0"/>
                    <a:pt x="1501" y="20"/>
                    <a:pt x="1385" y="49"/>
                  </a:cubicBezTo>
                  <a:cubicBezTo>
                    <a:pt x="893" y="169"/>
                    <a:pt x="440" y="532"/>
                    <a:pt x="274" y="1021"/>
                  </a:cubicBezTo>
                  <a:cubicBezTo>
                    <a:pt x="0" y="1835"/>
                    <a:pt x="617" y="2732"/>
                    <a:pt x="1426" y="2732"/>
                  </a:cubicBezTo>
                  <a:cubicBezTo>
                    <a:pt x="1561" y="2732"/>
                    <a:pt x="1701" y="2707"/>
                    <a:pt x="1844" y="2652"/>
                  </a:cubicBezTo>
                  <a:cubicBezTo>
                    <a:pt x="2652" y="2343"/>
                    <a:pt x="2944" y="1164"/>
                    <a:pt x="2428" y="508"/>
                  </a:cubicBezTo>
                  <a:cubicBezTo>
                    <a:pt x="2445" y="490"/>
                    <a:pt x="2455" y="468"/>
                    <a:pt x="2449" y="444"/>
                  </a:cubicBezTo>
                  <a:cubicBezTo>
                    <a:pt x="2389" y="106"/>
                    <a:pt x="2082" y="0"/>
                    <a:pt x="17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83500" lIns="91425" spcFirstLastPara="1" rIns="91425" wrap="square" tIns="83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33" name="Google Shape;433;p9"/>
            <p:cNvSpPr/>
            <p:nvPr/>
          </p:nvSpPr>
          <p:spPr>
            <a:xfrm>
              <a:off x="8811720" y="1436400"/>
              <a:ext cx="78120" cy="31680"/>
            </a:xfrm>
            <a:custGeom>
              <a:rect b="b" l="l" r="r" t="t"/>
              <a:pathLst>
                <a:path extrusionOk="0" h="524" w="1282">
                  <a:moveTo>
                    <a:pt x="891" y="113"/>
                  </a:moveTo>
                  <a:cubicBezTo>
                    <a:pt x="944" y="113"/>
                    <a:pt x="998" y="117"/>
                    <a:pt x="1051" y="126"/>
                  </a:cubicBezTo>
                  <a:cubicBezTo>
                    <a:pt x="861" y="242"/>
                    <a:pt x="682" y="319"/>
                    <a:pt x="484" y="319"/>
                  </a:cubicBezTo>
                  <a:cubicBezTo>
                    <a:pt x="429" y="319"/>
                    <a:pt x="373" y="313"/>
                    <a:pt x="314" y="300"/>
                  </a:cubicBezTo>
                  <a:cubicBezTo>
                    <a:pt x="484" y="180"/>
                    <a:pt x="685" y="113"/>
                    <a:pt x="891" y="113"/>
                  </a:cubicBezTo>
                  <a:close/>
                  <a:moveTo>
                    <a:pt x="783" y="0"/>
                  </a:moveTo>
                  <a:cubicBezTo>
                    <a:pt x="524" y="0"/>
                    <a:pt x="272" y="85"/>
                    <a:pt x="58" y="261"/>
                  </a:cubicBezTo>
                  <a:cubicBezTo>
                    <a:pt x="1" y="306"/>
                    <a:pt x="9" y="394"/>
                    <a:pt x="75" y="425"/>
                  </a:cubicBezTo>
                  <a:cubicBezTo>
                    <a:pt x="210" y="489"/>
                    <a:pt x="373" y="523"/>
                    <a:pt x="538" y="523"/>
                  </a:cubicBezTo>
                  <a:cubicBezTo>
                    <a:pt x="815" y="523"/>
                    <a:pt x="1097" y="426"/>
                    <a:pt x="1255" y="210"/>
                  </a:cubicBezTo>
                  <a:cubicBezTo>
                    <a:pt x="1271" y="187"/>
                    <a:pt x="1276" y="163"/>
                    <a:pt x="1275" y="145"/>
                  </a:cubicBezTo>
                  <a:cubicBezTo>
                    <a:pt x="1282" y="122"/>
                    <a:pt x="1278" y="99"/>
                    <a:pt x="1251" y="89"/>
                  </a:cubicBezTo>
                  <a:cubicBezTo>
                    <a:pt x="1249" y="89"/>
                    <a:pt x="1248" y="89"/>
                    <a:pt x="1244" y="86"/>
                  </a:cubicBezTo>
                  <a:cubicBezTo>
                    <a:pt x="1226" y="71"/>
                    <a:pt x="1206" y="61"/>
                    <a:pt x="1183" y="61"/>
                  </a:cubicBezTo>
                  <a:cubicBezTo>
                    <a:pt x="1179" y="61"/>
                    <a:pt x="1174" y="62"/>
                    <a:pt x="1170" y="62"/>
                  </a:cubicBezTo>
                  <a:cubicBezTo>
                    <a:pt x="1042" y="21"/>
                    <a:pt x="912" y="0"/>
                    <a:pt x="7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5825" lIns="91425" spcFirstLastPara="1" rIns="91425" wrap="square" tIns="15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34" name="Google Shape;434;p9"/>
            <p:cNvSpPr/>
            <p:nvPr/>
          </p:nvSpPr>
          <p:spPr>
            <a:xfrm>
              <a:off x="9213120" y="1286280"/>
              <a:ext cx="19080" cy="15120"/>
            </a:xfrm>
            <a:custGeom>
              <a:rect b="b" l="l" r="r" t="t"/>
              <a:pathLst>
                <a:path extrusionOk="0" h="254" w="318">
                  <a:moveTo>
                    <a:pt x="165" y="1"/>
                  </a:moveTo>
                  <a:cubicBezTo>
                    <a:pt x="84" y="1"/>
                    <a:pt x="0" y="75"/>
                    <a:pt x="40" y="175"/>
                  </a:cubicBezTo>
                  <a:cubicBezTo>
                    <a:pt x="62" y="230"/>
                    <a:pt x="106" y="253"/>
                    <a:pt x="152" y="253"/>
                  </a:cubicBezTo>
                  <a:cubicBezTo>
                    <a:pt x="233" y="253"/>
                    <a:pt x="317" y="179"/>
                    <a:pt x="278" y="81"/>
                  </a:cubicBezTo>
                  <a:cubicBezTo>
                    <a:pt x="256" y="25"/>
                    <a:pt x="211" y="1"/>
                    <a:pt x="1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550" lIns="91425" spcFirstLastPara="1" rIns="91425" wrap="square" tIns="75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35" name="Google Shape;435;p9"/>
            <p:cNvSpPr/>
            <p:nvPr/>
          </p:nvSpPr>
          <p:spPr>
            <a:xfrm>
              <a:off x="8732880" y="1459080"/>
              <a:ext cx="14040" cy="11160"/>
            </a:xfrm>
            <a:custGeom>
              <a:rect b="b" l="l" r="r" t="t"/>
              <a:pathLst>
                <a:path extrusionOk="0" h="188" w="237">
                  <a:moveTo>
                    <a:pt x="123" y="0"/>
                  </a:moveTo>
                  <a:cubicBezTo>
                    <a:pt x="63" y="0"/>
                    <a:pt x="0" y="55"/>
                    <a:pt x="28" y="128"/>
                  </a:cubicBezTo>
                  <a:cubicBezTo>
                    <a:pt x="45" y="170"/>
                    <a:pt x="80" y="187"/>
                    <a:pt x="114" y="187"/>
                  </a:cubicBezTo>
                  <a:cubicBezTo>
                    <a:pt x="175" y="187"/>
                    <a:pt x="236" y="133"/>
                    <a:pt x="208" y="60"/>
                  </a:cubicBezTo>
                  <a:cubicBezTo>
                    <a:pt x="192" y="18"/>
                    <a:pt x="158" y="0"/>
                    <a:pt x="1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750" lIns="91425" spcFirstLastPara="1" rIns="91425" wrap="square" tIns="5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36" name="Google Shape;436;p9"/>
            <p:cNvSpPr/>
            <p:nvPr/>
          </p:nvSpPr>
          <p:spPr>
            <a:xfrm>
              <a:off x="9162360" y="1254600"/>
              <a:ext cx="27360" cy="19440"/>
            </a:xfrm>
            <a:custGeom>
              <a:rect b="b" l="l" r="r" t="t"/>
              <a:pathLst>
                <a:path extrusionOk="0" h="322" w="455">
                  <a:moveTo>
                    <a:pt x="177" y="1"/>
                  </a:moveTo>
                  <a:cubicBezTo>
                    <a:pt x="67" y="1"/>
                    <a:pt x="1" y="179"/>
                    <a:pt x="104" y="243"/>
                  </a:cubicBezTo>
                  <a:cubicBezTo>
                    <a:pt x="130" y="259"/>
                    <a:pt x="158" y="277"/>
                    <a:pt x="185" y="293"/>
                  </a:cubicBezTo>
                  <a:cubicBezTo>
                    <a:pt x="215" y="311"/>
                    <a:pt x="248" y="321"/>
                    <a:pt x="281" y="321"/>
                  </a:cubicBezTo>
                  <a:cubicBezTo>
                    <a:pt x="335" y="321"/>
                    <a:pt x="386" y="294"/>
                    <a:pt x="412" y="236"/>
                  </a:cubicBezTo>
                  <a:cubicBezTo>
                    <a:pt x="454" y="144"/>
                    <a:pt x="390" y="58"/>
                    <a:pt x="300" y="32"/>
                  </a:cubicBezTo>
                  <a:cubicBezTo>
                    <a:pt x="268" y="24"/>
                    <a:pt x="239" y="15"/>
                    <a:pt x="206" y="5"/>
                  </a:cubicBezTo>
                  <a:cubicBezTo>
                    <a:pt x="196" y="2"/>
                    <a:pt x="186" y="1"/>
                    <a:pt x="1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37" name="Google Shape;437;p9"/>
            <p:cNvSpPr/>
            <p:nvPr/>
          </p:nvSpPr>
          <p:spPr>
            <a:xfrm>
              <a:off x="8830440" y="1371240"/>
              <a:ext cx="28080" cy="21240"/>
            </a:xfrm>
            <a:custGeom>
              <a:rect b="b" l="l" r="r" t="t"/>
              <a:pathLst>
                <a:path extrusionOk="0" h="355" w="464">
                  <a:moveTo>
                    <a:pt x="289" y="0"/>
                  </a:moveTo>
                  <a:cubicBezTo>
                    <a:pt x="268" y="0"/>
                    <a:pt x="246" y="5"/>
                    <a:pt x="223" y="15"/>
                  </a:cubicBezTo>
                  <a:lnTo>
                    <a:pt x="180" y="29"/>
                  </a:lnTo>
                  <a:cubicBezTo>
                    <a:pt x="1" y="91"/>
                    <a:pt x="81" y="354"/>
                    <a:pt x="237" y="354"/>
                  </a:cubicBezTo>
                  <a:cubicBezTo>
                    <a:pt x="258" y="354"/>
                    <a:pt x="279" y="350"/>
                    <a:pt x="302" y="340"/>
                  </a:cubicBezTo>
                  <a:lnTo>
                    <a:pt x="343" y="321"/>
                  </a:lnTo>
                  <a:cubicBezTo>
                    <a:pt x="447" y="286"/>
                    <a:pt x="464" y="190"/>
                    <a:pt x="430" y="112"/>
                  </a:cubicBezTo>
                  <a:cubicBezTo>
                    <a:pt x="408" y="50"/>
                    <a:pt x="356" y="0"/>
                    <a:pt x="2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0800" lIns="91425" spcFirstLastPara="1" rIns="91425" wrap="square" tIns="10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38" name="Google Shape;438;p9"/>
            <p:cNvSpPr/>
            <p:nvPr/>
          </p:nvSpPr>
          <p:spPr>
            <a:xfrm>
              <a:off x="8879040" y="1317960"/>
              <a:ext cx="28440" cy="19080"/>
            </a:xfrm>
            <a:custGeom>
              <a:rect b="b" l="l" r="r" t="t"/>
              <a:pathLst>
                <a:path extrusionOk="0" h="319" w="470">
                  <a:moveTo>
                    <a:pt x="298" y="0"/>
                  </a:moveTo>
                  <a:cubicBezTo>
                    <a:pt x="290" y="0"/>
                    <a:pt x="282" y="1"/>
                    <a:pt x="274" y="3"/>
                  </a:cubicBezTo>
                  <a:cubicBezTo>
                    <a:pt x="241" y="11"/>
                    <a:pt x="212" y="20"/>
                    <a:pt x="179" y="27"/>
                  </a:cubicBezTo>
                  <a:cubicBezTo>
                    <a:pt x="132" y="38"/>
                    <a:pt x="104" y="60"/>
                    <a:pt x="69" y="95"/>
                  </a:cubicBezTo>
                  <a:cubicBezTo>
                    <a:pt x="1" y="166"/>
                    <a:pt x="56" y="313"/>
                    <a:pt x="155" y="318"/>
                  </a:cubicBezTo>
                  <a:cubicBezTo>
                    <a:pt x="163" y="318"/>
                    <a:pt x="171" y="318"/>
                    <a:pt x="179" y="318"/>
                  </a:cubicBezTo>
                  <a:cubicBezTo>
                    <a:pt x="216" y="318"/>
                    <a:pt x="246" y="312"/>
                    <a:pt x="283" y="292"/>
                  </a:cubicBezTo>
                  <a:cubicBezTo>
                    <a:pt x="311" y="276"/>
                    <a:pt x="339" y="261"/>
                    <a:pt x="368" y="241"/>
                  </a:cubicBezTo>
                  <a:cubicBezTo>
                    <a:pt x="469" y="182"/>
                    <a:pt x="407" y="0"/>
                    <a:pt x="2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39" name="Google Shape;439;p9"/>
            <p:cNvSpPr/>
            <p:nvPr/>
          </p:nvSpPr>
          <p:spPr>
            <a:xfrm>
              <a:off x="9141120" y="1159560"/>
              <a:ext cx="60840" cy="56520"/>
            </a:xfrm>
            <a:custGeom>
              <a:rect b="b" l="l" r="r" t="t"/>
              <a:pathLst>
                <a:path extrusionOk="0" h="934" w="1000">
                  <a:moveTo>
                    <a:pt x="357" y="175"/>
                  </a:moveTo>
                  <a:cubicBezTo>
                    <a:pt x="372" y="175"/>
                    <a:pt x="389" y="176"/>
                    <a:pt x="407" y="179"/>
                  </a:cubicBezTo>
                  <a:cubicBezTo>
                    <a:pt x="536" y="199"/>
                    <a:pt x="633" y="329"/>
                    <a:pt x="706" y="423"/>
                  </a:cubicBezTo>
                  <a:cubicBezTo>
                    <a:pt x="702" y="418"/>
                    <a:pt x="697" y="416"/>
                    <a:pt x="691" y="416"/>
                  </a:cubicBezTo>
                  <a:cubicBezTo>
                    <a:pt x="682" y="416"/>
                    <a:pt x="673" y="422"/>
                    <a:pt x="671" y="431"/>
                  </a:cubicBezTo>
                  <a:cubicBezTo>
                    <a:pt x="634" y="443"/>
                    <a:pt x="607" y="491"/>
                    <a:pt x="616" y="531"/>
                  </a:cubicBezTo>
                  <a:cubicBezTo>
                    <a:pt x="628" y="586"/>
                    <a:pt x="650" y="637"/>
                    <a:pt x="675" y="689"/>
                  </a:cubicBezTo>
                  <a:cubicBezTo>
                    <a:pt x="543" y="650"/>
                    <a:pt x="427" y="576"/>
                    <a:pt x="336" y="467"/>
                  </a:cubicBezTo>
                  <a:cubicBezTo>
                    <a:pt x="269" y="383"/>
                    <a:pt x="183" y="175"/>
                    <a:pt x="357" y="175"/>
                  </a:cubicBezTo>
                  <a:close/>
                  <a:moveTo>
                    <a:pt x="348" y="0"/>
                  </a:moveTo>
                  <a:cubicBezTo>
                    <a:pt x="222" y="0"/>
                    <a:pt x="99" y="65"/>
                    <a:pt x="59" y="191"/>
                  </a:cubicBezTo>
                  <a:cubicBezTo>
                    <a:pt x="1" y="369"/>
                    <a:pt x="131" y="560"/>
                    <a:pt x="253" y="681"/>
                  </a:cubicBezTo>
                  <a:cubicBezTo>
                    <a:pt x="414" y="840"/>
                    <a:pt x="627" y="926"/>
                    <a:pt x="852" y="933"/>
                  </a:cubicBezTo>
                  <a:cubicBezTo>
                    <a:pt x="854" y="933"/>
                    <a:pt x="857" y="933"/>
                    <a:pt x="859" y="933"/>
                  </a:cubicBezTo>
                  <a:cubicBezTo>
                    <a:pt x="950" y="933"/>
                    <a:pt x="1000" y="848"/>
                    <a:pt x="953" y="766"/>
                  </a:cubicBezTo>
                  <a:cubicBezTo>
                    <a:pt x="895" y="665"/>
                    <a:pt x="837" y="565"/>
                    <a:pt x="754" y="480"/>
                  </a:cubicBezTo>
                  <a:cubicBezTo>
                    <a:pt x="762" y="478"/>
                    <a:pt x="767" y="478"/>
                    <a:pt x="774" y="477"/>
                  </a:cubicBezTo>
                  <a:cubicBezTo>
                    <a:pt x="788" y="471"/>
                    <a:pt x="798" y="457"/>
                    <a:pt x="801" y="443"/>
                  </a:cubicBezTo>
                  <a:cubicBezTo>
                    <a:pt x="825" y="270"/>
                    <a:pt x="607" y="62"/>
                    <a:pt x="454" y="16"/>
                  </a:cubicBezTo>
                  <a:cubicBezTo>
                    <a:pt x="420" y="6"/>
                    <a:pt x="384" y="0"/>
                    <a:pt x="3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8425" lIns="91425" spcFirstLastPara="1" rIns="91425" wrap="square" tIns="28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40" name="Google Shape;440;p9"/>
            <p:cNvSpPr/>
            <p:nvPr/>
          </p:nvSpPr>
          <p:spPr>
            <a:xfrm>
              <a:off x="9228960" y="1179360"/>
              <a:ext cx="21960" cy="16920"/>
            </a:xfrm>
            <a:custGeom>
              <a:rect b="b" l="l" r="r" t="t"/>
              <a:pathLst>
                <a:path extrusionOk="0" h="280" w="365">
                  <a:moveTo>
                    <a:pt x="184" y="1"/>
                  </a:moveTo>
                  <a:cubicBezTo>
                    <a:pt x="177" y="1"/>
                    <a:pt x="169" y="2"/>
                    <a:pt x="161" y="3"/>
                  </a:cubicBezTo>
                  <a:cubicBezTo>
                    <a:pt x="86" y="3"/>
                    <a:pt x="18" y="58"/>
                    <a:pt x="8" y="136"/>
                  </a:cubicBezTo>
                  <a:cubicBezTo>
                    <a:pt x="1" y="192"/>
                    <a:pt x="28" y="240"/>
                    <a:pt x="79" y="264"/>
                  </a:cubicBezTo>
                  <a:cubicBezTo>
                    <a:pt x="99" y="275"/>
                    <a:pt x="121" y="280"/>
                    <a:pt x="142" y="280"/>
                  </a:cubicBezTo>
                  <a:cubicBezTo>
                    <a:pt x="187" y="280"/>
                    <a:pt x="230" y="258"/>
                    <a:pt x="260" y="223"/>
                  </a:cubicBezTo>
                  <a:cubicBezTo>
                    <a:pt x="365" y="154"/>
                    <a:pt x="293" y="1"/>
                    <a:pt x="1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8625" lIns="91425" spcFirstLastPara="1" rIns="91425" wrap="square" tIns="86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41" name="Google Shape;441;p9"/>
            <p:cNvSpPr/>
            <p:nvPr/>
          </p:nvSpPr>
          <p:spPr>
            <a:xfrm>
              <a:off x="8797680" y="1294560"/>
              <a:ext cx="24480" cy="19440"/>
            </a:xfrm>
            <a:custGeom>
              <a:rect b="b" l="l" r="r" t="t"/>
              <a:pathLst>
                <a:path extrusionOk="0" h="323" w="408">
                  <a:moveTo>
                    <a:pt x="213" y="1"/>
                  </a:moveTo>
                  <a:cubicBezTo>
                    <a:pt x="109" y="1"/>
                    <a:pt x="1" y="96"/>
                    <a:pt x="50" y="223"/>
                  </a:cubicBezTo>
                  <a:cubicBezTo>
                    <a:pt x="78" y="293"/>
                    <a:pt x="135" y="323"/>
                    <a:pt x="194" y="323"/>
                  </a:cubicBezTo>
                  <a:cubicBezTo>
                    <a:pt x="299" y="323"/>
                    <a:pt x="408" y="229"/>
                    <a:pt x="358" y="102"/>
                  </a:cubicBezTo>
                  <a:cubicBezTo>
                    <a:pt x="330" y="31"/>
                    <a:pt x="272" y="1"/>
                    <a:pt x="2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42" name="Google Shape;442;p9"/>
            <p:cNvSpPr/>
            <p:nvPr/>
          </p:nvSpPr>
          <p:spPr>
            <a:xfrm>
              <a:off x="8651520" y="1357200"/>
              <a:ext cx="15480" cy="12240"/>
            </a:xfrm>
            <a:custGeom>
              <a:rect b="b" l="l" r="r" t="t"/>
              <a:pathLst>
                <a:path extrusionOk="0" h="204" w="259">
                  <a:moveTo>
                    <a:pt x="135" y="1"/>
                  </a:moveTo>
                  <a:cubicBezTo>
                    <a:pt x="69" y="1"/>
                    <a:pt x="0" y="60"/>
                    <a:pt x="32" y="140"/>
                  </a:cubicBezTo>
                  <a:cubicBezTo>
                    <a:pt x="50" y="184"/>
                    <a:pt x="86" y="203"/>
                    <a:pt x="123" y="203"/>
                  </a:cubicBezTo>
                  <a:cubicBezTo>
                    <a:pt x="190" y="203"/>
                    <a:pt x="258" y="143"/>
                    <a:pt x="226" y="63"/>
                  </a:cubicBezTo>
                  <a:cubicBezTo>
                    <a:pt x="209" y="19"/>
                    <a:pt x="172" y="1"/>
                    <a:pt x="1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100" lIns="91425" spcFirstLastPara="1" rIns="91425" wrap="square" tIns="6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43" name="Google Shape;443;p9"/>
            <p:cNvSpPr/>
            <p:nvPr/>
          </p:nvSpPr>
          <p:spPr>
            <a:xfrm>
              <a:off x="9100440" y="1161720"/>
              <a:ext cx="18000" cy="14400"/>
            </a:xfrm>
            <a:custGeom>
              <a:rect b="b" l="l" r="r" t="t"/>
              <a:pathLst>
                <a:path extrusionOk="0" h="239" w="302">
                  <a:moveTo>
                    <a:pt x="158" y="1"/>
                  </a:moveTo>
                  <a:cubicBezTo>
                    <a:pt x="81" y="1"/>
                    <a:pt x="0" y="71"/>
                    <a:pt x="36" y="163"/>
                  </a:cubicBezTo>
                  <a:cubicBezTo>
                    <a:pt x="57" y="216"/>
                    <a:pt x="100" y="239"/>
                    <a:pt x="144" y="239"/>
                  </a:cubicBezTo>
                  <a:cubicBezTo>
                    <a:pt x="222" y="239"/>
                    <a:pt x="302" y="169"/>
                    <a:pt x="265" y="75"/>
                  </a:cubicBezTo>
                  <a:cubicBezTo>
                    <a:pt x="244" y="23"/>
                    <a:pt x="202" y="1"/>
                    <a:pt x="1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200" lIns="91425" spcFirstLastPara="1" rIns="91425" wrap="square" tIns="7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44" name="Google Shape;444;p9"/>
            <p:cNvSpPr/>
            <p:nvPr/>
          </p:nvSpPr>
          <p:spPr>
            <a:xfrm>
              <a:off x="8705520" y="1308600"/>
              <a:ext cx="15480" cy="12240"/>
            </a:xfrm>
            <a:custGeom>
              <a:rect b="b" l="l" r="r" t="t"/>
              <a:pathLst>
                <a:path extrusionOk="0" h="206" w="259">
                  <a:moveTo>
                    <a:pt x="135" y="0"/>
                  </a:moveTo>
                  <a:cubicBezTo>
                    <a:pt x="69" y="0"/>
                    <a:pt x="1" y="61"/>
                    <a:pt x="32" y="141"/>
                  </a:cubicBezTo>
                  <a:cubicBezTo>
                    <a:pt x="50" y="186"/>
                    <a:pt x="87" y="205"/>
                    <a:pt x="124" y="205"/>
                  </a:cubicBezTo>
                  <a:cubicBezTo>
                    <a:pt x="190" y="205"/>
                    <a:pt x="258" y="145"/>
                    <a:pt x="226" y="65"/>
                  </a:cubicBezTo>
                  <a:cubicBezTo>
                    <a:pt x="209" y="19"/>
                    <a:pt x="172" y="0"/>
                    <a:pt x="1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100" lIns="91425" spcFirstLastPara="1" rIns="91425" wrap="square" tIns="6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45" name="Google Shape;445;p9"/>
            <p:cNvSpPr/>
            <p:nvPr/>
          </p:nvSpPr>
          <p:spPr>
            <a:xfrm>
              <a:off x="8863200" y="1182240"/>
              <a:ext cx="58320" cy="39960"/>
            </a:xfrm>
            <a:custGeom>
              <a:rect b="b" l="l" r="r" t="t"/>
              <a:pathLst>
                <a:path extrusionOk="0" h="661" w="962">
                  <a:moveTo>
                    <a:pt x="455" y="172"/>
                  </a:moveTo>
                  <a:cubicBezTo>
                    <a:pt x="568" y="172"/>
                    <a:pt x="684" y="249"/>
                    <a:pt x="780" y="328"/>
                  </a:cubicBezTo>
                  <a:cubicBezTo>
                    <a:pt x="672" y="375"/>
                    <a:pt x="561" y="459"/>
                    <a:pt x="440" y="459"/>
                  </a:cubicBezTo>
                  <a:cubicBezTo>
                    <a:pt x="422" y="459"/>
                    <a:pt x="404" y="457"/>
                    <a:pt x="385" y="453"/>
                  </a:cubicBezTo>
                  <a:cubicBezTo>
                    <a:pt x="264" y="422"/>
                    <a:pt x="206" y="300"/>
                    <a:pt x="314" y="221"/>
                  </a:cubicBezTo>
                  <a:cubicBezTo>
                    <a:pt x="359" y="187"/>
                    <a:pt x="407" y="172"/>
                    <a:pt x="455" y="172"/>
                  </a:cubicBezTo>
                  <a:close/>
                  <a:moveTo>
                    <a:pt x="432" y="0"/>
                  </a:moveTo>
                  <a:cubicBezTo>
                    <a:pt x="295" y="0"/>
                    <a:pt x="151" y="70"/>
                    <a:pt x="87" y="192"/>
                  </a:cubicBezTo>
                  <a:cubicBezTo>
                    <a:pt x="1" y="357"/>
                    <a:pt x="88" y="542"/>
                    <a:pt x="250" y="619"/>
                  </a:cubicBezTo>
                  <a:cubicBezTo>
                    <a:pt x="311" y="648"/>
                    <a:pt x="375" y="661"/>
                    <a:pt x="440" y="661"/>
                  </a:cubicBezTo>
                  <a:cubicBezTo>
                    <a:pt x="596" y="661"/>
                    <a:pt x="755" y="587"/>
                    <a:pt x="876" y="493"/>
                  </a:cubicBezTo>
                  <a:cubicBezTo>
                    <a:pt x="902" y="476"/>
                    <a:pt x="910" y="453"/>
                    <a:pt x="912" y="426"/>
                  </a:cubicBezTo>
                  <a:cubicBezTo>
                    <a:pt x="939" y="420"/>
                    <a:pt x="961" y="385"/>
                    <a:pt x="940" y="358"/>
                  </a:cubicBezTo>
                  <a:cubicBezTo>
                    <a:pt x="824" y="201"/>
                    <a:pt x="695" y="34"/>
                    <a:pt x="485" y="4"/>
                  </a:cubicBezTo>
                  <a:cubicBezTo>
                    <a:pt x="468" y="1"/>
                    <a:pt x="450" y="0"/>
                    <a:pt x="4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0150" lIns="91425" spcFirstLastPara="1" rIns="91425" wrap="square" tIns="201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46" name="Google Shape;446;p9"/>
            <p:cNvSpPr/>
            <p:nvPr/>
          </p:nvSpPr>
          <p:spPr>
            <a:xfrm>
              <a:off x="8544960" y="1335240"/>
              <a:ext cx="22320" cy="22320"/>
            </a:xfrm>
            <a:custGeom>
              <a:rect b="b" l="l" r="r" t="t"/>
              <a:pathLst>
                <a:path extrusionOk="0" h="373" w="374">
                  <a:moveTo>
                    <a:pt x="175" y="0"/>
                  </a:moveTo>
                  <a:cubicBezTo>
                    <a:pt x="156" y="0"/>
                    <a:pt x="137" y="4"/>
                    <a:pt x="120" y="11"/>
                  </a:cubicBezTo>
                  <a:cubicBezTo>
                    <a:pt x="43" y="41"/>
                    <a:pt x="0" y="133"/>
                    <a:pt x="33" y="211"/>
                  </a:cubicBezTo>
                  <a:lnTo>
                    <a:pt x="59" y="276"/>
                  </a:lnTo>
                  <a:cubicBezTo>
                    <a:pt x="84" y="335"/>
                    <a:pt x="142" y="372"/>
                    <a:pt x="203" y="372"/>
                  </a:cubicBezTo>
                  <a:cubicBezTo>
                    <a:pt x="221" y="372"/>
                    <a:pt x="239" y="369"/>
                    <a:pt x="257" y="362"/>
                  </a:cubicBezTo>
                  <a:cubicBezTo>
                    <a:pt x="335" y="333"/>
                    <a:pt x="373" y="242"/>
                    <a:pt x="345" y="164"/>
                  </a:cubicBezTo>
                  <a:lnTo>
                    <a:pt x="319" y="99"/>
                  </a:lnTo>
                  <a:cubicBezTo>
                    <a:pt x="298" y="38"/>
                    <a:pt x="236" y="0"/>
                    <a:pt x="1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1150" lIns="91425" spcFirstLastPara="1" rIns="91425" wrap="square" tIns="111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47" name="Google Shape;447;p9"/>
            <p:cNvSpPr/>
            <p:nvPr/>
          </p:nvSpPr>
          <p:spPr>
            <a:xfrm>
              <a:off x="8619840" y="1303200"/>
              <a:ext cx="19080" cy="15120"/>
            </a:xfrm>
            <a:custGeom>
              <a:rect b="b" l="l" r="r" t="t"/>
              <a:pathLst>
                <a:path extrusionOk="0" h="254" w="318">
                  <a:moveTo>
                    <a:pt x="166" y="1"/>
                  </a:moveTo>
                  <a:cubicBezTo>
                    <a:pt x="85" y="1"/>
                    <a:pt x="1" y="75"/>
                    <a:pt x="40" y="173"/>
                  </a:cubicBezTo>
                  <a:cubicBezTo>
                    <a:pt x="62" y="230"/>
                    <a:pt x="107" y="253"/>
                    <a:pt x="153" y="253"/>
                  </a:cubicBezTo>
                  <a:cubicBezTo>
                    <a:pt x="234" y="253"/>
                    <a:pt x="318" y="179"/>
                    <a:pt x="280" y="80"/>
                  </a:cubicBezTo>
                  <a:cubicBezTo>
                    <a:pt x="258" y="24"/>
                    <a:pt x="213" y="1"/>
                    <a:pt x="1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550" lIns="91425" spcFirstLastPara="1" rIns="91425" wrap="square" tIns="75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48" name="Google Shape;448;p9"/>
            <p:cNvSpPr/>
            <p:nvPr/>
          </p:nvSpPr>
          <p:spPr>
            <a:xfrm>
              <a:off x="9024120" y="1087560"/>
              <a:ext cx="70920" cy="48600"/>
            </a:xfrm>
            <a:custGeom>
              <a:rect b="b" l="l" r="r" t="t"/>
              <a:pathLst>
                <a:path extrusionOk="0" h="804" w="1168">
                  <a:moveTo>
                    <a:pt x="732" y="176"/>
                  </a:moveTo>
                  <a:cubicBezTo>
                    <a:pt x="773" y="176"/>
                    <a:pt x="814" y="180"/>
                    <a:pt x="855" y="189"/>
                  </a:cubicBezTo>
                  <a:cubicBezTo>
                    <a:pt x="807" y="277"/>
                    <a:pt x="778" y="380"/>
                    <a:pt x="713" y="461"/>
                  </a:cubicBezTo>
                  <a:cubicBezTo>
                    <a:pt x="659" y="526"/>
                    <a:pt x="546" y="588"/>
                    <a:pt x="449" y="588"/>
                  </a:cubicBezTo>
                  <a:cubicBezTo>
                    <a:pt x="381" y="588"/>
                    <a:pt x="320" y="557"/>
                    <a:pt x="295" y="474"/>
                  </a:cubicBezTo>
                  <a:cubicBezTo>
                    <a:pt x="241" y="305"/>
                    <a:pt x="523" y="199"/>
                    <a:pt x="651" y="182"/>
                  </a:cubicBezTo>
                  <a:cubicBezTo>
                    <a:pt x="678" y="178"/>
                    <a:pt x="705" y="176"/>
                    <a:pt x="732" y="176"/>
                  </a:cubicBezTo>
                  <a:close/>
                  <a:moveTo>
                    <a:pt x="677" y="1"/>
                  </a:moveTo>
                  <a:cubicBezTo>
                    <a:pt x="605" y="1"/>
                    <a:pt x="532" y="13"/>
                    <a:pt x="461" y="36"/>
                  </a:cubicBezTo>
                  <a:cubicBezTo>
                    <a:pt x="250" y="104"/>
                    <a:pt x="0" y="317"/>
                    <a:pt x="92" y="562"/>
                  </a:cubicBezTo>
                  <a:cubicBezTo>
                    <a:pt x="152" y="719"/>
                    <a:pt x="321" y="804"/>
                    <a:pt x="485" y="804"/>
                  </a:cubicBezTo>
                  <a:cubicBezTo>
                    <a:pt x="543" y="804"/>
                    <a:pt x="600" y="793"/>
                    <a:pt x="652" y="772"/>
                  </a:cubicBezTo>
                  <a:cubicBezTo>
                    <a:pt x="828" y="695"/>
                    <a:pt x="999" y="468"/>
                    <a:pt x="1045" y="263"/>
                  </a:cubicBezTo>
                  <a:cubicBezTo>
                    <a:pt x="1055" y="268"/>
                    <a:pt x="1063" y="270"/>
                    <a:pt x="1072" y="276"/>
                  </a:cubicBezTo>
                  <a:cubicBezTo>
                    <a:pt x="1081" y="281"/>
                    <a:pt x="1090" y="283"/>
                    <a:pt x="1098" y="283"/>
                  </a:cubicBezTo>
                  <a:cubicBezTo>
                    <a:pt x="1144" y="283"/>
                    <a:pt x="1168" y="212"/>
                    <a:pt x="1130" y="176"/>
                  </a:cubicBezTo>
                  <a:cubicBezTo>
                    <a:pt x="1106" y="155"/>
                    <a:pt x="1079" y="134"/>
                    <a:pt x="1052" y="115"/>
                  </a:cubicBezTo>
                  <a:cubicBezTo>
                    <a:pt x="1042" y="83"/>
                    <a:pt x="1014" y="68"/>
                    <a:pt x="984" y="68"/>
                  </a:cubicBezTo>
                  <a:cubicBezTo>
                    <a:pt x="979" y="68"/>
                    <a:pt x="974" y="68"/>
                    <a:pt x="970" y="69"/>
                  </a:cubicBezTo>
                  <a:cubicBezTo>
                    <a:pt x="878" y="24"/>
                    <a:pt x="778" y="1"/>
                    <a:pt x="6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4475" lIns="91425" spcFirstLastPara="1" rIns="91425" wrap="square" tIns="24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49" name="Google Shape;449;p9"/>
            <p:cNvSpPr/>
            <p:nvPr/>
          </p:nvSpPr>
          <p:spPr>
            <a:xfrm>
              <a:off x="8841960" y="1210680"/>
              <a:ext cx="13680" cy="10800"/>
            </a:xfrm>
            <a:custGeom>
              <a:rect b="b" l="l" r="r" t="t"/>
              <a:pathLst>
                <a:path extrusionOk="0" h="180" w="227">
                  <a:moveTo>
                    <a:pt x="118" y="0"/>
                  </a:moveTo>
                  <a:cubicBezTo>
                    <a:pt x="60" y="0"/>
                    <a:pt x="0" y="52"/>
                    <a:pt x="28" y="124"/>
                  </a:cubicBezTo>
                  <a:cubicBezTo>
                    <a:pt x="43" y="163"/>
                    <a:pt x="75" y="180"/>
                    <a:pt x="107" y="180"/>
                  </a:cubicBezTo>
                  <a:cubicBezTo>
                    <a:pt x="166" y="180"/>
                    <a:pt x="226" y="127"/>
                    <a:pt x="199" y="56"/>
                  </a:cubicBezTo>
                  <a:cubicBezTo>
                    <a:pt x="183" y="17"/>
                    <a:pt x="151" y="0"/>
                    <a:pt x="1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400" lIns="91425" spcFirstLastPara="1" rIns="91425" wrap="square" tIns="5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50" name="Google Shape;450;p9"/>
            <p:cNvSpPr/>
            <p:nvPr/>
          </p:nvSpPr>
          <p:spPr>
            <a:xfrm>
              <a:off x="8946000" y="1140480"/>
              <a:ext cx="24120" cy="24480"/>
            </a:xfrm>
            <a:custGeom>
              <a:rect b="b" l="l" r="r" t="t"/>
              <a:pathLst>
                <a:path extrusionOk="0" h="404" w="398">
                  <a:moveTo>
                    <a:pt x="231" y="0"/>
                  </a:moveTo>
                  <a:cubicBezTo>
                    <a:pt x="173" y="0"/>
                    <a:pt x="123" y="37"/>
                    <a:pt x="93" y="92"/>
                  </a:cubicBezTo>
                  <a:cubicBezTo>
                    <a:pt x="75" y="119"/>
                    <a:pt x="59" y="148"/>
                    <a:pt x="43" y="177"/>
                  </a:cubicBezTo>
                  <a:cubicBezTo>
                    <a:pt x="1" y="250"/>
                    <a:pt x="52" y="362"/>
                    <a:pt x="129" y="392"/>
                  </a:cubicBezTo>
                  <a:cubicBezTo>
                    <a:pt x="148" y="399"/>
                    <a:pt x="169" y="403"/>
                    <a:pt x="191" y="403"/>
                  </a:cubicBezTo>
                  <a:cubicBezTo>
                    <a:pt x="256" y="403"/>
                    <a:pt x="324" y="372"/>
                    <a:pt x="344" y="307"/>
                  </a:cubicBezTo>
                  <a:cubicBezTo>
                    <a:pt x="352" y="276"/>
                    <a:pt x="364" y="246"/>
                    <a:pt x="371" y="214"/>
                  </a:cubicBezTo>
                  <a:cubicBezTo>
                    <a:pt x="398" y="134"/>
                    <a:pt x="377" y="49"/>
                    <a:pt x="293" y="14"/>
                  </a:cubicBezTo>
                  <a:cubicBezTo>
                    <a:pt x="272" y="4"/>
                    <a:pt x="251" y="0"/>
                    <a:pt x="2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225" lIns="91425" spcFirstLastPara="1" rIns="91425" wrap="square" tIns="12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51" name="Google Shape;451;p9"/>
            <p:cNvSpPr/>
            <p:nvPr/>
          </p:nvSpPr>
          <p:spPr>
            <a:xfrm>
              <a:off x="9137160" y="1079280"/>
              <a:ext cx="16920" cy="13320"/>
            </a:xfrm>
            <a:custGeom>
              <a:rect b="b" l="l" r="r" t="t"/>
              <a:pathLst>
                <a:path extrusionOk="0" h="224" w="282">
                  <a:moveTo>
                    <a:pt x="148" y="1"/>
                  </a:moveTo>
                  <a:cubicBezTo>
                    <a:pt x="75" y="1"/>
                    <a:pt x="1" y="66"/>
                    <a:pt x="35" y="153"/>
                  </a:cubicBezTo>
                  <a:cubicBezTo>
                    <a:pt x="54" y="203"/>
                    <a:pt x="94" y="224"/>
                    <a:pt x="134" y="224"/>
                  </a:cubicBezTo>
                  <a:cubicBezTo>
                    <a:pt x="206" y="224"/>
                    <a:pt x="281" y="158"/>
                    <a:pt x="248" y="71"/>
                  </a:cubicBezTo>
                  <a:cubicBezTo>
                    <a:pt x="228" y="21"/>
                    <a:pt x="188" y="1"/>
                    <a:pt x="1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825" lIns="91425" spcFirstLastPara="1" rIns="91425" wrap="square" tIns="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52" name="Google Shape;452;p9"/>
            <p:cNvSpPr/>
            <p:nvPr/>
          </p:nvSpPr>
          <p:spPr>
            <a:xfrm>
              <a:off x="8710560" y="1223640"/>
              <a:ext cx="24480" cy="21240"/>
            </a:xfrm>
            <a:custGeom>
              <a:rect b="b" l="l" r="r" t="t"/>
              <a:pathLst>
                <a:path extrusionOk="0" h="353" w="408">
                  <a:moveTo>
                    <a:pt x="216" y="0"/>
                  </a:moveTo>
                  <a:cubicBezTo>
                    <a:pt x="112" y="0"/>
                    <a:pt x="0" y="94"/>
                    <a:pt x="55" y="215"/>
                  </a:cubicBezTo>
                  <a:lnTo>
                    <a:pt x="73" y="256"/>
                  </a:lnTo>
                  <a:cubicBezTo>
                    <a:pt x="95" y="324"/>
                    <a:pt x="147" y="353"/>
                    <a:pt x="202" y="353"/>
                  </a:cubicBezTo>
                  <a:cubicBezTo>
                    <a:pt x="226" y="353"/>
                    <a:pt x="250" y="347"/>
                    <a:pt x="273" y="337"/>
                  </a:cubicBezTo>
                  <a:cubicBezTo>
                    <a:pt x="351" y="313"/>
                    <a:pt x="408" y="235"/>
                    <a:pt x="365" y="140"/>
                  </a:cubicBezTo>
                  <a:lnTo>
                    <a:pt x="351" y="98"/>
                  </a:lnTo>
                  <a:cubicBezTo>
                    <a:pt x="328" y="29"/>
                    <a:pt x="273" y="0"/>
                    <a:pt x="2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0800" lIns="91425" spcFirstLastPara="1" rIns="91425" wrap="square" tIns="10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53" name="Google Shape;453;p9"/>
            <p:cNvSpPr/>
            <p:nvPr/>
          </p:nvSpPr>
          <p:spPr>
            <a:xfrm>
              <a:off x="8648640" y="927360"/>
              <a:ext cx="208800" cy="267840"/>
            </a:xfrm>
            <a:custGeom>
              <a:rect b="b" l="l" r="r" t="t"/>
              <a:pathLst>
                <a:path extrusionOk="0" h="4391" w="3424">
                  <a:moveTo>
                    <a:pt x="1005" y="272"/>
                  </a:moveTo>
                  <a:cubicBezTo>
                    <a:pt x="1562" y="272"/>
                    <a:pt x="2085" y="785"/>
                    <a:pt x="2409" y="1270"/>
                  </a:cubicBezTo>
                  <a:cubicBezTo>
                    <a:pt x="2935" y="2051"/>
                    <a:pt x="3101" y="2857"/>
                    <a:pt x="2476" y="3642"/>
                  </a:cubicBezTo>
                  <a:cubicBezTo>
                    <a:pt x="2237" y="3943"/>
                    <a:pt x="1885" y="4153"/>
                    <a:pt x="1523" y="4153"/>
                  </a:cubicBezTo>
                  <a:cubicBezTo>
                    <a:pt x="1332" y="4153"/>
                    <a:pt x="1138" y="4094"/>
                    <a:pt x="957" y="3961"/>
                  </a:cubicBezTo>
                  <a:cubicBezTo>
                    <a:pt x="519" y="3642"/>
                    <a:pt x="505" y="3133"/>
                    <a:pt x="590" y="2649"/>
                  </a:cubicBezTo>
                  <a:cubicBezTo>
                    <a:pt x="636" y="2386"/>
                    <a:pt x="707" y="2119"/>
                    <a:pt x="678" y="1849"/>
                  </a:cubicBezTo>
                  <a:cubicBezTo>
                    <a:pt x="635" y="1472"/>
                    <a:pt x="218" y="1003"/>
                    <a:pt x="472" y="631"/>
                  </a:cubicBezTo>
                  <a:cubicBezTo>
                    <a:pt x="517" y="565"/>
                    <a:pt x="498" y="496"/>
                    <a:pt x="455" y="455"/>
                  </a:cubicBezTo>
                  <a:cubicBezTo>
                    <a:pt x="638" y="327"/>
                    <a:pt x="823" y="272"/>
                    <a:pt x="1005" y="272"/>
                  </a:cubicBezTo>
                  <a:close/>
                  <a:moveTo>
                    <a:pt x="989" y="0"/>
                  </a:moveTo>
                  <a:cubicBezTo>
                    <a:pt x="703" y="0"/>
                    <a:pt x="428" y="123"/>
                    <a:pt x="206" y="434"/>
                  </a:cubicBezTo>
                  <a:cubicBezTo>
                    <a:pt x="179" y="469"/>
                    <a:pt x="189" y="517"/>
                    <a:pt x="214" y="547"/>
                  </a:cubicBezTo>
                  <a:cubicBezTo>
                    <a:pt x="0" y="906"/>
                    <a:pt x="220" y="1236"/>
                    <a:pt x="345" y="1614"/>
                  </a:cubicBezTo>
                  <a:cubicBezTo>
                    <a:pt x="550" y="2229"/>
                    <a:pt x="145" y="2833"/>
                    <a:pt x="309" y="3452"/>
                  </a:cubicBezTo>
                  <a:cubicBezTo>
                    <a:pt x="477" y="4079"/>
                    <a:pt x="993" y="4391"/>
                    <a:pt x="1529" y="4391"/>
                  </a:cubicBezTo>
                  <a:cubicBezTo>
                    <a:pt x="1931" y="4391"/>
                    <a:pt x="2344" y="4216"/>
                    <a:pt x="2632" y="3869"/>
                  </a:cubicBezTo>
                  <a:cubicBezTo>
                    <a:pt x="3424" y="2912"/>
                    <a:pt x="3213" y="1926"/>
                    <a:pt x="2538" y="976"/>
                  </a:cubicBezTo>
                  <a:cubicBezTo>
                    <a:pt x="2207" y="512"/>
                    <a:pt x="1574" y="0"/>
                    <a:pt x="9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54" name="Google Shape;454;p9"/>
            <p:cNvSpPr/>
            <p:nvPr/>
          </p:nvSpPr>
          <p:spPr>
            <a:xfrm>
              <a:off x="8537400" y="1254600"/>
              <a:ext cx="16920" cy="13320"/>
            </a:xfrm>
            <a:custGeom>
              <a:rect b="b" l="l" r="r" t="t"/>
              <a:pathLst>
                <a:path extrusionOk="0" h="225" w="284">
                  <a:moveTo>
                    <a:pt x="149" y="0"/>
                  </a:moveTo>
                  <a:cubicBezTo>
                    <a:pt x="76" y="0"/>
                    <a:pt x="0" y="66"/>
                    <a:pt x="34" y="153"/>
                  </a:cubicBezTo>
                  <a:cubicBezTo>
                    <a:pt x="54" y="204"/>
                    <a:pt x="94" y="225"/>
                    <a:pt x="136" y="225"/>
                  </a:cubicBezTo>
                  <a:cubicBezTo>
                    <a:pt x="209" y="225"/>
                    <a:pt x="284" y="158"/>
                    <a:pt x="249" y="71"/>
                  </a:cubicBezTo>
                  <a:cubicBezTo>
                    <a:pt x="230" y="21"/>
                    <a:pt x="190" y="0"/>
                    <a:pt x="1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825" lIns="91425" spcFirstLastPara="1" rIns="91425" wrap="square" tIns="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55" name="Google Shape;455;p9"/>
            <p:cNvSpPr/>
            <p:nvPr/>
          </p:nvSpPr>
          <p:spPr>
            <a:xfrm>
              <a:off x="8888040" y="1105920"/>
              <a:ext cx="12600" cy="10080"/>
            </a:xfrm>
            <a:custGeom>
              <a:rect b="b" l="l" r="r" t="t"/>
              <a:pathLst>
                <a:path extrusionOk="0" h="172" w="215">
                  <a:moveTo>
                    <a:pt x="113" y="1"/>
                  </a:moveTo>
                  <a:cubicBezTo>
                    <a:pt x="58" y="1"/>
                    <a:pt x="1" y="51"/>
                    <a:pt x="27" y="118"/>
                  </a:cubicBezTo>
                  <a:cubicBezTo>
                    <a:pt x="42" y="156"/>
                    <a:pt x="72" y="172"/>
                    <a:pt x="103" y="172"/>
                  </a:cubicBezTo>
                  <a:cubicBezTo>
                    <a:pt x="157" y="172"/>
                    <a:pt x="214" y="121"/>
                    <a:pt x="189" y="54"/>
                  </a:cubicBezTo>
                  <a:cubicBezTo>
                    <a:pt x="174" y="17"/>
                    <a:pt x="144" y="1"/>
                    <a:pt x="1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56" name="Google Shape;456;p9"/>
            <p:cNvSpPr/>
            <p:nvPr/>
          </p:nvSpPr>
          <p:spPr>
            <a:xfrm>
              <a:off x="8973000" y="1053000"/>
              <a:ext cx="27720" cy="19800"/>
            </a:xfrm>
            <a:custGeom>
              <a:rect b="b" l="l" r="r" t="t"/>
              <a:pathLst>
                <a:path extrusionOk="0" h="330" w="458">
                  <a:moveTo>
                    <a:pt x="204" y="1"/>
                  </a:moveTo>
                  <a:cubicBezTo>
                    <a:pt x="68" y="1"/>
                    <a:pt x="1" y="197"/>
                    <a:pt x="145" y="270"/>
                  </a:cubicBezTo>
                  <a:cubicBezTo>
                    <a:pt x="175" y="286"/>
                    <a:pt x="204" y="300"/>
                    <a:pt x="233" y="316"/>
                  </a:cubicBezTo>
                  <a:cubicBezTo>
                    <a:pt x="251" y="325"/>
                    <a:pt x="270" y="329"/>
                    <a:pt x="289" y="329"/>
                  </a:cubicBezTo>
                  <a:cubicBezTo>
                    <a:pt x="346" y="329"/>
                    <a:pt x="402" y="293"/>
                    <a:pt x="425" y="242"/>
                  </a:cubicBezTo>
                  <a:cubicBezTo>
                    <a:pt x="457" y="173"/>
                    <a:pt x="425" y="76"/>
                    <a:pt x="351" y="46"/>
                  </a:cubicBezTo>
                  <a:cubicBezTo>
                    <a:pt x="321" y="34"/>
                    <a:pt x="290" y="22"/>
                    <a:pt x="259" y="11"/>
                  </a:cubicBezTo>
                  <a:cubicBezTo>
                    <a:pt x="240" y="4"/>
                    <a:pt x="221" y="1"/>
                    <a:pt x="2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0075" lIns="91425" spcFirstLastPara="1" rIns="91425" wrap="square" tIns="100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57" name="Google Shape;457;p9"/>
            <p:cNvSpPr/>
            <p:nvPr/>
          </p:nvSpPr>
          <p:spPr>
            <a:xfrm>
              <a:off x="8609040" y="1193400"/>
              <a:ext cx="19080" cy="14760"/>
            </a:xfrm>
            <a:custGeom>
              <a:rect b="b" l="l" r="r" t="t"/>
              <a:pathLst>
                <a:path extrusionOk="0" h="249" w="316">
                  <a:moveTo>
                    <a:pt x="165" y="0"/>
                  </a:moveTo>
                  <a:cubicBezTo>
                    <a:pt x="84" y="0"/>
                    <a:pt x="1" y="73"/>
                    <a:pt x="39" y="171"/>
                  </a:cubicBezTo>
                  <a:cubicBezTo>
                    <a:pt x="61" y="225"/>
                    <a:pt x="106" y="248"/>
                    <a:pt x="151" y="248"/>
                  </a:cubicBezTo>
                  <a:cubicBezTo>
                    <a:pt x="232" y="248"/>
                    <a:pt x="315" y="176"/>
                    <a:pt x="277" y="79"/>
                  </a:cubicBezTo>
                  <a:cubicBezTo>
                    <a:pt x="255" y="23"/>
                    <a:pt x="210" y="0"/>
                    <a:pt x="1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550" lIns="91425" spcFirstLastPara="1" rIns="91425" wrap="square" tIns="75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58" name="Google Shape;458;p9"/>
            <p:cNvSpPr/>
            <p:nvPr/>
          </p:nvSpPr>
          <p:spPr>
            <a:xfrm>
              <a:off x="9018360" y="1031040"/>
              <a:ext cx="14760" cy="11520"/>
            </a:xfrm>
            <a:custGeom>
              <a:rect b="b" l="l" r="r" t="t"/>
              <a:pathLst>
                <a:path extrusionOk="0" h="196" w="248">
                  <a:moveTo>
                    <a:pt x="130" y="0"/>
                  </a:moveTo>
                  <a:cubicBezTo>
                    <a:pt x="66" y="0"/>
                    <a:pt x="0" y="57"/>
                    <a:pt x="31" y="134"/>
                  </a:cubicBezTo>
                  <a:cubicBezTo>
                    <a:pt x="48" y="177"/>
                    <a:pt x="83" y="196"/>
                    <a:pt x="119" y="196"/>
                  </a:cubicBezTo>
                  <a:cubicBezTo>
                    <a:pt x="182" y="196"/>
                    <a:pt x="248" y="138"/>
                    <a:pt x="218" y="61"/>
                  </a:cubicBezTo>
                  <a:cubicBezTo>
                    <a:pt x="201" y="18"/>
                    <a:pt x="166" y="0"/>
                    <a:pt x="1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750" lIns="91425" spcFirstLastPara="1" rIns="91425" wrap="square" tIns="5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59" name="Google Shape;459;p9"/>
            <p:cNvSpPr/>
            <p:nvPr/>
          </p:nvSpPr>
          <p:spPr>
            <a:xfrm>
              <a:off x="8489880" y="1166040"/>
              <a:ext cx="56520" cy="66240"/>
            </a:xfrm>
            <a:custGeom>
              <a:rect b="b" l="l" r="r" t="t"/>
              <a:pathLst>
                <a:path extrusionOk="0" h="1088" w="929">
                  <a:moveTo>
                    <a:pt x="284" y="145"/>
                  </a:moveTo>
                  <a:lnTo>
                    <a:pt x="284" y="145"/>
                  </a:lnTo>
                  <a:cubicBezTo>
                    <a:pt x="461" y="323"/>
                    <a:pt x="825" y="662"/>
                    <a:pt x="658" y="836"/>
                  </a:cubicBezTo>
                  <a:cubicBezTo>
                    <a:pt x="621" y="874"/>
                    <a:pt x="581" y="890"/>
                    <a:pt x="541" y="890"/>
                  </a:cubicBezTo>
                  <a:cubicBezTo>
                    <a:pt x="429" y="890"/>
                    <a:pt x="318" y="766"/>
                    <a:pt x="286" y="662"/>
                  </a:cubicBezTo>
                  <a:cubicBezTo>
                    <a:pt x="237" y="499"/>
                    <a:pt x="285" y="332"/>
                    <a:pt x="289" y="167"/>
                  </a:cubicBezTo>
                  <a:cubicBezTo>
                    <a:pt x="286" y="159"/>
                    <a:pt x="285" y="152"/>
                    <a:pt x="284" y="145"/>
                  </a:cubicBezTo>
                  <a:close/>
                  <a:moveTo>
                    <a:pt x="257" y="0"/>
                  </a:moveTo>
                  <a:cubicBezTo>
                    <a:pt x="221" y="0"/>
                    <a:pt x="188" y="42"/>
                    <a:pt x="216" y="75"/>
                  </a:cubicBezTo>
                  <a:lnTo>
                    <a:pt x="221" y="81"/>
                  </a:lnTo>
                  <a:cubicBezTo>
                    <a:pt x="206" y="75"/>
                    <a:pt x="189" y="72"/>
                    <a:pt x="173" y="72"/>
                  </a:cubicBezTo>
                  <a:cubicBezTo>
                    <a:pt x="133" y="72"/>
                    <a:pt x="94" y="91"/>
                    <a:pt x="81" y="133"/>
                  </a:cubicBezTo>
                  <a:cubicBezTo>
                    <a:pt x="13" y="373"/>
                    <a:pt x="0" y="699"/>
                    <a:pt x="166" y="904"/>
                  </a:cubicBezTo>
                  <a:cubicBezTo>
                    <a:pt x="254" y="1012"/>
                    <a:pt x="403" y="1087"/>
                    <a:pt x="547" y="1087"/>
                  </a:cubicBezTo>
                  <a:cubicBezTo>
                    <a:pt x="598" y="1087"/>
                    <a:pt x="648" y="1078"/>
                    <a:pt x="695" y="1057"/>
                  </a:cubicBezTo>
                  <a:cubicBezTo>
                    <a:pt x="886" y="974"/>
                    <a:pt x="928" y="757"/>
                    <a:pt x="850" y="577"/>
                  </a:cubicBezTo>
                  <a:cubicBezTo>
                    <a:pt x="744" y="332"/>
                    <a:pt x="491" y="163"/>
                    <a:pt x="285" y="10"/>
                  </a:cubicBezTo>
                  <a:cubicBezTo>
                    <a:pt x="276" y="3"/>
                    <a:pt x="266" y="0"/>
                    <a:pt x="2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3100" lIns="91425" spcFirstLastPara="1" rIns="91425" wrap="square" tIns="33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60" name="Google Shape;460;p9"/>
            <p:cNvSpPr/>
            <p:nvPr/>
          </p:nvSpPr>
          <p:spPr>
            <a:xfrm>
              <a:off x="8691480" y="962640"/>
              <a:ext cx="149040" cy="180720"/>
            </a:xfrm>
            <a:custGeom>
              <a:rect b="b" l="l" r="r" t="t"/>
              <a:pathLst>
                <a:path extrusionOk="0" h="2966" w="2444">
                  <a:moveTo>
                    <a:pt x="460" y="1"/>
                  </a:moveTo>
                  <a:cubicBezTo>
                    <a:pt x="321" y="1"/>
                    <a:pt x="183" y="68"/>
                    <a:pt x="82" y="162"/>
                  </a:cubicBezTo>
                  <a:cubicBezTo>
                    <a:pt x="19" y="220"/>
                    <a:pt x="0" y="286"/>
                    <a:pt x="24" y="368"/>
                  </a:cubicBezTo>
                  <a:cubicBezTo>
                    <a:pt x="26" y="382"/>
                    <a:pt x="33" y="395"/>
                    <a:pt x="39" y="409"/>
                  </a:cubicBezTo>
                  <a:cubicBezTo>
                    <a:pt x="20" y="471"/>
                    <a:pt x="31" y="546"/>
                    <a:pt x="65" y="599"/>
                  </a:cubicBezTo>
                  <a:cubicBezTo>
                    <a:pt x="391" y="1112"/>
                    <a:pt x="261" y="1526"/>
                    <a:pt x="204" y="2077"/>
                  </a:cubicBezTo>
                  <a:cubicBezTo>
                    <a:pt x="176" y="2336"/>
                    <a:pt x="200" y="2594"/>
                    <a:pt x="396" y="2785"/>
                  </a:cubicBezTo>
                  <a:cubicBezTo>
                    <a:pt x="527" y="2913"/>
                    <a:pt x="689" y="2966"/>
                    <a:pt x="854" y="2966"/>
                  </a:cubicBezTo>
                  <a:cubicBezTo>
                    <a:pt x="1121" y="2966"/>
                    <a:pt x="1399" y="2829"/>
                    <a:pt x="1583" y="2644"/>
                  </a:cubicBezTo>
                  <a:cubicBezTo>
                    <a:pt x="2443" y="1783"/>
                    <a:pt x="1769" y="566"/>
                    <a:pt x="797" y="212"/>
                  </a:cubicBezTo>
                  <a:cubicBezTo>
                    <a:pt x="761" y="140"/>
                    <a:pt x="700" y="74"/>
                    <a:pt x="634" y="40"/>
                  </a:cubicBezTo>
                  <a:cubicBezTo>
                    <a:pt x="578" y="13"/>
                    <a:pt x="519" y="1"/>
                    <a:pt x="4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0350" lIns="91425" spcFirstLastPara="1" rIns="91425" wrap="square" tIns="90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61" name="Google Shape;461;p9"/>
            <p:cNvSpPr/>
            <p:nvPr/>
          </p:nvSpPr>
          <p:spPr>
            <a:xfrm>
              <a:off x="8911080" y="1039680"/>
              <a:ext cx="16920" cy="13320"/>
            </a:xfrm>
            <a:custGeom>
              <a:rect b="b" l="l" r="r" t="t"/>
              <a:pathLst>
                <a:path extrusionOk="0" h="223" w="280">
                  <a:moveTo>
                    <a:pt x="147" y="1"/>
                  </a:moveTo>
                  <a:cubicBezTo>
                    <a:pt x="75" y="1"/>
                    <a:pt x="1" y="66"/>
                    <a:pt x="34" y="154"/>
                  </a:cubicBezTo>
                  <a:cubicBezTo>
                    <a:pt x="54" y="202"/>
                    <a:pt x="93" y="222"/>
                    <a:pt x="133" y="222"/>
                  </a:cubicBezTo>
                  <a:cubicBezTo>
                    <a:pt x="205" y="222"/>
                    <a:pt x="279" y="157"/>
                    <a:pt x="245" y="70"/>
                  </a:cubicBezTo>
                  <a:cubicBezTo>
                    <a:pt x="226" y="21"/>
                    <a:pt x="187" y="1"/>
                    <a:pt x="1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825" lIns="91425" spcFirstLastPara="1" rIns="91425" wrap="square" tIns="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62" name="Google Shape;462;p9"/>
            <p:cNvSpPr/>
            <p:nvPr/>
          </p:nvSpPr>
          <p:spPr>
            <a:xfrm>
              <a:off x="8412480" y="1186920"/>
              <a:ext cx="25920" cy="18720"/>
            </a:xfrm>
            <a:custGeom>
              <a:rect b="b" l="l" r="r" t="t"/>
              <a:pathLst>
                <a:path extrusionOk="0" h="311" w="433">
                  <a:moveTo>
                    <a:pt x="188" y="1"/>
                  </a:moveTo>
                  <a:cubicBezTo>
                    <a:pt x="61" y="1"/>
                    <a:pt x="0" y="179"/>
                    <a:pt x="133" y="250"/>
                  </a:cubicBezTo>
                  <a:cubicBezTo>
                    <a:pt x="163" y="266"/>
                    <a:pt x="191" y="281"/>
                    <a:pt x="221" y="297"/>
                  </a:cubicBezTo>
                  <a:cubicBezTo>
                    <a:pt x="238" y="306"/>
                    <a:pt x="256" y="310"/>
                    <a:pt x="274" y="310"/>
                  </a:cubicBezTo>
                  <a:cubicBezTo>
                    <a:pt x="328" y="310"/>
                    <a:pt x="383" y="275"/>
                    <a:pt x="404" y="226"/>
                  </a:cubicBezTo>
                  <a:cubicBezTo>
                    <a:pt x="432" y="162"/>
                    <a:pt x="404" y="69"/>
                    <a:pt x="331" y="42"/>
                  </a:cubicBezTo>
                  <a:cubicBezTo>
                    <a:pt x="299" y="30"/>
                    <a:pt x="269" y="20"/>
                    <a:pt x="237" y="9"/>
                  </a:cubicBezTo>
                  <a:cubicBezTo>
                    <a:pt x="220" y="4"/>
                    <a:pt x="203" y="1"/>
                    <a:pt x="1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350" lIns="91425" spcFirstLastPara="1" rIns="91425" wrap="square" tIns="9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63" name="Google Shape;463;p9"/>
            <p:cNvSpPr/>
            <p:nvPr/>
          </p:nvSpPr>
          <p:spPr>
            <a:xfrm>
              <a:off x="8951760" y="972000"/>
              <a:ext cx="27000" cy="17280"/>
            </a:xfrm>
            <a:custGeom>
              <a:rect b="b" l="l" r="r" t="t"/>
              <a:pathLst>
                <a:path extrusionOk="0" h="290" w="449">
                  <a:moveTo>
                    <a:pt x="174" y="0"/>
                  </a:moveTo>
                  <a:cubicBezTo>
                    <a:pt x="56" y="0"/>
                    <a:pt x="1" y="164"/>
                    <a:pt x="123" y="230"/>
                  </a:cubicBezTo>
                  <a:cubicBezTo>
                    <a:pt x="153" y="245"/>
                    <a:pt x="182" y="260"/>
                    <a:pt x="212" y="275"/>
                  </a:cubicBezTo>
                  <a:cubicBezTo>
                    <a:pt x="231" y="285"/>
                    <a:pt x="249" y="290"/>
                    <a:pt x="266" y="290"/>
                  </a:cubicBezTo>
                  <a:cubicBezTo>
                    <a:pt x="381" y="290"/>
                    <a:pt x="448" y="89"/>
                    <a:pt x="313" y="41"/>
                  </a:cubicBezTo>
                  <a:cubicBezTo>
                    <a:pt x="283" y="31"/>
                    <a:pt x="250" y="19"/>
                    <a:pt x="221" y="9"/>
                  </a:cubicBezTo>
                  <a:cubicBezTo>
                    <a:pt x="204" y="3"/>
                    <a:pt x="188" y="0"/>
                    <a:pt x="1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8625" lIns="91425" spcFirstLastPara="1" rIns="91425" wrap="square" tIns="86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64" name="Google Shape;464;p9"/>
            <p:cNvSpPr/>
            <p:nvPr/>
          </p:nvSpPr>
          <p:spPr>
            <a:xfrm>
              <a:off x="8844840" y="949680"/>
              <a:ext cx="42840" cy="57960"/>
            </a:xfrm>
            <a:custGeom>
              <a:rect b="b" l="l" r="r" t="t"/>
              <a:pathLst>
                <a:path extrusionOk="0" h="957" w="705">
                  <a:moveTo>
                    <a:pt x="454" y="1"/>
                  </a:moveTo>
                  <a:cubicBezTo>
                    <a:pt x="420" y="1"/>
                    <a:pt x="384" y="35"/>
                    <a:pt x="388" y="72"/>
                  </a:cubicBezTo>
                  <a:cubicBezTo>
                    <a:pt x="403" y="210"/>
                    <a:pt x="678" y="726"/>
                    <a:pt x="447" y="777"/>
                  </a:cubicBezTo>
                  <a:cubicBezTo>
                    <a:pt x="434" y="780"/>
                    <a:pt x="423" y="781"/>
                    <a:pt x="411" y="781"/>
                  </a:cubicBezTo>
                  <a:cubicBezTo>
                    <a:pt x="313" y="781"/>
                    <a:pt x="237" y="685"/>
                    <a:pt x="218" y="597"/>
                  </a:cubicBezTo>
                  <a:cubicBezTo>
                    <a:pt x="192" y="472"/>
                    <a:pt x="230" y="339"/>
                    <a:pt x="260" y="218"/>
                  </a:cubicBezTo>
                  <a:cubicBezTo>
                    <a:pt x="273" y="163"/>
                    <a:pt x="232" y="132"/>
                    <a:pt x="188" y="132"/>
                  </a:cubicBezTo>
                  <a:cubicBezTo>
                    <a:pt x="153" y="132"/>
                    <a:pt x="117" y="152"/>
                    <a:pt x="105" y="194"/>
                  </a:cubicBezTo>
                  <a:cubicBezTo>
                    <a:pt x="53" y="381"/>
                    <a:pt x="0" y="604"/>
                    <a:pt x="106" y="781"/>
                  </a:cubicBezTo>
                  <a:cubicBezTo>
                    <a:pt x="171" y="889"/>
                    <a:pt x="295" y="956"/>
                    <a:pt x="421" y="956"/>
                  </a:cubicBezTo>
                  <a:cubicBezTo>
                    <a:pt x="441" y="956"/>
                    <a:pt x="461" y="955"/>
                    <a:pt x="481" y="951"/>
                  </a:cubicBezTo>
                  <a:cubicBezTo>
                    <a:pt x="636" y="920"/>
                    <a:pt x="705" y="788"/>
                    <a:pt x="695" y="639"/>
                  </a:cubicBezTo>
                  <a:cubicBezTo>
                    <a:pt x="683" y="442"/>
                    <a:pt x="629" y="160"/>
                    <a:pt x="489" y="16"/>
                  </a:cubicBezTo>
                  <a:cubicBezTo>
                    <a:pt x="479" y="5"/>
                    <a:pt x="467" y="1"/>
                    <a:pt x="4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9150" lIns="91425" spcFirstLastPara="1" rIns="91425" wrap="square" tIns="291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65" name="Google Shape;465;p9"/>
            <p:cNvSpPr/>
            <p:nvPr/>
          </p:nvSpPr>
          <p:spPr>
            <a:xfrm>
              <a:off x="8195040" y="1193040"/>
              <a:ext cx="48960" cy="71280"/>
            </a:xfrm>
            <a:custGeom>
              <a:rect b="b" l="l" r="r" t="t"/>
              <a:pathLst>
                <a:path extrusionOk="0" h="1170" w="807">
                  <a:moveTo>
                    <a:pt x="681" y="0"/>
                  </a:moveTo>
                  <a:cubicBezTo>
                    <a:pt x="659" y="0"/>
                    <a:pt x="636" y="9"/>
                    <a:pt x="617" y="30"/>
                  </a:cubicBezTo>
                  <a:cubicBezTo>
                    <a:pt x="348" y="326"/>
                    <a:pt x="125" y="675"/>
                    <a:pt x="18" y="1063"/>
                  </a:cubicBezTo>
                  <a:cubicBezTo>
                    <a:pt x="0" y="1127"/>
                    <a:pt x="57" y="1169"/>
                    <a:pt x="112" y="1169"/>
                  </a:cubicBezTo>
                  <a:cubicBezTo>
                    <a:pt x="147" y="1169"/>
                    <a:pt x="181" y="1153"/>
                    <a:pt x="196" y="1115"/>
                  </a:cubicBezTo>
                  <a:cubicBezTo>
                    <a:pt x="342" y="764"/>
                    <a:pt x="506" y="435"/>
                    <a:pt x="753" y="138"/>
                  </a:cubicBezTo>
                  <a:cubicBezTo>
                    <a:pt x="807" y="73"/>
                    <a:pt x="746" y="0"/>
                    <a:pt x="6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5625" lIns="91425" spcFirstLastPara="1" rIns="91425" wrap="square" tIns="356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66" name="Google Shape;466;p9"/>
            <p:cNvSpPr/>
            <p:nvPr/>
          </p:nvSpPr>
          <p:spPr>
            <a:xfrm>
              <a:off x="8528040" y="1069560"/>
              <a:ext cx="83520" cy="48960"/>
            </a:xfrm>
            <a:custGeom>
              <a:rect b="b" l="l" r="r" t="t"/>
              <a:pathLst>
                <a:path extrusionOk="0" h="807" w="1372">
                  <a:moveTo>
                    <a:pt x="1022" y="195"/>
                  </a:moveTo>
                  <a:cubicBezTo>
                    <a:pt x="1015" y="202"/>
                    <a:pt x="1007" y="207"/>
                    <a:pt x="1001" y="219"/>
                  </a:cubicBezTo>
                  <a:cubicBezTo>
                    <a:pt x="915" y="367"/>
                    <a:pt x="806" y="481"/>
                    <a:pt x="643" y="543"/>
                  </a:cubicBezTo>
                  <a:cubicBezTo>
                    <a:pt x="584" y="565"/>
                    <a:pt x="503" y="584"/>
                    <a:pt x="434" y="584"/>
                  </a:cubicBezTo>
                  <a:cubicBezTo>
                    <a:pt x="326" y="584"/>
                    <a:pt x="249" y="538"/>
                    <a:pt x="338" y="386"/>
                  </a:cubicBezTo>
                  <a:cubicBezTo>
                    <a:pt x="454" y="190"/>
                    <a:pt x="756" y="202"/>
                    <a:pt x="1022" y="195"/>
                  </a:cubicBezTo>
                  <a:close/>
                  <a:moveTo>
                    <a:pt x="849" y="1"/>
                  </a:moveTo>
                  <a:cubicBezTo>
                    <a:pt x="659" y="1"/>
                    <a:pt x="470" y="33"/>
                    <a:pt x="334" y="105"/>
                  </a:cubicBezTo>
                  <a:cubicBezTo>
                    <a:pt x="155" y="202"/>
                    <a:pt x="1" y="417"/>
                    <a:pt x="57" y="628"/>
                  </a:cubicBezTo>
                  <a:cubicBezTo>
                    <a:pt x="95" y="767"/>
                    <a:pt x="241" y="807"/>
                    <a:pt x="386" y="807"/>
                  </a:cubicBezTo>
                  <a:cubicBezTo>
                    <a:pt x="463" y="807"/>
                    <a:pt x="539" y="796"/>
                    <a:pt x="599" y="783"/>
                  </a:cubicBezTo>
                  <a:cubicBezTo>
                    <a:pt x="854" y="726"/>
                    <a:pt x="1093" y="550"/>
                    <a:pt x="1184" y="298"/>
                  </a:cubicBezTo>
                  <a:cubicBezTo>
                    <a:pt x="1201" y="251"/>
                    <a:pt x="1185" y="212"/>
                    <a:pt x="1157" y="189"/>
                  </a:cubicBezTo>
                  <a:cubicBezTo>
                    <a:pt x="1225" y="183"/>
                    <a:pt x="1285" y="172"/>
                    <a:pt x="1334" y="155"/>
                  </a:cubicBezTo>
                  <a:cubicBezTo>
                    <a:pt x="1368" y="142"/>
                    <a:pt x="1371" y="90"/>
                    <a:pt x="1336" y="77"/>
                  </a:cubicBezTo>
                  <a:cubicBezTo>
                    <a:pt x="1202" y="28"/>
                    <a:pt x="1025" y="1"/>
                    <a:pt x="8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4475" lIns="91425" spcFirstLastPara="1" rIns="91425" wrap="square" tIns="24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67" name="Google Shape;467;p9"/>
            <p:cNvSpPr/>
            <p:nvPr/>
          </p:nvSpPr>
          <p:spPr>
            <a:xfrm>
              <a:off x="8508960" y="1113480"/>
              <a:ext cx="18720" cy="14760"/>
            </a:xfrm>
            <a:custGeom>
              <a:rect b="b" l="l" r="r" t="t"/>
              <a:pathLst>
                <a:path extrusionOk="0" h="245" w="310">
                  <a:moveTo>
                    <a:pt x="162" y="0"/>
                  </a:moveTo>
                  <a:cubicBezTo>
                    <a:pt x="83" y="0"/>
                    <a:pt x="1" y="72"/>
                    <a:pt x="37" y="168"/>
                  </a:cubicBezTo>
                  <a:cubicBezTo>
                    <a:pt x="59" y="222"/>
                    <a:pt x="103" y="244"/>
                    <a:pt x="148" y="244"/>
                  </a:cubicBezTo>
                  <a:cubicBezTo>
                    <a:pt x="227" y="244"/>
                    <a:pt x="309" y="173"/>
                    <a:pt x="271" y="76"/>
                  </a:cubicBezTo>
                  <a:cubicBezTo>
                    <a:pt x="250" y="23"/>
                    <a:pt x="207" y="0"/>
                    <a:pt x="1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550" lIns="91425" spcFirstLastPara="1" rIns="91425" wrap="square" tIns="75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68" name="Google Shape;468;p9"/>
            <p:cNvSpPr/>
            <p:nvPr/>
          </p:nvSpPr>
          <p:spPr>
            <a:xfrm>
              <a:off x="8420400" y="1097640"/>
              <a:ext cx="19080" cy="15120"/>
            </a:xfrm>
            <a:custGeom>
              <a:rect b="b" l="l" r="r" t="t"/>
              <a:pathLst>
                <a:path extrusionOk="0" h="251" w="316">
                  <a:moveTo>
                    <a:pt x="166" y="0"/>
                  </a:moveTo>
                  <a:cubicBezTo>
                    <a:pt x="85" y="0"/>
                    <a:pt x="0" y="74"/>
                    <a:pt x="40" y="173"/>
                  </a:cubicBezTo>
                  <a:cubicBezTo>
                    <a:pt x="61" y="228"/>
                    <a:pt x="105" y="250"/>
                    <a:pt x="150" y="250"/>
                  </a:cubicBezTo>
                  <a:cubicBezTo>
                    <a:pt x="231" y="250"/>
                    <a:pt x="315" y="177"/>
                    <a:pt x="276" y="78"/>
                  </a:cubicBezTo>
                  <a:cubicBezTo>
                    <a:pt x="255" y="23"/>
                    <a:pt x="211" y="0"/>
                    <a:pt x="1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550" lIns="91425" spcFirstLastPara="1" rIns="91425" wrap="square" tIns="75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69" name="Google Shape;469;p9"/>
            <p:cNvSpPr/>
            <p:nvPr/>
          </p:nvSpPr>
          <p:spPr>
            <a:xfrm>
              <a:off x="8590680" y="999360"/>
              <a:ext cx="19080" cy="19440"/>
            </a:xfrm>
            <a:custGeom>
              <a:rect b="b" l="l" r="r" t="t"/>
              <a:pathLst>
                <a:path extrusionOk="0" h="322" w="321">
                  <a:moveTo>
                    <a:pt x="183" y="1"/>
                  </a:moveTo>
                  <a:cubicBezTo>
                    <a:pt x="144" y="1"/>
                    <a:pt x="104" y="20"/>
                    <a:pt x="78" y="66"/>
                  </a:cubicBezTo>
                  <a:cubicBezTo>
                    <a:pt x="62" y="94"/>
                    <a:pt x="42" y="121"/>
                    <a:pt x="32" y="152"/>
                  </a:cubicBezTo>
                  <a:cubicBezTo>
                    <a:pt x="0" y="251"/>
                    <a:pt x="73" y="321"/>
                    <a:pt x="148" y="321"/>
                  </a:cubicBezTo>
                  <a:cubicBezTo>
                    <a:pt x="189" y="321"/>
                    <a:pt x="230" y="301"/>
                    <a:pt x="256" y="252"/>
                  </a:cubicBezTo>
                  <a:cubicBezTo>
                    <a:pt x="272" y="222"/>
                    <a:pt x="280" y="191"/>
                    <a:pt x="290" y="159"/>
                  </a:cubicBezTo>
                  <a:cubicBezTo>
                    <a:pt x="321" y="67"/>
                    <a:pt x="254" y="1"/>
                    <a:pt x="1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70" name="Google Shape;470;p9"/>
            <p:cNvSpPr/>
            <p:nvPr/>
          </p:nvSpPr>
          <p:spPr>
            <a:xfrm>
              <a:off x="8817480" y="897840"/>
              <a:ext cx="24480" cy="17640"/>
            </a:xfrm>
            <a:custGeom>
              <a:rect b="b" l="l" r="r" t="t"/>
              <a:pathLst>
                <a:path extrusionOk="0" h="297" w="406">
                  <a:moveTo>
                    <a:pt x="248" y="0"/>
                  </a:moveTo>
                  <a:cubicBezTo>
                    <a:pt x="232" y="0"/>
                    <a:pt x="216" y="4"/>
                    <a:pt x="201" y="11"/>
                  </a:cubicBezTo>
                  <a:lnTo>
                    <a:pt x="137" y="42"/>
                  </a:lnTo>
                  <a:cubicBezTo>
                    <a:pt x="1" y="112"/>
                    <a:pt x="56" y="297"/>
                    <a:pt x="189" y="297"/>
                  </a:cubicBezTo>
                  <a:cubicBezTo>
                    <a:pt x="204" y="297"/>
                    <a:pt x="219" y="295"/>
                    <a:pt x="235" y="290"/>
                  </a:cubicBezTo>
                  <a:lnTo>
                    <a:pt x="303" y="270"/>
                  </a:lnTo>
                  <a:cubicBezTo>
                    <a:pt x="374" y="250"/>
                    <a:pt x="405" y="155"/>
                    <a:pt x="381" y="90"/>
                  </a:cubicBezTo>
                  <a:cubicBezTo>
                    <a:pt x="361" y="41"/>
                    <a:pt x="304" y="0"/>
                    <a:pt x="2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000" lIns="91425" spcFirstLastPara="1" rIns="91425" wrap="square" tIns="9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71" name="Google Shape;471;p9"/>
            <p:cNvSpPr/>
            <p:nvPr/>
          </p:nvSpPr>
          <p:spPr>
            <a:xfrm>
              <a:off x="8710560" y="893880"/>
              <a:ext cx="24480" cy="17640"/>
            </a:xfrm>
            <a:custGeom>
              <a:rect b="b" l="l" r="r" t="t"/>
              <a:pathLst>
                <a:path extrusionOk="0" h="295" w="405">
                  <a:moveTo>
                    <a:pt x="249" y="0"/>
                  </a:moveTo>
                  <a:cubicBezTo>
                    <a:pt x="232" y="0"/>
                    <a:pt x="216" y="4"/>
                    <a:pt x="200" y="11"/>
                  </a:cubicBezTo>
                  <a:lnTo>
                    <a:pt x="138" y="43"/>
                  </a:lnTo>
                  <a:cubicBezTo>
                    <a:pt x="1" y="112"/>
                    <a:pt x="57" y="295"/>
                    <a:pt x="188" y="295"/>
                  </a:cubicBezTo>
                  <a:cubicBezTo>
                    <a:pt x="203" y="295"/>
                    <a:pt x="218" y="293"/>
                    <a:pt x="234" y="288"/>
                  </a:cubicBezTo>
                  <a:lnTo>
                    <a:pt x="301" y="268"/>
                  </a:lnTo>
                  <a:cubicBezTo>
                    <a:pt x="372" y="250"/>
                    <a:pt x="404" y="155"/>
                    <a:pt x="379" y="89"/>
                  </a:cubicBezTo>
                  <a:cubicBezTo>
                    <a:pt x="360" y="40"/>
                    <a:pt x="304" y="0"/>
                    <a:pt x="2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000" lIns="91425" spcFirstLastPara="1" rIns="91425" wrap="square" tIns="9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72" name="Google Shape;472;p9"/>
            <p:cNvSpPr/>
            <p:nvPr/>
          </p:nvSpPr>
          <p:spPr>
            <a:xfrm>
              <a:off x="8272440" y="744840"/>
              <a:ext cx="255600" cy="301320"/>
            </a:xfrm>
            <a:custGeom>
              <a:rect b="b" l="l" r="r" t="t"/>
              <a:pathLst>
                <a:path extrusionOk="0" h="4939" w="4189">
                  <a:moveTo>
                    <a:pt x="1980" y="278"/>
                  </a:moveTo>
                  <a:cubicBezTo>
                    <a:pt x="2148" y="278"/>
                    <a:pt x="2326" y="308"/>
                    <a:pt x="2510" y="373"/>
                  </a:cubicBezTo>
                  <a:cubicBezTo>
                    <a:pt x="2517" y="374"/>
                    <a:pt x="2524" y="375"/>
                    <a:pt x="2532" y="375"/>
                  </a:cubicBezTo>
                  <a:cubicBezTo>
                    <a:pt x="2818" y="604"/>
                    <a:pt x="2883" y="897"/>
                    <a:pt x="2755" y="1261"/>
                  </a:cubicBezTo>
                  <a:cubicBezTo>
                    <a:pt x="2707" y="1401"/>
                    <a:pt x="2621" y="1529"/>
                    <a:pt x="2602" y="1681"/>
                  </a:cubicBezTo>
                  <a:cubicBezTo>
                    <a:pt x="2574" y="1948"/>
                    <a:pt x="2704" y="2148"/>
                    <a:pt x="2899" y="2317"/>
                  </a:cubicBezTo>
                  <a:cubicBezTo>
                    <a:pt x="3297" y="2661"/>
                    <a:pt x="3777" y="3040"/>
                    <a:pt x="3762" y="3632"/>
                  </a:cubicBezTo>
                  <a:cubicBezTo>
                    <a:pt x="3743" y="4250"/>
                    <a:pt x="2884" y="4709"/>
                    <a:pt x="2288" y="4709"/>
                  </a:cubicBezTo>
                  <a:cubicBezTo>
                    <a:pt x="2234" y="4709"/>
                    <a:pt x="2182" y="4705"/>
                    <a:pt x="2133" y="4698"/>
                  </a:cubicBezTo>
                  <a:cubicBezTo>
                    <a:pt x="1001" y="4515"/>
                    <a:pt x="467" y="3139"/>
                    <a:pt x="441" y="2124"/>
                  </a:cubicBezTo>
                  <a:cubicBezTo>
                    <a:pt x="421" y="1155"/>
                    <a:pt x="1066" y="278"/>
                    <a:pt x="1980" y="278"/>
                  </a:cubicBezTo>
                  <a:close/>
                  <a:moveTo>
                    <a:pt x="1903" y="1"/>
                  </a:moveTo>
                  <a:cubicBezTo>
                    <a:pt x="1145" y="1"/>
                    <a:pt x="433" y="745"/>
                    <a:pt x="268" y="1482"/>
                  </a:cubicBezTo>
                  <a:cubicBezTo>
                    <a:pt x="1" y="2678"/>
                    <a:pt x="553" y="4400"/>
                    <a:pt x="1785" y="4855"/>
                  </a:cubicBezTo>
                  <a:cubicBezTo>
                    <a:pt x="1938" y="4912"/>
                    <a:pt x="2108" y="4939"/>
                    <a:pt x="2284" y="4939"/>
                  </a:cubicBezTo>
                  <a:cubicBezTo>
                    <a:pt x="3168" y="4939"/>
                    <a:pt x="4189" y="4257"/>
                    <a:pt x="3949" y="3323"/>
                  </a:cubicBezTo>
                  <a:cubicBezTo>
                    <a:pt x="3876" y="3044"/>
                    <a:pt x="3757" y="2741"/>
                    <a:pt x="3562" y="2524"/>
                  </a:cubicBezTo>
                  <a:cubicBezTo>
                    <a:pt x="3429" y="2376"/>
                    <a:pt x="3257" y="2288"/>
                    <a:pt x="3110" y="2164"/>
                  </a:cubicBezTo>
                  <a:cubicBezTo>
                    <a:pt x="2832" y="1934"/>
                    <a:pt x="2896" y="1678"/>
                    <a:pt x="2991" y="1365"/>
                  </a:cubicBezTo>
                  <a:cubicBezTo>
                    <a:pt x="3138" y="883"/>
                    <a:pt x="3161" y="340"/>
                    <a:pt x="2570" y="147"/>
                  </a:cubicBezTo>
                  <a:cubicBezTo>
                    <a:pt x="2559" y="143"/>
                    <a:pt x="2548" y="142"/>
                    <a:pt x="2537" y="142"/>
                  </a:cubicBezTo>
                  <a:cubicBezTo>
                    <a:pt x="2517" y="142"/>
                    <a:pt x="2498" y="148"/>
                    <a:pt x="2481" y="157"/>
                  </a:cubicBezTo>
                  <a:cubicBezTo>
                    <a:pt x="2290" y="49"/>
                    <a:pt x="2095" y="1"/>
                    <a:pt x="19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73" name="Google Shape;473;p9"/>
            <p:cNvSpPr/>
            <p:nvPr/>
          </p:nvSpPr>
          <p:spPr>
            <a:xfrm>
              <a:off x="8285760" y="1029240"/>
              <a:ext cx="27720" cy="19800"/>
            </a:xfrm>
            <a:custGeom>
              <a:rect b="b" l="l" r="r" t="t"/>
              <a:pathLst>
                <a:path extrusionOk="0" h="331" w="459">
                  <a:moveTo>
                    <a:pt x="203" y="0"/>
                  </a:moveTo>
                  <a:cubicBezTo>
                    <a:pt x="67" y="0"/>
                    <a:pt x="0" y="201"/>
                    <a:pt x="146" y="274"/>
                  </a:cubicBezTo>
                  <a:cubicBezTo>
                    <a:pt x="174" y="288"/>
                    <a:pt x="204" y="303"/>
                    <a:pt x="233" y="318"/>
                  </a:cubicBezTo>
                  <a:cubicBezTo>
                    <a:pt x="251" y="326"/>
                    <a:pt x="270" y="330"/>
                    <a:pt x="289" y="330"/>
                  </a:cubicBezTo>
                  <a:cubicBezTo>
                    <a:pt x="347" y="330"/>
                    <a:pt x="404" y="294"/>
                    <a:pt x="428" y="241"/>
                  </a:cubicBezTo>
                  <a:cubicBezTo>
                    <a:pt x="459" y="170"/>
                    <a:pt x="428" y="75"/>
                    <a:pt x="352" y="47"/>
                  </a:cubicBezTo>
                  <a:cubicBezTo>
                    <a:pt x="323" y="36"/>
                    <a:pt x="290" y="23"/>
                    <a:pt x="260" y="11"/>
                  </a:cubicBezTo>
                  <a:cubicBezTo>
                    <a:pt x="240" y="4"/>
                    <a:pt x="221" y="0"/>
                    <a:pt x="2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0075" lIns="91425" spcFirstLastPara="1" rIns="91425" wrap="square" tIns="100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74" name="Google Shape;474;p9"/>
            <p:cNvSpPr/>
            <p:nvPr/>
          </p:nvSpPr>
          <p:spPr>
            <a:xfrm>
              <a:off x="8546400" y="939240"/>
              <a:ext cx="17640" cy="14040"/>
            </a:xfrm>
            <a:custGeom>
              <a:rect b="b" l="l" r="r" t="t"/>
              <a:pathLst>
                <a:path extrusionOk="0" h="234" w="292">
                  <a:moveTo>
                    <a:pt x="153" y="0"/>
                  </a:moveTo>
                  <a:cubicBezTo>
                    <a:pt x="78" y="0"/>
                    <a:pt x="1" y="69"/>
                    <a:pt x="37" y="161"/>
                  </a:cubicBezTo>
                  <a:cubicBezTo>
                    <a:pt x="56" y="212"/>
                    <a:pt x="97" y="233"/>
                    <a:pt x="139" y="233"/>
                  </a:cubicBezTo>
                  <a:cubicBezTo>
                    <a:pt x="214" y="233"/>
                    <a:pt x="292" y="165"/>
                    <a:pt x="256" y="74"/>
                  </a:cubicBezTo>
                  <a:cubicBezTo>
                    <a:pt x="237" y="22"/>
                    <a:pt x="195" y="0"/>
                    <a:pt x="1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200" lIns="91425" spcFirstLastPara="1" rIns="91425" wrap="square" tIns="7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75" name="Google Shape;475;p9"/>
            <p:cNvSpPr/>
            <p:nvPr/>
          </p:nvSpPr>
          <p:spPr>
            <a:xfrm>
              <a:off x="8630280" y="903960"/>
              <a:ext cx="14040" cy="10800"/>
            </a:xfrm>
            <a:custGeom>
              <a:rect b="b" l="l" r="r" t="t"/>
              <a:pathLst>
                <a:path extrusionOk="0" h="185" w="233">
                  <a:moveTo>
                    <a:pt x="123" y="0"/>
                  </a:moveTo>
                  <a:cubicBezTo>
                    <a:pt x="63" y="0"/>
                    <a:pt x="0" y="55"/>
                    <a:pt x="29" y="126"/>
                  </a:cubicBezTo>
                  <a:cubicBezTo>
                    <a:pt x="44" y="167"/>
                    <a:pt x="77" y="184"/>
                    <a:pt x="111" y="184"/>
                  </a:cubicBezTo>
                  <a:cubicBezTo>
                    <a:pt x="170" y="184"/>
                    <a:pt x="233" y="130"/>
                    <a:pt x="204" y="57"/>
                  </a:cubicBezTo>
                  <a:cubicBezTo>
                    <a:pt x="189" y="17"/>
                    <a:pt x="156" y="0"/>
                    <a:pt x="1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400" lIns="91425" spcFirstLastPara="1" rIns="91425" wrap="square" tIns="5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76" name="Google Shape;476;p9"/>
            <p:cNvSpPr/>
            <p:nvPr/>
          </p:nvSpPr>
          <p:spPr>
            <a:xfrm>
              <a:off x="8316000" y="772200"/>
              <a:ext cx="172440" cy="218520"/>
            </a:xfrm>
            <a:custGeom>
              <a:rect b="b" l="l" r="r" t="t"/>
              <a:pathLst>
                <a:path extrusionOk="0" h="3586" w="2830">
                  <a:moveTo>
                    <a:pt x="1435" y="462"/>
                  </a:moveTo>
                  <a:cubicBezTo>
                    <a:pt x="1466" y="565"/>
                    <a:pt x="1422" y="707"/>
                    <a:pt x="1365" y="844"/>
                  </a:cubicBezTo>
                  <a:cubicBezTo>
                    <a:pt x="1358" y="835"/>
                    <a:pt x="1348" y="825"/>
                    <a:pt x="1338" y="816"/>
                  </a:cubicBezTo>
                  <a:cubicBezTo>
                    <a:pt x="1368" y="700"/>
                    <a:pt x="1402" y="581"/>
                    <a:pt x="1435" y="462"/>
                  </a:cubicBezTo>
                  <a:close/>
                  <a:moveTo>
                    <a:pt x="1421" y="3083"/>
                  </a:moveTo>
                  <a:cubicBezTo>
                    <a:pt x="1429" y="3109"/>
                    <a:pt x="1442" y="3132"/>
                    <a:pt x="1457" y="3151"/>
                  </a:cubicBezTo>
                  <a:cubicBezTo>
                    <a:pt x="1423" y="3142"/>
                    <a:pt x="1388" y="3130"/>
                    <a:pt x="1353" y="3117"/>
                  </a:cubicBezTo>
                  <a:cubicBezTo>
                    <a:pt x="1375" y="3106"/>
                    <a:pt x="1396" y="3096"/>
                    <a:pt x="1421" y="3083"/>
                  </a:cubicBezTo>
                  <a:close/>
                  <a:moveTo>
                    <a:pt x="2054" y="2990"/>
                  </a:moveTo>
                  <a:lnTo>
                    <a:pt x="2054" y="2990"/>
                  </a:lnTo>
                  <a:cubicBezTo>
                    <a:pt x="1976" y="3123"/>
                    <a:pt x="1847" y="3176"/>
                    <a:pt x="1700" y="3181"/>
                  </a:cubicBezTo>
                  <a:cubicBezTo>
                    <a:pt x="1819" y="3142"/>
                    <a:pt x="1952" y="3076"/>
                    <a:pt x="2054" y="2990"/>
                  </a:cubicBezTo>
                  <a:close/>
                  <a:moveTo>
                    <a:pt x="1373" y="0"/>
                  </a:moveTo>
                  <a:cubicBezTo>
                    <a:pt x="1347" y="0"/>
                    <a:pt x="1323" y="7"/>
                    <a:pt x="1303" y="20"/>
                  </a:cubicBezTo>
                  <a:cubicBezTo>
                    <a:pt x="1252" y="10"/>
                    <a:pt x="1203" y="5"/>
                    <a:pt x="1155" y="5"/>
                  </a:cubicBezTo>
                  <a:cubicBezTo>
                    <a:pt x="481" y="5"/>
                    <a:pt x="47" y="916"/>
                    <a:pt x="28" y="1536"/>
                  </a:cubicBezTo>
                  <a:cubicBezTo>
                    <a:pt x="1" y="2433"/>
                    <a:pt x="628" y="3561"/>
                    <a:pt x="1630" y="3585"/>
                  </a:cubicBezTo>
                  <a:cubicBezTo>
                    <a:pt x="1639" y="3585"/>
                    <a:pt x="1647" y="3585"/>
                    <a:pt x="1655" y="3585"/>
                  </a:cubicBezTo>
                  <a:cubicBezTo>
                    <a:pt x="2479" y="3585"/>
                    <a:pt x="2829" y="2685"/>
                    <a:pt x="2261" y="2113"/>
                  </a:cubicBezTo>
                  <a:cubicBezTo>
                    <a:pt x="2095" y="1948"/>
                    <a:pt x="1863" y="1829"/>
                    <a:pt x="1727" y="1638"/>
                  </a:cubicBezTo>
                  <a:cubicBezTo>
                    <a:pt x="1466" y="1288"/>
                    <a:pt x="1735" y="1080"/>
                    <a:pt x="1807" y="754"/>
                  </a:cubicBezTo>
                  <a:cubicBezTo>
                    <a:pt x="1885" y="407"/>
                    <a:pt x="1765" y="93"/>
                    <a:pt x="1413" y="5"/>
                  </a:cubicBezTo>
                  <a:cubicBezTo>
                    <a:pt x="1400" y="2"/>
                    <a:pt x="1386" y="0"/>
                    <a:pt x="13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77" name="Google Shape;477;p9"/>
            <p:cNvSpPr/>
            <p:nvPr/>
          </p:nvSpPr>
          <p:spPr>
            <a:xfrm>
              <a:off x="8685360" y="825480"/>
              <a:ext cx="17280" cy="13680"/>
            </a:xfrm>
            <a:custGeom>
              <a:rect b="b" l="l" r="r" t="t"/>
              <a:pathLst>
                <a:path extrusionOk="0" h="227" w="289">
                  <a:moveTo>
                    <a:pt x="151" y="0"/>
                  </a:moveTo>
                  <a:cubicBezTo>
                    <a:pt x="77" y="0"/>
                    <a:pt x="1" y="67"/>
                    <a:pt x="36" y="156"/>
                  </a:cubicBezTo>
                  <a:cubicBezTo>
                    <a:pt x="56" y="205"/>
                    <a:pt x="97" y="226"/>
                    <a:pt x="138" y="226"/>
                  </a:cubicBezTo>
                  <a:cubicBezTo>
                    <a:pt x="212" y="226"/>
                    <a:pt x="288" y="160"/>
                    <a:pt x="253" y="71"/>
                  </a:cubicBezTo>
                  <a:cubicBezTo>
                    <a:pt x="233" y="21"/>
                    <a:pt x="192" y="0"/>
                    <a:pt x="1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825" lIns="91425" spcFirstLastPara="1" rIns="91425" wrap="square" tIns="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78" name="Google Shape;478;p9"/>
            <p:cNvSpPr/>
            <p:nvPr/>
          </p:nvSpPr>
          <p:spPr>
            <a:xfrm>
              <a:off x="8566200" y="808560"/>
              <a:ext cx="58680" cy="50040"/>
            </a:xfrm>
            <a:custGeom>
              <a:rect b="b" l="l" r="r" t="t"/>
              <a:pathLst>
                <a:path extrusionOk="0" h="826" w="964">
                  <a:moveTo>
                    <a:pt x="725" y="148"/>
                  </a:moveTo>
                  <a:cubicBezTo>
                    <a:pt x="694" y="255"/>
                    <a:pt x="687" y="370"/>
                    <a:pt x="631" y="469"/>
                  </a:cubicBezTo>
                  <a:cubicBezTo>
                    <a:pt x="588" y="545"/>
                    <a:pt x="482" y="640"/>
                    <a:pt x="386" y="640"/>
                  </a:cubicBezTo>
                  <a:cubicBezTo>
                    <a:pt x="345" y="640"/>
                    <a:pt x="307" y="623"/>
                    <a:pt x="276" y="581"/>
                  </a:cubicBezTo>
                  <a:cubicBezTo>
                    <a:pt x="205" y="483"/>
                    <a:pt x="260" y="334"/>
                    <a:pt x="339" y="259"/>
                  </a:cubicBezTo>
                  <a:cubicBezTo>
                    <a:pt x="440" y="167"/>
                    <a:pt x="587" y="148"/>
                    <a:pt x="725" y="148"/>
                  </a:cubicBezTo>
                  <a:close/>
                  <a:moveTo>
                    <a:pt x="642" y="0"/>
                  </a:moveTo>
                  <a:cubicBezTo>
                    <a:pt x="467" y="0"/>
                    <a:pt x="292" y="37"/>
                    <a:pt x="172" y="170"/>
                  </a:cubicBezTo>
                  <a:cubicBezTo>
                    <a:pt x="46" y="307"/>
                    <a:pt x="1" y="538"/>
                    <a:pt x="117" y="697"/>
                  </a:cubicBezTo>
                  <a:cubicBezTo>
                    <a:pt x="184" y="786"/>
                    <a:pt x="283" y="826"/>
                    <a:pt x="384" y="826"/>
                  </a:cubicBezTo>
                  <a:cubicBezTo>
                    <a:pt x="470" y="826"/>
                    <a:pt x="558" y="797"/>
                    <a:pt x="630" y="745"/>
                  </a:cubicBezTo>
                  <a:cubicBezTo>
                    <a:pt x="803" y="618"/>
                    <a:pt x="881" y="361"/>
                    <a:pt x="858" y="151"/>
                  </a:cubicBezTo>
                  <a:lnTo>
                    <a:pt x="858" y="151"/>
                  </a:lnTo>
                  <a:cubicBezTo>
                    <a:pt x="859" y="151"/>
                    <a:pt x="859" y="151"/>
                    <a:pt x="859" y="151"/>
                  </a:cubicBezTo>
                  <a:cubicBezTo>
                    <a:pt x="942" y="151"/>
                    <a:pt x="964" y="31"/>
                    <a:pt x="878" y="18"/>
                  </a:cubicBezTo>
                  <a:cubicBezTo>
                    <a:pt x="803" y="8"/>
                    <a:pt x="722" y="0"/>
                    <a:pt x="6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5200" lIns="91425" spcFirstLastPara="1" rIns="91425" wrap="square" tIns="25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79" name="Google Shape;479;p9"/>
            <p:cNvSpPr/>
            <p:nvPr/>
          </p:nvSpPr>
          <p:spPr>
            <a:xfrm>
              <a:off x="8523360" y="830880"/>
              <a:ext cx="14400" cy="11520"/>
            </a:xfrm>
            <a:custGeom>
              <a:rect b="b" l="l" r="r" t="t"/>
              <a:pathLst>
                <a:path extrusionOk="0" h="193" w="244">
                  <a:moveTo>
                    <a:pt x="127" y="1"/>
                  </a:moveTo>
                  <a:cubicBezTo>
                    <a:pt x="65" y="1"/>
                    <a:pt x="0" y="57"/>
                    <a:pt x="31" y="133"/>
                  </a:cubicBezTo>
                  <a:cubicBezTo>
                    <a:pt x="47" y="175"/>
                    <a:pt x="81" y="192"/>
                    <a:pt x="116" y="192"/>
                  </a:cubicBezTo>
                  <a:cubicBezTo>
                    <a:pt x="178" y="192"/>
                    <a:pt x="243" y="136"/>
                    <a:pt x="214" y="61"/>
                  </a:cubicBezTo>
                  <a:cubicBezTo>
                    <a:pt x="197" y="18"/>
                    <a:pt x="162" y="1"/>
                    <a:pt x="1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750" lIns="91425" spcFirstLastPara="1" rIns="91425" wrap="square" tIns="5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80" name="Google Shape;480;p9"/>
            <p:cNvSpPr/>
            <p:nvPr/>
          </p:nvSpPr>
          <p:spPr>
            <a:xfrm>
              <a:off x="8236440" y="918720"/>
              <a:ext cx="17280" cy="13680"/>
            </a:xfrm>
            <a:custGeom>
              <a:rect b="b" l="l" r="r" t="t"/>
              <a:pathLst>
                <a:path extrusionOk="0" h="232" w="291">
                  <a:moveTo>
                    <a:pt x="152" y="1"/>
                  </a:moveTo>
                  <a:cubicBezTo>
                    <a:pt x="77" y="1"/>
                    <a:pt x="0" y="69"/>
                    <a:pt x="35" y="160"/>
                  </a:cubicBezTo>
                  <a:cubicBezTo>
                    <a:pt x="55" y="211"/>
                    <a:pt x="96" y="232"/>
                    <a:pt x="138" y="232"/>
                  </a:cubicBezTo>
                  <a:cubicBezTo>
                    <a:pt x="213" y="232"/>
                    <a:pt x="291" y="164"/>
                    <a:pt x="255" y="73"/>
                  </a:cubicBezTo>
                  <a:cubicBezTo>
                    <a:pt x="235" y="22"/>
                    <a:pt x="194" y="1"/>
                    <a:pt x="1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825" lIns="91425" spcFirstLastPara="1" rIns="91425" wrap="square" tIns="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81" name="Google Shape;481;p9"/>
            <p:cNvSpPr/>
            <p:nvPr/>
          </p:nvSpPr>
          <p:spPr>
            <a:xfrm>
              <a:off x="8160840" y="833400"/>
              <a:ext cx="69120" cy="64440"/>
            </a:xfrm>
            <a:custGeom>
              <a:rect b="b" l="l" r="r" t="t"/>
              <a:pathLst>
                <a:path extrusionOk="0" h="1063" w="1138">
                  <a:moveTo>
                    <a:pt x="274" y="243"/>
                  </a:moveTo>
                  <a:cubicBezTo>
                    <a:pt x="556" y="297"/>
                    <a:pt x="786" y="488"/>
                    <a:pt x="901" y="744"/>
                  </a:cubicBezTo>
                  <a:cubicBezTo>
                    <a:pt x="889" y="750"/>
                    <a:pt x="878" y="757"/>
                    <a:pt x="868" y="767"/>
                  </a:cubicBezTo>
                  <a:cubicBezTo>
                    <a:pt x="807" y="831"/>
                    <a:pt x="729" y="860"/>
                    <a:pt x="651" y="860"/>
                  </a:cubicBezTo>
                  <a:cubicBezTo>
                    <a:pt x="533" y="860"/>
                    <a:pt x="413" y="796"/>
                    <a:pt x="345" y="693"/>
                  </a:cubicBezTo>
                  <a:cubicBezTo>
                    <a:pt x="257" y="559"/>
                    <a:pt x="252" y="397"/>
                    <a:pt x="274" y="243"/>
                  </a:cubicBezTo>
                  <a:close/>
                  <a:moveTo>
                    <a:pt x="194" y="0"/>
                  </a:moveTo>
                  <a:cubicBezTo>
                    <a:pt x="133" y="0"/>
                    <a:pt x="85" y="32"/>
                    <a:pt x="69" y="97"/>
                  </a:cubicBezTo>
                  <a:cubicBezTo>
                    <a:pt x="1" y="401"/>
                    <a:pt x="38" y="780"/>
                    <a:pt x="321" y="970"/>
                  </a:cubicBezTo>
                  <a:cubicBezTo>
                    <a:pt x="415" y="1031"/>
                    <a:pt x="523" y="1063"/>
                    <a:pt x="631" y="1063"/>
                  </a:cubicBezTo>
                  <a:cubicBezTo>
                    <a:pt x="752" y="1063"/>
                    <a:pt x="871" y="1023"/>
                    <a:pt x="964" y="941"/>
                  </a:cubicBezTo>
                  <a:cubicBezTo>
                    <a:pt x="966" y="956"/>
                    <a:pt x="969" y="971"/>
                    <a:pt x="971" y="985"/>
                  </a:cubicBezTo>
                  <a:cubicBezTo>
                    <a:pt x="976" y="1023"/>
                    <a:pt x="1011" y="1044"/>
                    <a:pt x="1043" y="1044"/>
                  </a:cubicBezTo>
                  <a:cubicBezTo>
                    <a:pt x="1073" y="1044"/>
                    <a:pt x="1101" y="1027"/>
                    <a:pt x="1103" y="990"/>
                  </a:cubicBezTo>
                  <a:cubicBezTo>
                    <a:pt x="1137" y="468"/>
                    <a:pt x="723" y="16"/>
                    <a:pt x="202" y="0"/>
                  </a:cubicBezTo>
                  <a:cubicBezTo>
                    <a:pt x="199" y="0"/>
                    <a:pt x="197" y="0"/>
                    <a:pt x="1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2400" lIns="91425" spcFirstLastPara="1" rIns="91425" wrap="square" tIns="3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82" name="Google Shape;482;p9"/>
            <p:cNvSpPr/>
            <p:nvPr/>
          </p:nvSpPr>
          <p:spPr>
            <a:xfrm>
              <a:off x="8147520" y="892800"/>
              <a:ext cx="19800" cy="15840"/>
            </a:xfrm>
            <a:custGeom>
              <a:rect b="b" l="l" r="r" t="t"/>
              <a:pathLst>
                <a:path extrusionOk="0" h="263" w="330">
                  <a:moveTo>
                    <a:pt x="172" y="0"/>
                  </a:moveTo>
                  <a:cubicBezTo>
                    <a:pt x="88" y="0"/>
                    <a:pt x="1" y="77"/>
                    <a:pt x="42" y="180"/>
                  </a:cubicBezTo>
                  <a:cubicBezTo>
                    <a:pt x="64" y="238"/>
                    <a:pt x="111" y="262"/>
                    <a:pt x="158" y="262"/>
                  </a:cubicBezTo>
                  <a:cubicBezTo>
                    <a:pt x="242" y="262"/>
                    <a:pt x="330" y="185"/>
                    <a:pt x="290" y="82"/>
                  </a:cubicBezTo>
                  <a:cubicBezTo>
                    <a:pt x="267" y="25"/>
                    <a:pt x="220" y="0"/>
                    <a:pt x="1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900" lIns="91425" spcFirstLastPara="1" rIns="91425" wrap="square" tIns="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83" name="Google Shape;483;p9"/>
            <p:cNvSpPr/>
            <p:nvPr/>
          </p:nvSpPr>
          <p:spPr>
            <a:xfrm>
              <a:off x="8507520" y="724320"/>
              <a:ext cx="19440" cy="14760"/>
            </a:xfrm>
            <a:custGeom>
              <a:rect b="b" l="l" r="r" t="t"/>
              <a:pathLst>
                <a:path extrusionOk="0" h="248" w="326">
                  <a:moveTo>
                    <a:pt x="209" y="1"/>
                  </a:moveTo>
                  <a:cubicBezTo>
                    <a:pt x="194" y="1"/>
                    <a:pt x="179" y="4"/>
                    <a:pt x="162" y="12"/>
                  </a:cubicBezTo>
                  <a:lnTo>
                    <a:pt x="123" y="25"/>
                  </a:lnTo>
                  <a:cubicBezTo>
                    <a:pt x="0" y="63"/>
                    <a:pt x="55" y="247"/>
                    <a:pt x="160" y="247"/>
                  </a:cubicBezTo>
                  <a:cubicBezTo>
                    <a:pt x="174" y="247"/>
                    <a:pt x="189" y="244"/>
                    <a:pt x="205" y="236"/>
                  </a:cubicBezTo>
                  <a:lnTo>
                    <a:pt x="245" y="216"/>
                  </a:lnTo>
                  <a:cubicBezTo>
                    <a:pt x="315" y="195"/>
                    <a:pt x="325" y="130"/>
                    <a:pt x="301" y="76"/>
                  </a:cubicBezTo>
                  <a:cubicBezTo>
                    <a:pt x="286" y="35"/>
                    <a:pt x="253" y="1"/>
                    <a:pt x="2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550" lIns="91425" spcFirstLastPara="1" rIns="91425" wrap="square" tIns="75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84" name="Google Shape;484;p9"/>
            <p:cNvSpPr/>
            <p:nvPr/>
          </p:nvSpPr>
          <p:spPr>
            <a:xfrm>
              <a:off x="8227800" y="752400"/>
              <a:ext cx="25200" cy="19440"/>
            </a:xfrm>
            <a:custGeom>
              <a:rect b="b" l="l" r="r" t="t"/>
              <a:pathLst>
                <a:path extrusionOk="0" h="324" w="419">
                  <a:moveTo>
                    <a:pt x="267" y="0"/>
                  </a:moveTo>
                  <a:cubicBezTo>
                    <a:pt x="248" y="0"/>
                    <a:pt x="227" y="5"/>
                    <a:pt x="204" y="17"/>
                  </a:cubicBezTo>
                  <a:lnTo>
                    <a:pt x="163" y="30"/>
                  </a:lnTo>
                  <a:cubicBezTo>
                    <a:pt x="0" y="75"/>
                    <a:pt x="74" y="323"/>
                    <a:pt x="211" y="323"/>
                  </a:cubicBezTo>
                  <a:cubicBezTo>
                    <a:pt x="230" y="323"/>
                    <a:pt x="250" y="318"/>
                    <a:pt x="271" y="308"/>
                  </a:cubicBezTo>
                  <a:lnTo>
                    <a:pt x="311" y="286"/>
                  </a:lnTo>
                  <a:cubicBezTo>
                    <a:pt x="406" y="259"/>
                    <a:pt x="418" y="172"/>
                    <a:pt x="384" y="102"/>
                  </a:cubicBezTo>
                  <a:cubicBezTo>
                    <a:pt x="367" y="46"/>
                    <a:pt x="324" y="0"/>
                    <a:pt x="2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85" name="Google Shape;485;p9"/>
            <p:cNvSpPr/>
            <p:nvPr/>
          </p:nvSpPr>
          <p:spPr>
            <a:xfrm>
              <a:off x="8132760" y="784080"/>
              <a:ext cx="26280" cy="20880"/>
            </a:xfrm>
            <a:custGeom>
              <a:rect b="b" l="l" r="r" t="t"/>
              <a:pathLst>
                <a:path extrusionOk="0" h="347" w="434">
                  <a:moveTo>
                    <a:pt x="244" y="1"/>
                  </a:moveTo>
                  <a:cubicBezTo>
                    <a:pt x="225" y="1"/>
                    <a:pt x="206" y="5"/>
                    <a:pt x="187" y="14"/>
                  </a:cubicBezTo>
                  <a:lnTo>
                    <a:pt x="125" y="46"/>
                  </a:lnTo>
                  <a:cubicBezTo>
                    <a:pt x="53" y="83"/>
                    <a:pt x="0" y="167"/>
                    <a:pt x="37" y="249"/>
                  </a:cubicBezTo>
                  <a:cubicBezTo>
                    <a:pt x="66" y="315"/>
                    <a:pt x="121" y="346"/>
                    <a:pt x="185" y="346"/>
                  </a:cubicBezTo>
                  <a:cubicBezTo>
                    <a:pt x="203" y="346"/>
                    <a:pt x="222" y="343"/>
                    <a:pt x="241" y="338"/>
                  </a:cubicBezTo>
                  <a:lnTo>
                    <a:pt x="308" y="320"/>
                  </a:lnTo>
                  <a:cubicBezTo>
                    <a:pt x="391" y="297"/>
                    <a:pt x="434" y="182"/>
                    <a:pt x="401" y="107"/>
                  </a:cubicBezTo>
                  <a:cubicBezTo>
                    <a:pt x="376" y="50"/>
                    <a:pt x="311" y="1"/>
                    <a:pt x="2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0425" lIns="91425" spcFirstLastPara="1" rIns="91425" wrap="square" tIns="10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86" name="Google Shape;486;p9"/>
            <p:cNvSpPr/>
            <p:nvPr/>
          </p:nvSpPr>
          <p:spPr>
            <a:xfrm>
              <a:off x="8337600" y="698040"/>
              <a:ext cx="28800" cy="21960"/>
            </a:xfrm>
            <a:custGeom>
              <a:rect b="b" l="l" r="r" t="t"/>
              <a:pathLst>
                <a:path extrusionOk="0" h="368" w="475">
                  <a:moveTo>
                    <a:pt x="296" y="1"/>
                  </a:moveTo>
                  <a:cubicBezTo>
                    <a:pt x="274" y="1"/>
                    <a:pt x="250" y="6"/>
                    <a:pt x="225" y="18"/>
                  </a:cubicBezTo>
                  <a:cubicBezTo>
                    <a:pt x="212" y="23"/>
                    <a:pt x="198" y="26"/>
                    <a:pt x="184" y="32"/>
                  </a:cubicBezTo>
                  <a:cubicBezTo>
                    <a:pt x="0" y="93"/>
                    <a:pt x="81" y="368"/>
                    <a:pt x="242" y="368"/>
                  </a:cubicBezTo>
                  <a:cubicBezTo>
                    <a:pt x="264" y="368"/>
                    <a:pt x="287" y="363"/>
                    <a:pt x="310" y="352"/>
                  </a:cubicBezTo>
                  <a:cubicBezTo>
                    <a:pt x="324" y="348"/>
                    <a:pt x="337" y="341"/>
                    <a:pt x="350" y="335"/>
                  </a:cubicBezTo>
                  <a:cubicBezTo>
                    <a:pt x="458" y="300"/>
                    <a:pt x="475" y="196"/>
                    <a:pt x="439" y="117"/>
                  </a:cubicBezTo>
                  <a:cubicBezTo>
                    <a:pt x="418" y="52"/>
                    <a:pt x="365" y="1"/>
                    <a:pt x="2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1150" lIns="91425" spcFirstLastPara="1" rIns="91425" wrap="square" tIns="111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87" name="Google Shape;487;p9"/>
            <p:cNvSpPr/>
            <p:nvPr/>
          </p:nvSpPr>
          <p:spPr>
            <a:xfrm>
              <a:off x="8055360" y="819720"/>
              <a:ext cx="18360" cy="14400"/>
            </a:xfrm>
            <a:custGeom>
              <a:rect b="b" l="l" r="r" t="t"/>
              <a:pathLst>
                <a:path extrusionOk="0" h="243" w="306">
                  <a:moveTo>
                    <a:pt x="159" y="0"/>
                  </a:moveTo>
                  <a:cubicBezTo>
                    <a:pt x="81" y="0"/>
                    <a:pt x="0" y="72"/>
                    <a:pt x="38" y="167"/>
                  </a:cubicBezTo>
                  <a:cubicBezTo>
                    <a:pt x="58" y="220"/>
                    <a:pt x="101" y="243"/>
                    <a:pt x="145" y="243"/>
                  </a:cubicBezTo>
                  <a:cubicBezTo>
                    <a:pt x="224" y="243"/>
                    <a:pt x="305" y="171"/>
                    <a:pt x="267" y="76"/>
                  </a:cubicBezTo>
                  <a:cubicBezTo>
                    <a:pt x="246" y="23"/>
                    <a:pt x="203" y="0"/>
                    <a:pt x="1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200" lIns="91425" spcFirstLastPara="1" rIns="91425" wrap="square" tIns="7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88" name="Google Shape;488;p9"/>
            <p:cNvSpPr/>
            <p:nvPr/>
          </p:nvSpPr>
          <p:spPr>
            <a:xfrm>
              <a:off x="7753680" y="855720"/>
              <a:ext cx="32040" cy="77040"/>
            </a:xfrm>
            <a:custGeom>
              <a:rect b="b" l="l" r="r" t="t"/>
              <a:pathLst>
                <a:path extrusionOk="0" h="1266" w="530">
                  <a:moveTo>
                    <a:pt x="438" y="0"/>
                  </a:moveTo>
                  <a:cubicBezTo>
                    <a:pt x="403" y="0"/>
                    <a:pt x="369" y="21"/>
                    <a:pt x="361" y="68"/>
                  </a:cubicBezTo>
                  <a:cubicBezTo>
                    <a:pt x="302" y="447"/>
                    <a:pt x="167" y="788"/>
                    <a:pt x="26" y="1142"/>
                  </a:cubicBezTo>
                  <a:cubicBezTo>
                    <a:pt x="0" y="1203"/>
                    <a:pt x="57" y="1265"/>
                    <a:pt x="113" y="1265"/>
                  </a:cubicBezTo>
                  <a:cubicBezTo>
                    <a:pt x="135" y="1265"/>
                    <a:pt x="158" y="1255"/>
                    <a:pt x="174" y="1230"/>
                  </a:cubicBezTo>
                  <a:cubicBezTo>
                    <a:pt x="391" y="895"/>
                    <a:pt x="493" y="490"/>
                    <a:pt x="526" y="95"/>
                  </a:cubicBezTo>
                  <a:cubicBezTo>
                    <a:pt x="530" y="35"/>
                    <a:pt x="483" y="0"/>
                    <a:pt x="4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8500" lIns="91425" spcFirstLastPara="1" rIns="91425" wrap="square" tIns="38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89" name="Google Shape;489;p9"/>
            <p:cNvSpPr/>
            <p:nvPr/>
          </p:nvSpPr>
          <p:spPr>
            <a:xfrm>
              <a:off x="8411400" y="650160"/>
              <a:ext cx="14760" cy="11880"/>
            </a:xfrm>
            <a:custGeom>
              <a:rect b="b" l="l" r="r" t="t"/>
              <a:pathLst>
                <a:path extrusionOk="0" h="198" w="247">
                  <a:moveTo>
                    <a:pt x="129" y="1"/>
                  </a:moveTo>
                  <a:cubicBezTo>
                    <a:pt x="66" y="1"/>
                    <a:pt x="0" y="59"/>
                    <a:pt x="30" y="136"/>
                  </a:cubicBezTo>
                  <a:cubicBezTo>
                    <a:pt x="46" y="179"/>
                    <a:pt x="81" y="197"/>
                    <a:pt x="117" y="197"/>
                  </a:cubicBezTo>
                  <a:cubicBezTo>
                    <a:pt x="180" y="197"/>
                    <a:pt x="247" y="139"/>
                    <a:pt x="216" y="62"/>
                  </a:cubicBezTo>
                  <a:cubicBezTo>
                    <a:pt x="199" y="19"/>
                    <a:pt x="165" y="1"/>
                    <a:pt x="1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100" lIns="91425" spcFirstLastPara="1" rIns="91425" wrap="square" tIns="6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90" name="Google Shape;490;p9"/>
            <p:cNvSpPr/>
            <p:nvPr/>
          </p:nvSpPr>
          <p:spPr>
            <a:xfrm>
              <a:off x="8273880" y="639720"/>
              <a:ext cx="77400" cy="41400"/>
            </a:xfrm>
            <a:custGeom>
              <a:rect b="b" l="l" r="r" t="t"/>
              <a:pathLst>
                <a:path extrusionOk="0" h="682" w="1273">
                  <a:moveTo>
                    <a:pt x="850" y="1"/>
                  </a:moveTo>
                  <a:cubicBezTo>
                    <a:pt x="687" y="1"/>
                    <a:pt x="523" y="31"/>
                    <a:pt x="371" y="92"/>
                  </a:cubicBezTo>
                  <a:cubicBezTo>
                    <a:pt x="219" y="151"/>
                    <a:pt x="1" y="275"/>
                    <a:pt x="85" y="470"/>
                  </a:cubicBezTo>
                  <a:cubicBezTo>
                    <a:pt x="154" y="639"/>
                    <a:pt x="406" y="681"/>
                    <a:pt x="566" y="681"/>
                  </a:cubicBezTo>
                  <a:cubicBezTo>
                    <a:pt x="779" y="680"/>
                    <a:pt x="1018" y="596"/>
                    <a:pt x="1147" y="421"/>
                  </a:cubicBezTo>
                  <a:cubicBezTo>
                    <a:pt x="1204" y="344"/>
                    <a:pt x="1141" y="253"/>
                    <a:pt x="1065" y="253"/>
                  </a:cubicBezTo>
                  <a:cubicBezTo>
                    <a:pt x="1045" y="253"/>
                    <a:pt x="1024" y="259"/>
                    <a:pt x="1004" y="273"/>
                  </a:cubicBezTo>
                  <a:cubicBezTo>
                    <a:pt x="892" y="350"/>
                    <a:pt x="793" y="422"/>
                    <a:pt x="657" y="443"/>
                  </a:cubicBezTo>
                  <a:cubicBezTo>
                    <a:pt x="650" y="444"/>
                    <a:pt x="631" y="445"/>
                    <a:pt x="604" y="445"/>
                  </a:cubicBezTo>
                  <a:cubicBezTo>
                    <a:pt x="506" y="445"/>
                    <a:pt x="314" y="435"/>
                    <a:pt x="325" y="391"/>
                  </a:cubicBezTo>
                  <a:cubicBezTo>
                    <a:pt x="341" y="324"/>
                    <a:pt x="623" y="259"/>
                    <a:pt x="683" y="248"/>
                  </a:cubicBezTo>
                  <a:cubicBezTo>
                    <a:pt x="764" y="231"/>
                    <a:pt x="845" y="225"/>
                    <a:pt x="926" y="225"/>
                  </a:cubicBezTo>
                  <a:cubicBezTo>
                    <a:pt x="990" y="225"/>
                    <a:pt x="1055" y="229"/>
                    <a:pt x="1119" y="235"/>
                  </a:cubicBezTo>
                  <a:cubicBezTo>
                    <a:pt x="1123" y="235"/>
                    <a:pt x="1128" y="236"/>
                    <a:pt x="1132" y="236"/>
                  </a:cubicBezTo>
                  <a:cubicBezTo>
                    <a:pt x="1251" y="236"/>
                    <a:pt x="1272" y="65"/>
                    <a:pt x="1150" y="36"/>
                  </a:cubicBezTo>
                  <a:cubicBezTo>
                    <a:pt x="1052" y="13"/>
                    <a:pt x="951" y="1"/>
                    <a:pt x="8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0875" lIns="91425" spcFirstLastPara="1" rIns="91425" wrap="square" tIns="20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91" name="Google Shape;491;p9"/>
            <p:cNvSpPr/>
            <p:nvPr/>
          </p:nvSpPr>
          <p:spPr>
            <a:xfrm>
              <a:off x="8216280" y="665280"/>
              <a:ext cx="25200" cy="19080"/>
            </a:xfrm>
            <a:custGeom>
              <a:rect b="b" l="l" r="r" t="t"/>
              <a:pathLst>
                <a:path extrusionOk="0" h="321" w="420">
                  <a:moveTo>
                    <a:pt x="264" y="1"/>
                  </a:moveTo>
                  <a:cubicBezTo>
                    <a:pt x="246" y="1"/>
                    <a:pt x="225" y="5"/>
                    <a:pt x="204" y="16"/>
                  </a:cubicBezTo>
                  <a:cubicBezTo>
                    <a:pt x="191" y="21"/>
                    <a:pt x="177" y="26"/>
                    <a:pt x="163" y="30"/>
                  </a:cubicBezTo>
                  <a:cubicBezTo>
                    <a:pt x="1" y="80"/>
                    <a:pt x="74" y="320"/>
                    <a:pt x="212" y="320"/>
                  </a:cubicBezTo>
                  <a:cubicBezTo>
                    <a:pt x="231" y="320"/>
                    <a:pt x="250" y="316"/>
                    <a:pt x="271" y="306"/>
                  </a:cubicBezTo>
                  <a:cubicBezTo>
                    <a:pt x="285" y="302"/>
                    <a:pt x="298" y="296"/>
                    <a:pt x="310" y="289"/>
                  </a:cubicBezTo>
                  <a:cubicBezTo>
                    <a:pt x="404" y="259"/>
                    <a:pt x="420" y="170"/>
                    <a:pt x="388" y="101"/>
                  </a:cubicBezTo>
                  <a:cubicBezTo>
                    <a:pt x="369" y="46"/>
                    <a:pt x="324" y="1"/>
                    <a:pt x="2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92" name="Google Shape;492;p9"/>
            <p:cNvSpPr/>
            <p:nvPr/>
          </p:nvSpPr>
          <p:spPr>
            <a:xfrm>
              <a:off x="8123400" y="711720"/>
              <a:ext cx="16560" cy="12960"/>
            </a:xfrm>
            <a:custGeom>
              <a:rect b="b" l="l" r="r" t="t"/>
              <a:pathLst>
                <a:path extrusionOk="0" h="218" w="277">
                  <a:moveTo>
                    <a:pt x="145" y="0"/>
                  </a:moveTo>
                  <a:cubicBezTo>
                    <a:pt x="74" y="0"/>
                    <a:pt x="1" y="65"/>
                    <a:pt x="35" y="150"/>
                  </a:cubicBezTo>
                  <a:cubicBezTo>
                    <a:pt x="53" y="198"/>
                    <a:pt x="92" y="217"/>
                    <a:pt x="131" y="217"/>
                  </a:cubicBezTo>
                  <a:cubicBezTo>
                    <a:pt x="202" y="217"/>
                    <a:pt x="276" y="154"/>
                    <a:pt x="241" y="68"/>
                  </a:cubicBezTo>
                  <a:cubicBezTo>
                    <a:pt x="223" y="20"/>
                    <a:pt x="184" y="0"/>
                    <a:pt x="1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475" lIns="91425" spcFirstLastPara="1" rIns="91425" wrap="square" tIns="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93" name="Google Shape;493;p9"/>
            <p:cNvSpPr/>
            <p:nvPr/>
          </p:nvSpPr>
          <p:spPr>
            <a:xfrm>
              <a:off x="8029440" y="725040"/>
              <a:ext cx="25200" cy="20160"/>
            </a:xfrm>
            <a:custGeom>
              <a:rect b="b" l="l" r="r" t="t"/>
              <a:pathLst>
                <a:path extrusionOk="0" h="335" w="420">
                  <a:moveTo>
                    <a:pt x="219" y="1"/>
                  </a:moveTo>
                  <a:cubicBezTo>
                    <a:pt x="111" y="1"/>
                    <a:pt x="0" y="98"/>
                    <a:pt x="52" y="229"/>
                  </a:cubicBezTo>
                  <a:cubicBezTo>
                    <a:pt x="81" y="303"/>
                    <a:pt x="141" y="334"/>
                    <a:pt x="202" y="334"/>
                  </a:cubicBezTo>
                  <a:cubicBezTo>
                    <a:pt x="309" y="334"/>
                    <a:pt x="420" y="237"/>
                    <a:pt x="369" y="106"/>
                  </a:cubicBezTo>
                  <a:cubicBezTo>
                    <a:pt x="340" y="32"/>
                    <a:pt x="280" y="1"/>
                    <a:pt x="2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0075" lIns="91425" spcFirstLastPara="1" rIns="91425" wrap="square" tIns="100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94" name="Google Shape;494;p9"/>
            <p:cNvSpPr/>
            <p:nvPr/>
          </p:nvSpPr>
          <p:spPr>
            <a:xfrm>
              <a:off x="7926840" y="657720"/>
              <a:ext cx="57960" cy="93960"/>
            </a:xfrm>
            <a:custGeom>
              <a:rect b="b" l="l" r="r" t="t"/>
              <a:pathLst>
                <a:path extrusionOk="0" h="1544" w="956">
                  <a:moveTo>
                    <a:pt x="262" y="0"/>
                  </a:moveTo>
                  <a:cubicBezTo>
                    <a:pt x="246" y="0"/>
                    <a:pt x="230" y="5"/>
                    <a:pt x="219" y="16"/>
                  </a:cubicBezTo>
                  <a:cubicBezTo>
                    <a:pt x="0" y="216"/>
                    <a:pt x="105" y="722"/>
                    <a:pt x="170" y="967"/>
                  </a:cubicBezTo>
                  <a:cubicBezTo>
                    <a:pt x="226" y="1174"/>
                    <a:pt x="360" y="1544"/>
                    <a:pt x="633" y="1544"/>
                  </a:cubicBezTo>
                  <a:cubicBezTo>
                    <a:pt x="644" y="1544"/>
                    <a:pt x="654" y="1543"/>
                    <a:pt x="665" y="1542"/>
                  </a:cubicBezTo>
                  <a:cubicBezTo>
                    <a:pt x="955" y="1512"/>
                    <a:pt x="937" y="1082"/>
                    <a:pt x="914" y="869"/>
                  </a:cubicBezTo>
                  <a:cubicBezTo>
                    <a:pt x="888" y="606"/>
                    <a:pt x="726" y="274"/>
                    <a:pt x="428" y="274"/>
                  </a:cubicBezTo>
                  <a:cubicBezTo>
                    <a:pt x="418" y="274"/>
                    <a:pt x="408" y="275"/>
                    <a:pt x="397" y="275"/>
                  </a:cubicBezTo>
                  <a:cubicBezTo>
                    <a:pt x="349" y="280"/>
                    <a:pt x="330" y="312"/>
                    <a:pt x="332" y="348"/>
                  </a:cubicBezTo>
                  <a:cubicBezTo>
                    <a:pt x="333" y="376"/>
                    <a:pt x="347" y="404"/>
                    <a:pt x="374" y="421"/>
                  </a:cubicBezTo>
                  <a:cubicBezTo>
                    <a:pt x="567" y="535"/>
                    <a:pt x="688" y="655"/>
                    <a:pt x="710" y="890"/>
                  </a:cubicBezTo>
                  <a:cubicBezTo>
                    <a:pt x="717" y="964"/>
                    <a:pt x="734" y="1111"/>
                    <a:pt x="700" y="1181"/>
                  </a:cubicBezTo>
                  <a:cubicBezTo>
                    <a:pt x="671" y="1242"/>
                    <a:pt x="633" y="1271"/>
                    <a:pt x="592" y="1271"/>
                  </a:cubicBezTo>
                  <a:cubicBezTo>
                    <a:pt x="545" y="1271"/>
                    <a:pt x="495" y="1232"/>
                    <a:pt x="454" y="1158"/>
                  </a:cubicBezTo>
                  <a:cubicBezTo>
                    <a:pt x="376" y="1019"/>
                    <a:pt x="340" y="842"/>
                    <a:pt x="316" y="688"/>
                  </a:cubicBezTo>
                  <a:cubicBezTo>
                    <a:pt x="304" y="610"/>
                    <a:pt x="296" y="532"/>
                    <a:pt x="292" y="454"/>
                  </a:cubicBezTo>
                  <a:lnTo>
                    <a:pt x="292" y="348"/>
                  </a:lnTo>
                  <a:lnTo>
                    <a:pt x="292" y="291"/>
                  </a:lnTo>
                  <a:cubicBezTo>
                    <a:pt x="306" y="253"/>
                    <a:pt x="306" y="217"/>
                    <a:pt x="295" y="183"/>
                  </a:cubicBezTo>
                  <a:lnTo>
                    <a:pt x="295" y="183"/>
                  </a:lnTo>
                  <a:cubicBezTo>
                    <a:pt x="301" y="186"/>
                    <a:pt x="309" y="187"/>
                    <a:pt x="316" y="187"/>
                  </a:cubicBezTo>
                  <a:cubicBezTo>
                    <a:pt x="332" y="187"/>
                    <a:pt x="349" y="180"/>
                    <a:pt x="359" y="162"/>
                  </a:cubicBezTo>
                  <a:cubicBezTo>
                    <a:pt x="394" y="104"/>
                    <a:pt x="373" y="54"/>
                    <a:pt x="316" y="17"/>
                  </a:cubicBezTo>
                  <a:cubicBezTo>
                    <a:pt x="301" y="7"/>
                    <a:pt x="281" y="0"/>
                    <a:pt x="2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7150" lIns="91425" spcFirstLastPara="1" rIns="91425" wrap="square" tIns="471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95" name="Google Shape;495;p9"/>
            <p:cNvSpPr/>
            <p:nvPr/>
          </p:nvSpPr>
          <p:spPr>
            <a:xfrm>
              <a:off x="8205480" y="555480"/>
              <a:ext cx="72360" cy="60840"/>
            </a:xfrm>
            <a:custGeom>
              <a:rect b="b" l="l" r="r" t="t"/>
              <a:pathLst>
                <a:path extrusionOk="0" h="1000" w="1189">
                  <a:moveTo>
                    <a:pt x="374" y="252"/>
                  </a:moveTo>
                  <a:cubicBezTo>
                    <a:pt x="470" y="252"/>
                    <a:pt x="612" y="320"/>
                    <a:pt x="674" y="356"/>
                  </a:cubicBezTo>
                  <a:cubicBezTo>
                    <a:pt x="820" y="444"/>
                    <a:pt x="936" y="577"/>
                    <a:pt x="1021" y="726"/>
                  </a:cubicBezTo>
                  <a:cubicBezTo>
                    <a:pt x="956" y="744"/>
                    <a:pt x="887" y="754"/>
                    <a:pt x="818" y="754"/>
                  </a:cubicBezTo>
                  <a:cubicBezTo>
                    <a:pt x="582" y="754"/>
                    <a:pt x="348" y="644"/>
                    <a:pt x="287" y="390"/>
                  </a:cubicBezTo>
                  <a:cubicBezTo>
                    <a:pt x="262" y="286"/>
                    <a:pt x="307" y="252"/>
                    <a:pt x="374" y="252"/>
                  </a:cubicBezTo>
                  <a:close/>
                  <a:moveTo>
                    <a:pt x="325" y="1"/>
                  </a:moveTo>
                  <a:cubicBezTo>
                    <a:pt x="174" y="1"/>
                    <a:pt x="45" y="69"/>
                    <a:pt x="30" y="267"/>
                  </a:cubicBezTo>
                  <a:cubicBezTo>
                    <a:pt x="0" y="651"/>
                    <a:pt x="403" y="1000"/>
                    <a:pt x="779" y="1000"/>
                  </a:cubicBezTo>
                  <a:cubicBezTo>
                    <a:pt x="901" y="1000"/>
                    <a:pt x="1021" y="963"/>
                    <a:pt x="1121" y="879"/>
                  </a:cubicBezTo>
                  <a:cubicBezTo>
                    <a:pt x="1158" y="848"/>
                    <a:pt x="1163" y="808"/>
                    <a:pt x="1148" y="776"/>
                  </a:cubicBezTo>
                  <a:cubicBezTo>
                    <a:pt x="1173" y="760"/>
                    <a:pt x="1188" y="728"/>
                    <a:pt x="1177" y="688"/>
                  </a:cubicBezTo>
                  <a:cubicBezTo>
                    <a:pt x="1095" y="414"/>
                    <a:pt x="891" y="193"/>
                    <a:pt x="633" y="74"/>
                  </a:cubicBezTo>
                  <a:cubicBezTo>
                    <a:pt x="539" y="32"/>
                    <a:pt x="427" y="1"/>
                    <a:pt x="3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0600" lIns="91425" spcFirstLastPara="1" rIns="91425" wrap="square" tIns="30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96" name="Google Shape;496;p9"/>
            <p:cNvSpPr/>
            <p:nvPr/>
          </p:nvSpPr>
          <p:spPr>
            <a:xfrm>
              <a:off x="8316000" y="572040"/>
              <a:ext cx="17280" cy="13320"/>
            </a:xfrm>
            <a:custGeom>
              <a:rect b="b" l="l" r="r" t="t"/>
              <a:pathLst>
                <a:path extrusionOk="0" h="226" w="286">
                  <a:moveTo>
                    <a:pt x="149" y="1"/>
                  </a:moveTo>
                  <a:cubicBezTo>
                    <a:pt x="76" y="1"/>
                    <a:pt x="0" y="66"/>
                    <a:pt x="36" y="154"/>
                  </a:cubicBezTo>
                  <a:cubicBezTo>
                    <a:pt x="55" y="204"/>
                    <a:pt x="96" y="225"/>
                    <a:pt x="137" y="225"/>
                  </a:cubicBezTo>
                  <a:cubicBezTo>
                    <a:pt x="210" y="225"/>
                    <a:pt x="285" y="159"/>
                    <a:pt x="250" y="70"/>
                  </a:cubicBezTo>
                  <a:cubicBezTo>
                    <a:pt x="230" y="21"/>
                    <a:pt x="190" y="1"/>
                    <a:pt x="1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825" lIns="91425" spcFirstLastPara="1" rIns="91425" wrap="square" tIns="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97" name="Google Shape;497;p9"/>
            <p:cNvSpPr/>
            <p:nvPr/>
          </p:nvSpPr>
          <p:spPr>
            <a:xfrm>
              <a:off x="8014320" y="617040"/>
              <a:ext cx="95040" cy="67680"/>
            </a:xfrm>
            <a:custGeom>
              <a:rect b="b" l="l" r="r" t="t"/>
              <a:pathLst>
                <a:path extrusionOk="0" h="1116" w="1560">
                  <a:moveTo>
                    <a:pt x="721" y="1"/>
                  </a:moveTo>
                  <a:cubicBezTo>
                    <a:pt x="334" y="1"/>
                    <a:pt x="1" y="468"/>
                    <a:pt x="64" y="850"/>
                  </a:cubicBezTo>
                  <a:cubicBezTo>
                    <a:pt x="73" y="892"/>
                    <a:pt x="102" y="911"/>
                    <a:pt x="132" y="911"/>
                  </a:cubicBezTo>
                  <a:cubicBezTo>
                    <a:pt x="144" y="911"/>
                    <a:pt x="155" y="908"/>
                    <a:pt x="165" y="903"/>
                  </a:cubicBezTo>
                  <a:cubicBezTo>
                    <a:pt x="186" y="890"/>
                    <a:pt x="203" y="867"/>
                    <a:pt x="203" y="836"/>
                  </a:cubicBezTo>
                  <a:cubicBezTo>
                    <a:pt x="203" y="666"/>
                    <a:pt x="261" y="496"/>
                    <a:pt x="380" y="374"/>
                  </a:cubicBezTo>
                  <a:cubicBezTo>
                    <a:pt x="461" y="289"/>
                    <a:pt x="597" y="204"/>
                    <a:pt x="724" y="204"/>
                  </a:cubicBezTo>
                  <a:cubicBezTo>
                    <a:pt x="769" y="204"/>
                    <a:pt x="813" y="215"/>
                    <a:pt x="852" y="240"/>
                  </a:cubicBezTo>
                  <a:cubicBezTo>
                    <a:pt x="1068" y="374"/>
                    <a:pt x="788" y="625"/>
                    <a:pt x="664" y="723"/>
                  </a:cubicBezTo>
                  <a:cubicBezTo>
                    <a:pt x="525" y="829"/>
                    <a:pt x="369" y="873"/>
                    <a:pt x="210" y="935"/>
                  </a:cubicBezTo>
                  <a:cubicBezTo>
                    <a:pt x="203" y="938"/>
                    <a:pt x="198" y="943"/>
                    <a:pt x="190" y="945"/>
                  </a:cubicBezTo>
                  <a:cubicBezTo>
                    <a:pt x="118" y="993"/>
                    <a:pt x="154" y="1116"/>
                    <a:pt x="244" y="1116"/>
                  </a:cubicBezTo>
                  <a:cubicBezTo>
                    <a:pt x="247" y="1116"/>
                    <a:pt x="251" y="1116"/>
                    <a:pt x="254" y="1115"/>
                  </a:cubicBezTo>
                  <a:cubicBezTo>
                    <a:pt x="600" y="1087"/>
                    <a:pt x="1559" y="418"/>
                    <a:pt x="985" y="77"/>
                  </a:cubicBezTo>
                  <a:cubicBezTo>
                    <a:pt x="897" y="24"/>
                    <a:pt x="808" y="1"/>
                    <a:pt x="7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3825" lIns="91425" spcFirstLastPara="1" rIns="91425" wrap="square" tIns="33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98" name="Google Shape;498;p9"/>
            <p:cNvSpPr/>
            <p:nvPr/>
          </p:nvSpPr>
          <p:spPr>
            <a:xfrm>
              <a:off x="7876800" y="723240"/>
              <a:ext cx="24120" cy="15480"/>
            </a:xfrm>
            <a:custGeom>
              <a:rect b="b" l="l" r="r" t="t"/>
              <a:pathLst>
                <a:path extrusionOk="0" h="257" w="400">
                  <a:moveTo>
                    <a:pt x="235" y="1"/>
                  </a:moveTo>
                  <a:cubicBezTo>
                    <a:pt x="214" y="1"/>
                    <a:pt x="192" y="3"/>
                    <a:pt x="173" y="10"/>
                  </a:cubicBezTo>
                  <a:cubicBezTo>
                    <a:pt x="151" y="20"/>
                    <a:pt x="139" y="36"/>
                    <a:pt x="120" y="49"/>
                  </a:cubicBezTo>
                  <a:cubicBezTo>
                    <a:pt x="110" y="57"/>
                    <a:pt x="92" y="64"/>
                    <a:pt x="81" y="71"/>
                  </a:cubicBezTo>
                  <a:cubicBezTo>
                    <a:pt x="1" y="117"/>
                    <a:pt x="49" y="256"/>
                    <a:pt x="135" y="256"/>
                  </a:cubicBezTo>
                  <a:cubicBezTo>
                    <a:pt x="141" y="256"/>
                    <a:pt x="147" y="256"/>
                    <a:pt x="153" y="254"/>
                  </a:cubicBezTo>
                  <a:cubicBezTo>
                    <a:pt x="166" y="250"/>
                    <a:pt x="180" y="246"/>
                    <a:pt x="194" y="243"/>
                  </a:cubicBezTo>
                  <a:cubicBezTo>
                    <a:pt x="218" y="240"/>
                    <a:pt x="236" y="243"/>
                    <a:pt x="261" y="234"/>
                  </a:cubicBezTo>
                  <a:cubicBezTo>
                    <a:pt x="296" y="220"/>
                    <a:pt x="324" y="189"/>
                    <a:pt x="350" y="164"/>
                  </a:cubicBezTo>
                  <a:cubicBezTo>
                    <a:pt x="399" y="110"/>
                    <a:pt x="360" y="9"/>
                    <a:pt x="287" y="3"/>
                  </a:cubicBezTo>
                  <a:cubicBezTo>
                    <a:pt x="271" y="2"/>
                    <a:pt x="253" y="1"/>
                    <a:pt x="2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900" lIns="91425" spcFirstLastPara="1" rIns="91425" wrap="square" tIns="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99" name="Google Shape;499;p9"/>
            <p:cNvSpPr/>
            <p:nvPr/>
          </p:nvSpPr>
          <p:spPr>
            <a:xfrm>
              <a:off x="8143560" y="591480"/>
              <a:ext cx="28080" cy="22320"/>
            </a:xfrm>
            <a:custGeom>
              <a:rect b="b" l="l" r="r" t="t"/>
              <a:pathLst>
                <a:path extrusionOk="0" h="374" w="464">
                  <a:moveTo>
                    <a:pt x="261" y="1"/>
                  </a:moveTo>
                  <a:cubicBezTo>
                    <a:pt x="241" y="1"/>
                    <a:pt x="220" y="5"/>
                    <a:pt x="200" y="13"/>
                  </a:cubicBezTo>
                  <a:cubicBezTo>
                    <a:pt x="179" y="23"/>
                    <a:pt x="158" y="31"/>
                    <a:pt x="136" y="41"/>
                  </a:cubicBezTo>
                  <a:cubicBezTo>
                    <a:pt x="54" y="77"/>
                    <a:pt x="0" y="179"/>
                    <a:pt x="39" y="265"/>
                  </a:cubicBezTo>
                  <a:cubicBezTo>
                    <a:pt x="69" y="333"/>
                    <a:pt x="132" y="373"/>
                    <a:pt x="202" y="373"/>
                  </a:cubicBezTo>
                  <a:cubicBezTo>
                    <a:pt x="222" y="373"/>
                    <a:pt x="242" y="370"/>
                    <a:pt x="262" y="363"/>
                  </a:cubicBezTo>
                  <a:cubicBezTo>
                    <a:pt x="285" y="356"/>
                    <a:pt x="306" y="346"/>
                    <a:pt x="328" y="339"/>
                  </a:cubicBezTo>
                  <a:cubicBezTo>
                    <a:pt x="414" y="309"/>
                    <a:pt x="464" y="197"/>
                    <a:pt x="427" y="112"/>
                  </a:cubicBezTo>
                  <a:cubicBezTo>
                    <a:pt x="398" y="48"/>
                    <a:pt x="332" y="1"/>
                    <a:pt x="2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1150" lIns="91425" spcFirstLastPara="1" rIns="91425" wrap="square" tIns="111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00" name="Google Shape;500;p9"/>
            <p:cNvSpPr/>
            <p:nvPr/>
          </p:nvSpPr>
          <p:spPr>
            <a:xfrm>
              <a:off x="7869240" y="669600"/>
              <a:ext cx="15840" cy="12600"/>
            </a:xfrm>
            <a:custGeom>
              <a:rect b="b" l="l" r="r" t="t"/>
              <a:pathLst>
                <a:path extrusionOk="0" h="211" w="267">
                  <a:moveTo>
                    <a:pt x="139" y="0"/>
                  </a:moveTo>
                  <a:cubicBezTo>
                    <a:pt x="71" y="0"/>
                    <a:pt x="1" y="61"/>
                    <a:pt x="33" y="144"/>
                  </a:cubicBezTo>
                  <a:cubicBezTo>
                    <a:pt x="51" y="190"/>
                    <a:pt x="89" y="210"/>
                    <a:pt x="127" y="210"/>
                  </a:cubicBezTo>
                  <a:cubicBezTo>
                    <a:pt x="196" y="210"/>
                    <a:pt x="267" y="148"/>
                    <a:pt x="233" y="66"/>
                  </a:cubicBezTo>
                  <a:cubicBezTo>
                    <a:pt x="215" y="20"/>
                    <a:pt x="177" y="0"/>
                    <a:pt x="1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475" lIns="91425" spcFirstLastPara="1" rIns="91425" wrap="square" tIns="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01" name="Google Shape;501;p9"/>
            <p:cNvSpPr/>
            <p:nvPr/>
          </p:nvSpPr>
          <p:spPr>
            <a:xfrm>
              <a:off x="7979040" y="614160"/>
              <a:ext cx="20880" cy="20160"/>
            </a:xfrm>
            <a:custGeom>
              <a:rect b="b" l="l" r="r" t="t"/>
              <a:pathLst>
                <a:path extrusionOk="0" h="337" w="347">
                  <a:moveTo>
                    <a:pt x="164" y="1"/>
                  </a:moveTo>
                  <a:cubicBezTo>
                    <a:pt x="147" y="1"/>
                    <a:pt x="131" y="4"/>
                    <a:pt x="116" y="10"/>
                  </a:cubicBezTo>
                  <a:cubicBezTo>
                    <a:pt x="50" y="34"/>
                    <a:pt x="1" y="126"/>
                    <a:pt x="36" y="194"/>
                  </a:cubicBezTo>
                  <a:lnTo>
                    <a:pt x="67" y="256"/>
                  </a:lnTo>
                  <a:cubicBezTo>
                    <a:pt x="96" y="312"/>
                    <a:pt x="144" y="336"/>
                    <a:pt x="190" y="336"/>
                  </a:cubicBezTo>
                  <a:cubicBezTo>
                    <a:pt x="270" y="336"/>
                    <a:pt x="346" y="264"/>
                    <a:pt x="317" y="159"/>
                  </a:cubicBezTo>
                  <a:lnTo>
                    <a:pt x="300" y="91"/>
                  </a:lnTo>
                  <a:cubicBezTo>
                    <a:pt x="283" y="34"/>
                    <a:pt x="222" y="1"/>
                    <a:pt x="1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0075" lIns="91425" spcFirstLastPara="1" rIns="91425" wrap="square" tIns="100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02" name="Google Shape;502;p9"/>
            <p:cNvSpPr/>
            <p:nvPr/>
          </p:nvSpPr>
          <p:spPr>
            <a:xfrm>
              <a:off x="7763760" y="675360"/>
              <a:ext cx="34200" cy="21600"/>
            </a:xfrm>
            <a:custGeom>
              <a:rect b="b" l="l" r="r" t="t"/>
              <a:pathLst>
                <a:path extrusionOk="0" h="357" w="564">
                  <a:moveTo>
                    <a:pt x="346" y="0"/>
                  </a:moveTo>
                  <a:cubicBezTo>
                    <a:pt x="328" y="0"/>
                    <a:pt x="307" y="5"/>
                    <a:pt x="286" y="14"/>
                  </a:cubicBezTo>
                  <a:cubicBezTo>
                    <a:pt x="244" y="34"/>
                    <a:pt x="201" y="52"/>
                    <a:pt x="157" y="70"/>
                  </a:cubicBezTo>
                  <a:cubicBezTo>
                    <a:pt x="0" y="139"/>
                    <a:pt x="65" y="356"/>
                    <a:pt x="211" y="356"/>
                  </a:cubicBezTo>
                  <a:cubicBezTo>
                    <a:pt x="228" y="356"/>
                    <a:pt x="246" y="353"/>
                    <a:pt x="265" y="347"/>
                  </a:cubicBezTo>
                  <a:cubicBezTo>
                    <a:pt x="309" y="331"/>
                    <a:pt x="354" y="317"/>
                    <a:pt x="398" y="301"/>
                  </a:cubicBezTo>
                  <a:cubicBezTo>
                    <a:pt x="564" y="244"/>
                    <a:pt x="492" y="0"/>
                    <a:pt x="3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0800" lIns="91425" spcFirstLastPara="1" rIns="91425" wrap="square" tIns="10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03" name="Google Shape;503;p9"/>
            <p:cNvSpPr/>
            <p:nvPr/>
          </p:nvSpPr>
          <p:spPr>
            <a:xfrm>
              <a:off x="7905960" y="604800"/>
              <a:ext cx="27000" cy="17640"/>
            </a:xfrm>
            <a:custGeom>
              <a:rect b="b" l="l" r="r" t="t"/>
              <a:pathLst>
                <a:path extrusionOk="0" h="294" w="447">
                  <a:moveTo>
                    <a:pt x="257" y="1"/>
                  </a:moveTo>
                  <a:cubicBezTo>
                    <a:pt x="240" y="1"/>
                    <a:pt x="223" y="4"/>
                    <a:pt x="205" y="12"/>
                  </a:cubicBezTo>
                  <a:lnTo>
                    <a:pt x="139" y="39"/>
                  </a:lnTo>
                  <a:cubicBezTo>
                    <a:pt x="0" y="97"/>
                    <a:pt x="58" y="293"/>
                    <a:pt x="187" y="293"/>
                  </a:cubicBezTo>
                  <a:cubicBezTo>
                    <a:pt x="203" y="293"/>
                    <a:pt x="220" y="290"/>
                    <a:pt x="237" y="284"/>
                  </a:cubicBezTo>
                  <a:lnTo>
                    <a:pt x="302" y="261"/>
                  </a:lnTo>
                  <a:cubicBezTo>
                    <a:pt x="447" y="210"/>
                    <a:pt x="384" y="1"/>
                    <a:pt x="2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000" lIns="91425" spcFirstLastPara="1" rIns="91425" wrap="square" tIns="9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04" name="Google Shape;504;p9"/>
            <p:cNvSpPr/>
            <p:nvPr/>
          </p:nvSpPr>
          <p:spPr>
            <a:xfrm>
              <a:off x="8049240" y="541440"/>
              <a:ext cx="25560" cy="18000"/>
            </a:xfrm>
            <a:custGeom>
              <a:rect b="b" l="l" r="r" t="t"/>
              <a:pathLst>
                <a:path extrusionOk="0" h="298" w="424">
                  <a:moveTo>
                    <a:pt x="180" y="1"/>
                  </a:moveTo>
                  <a:cubicBezTo>
                    <a:pt x="177" y="1"/>
                    <a:pt x="174" y="1"/>
                    <a:pt x="172" y="1"/>
                  </a:cubicBezTo>
                  <a:cubicBezTo>
                    <a:pt x="157" y="4"/>
                    <a:pt x="128" y="18"/>
                    <a:pt x="115" y="18"/>
                  </a:cubicBezTo>
                  <a:cubicBezTo>
                    <a:pt x="51" y="21"/>
                    <a:pt x="1" y="79"/>
                    <a:pt x="1" y="140"/>
                  </a:cubicBezTo>
                  <a:cubicBezTo>
                    <a:pt x="0" y="204"/>
                    <a:pt x="41" y="246"/>
                    <a:pt x="99" y="266"/>
                  </a:cubicBezTo>
                  <a:cubicBezTo>
                    <a:pt x="98" y="266"/>
                    <a:pt x="98" y="266"/>
                    <a:pt x="97" y="266"/>
                  </a:cubicBezTo>
                  <a:cubicBezTo>
                    <a:pt x="90" y="266"/>
                    <a:pt x="121" y="282"/>
                    <a:pt x="128" y="284"/>
                  </a:cubicBezTo>
                  <a:cubicBezTo>
                    <a:pt x="156" y="297"/>
                    <a:pt x="183" y="297"/>
                    <a:pt x="213" y="297"/>
                  </a:cubicBezTo>
                  <a:cubicBezTo>
                    <a:pt x="241" y="297"/>
                    <a:pt x="269" y="294"/>
                    <a:pt x="298" y="290"/>
                  </a:cubicBezTo>
                  <a:cubicBezTo>
                    <a:pt x="356" y="284"/>
                    <a:pt x="405" y="235"/>
                    <a:pt x="414" y="178"/>
                  </a:cubicBezTo>
                  <a:cubicBezTo>
                    <a:pt x="424" y="126"/>
                    <a:pt x="393" y="53"/>
                    <a:pt x="336" y="36"/>
                  </a:cubicBezTo>
                  <a:cubicBezTo>
                    <a:pt x="301" y="27"/>
                    <a:pt x="265" y="14"/>
                    <a:pt x="228" y="7"/>
                  </a:cubicBezTo>
                  <a:cubicBezTo>
                    <a:pt x="214" y="4"/>
                    <a:pt x="197" y="1"/>
                    <a:pt x="1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000" lIns="91425" spcFirstLastPara="1" rIns="91425" wrap="square" tIns="9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05" name="Google Shape;505;p9"/>
            <p:cNvSpPr/>
            <p:nvPr/>
          </p:nvSpPr>
          <p:spPr>
            <a:xfrm>
              <a:off x="8130240" y="519840"/>
              <a:ext cx="18360" cy="14760"/>
            </a:xfrm>
            <a:custGeom>
              <a:rect b="b" l="l" r="r" t="t"/>
              <a:pathLst>
                <a:path extrusionOk="0" h="247" w="308">
                  <a:moveTo>
                    <a:pt x="161" y="1"/>
                  </a:moveTo>
                  <a:cubicBezTo>
                    <a:pt x="82" y="1"/>
                    <a:pt x="0" y="73"/>
                    <a:pt x="37" y="171"/>
                  </a:cubicBezTo>
                  <a:cubicBezTo>
                    <a:pt x="58" y="224"/>
                    <a:pt x="102" y="247"/>
                    <a:pt x="146" y="247"/>
                  </a:cubicBezTo>
                  <a:cubicBezTo>
                    <a:pt x="225" y="247"/>
                    <a:pt x="308" y="175"/>
                    <a:pt x="270" y="79"/>
                  </a:cubicBezTo>
                  <a:cubicBezTo>
                    <a:pt x="249" y="24"/>
                    <a:pt x="206" y="1"/>
                    <a:pt x="1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550" lIns="91425" spcFirstLastPara="1" rIns="91425" wrap="square" tIns="75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06" name="Google Shape;506;p9"/>
            <p:cNvSpPr/>
            <p:nvPr/>
          </p:nvSpPr>
          <p:spPr>
            <a:xfrm>
              <a:off x="7652880" y="684720"/>
              <a:ext cx="19800" cy="19440"/>
            </a:xfrm>
            <a:custGeom>
              <a:rect b="b" l="l" r="r" t="t"/>
              <a:pathLst>
                <a:path extrusionOk="0" h="325" w="331">
                  <a:moveTo>
                    <a:pt x="173" y="0"/>
                  </a:moveTo>
                  <a:cubicBezTo>
                    <a:pt x="168" y="0"/>
                    <a:pt x="164" y="0"/>
                    <a:pt x="160" y="1"/>
                  </a:cubicBezTo>
                  <a:cubicBezTo>
                    <a:pt x="118" y="7"/>
                    <a:pt x="68" y="28"/>
                    <a:pt x="44" y="66"/>
                  </a:cubicBezTo>
                  <a:cubicBezTo>
                    <a:pt x="0" y="137"/>
                    <a:pt x="13" y="216"/>
                    <a:pt x="82" y="263"/>
                  </a:cubicBezTo>
                  <a:lnTo>
                    <a:pt x="91" y="272"/>
                  </a:lnTo>
                  <a:cubicBezTo>
                    <a:pt x="106" y="286"/>
                    <a:pt x="118" y="297"/>
                    <a:pt x="136" y="307"/>
                  </a:cubicBezTo>
                  <a:cubicBezTo>
                    <a:pt x="157" y="317"/>
                    <a:pt x="181" y="324"/>
                    <a:pt x="204" y="324"/>
                  </a:cubicBezTo>
                  <a:cubicBezTo>
                    <a:pt x="212" y="324"/>
                    <a:pt x="220" y="323"/>
                    <a:pt x="228" y="321"/>
                  </a:cubicBezTo>
                  <a:cubicBezTo>
                    <a:pt x="316" y="300"/>
                    <a:pt x="330" y="206"/>
                    <a:pt x="284" y="158"/>
                  </a:cubicBezTo>
                  <a:cubicBezTo>
                    <a:pt x="284" y="151"/>
                    <a:pt x="284" y="143"/>
                    <a:pt x="282" y="137"/>
                  </a:cubicBezTo>
                  <a:lnTo>
                    <a:pt x="282" y="136"/>
                  </a:lnTo>
                  <a:cubicBezTo>
                    <a:pt x="296" y="67"/>
                    <a:pt x="242" y="0"/>
                    <a:pt x="1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07" name="Google Shape;507;p9"/>
            <p:cNvSpPr/>
            <p:nvPr/>
          </p:nvSpPr>
          <p:spPr>
            <a:xfrm>
              <a:off x="8196840" y="454320"/>
              <a:ext cx="16200" cy="12600"/>
            </a:xfrm>
            <a:custGeom>
              <a:rect b="b" l="l" r="r" t="t"/>
              <a:pathLst>
                <a:path extrusionOk="0" h="214" w="269">
                  <a:moveTo>
                    <a:pt x="141" y="1"/>
                  </a:moveTo>
                  <a:cubicBezTo>
                    <a:pt x="72" y="1"/>
                    <a:pt x="1" y="63"/>
                    <a:pt x="33" y="147"/>
                  </a:cubicBezTo>
                  <a:cubicBezTo>
                    <a:pt x="52" y="194"/>
                    <a:pt x="91" y="214"/>
                    <a:pt x="130" y="214"/>
                  </a:cubicBezTo>
                  <a:cubicBezTo>
                    <a:pt x="198" y="214"/>
                    <a:pt x="269" y="151"/>
                    <a:pt x="236" y="67"/>
                  </a:cubicBezTo>
                  <a:cubicBezTo>
                    <a:pt x="218" y="20"/>
                    <a:pt x="180" y="1"/>
                    <a:pt x="1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475" lIns="91425" spcFirstLastPara="1" rIns="91425" wrap="square" tIns="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08" name="Google Shape;508;p9"/>
            <p:cNvSpPr/>
            <p:nvPr/>
          </p:nvSpPr>
          <p:spPr>
            <a:xfrm>
              <a:off x="7634520" y="199800"/>
              <a:ext cx="315000" cy="434520"/>
            </a:xfrm>
            <a:custGeom>
              <a:rect b="b" l="l" r="r" t="t"/>
              <a:pathLst>
                <a:path extrusionOk="0" h="7122" w="5166">
                  <a:moveTo>
                    <a:pt x="1859" y="305"/>
                  </a:moveTo>
                  <a:cubicBezTo>
                    <a:pt x="2891" y="305"/>
                    <a:pt x="3848" y="1104"/>
                    <a:pt x="4287" y="2127"/>
                  </a:cubicBezTo>
                  <a:cubicBezTo>
                    <a:pt x="4870" y="3482"/>
                    <a:pt x="4766" y="5374"/>
                    <a:pt x="3550" y="6366"/>
                  </a:cubicBezTo>
                  <a:cubicBezTo>
                    <a:pt x="3192" y="6657"/>
                    <a:pt x="2728" y="6823"/>
                    <a:pt x="2265" y="6823"/>
                  </a:cubicBezTo>
                  <a:cubicBezTo>
                    <a:pt x="2037" y="6823"/>
                    <a:pt x="1809" y="6783"/>
                    <a:pt x="1595" y="6697"/>
                  </a:cubicBezTo>
                  <a:cubicBezTo>
                    <a:pt x="781" y="6373"/>
                    <a:pt x="529" y="5495"/>
                    <a:pt x="627" y="4688"/>
                  </a:cubicBezTo>
                  <a:cubicBezTo>
                    <a:pt x="702" y="4090"/>
                    <a:pt x="1014" y="3561"/>
                    <a:pt x="873" y="2946"/>
                  </a:cubicBezTo>
                  <a:cubicBezTo>
                    <a:pt x="726" y="2307"/>
                    <a:pt x="0" y="1306"/>
                    <a:pt x="751" y="778"/>
                  </a:cubicBezTo>
                  <a:cubicBezTo>
                    <a:pt x="820" y="731"/>
                    <a:pt x="822" y="662"/>
                    <a:pt x="794" y="608"/>
                  </a:cubicBezTo>
                  <a:cubicBezTo>
                    <a:pt x="1146" y="398"/>
                    <a:pt x="1507" y="305"/>
                    <a:pt x="1859" y="305"/>
                  </a:cubicBezTo>
                  <a:close/>
                  <a:moveTo>
                    <a:pt x="1886" y="0"/>
                  </a:moveTo>
                  <a:cubicBezTo>
                    <a:pt x="1390" y="0"/>
                    <a:pt x="903" y="176"/>
                    <a:pt x="502" y="591"/>
                  </a:cubicBezTo>
                  <a:cubicBezTo>
                    <a:pt x="491" y="601"/>
                    <a:pt x="486" y="612"/>
                    <a:pt x="482" y="622"/>
                  </a:cubicBezTo>
                  <a:cubicBezTo>
                    <a:pt x="127" y="920"/>
                    <a:pt x="73" y="1406"/>
                    <a:pt x="175" y="1855"/>
                  </a:cubicBezTo>
                  <a:cubicBezTo>
                    <a:pt x="247" y="2184"/>
                    <a:pt x="416" y="2478"/>
                    <a:pt x="518" y="2796"/>
                  </a:cubicBezTo>
                  <a:cubicBezTo>
                    <a:pt x="702" y="3364"/>
                    <a:pt x="518" y="3764"/>
                    <a:pt x="394" y="4306"/>
                  </a:cubicBezTo>
                  <a:cubicBezTo>
                    <a:pt x="119" y="5514"/>
                    <a:pt x="573" y="6870"/>
                    <a:pt x="1918" y="7091"/>
                  </a:cubicBezTo>
                  <a:cubicBezTo>
                    <a:pt x="2044" y="7112"/>
                    <a:pt x="2167" y="7122"/>
                    <a:pt x="2288" y="7122"/>
                  </a:cubicBezTo>
                  <a:cubicBezTo>
                    <a:pt x="3422" y="7122"/>
                    <a:pt x="4331" y="6247"/>
                    <a:pt x="4702" y="5189"/>
                  </a:cubicBezTo>
                  <a:cubicBezTo>
                    <a:pt x="5166" y="3863"/>
                    <a:pt x="4926" y="2266"/>
                    <a:pt x="4068" y="1152"/>
                  </a:cubicBezTo>
                  <a:cubicBezTo>
                    <a:pt x="3552" y="481"/>
                    <a:pt x="2707" y="0"/>
                    <a:pt x="18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09" name="Google Shape;509;p9"/>
            <p:cNvSpPr/>
            <p:nvPr/>
          </p:nvSpPr>
          <p:spPr>
            <a:xfrm>
              <a:off x="8090640" y="469440"/>
              <a:ext cx="21960" cy="17280"/>
            </a:xfrm>
            <a:custGeom>
              <a:rect b="b" l="l" r="r" t="t"/>
              <a:pathLst>
                <a:path extrusionOk="0" h="291" w="366">
                  <a:moveTo>
                    <a:pt x="192" y="1"/>
                  </a:moveTo>
                  <a:cubicBezTo>
                    <a:pt x="98" y="1"/>
                    <a:pt x="0" y="86"/>
                    <a:pt x="45" y="200"/>
                  </a:cubicBezTo>
                  <a:cubicBezTo>
                    <a:pt x="70" y="263"/>
                    <a:pt x="121" y="290"/>
                    <a:pt x="174" y="290"/>
                  </a:cubicBezTo>
                  <a:cubicBezTo>
                    <a:pt x="268" y="290"/>
                    <a:pt x="366" y="205"/>
                    <a:pt x="321" y="91"/>
                  </a:cubicBezTo>
                  <a:cubicBezTo>
                    <a:pt x="296" y="27"/>
                    <a:pt x="245" y="1"/>
                    <a:pt x="1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8625" lIns="91425" spcFirstLastPara="1" rIns="91425" wrap="square" tIns="86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10" name="Google Shape;510;p9"/>
            <p:cNvSpPr/>
            <p:nvPr/>
          </p:nvSpPr>
          <p:spPr>
            <a:xfrm>
              <a:off x="7970760" y="496800"/>
              <a:ext cx="16200" cy="12600"/>
            </a:xfrm>
            <a:custGeom>
              <a:rect b="b" l="l" r="r" t="t"/>
              <a:pathLst>
                <a:path extrusionOk="0" h="213" w="269">
                  <a:moveTo>
                    <a:pt x="140" y="1"/>
                  </a:moveTo>
                  <a:cubicBezTo>
                    <a:pt x="71" y="1"/>
                    <a:pt x="0" y="63"/>
                    <a:pt x="33" y="147"/>
                  </a:cubicBezTo>
                  <a:cubicBezTo>
                    <a:pt x="52" y="193"/>
                    <a:pt x="89" y="213"/>
                    <a:pt x="128" y="213"/>
                  </a:cubicBezTo>
                  <a:cubicBezTo>
                    <a:pt x="197" y="213"/>
                    <a:pt x="268" y="151"/>
                    <a:pt x="235" y="68"/>
                  </a:cubicBezTo>
                  <a:cubicBezTo>
                    <a:pt x="217" y="21"/>
                    <a:pt x="179" y="1"/>
                    <a:pt x="1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475" lIns="91425" spcFirstLastPara="1" rIns="91425" wrap="square" tIns="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11" name="Google Shape;511;p9"/>
            <p:cNvSpPr/>
            <p:nvPr/>
          </p:nvSpPr>
          <p:spPr>
            <a:xfrm>
              <a:off x="7581240" y="645840"/>
              <a:ext cx="14040" cy="11160"/>
            </a:xfrm>
            <a:custGeom>
              <a:rect b="b" l="l" r="r" t="t"/>
              <a:pathLst>
                <a:path extrusionOk="0" h="189" w="238">
                  <a:moveTo>
                    <a:pt x="124" y="0"/>
                  </a:moveTo>
                  <a:cubicBezTo>
                    <a:pt x="64" y="0"/>
                    <a:pt x="0" y="55"/>
                    <a:pt x="29" y="130"/>
                  </a:cubicBezTo>
                  <a:cubicBezTo>
                    <a:pt x="45" y="171"/>
                    <a:pt x="79" y="189"/>
                    <a:pt x="114" y="189"/>
                  </a:cubicBezTo>
                  <a:cubicBezTo>
                    <a:pt x="175" y="189"/>
                    <a:pt x="238" y="134"/>
                    <a:pt x="208" y="59"/>
                  </a:cubicBezTo>
                  <a:cubicBezTo>
                    <a:pt x="192" y="18"/>
                    <a:pt x="159" y="0"/>
                    <a:pt x="1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750" lIns="91425" spcFirstLastPara="1" rIns="91425" wrap="square" tIns="5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12" name="Google Shape;512;p9"/>
            <p:cNvSpPr/>
            <p:nvPr/>
          </p:nvSpPr>
          <p:spPr>
            <a:xfrm>
              <a:off x="7687440" y="237960"/>
              <a:ext cx="214200" cy="335520"/>
            </a:xfrm>
            <a:custGeom>
              <a:rect b="b" l="l" r="r" t="t"/>
              <a:pathLst>
                <a:path extrusionOk="0" h="5500" w="3510">
                  <a:moveTo>
                    <a:pt x="978" y="3556"/>
                  </a:moveTo>
                  <a:cubicBezTo>
                    <a:pt x="970" y="3609"/>
                    <a:pt x="964" y="3660"/>
                    <a:pt x="957" y="3713"/>
                  </a:cubicBezTo>
                  <a:cubicBezTo>
                    <a:pt x="830" y="3923"/>
                    <a:pt x="726" y="4144"/>
                    <a:pt x="672" y="4385"/>
                  </a:cubicBezTo>
                  <a:cubicBezTo>
                    <a:pt x="695" y="4243"/>
                    <a:pt x="745" y="4101"/>
                    <a:pt x="796" y="3974"/>
                  </a:cubicBezTo>
                  <a:cubicBezTo>
                    <a:pt x="852" y="3832"/>
                    <a:pt x="917" y="3696"/>
                    <a:pt x="978" y="3556"/>
                  </a:cubicBezTo>
                  <a:close/>
                  <a:moveTo>
                    <a:pt x="1157" y="0"/>
                  </a:moveTo>
                  <a:cubicBezTo>
                    <a:pt x="626" y="0"/>
                    <a:pt x="163" y="333"/>
                    <a:pt x="22" y="852"/>
                  </a:cubicBezTo>
                  <a:cubicBezTo>
                    <a:pt x="1" y="934"/>
                    <a:pt x="59" y="992"/>
                    <a:pt x="129" y="1012"/>
                  </a:cubicBezTo>
                  <a:cubicBezTo>
                    <a:pt x="128" y="1213"/>
                    <a:pt x="172" y="1424"/>
                    <a:pt x="250" y="1620"/>
                  </a:cubicBezTo>
                  <a:cubicBezTo>
                    <a:pt x="419" y="2039"/>
                    <a:pt x="750" y="2418"/>
                    <a:pt x="718" y="2895"/>
                  </a:cubicBezTo>
                  <a:cubicBezTo>
                    <a:pt x="689" y="3319"/>
                    <a:pt x="411" y="3683"/>
                    <a:pt x="294" y="4081"/>
                  </a:cubicBezTo>
                  <a:cubicBezTo>
                    <a:pt x="15" y="5021"/>
                    <a:pt x="597" y="5500"/>
                    <a:pt x="1289" y="5500"/>
                  </a:cubicBezTo>
                  <a:cubicBezTo>
                    <a:pt x="1666" y="5500"/>
                    <a:pt x="2075" y="5358"/>
                    <a:pt x="2395" y="5071"/>
                  </a:cubicBezTo>
                  <a:cubicBezTo>
                    <a:pt x="3446" y="4130"/>
                    <a:pt x="3509" y="2436"/>
                    <a:pt x="2863" y="1253"/>
                  </a:cubicBezTo>
                  <a:cubicBezTo>
                    <a:pt x="2540" y="663"/>
                    <a:pt x="1984" y="71"/>
                    <a:pt x="1276" y="6"/>
                  </a:cubicBezTo>
                  <a:cubicBezTo>
                    <a:pt x="1236" y="2"/>
                    <a:pt x="1196" y="0"/>
                    <a:pt x="11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13" name="Google Shape;513;p9"/>
            <p:cNvSpPr/>
            <p:nvPr/>
          </p:nvSpPr>
          <p:spPr>
            <a:xfrm>
              <a:off x="7439040" y="659160"/>
              <a:ext cx="16200" cy="12600"/>
            </a:xfrm>
            <a:custGeom>
              <a:rect b="b" l="l" r="r" t="t"/>
              <a:pathLst>
                <a:path extrusionOk="0" h="212" w="269">
                  <a:moveTo>
                    <a:pt x="141" y="0"/>
                  </a:moveTo>
                  <a:cubicBezTo>
                    <a:pt x="72" y="0"/>
                    <a:pt x="0" y="62"/>
                    <a:pt x="33" y="146"/>
                  </a:cubicBezTo>
                  <a:cubicBezTo>
                    <a:pt x="52" y="192"/>
                    <a:pt x="90" y="212"/>
                    <a:pt x="129" y="212"/>
                  </a:cubicBezTo>
                  <a:cubicBezTo>
                    <a:pt x="198" y="212"/>
                    <a:pt x="268" y="150"/>
                    <a:pt x="236" y="66"/>
                  </a:cubicBezTo>
                  <a:cubicBezTo>
                    <a:pt x="217" y="20"/>
                    <a:pt x="179" y="0"/>
                    <a:pt x="1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475" lIns="91425" spcFirstLastPara="1" rIns="91425" wrap="square" tIns="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14" name="Google Shape;514;p9"/>
            <p:cNvSpPr/>
            <p:nvPr/>
          </p:nvSpPr>
          <p:spPr>
            <a:xfrm>
              <a:off x="7623360" y="588960"/>
              <a:ext cx="12960" cy="10440"/>
            </a:xfrm>
            <a:custGeom>
              <a:rect b="b" l="l" r="r" t="t"/>
              <a:pathLst>
                <a:path extrusionOk="0" h="174" w="219">
                  <a:moveTo>
                    <a:pt x="115" y="1"/>
                  </a:moveTo>
                  <a:cubicBezTo>
                    <a:pt x="59" y="1"/>
                    <a:pt x="1" y="52"/>
                    <a:pt x="28" y="119"/>
                  </a:cubicBezTo>
                  <a:cubicBezTo>
                    <a:pt x="43" y="157"/>
                    <a:pt x="74" y="173"/>
                    <a:pt x="105" y="173"/>
                  </a:cubicBezTo>
                  <a:cubicBezTo>
                    <a:pt x="161" y="173"/>
                    <a:pt x="219" y="123"/>
                    <a:pt x="192" y="55"/>
                  </a:cubicBezTo>
                  <a:cubicBezTo>
                    <a:pt x="178" y="17"/>
                    <a:pt x="147" y="1"/>
                    <a:pt x="1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400" lIns="91425" spcFirstLastPara="1" rIns="91425" wrap="square" tIns="5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15" name="Google Shape;515;p9"/>
            <p:cNvSpPr/>
            <p:nvPr/>
          </p:nvSpPr>
          <p:spPr>
            <a:xfrm>
              <a:off x="8015040" y="366840"/>
              <a:ext cx="79200" cy="59040"/>
            </a:xfrm>
            <a:custGeom>
              <a:rect b="b" l="l" r="r" t="t"/>
              <a:pathLst>
                <a:path extrusionOk="0" h="970" w="1304">
                  <a:moveTo>
                    <a:pt x="954" y="349"/>
                  </a:moveTo>
                  <a:lnTo>
                    <a:pt x="954" y="349"/>
                  </a:lnTo>
                  <a:cubicBezTo>
                    <a:pt x="950" y="367"/>
                    <a:pt x="943" y="388"/>
                    <a:pt x="936" y="408"/>
                  </a:cubicBezTo>
                  <a:cubicBezTo>
                    <a:pt x="885" y="534"/>
                    <a:pt x="786" y="636"/>
                    <a:pt x="664" y="690"/>
                  </a:cubicBezTo>
                  <a:cubicBezTo>
                    <a:pt x="625" y="707"/>
                    <a:pt x="577" y="716"/>
                    <a:pt x="529" y="716"/>
                  </a:cubicBezTo>
                  <a:cubicBezTo>
                    <a:pt x="386" y="716"/>
                    <a:pt x="247" y="637"/>
                    <a:pt x="375" y="479"/>
                  </a:cubicBezTo>
                  <a:cubicBezTo>
                    <a:pt x="456" y="378"/>
                    <a:pt x="587" y="362"/>
                    <a:pt x="717" y="362"/>
                  </a:cubicBezTo>
                  <a:cubicBezTo>
                    <a:pt x="780" y="362"/>
                    <a:pt x="844" y="366"/>
                    <a:pt x="901" y="366"/>
                  </a:cubicBezTo>
                  <a:cubicBezTo>
                    <a:pt x="902" y="366"/>
                    <a:pt x="904" y="366"/>
                    <a:pt x="906" y="366"/>
                  </a:cubicBezTo>
                  <a:cubicBezTo>
                    <a:pt x="926" y="366"/>
                    <a:pt x="943" y="358"/>
                    <a:pt x="954" y="349"/>
                  </a:cubicBezTo>
                  <a:close/>
                  <a:moveTo>
                    <a:pt x="1067" y="0"/>
                  </a:moveTo>
                  <a:cubicBezTo>
                    <a:pt x="1025" y="0"/>
                    <a:pt x="985" y="26"/>
                    <a:pt x="974" y="76"/>
                  </a:cubicBezTo>
                  <a:cubicBezTo>
                    <a:pt x="964" y="129"/>
                    <a:pt x="964" y="178"/>
                    <a:pt x="964" y="229"/>
                  </a:cubicBezTo>
                  <a:cubicBezTo>
                    <a:pt x="950" y="208"/>
                    <a:pt x="933" y="190"/>
                    <a:pt x="906" y="186"/>
                  </a:cubicBezTo>
                  <a:cubicBezTo>
                    <a:pt x="820" y="166"/>
                    <a:pt x="726" y="153"/>
                    <a:pt x="634" y="153"/>
                  </a:cubicBezTo>
                  <a:cubicBezTo>
                    <a:pt x="432" y="153"/>
                    <a:pt x="236" y="215"/>
                    <a:pt x="134" y="408"/>
                  </a:cubicBezTo>
                  <a:cubicBezTo>
                    <a:pt x="1" y="656"/>
                    <a:pt x="141" y="911"/>
                    <a:pt x="410" y="961"/>
                  </a:cubicBezTo>
                  <a:cubicBezTo>
                    <a:pt x="444" y="967"/>
                    <a:pt x="478" y="970"/>
                    <a:pt x="512" y="970"/>
                  </a:cubicBezTo>
                  <a:cubicBezTo>
                    <a:pt x="719" y="970"/>
                    <a:pt x="919" y="858"/>
                    <a:pt x="1048" y="697"/>
                  </a:cubicBezTo>
                  <a:cubicBezTo>
                    <a:pt x="1176" y="537"/>
                    <a:pt x="1303" y="211"/>
                    <a:pt x="1142" y="34"/>
                  </a:cubicBezTo>
                  <a:cubicBezTo>
                    <a:pt x="1121" y="11"/>
                    <a:pt x="1094" y="0"/>
                    <a:pt x="10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9500" lIns="91425" spcFirstLastPara="1" rIns="91425" wrap="square" tIns="29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16" name="Google Shape;516;p9"/>
            <p:cNvSpPr/>
            <p:nvPr/>
          </p:nvSpPr>
          <p:spPr>
            <a:xfrm>
              <a:off x="7486200" y="595440"/>
              <a:ext cx="23400" cy="23400"/>
            </a:xfrm>
            <a:custGeom>
              <a:rect b="b" l="l" r="r" t="t"/>
              <a:pathLst>
                <a:path extrusionOk="0" h="387" w="389">
                  <a:moveTo>
                    <a:pt x="169" y="1"/>
                  </a:moveTo>
                  <a:cubicBezTo>
                    <a:pt x="151" y="1"/>
                    <a:pt x="132" y="5"/>
                    <a:pt x="114" y="13"/>
                  </a:cubicBezTo>
                  <a:cubicBezTo>
                    <a:pt x="30" y="49"/>
                    <a:pt x="0" y="129"/>
                    <a:pt x="24" y="214"/>
                  </a:cubicBezTo>
                  <a:lnTo>
                    <a:pt x="47" y="282"/>
                  </a:lnTo>
                  <a:cubicBezTo>
                    <a:pt x="65" y="346"/>
                    <a:pt x="133" y="386"/>
                    <a:pt x="198" y="386"/>
                  </a:cubicBezTo>
                  <a:cubicBezTo>
                    <a:pt x="218" y="386"/>
                    <a:pt x="237" y="382"/>
                    <a:pt x="255" y="374"/>
                  </a:cubicBezTo>
                  <a:cubicBezTo>
                    <a:pt x="332" y="340"/>
                    <a:pt x="388" y="247"/>
                    <a:pt x="347" y="165"/>
                  </a:cubicBezTo>
                  <a:lnTo>
                    <a:pt x="318" y="101"/>
                  </a:lnTo>
                  <a:cubicBezTo>
                    <a:pt x="290" y="44"/>
                    <a:pt x="232" y="1"/>
                    <a:pt x="1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1875" lIns="91425" spcFirstLastPara="1" rIns="91425" wrap="square" tIns="11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17" name="Google Shape;517;p9"/>
            <p:cNvSpPr/>
            <p:nvPr/>
          </p:nvSpPr>
          <p:spPr>
            <a:xfrm>
              <a:off x="7511400" y="514800"/>
              <a:ext cx="82800" cy="58680"/>
            </a:xfrm>
            <a:custGeom>
              <a:rect b="b" l="l" r="r" t="t"/>
              <a:pathLst>
                <a:path extrusionOk="0" h="965" w="1363">
                  <a:moveTo>
                    <a:pt x="511" y="241"/>
                  </a:moveTo>
                  <a:cubicBezTo>
                    <a:pt x="521" y="241"/>
                    <a:pt x="532" y="241"/>
                    <a:pt x="542" y="242"/>
                  </a:cubicBezTo>
                  <a:cubicBezTo>
                    <a:pt x="723" y="252"/>
                    <a:pt x="1024" y="323"/>
                    <a:pt x="1090" y="520"/>
                  </a:cubicBezTo>
                  <a:cubicBezTo>
                    <a:pt x="1126" y="626"/>
                    <a:pt x="1077" y="713"/>
                    <a:pt x="986" y="713"/>
                  </a:cubicBezTo>
                  <a:cubicBezTo>
                    <a:pt x="965" y="713"/>
                    <a:pt x="941" y="708"/>
                    <a:pt x="915" y="697"/>
                  </a:cubicBezTo>
                  <a:cubicBezTo>
                    <a:pt x="828" y="660"/>
                    <a:pt x="752" y="589"/>
                    <a:pt x="677" y="532"/>
                  </a:cubicBezTo>
                  <a:cubicBezTo>
                    <a:pt x="556" y="440"/>
                    <a:pt x="436" y="350"/>
                    <a:pt x="314" y="262"/>
                  </a:cubicBezTo>
                  <a:cubicBezTo>
                    <a:pt x="380" y="252"/>
                    <a:pt x="444" y="241"/>
                    <a:pt x="511" y="241"/>
                  </a:cubicBezTo>
                  <a:close/>
                  <a:moveTo>
                    <a:pt x="498" y="1"/>
                  </a:moveTo>
                  <a:cubicBezTo>
                    <a:pt x="327" y="1"/>
                    <a:pt x="169" y="45"/>
                    <a:pt x="64" y="141"/>
                  </a:cubicBezTo>
                  <a:cubicBezTo>
                    <a:pt x="21" y="167"/>
                    <a:pt x="1" y="233"/>
                    <a:pt x="52" y="279"/>
                  </a:cubicBezTo>
                  <a:cubicBezTo>
                    <a:pt x="202" y="418"/>
                    <a:pt x="361" y="547"/>
                    <a:pt x="517" y="680"/>
                  </a:cubicBezTo>
                  <a:cubicBezTo>
                    <a:pt x="624" y="772"/>
                    <a:pt x="732" y="880"/>
                    <a:pt x="864" y="935"/>
                  </a:cubicBezTo>
                  <a:cubicBezTo>
                    <a:pt x="912" y="955"/>
                    <a:pt x="961" y="965"/>
                    <a:pt x="1007" y="965"/>
                  </a:cubicBezTo>
                  <a:cubicBezTo>
                    <a:pt x="1192" y="965"/>
                    <a:pt x="1344" y="816"/>
                    <a:pt x="1351" y="609"/>
                  </a:cubicBezTo>
                  <a:cubicBezTo>
                    <a:pt x="1362" y="241"/>
                    <a:pt x="897" y="1"/>
                    <a:pt x="4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9500" lIns="91425" spcFirstLastPara="1" rIns="91425" wrap="square" tIns="29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18" name="Google Shape;518;p9"/>
            <p:cNvSpPr/>
            <p:nvPr/>
          </p:nvSpPr>
          <p:spPr>
            <a:xfrm>
              <a:off x="7530480" y="529560"/>
              <a:ext cx="48960" cy="28440"/>
            </a:xfrm>
            <a:custGeom>
              <a:rect b="b" l="l" r="r" t="t"/>
              <a:pathLst>
                <a:path extrusionOk="0" h="472" w="810">
                  <a:moveTo>
                    <a:pt x="198" y="0"/>
                  </a:moveTo>
                  <a:cubicBezTo>
                    <a:pt x="130" y="0"/>
                    <a:pt x="66" y="11"/>
                    <a:pt x="0" y="19"/>
                  </a:cubicBezTo>
                  <a:cubicBezTo>
                    <a:pt x="124" y="109"/>
                    <a:pt x="244" y="201"/>
                    <a:pt x="363" y="291"/>
                  </a:cubicBezTo>
                  <a:cubicBezTo>
                    <a:pt x="438" y="348"/>
                    <a:pt x="515" y="419"/>
                    <a:pt x="600" y="456"/>
                  </a:cubicBezTo>
                  <a:cubicBezTo>
                    <a:pt x="625" y="467"/>
                    <a:pt x="649" y="472"/>
                    <a:pt x="671" y="472"/>
                  </a:cubicBezTo>
                  <a:cubicBezTo>
                    <a:pt x="760" y="472"/>
                    <a:pt x="810" y="385"/>
                    <a:pt x="775" y="279"/>
                  </a:cubicBezTo>
                  <a:cubicBezTo>
                    <a:pt x="709" y="82"/>
                    <a:pt x="408" y="11"/>
                    <a:pt x="230" y="1"/>
                  </a:cubicBezTo>
                  <a:cubicBezTo>
                    <a:pt x="219" y="0"/>
                    <a:pt x="208" y="0"/>
                    <a:pt x="19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4400" lIns="91425" spcFirstLastPara="1" rIns="91425" wrap="square" tIns="14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19" name="Google Shape;519;p9"/>
            <p:cNvSpPr/>
            <p:nvPr/>
          </p:nvSpPr>
          <p:spPr>
            <a:xfrm>
              <a:off x="7345800" y="553320"/>
              <a:ext cx="49680" cy="73800"/>
            </a:xfrm>
            <a:custGeom>
              <a:rect b="b" l="l" r="r" t="t"/>
              <a:pathLst>
                <a:path extrusionOk="0" h="1213" w="820">
                  <a:moveTo>
                    <a:pt x="355" y="267"/>
                  </a:moveTo>
                  <a:cubicBezTo>
                    <a:pt x="369" y="282"/>
                    <a:pt x="385" y="294"/>
                    <a:pt x="410" y="297"/>
                  </a:cubicBezTo>
                  <a:cubicBezTo>
                    <a:pt x="624" y="323"/>
                    <a:pt x="629" y="553"/>
                    <a:pt x="579" y="713"/>
                  </a:cubicBezTo>
                  <a:cubicBezTo>
                    <a:pt x="552" y="801"/>
                    <a:pt x="482" y="993"/>
                    <a:pt x="391" y="993"/>
                  </a:cubicBezTo>
                  <a:cubicBezTo>
                    <a:pt x="366" y="993"/>
                    <a:pt x="339" y="978"/>
                    <a:pt x="311" y="941"/>
                  </a:cubicBezTo>
                  <a:cubicBezTo>
                    <a:pt x="169" y="756"/>
                    <a:pt x="253" y="474"/>
                    <a:pt x="355" y="267"/>
                  </a:cubicBezTo>
                  <a:close/>
                  <a:moveTo>
                    <a:pt x="357" y="1"/>
                  </a:moveTo>
                  <a:cubicBezTo>
                    <a:pt x="335" y="1"/>
                    <a:pt x="313" y="10"/>
                    <a:pt x="294" y="33"/>
                  </a:cubicBezTo>
                  <a:cubicBezTo>
                    <a:pt x="120" y="244"/>
                    <a:pt x="1" y="552"/>
                    <a:pt x="48" y="829"/>
                  </a:cubicBezTo>
                  <a:cubicBezTo>
                    <a:pt x="74" y="994"/>
                    <a:pt x="209" y="1213"/>
                    <a:pt x="397" y="1213"/>
                  </a:cubicBezTo>
                  <a:cubicBezTo>
                    <a:pt x="407" y="1213"/>
                    <a:pt x="418" y="1212"/>
                    <a:pt x="429" y="1211"/>
                  </a:cubicBezTo>
                  <a:cubicBezTo>
                    <a:pt x="653" y="1181"/>
                    <a:pt x="756" y="828"/>
                    <a:pt x="784" y="641"/>
                  </a:cubicBezTo>
                  <a:cubicBezTo>
                    <a:pt x="820" y="401"/>
                    <a:pt x="694" y="148"/>
                    <a:pt x="439" y="112"/>
                  </a:cubicBezTo>
                  <a:cubicBezTo>
                    <a:pt x="444" y="92"/>
                    <a:pt x="443" y="74"/>
                    <a:pt x="436" y="57"/>
                  </a:cubicBezTo>
                  <a:cubicBezTo>
                    <a:pt x="422" y="24"/>
                    <a:pt x="390" y="1"/>
                    <a:pt x="3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7075" lIns="91425" spcFirstLastPara="1" rIns="91425" wrap="square" tIns="370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20" name="Google Shape;520;p9"/>
            <p:cNvSpPr/>
            <p:nvPr/>
          </p:nvSpPr>
          <p:spPr>
            <a:xfrm>
              <a:off x="7941960" y="366840"/>
              <a:ext cx="24480" cy="23040"/>
            </a:xfrm>
            <a:custGeom>
              <a:rect b="b" l="l" r="r" t="t"/>
              <a:pathLst>
                <a:path extrusionOk="0" h="384" w="405">
                  <a:moveTo>
                    <a:pt x="171" y="1"/>
                  </a:moveTo>
                  <a:cubicBezTo>
                    <a:pt x="146" y="1"/>
                    <a:pt x="121" y="7"/>
                    <a:pt x="96" y="21"/>
                  </a:cubicBezTo>
                  <a:cubicBezTo>
                    <a:pt x="25" y="59"/>
                    <a:pt x="1" y="138"/>
                    <a:pt x="25" y="213"/>
                  </a:cubicBezTo>
                  <a:cubicBezTo>
                    <a:pt x="32" y="235"/>
                    <a:pt x="39" y="256"/>
                    <a:pt x="49" y="277"/>
                  </a:cubicBezTo>
                  <a:cubicBezTo>
                    <a:pt x="79" y="343"/>
                    <a:pt x="141" y="383"/>
                    <a:pt x="208" y="383"/>
                  </a:cubicBezTo>
                  <a:cubicBezTo>
                    <a:pt x="235" y="383"/>
                    <a:pt x="263" y="377"/>
                    <a:pt x="290" y="362"/>
                  </a:cubicBezTo>
                  <a:cubicBezTo>
                    <a:pt x="376" y="312"/>
                    <a:pt x="405" y="195"/>
                    <a:pt x="341" y="114"/>
                  </a:cubicBezTo>
                  <a:cubicBezTo>
                    <a:pt x="328" y="96"/>
                    <a:pt x="313" y="80"/>
                    <a:pt x="297" y="63"/>
                  </a:cubicBezTo>
                  <a:cubicBezTo>
                    <a:pt x="262" y="24"/>
                    <a:pt x="218" y="1"/>
                    <a:pt x="1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1500" lIns="91425" spcFirstLastPara="1" rIns="91425" wrap="square" tIns="11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21" name="Google Shape;521;p9"/>
            <p:cNvSpPr/>
            <p:nvPr/>
          </p:nvSpPr>
          <p:spPr>
            <a:xfrm>
              <a:off x="7604280" y="495360"/>
              <a:ext cx="21600" cy="21960"/>
            </a:xfrm>
            <a:custGeom>
              <a:rect b="b" l="l" r="r" t="t"/>
              <a:pathLst>
                <a:path extrusionOk="0" h="366" w="362">
                  <a:moveTo>
                    <a:pt x="206" y="0"/>
                  </a:moveTo>
                  <a:cubicBezTo>
                    <a:pt x="162" y="0"/>
                    <a:pt x="116" y="23"/>
                    <a:pt x="87" y="76"/>
                  </a:cubicBezTo>
                  <a:cubicBezTo>
                    <a:pt x="75" y="95"/>
                    <a:pt x="67" y="113"/>
                    <a:pt x="54" y="130"/>
                  </a:cubicBezTo>
                  <a:cubicBezTo>
                    <a:pt x="0" y="204"/>
                    <a:pt x="24" y="316"/>
                    <a:pt x="111" y="353"/>
                  </a:cubicBezTo>
                  <a:cubicBezTo>
                    <a:pt x="130" y="362"/>
                    <a:pt x="150" y="366"/>
                    <a:pt x="169" y="366"/>
                  </a:cubicBezTo>
                  <a:cubicBezTo>
                    <a:pt x="237" y="366"/>
                    <a:pt x="301" y="315"/>
                    <a:pt x="313" y="244"/>
                  </a:cubicBezTo>
                  <a:cubicBezTo>
                    <a:pt x="318" y="222"/>
                    <a:pt x="323" y="203"/>
                    <a:pt x="329" y="183"/>
                  </a:cubicBezTo>
                  <a:cubicBezTo>
                    <a:pt x="362" y="76"/>
                    <a:pt x="286" y="0"/>
                    <a:pt x="2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1150" lIns="91425" spcFirstLastPara="1" rIns="91425" wrap="square" tIns="111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22" name="Google Shape;522;p9"/>
            <p:cNvSpPr/>
            <p:nvPr/>
          </p:nvSpPr>
          <p:spPr>
            <a:xfrm>
              <a:off x="7356240" y="569520"/>
              <a:ext cx="27720" cy="43920"/>
            </a:xfrm>
            <a:custGeom>
              <a:rect b="b" l="l" r="r" t="t"/>
              <a:pathLst>
                <a:path extrusionOk="0" h="726" w="459">
                  <a:moveTo>
                    <a:pt x="188" y="0"/>
                  </a:moveTo>
                  <a:cubicBezTo>
                    <a:pt x="83" y="209"/>
                    <a:pt x="1" y="491"/>
                    <a:pt x="141" y="675"/>
                  </a:cubicBezTo>
                  <a:cubicBezTo>
                    <a:pt x="169" y="711"/>
                    <a:pt x="196" y="726"/>
                    <a:pt x="221" y="726"/>
                  </a:cubicBezTo>
                  <a:cubicBezTo>
                    <a:pt x="311" y="726"/>
                    <a:pt x="382" y="533"/>
                    <a:pt x="409" y="447"/>
                  </a:cubicBezTo>
                  <a:cubicBezTo>
                    <a:pt x="459" y="288"/>
                    <a:pt x="454" y="57"/>
                    <a:pt x="242" y="30"/>
                  </a:cubicBezTo>
                  <a:cubicBezTo>
                    <a:pt x="218" y="26"/>
                    <a:pt x="199" y="16"/>
                    <a:pt x="18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21950" lIns="91425" spcFirstLastPara="1" rIns="91425" wrap="square" tIns="21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23" name="Google Shape;523;p9"/>
            <p:cNvSpPr/>
            <p:nvPr/>
          </p:nvSpPr>
          <p:spPr>
            <a:xfrm>
              <a:off x="7267320" y="633240"/>
              <a:ext cx="19080" cy="15120"/>
            </a:xfrm>
            <a:custGeom>
              <a:rect b="b" l="l" r="r" t="t"/>
              <a:pathLst>
                <a:path extrusionOk="0" h="253" w="318">
                  <a:moveTo>
                    <a:pt x="167" y="1"/>
                  </a:moveTo>
                  <a:cubicBezTo>
                    <a:pt x="85" y="1"/>
                    <a:pt x="0" y="75"/>
                    <a:pt x="40" y="173"/>
                  </a:cubicBezTo>
                  <a:cubicBezTo>
                    <a:pt x="62" y="229"/>
                    <a:pt x="107" y="252"/>
                    <a:pt x="153" y="252"/>
                  </a:cubicBezTo>
                  <a:cubicBezTo>
                    <a:pt x="234" y="252"/>
                    <a:pt x="318" y="179"/>
                    <a:pt x="280" y="80"/>
                  </a:cubicBezTo>
                  <a:cubicBezTo>
                    <a:pt x="258" y="24"/>
                    <a:pt x="213" y="1"/>
                    <a:pt x="1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550" lIns="91425" spcFirstLastPara="1" rIns="91425" wrap="square" tIns="75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24" name="Google Shape;524;p9"/>
            <p:cNvSpPr/>
            <p:nvPr/>
          </p:nvSpPr>
          <p:spPr>
            <a:xfrm>
              <a:off x="8103600" y="308520"/>
              <a:ext cx="14400" cy="11160"/>
            </a:xfrm>
            <a:custGeom>
              <a:rect b="b" l="l" r="r" t="t"/>
              <a:pathLst>
                <a:path extrusionOk="0" h="191" w="242">
                  <a:moveTo>
                    <a:pt x="127" y="0"/>
                  </a:moveTo>
                  <a:cubicBezTo>
                    <a:pt x="64" y="0"/>
                    <a:pt x="0" y="56"/>
                    <a:pt x="30" y="131"/>
                  </a:cubicBezTo>
                  <a:cubicBezTo>
                    <a:pt x="47" y="173"/>
                    <a:pt x="81" y="191"/>
                    <a:pt x="116" y="191"/>
                  </a:cubicBezTo>
                  <a:cubicBezTo>
                    <a:pt x="178" y="191"/>
                    <a:pt x="242" y="135"/>
                    <a:pt x="213" y="60"/>
                  </a:cubicBezTo>
                  <a:cubicBezTo>
                    <a:pt x="196" y="18"/>
                    <a:pt x="162" y="0"/>
                    <a:pt x="1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750" lIns="91425" spcFirstLastPara="1" rIns="91425" wrap="square" tIns="5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25" name="Google Shape;525;p9"/>
            <p:cNvSpPr/>
            <p:nvPr/>
          </p:nvSpPr>
          <p:spPr>
            <a:xfrm>
              <a:off x="8013960" y="294480"/>
              <a:ext cx="20160" cy="15840"/>
            </a:xfrm>
            <a:custGeom>
              <a:rect b="b" l="l" r="r" t="t"/>
              <a:pathLst>
                <a:path extrusionOk="0" h="267" w="335">
                  <a:moveTo>
                    <a:pt x="175" y="1"/>
                  </a:moveTo>
                  <a:cubicBezTo>
                    <a:pt x="89" y="1"/>
                    <a:pt x="0" y="79"/>
                    <a:pt x="41" y="183"/>
                  </a:cubicBezTo>
                  <a:cubicBezTo>
                    <a:pt x="64" y="242"/>
                    <a:pt x="111" y="266"/>
                    <a:pt x="160" y="266"/>
                  </a:cubicBezTo>
                  <a:cubicBezTo>
                    <a:pt x="246" y="266"/>
                    <a:pt x="334" y="189"/>
                    <a:pt x="293" y="84"/>
                  </a:cubicBezTo>
                  <a:cubicBezTo>
                    <a:pt x="270" y="26"/>
                    <a:pt x="223" y="1"/>
                    <a:pt x="1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900" lIns="91425" spcFirstLastPara="1" rIns="91425" wrap="square" tIns="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26" name="Google Shape;526;p9"/>
            <p:cNvSpPr/>
            <p:nvPr/>
          </p:nvSpPr>
          <p:spPr>
            <a:xfrm>
              <a:off x="7245000" y="576720"/>
              <a:ext cx="20880" cy="16560"/>
            </a:xfrm>
            <a:custGeom>
              <a:rect b="b" l="l" r="r" t="t"/>
              <a:pathLst>
                <a:path extrusionOk="0" h="277" w="348">
                  <a:moveTo>
                    <a:pt x="182" y="1"/>
                  </a:moveTo>
                  <a:cubicBezTo>
                    <a:pt x="93" y="1"/>
                    <a:pt x="0" y="82"/>
                    <a:pt x="42" y="191"/>
                  </a:cubicBezTo>
                  <a:cubicBezTo>
                    <a:pt x="65" y="251"/>
                    <a:pt x="115" y="277"/>
                    <a:pt x="165" y="277"/>
                  </a:cubicBezTo>
                  <a:cubicBezTo>
                    <a:pt x="255" y="277"/>
                    <a:pt x="348" y="196"/>
                    <a:pt x="304" y="88"/>
                  </a:cubicBezTo>
                  <a:cubicBezTo>
                    <a:pt x="281" y="26"/>
                    <a:pt x="232" y="1"/>
                    <a:pt x="1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8275" lIns="91425" spcFirstLastPara="1" rIns="91425" wrap="square" tIns="8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27" name="Google Shape;527;p9"/>
            <p:cNvSpPr/>
            <p:nvPr/>
          </p:nvSpPr>
          <p:spPr>
            <a:xfrm>
              <a:off x="7508880" y="473040"/>
              <a:ext cx="13680" cy="10800"/>
            </a:xfrm>
            <a:custGeom>
              <a:rect b="b" l="l" r="r" t="t"/>
              <a:pathLst>
                <a:path extrusionOk="0" h="184" w="230">
                  <a:moveTo>
                    <a:pt x="120" y="0"/>
                  </a:moveTo>
                  <a:cubicBezTo>
                    <a:pt x="61" y="0"/>
                    <a:pt x="0" y="55"/>
                    <a:pt x="30" y="126"/>
                  </a:cubicBezTo>
                  <a:cubicBezTo>
                    <a:pt x="46" y="167"/>
                    <a:pt x="78" y="184"/>
                    <a:pt x="111" y="184"/>
                  </a:cubicBezTo>
                  <a:cubicBezTo>
                    <a:pt x="169" y="184"/>
                    <a:pt x="230" y="130"/>
                    <a:pt x="202" y="58"/>
                  </a:cubicBezTo>
                  <a:cubicBezTo>
                    <a:pt x="186" y="17"/>
                    <a:pt x="153" y="0"/>
                    <a:pt x="1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400" lIns="91425" spcFirstLastPara="1" rIns="91425" wrap="square" tIns="5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28" name="Google Shape;528;p9"/>
            <p:cNvSpPr/>
            <p:nvPr/>
          </p:nvSpPr>
          <p:spPr>
            <a:xfrm>
              <a:off x="7142400" y="586080"/>
              <a:ext cx="28080" cy="29880"/>
            </a:xfrm>
            <a:custGeom>
              <a:rect b="b" l="l" r="r" t="t"/>
              <a:pathLst>
                <a:path extrusionOk="0" h="495" w="464">
                  <a:moveTo>
                    <a:pt x="196" y="0"/>
                  </a:moveTo>
                  <a:cubicBezTo>
                    <a:pt x="176" y="0"/>
                    <a:pt x="155" y="4"/>
                    <a:pt x="135" y="13"/>
                  </a:cubicBezTo>
                  <a:cubicBezTo>
                    <a:pt x="44" y="54"/>
                    <a:pt x="0" y="152"/>
                    <a:pt x="33" y="245"/>
                  </a:cubicBezTo>
                  <a:cubicBezTo>
                    <a:pt x="47" y="289"/>
                    <a:pt x="64" y="335"/>
                    <a:pt x="80" y="379"/>
                  </a:cubicBezTo>
                  <a:cubicBezTo>
                    <a:pt x="106" y="448"/>
                    <a:pt x="180" y="495"/>
                    <a:pt x="253" y="495"/>
                  </a:cubicBezTo>
                  <a:cubicBezTo>
                    <a:pt x="276" y="495"/>
                    <a:pt x="298" y="490"/>
                    <a:pt x="319" y="481"/>
                  </a:cubicBezTo>
                  <a:cubicBezTo>
                    <a:pt x="409" y="442"/>
                    <a:pt x="464" y="338"/>
                    <a:pt x="423" y="244"/>
                  </a:cubicBezTo>
                  <a:cubicBezTo>
                    <a:pt x="404" y="200"/>
                    <a:pt x="386" y="158"/>
                    <a:pt x="366" y="115"/>
                  </a:cubicBezTo>
                  <a:cubicBezTo>
                    <a:pt x="337" y="49"/>
                    <a:pt x="268" y="0"/>
                    <a:pt x="1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5100" lIns="91425" spcFirstLastPara="1" rIns="91425" wrap="square" tIns="15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29" name="Google Shape;529;p9"/>
            <p:cNvSpPr/>
            <p:nvPr/>
          </p:nvSpPr>
          <p:spPr>
            <a:xfrm>
              <a:off x="7554240" y="433080"/>
              <a:ext cx="26280" cy="18000"/>
            </a:xfrm>
            <a:custGeom>
              <a:rect b="b" l="l" r="r" t="t"/>
              <a:pathLst>
                <a:path extrusionOk="0" h="302" w="438">
                  <a:moveTo>
                    <a:pt x="171" y="1"/>
                  </a:moveTo>
                  <a:cubicBezTo>
                    <a:pt x="66" y="1"/>
                    <a:pt x="1" y="171"/>
                    <a:pt x="99" y="230"/>
                  </a:cubicBezTo>
                  <a:cubicBezTo>
                    <a:pt x="121" y="244"/>
                    <a:pt x="143" y="258"/>
                    <a:pt x="164" y="272"/>
                  </a:cubicBezTo>
                  <a:cubicBezTo>
                    <a:pt x="201" y="295"/>
                    <a:pt x="230" y="301"/>
                    <a:pt x="269" y="301"/>
                  </a:cubicBezTo>
                  <a:cubicBezTo>
                    <a:pt x="273" y="301"/>
                    <a:pt x="278" y="301"/>
                    <a:pt x="283" y="301"/>
                  </a:cubicBezTo>
                  <a:cubicBezTo>
                    <a:pt x="381" y="298"/>
                    <a:pt x="437" y="166"/>
                    <a:pt x="375" y="93"/>
                  </a:cubicBezTo>
                  <a:cubicBezTo>
                    <a:pt x="345" y="57"/>
                    <a:pt x="320" y="37"/>
                    <a:pt x="272" y="24"/>
                  </a:cubicBezTo>
                  <a:cubicBezTo>
                    <a:pt x="248" y="17"/>
                    <a:pt x="222" y="12"/>
                    <a:pt x="198" y="5"/>
                  </a:cubicBezTo>
                  <a:cubicBezTo>
                    <a:pt x="189" y="2"/>
                    <a:pt x="180" y="1"/>
                    <a:pt x="1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000" lIns="91425" spcFirstLastPara="1" rIns="91425" wrap="square" tIns="9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30" name="Google Shape;530;p9"/>
            <p:cNvSpPr/>
            <p:nvPr/>
          </p:nvSpPr>
          <p:spPr>
            <a:xfrm>
              <a:off x="7225200" y="238680"/>
              <a:ext cx="302760" cy="294840"/>
            </a:xfrm>
            <a:custGeom>
              <a:rect b="b" l="l" r="r" t="t"/>
              <a:pathLst>
                <a:path extrusionOk="0" h="4835" w="4963">
                  <a:moveTo>
                    <a:pt x="2865" y="301"/>
                  </a:moveTo>
                  <a:cubicBezTo>
                    <a:pt x="3117" y="301"/>
                    <a:pt x="3370" y="345"/>
                    <a:pt x="3613" y="438"/>
                  </a:cubicBezTo>
                  <a:cubicBezTo>
                    <a:pt x="3600" y="488"/>
                    <a:pt x="3609" y="545"/>
                    <a:pt x="3655" y="589"/>
                  </a:cubicBezTo>
                  <a:cubicBezTo>
                    <a:pt x="4962" y="1833"/>
                    <a:pt x="3955" y="4562"/>
                    <a:pt x="2249" y="4562"/>
                  </a:cubicBezTo>
                  <a:cubicBezTo>
                    <a:pt x="2002" y="4562"/>
                    <a:pt x="1740" y="4505"/>
                    <a:pt x="1469" y="4378"/>
                  </a:cubicBezTo>
                  <a:cubicBezTo>
                    <a:pt x="395" y="3872"/>
                    <a:pt x="325" y="2313"/>
                    <a:pt x="881" y="1412"/>
                  </a:cubicBezTo>
                  <a:cubicBezTo>
                    <a:pt x="1305" y="726"/>
                    <a:pt x="2080" y="301"/>
                    <a:pt x="2865" y="301"/>
                  </a:cubicBezTo>
                  <a:close/>
                  <a:moveTo>
                    <a:pt x="2782" y="0"/>
                  </a:moveTo>
                  <a:cubicBezTo>
                    <a:pt x="1943" y="0"/>
                    <a:pt x="1053" y="563"/>
                    <a:pt x="630" y="1240"/>
                  </a:cubicBezTo>
                  <a:cubicBezTo>
                    <a:pt x="1" y="2247"/>
                    <a:pt x="81" y="3890"/>
                    <a:pt x="1178" y="4558"/>
                  </a:cubicBezTo>
                  <a:cubicBezTo>
                    <a:pt x="1491" y="4748"/>
                    <a:pt x="1834" y="4835"/>
                    <a:pt x="2177" y="4835"/>
                  </a:cubicBezTo>
                  <a:cubicBezTo>
                    <a:pt x="2918" y="4835"/>
                    <a:pt x="3656" y="4430"/>
                    <a:pt x="4068" y="3794"/>
                  </a:cubicBezTo>
                  <a:cubicBezTo>
                    <a:pt x="4720" y="2788"/>
                    <a:pt x="4738" y="1218"/>
                    <a:pt x="3834" y="359"/>
                  </a:cubicBezTo>
                  <a:cubicBezTo>
                    <a:pt x="3811" y="336"/>
                    <a:pt x="3786" y="326"/>
                    <a:pt x="3762" y="322"/>
                  </a:cubicBezTo>
                  <a:cubicBezTo>
                    <a:pt x="3468" y="97"/>
                    <a:pt x="3130" y="0"/>
                    <a:pt x="27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31" name="Google Shape;531;p9"/>
            <p:cNvSpPr/>
            <p:nvPr/>
          </p:nvSpPr>
          <p:spPr>
            <a:xfrm>
              <a:off x="7281720" y="270720"/>
              <a:ext cx="187920" cy="210960"/>
            </a:xfrm>
            <a:custGeom>
              <a:rect b="b" l="l" r="r" t="t"/>
              <a:pathLst>
                <a:path extrusionOk="0" h="3461" w="3082">
                  <a:moveTo>
                    <a:pt x="1700" y="1222"/>
                  </a:moveTo>
                  <a:cubicBezTo>
                    <a:pt x="1657" y="1280"/>
                    <a:pt x="1616" y="1344"/>
                    <a:pt x="1579" y="1409"/>
                  </a:cubicBezTo>
                  <a:cubicBezTo>
                    <a:pt x="1548" y="1437"/>
                    <a:pt x="1515" y="1474"/>
                    <a:pt x="1487" y="1521"/>
                  </a:cubicBezTo>
                  <a:cubicBezTo>
                    <a:pt x="1540" y="1411"/>
                    <a:pt x="1613" y="1296"/>
                    <a:pt x="1700" y="1222"/>
                  </a:cubicBezTo>
                  <a:close/>
                  <a:moveTo>
                    <a:pt x="1464" y="2989"/>
                  </a:moveTo>
                  <a:cubicBezTo>
                    <a:pt x="1483" y="2991"/>
                    <a:pt x="1500" y="2991"/>
                    <a:pt x="1518" y="2991"/>
                  </a:cubicBezTo>
                  <a:cubicBezTo>
                    <a:pt x="1525" y="2995"/>
                    <a:pt x="1532" y="2996"/>
                    <a:pt x="1537" y="3001"/>
                  </a:cubicBezTo>
                  <a:cubicBezTo>
                    <a:pt x="1528" y="3012"/>
                    <a:pt x="1521" y="3025"/>
                    <a:pt x="1515" y="3037"/>
                  </a:cubicBezTo>
                  <a:cubicBezTo>
                    <a:pt x="1482" y="3042"/>
                    <a:pt x="1448" y="3044"/>
                    <a:pt x="1413" y="3044"/>
                  </a:cubicBezTo>
                  <a:cubicBezTo>
                    <a:pt x="1379" y="3044"/>
                    <a:pt x="1343" y="3042"/>
                    <a:pt x="1307" y="3037"/>
                  </a:cubicBezTo>
                  <a:cubicBezTo>
                    <a:pt x="1270" y="3033"/>
                    <a:pt x="1236" y="3026"/>
                    <a:pt x="1202" y="3018"/>
                  </a:cubicBezTo>
                  <a:lnTo>
                    <a:pt x="1202" y="3018"/>
                  </a:lnTo>
                  <a:cubicBezTo>
                    <a:pt x="1219" y="3019"/>
                    <a:pt x="1235" y="3019"/>
                    <a:pt x="1252" y="3019"/>
                  </a:cubicBezTo>
                  <a:cubicBezTo>
                    <a:pt x="1313" y="3019"/>
                    <a:pt x="1376" y="3011"/>
                    <a:pt x="1445" y="2995"/>
                  </a:cubicBezTo>
                  <a:cubicBezTo>
                    <a:pt x="1452" y="2993"/>
                    <a:pt x="1457" y="2991"/>
                    <a:pt x="1464" y="2989"/>
                  </a:cubicBezTo>
                  <a:close/>
                  <a:moveTo>
                    <a:pt x="1954" y="0"/>
                  </a:moveTo>
                  <a:cubicBezTo>
                    <a:pt x="1517" y="0"/>
                    <a:pt x="990" y="393"/>
                    <a:pt x="747" y="658"/>
                  </a:cubicBezTo>
                  <a:cubicBezTo>
                    <a:pt x="240" y="1212"/>
                    <a:pt x="1" y="2089"/>
                    <a:pt x="341" y="2791"/>
                  </a:cubicBezTo>
                  <a:cubicBezTo>
                    <a:pt x="556" y="3234"/>
                    <a:pt x="978" y="3461"/>
                    <a:pt x="1424" y="3461"/>
                  </a:cubicBezTo>
                  <a:cubicBezTo>
                    <a:pt x="1632" y="3461"/>
                    <a:pt x="1845" y="3411"/>
                    <a:pt x="2045" y="3312"/>
                  </a:cubicBezTo>
                  <a:cubicBezTo>
                    <a:pt x="2744" y="2965"/>
                    <a:pt x="3081" y="2084"/>
                    <a:pt x="3054" y="1338"/>
                  </a:cubicBezTo>
                  <a:cubicBezTo>
                    <a:pt x="3037" y="846"/>
                    <a:pt x="2796" y="424"/>
                    <a:pt x="2401" y="247"/>
                  </a:cubicBezTo>
                  <a:cubicBezTo>
                    <a:pt x="2400" y="224"/>
                    <a:pt x="2394" y="197"/>
                    <a:pt x="2377" y="180"/>
                  </a:cubicBezTo>
                  <a:cubicBezTo>
                    <a:pt x="2260" y="52"/>
                    <a:pt x="2113" y="0"/>
                    <a:pt x="19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32" name="Google Shape;532;p9"/>
            <p:cNvSpPr/>
            <p:nvPr/>
          </p:nvSpPr>
          <p:spPr>
            <a:xfrm>
              <a:off x="7623000" y="361800"/>
              <a:ext cx="17280" cy="18720"/>
            </a:xfrm>
            <a:custGeom>
              <a:rect b="b" l="l" r="r" t="t"/>
              <a:pathLst>
                <a:path extrusionOk="0" h="315" w="287">
                  <a:moveTo>
                    <a:pt x="164" y="0"/>
                  </a:moveTo>
                  <a:cubicBezTo>
                    <a:pt x="133" y="0"/>
                    <a:pt x="101" y="13"/>
                    <a:pt x="75" y="42"/>
                  </a:cubicBezTo>
                  <a:cubicBezTo>
                    <a:pt x="46" y="74"/>
                    <a:pt x="17" y="98"/>
                    <a:pt x="9" y="145"/>
                  </a:cubicBezTo>
                  <a:cubicBezTo>
                    <a:pt x="0" y="192"/>
                    <a:pt x="9" y="233"/>
                    <a:pt x="36" y="270"/>
                  </a:cubicBezTo>
                  <a:cubicBezTo>
                    <a:pt x="54" y="296"/>
                    <a:pt x="90" y="315"/>
                    <a:pt x="123" y="315"/>
                  </a:cubicBezTo>
                  <a:cubicBezTo>
                    <a:pt x="128" y="315"/>
                    <a:pt x="132" y="315"/>
                    <a:pt x="136" y="314"/>
                  </a:cubicBezTo>
                  <a:cubicBezTo>
                    <a:pt x="183" y="308"/>
                    <a:pt x="218" y="287"/>
                    <a:pt x="247" y="250"/>
                  </a:cubicBezTo>
                  <a:cubicBezTo>
                    <a:pt x="275" y="215"/>
                    <a:pt x="275" y="176"/>
                    <a:pt x="279" y="131"/>
                  </a:cubicBezTo>
                  <a:cubicBezTo>
                    <a:pt x="287" y="53"/>
                    <a:pt x="228" y="0"/>
                    <a:pt x="1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350" lIns="91425" spcFirstLastPara="1" rIns="91425" wrap="square" tIns="9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33" name="Google Shape;533;p9"/>
            <p:cNvSpPr/>
            <p:nvPr/>
          </p:nvSpPr>
          <p:spPr>
            <a:xfrm>
              <a:off x="7214040" y="519480"/>
              <a:ext cx="22680" cy="21960"/>
            </a:xfrm>
            <a:custGeom>
              <a:rect b="b" l="l" r="r" t="t"/>
              <a:pathLst>
                <a:path extrusionOk="0" h="365" w="380">
                  <a:moveTo>
                    <a:pt x="179" y="1"/>
                  </a:moveTo>
                  <a:cubicBezTo>
                    <a:pt x="92" y="1"/>
                    <a:pt x="1" y="72"/>
                    <a:pt x="19" y="169"/>
                  </a:cubicBezTo>
                  <a:cubicBezTo>
                    <a:pt x="20" y="185"/>
                    <a:pt x="24" y="203"/>
                    <a:pt x="27" y="219"/>
                  </a:cubicBezTo>
                  <a:cubicBezTo>
                    <a:pt x="38" y="303"/>
                    <a:pt x="110" y="365"/>
                    <a:pt x="190" y="365"/>
                  </a:cubicBezTo>
                  <a:cubicBezTo>
                    <a:pt x="210" y="365"/>
                    <a:pt x="230" y="361"/>
                    <a:pt x="249" y="354"/>
                  </a:cubicBezTo>
                  <a:cubicBezTo>
                    <a:pt x="350" y="315"/>
                    <a:pt x="380" y="191"/>
                    <a:pt x="320" y="104"/>
                  </a:cubicBezTo>
                  <a:cubicBezTo>
                    <a:pt x="309" y="90"/>
                    <a:pt x="301" y="76"/>
                    <a:pt x="293" y="62"/>
                  </a:cubicBezTo>
                  <a:cubicBezTo>
                    <a:pt x="267" y="19"/>
                    <a:pt x="224" y="1"/>
                    <a:pt x="1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1150" lIns="91425" spcFirstLastPara="1" rIns="91425" wrap="square" tIns="111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34" name="Google Shape;534;p9"/>
            <p:cNvSpPr/>
            <p:nvPr/>
          </p:nvSpPr>
          <p:spPr>
            <a:xfrm>
              <a:off x="8166960" y="97200"/>
              <a:ext cx="48240" cy="63720"/>
            </a:xfrm>
            <a:custGeom>
              <a:rect b="b" l="l" r="r" t="t"/>
              <a:pathLst>
                <a:path extrusionOk="0" h="1052" w="796">
                  <a:moveTo>
                    <a:pt x="667" y="0"/>
                  </a:moveTo>
                  <a:cubicBezTo>
                    <a:pt x="646" y="0"/>
                    <a:pt x="625" y="6"/>
                    <a:pt x="604" y="19"/>
                  </a:cubicBezTo>
                  <a:cubicBezTo>
                    <a:pt x="462" y="108"/>
                    <a:pt x="370" y="297"/>
                    <a:pt x="285" y="436"/>
                  </a:cubicBezTo>
                  <a:cubicBezTo>
                    <a:pt x="193" y="586"/>
                    <a:pt x="112" y="742"/>
                    <a:pt x="39" y="903"/>
                  </a:cubicBezTo>
                  <a:cubicBezTo>
                    <a:pt x="1" y="987"/>
                    <a:pt x="71" y="1052"/>
                    <a:pt x="142" y="1052"/>
                  </a:cubicBezTo>
                  <a:cubicBezTo>
                    <a:pt x="179" y="1052"/>
                    <a:pt x="218" y="1033"/>
                    <a:pt x="240" y="990"/>
                  </a:cubicBezTo>
                  <a:cubicBezTo>
                    <a:pt x="321" y="835"/>
                    <a:pt x="407" y="684"/>
                    <a:pt x="505" y="538"/>
                  </a:cubicBezTo>
                  <a:cubicBezTo>
                    <a:pt x="588" y="413"/>
                    <a:pt x="717" y="293"/>
                    <a:pt x="767" y="148"/>
                  </a:cubicBezTo>
                  <a:cubicBezTo>
                    <a:pt x="796" y="69"/>
                    <a:pt x="737" y="0"/>
                    <a:pt x="6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2025" lIns="91425" spcFirstLastPara="1" rIns="91425" wrap="square" tIns="32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35" name="Google Shape;535;p9"/>
            <p:cNvSpPr/>
            <p:nvPr/>
          </p:nvSpPr>
          <p:spPr>
            <a:xfrm>
              <a:off x="7992720" y="216360"/>
              <a:ext cx="19080" cy="15480"/>
            </a:xfrm>
            <a:custGeom>
              <a:rect b="b" l="l" r="r" t="t"/>
              <a:pathLst>
                <a:path extrusionOk="0" h="257" w="321">
                  <a:moveTo>
                    <a:pt x="168" y="0"/>
                  </a:moveTo>
                  <a:cubicBezTo>
                    <a:pt x="85" y="0"/>
                    <a:pt x="0" y="75"/>
                    <a:pt x="38" y="177"/>
                  </a:cubicBezTo>
                  <a:cubicBezTo>
                    <a:pt x="61" y="233"/>
                    <a:pt x="106" y="256"/>
                    <a:pt x="153" y="256"/>
                  </a:cubicBezTo>
                  <a:cubicBezTo>
                    <a:pt x="235" y="256"/>
                    <a:pt x="321" y="181"/>
                    <a:pt x="282" y="80"/>
                  </a:cubicBezTo>
                  <a:cubicBezTo>
                    <a:pt x="260" y="24"/>
                    <a:pt x="214" y="0"/>
                    <a:pt x="1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900" lIns="91425" spcFirstLastPara="1" rIns="91425" wrap="square" tIns="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36" name="Google Shape;536;p9"/>
            <p:cNvSpPr/>
            <p:nvPr/>
          </p:nvSpPr>
          <p:spPr>
            <a:xfrm>
              <a:off x="7539840" y="355680"/>
              <a:ext cx="21600" cy="25560"/>
            </a:xfrm>
            <a:custGeom>
              <a:rect b="b" l="l" r="r" t="t"/>
              <a:pathLst>
                <a:path extrusionOk="0" h="427" w="361">
                  <a:moveTo>
                    <a:pt x="157" y="0"/>
                  </a:moveTo>
                  <a:cubicBezTo>
                    <a:pt x="140" y="0"/>
                    <a:pt x="123" y="4"/>
                    <a:pt x="105" y="10"/>
                  </a:cubicBezTo>
                  <a:cubicBezTo>
                    <a:pt x="21" y="43"/>
                    <a:pt x="0" y="127"/>
                    <a:pt x="20" y="205"/>
                  </a:cubicBezTo>
                  <a:cubicBezTo>
                    <a:pt x="36" y="263"/>
                    <a:pt x="47" y="322"/>
                    <a:pt x="89" y="369"/>
                  </a:cubicBezTo>
                  <a:cubicBezTo>
                    <a:pt x="124" y="409"/>
                    <a:pt x="167" y="427"/>
                    <a:pt x="209" y="427"/>
                  </a:cubicBezTo>
                  <a:cubicBezTo>
                    <a:pt x="288" y="427"/>
                    <a:pt x="360" y="364"/>
                    <a:pt x="359" y="264"/>
                  </a:cubicBezTo>
                  <a:cubicBezTo>
                    <a:pt x="356" y="202"/>
                    <a:pt x="325" y="151"/>
                    <a:pt x="296" y="95"/>
                  </a:cubicBezTo>
                  <a:cubicBezTo>
                    <a:pt x="268" y="40"/>
                    <a:pt x="216" y="0"/>
                    <a:pt x="1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950" lIns="91425" spcFirstLastPara="1" rIns="91425" wrap="square" tIns="12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37" name="Google Shape;537;p9"/>
            <p:cNvSpPr/>
            <p:nvPr/>
          </p:nvSpPr>
          <p:spPr>
            <a:xfrm>
              <a:off x="7103880" y="455400"/>
              <a:ext cx="97200" cy="52920"/>
            </a:xfrm>
            <a:custGeom>
              <a:rect b="b" l="l" r="r" t="t"/>
              <a:pathLst>
                <a:path extrusionOk="0" h="870" w="1600">
                  <a:moveTo>
                    <a:pt x="924" y="218"/>
                  </a:moveTo>
                  <a:cubicBezTo>
                    <a:pt x="1062" y="218"/>
                    <a:pt x="1198" y="247"/>
                    <a:pt x="1327" y="299"/>
                  </a:cubicBezTo>
                  <a:cubicBezTo>
                    <a:pt x="1324" y="333"/>
                    <a:pt x="1347" y="365"/>
                    <a:pt x="1377" y="380"/>
                  </a:cubicBezTo>
                  <a:cubicBezTo>
                    <a:pt x="1388" y="470"/>
                    <a:pt x="1103" y="601"/>
                    <a:pt x="1051" y="616"/>
                  </a:cubicBezTo>
                  <a:cubicBezTo>
                    <a:pt x="993" y="632"/>
                    <a:pt x="933" y="640"/>
                    <a:pt x="873" y="640"/>
                  </a:cubicBezTo>
                  <a:cubicBezTo>
                    <a:pt x="777" y="640"/>
                    <a:pt x="682" y="619"/>
                    <a:pt x="597" y="574"/>
                  </a:cubicBezTo>
                  <a:cubicBezTo>
                    <a:pt x="516" y="528"/>
                    <a:pt x="377" y="443"/>
                    <a:pt x="475" y="337"/>
                  </a:cubicBezTo>
                  <a:cubicBezTo>
                    <a:pt x="533" y="278"/>
                    <a:pt x="693" y="244"/>
                    <a:pt x="770" y="231"/>
                  </a:cubicBezTo>
                  <a:cubicBezTo>
                    <a:pt x="821" y="222"/>
                    <a:pt x="873" y="218"/>
                    <a:pt x="924" y="218"/>
                  </a:cubicBezTo>
                  <a:close/>
                  <a:moveTo>
                    <a:pt x="826" y="0"/>
                  </a:moveTo>
                  <a:cubicBezTo>
                    <a:pt x="648" y="0"/>
                    <a:pt x="472" y="43"/>
                    <a:pt x="328" y="140"/>
                  </a:cubicBezTo>
                  <a:cubicBezTo>
                    <a:pt x="1" y="365"/>
                    <a:pt x="312" y="724"/>
                    <a:pt x="573" y="819"/>
                  </a:cubicBezTo>
                  <a:cubicBezTo>
                    <a:pt x="665" y="853"/>
                    <a:pt x="764" y="869"/>
                    <a:pt x="863" y="869"/>
                  </a:cubicBezTo>
                  <a:cubicBezTo>
                    <a:pt x="1075" y="869"/>
                    <a:pt x="1289" y="794"/>
                    <a:pt x="1440" y="649"/>
                  </a:cubicBezTo>
                  <a:cubicBezTo>
                    <a:pt x="1528" y="567"/>
                    <a:pt x="1599" y="450"/>
                    <a:pt x="1559" y="323"/>
                  </a:cubicBezTo>
                  <a:cubicBezTo>
                    <a:pt x="1539" y="261"/>
                    <a:pt x="1500" y="225"/>
                    <a:pt x="1452" y="222"/>
                  </a:cubicBezTo>
                  <a:cubicBezTo>
                    <a:pt x="1450" y="195"/>
                    <a:pt x="1437" y="167"/>
                    <a:pt x="1408" y="151"/>
                  </a:cubicBezTo>
                  <a:cubicBezTo>
                    <a:pt x="1241" y="57"/>
                    <a:pt x="1032" y="0"/>
                    <a:pt x="8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6625" lIns="91425" spcFirstLastPara="1" rIns="91425" wrap="square" tIns="266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38" name="Google Shape;538;p9"/>
            <p:cNvSpPr/>
            <p:nvPr/>
          </p:nvSpPr>
          <p:spPr>
            <a:xfrm>
              <a:off x="7909560" y="192960"/>
              <a:ext cx="20880" cy="16560"/>
            </a:xfrm>
            <a:custGeom>
              <a:rect b="b" l="l" r="r" t="t"/>
              <a:pathLst>
                <a:path extrusionOk="0" h="276" w="348">
                  <a:moveTo>
                    <a:pt x="182" y="0"/>
                  </a:moveTo>
                  <a:cubicBezTo>
                    <a:pt x="93" y="0"/>
                    <a:pt x="1" y="81"/>
                    <a:pt x="42" y="188"/>
                  </a:cubicBezTo>
                  <a:cubicBezTo>
                    <a:pt x="67" y="249"/>
                    <a:pt x="117" y="275"/>
                    <a:pt x="168" y="275"/>
                  </a:cubicBezTo>
                  <a:cubicBezTo>
                    <a:pt x="257" y="275"/>
                    <a:pt x="348" y="195"/>
                    <a:pt x="305" y="86"/>
                  </a:cubicBezTo>
                  <a:cubicBezTo>
                    <a:pt x="281" y="26"/>
                    <a:pt x="232" y="0"/>
                    <a:pt x="1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8275" lIns="91425" spcFirstLastPara="1" rIns="91425" wrap="square" tIns="8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39" name="Google Shape;539;p9"/>
            <p:cNvSpPr/>
            <p:nvPr/>
          </p:nvSpPr>
          <p:spPr>
            <a:xfrm>
              <a:off x="7049880" y="514800"/>
              <a:ext cx="32040" cy="18360"/>
            </a:xfrm>
            <a:custGeom>
              <a:rect b="b" l="l" r="r" t="t"/>
              <a:pathLst>
                <a:path extrusionOk="0" h="307" w="528">
                  <a:moveTo>
                    <a:pt x="313" y="0"/>
                  </a:moveTo>
                  <a:cubicBezTo>
                    <a:pt x="269" y="0"/>
                    <a:pt x="228" y="17"/>
                    <a:pt x="193" y="47"/>
                  </a:cubicBezTo>
                  <a:cubicBezTo>
                    <a:pt x="170" y="53"/>
                    <a:pt x="145" y="57"/>
                    <a:pt x="122" y="60"/>
                  </a:cubicBezTo>
                  <a:cubicBezTo>
                    <a:pt x="17" y="80"/>
                    <a:pt x="0" y="241"/>
                    <a:pt x="116" y="256"/>
                  </a:cubicBezTo>
                  <a:lnTo>
                    <a:pt x="201" y="266"/>
                  </a:lnTo>
                  <a:cubicBezTo>
                    <a:pt x="225" y="285"/>
                    <a:pt x="252" y="300"/>
                    <a:pt x="288" y="305"/>
                  </a:cubicBezTo>
                  <a:cubicBezTo>
                    <a:pt x="294" y="306"/>
                    <a:pt x="300" y="306"/>
                    <a:pt x="306" y="306"/>
                  </a:cubicBezTo>
                  <a:cubicBezTo>
                    <a:pt x="353" y="306"/>
                    <a:pt x="396" y="284"/>
                    <a:pt x="434" y="260"/>
                  </a:cubicBezTo>
                  <a:cubicBezTo>
                    <a:pt x="527" y="200"/>
                    <a:pt x="489" y="69"/>
                    <a:pt x="407" y="26"/>
                  </a:cubicBezTo>
                  <a:cubicBezTo>
                    <a:pt x="375" y="9"/>
                    <a:pt x="343" y="0"/>
                    <a:pt x="3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350" lIns="91425" spcFirstLastPara="1" rIns="91425" wrap="square" tIns="9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40" name="Google Shape;540;p9"/>
            <p:cNvSpPr/>
            <p:nvPr/>
          </p:nvSpPr>
          <p:spPr>
            <a:xfrm>
              <a:off x="7126920" y="469080"/>
              <a:ext cx="61200" cy="25200"/>
            </a:xfrm>
            <a:custGeom>
              <a:rect b="b" l="l" r="r" t="t"/>
              <a:pathLst>
                <a:path extrusionOk="0" h="420" w="1007">
                  <a:moveTo>
                    <a:pt x="550" y="0"/>
                  </a:moveTo>
                  <a:cubicBezTo>
                    <a:pt x="498" y="0"/>
                    <a:pt x="444" y="5"/>
                    <a:pt x="391" y="14"/>
                  </a:cubicBezTo>
                  <a:cubicBezTo>
                    <a:pt x="313" y="25"/>
                    <a:pt x="153" y="58"/>
                    <a:pt x="97" y="120"/>
                  </a:cubicBezTo>
                  <a:cubicBezTo>
                    <a:pt x="0" y="226"/>
                    <a:pt x="138" y="311"/>
                    <a:pt x="220" y="355"/>
                  </a:cubicBezTo>
                  <a:cubicBezTo>
                    <a:pt x="303" y="399"/>
                    <a:pt x="399" y="420"/>
                    <a:pt x="494" y="420"/>
                  </a:cubicBezTo>
                  <a:cubicBezTo>
                    <a:pt x="554" y="420"/>
                    <a:pt x="614" y="412"/>
                    <a:pt x="671" y="396"/>
                  </a:cubicBezTo>
                  <a:cubicBezTo>
                    <a:pt x="723" y="382"/>
                    <a:pt x="1006" y="250"/>
                    <a:pt x="997" y="160"/>
                  </a:cubicBezTo>
                  <a:cubicBezTo>
                    <a:pt x="965" y="144"/>
                    <a:pt x="944" y="113"/>
                    <a:pt x="950" y="80"/>
                  </a:cubicBezTo>
                  <a:cubicBezTo>
                    <a:pt x="822" y="29"/>
                    <a:pt x="687" y="0"/>
                    <a:pt x="5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2600" lIns="91425" spcFirstLastPara="1" rIns="91425" wrap="square" tIns="12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41" name="Google Shape;541;p9"/>
            <p:cNvSpPr/>
            <p:nvPr/>
          </p:nvSpPr>
          <p:spPr>
            <a:xfrm>
              <a:off x="7850880" y="190800"/>
              <a:ext cx="23760" cy="18720"/>
            </a:xfrm>
            <a:custGeom>
              <a:rect b="b" l="l" r="r" t="t"/>
              <a:pathLst>
                <a:path extrusionOk="0" h="315" w="393">
                  <a:moveTo>
                    <a:pt x="224" y="1"/>
                  </a:moveTo>
                  <a:cubicBezTo>
                    <a:pt x="206" y="1"/>
                    <a:pt x="188" y="5"/>
                    <a:pt x="172" y="13"/>
                  </a:cubicBezTo>
                  <a:cubicBezTo>
                    <a:pt x="152" y="26"/>
                    <a:pt x="130" y="36"/>
                    <a:pt x="109" y="48"/>
                  </a:cubicBezTo>
                  <a:cubicBezTo>
                    <a:pt x="44" y="83"/>
                    <a:pt x="0" y="152"/>
                    <a:pt x="31" y="227"/>
                  </a:cubicBezTo>
                  <a:cubicBezTo>
                    <a:pt x="55" y="287"/>
                    <a:pt x="107" y="314"/>
                    <a:pt x="163" y="314"/>
                  </a:cubicBezTo>
                  <a:cubicBezTo>
                    <a:pt x="179" y="314"/>
                    <a:pt x="195" y="312"/>
                    <a:pt x="211" y="308"/>
                  </a:cubicBezTo>
                  <a:cubicBezTo>
                    <a:pt x="235" y="301"/>
                    <a:pt x="258" y="295"/>
                    <a:pt x="281" y="290"/>
                  </a:cubicBezTo>
                  <a:cubicBezTo>
                    <a:pt x="359" y="269"/>
                    <a:pt x="393" y="167"/>
                    <a:pt x="366" y="97"/>
                  </a:cubicBezTo>
                  <a:cubicBezTo>
                    <a:pt x="345" y="45"/>
                    <a:pt x="284" y="1"/>
                    <a:pt x="2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350" lIns="91425" spcFirstLastPara="1" rIns="91425" wrap="square" tIns="9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42" name="Google Shape;542;p9"/>
            <p:cNvSpPr/>
            <p:nvPr/>
          </p:nvSpPr>
          <p:spPr>
            <a:xfrm>
              <a:off x="7587000" y="240120"/>
              <a:ext cx="22680" cy="19800"/>
            </a:xfrm>
            <a:custGeom>
              <a:rect b="b" l="l" r="r" t="t"/>
              <a:pathLst>
                <a:path extrusionOk="0" h="331" w="380">
                  <a:moveTo>
                    <a:pt x="224" y="1"/>
                  </a:moveTo>
                  <a:cubicBezTo>
                    <a:pt x="116" y="1"/>
                    <a:pt x="0" y="107"/>
                    <a:pt x="90" y="238"/>
                  </a:cubicBezTo>
                  <a:lnTo>
                    <a:pt x="114" y="272"/>
                  </a:lnTo>
                  <a:cubicBezTo>
                    <a:pt x="141" y="313"/>
                    <a:pt x="178" y="330"/>
                    <a:pt x="216" y="330"/>
                  </a:cubicBezTo>
                  <a:cubicBezTo>
                    <a:pt x="237" y="330"/>
                    <a:pt x="257" y="325"/>
                    <a:pt x="277" y="316"/>
                  </a:cubicBezTo>
                  <a:cubicBezTo>
                    <a:pt x="335" y="299"/>
                    <a:pt x="379" y="249"/>
                    <a:pt x="369" y="171"/>
                  </a:cubicBezTo>
                  <a:lnTo>
                    <a:pt x="363" y="132"/>
                  </a:lnTo>
                  <a:cubicBezTo>
                    <a:pt x="350" y="39"/>
                    <a:pt x="288" y="1"/>
                    <a:pt x="2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0075" lIns="91425" spcFirstLastPara="1" rIns="91425" wrap="square" tIns="100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43" name="Google Shape;543;p9"/>
            <p:cNvSpPr/>
            <p:nvPr/>
          </p:nvSpPr>
          <p:spPr>
            <a:xfrm>
              <a:off x="7909560" y="107640"/>
              <a:ext cx="25200" cy="20160"/>
            </a:xfrm>
            <a:custGeom>
              <a:rect b="b" l="l" r="r" t="t"/>
              <a:pathLst>
                <a:path extrusionOk="0" h="335" w="419">
                  <a:moveTo>
                    <a:pt x="237" y="0"/>
                  </a:moveTo>
                  <a:cubicBezTo>
                    <a:pt x="218" y="0"/>
                    <a:pt x="199" y="4"/>
                    <a:pt x="180" y="13"/>
                  </a:cubicBezTo>
                  <a:lnTo>
                    <a:pt x="118" y="42"/>
                  </a:lnTo>
                  <a:cubicBezTo>
                    <a:pt x="44" y="77"/>
                    <a:pt x="0" y="159"/>
                    <a:pt x="31" y="239"/>
                  </a:cubicBezTo>
                  <a:cubicBezTo>
                    <a:pt x="56" y="302"/>
                    <a:pt x="114" y="335"/>
                    <a:pt x="176" y="335"/>
                  </a:cubicBezTo>
                  <a:cubicBezTo>
                    <a:pt x="194" y="335"/>
                    <a:pt x="212" y="332"/>
                    <a:pt x="230" y="326"/>
                  </a:cubicBezTo>
                  <a:lnTo>
                    <a:pt x="295" y="307"/>
                  </a:lnTo>
                  <a:cubicBezTo>
                    <a:pt x="376" y="280"/>
                    <a:pt x="418" y="176"/>
                    <a:pt x="385" y="101"/>
                  </a:cubicBezTo>
                  <a:cubicBezTo>
                    <a:pt x="359" y="44"/>
                    <a:pt x="301" y="0"/>
                    <a:pt x="2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0075" lIns="91425" spcFirstLastPara="1" rIns="91425" wrap="square" tIns="100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44" name="Google Shape;544;p9"/>
            <p:cNvSpPr/>
            <p:nvPr/>
          </p:nvSpPr>
          <p:spPr>
            <a:xfrm>
              <a:off x="7819920" y="147600"/>
              <a:ext cx="17640" cy="13680"/>
            </a:xfrm>
            <a:custGeom>
              <a:rect b="b" l="l" r="r" t="t"/>
              <a:pathLst>
                <a:path extrusionOk="0" h="229" w="293">
                  <a:moveTo>
                    <a:pt x="153" y="0"/>
                  </a:moveTo>
                  <a:cubicBezTo>
                    <a:pt x="78" y="0"/>
                    <a:pt x="1" y="67"/>
                    <a:pt x="37" y="156"/>
                  </a:cubicBezTo>
                  <a:cubicBezTo>
                    <a:pt x="57" y="207"/>
                    <a:pt x="99" y="229"/>
                    <a:pt x="141" y="229"/>
                  </a:cubicBezTo>
                  <a:cubicBezTo>
                    <a:pt x="215" y="229"/>
                    <a:pt x="292" y="162"/>
                    <a:pt x="257" y="71"/>
                  </a:cubicBezTo>
                  <a:cubicBezTo>
                    <a:pt x="236" y="21"/>
                    <a:pt x="195" y="0"/>
                    <a:pt x="1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825" lIns="91425" spcFirstLastPara="1" rIns="91425" wrap="square" tIns="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45" name="Google Shape;545;p9"/>
            <p:cNvSpPr/>
            <p:nvPr/>
          </p:nvSpPr>
          <p:spPr>
            <a:xfrm>
              <a:off x="7188480" y="394920"/>
              <a:ext cx="17280" cy="13680"/>
            </a:xfrm>
            <a:custGeom>
              <a:rect b="b" l="l" r="r" t="t"/>
              <a:pathLst>
                <a:path extrusionOk="0" h="229" w="290">
                  <a:moveTo>
                    <a:pt x="151" y="1"/>
                  </a:moveTo>
                  <a:cubicBezTo>
                    <a:pt x="77" y="1"/>
                    <a:pt x="0" y="68"/>
                    <a:pt x="36" y="158"/>
                  </a:cubicBezTo>
                  <a:cubicBezTo>
                    <a:pt x="56" y="208"/>
                    <a:pt x="96" y="229"/>
                    <a:pt x="138" y="229"/>
                  </a:cubicBezTo>
                  <a:cubicBezTo>
                    <a:pt x="212" y="229"/>
                    <a:pt x="289" y="162"/>
                    <a:pt x="254" y="73"/>
                  </a:cubicBezTo>
                  <a:cubicBezTo>
                    <a:pt x="234" y="22"/>
                    <a:pt x="193" y="1"/>
                    <a:pt x="1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825" lIns="91425" spcFirstLastPara="1" rIns="91425" wrap="square" tIns="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46" name="Google Shape;546;p9"/>
            <p:cNvSpPr/>
            <p:nvPr/>
          </p:nvSpPr>
          <p:spPr>
            <a:xfrm>
              <a:off x="7677360" y="193680"/>
              <a:ext cx="18360" cy="14400"/>
            </a:xfrm>
            <a:custGeom>
              <a:rect b="b" l="l" r="r" t="t"/>
              <a:pathLst>
                <a:path extrusionOk="0" h="243" w="305">
                  <a:moveTo>
                    <a:pt x="159" y="1"/>
                  </a:moveTo>
                  <a:cubicBezTo>
                    <a:pt x="81" y="1"/>
                    <a:pt x="0" y="71"/>
                    <a:pt x="38" y="166"/>
                  </a:cubicBezTo>
                  <a:cubicBezTo>
                    <a:pt x="59" y="220"/>
                    <a:pt x="102" y="243"/>
                    <a:pt x="146" y="243"/>
                  </a:cubicBezTo>
                  <a:cubicBezTo>
                    <a:pt x="224" y="243"/>
                    <a:pt x="304" y="172"/>
                    <a:pt x="267" y="77"/>
                  </a:cubicBezTo>
                  <a:cubicBezTo>
                    <a:pt x="247" y="23"/>
                    <a:pt x="203" y="1"/>
                    <a:pt x="1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200" lIns="91425" spcFirstLastPara="1" rIns="91425" wrap="square" tIns="7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47" name="Google Shape;547;p9"/>
            <p:cNvSpPr/>
            <p:nvPr/>
          </p:nvSpPr>
          <p:spPr>
            <a:xfrm>
              <a:off x="7129080" y="387720"/>
              <a:ext cx="22320" cy="17640"/>
            </a:xfrm>
            <a:custGeom>
              <a:rect b="b" l="l" r="r" t="t"/>
              <a:pathLst>
                <a:path extrusionOk="0" h="292" w="369">
                  <a:moveTo>
                    <a:pt x="193" y="0"/>
                  </a:moveTo>
                  <a:cubicBezTo>
                    <a:pt x="99" y="0"/>
                    <a:pt x="1" y="85"/>
                    <a:pt x="45" y="199"/>
                  </a:cubicBezTo>
                  <a:cubicBezTo>
                    <a:pt x="71" y="264"/>
                    <a:pt x="123" y="291"/>
                    <a:pt x="176" y="291"/>
                  </a:cubicBezTo>
                  <a:cubicBezTo>
                    <a:pt x="271" y="291"/>
                    <a:pt x="368" y="205"/>
                    <a:pt x="323" y="91"/>
                  </a:cubicBezTo>
                  <a:cubicBezTo>
                    <a:pt x="298" y="27"/>
                    <a:pt x="247" y="0"/>
                    <a:pt x="1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000" lIns="91425" spcFirstLastPara="1" rIns="91425" wrap="square" tIns="9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48" name="Google Shape;548;p9"/>
            <p:cNvSpPr/>
            <p:nvPr/>
          </p:nvSpPr>
          <p:spPr>
            <a:xfrm>
              <a:off x="7800840" y="105480"/>
              <a:ext cx="23760" cy="18000"/>
            </a:xfrm>
            <a:custGeom>
              <a:rect b="b" l="l" r="r" t="t"/>
              <a:pathLst>
                <a:path extrusionOk="0" h="299" w="394">
                  <a:moveTo>
                    <a:pt x="251" y="1"/>
                  </a:moveTo>
                  <a:cubicBezTo>
                    <a:pt x="233" y="1"/>
                    <a:pt x="214" y="5"/>
                    <a:pt x="194" y="15"/>
                  </a:cubicBezTo>
                  <a:lnTo>
                    <a:pt x="151" y="26"/>
                  </a:lnTo>
                  <a:cubicBezTo>
                    <a:pt x="0" y="74"/>
                    <a:pt x="69" y="299"/>
                    <a:pt x="197" y="299"/>
                  </a:cubicBezTo>
                  <a:cubicBezTo>
                    <a:pt x="214" y="299"/>
                    <a:pt x="233" y="295"/>
                    <a:pt x="252" y="285"/>
                  </a:cubicBezTo>
                  <a:lnTo>
                    <a:pt x="293" y="267"/>
                  </a:lnTo>
                  <a:cubicBezTo>
                    <a:pt x="379" y="242"/>
                    <a:pt x="393" y="158"/>
                    <a:pt x="364" y="94"/>
                  </a:cubicBezTo>
                  <a:cubicBezTo>
                    <a:pt x="348" y="43"/>
                    <a:pt x="306" y="1"/>
                    <a:pt x="2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000" lIns="91425" spcFirstLastPara="1" rIns="91425" wrap="square" tIns="9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49" name="Google Shape;549;p9"/>
            <p:cNvSpPr/>
            <p:nvPr/>
          </p:nvSpPr>
          <p:spPr>
            <a:xfrm>
              <a:off x="6949800" y="437040"/>
              <a:ext cx="27000" cy="21240"/>
            </a:xfrm>
            <a:custGeom>
              <a:rect b="b" l="l" r="r" t="t"/>
              <a:pathLst>
                <a:path extrusionOk="0" h="353" w="446">
                  <a:moveTo>
                    <a:pt x="233" y="0"/>
                  </a:moveTo>
                  <a:cubicBezTo>
                    <a:pt x="119" y="0"/>
                    <a:pt x="1" y="104"/>
                    <a:pt x="55" y="243"/>
                  </a:cubicBezTo>
                  <a:cubicBezTo>
                    <a:pt x="86" y="320"/>
                    <a:pt x="149" y="352"/>
                    <a:pt x="213" y="352"/>
                  </a:cubicBezTo>
                  <a:cubicBezTo>
                    <a:pt x="328" y="352"/>
                    <a:pt x="445" y="249"/>
                    <a:pt x="391" y="111"/>
                  </a:cubicBezTo>
                  <a:cubicBezTo>
                    <a:pt x="360" y="33"/>
                    <a:pt x="297" y="0"/>
                    <a:pt x="2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0800" lIns="91425" spcFirstLastPara="1" rIns="91425" wrap="square" tIns="10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50" name="Google Shape;550;p9"/>
            <p:cNvSpPr/>
            <p:nvPr/>
          </p:nvSpPr>
          <p:spPr>
            <a:xfrm>
              <a:off x="7031160" y="399600"/>
              <a:ext cx="28080" cy="22320"/>
            </a:xfrm>
            <a:custGeom>
              <a:rect b="b" l="l" r="r" t="t"/>
              <a:pathLst>
                <a:path extrusionOk="0" h="371" w="466">
                  <a:moveTo>
                    <a:pt x="245" y="0"/>
                  </a:moveTo>
                  <a:cubicBezTo>
                    <a:pt x="125" y="0"/>
                    <a:pt x="1" y="110"/>
                    <a:pt x="57" y="255"/>
                  </a:cubicBezTo>
                  <a:cubicBezTo>
                    <a:pt x="89" y="336"/>
                    <a:pt x="155" y="371"/>
                    <a:pt x="222" y="371"/>
                  </a:cubicBezTo>
                  <a:cubicBezTo>
                    <a:pt x="342" y="371"/>
                    <a:pt x="466" y="261"/>
                    <a:pt x="410" y="116"/>
                  </a:cubicBezTo>
                  <a:cubicBezTo>
                    <a:pt x="378" y="35"/>
                    <a:pt x="312" y="0"/>
                    <a:pt x="2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1150" lIns="91425" spcFirstLastPara="1" rIns="91425" wrap="square" tIns="111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51" name="Google Shape;551;p9"/>
            <p:cNvSpPr/>
            <p:nvPr/>
          </p:nvSpPr>
          <p:spPr>
            <a:xfrm>
              <a:off x="7688160" y="47520"/>
              <a:ext cx="58320" cy="79920"/>
            </a:xfrm>
            <a:custGeom>
              <a:rect b="b" l="l" r="r" t="t"/>
              <a:pathLst>
                <a:path extrusionOk="0" h="1313" w="961">
                  <a:moveTo>
                    <a:pt x="356" y="247"/>
                  </a:moveTo>
                  <a:cubicBezTo>
                    <a:pt x="448" y="247"/>
                    <a:pt x="551" y="388"/>
                    <a:pt x="589" y="442"/>
                  </a:cubicBezTo>
                  <a:cubicBezTo>
                    <a:pt x="674" y="567"/>
                    <a:pt x="720" y="709"/>
                    <a:pt x="733" y="853"/>
                  </a:cubicBezTo>
                  <a:cubicBezTo>
                    <a:pt x="727" y="862"/>
                    <a:pt x="720" y="873"/>
                    <a:pt x="718" y="883"/>
                  </a:cubicBezTo>
                  <a:cubicBezTo>
                    <a:pt x="700" y="951"/>
                    <a:pt x="706" y="995"/>
                    <a:pt x="639" y="1036"/>
                  </a:cubicBezTo>
                  <a:cubicBezTo>
                    <a:pt x="609" y="1054"/>
                    <a:pt x="578" y="1063"/>
                    <a:pt x="549" y="1063"/>
                  </a:cubicBezTo>
                  <a:cubicBezTo>
                    <a:pt x="495" y="1063"/>
                    <a:pt x="444" y="1036"/>
                    <a:pt x="405" y="992"/>
                  </a:cubicBezTo>
                  <a:cubicBezTo>
                    <a:pt x="295" y="869"/>
                    <a:pt x="266" y="649"/>
                    <a:pt x="265" y="490"/>
                  </a:cubicBezTo>
                  <a:cubicBezTo>
                    <a:pt x="263" y="434"/>
                    <a:pt x="258" y="276"/>
                    <a:pt x="330" y="251"/>
                  </a:cubicBezTo>
                  <a:cubicBezTo>
                    <a:pt x="338" y="248"/>
                    <a:pt x="347" y="247"/>
                    <a:pt x="356" y="247"/>
                  </a:cubicBezTo>
                  <a:close/>
                  <a:moveTo>
                    <a:pt x="343" y="0"/>
                  </a:moveTo>
                  <a:cubicBezTo>
                    <a:pt x="118" y="0"/>
                    <a:pt x="1" y="282"/>
                    <a:pt x="11" y="519"/>
                  </a:cubicBezTo>
                  <a:cubicBezTo>
                    <a:pt x="25" y="822"/>
                    <a:pt x="146" y="1308"/>
                    <a:pt x="528" y="1312"/>
                  </a:cubicBezTo>
                  <a:cubicBezTo>
                    <a:pt x="632" y="1312"/>
                    <a:pt x="775" y="1242"/>
                    <a:pt x="863" y="1145"/>
                  </a:cubicBezTo>
                  <a:cubicBezTo>
                    <a:pt x="891" y="1135"/>
                    <a:pt x="915" y="1114"/>
                    <a:pt x="922" y="1074"/>
                  </a:cubicBezTo>
                  <a:cubicBezTo>
                    <a:pt x="924" y="1064"/>
                    <a:pt x="925" y="1053"/>
                    <a:pt x="925" y="1045"/>
                  </a:cubicBezTo>
                  <a:cubicBezTo>
                    <a:pt x="937" y="1016"/>
                    <a:pt x="941" y="988"/>
                    <a:pt x="937" y="958"/>
                  </a:cubicBezTo>
                  <a:cubicBezTo>
                    <a:pt x="961" y="619"/>
                    <a:pt x="826" y="217"/>
                    <a:pt x="520" y="51"/>
                  </a:cubicBezTo>
                  <a:cubicBezTo>
                    <a:pt x="455" y="16"/>
                    <a:pt x="396" y="0"/>
                    <a:pt x="3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9950" lIns="91425" spcFirstLastPara="1" rIns="91425" wrap="square" tIns="39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52" name="Google Shape;552;p9"/>
            <p:cNvSpPr/>
            <p:nvPr/>
          </p:nvSpPr>
          <p:spPr>
            <a:xfrm>
              <a:off x="7782840" y="37080"/>
              <a:ext cx="96480" cy="55800"/>
            </a:xfrm>
            <a:custGeom>
              <a:rect b="b" l="l" r="r" t="t"/>
              <a:pathLst>
                <a:path extrusionOk="0" h="920" w="1586">
                  <a:moveTo>
                    <a:pt x="1150" y="164"/>
                  </a:moveTo>
                  <a:lnTo>
                    <a:pt x="1150" y="164"/>
                  </a:lnTo>
                  <a:cubicBezTo>
                    <a:pt x="1155" y="289"/>
                    <a:pt x="1080" y="378"/>
                    <a:pt x="974" y="465"/>
                  </a:cubicBezTo>
                  <a:cubicBezTo>
                    <a:pt x="866" y="554"/>
                    <a:pt x="672" y="702"/>
                    <a:pt x="510" y="702"/>
                  </a:cubicBezTo>
                  <a:cubicBezTo>
                    <a:pt x="469" y="702"/>
                    <a:pt x="430" y="692"/>
                    <a:pt x="396" y="670"/>
                  </a:cubicBezTo>
                  <a:cubicBezTo>
                    <a:pt x="105" y="486"/>
                    <a:pt x="519" y="310"/>
                    <a:pt x="661" y="258"/>
                  </a:cubicBezTo>
                  <a:cubicBezTo>
                    <a:pt x="822" y="202"/>
                    <a:pt x="984" y="175"/>
                    <a:pt x="1150" y="164"/>
                  </a:cubicBezTo>
                  <a:close/>
                  <a:moveTo>
                    <a:pt x="1243" y="0"/>
                  </a:moveTo>
                  <a:cubicBezTo>
                    <a:pt x="1221" y="0"/>
                    <a:pt x="1198" y="7"/>
                    <a:pt x="1179" y="20"/>
                  </a:cubicBezTo>
                  <a:cubicBezTo>
                    <a:pt x="1142" y="18"/>
                    <a:pt x="1104" y="16"/>
                    <a:pt x="1065" y="16"/>
                  </a:cubicBezTo>
                  <a:cubicBezTo>
                    <a:pt x="771" y="16"/>
                    <a:pt x="441" y="77"/>
                    <a:pt x="219" y="252"/>
                  </a:cubicBezTo>
                  <a:cubicBezTo>
                    <a:pt x="0" y="422"/>
                    <a:pt x="2" y="711"/>
                    <a:pt x="241" y="863"/>
                  </a:cubicBezTo>
                  <a:cubicBezTo>
                    <a:pt x="304" y="902"/>
                    <a:pt x="383" y="920"/>
                    <a:pt x="469" y="920"/>
                  </a:cubicBezTo>
                  <a:cubicBezTo>
                    <a:pt x="921" y="920"/>
                    <a:pt x="1585" y="433"/>
                    <a:pt x="1313" y="37"/>
                  </a:cubicBezTo>
                  <a:cubicBezTo>
                    <a:pt x="1297" y="11"/>
                    <a:pt x="1270" y="0"/>
                    <a:pt x="12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8075" lIns="91425" spcFirstLastPara="1" rIns="91425" wrap="square" tIns="280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53" name="Google Shape;553;p9"/>
            <p:cNvSpPr/>
            <p:nvPr/>
          </p:nvSpPr>
          <p:spPr>
            <a:xfrm>
              <a:off x="7490520" y="194400"/>
              <a:ext cx="16920" cy="13320"/>
            </a:xfrm>
            <a:custGeom>
              <a:rect b="b" l="l" r="r" t="t"/>
              <a:pathLst>
                <a:path extrusionOk="0" h="226" w="285">
                  <a:moveTo>
                    <a:pt x="149" y="0"/>
                  </a:moveTo>
                  <a:cubicBezTo>
                    <a:pt x="76" y="0"/>
                    <a:pt x="0" y="67"/>
                    <a:pt x="35" y="154"/>
                  </a:cubicBezTo>
                  <a:cubicBezTo>
                    <a:pt x="55" y="205"/>
                    <a:pt x="95" y="226"/>
                    <a:pt x="137" y="226"/>
                  </a:cubicBezTo>
                  <a:cubicBezTo>
                    <a:pt x="210" y="226"/>
                    <a:pt x="285" y="159"/>
                    <a:pt x="250" y="70"/>
                  </a:cubicBezTo>
                  <a:cubicBezTo>
                    <a:pt x="230" y="21"/>
                    <a:pt x="190" y="0"/>
                    <a:pt x="1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825" lIns="91425" spcFirstLastPara="1" rIns="91425" wrap="square" tIns="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54" name="Google Shape;554;p9"/>
            <p:cNvSpPr/>
            <p:nvPr/>
          </p:nvSpPr>
          <p:spPr>
            <a:xfrm>
              <a:off x="7789320" y="47160"/>
              <a:ext cx="63720" cy="32400"/>
            </a:xfrm>
            <a:custGeom>
              <a:rect b="b" l="l" r="r" t="t"/>
              <a:pathLst>
                <a:path extrusionOk="0" h="537" w="1050">
                  <a:moveTo>
                    <a:pt x="1045" y="1"/>
                  </a:moveTo>
                  <a:cubicBezTo>
                    <a:pt x="879" y="14"/>
                    <a:pt x="716" y="38"/>
                    <a:pt x="556" y="94"/>
                  </a:cubicBezTo>
                  <a:cubicBezTo>
                    <a:pt x="413" y="147"/>
                    <a:pt x="1" y="321"/>
                    <a:pt x="290" y="505"/>
                  </a:cubicBezTo>
                  <a:cubicBezTo>
                    <a:pt x="324" y="527"/>
                    <a:pt x="362" y="537"/>
                    <a:pt x="403" y="537"/>
                  </a:cubicBezTo>
                  <a:cubicBezTo>
                    <a:pt x="564" y="537"/>
                    <a:pt x="760" y="389"/>
                    <a:pt x="868" y="300"/>
                  </a:cubicBezTo>
                  <a:cubicBezTo>
                    <a:pt x="974" y="213"/>
                    <a:pt x="1049" y="126"/>
                    <a:pt x="104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6200" lIns="91425" spcFirstLastPara="1" rIns="91425" wrap="square" tIns="16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55" name="Google Shape;555;p9"/>
            <p:cNvSpPr/>
            <p:nvPr/>
          </p:nvSpPr>
          <p:spPr>
            <a:xfrm>
              <a:off x="7703640" y="62640"/>
              <a:ext cx="28800" cy="49320"/>
            </a:xfrm>
            <a:custGeom>
              <a:rect b="b" l="l" r="r" t="t"/>
              <a:pathLst>
                <a:path extrusionOk="0" h="814" w="476">
                  <a:moveTo>
                    <a:pt x="101" y="1"/>
                  </a:moveTo>
                  <a:cubicBezTo>
                    <a:pt x="92" y="1"/>
                    <a:pt x="83" y="2"/>
                    <a:pt x="75" y="5"/>
                  </a:cubicBezTo>
                  <a:cubicBezTo>
                    <a:pt x="1" y="29"/>
                    <a:pt x="7" y="189"/>
                    <a:pt x="9" y="243"/>
                  </a:cubicBezTo>
                  <a:cubicBezTo>
                    <a:pt x="12" y="402"/>
                    <a:pt x="41" y="622"/>
                    <a:pt x="151" y="744"/>
                  </a:cubicBezTo>
                  <a:cubicBezTo>
                    <a:pt x="190" y="788"/>
                    <a:pt x="241" y="814"/>
                    <a:pt x="294" y="814"/>
                  </a:cubicBezTo>
                  <a:cubicBezTo>
                    <a:pt x="324" y="814"/>
                    <a:pt x="355" y="805"/>
                    <a:pt x="385" y="787"/>
                  </a:cubicBezTo>
                  <a:cubicBezTo>
                    <a:pt x="452" y="745"/>
                    <a:pt x="445" y="702"/>
                    <a:pt x="462" y="637"/>
                  </a:cubicBezTo>
                  <a:cubicBezTo>
                    <a:pt x="464" y="626"/>
                    <a:pt x="471" y="616"/>
                    <a:pt x="476" y="608"/>
                  </a:cubicBezTo>
                  <a:cubicBezTo>
                    <a:pt x="464" y="462"/>
                    <a:pt x="418" y="320"/>
                    <a:pt x="333" y="197"/>
                  </a:cubicBezTo>
                  <a:cubicBezTo>
                    <a:pt x="294" y="141"/>
                    <a:pt x="193" y="1"/>
                    <a:pt x="1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24825" lIns="91425" spcFirstLastPara="1" rIns="91425" wrap="square" tIns="24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56" name="Google Shape;556;p9"/>
            <p:cNvSpPr/>
            <p:nvPr/>
          </p:nvSpPr>
          <p:spPr>
            <a:xfrm>
              <a:off x="7905600" y="16560"/>
              <a:ext cx="20880" cy="20160"/>
            </a:xfrm>
            <a:custGeom>
              <a:rect b="b" l="l" r="r" t="t"/>
              <a:pathLst>
                <a:path extrusionOk="0" h="338" w="350">
                  <a:moveTo>
                    <a:pt x="161" y="0"/>
                  </a:moveTo>
                  <a:cubicBezTo>
                    <a:pt x="79" y="0"/>
                    <a:pt x="0" y="74"/>
                    <a:pt x="32" y="181"/>
                  </a:cubicBezTo>
                  <a:cubicBezTo>
                    <a:pt x="39" y="204"/>
                    <a:pt x="45" y="225"/>
                    <a:pt x="52" y="249"/>
                  </a:cubicBezTo>
                  <a:cubicBezTo>
                    <a:pt x="67" y="305"/>
                    <a:pt x="128" y="338"/>
                    <a:pt x="185" y="338"/>
                  </a:cubicBezTo>
                  <a:cubicBezTo>
                    <a:pt x="203" y="338"/>
                    <a:pt x="219" y="335"/>
                    <a:pt x="234" y="328"/>
                  </a:cubicBezTo>
                  <a:cubicBezTo>
                    <a:pt x="300" y="302"/>
                    <a:pt x="349" y="214"/>
                    <a:pt x="318" y="146"/>
                  </a:cubicBezTo>
                  <a:lnTo>
                    <a:pt x="286" y="82"/>
                  </a:lnTo>
                  <a:cubicBezTo>
                    <a:pt x="256" y="25"/>
                    <a:pt x="208" y="0"/>
                    <a:pt x="1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0075" lIns="91425" spcFirstLastPara="1" rIns="91425" wrap="square" tIns="100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57" name="Google Shape;557;p9"/>
            <p:cNvSpPr/>
            <p:nvPr/>
          </p:nvSpPr>
          <p:spPr>
            <a:xfrm>
              <a:off x="7203600" y="265320"/>
              <a:ext cx="24480" cy="24840"/>
            </a:xfrm>
            <a:custGeom>
              <a:rect b="b" l="l" r="r" t="t"/>
              <a:pathLst>
                <a:path extrusionOk="0" h="410" w="405">
                  <a:moveTo>
                    <a:pt x="214" y="1"/>
                  </a:moveTo>
                  <a:cubicBezTo>
                    <a:pt x="151" y="1"/>
                    <a:pt x="87" y="36"/>
                    <a:pt x="65" y="98"/>
                  </a:cubicBezTo>
                  <a:cubicBezTo>
                    <a:pt x="53" y="128"/>
                    <a:pt x="42" y="159"/>
                    <a:pt x="31" y="190"/>
                  </a:cubicBezTo>
                  <a:cubicBezTo>
                    <a:pt x="1" y="270"/>
                    <a:pt x="29" y="360"/>
                    <a:pt x="110" y="396"/>
                  </a:cubicBezTo>
                  <a:cubicBezTo>
                    <a:pt x="131" y="405"/>
                    <a:pt x="153" y="410"/>
                    <a:pt x="173" y="410"/>
                  </a:cubicBezTo>
                  <a:cubicBezTo>
                    <a:pt x="233" y="410"/>
                    <a:pt x="287" y="373"/>
                    <a:pt x="315" y="316"/>
                  </a:cubicBezTo>
                  <a:cubicBezTo>
                    <a:pt x="332" y="288"/>
                    <a:pt x="347" y="258"/>
                    <a:pt x="362" y="230"/>
                  </a:cubicBezTo>
                  <a:cubicBezTo>
                    <a:pt x="405" y="152"/>
                    <a:pt x="357" y="49"/>
                    <a:pt x="279" y="15"/>
                  </a:cubicBezTo>
                  <a:cubicBezTo>
                    <a:pt x="259" y="5"/>
                    <a:pt x="237" y="1"/>
                    <a:pt x="2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600" lIns="91425" spcFirstLastPara="1" rIns="91425" wrap="square" tIns="12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58" name="Google Shape;558;p9"/>
            <p:cNvSpPr/>
            <p:nvPr/>
          </p:nvSpPr>
          <p:spPr>
            <a:xfrm>
              <a:off x="7639920" y="91800"/>
              <a:ext cx="21240" cy="19080"/>
            </a:xfrm>
            <a:custGeom>
              <a:rect b="b" l="l" r="r" t="t"/>
              <a:pathLst>
                <a:path extrusionOk="0" h="318" w="356">
                  <a:moveTo>
                    <a:pt x="206" y="1"/>
                  </a:moveTo>
                  <a:cubicBezTo>
                    <a:pt x="106" y="1"/>
                    <a:pt x="0" y="100"/>
                    <a:pt x="81" y="224"/>
                  </a:cubicBezTo>
                  <a:cubicBezTo>
                    <a:pt x="88" y="235"/>
                    <a:pt x="96" y="247"/>
                    <a:pt x="105" y="259"/>
                  </a:cubicBezTo>
                  <a:cubicBezTo>
                    <a:pt x="130" y="301"/>
                    <a:pt x="165" y="318"/>
                    <a:pt x="200" y="318"/>
                  </a:cubicBezTo>
                  <a:cubicBezTo>
                    <a:pt x="220" y="318"/>
                    <a:pt x="240" y="312"/>
                    <a:pt x="258" y="302"/>
                  </a:cubicBezTo>
                  <a:cubicBezTo>
                    <a:pt x="313" y="288"/>
                    <a:pt x="356" y="241"/>
                    <a:pt x="343" y="166"/>
                  </a:cubicBezTo>
                  <a:cubicBezTo>
                    <a:pt x="342" y="152"/>
                    <a:pt x="339" y="139"/>
                    <a:pt x="339" y="123"/>
                  </a:cubicBezTo>
                  <a:cubicBezTo>
                    <a:pt x="324" y="36"/>
                    <a:pt x="266" y="1"/>
                    <a:pt x="2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59" name="Google Shape;559;p9"/>
            <p:cNvSpPr/>
            <p:nvPr/>
          </p:nvSpPr>
          <p:spPr>
            <a:xfrm>
              <a:off x="7574400" y="105120"/>
              <a:ext cx="27360" cy="26640"/>
            </a:xfrm>
            <a:custGeom>
              <a:rect b="b" l="l" r="r" t="t"/>
              <a:pathLst>
                <a:path extrusionOk="0" h="444" w="456">
                  <a:moveTo>
                    <a:pt x="153" y="0"/>
                  </a:moveTo>
                  <a:cubicBezTo>
                    <a:pt x="115" y="0"/>
                    <a:pt x="76" y="15"/>
                    <a:pt x="53" y="39"/>
                  </a:cubicBezTo>
                  <a:cubicBezTo>
                    <a:pt x="3" y="89"/>
                    <a:pt x="0" y="160"/>
                    <a:pt x="38" y="219"/>
                  </a:cubicBezTo>
                  <a:cubicBezTo>
                    <a:pt x="77" y="273"/>
                    <a:pt x="112" y="333"/>
                    <a:pt x="152" y="384"/>
                  </a:cubicBezTo>
                  <a:cubicBezTo>
                    <a:pt x="183" y="422"/>
                    <a:pt x="230" y="443"/>
                    <a:pt x="277" y="443"/>
                  </a:cubicBezTo>
                  <a:cubicBezTo>
                    <a:pt x="309" y="443"/>
                    <a:pt x="341" y="434"/>
                    <a:pt x="369" y="413"/>
                  </a:cubicBezTo>
                  <a:cubicBezTo>
                    <a:pt x="432" y="365"/>
                    <a:pt x="455" y="259"/>
                    <a:pt x="400" y="199"/>
                  </a:cubicBezTo>
                  <a:cubicBezTo>
                    <a:pt x="349" y="138"/>
                    <a:pt x="288" y="86"/>
                    <a:pt x="231" y="31"/>
                  </a:cubicBezTo>
                  <a:cubicBezTo>
                    <a:pt x="211" y="10"/>
                    <a:pt x="182" y="0"/>
                    <a:pt x="1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3300" lIns="91425" spcFirstLastPara="1" rIns="91425" wrap="square" tIns="13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60" name="Google Shape;560;p9"/>
            <p:cNvSpPr/>
            <p:nvPr/>
          </p:nvSpPr>
          <p:spPr>
            <a:xfrm>
              <a:off x="7079040" y="312120"/>
              <a:ext cx="28080" cy="22320"/>
            </a:xfrm>
            <a:custGeom>
              <a:rect b="b" l="l" r="r" t="t"/>
              <a:pathLst>
                <a:path extrusionOk="0" h="370" w="467">
                  <a:moveTo>
                    <a:pt x="244" y="0"/>
                  </a:moveTo>
                  <a:cubicBezTo>
                    <a:pt x="125" y="0"/>
                    <a:pt x="1" y="109"/>
                    <a:pt x="57" y="254"/>
                  </a:cubicBezTo>
                  <a:cubicBezTo>
                    <a:pt x="89" y="335"/>
                    <a:pt x="155" y="370"/>
                    <a:pt x="223" y="370"/>
                  </a:cubicBezTo>
                  <a:cubicBezTo>
                    <a:pt x="343" y="370"/>
                    <a:pt x="467" y="261"/>
                    <a:pt x="410" y="116"/>
                  </a:cubicBezTo>
                  <a:cubicBezTo>
                    <a:pt x="378" y="35"/>
                    <a:pt x="312" y="0"/>
                    <a:pt x="2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1150" lIns="91425" spcFirstLastPara="1" rIns="91425" wrap="square" tIns="111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61" name="Google Shape;561;p9"/>
            <p:cNvSpPr/>
            <p:nvPr/>
          </p:nvSpPr>
          <p:spPr>
            <a:xfrm>
              <a:off x="6946200" y="363960"/>
              <a:ext cx="21240" cy="16560"/>
            </a:xfrm>
            <a:custGeom>
              <a:rect b="b" l="l" r="r" t="t"/>
              <a:pathLst>
                <a:path extrusionOk="0" h="279" w="352">
                  <a:moveTo>
                    <a:pt x="185" y="0"/>
                  </a:moveTo>
                  <a:cubicBezTo>
                    <a:pt x="95" y="0"/>
                    <a:pt x="1" y="82"/>
                    <a:pt x="42" y="191"/>
                  </a:cubicBezTo>
                  <a:cubicBezTo>
                    <a:pt x="66" y="253"/>
                    <a:pt x="116" y="279"/>
                    <a:pt x="167" y="279"/>
                  </a:cubicBezTo>
                  <a:cubicBezTo>
                    <a:pt x="257" y="279"/>
                    <a:pt x="351" y="196"/>
                    <a:pt x="307" y="87"/>
                  </a:cubicBezTo>
                  <a:cubicBezTo>
                    <a:pt x="284" y="26"/>
                    <a:pt x="235" y="0"/>
                    <a:pt x="1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8275" lIns="91425" spcFirstLastPara="1" rIns="91425" wrap="square" tIns="8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62" name="Google Shape;562;p9"/>
            <p:cNvSpPr/>
            <p:nvPr/>
          </p:nvSpPr>
          <p:spPr>
            <a:xfrm>
              <a:off x="7307640" y="209880"/>
              <a:ext cx="26640" cy="21240"/>
            </a:xfrm>
            <a:custGeom>
              <a:rect b="b" l="l" r="r" t="t"/>
              <a:pathLst>
                <a:path extrusionOk="0" h="351" w="440">
                  <a:moveTo>
                    <a:pt x="249" y="0"/>
                  </a:moveTo>
                  <a:cubicBezTo>
                    <a:pt x="231" y="0"/>
                    <a:pt x="212" y="3"/>
                    <a:pt x="194" y="11"/>
                  </a:cubicBezTo>
                  <a:cubicBezTo>
                    <a:pt x="173" y="21"/>
                    <a:pt x="150" y="29"/>
                    <a:pt x="128" y="38"/>
                  </a:cubicBezTo>
                  <a:cubicBezTo>
                    <a:pt x="51" y="72"/>
                    <a:pt x="0" y="166"/>
                    <a:pt x="38" y="249"/>
                  </a:cubicBezTo>
                  <a:cubicBezTo>
                    <a:pt x="66" y="313"/>
                    <a:pt x="125" y="351"/>
                    <a:pt x="189" y="351"/>
                  </a:cubicBezTo>
                  <a:cubicBezTo>
                    <a:pt x="208" y="351"/>
                    <a:pt x="227" y="348"/>
                    <a:pt x="247" y="341"/>
                  </a:cubicBezTo>
                  <a:cubicBezTo>
                    <a:pt x="269" y="332"/>
                    <a:pt x="291" y="325"/>
                    <a:pt x="312" y="315"/>
                  </a:cubicBezTo>
                  <a:cubicBezTo>
                    <a:pt x="394" y="287"/>
                    <a:pt x="440" y="185"/>
                    <a:pt x="404" y="106"/>
                  </a:cubicBezTo>
                  <a:cubicBezTo>
                    <a:pt x="376" y="42"/>
                    <a:pt x="314" y="0"/>
                    <a:pt x="2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0800" lIns="91425" spcFirstLastPara="1" rIns="91425" wrap="square" tIns="10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63" name="Google Shape;563;p9"/>
            <p:cNvSpPr/>
            <p:nvPr/>
          </p:nvSpPr>
          <p:spPr>
            <a:xfrm>
              <a:off x="7770600" y="10800"/>
              <a:ext cx="18360" cy="14400"/>
            </a:xfrm>
            <a:custGeom>
              <a:rect b="b" l="l" r="r" t="t"/>
              <a:pathLst>
                <a:path extrusionOk="0" h="243" w="307">
                  <a:moveTo>
                    <a:pt x="160" y="0"/>
                  </a:moveTo>
                  <a:cubicBezTo>
                    <a:pt x="81" y="0"/>
                    <a:pt x="0" y="71"/>
                    <a:pt x="37" y="166"/>
                  </a:cubicBezTo>
                  <a:cubicBezTo>
                    <a:pt x="58" y="220"/>
                    <a:pt x="102" y="243"/>
                    <a:pt x="147" y="243"/>
                  </a:cubicBezTo>
                  <a:cubicBezTo>
                    <a:pt x="226" y="243"/>
                    <a:pt x="307" y="172"/>
                    <a:pt x="270" y="77"/>
                  </a:cubicBezTo>
                  <a:cubicBezTo>
                    <a:pt x="248" y="23"/>
                    <a:pt x="204" y="0"/>
                    <a:pt x="16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200" lIns="91425" spcFirstLastPara="1" rIns="91425" wrap="square" tIns="7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64" name="Google Shape;564;p9"/>
            <p:cNvSpPr/>
            <p:nvPr/>
          </p:nvSpPr>
          <p:spPr>
            <a:xfrm>
              <a:off x="7418880" y="142920"/>
              <a:ext cx="19800" cy="15480"/>
            </a:xfrm>
            <a:custGeom>
              <a:rect b="b" l="l" r="r" t="t"/>
              <a:pathLst>
                <a:path extrusionOk="0" h="262" w="328">
                  <a:moveTo>
                    <a:pt x="172" y="0"/>
                  </a:moveTo>
                  <a:cubicBezTo>
                    <a:pt x="87" y="0"/>
                    <a:pt x="0" y="77"/>
                    <a:pt x="41" y="181"/>
                  </a:cubicBezTo>
                  <a:cubicBezTo>
                    <a:pt x="63" y="238"/>
                    <a:pt x="109" y="262"/>
                    <a:pt x="156" y="262"/>
                  </a:cubicBezTo>
                  <a:cubicBezTo>
                    <a:pt x="240" y="262"/>
                    <a:pt x="328" y="185"/>
                    <a:pt x="289" y="83"/>
                  </a:cubicBezTo>
                  <a:cubicBezTo>
                    <a:pt x="266" y="25"/>
                    <a:pt x="220" y="0"/>
                    <a:pt x="1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900" lIns="91425" spcFirstLastPara="1" rIns="91425" wrap="square" tIns="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65" name="Google Shape;565;p9"/>
            <p:cNvSpPr/>
            <p:nvPr/>
          </p:nvSpPr>
          <p:spPr>
            <a:xfrm>
              <a:off x="7299720" y="107280"/>
              <a:ext cx="55080" cy="76680"/>
            </a:xfrm>
            <a:custGeom>
              <a:rect b="b" l="l" r="r" t="t"/>
              <a:pathLst>
                <a:path extrusionOk="0" h="1260" w="908">
                  <a:moveTo>
                    <a:pt x="349" y="283"/>
                  </a:moveTo>
                  <a:cubicBezTo>
                    <a:pt x="447" y="402"/>
                    <a:pt x="563" y="517"/>
                    <a:pt x="610" y="667"/>
                  </a:cubicBezTo>
                  <a:cubicBezTo>
                    <a:pt x="642" y="773"/>
                    <a:pt x="594" y="1023"/>
                    <a:pt x="443" y="1023"/>
                  </a:cubicBezTo>
                  <a:cubicBezTo>
                    <a:pt x="427" y="1023"/>
                    <a:pt x="410" y="1020"/>
                    <a:pt x="392" y="1014"/>
                  </a:cubicBezTo>
                  <a:cubicBezTo>
                    <a:pt x="236" y="964"/>
                    <a:pt x="257" y="680"/>
                    <a:pt x="273" y="565"/>
                  </a:cubicBezTo>
                  <a:cubicBezTo>
                    <a:pt x="286" y="466"/>
                    <a:pt x="314" y="374"/>
                    <a:pt x="349" y="283"/>
                  </a:cubicBezTo>
                  <a:close/>
                  <a:moveTo>
                    <a:pt x="319" y="0"/>
                  </a:moveTo>
                  <a:cubicBezTo>
                    <a:pt x="294" y="0"/>
                    <a:pt x="269" y="11"/>
                    <a:pt x="252" y="36"/>
                  </a:cubicBezTo>
                  <a:cubicBezTo>
                    <a:pt x="90" y="263"/>
                    <a:pt x="1" y="563"/>
                    <a:pt x="41" y="844"/>
                  </a:cubicBezTo>
                  <a:cubicBezTo>
                    <a:pt x="73" y="1052"/>
                    <a:pt x="206" y="1259"/>
                    <a:pt x="436" y="1259"/>
                  </a:cubicBezTo>
                  <a:cubicBezTo>
                    <a:pt x="438" y="1259"/>
                    <a:pt x="441" y="1259"/>
                    <a:pt x="443" y="1259"/>
                  </a:cubicBezTo>
                  <a:cubicBezTo>
                    <a:pt x="651" y="1254"/>
                    <a:pt x="821" y="1057"/>
                    <a:pt x="854" y="862"/>
                  </a:cubicBezTo>
                  <a:cubicBezTo>
                    <a:pt x="908" y="569"/>
                    <a:pt x="687" y="297"/>
                    <a:pt x="486" y="111"/>
                  </a:cubicBezTo>
                  <a:cubicBezTo>
                    <a:pt x="464" y="93"/>
                    <a:pt x="443" y="87"/>
                    <a:pt x="420" y="87"/>
                  </a:cubicBezTo>
                  <a:cubicBezTo>
                    <a:pt x="416" y="39"/>
                    <a:pt x="366" y="0"/>
                    <a:pt x="3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8500" lIns="91425" spcFirstLastPara="1" rIns="91425" wrap="square" tIns="38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66" name="Google Shape;566;p9"/>
            <p:cNvSpPr/>
            <p:nvPr/>
          </p:nvSpPr>
          <p:spPr>
            <a:xfrm>
              <a:off x="7000560" y="292320"/>
              <a:ext cx="20880" cy="16560"/>
            </a:xfrm>
            <a:custGeom>
              <a:rect b="b" l="l" r="r" t="t"/>
              <a:pathLst>
                <a:path extrusionOk="0" h="275" w="347">
                  <a:moveTo>
                    <a:pt x="182" y="1"/>
                  </a:moveTo>
                  <a:cubicBezTo>
                    <a:pt x="93" y="1"/>
                    <a:pt x="0" y="82"/>
                    <a:pt x="42" y="189"/>
                  </a:cubicBezTo>
                  <a:cubicBezTo>
                    <a:pt x="66" y="249"/>
                    <a:pt x="116" y="275"/>
                    <a:pt x="166" y="275"/>
                  </a:cubicBezTo>
                  <a:cubicBezTo>
                    <a:pt x="255" y="275"/>
                    <a:pt x="346" y="195"/>
                    <a:pt x="304" y="87"/>
                  </a:cubicBezTo>
                  <a:cubicBezTo>
                    <a:pt x="281" y="26"/>
                    <a:pt x="232" y="1"/>
                    <a:pt x="1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8275" lIns="91425" spcFirstLastPara="1" rIns="91425" wrap="square" tIns="8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67" name="Google Shape;567;p9"/>
            <p:cNvSpPr/>
            <p:nvPr/>
          </p:nvSpPr>
          <p:spPr>
            <a:xfrm>
              <a:off x="7167960" y="227520"/>
              <a:ext cx="19800" cy="15840"/>
            </a:xfrm>
            <a:custGeom>
              <a:rect b="b" l="l" r="r" t="t"/>
              <a:pathLst>
                <a:path extrusionOk="0" h="263" w="332">
                  <a:moveTo>
                    <a:pt x="173" y="0"/>
                  </a:moveTo>
                  <a:cubicBezTo>
                    <a:pt x="88" y="0"/>
                    <a:pt x="1" y="77"/>
                    <a:pt x="42" y="179"/>
                  </a:cubicBezTo>
                  <a:cubicBezTo>
                    <a:pt x="65" y="238"/>
                    <a:pt x="112" y="262"/>
                    <a:pt x="160" y="262"/>
                  </a:cubicBezTo>
                  <a:cubicBezTo>
                    <a:pt x="245" y="262"/>
                    <a:pt x="332" y="185"/>
                    <a:pt x="291" y="82"/>
                  </a:cubicBezTo>
                  <a:cubicBezTo>
                    <a:pt x="268" y="24"/>
                    <a:pt x="221" y="0"/>
                    <a:pt x="1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900" lIns="91425" spcFirstLastPara="1" rIns="91425" wrap="square" tIns="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68" name="Google Shape;568;p9"/>
            <p:cNvSpPr/>
            <p:nvPr/>
          </p:nvSpPr>
          <p:spPr>
            <a:xfrm>
              <a:off x="6869160" y="319680"/>
              <a:ext cx="28080" cy="23040"/>
            </a:xfrm>
            <a:custGeom>
              <a:rect b="b" l="l" r="r" t="t"/>
              <a:pathLst>
                <a:path extrusionOk="0" h="383" w="468">
                  <a:moveTo>
                    <a:pt x="178" y="1"/>
                  </a:moveTo>
                  <a:cubicBezTo>
                    <a:pt x="122" y="1"/>
                    <a:pt x="69" y="27"/>
                    <a:pt x="38" y="80"/>
                  </a:cubicBezTo>
                  <a:cubicBezTo>
                    <a:pt x="0" y="145"/>
                    <a:pt x="9" y="246"/>
                    <a:pt x="78" y="292"/>
                  </a:cubicBezTo>
                  <a:cubicBezTo>
                    <a:pt x="105" y="310"/>
                    <a:pt x="130" y="329"/>
                    <a:pt x="157" y="346"/>
                  </a:cubicBezTo>
                  <a:cubicBezTo>
                    <a:pt x="194" y="370"/>
                    <a:pt x="235" y="382"/>
                    <a:pt x="274" y="382"/>
                  </a:cubicBezTo>
                  <a:cubicBezTo>
                    <a:pt x="330" y="382"/>
                    <a:pt x="383" y="356"/>
                    <a:pt x="417" y="300"/>
                  </a:cubicBezTo>
                  <a:cubicBezTo>
                    <a:pt x="468" y="212"/>
                    <a:pt x="437" y="87"/>
                    <a:pt x="335" y="46"/>
                  </a:cubicBezTo>
                  <a:cubicBezTo>
                    <a:pt x="305" y="33"/>
                    <a:pt x="275" y="22"/>
                    <a:pt x="242" y="12"/>
                  </a:cubicBezTo>
                  <a:cubicBezTo>
                    <a:pt x="221" y="4"/>
                    <a:pt x="200" y="1"/>
                    <a:pt x="1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1500" lIns="91425" spcFirstLastPara="1" rIns="91425" wrap="square" tIns="11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69" name="Google Shape;569;p9"/>
            <p:cNvSpPr/>
            <p:nvPr/>
          </p:nvSpPr>
          <p:spPr>
            <a:xfrm>
              <a:off x="7314120" y="124560"/>
              <a:ext cx="24480" cy="45000"/>
            </a:xfrm>
            <a:custGeom>
              <a:rect b="b" l="l" r="r" t="t"/>
              <a:pathLst>
                <a:path extrusionOk="0" h="741" w="407">
                  <a:moveTo>
                    <a:pt x="113" y="1"/>
                  </a:moveTo>
                  <a:cubicBezTo>
                    <a:pt x="78" y="90"/>
                    <a:pt x="50" y="184"/>
                    <a:pt x="37" y="281"/>
                  </a:cubicBezTo>
                  <a:cubicBezTo>
                    <a:pt x="21" y="398"/>
                    <a:pt x="0" y="682"/>
                    <a:pt x="156" y="732"/>
                  </a:cubicBezTo>
                  <a:cubicBezTo>
                    <a:pt x="174" y="738"/>
                    <a:pt x="191" y="741"/>
                    <a:pt x="207" y="741"/>
                  </a:cubicBezTo>
                  <a:cubicBezTo>
                    <a:pt x="357" y="741"/>
                    <a:pt x="406" y="491"/>
                    <a:pt x="374" y="385"/>
                  </a:cubicBezTo>
                  <a:cubicBezTo>
                    <a:pt x="330" y="235"/>
                    <a:pt x="213" y="120"/>
                    <a:pt x="1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22675" lIns="91425" spcFirstLastPara="1" rIns="91425" wrap="square" tIns="22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70" name="Google Shape;570;p9"/>
            <p:cNvSpPr/>
            <p:nvPr/>
          </p:nvSpPr>
          <p:spPr>
            <a:xfrm>
              <a:off x="7476840" y="82800"/>
              <a:ext cx="27360" cy="19440"/>
            </a:xfrm>
            <a:custGeom>
              <a:rect b="b" l="l" r="r" t="t"/>
              <a:pathLst>
                <a:path extrusionOk="0" h="324" w="452">
                  <a:moveTo>
                    <a:pt x="178" y="1"/>
                  </a:moveTo>
                  <a:cubicBezTo>
                    <a:pt x="65" y="1"/>
                    <a:pt x="0" y="170"/>
                    <a:pt x="100" y="240"/>
                  </a:cubicBezTo>
                  <a:lnTo>
                    <a:pt x="180" y="293"/>
                  </a:lnTo>
                  <a:cubicBezTo>
                    <a:pt x="210" y="313"/>
                    <a:pt x="244" y="323"/>
                    <a:pt x="276" y="323"/>
                  </a:cubicBezTo>
                  <a:cubicBezTo>
                    <a:pt x="333" y="323"/>
                    <a:pt x="386" y="293"/>
                    <a:pt x="412" y="234"/>
                  </a:cubicBezTo>
                  <a:cubicBezTo>
                    <a:pt x="452" y="142"/>
                    <a:pt x="391" y="46"/>
                    <a:pt x="297" y="25"/>
                  </a:cubicBezTo>
                  <a:cubicBezTo>
                    <a:pt x="266" y="18"/>
                    <a:pt x="235" y="13"/>
                    <a:pt x="204" y="3"/>
                  </a:cubicBezTo>
                  <a:cubicBezTo>
                    <a:pt x="195" y="1"/>
                    <a:pt x="186" y="1"/>
                    <a:pt x="1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71" name="Google Shape;571;p9"/>
            <p:cNvSpPr/>
            <p:nvPr/>
          </p:nvSpPr>
          <p:spPr>
            <a:xfrm>
              <a:off x="7848720" y="-57600"/>
              <a:ext cx="19800" cy="15840"/>
            </a:xfrm>
            <a:custGeom>
              <a:rect b="b" l="l" r="r" t="t"/>
              <a:pathLst>
                <a:path extrusionOk="0" h="263" w="331">
                  <a:moveTo>
                    <a:pt x="172" y="0"/>
                  </a:moveTo>
                  <a:cubicBezTo>
                    <a:pt x="88" y="0"/>
                    <a:pt x="1" y="78"/>
                    <a:pt x="41" y="181"/>
                  </a:cubicBezTo>
                  <a:cubicBezTo>
                    <a:pt x="64" y="238"/>
                    <a:pt x="111" y="263"/>
                    <a:pt x="158" y="263"/>
                  </a:cubicBezTo>
                  <a:cubicBezTo>
                    <a:pt x="243" y="263"/>
                    <a:pt x="330" y="186"/>
                    <a:pt x="289" y="83"/>
                  </a:cubicBezTo>
                  <a:cubicBezTo>
                    <a:pt x="267" y="25"/>
                    <a:pt x="220" y="0"/>
                    <a:pt x="1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900" lIns="91425" spcFirstLastPara="1" rIns="91425" wrap="square" tIns="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72" name="Google Shape;572;p9"/>
            <p:cNvSpPr/>
            <p:nvPr/>
          </p:nvSpPr>
          <p:spPr>
            <a:xfrm>
              <a:off x="7069320" y="229320"/>
              <a:ext cx="27720" cy="20880"/>
            </a:xfrm>
            <a:custGeom>
              <a:rect b="b" l="l" r="r" t="t"/>
              <a:pathLst>
                <a:path extrusionOk="0" h="350" w="457">
                  <a:moveTo>
                    <a:pt x="287" y="0"/>
                  </a:moveTo>
                  <a:cubicBezTo>
                    <a:pt x="266" y="0"/>
                    <a:pt x="243" y="5"/>
                    <a:pt x="219" y="17"/>
                  </a:cubicBezTo>
                  <a:cubicBezTo>
                    <a:pt x="207" y="21"/>
                    <a:pt x="192" y="26"/>
                    <a:pt x="179" y="30"/>
                  </a:cubicBezTo>
                  <a:cubicBezTo>
                    <a:pt x="1" y="82"/>
                    <a:pt x="83" y="349"/>
                    <a:pt x="232" y="349"/>
                  </a:cubicBezTo>
                  <a:cubicBezTo>
                    <a:pt x="253" y="349"/>
                    <a:pt x="274" y="344"/>
                    <a:pt x="297" y="333"/>
                  </a:cubicBezTo>
                  <a:cubicBezTo>
                    <a:pt x="309" y="327"/>
                    <a:pt x="324" y="320"/>
                    <a:pt x="336" y="313"/>
                  </a:cubicBezTo>
                  <a:cubicBezTo>
                    <a:pt x="440" y="284"/>
                    <a:pt x="457" y="186"/>
                    <a:pt x="419" y="109"/>
                  </a:cubicBezTo>
                  <a:cubicBezTo>
                    <a:pt x="400" y="49"/>
                    <a:pt x="352" y="0"/>
                    <a:pt x="2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0425" lIns="91425" spcFirstLastPara="1" rIns="91425" wrap="square" tIns="10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73" name="Google Shape;573;p9"/>
            <p:cNvSpPr/>
            <p:nvPr/>
          </p:nvSpPr>
          <p:spPr>
            <a:xfrm>
              <a:off x="7234200" y="152640"/>
              <a:ext cx="24480" cy="24120"/>
            </a:xfrm>
            <a:custGeom>
              <a:rect b="b" l="l" r="r" t="t"/>
              <a:pathLst>
                <a:path extrusionOk="0" h="401" w="405">
                  <a:moveTo>
                    <a:pt x="192" y="1"/>
                  </a:moveTo>
                  <a:cubicBezTo>
                    <a:pt x="172" y="1"/>
                    <a:pt x="152" y="4"/>
                    <a:pt x="133" y="13"/>
                  </a:cubicBezTo>
                  <a:cubicBezTo>
                    <a:pt x="53" y="48"/>
                    <a:pt x="0" y="143"/>
                    <a:pt x="37" y="231"/>
                  </a:cubicBezTo>
                  <a:cubicBezTo>
                    <a:pt x="46" y="252"/>
                    <a:pt x="57" y="273"/>
                    <a:pt x="65" y="295"/>
                  </a:cubicBezTo>
                  <a:cubicBezTo>
                    <a:pt x="93" y="356"/>
                    <a:pt x="156" y="400"/>
                    <a:pt x="222" y="400"/>
                  </a:cubicBezTo>
                  <a:cubicBezTo>
                    <a:pt x="242" y="400"/>
                    <a:pt x="262" y="396"/>
                    <a:pt x="281" y="388"/>
                  </a:cubicBezTo>
                  <a:cubicBezTo>
                    <a:pt x="366" y="348"/>
                    <a:pt x="404" y="261"/>
                    <a:pt x="374" y="176"/>
                  </a:cubicBezTo>
                  <a:cubicBezTo>
                    <a:pt x="367" y="153"/>
                    <a:pt x="357" y="132"/>
                    <a:pt x="350" y="107"/>
                  </a:cubicBezTo>
                  <a:cubicBezTo>
                    <a:pt x="330" y="43"/>
                    <a:pt x="260" y="1"/>
                    <a:pt x="1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225" lIns="91425" spcFirstLastPara="1" rIns="91425" wrap="square" tIns="12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74" name="Google Shape;574;p9"/>
            <p:cNvSpPr/>
            <p:nvPr/>
          </p:nvSpPr>
          <p:spPr>
            <a:xfrm>
              <a:off x="7790760" y="-66600"/>
              <a:ext cx="18000" cy="18720"/>
            </a:xfrm>
            <a:custGeom>
              <a:rect b="b" l="l" r="r" t="t"/>
              <a:pathLst>
                <a:path extrusionOk="0" h="311" w="303">
                  <a:moveTo>
                    <a:pt x="155" y="1"/>
                  </a:moveTo>
                  <a:cubicBezTo>
                    <a:pt x="139" y="1"/>
                    <a:pt x="123" y="4"/>
                    <a:pt x="106" y="11"/>
                  </a:cubicBezTo>
                  <a:cubicBezTo>
                    <a:pt x="5" y="48"/>
                    <a:pt x="1" y="168"/>
                    <a:pt x="72" y="235"/>
                  </a:cubicBezTo>
                  <a:cubicBezTo>
                    <a:pt x="73" y="239"/>
                    <a:pt x="87" y="263"/>
                    <a:pt x="87" y="266"/>
                  </a:cubicBezTo>
                  <a:cubicBezTo>
                    <a:pt x="108" y="297"/>
                    <a:pt x="139" y="310"/>
                    <a:pt x="172" y="310"/>
                  </a:cubicBezTo>
                  <a:cubicBezTo>
                    <a:pt x="236" y="310"/>
                    <a:pt x="303" y="258"/>
                    <a:pt x="291" y="185"/>
                  </a:cubicBezTo>
                  <a:cubicBezTo>
                    <a:pt x="291" y="184"/>
                    <a:pt x="283" y="154"/>
                    <a:pt x="284" y="154"/>
                  </a:cubicBezTo>
                  <a:lnTo>
                    <a:pt x="284" y="154"/>
                  </a:lnTo>
                  <a:cubicBezTo>
                    <a:pt x="284" y="154"/>
                    <a:pt x="284" y="154"/>
                    <a:pt x="284" y="154"/>
                  </a:cubicBezTo>
                  <a:cubicBezTo>
                    <a:pt x="289" y="73"/>
                    <a:pt x="231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350" lIns="91425" spcFirstLastPara="1" rIns="91425" wrap="square" tIns="9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75" name="Google Shape;575;p9"/>
            <p:cNvSpPr/>
            <p:nvPr/>
          </p:nvSpPr>
          <p:spPr>
            <a:xfrm>
              <a:off x="7686000" y="-19440"/>
              <a:ext cx="16920" cy="12960"/>
            </a:xfrm>
            <a:custGeom>
              <a:rect b="b" l="l" r="r" t="t"/>
              <a:pathLst>
                <a:path extrusionOk="0" h="221" w="280">
                  <a:moveTo>
                    <a:pt x="146" y="1"/>
                  </a:moveTo>
                  <a:cubicBezTo>
                    <a:pt x="75" y="1"/>
                    <a:pt x="1" y="66"/>
                    <a:pt x="36" y="152"/>
                  </a:cubicBezTo>
                  <a:cubicBezTo>
                    <a:pt x="55" y="200"/>
                    <a:pt x="94" y="221"/>
                    <a:pt x="134" y="221"/>
                  </a:cubicBezTo>
                  <a:cubicBezTo>
                    <a:pt x="205" y="221"/>
                    <a:pt x="279" y="157"/>
                    <a:pt x="245" y="70"/>
                  </a:cubicBezTo>
                  <a:cubicBezTo>
                    <a:pt x="226" y="21"/>
                    <a:pt x="186" y="1"/>
                    <a:pt x="1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475" lIns="91425" spcFirstLastPara="1" rIns="91425" wrap="square" tIns="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76" name="Google Shape;576;p9"/>
            <p:cNvSpPr/>
            <p:nvPr/>
          </p:nvSpPr>
          <p:spPr>
            <a:xfrm>
              <a:off x="6914880" y="273960"/>
              <a:ext cx="23400" cy="18720"/>
            </a:xfrm>
            <a:custGeom>
              <a:rect b="b" l="l" r="r" t="t"/>
              <a:pathLst>
                <a:path extrusionOk="0" h="312" w="391">
                  <a:moveTo>
                    <a:pt x="203" y="1"/>
                  </a:moveTo>
                  <a:cubicBezTo>
                    <a:pt x="103" y="1"/>
                    <a:pt x="0" y="92"/>
                    <a:pt x="48" y="214"/>
                  </a:cubicBezTo>
                  <a:cubicBezTo>
                    <a:pt x="75" y="282"/>
                    <a:pt x="131" y="311"/>
                    <a:pt x="187" y="311"/>
                  </a:cubicBezTo>
                  <a:cubicBezTo>
                    <a:pt x="287" y="311"/>
                    <a:pt x="390" y="220"/>
                    <a:pt x="343" y="99"/>
                  </a:cubicBezTo>
                  <a:cubicBezTo>
                    <a:pt x="316" y="30"/>
                    <a:pt x="260" y="1"/>
                    <a:pt x="2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350" lIns="91425" spcFirstLastPara="1" rIns="91425" wrap="square" tIns="9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77" name="Google Shape;577;p9"/>
            <p:cNvSpPr/>
            <p:nvPr/>
          </p:nvSpPr>
          <p:spPr>
            <a:xfrm>
              <a:off x="6966000" y="223560"/>
              <a:ext cx="28080" cy="21600"/>
            </a:xfrm>
            <a:custGeom>
              <a:rect b="b" l="l" r="r" t="t"/>
              <a:pathLst>
                <a:path extrusionOk="0" h="358" w="468">
                  <a:moveTo>
                    <a:pt x="294" y="1"/>
                  </a:moveTo>
                  <a:cubicBezTo>
                    <a:pt x="272" y="1"/>
                    <a:pt x="249" y="6"/>
                    <a:pt x="225" y="17"/>
                  </a:cubicBezTo>
                  <a:lnTo>
                    <a:pt x="183" y="31"/>
                  </a:lnTo>
                  <a:cubicBezTo>
                    <a:pt x="1" y="90"/>
                    <a:pt x="82" y="358"/>
                    <a:pt x="240" y="358"/>
                  </a:cubicBezTo>
                  <a:cubicBezTo>
                    <a:pt x="260" y="358"/>
                    <a:pt x="282" y="353"/>
                    <a:pt x="305" y="343"/>
                  </a:cubicBezTo>
                  <a:lnTo>
                    <a:pt x="346" y="323"/>
                  </a:lnTo>
                  <a:cubicBezTo>
                    <a:pt x="449" y="289"/>
                    <a:pt x="468" y="190"/>
                    <a:pt x="432" y="112"/>
                  </a:cubicBezTo>
                  <a:cubicBezTo>
                    <a:pt x="412" y="51"/>
                    <a:pt x="361" y="1"/>
                    <a:pt x="2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0800" lIns="91425" spcFirstLastPara="1" rIns="91425" wrap="square" tIns="10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78" name="Google Shape;578;p9"/>
            <p:cNvSpPr/>
            <p:nvPr/>
          </p:nvSpPr>
          <p:spPr>
            <a:xfrm>
              <a:off x="7571880" y="3600"/>
              <a:ext cx="15120" cy="11880"/>
            </a:xfrm>
            <a:custGeom>
              <a:rect b="b" l="l" r="r" t="t"/>
              <a:pathLst>
                <a:path extrusionOk="0" h="200" w="253">
                  <a:moveTo>
                    <a:pt x="132" y="0"/>
                  </a:moveTo>
                  <a:cubicBezTo>
                    <a:pt x="67" y="0"/>
                    <a:pt x="1" y="58"/>
                    <a:pt x="31" y="136"/>
                  </a:cubicBezTo>
                  <a:cubicBezTo>
                    <a:pt x="49" y="181"/>
                    <a:pt x="85" y="199"/>
                    <a:pt x="121" y="199"/>
                  </a:cubicBezTo>
                  <a:cubicBezTo>
                    <a:pt x="186" y="199"/>
                    <a:pt x="252" y="141"/>
                    <a:pt x="221" y="63"/>
                  </a:cubicBezTo>
                  <a:cubicBezTo>
                    <a:pt x="204" y="19"/>
                    <a:pt x="168" y="0"/>
                    <a:pt x="1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100" lIns="91425" spcFirstLastPara="1" rIns="91425" wrap="square" tIns="6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79" name="Google Shape;579;p9"/>
            <p:cNvSpPr/>
            <p:nvPr/>
          </p:nvSpPr>
          <p:spPr>
            <a:xfrm>
              <a:off x="7464600" y="24840"/>
              <a:ext cx="18720" cy="14760"/>
            </a:xfrm>
            <a:custGeom>
              <a:rect b="b" l="l" r="r" t="t"/>
              <a:pathLst>
                <a:path extrusionOk="0" h="247" w="312">
                  <a:moveTo>
                    <a:pt x="162" y="0"/>
                  </a:moveTo>
                  <a:cubicBezTo>
                    <a:pt x="83" y="0"/>
                    <a:pt x="0" y="73"/>
                    <a:pt x="37" y="170"/>
                  </a:cubicBezTo>
                  <a:cubicBezTo>
                    <a:pt x="59" y="224"/>
                    <a:pt x="103" y="247"/>
                    <a:pt x="148" y="247"/>
                  </a:cubicBezTo>
                  <a:cubicBezTo>
                    <a:pt x="229" y="247"/>
                    <a:pt x="312" y="175"/>
                    <a:pt x="273" y="78"/>
                  </a:cubicBezTo>
                  <a:cubicBezTo>
                    <a:pt x="251" y="23"/>
                    <a:pt x="207" y="0"/>
                    <a:pt x="1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550" lIns="91425" spcFirstLastPara="1" rIns="91425" wrap="square" tIns="75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80" name="Google Shape;580;p9"/>
            <p:cNvSpPr/>
            <p:nvPr/>
          </p:nvSpPr>
          <p:spPr>
            <a:xfrm>
              <a:off x="7068600" y="161640"/>
              <a:ext cx="27000" cy="19800"/>
            </a:xfrm>
            <a:custGeom>
              <a:rect b="b" l="l" r="r" t="t"/>
              <a:pathLst>
                <a:path extrusionOk="0" h="329" w="449">
                  <a:moveTo>
                    <a:pt x="261" y="1"/>
                  </a:moveTo>
                  <a:cubicBezTo>
                    <a:pt x="228" y="1"/>
                    <a:pt x="193" y="11"/>
                    <a:pt x="164" y="31"/>
                  </a:cubicBezTo>
                  <a:cubicBezTo>
                    <a:pt x="144" y="44"/>
                    <a:pt x="124" y="54"/>
                    <a:pt x="108" y="71"/>
                  </a:cubicBezTo>
                  <a:cubicBezTo>
                    <a:pt x="1" y="170"/>
                    <a:pt x="62" y="327"/>
                    <a:pt x="209" y="329"/>
                  </a:cubicBezTo>
                  <a:cubicBezTo>
                    <a:pt x="232" y="329"/>
                    <a:pt x="253" y="323"/>
                    <a:pt x="277" y="320"/>
                  </a:cubicBezTo>
                  <a:cubicBezTo>
                    <a:pt x="379" y="304"/>
                    <a:pt x="449" y="201"/>
                    <a:pt x="409" y="100"/>
                  </a:cubicBezTo>
                  <a:cubicBezTo>
                    <a:pt x="383" y="35"/>
                    <a:pt x="323" y="1"/>
                    <a:pt x="2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0075" lIns="91425" spcFirstLastPara="1" rIns="91425" wrap="square" tIns="100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81" name="Google Shape;581;p9"/>
            <p:cNvSpPr/>
            <p:nvPr/>
          </p:nvSpPr>
          <p:spPr>
            <a:xfrm>
              <a:off x="7335720" y="7200"/>
              <a:ext cx="87120" cy="48600"/>
            </a:xfrm>
            <a:custGeom>
              <a:rect b="b" l="l" r="r" t="t"/>
              <a:pathLst>
                <a:path extrusionOk="0" h="803" w="1432">
                  <a:moveTo>
                    <a:pt x="675" y="214"/>
                  </a:moveTo>
                  <a:cubicBezTo>
                    <a:pt x="842" y="214"/>
                    <a:pt x="1099" y="262"/>
                    <a:pt x="1177" y="408"/>
                  </a:cubicBezTo>
                  <a:cubicBezTo>
                    <a:pt x="1219" y="488"/>
                    <a:pt x="1185" y="558"/>
                    <a:pt x="1120" y="592"/>
                  </a:cubicBezTo>
                  <a:cubicBezTo>
                    <a:pt x="1096" y="606"/>
                    <a:pt x="1057" y="609"/>
                    <a:pt x="1021" y="609"/>
                  </a:cubicBezTo>
                  <a:cubicBezTo>
                    <a:pt x="999" y="609"/>
                    <a:pt x="977" y="608"/>
                    <a:pt x="961" y="607"/>
                  </a:cubicBezTo>
                  <a:cubicBezTo>
                    <a:pt x="866" y="599"/>
                    <a:pt x="773" y="571"/>
                    <a:pt x="686" y="539"/>
                  </a:cubicBezTo>
                  <a:cubicBezTo>
                    <a:pt x="539" y="488"/>
                    <a:pt x="409" y="412"/>
                    <a:pt x="285" y="325"/>
                  </a:cubicBezTo>
                  <a:cubicBezTo>
                    <a:pt x="390" y="271"/>
                    <a:pt x="495" y="225"/>
                    <a:pt x="622" y="215"/>
                  </a:cubicBezTo>
                  <a:cubicBezTo>
                    <a:pt x="639" y="214"/>
                    <a:pt x="656" y="214"/>
                    <a:pt x="675" y="214"/>
                  </a:cubicBezTo>
                  <a:close/>
                  <a:moveTo>
                    <a:pt x="663" y="1"/>
                  </a:moveTo>
                  <a:cubicBezTo>
                    <a:pt x="438" y="1"/>
                    <a:pt x="201" y="74"/>
                    <a:pt x="51" y="240"/>
                  </a:cubicBezTo>
                  <a:cubicBezTo>
                    <a:pt x="0" y="296"/>
                    <a:pt x="57" y="396"/>
                    <a:pt x="128" y="396"/>
                  </a:cubicBezTo>
                  <a:cubicBezTo>
                    <a:pt x="132" y="396"/>
                    <a:pt x="135" y="396"/>
                    <a:pt x="139" y="395"/>
                  </a:cubicBezTo>
                  <a:cubicBezTo>
                    <a:pt x="342" y="592"/>
                    <a:pt x="597" y="737"/>
                    <a:pt x="878" y="791"/>
                  </a:cubicBezTo>
                  <a:cubicBezTo>
                    <a:pt x="916" y="798"/>
                    <a:pt x="959" y="802"/>
                    <a:pt x="1002" y="802"/>
                  </a:cubicBezTo>
                  <a:cubicBezTo>
                    <a:pt x="1192" y="802"/>
                    <a:pt x="1401" y="725"/>
                    <a:pt x="1415" y="512"/>
                  </a:cubicBezTo>
                  <a:cubicBezTo>
                    <a:pt x="1432" y="227"/>
                    <a:pt x="1083" y="62"/>
                    <a:pt x="845" y="17"/>
                  </a:cubicBezTo>
                  <a:cubicBezTo>
                    <a:pt x="787" y="6"/>
                    <a:pt x="725" y="1"/>
                    <a:pt x="6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4475" lIns="91425" spcFirstLastPara="1" rIns="91425" wrap="square" tIns="24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82" name="Google Shape;582;p9"/>
            <p:cNvSpPr/>
            <p:nvPr/>
          </p:nvSpPr>
          <p:spPr>
            <a:xfrm>
              <a:off x="7188840" y="111600"/>
              <a:ext cx="16920" cy="20880"/>
            </a:xfrm>
            <a:custGeom>
              <a:rect b="b" l="l" r="r" t="t"/>
              <a:pathLst>
                <a:path extrusionOk="0" h="347" w="284">
                  <a:moveTo>
                    <a:pt x="126" y="0"/>
                  </a:moveTo>
                  <a:cubicBezTo>
                    <a:pt x="64" y="0"/>
                    <a:pt x="0" y="50"/>
                    <a:pt x="10" y="122"/>
                  </a:cubicBezTo>
                  <a:cubicBezTo>
                    <a:pt x="16" y="154"/>
                    <a:pt x="18" y="185"/>
                    <a:pt x="26" y="216"/>
                  </a:cubicBezTo>
                  <a:cubicBezTo>
                    <a:pt x="39" y="253"/>
                    <a:pt x="59" y="277"/>
                    <a:pt x="86" y="306"/>
                  </a:cubicBezTo>
                  <a:cubicBezTo>
                    <a:pt x="112" y="334"/>
                    <a:pt x="143" y="347"/>
                    <a:pt x="174" y="347"/>
                  </a:cubicBezTo>
                  <a:cubicBezTo>
                    <a:pt x="231" y="347"/>
                    <a:pt x="284" y="301"/>
                    <a:pt x="284" y="228"/>
                  </a:cubicBezTo>
                  <a:cubicBezTo>
                    <a:pt x="284" y="190"/>
                    <a:pt x="281" y="157"/>
                    <a:pt x="263" y="124"/>
                  </a:cubicBezTo>
                  <a:cubicBezTo>
                    <a:pt x="249" y="93"/>
                    <a:pt x="229" y="69"/>
                    <a:pt x="210" y="44"/>
                  </a:cubicBezTo>
                  <a:cubicBezTo>
                    <a:pt x="190" y="13"/>
                    <a:pt x="158" y="0"/>
                    <a:pt x="1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0425" lIns="91425" spcFirstLastPara="1" rIns="91425" wrap="square" tIns="10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83" name="Google Shape;583;p9"/>
            <p:cNvSpPr/>
            <p:nvPr/>
          </p:nvSpPr>
          <p:spPr>
            <a:xfrm>
              <a:off x="7353000" y="20520"/>
              <a:ext cx="56880" cy="23760"/>
            </a:xfrm>
            <a:custGeom>
              <a:rect b="b" l="l" r="r" t="t"/>
              <a:pathLst>
                <a:path extrusionOk="0" h="395" w="935">
                  <a:moveTo>
                    <a:pt x="395" y="1"/>
                  </a:moveTo>
                  <a:cubicBezTo>
                    <a:pt x="374" y="1"/>
                    <a:pt x="355" y="1"/>
                    <a:pt x="337" y="3"/>
                  </a:cubicBezTo>
                  <a:cubicBezTo>
                    <a:pt x="210" y="11"/>
                    <a:pt x="105" y="57"/>
                    <a:pt x="0" y="111"/>
                  </a:cubicBezTo>
                  <a:cubicBezTo>
                    <a:pt x="125" y="201"/>
                    <a:pt x="255" y="274"/>
                    <a:pt x="401" y="325"/>
                  </a:cubicBezTo>
                  <a:cubicBezTo>
                    <a:pt x="488" y="354"/>
                    <a:pt x="581" y="385"/>
                    <a:pt x="676" y="393"/>
                  </a:cubicBezTo>
                  <a:cubicBezTo>
                    <a:pt x="692" y="394"/>
                    <a:pt x="714" y="395"/>
                    <a:pt x="736" y="395"/>
                  </a:cubicBezTo>
                  <a:cubicBezTo>
                    <a:pt x="772" y="395"/>
                    <a:pt x="811" y="392"/>
                    <a:pt x="835" y="378"/>
                  </a:cubicBezTo>
                  <a:cubicBezTo>
                    <a:pt x="900" y="344"/>
                    <a:pt x="934" y="274"/>
                    <a:pt x="892" y="194"/>
                  </a:cubicBezTo>
                  <a:cubicBezTo>
                    <a:pt x="815" y="49"/>
                    <a:pt x="562" y="1"/>
                    <a:pt x="39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1875" lIns="91425" spcFirstLastPara="1" rIns="91425" wrap="square" tIns="11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84" name="Google Shape;584;p9"/>
            <p:cNvSpPr/>
            <p:nvPr/>
          </p:nvSpPr>
          <p:spPr>
            <a:xfrm>
              <a:off x="7279920" y="71280"/>
              <a:ext cx="23040" cy="22680"/>
            </a:xfrm>
            <a:custGeom>
              <a:rect b="b" l="l" r="r" t="t"/>
              <a:pathLst>
                <a:path extrusionOk="0" h="379" w="381">
                  <a:moveTo>
                    <a:pt x="188" y="0"/>
                  </a:moveTo>
                  <a:cubicBezTo>
                    <a:pt x="168" y="0"/>
                    <a:pt x="150" y="4"/>
                    <a:pt x="133" y="11"/>
                  </a:cubicBezTo>
                  <a:cubicBezTo>
                    <a:pt x="60" y="44"/>
                    <a:pt x="1" y="137"/>
                    <a:pt x="42" y="217"/>
                  </a:cubicBezTo>
                  <a:lnTo>
                    <a:pt x="74" y="280"/>
                  </a:lnTo>
                  <a:cubicBezTo>
                    <a:pt x="103" y="339"/>
                    <a:pt x="157" y="378"/>
                    <a:pt x="217" y="378"/>
                  </a:cubicBezTo>
                  <a:cubicBezTo>
                    <a:pt x="234" y="378"/>
                    <a:pt x="252" y="375"/>
                    <a:pt x="270" y="368"/>
                  </a:cubicBezTo>
                  <a:cubicBezTo>
                    <a:pt x="354" y="336"/>
                    <a:pt x="381" y="249"/>
                    <a:pt x="358" y="171"/>
                  </a:cubicBezTo>
                  <a:lnTo>
                    <a:pt x="338" y="100"/>
                  </a:lnTo>
                  <a:cubicBezTo>
                    <a:pt x="321" y="39"/>
                    <a:pt x="252" y="0"/>
                    <a:pt x="1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1500" lIns="91425" spcFirstLastPara="1" rIns="91425" wrap="square" tIns="11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85" name="Google Shape;585;p9"/>
            <p:cNvSpPr/>
            <p:nvPr/>
          </p:nvSpPr>
          <p:spPr>
            <a:xfrm>
              <a:off x="6973560" y="116640"/>
              <a:ext cx="60840" cy="79560"/>
            </a:xfrm>
            <a:custGeom>
              <a:rect b="b" l="l" r="r" t="t"/>
              <a:pathLst>
                <a:path extrusionOk="0" h="1308" w="1000">
                  <a:moveTo>
                    <a:pt x="237" y="289"/>
                  </a:moveTo>
                  <a:cubicBezTo>
                    <a:pt x="391" y="289"/>
                    <a:pt x="493" y="383"/>
                    <a:pt x="577" y="512"/>
                  </a:cubicBezTo>
                  <a:cubicBezTo>
                    <a:pt x="650" y="625"/>
                    <a:pt x="881" y="1127"/>
                    <a:pt x="532" y="1127"/>
                  </a:cubicBezTo>
                  <a:cubicBezTo>
                    <a:pt x="530" y="1127"/>
                    <a:pt x="527" y="1127"/>
                    <a:pt x="525" y="1127"/>
                  </a:cubicBezTo>
                  <a:cubicBezTo>
                    <a:pt x="199" y="1122"/>
                    <a:pt x="214" y="631"/>
                    <a:pt x="207" y="290"/>
                  </a:cubicBezTo>
                  <a:cubicBezTo>
                    <a:pt x="217" y="289"/>
                    <a:pt x="227" y="289"/>
                    <a:pt x="237" y="289"/>
                  </a:cubicBezTo>
                  <a:close/>
                  <a:moveTo>
                    <a:pt x="124" y="1"/>
                  </a:moveTo>
                  <a:cubicBezTo>
                    <a:pt x="93" y="1"/>
                    <a:pt x="64" y="22"/>
                    <a:pt x="71" y="63"/>
                  </a:cubicBezTo>
                  <a:cubicBezTo>
                    <a:pt x="77" y="91"/>
                    <a:pt x="80" y="123"/>
                    <a:pt x="81" y="155"/>
                  </a:cubicBezTo>
                  <a:cubicBezTo>
                    <a:pt x="74" y="178"/>
                    <a:pt x="78" y="205"/>
                    <a:pt x="85" y="227"/>
                  </a:cubicBezTo>
                  <a:cubicBezTo>
                    <a:pt x="92" y="546"/>
                    <a:pt x="0" y="908"/>
                    <a:pt x="226" y="1163"/>
                  </a:cubicBezTo>
                  <a:cubicBezTo>
                    <a:pt x="306" y="1253"/>
                    <a:pt x="432" y="1307"/>
                    <a:pt x="555" y="1307"/>
                  </a:cubicBezTo>
                  <a:cubicBezTo>
                    <a:pt x="645" y="1307"/>
                    <a:pt x="733" y="1278"/>
                    <a:pt x="801" y="1212"/>
                  </a:cubicBezTo>
                  <a:cubicBezTo>
                    <a:pt x="999" y="1018"/>
                    <a:pt x="872" y="653"/>
                    <a:pt x="767" y="446"/>
                  </a:cubicBezTo>
                  <a:cubicBezTo>
                    <a:pt x="666" y="247"/>
                    <a:pt x="493" y="62"/>
                    <a:pt x="267" y="62"/>
                  </a:cubicBezTo>
                  <a:cubicBezTo>
                    <a:pt x="243" y="62"/>
                    <a:pt x="217" y="64"/>
                    <a:pt x="192" y="69"/>
                  </a:cubicBezTo>
                  <a:cubicBezTo>
                    <a:pt x="190" y="62"/>
                    <a:pt x="190" y="56"/>
                    <a:pt x="187" y="49"/>
                  </a:cubicBezTo>
                  <a:cubicBezTo>
                    <a:pt x="180" y="17"/>
                    <a:pt x="151" y="1"/>
                    <a:pt x="1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9950" lIns="91425" spcFirstLastPara="1" rIns="91425" wrap="square" tIns="39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86" name="Google Shape;586;p9"/>
            <p:cNvSpPr/>
            <p:nvPr/>
          </p:nvSpPr>
          <p:spPr>
            <a:xfrm>
              <a:off x="7718760" y="-113760"/>
              <a:ext cx="32040" cy="18360"/>
            </a:xfrm>
            <a:custGeom>
              <a:rect b="b" l="l" r="r" t="t"/>
              <a:pathLst>
                <a:path extrusionOk="0" h="308" w="532">
                  <a:moveTo>
                    <a:pt x="369" y="1"/>
                  </a:moveTo>
                  <a:cubicBezTo>
                    <a:pt x="364" y="1"/>
                    <a:pt x="360" y="1"/>
                    <a:pt x="355" y="2"/>
                  </a:cubicBezTo>
                  <a:cubicBezTo>
                    <a:pt x="281" y="9"/>
                    <a:pt x="209" y="16"/>
                    <a:pt x="136" y="24"/>
                  </a:cubicBezTo>
                  <a:cubicBezTo>
                    <a:pt x="60" y="33"/>
                    <a:pt x="0" y="107"/>
                    <a:pt x="9" y="182"/>
                  </a:cubicBezTo>
                  <a:cubicBezTo>
                    <a:pt x="17" y="263"/>
                    <a:pt x="85" y="308"/>
                    <a:pt x="161" y="308"/>
                  </a:cubicBezTo>
                  <a:cubicBezTo>
                    <a:pt x="162" y="308"/>
                    <a:pt x="163" y="308"/>
                    <a:pt x="165" y="308"/>
                  </a:cubicBezTo>
                  <a:lnTo>
                    <a:pt x="386" y="308"/>
                  </a:lnTo>
                  <a:cubicBezTo>
                    <a:pt x="469" y="308"/>
                    <a:pt x="532" y="216"/>
                    <a:pt x="525" y="139"/>
                  </a:cubicBezTo>
                  <a:cubicBezTo>
                    <a:pt x="514" y="62"/>
                    <a:pt x="446" y="1"/>
                    <a:pt x="3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350" lIns="91425" spcFirstLastPara="1" rIns="91425" wrap="square" tIns="9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87" name="Google Shape;587;p9"/>
            <p:cNvSpPr/>
            <p:nvPr/>
          </p:nvSpPr>
          <p:spPr>
            <a:xfrm>
              <a:off x="6985440" y="134280"/>
              <a:ext cx="41400" cy="51120"/>
            </a:xfrm>
            <a:custGeom>
              <a:rect b="b" l="l" r="r" t="t"/>
              <a:pathLst>
                <a:path extrusionOk="0" h="840" w="685">
                  <a:moveTo>
                    <a:pt x="39" y="1"/>
                  </a:moveTo>
                  <a:cubicBezTo>
                    <a:pt x="29" y="1"/>
                    <a:pt x="19" y="1"/>
                    <a:pt x="9" y="2"/>
                  </a:cubicBezTo>
                  <a:cubicBezTo>
                    <a:pt x="15" y="343"/>
                    <a:pt x="1" y="834"/>
                    <a:pt x="327" y="839"/>
                  </a:cubicBezTo>
                  <a:cubicBezTo>
                    <a:pt x="329" y="839"/>
                    <a:pt x="331" y="839"/>
                    <a:pt x="333" y="839"/>
                  </a:cubicBezTo>
                  <a:cubicBezTo>
                    <a:pt x="684" y="839"/>
                    <a:pt x="452" y="337"/>
                    <a:pt x="379" y="224"/>
                  </a:cubicBezTo>
                  <a:cubicBezTo>
                    <a:pt x="295" y="95"/>
                    <a:pt x="196" y="1"/>
                    <a:pt x="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25550" lIns="91425" spcFirstLastPara="1" rIns="91425" wrap="square" tIns="255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88" name="Google Shape;588;p9"/>
            <p:cNvSpPr/>
            <p:nvPr/>
          </p:nvSpPr>
          <p:spPr>
            <a:xfrm>
              <a:off x="7572240" y="-64440"/>
              <a:ext cx="21960" cy="21960"/>
            </a:xfrm>
            <a:custGeom>
              <a:rect b="b" l="l" r="r" t="t"/>
              <a:pathLst>
                <a:path extrusionOk="0" h="367" w="365">
                  <a:moveTo>
                    <a:pt x="154" y="1"/>
                  </a:moveTo>
                  <a:cubicBezTo>
                    <a:pt x="138" y="1"/>
                    <a:pt x="120" y="4"/>
                    <a:pt x="103" y="12"/>
                  </a:cubicBezTo>
                  <a:cubicBezTo>
                    <a:pt x="22" y="43"/>
                    <a:pt x="1" y="124"/>
                    <a:pt x="20" y="201"/>
                  </a:cubicBezTo>
                  <a:lnTo>
                    <a:pt x="39" y="268"/>
                  </a:lnTo>
                  <a:cubicBezTo>
                    <a:pt x="55" y="331"/>
                    <a:pt x="123" y="367"/>
                    <a:pt x="186" y="367"/>
                  </a:cubicBezTo>
                  <a:cubicBezTo>
                    <a:pt x="204" y="367"/>
                    <a:pt x="222" y="364"/>
                    <a:pt x="239" y="357"/>
                  </a:cubicBezTo>
                  <a:cubicBezTo>
                    <a:pt x="309" y="329"/>
                    <a:pt x="365" y="231"/>
                    <a:pt x="325" y="156"/>
                  </a:cubicBezTo>
                  <a:lnTo>
                    <a:pt x="291" y="95"/>
                  </a:lnTo>
                  <a:cubicBezTo>
                    <a:pt x="262" y="41"/>
                    <a:pt x="212" y="1"/>
                    <a:pt x="1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1150" lIns="91425" spcFirstLastPara="1" rIns="91425" wrap="square" tIns="111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89" name="Google Shape;589;p9"/>
            <p:cNvSpPr/>
            <p:nvPr/>
          </p:nvSpPr>
          <p:spPr>
            <a:xfrm>
              <a:off x="7771680" y="-158400"/>
              <a:ext cx="24120" cy="24120"/>
            </a:xfrm>
            <a:custGeom>
              <a:rect b="b" l="l" r="r" t="t"/>
              <a:pathLst>
                <a:path extrusionOk="0" h="402" w="403">
                  <a:moveTo>
                    <a:pt x="194" y="0"/>
                  </a:moveTo>
                  <a:cubicBezTo>
                    <a:pt x="174" y="0"/>
                    <a:pt x="154" y="4"/>
                    <a:pt x="133" y="12"/>
                  </a:cubicBezTo>
                  <a:cubicBezTo>
                    <a:pt x="28" y="53"/>
                    <a:pt x="1" y="174"/>
                    <a:pt x="55" y="266"/>
                  </a:cubicBezTo>
                  <a:cubicBezTo>
                    <a:pt x="54" y="265"/>
                    <a:pt x="54" y="264"/>
                    <a:pt x="53" y="264"/>
                  </a:cubicBezTo>
                  <a:lnTo>
                    <a:pt x="53" y="264"/>
                  </a:lnTo>
                  <a:cubicBezTo>
                    <a:pt x="52" y="264"/>
                    <a:pt x="68" y="293"/>
                    <a:pt x="68" y="294"/>
                  </a:cubicBezTo>
                  <a:cubicBezTo>
                    <a:pt x="95" y="356"/>
                    <a:pt x="158" y="401"/>
                    <a:pt x="223" y="401"/>
                  </a:cubicBezTo>
                  <a:cubicBezTo>
                    <a:pt x="242" y="401"/>
                    <a:pt x="261" y="397"/>
                    <a:pt x="280" y="389"/>
                  </a:cubicBezTo>
                  <a:cubicBezTo>
                    <a:pt x="365" y="351"/>
                    <a:pt x="402" y="263"/>
                    <a:pt x="372" y="177"/>
                  </a:cubicBezTo>
                  <a:cubicBezTo>
                    <a:pt x="372" y="174"/>
                    <a:pt x="362" y="143"/>
                    <a:pt x="361" y="143"/>
                  </a:cubicBezTo>
                  <a:cubicBezTo>
                    <a:pt x="361" y="143"/>
                    <a:pt x="361" y="144"/>
                    <a:pt x="361" y="145"/>
                  </a:cubicBezTo>
                  <a:cubicBezTo>
                    <a:pt x="343" y="63"/>
                    <a:pt x="275" y="0"/>
                    <a:pt x="1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225" lIns="91425" spcFirstLastPara="1" rIns="91425" wrap="square" tIns="12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90" name="Google Shape;590;p9"/>
            <p:cNvSpPr/>
            <p:nvPr/>
          </p:nvSpPr>
          <p:spPr>
            <a:xfrm>
              <a:off x="7475400" y="-29520"/>
              <a:ext cx="18720" cy="14760"/>
            </a:xfrm>
            <a:custGeom>
              <a:rect b="b" l="l" r="r" t="t"/>
              <a:pathLst>
                <a:path extrusionOk="0" h="249" w="315">
                  <a:moveTo>
                    <a:pt x="164" y="0"/>
                  </a:moveTo>
                  <a:cubicBezTo>
                    <a:pt x="83" y="0"/>
                    <a:pt x="0" y="73"/>
                    <a:pt x="39" y="171"/>
                  </a:cubicBezTo>
                  <a:cubicBezTo>
                    <a:pt x="60" y="226"/>
                    <a:pt x="105" y="249"/>
                    <a:pt x="150" y="249"/>
                  </a:cubicBezTo>
                  <a:cubicBezTo>
                    <a:pt x="231" y="249"/>
                    <a:pt x="315" y="176"/>
                    <a:pt x="276" y="79"/>
                  </a:cubicBezTo>
                  <a:cubicBezTo>
                    <a:pt x="254" y="24"/>
                    <a:pt x="209" y="0"/>
                    <a:pt x="1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550" lIns="91425" spcFirstLastPara="1" rIns="91425" wrap="square" tIns="75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91" name="Google Shape;591;p9"/>
            <p:cNvSpPr/>
            <p:nvPr/>
          </p:nvSpPr>
          <p:spPr>
            <a:xfrm>
              <a:off x="6975360" y="-266040"/>
              <a:ext cx="609480" cy="385920"/>
            </a:xfrm>
            <a:custGeom>
              <a:rect b="b" l="l" r="r" t="t"/>
              <a:pathLst>
                <a:path extrusionOk="0" h="6326" w="9987">
                  <a:moveTo>
                    <a:pt x="6014" y="641"/>
                  </a:moveTo>
                  <a:cubicBezTo>
                    <a:pt x="6006" y="656"/>
                    <a:pt x="5997" y="672"/>
                    <a:pt x="5993" y="691"/>
                  </a:cubicBezTo>
                  <a:cubicBezTo>
                    <a:pt x="5965" y="693"/>
                    <a:pt x="5936" y="695"/>
                    <a:pt x="5908" y="700"/>
                  </a:cubicBezTo>
                  <a:cubicBezTo>
                    <a:pt x="5917" y="688"/>
                    <a:pt x="5925" y="676"/>
                    <a:pt x="5932" y="665"/>
                  </a:cubicBezTo>
                  <a:cubicBezTo>
                    <a:pt x="5959" y="656"/>
                    <a:pt x="5986" y="648"/>
                    <a:pt x="6014" y="641"/>
                  </a:cubicBezTo>
                  <a:close/>
                  <a:moveTo>
                    <a:pt x="6683" y="1019"/>
                  </a:moveTo>
                  <a:lnTo>
                    <a:pt x="6683" y="1019"/>
                  </a:lnTo>
                  <a:cubicBezTo>
                    <a:pt x="6670" y="1035"/>
                    <a:pt x="6661" y="1052"/>
                    <a:pt x="6652" y="1067"/>
                  </a:cubicBezTo>
                  <a:cubicBezTo>
                    <a:pt x="6584" y="1075"/>
                    <a:pt x="6517" y="1077"/>
                    <a:pt x="6451" y="1084"/>
                  </a:cubicBezTo>
                  <a:cubicBezTo>
                    <a:pt x="6529" y="1063"/>
                    <a:pt x="6608" y="1042"/>
                    <a:pt x="6683" y="1019"/>
                  </a:cubicBezTo>
                  <a:close/>
                  <a:moveTo>
                    <a:pt x="8225" y="1238"/>
                  </a:moveTo>
                  <a:cubicBezTo>
                    <a:pt x="8273" y="1250"/>
                    <a:pt x="8320" y="1259"/>
                    <a:pt x="8368" y="1269"/>
                  </a:cubicBezTo>
                  <a:cubicBezTo>
                    <a:pt x="8455" y="1314"/>
                    <a:pt x="8538" y="1366"/>
                    <a:pt x="8609" y="1430"/>
                  </a:cubicBezTo>
                  <a:cubicBezTo>
                    <a:pt x="8503" y="1365"/>
                    <a:pt x="8392" y="1310"/>
                    <a:pt x="8280" y="1267"/>
                  </a:cubicBezTo>
                  <a:cubicBezTo>
                    <a:pt x="8262" y="1256"/>
                    <a:pt x="8242" y="1246"/>
                    <a:pt x="8225" y="1238"/>
                  </a:cubicBezTo>
                  <a:close/>
                  <a:moveTo>
                    <a:pt x="7054" y="1446"/>
                  </a:moveTo>
                  <a:cubicBezTo>
                    <a:pt x="7073" y="1453"/>
                    <a:pt x="7091" y="1460"/>
                    <a:pt x="7108" y="1467"/>
                  </a:cubicBezTo>
                  <a:lnTo>
                    <a:pt x="6710" y="1537"/>
                  </a:lnTo>
                  <a:cubicBezTo>
                    <a:pt x="6825" y="1507"/>
                    <a:pt x="6940" y="1477"/>
                    <a:pt x="7054" y="1446"/>
                  </a:cubicBezTo>
                  <a:close/>
                  <a:moveTo>
                    <a:pt x="1825" y="1748"/>
                  </a:moveTo>
                  <a:cubicBezTo>
                    <a:pt x="1750" y="1823"/>
                    <a:pt x="1679" y="1902"/>
                    <a:pt x="1609" y="1981"/>
                  </a:cubicBezTo>
                  <a:cubicBezTo>
                    <a:pt x="1593" y="1987"/>
                    <a:pt x="1577" y="1994"/>
                    <a:pt x="1563" y="2004"/>
                  </a:cubicBezTo>
                  <a:lnTo>
                    <a:pt x="1525" y="2031"/>
                  </a:lnTo>
                  <a:cubicBezTo>
                    <a:pt x="1620" y="1932"/>
                    <a:pt x="1720" y="1836"/>
                    <a:pt x="1825" y="1748"/>
                  </a:cubicBezTo>
                  <a:close/>
                  <a:moveTo>
                    <a:pt x="6934" y="2626"/>
                  </a:moveTo>
                  <a:cubicBezTo>
                    <a:pt x="6985" y="2633"/>
                    <a:pt x="7035" y="2636"/>
                    <a:pt x="7086" y="2642"/>
                  </a:cubicBezTo>
                  <a:cubicBezTo>
                    <a:pt x="6930" y="2663"/>
                    <a:pt x="6780" y="2703"/>
                    <a:pt x="6632" y="2754"/>
                  </a:cubicBezTo>
                  <a:cubicBezTo>
                    <a:pt x="6634" y="2748"/>
                    <a:pt x="6636" y="2742"/>
                    <a:pt x="6636" y="2738"/>
                  </a:cubicBezTo>
                  <a:lnTo>
                    <a:pt x="6934" y="2626"/>
                  </a:lnTo>
                  <a:close/>
                  <a:moveTo>
                    <a:pt x="3972" y="2883"/>
                  </a:moveTo>
                  <a:lnTo>
                    <a:pt x="3972" y="2883"/>
                  </a:lnTo>
                  <a:cubicBezTo>
                    <a:pt x="3884" y="2911"/>
                    <a:pt x="3798" y="2938"/>
                    <a:pt x="3712" y="2966"/>
                  </a:cubicBezTo>
                  <a:cubicBezTo>
                    <a:pt x="3714" y="2954"/>
                    <a:pt x="3717" y="2944"/>
                    <a:pt x="3717" y="2931"/>
                  </a:cubicBezTo>
                  <a:lnTo>
                    <a:pt x="3972" y="2883"/>
                  </a:lnTo>
                  <a:close/>
                  <a:moveTo>
                    <a:pt x="3261" y="4022"/>
                  </a:moveTo>
                  <a:lnTo>
                    <a:pt x="3261" y="4022"/>
                  </a:lnTo>
                  <a:cubicBezTo>
                    <a:pt x="3183" y="4060"/>
                    <a:pt x="3108" y="4100"/>
                    <a:pt x="3031" y="4137"/>
                  </a:cubicBezTo>
                  <a:cubicBezTo>
                    <a:pt x="3024" y="4127"/>
                    <a:pt x="3016" y="4117"/>
                    <a:pt x="3004" y="4109"/>
                  </a:cubicBezTo>
                  <a:cubicBezTo>
                    <a:pt x="3089" y="4080"/>
                    <a:pt x="3176" y="4050"/>
                    <a:pt x="3261" y="4022"/>
                  </a:cubicBezTo>
                  <a:close/>
                  <a:moveTo>
                    <a:pt x="833" y="4989"/>
                  </a:moveTo>
                  <a:lnTo>
                    <a:pt x="833" y="4989"/>
                  </a:lnTo>
                  <a:cubicBezTo>
                    <a:pt x="876" y="5051"/>
                    <a:pt x="920" y="5113"/>
                    <a:pt x="968" y="5170"/>
                  </a:cubicBezTo>
                  <a:cubicBezTo>
                    <a:pt x="958" y="5179"/>
                    <a:pt x="950" y="5190"/>
                    <a:pt x="942" y="5200"/>
                  </a:cubicBezTo>
                  <a:cubicBezTo>
                    <a:pt x="904" y="5135"/>
                    <a:pt x="866" y="5064"/>
                    <a:pt x="833" y="4989"/>
                  </a:cubicBezTo>
                  <a:close/>
                  <a:moveTo>
                    <a:pt x="6251" y="0"/>
                  </a:moveTo>
                  <a:cubicBezTo>
                    <a:pt x="5607" y="0"/>
                    <a:pt x="4967" y="79"/>
                    <a:pt x="4406" y="178"/>
                  </a:cubicBezTo>
                  <a:cubicBezTo>
                    <a:pt x="2666" y="481"/>
                    <a:pt x="916" y="1432"/>
                    <a:pt x="391" y="3234"/>
                  </a:cubicBezTo>
                  <a:cubicBezTo>
                    <a:pt x="0" y="4578"/>
                    <a:pt x="659" y="6326"/>
                    <a:pt x="2181" y="6326"/>
                  </a:cubicBezTo>
                  <a:cubicBezTo>
                    <a:pt x="2275" y="6326"/>
                    <a:pt x="2372" y="6319"/>
                    <a:pt x="2473" y="6305"/>
                  </a:cubicBezTo>
                  <a:cubicBezTo>
                    <a:pt x="4592" y="6015"/>
                    <a:pt x="5212" y="3044"/>
                    <a:pt x="7359" y="3012"/>
                  </a:cubicBezTo>
                  <a:cubicBezTo>
                    <a:pt x="7371" y="3012"/>
                    <a:pt x="7383" y="3011"/>
                    <a:pt x="7395" y="3011"/>
                  </a:cubicBezTo>
                  <a:cubicBezTo>
                    <a:pt x="7759" y="3011"/>
                    <a:pt x="8147" y="3085"/>
                    <a:pt x="8508" y="3085"/>
                  </a:cubicBezTo>
                  <a:cubicBezTo>
                    <a:pt x="8951" y="3085"/>
                    <a:pt x="9356" y="2974"/>
                    <a:pt x="9631" y="2479"/>
                  </a:cubicBezTo>
                  <a:cubicBezTo>
                    <a:pt x="9987" y="1840"/>
                    <a:pt x="9683" y="975"/>
                    <a:pt x="8976" y="785"/>
                  </a:cubicBezTo>
                  <a:cubicBezTo>
                    <a:pt x="8246" y="189"/>
                    <a:pt x="7245" y="0"/>
                    <a:pt x="62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92" name="Google Shape;592;p9"/>
            <p:cNvSpPr/>
            <p:nvPr/>
          </p:nvSpPr>
          <p:spPr>
            <a:xfrm>
              <a:off x="7633080" y="-104040"/>
              <a:ext cx="25200" cy="18000"/>
            </a:xfrm>
            <a:custGeom>
              <a:rect b="b" l="l" r="r" t="t"/>
              <a:pathLst>
                <a:path extrusionOk="0" h="301" w="417">
                  <a:moveTo>
                    <a:pt x="247" y="1"/>
                  </a:moveTo>
                  <a:cubicBezTo>
                    <a:pt x="218" y="1"/>
                    <a:pt x="189" y="10"/>
                    <a:pt x="165" y="31"/>
                  </a:cubicBezTo>
                  <a:cubicBezTo>
                    <a:pt x="172" y="32"/>
                    <a:pt x="170" y="34"/>
                    <a:pt x="162" y="37"/>
                  </a:cubicBezTo>
                  <a:cubicBezTo>
                    <a:pt x="155" y="39"/>
                    <a:pt x="146" y="44"/>
                    <a:pt x="138" y="47"/>
                  </a:cubicBezTo>
                  <a:cubicBezTo>
                    <a:pt x="1" y="117"/>
                    <a:pt x="57" y="300"/>
                    <a:pt x="189" y="300"/>
                  </a:cubicBezTo>
                  <a:cubicBezTo>
                    <a:pt x="204" y="300"/>
                    <a:pt x="219" y="298"/>
                    <a:pt x="235" y="293"/>
                  </a:cubicBezTo>
                  <a:cubicBezTo>
                    <a:pt x="242" y="292"/>
                    <a:pt x="252" y="287"/>
                    <a:pt x="261" y="286"/>
                  </a:cubicBezTo>
                  <a:cubicBezTo>
                    <a:pt x="264" y="284"/>
                    <a:pt x="266" y="283"/>
                    <a:pt x="267" y="283"/>
                  </a:cubicBezTo>
                  <a:cubicBezTo>
                    <a:pt x="268" y="283"/>
                    <a:pt x="268" y="284"/>
                    <a:pt x="267" y="287"/>
                  </a:cubicBezTo>
                  <a:cubicBezTo>
                    <a:pt x="362" y="286"/>
                    <a:pt x="417" y="174"/>
                    <a:pt x="384" y="93"/>
                  </a:cubicBezTo>
                  <a:cubicBezTo>
                    <a:pt x="363" y="38"/>
                    <a:pt x="305" y="1"/>
                    <a:pt x="2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000" lIns="91425" spcFirstLastPara="1" rIns="91425" wrap="square" tIns="9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93" name="Google Shape;593;p9"/>
            <p:cNvSpPr/>
            <p:nvPr/>
          </p:nvSpPr>
          <p:spPr>
            <a:xfrm>
              <a:off x="6867720" y="187920"/>
              <a:ext cx="22320" cy="17640"/>
            </a:xfrm>
            <a:custGeom>
              <a:rect b="b" l="l" r="r" t="t"/>
              <a:pathLst>
                <a:path extrusionOk="0" h="293" w="369">
                  <a:moveTo>
                    <a:pt x="193" y="1"/>
                  </a:moveTo>
                  <a:cubicBezTo>
                    <a:pt x="98" y="1"/>
                    <a:pt x="1" y="86"/>
                    <a:pt x="45" y="200"/>
                  </a:cubicBezTo>
                  <a:cubicBezTo>
                    <a:pt x="71" y="265"/>
                    <a:pt x="123" y="292"/>
                    <a:pt x="177" y="292"/>
                  </a:cubicBezTo>
                  <a:cubicBezTo>
                    <a:pt x="271" y="292"/>
                    <a:pt x="368" y="206"/>
                    <a:pt x="323" y="92"/>
                  </a:cubicBezTo>
                  <a:cubicBezTo>
                    <a:pt x="298" y="28"/>
                    <a:pt x="246" y="1"/>
                    <a:pt x="1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000" lIns="91425" spcFirstLastPara="1" rIns="91425" wrap="square" tIns="9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94" name="Google Shape;594;p9"/>
            <p:cNvSpPr/>
            <p:nvPr/>
          </p:nvSpPr>
          <p:spPr>
            <a:xfrm>
              <a:off x="6934680" y="147960"/>
              <a:ext cx="21600" cy="17280"/>
            </a:xfrm>
            <a:custGeom>
              <a:rect b="b" l="l" r="r" t="t"/>
              <a:pathLst>
                <a:path extrusionOk="0" h="288" w="362">
                  <a:moveTo>
                    <a:pt x="189" y="1"/>
                  </a:moveTo>
                  <a:cubicBezTo>
                    <a:pt x="97" y="1"/>
                    <a:pt x="1" y="85"/>
                    <a:pt x="45" y="197"/>
                  </a:cubicBezTo>
                  <a:cubicBezTo>
                    <a:pt x="70" y="261"/>
                    <a:pt x="121" y="287"/>
                    <a:pt x="173" y="287"/>
                  </a:cubicBezTo>
                  <a:cubicBezTo>
                    <a:pt x="266" y="287"/>
                    <a:pt x="362" y="203"/>
                    <a:pt x="317" y="91"/>
                  </a:cubicBezTo>
                  <a:cubicBezTo>
                    <a:pt x="293" y="28"/>
                    <a:pt x="242" y="1"/>
                    <a:pt x="1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8625" lIns="91425" spcFirstLastPara="1" rIns="91425" wrap="square" tIns="86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95" name="Google Shape;595;p9"/>
            <p:cNvSpPr/>
            <p:nvPr/>
          </p:nvSpPr>
          <p:spPr>
            <a:xfrm>
              <a:off x="7634520" y="-198360"/>
              <a:ext cx="70560" cy="60480"/>
            </a:xfrm>
            <a:custGeom>
              <a:rect b="b" l="l" r="r" t="t"/>
              <a:pathLst>
                <a:path extrusionOk="0" h="999" w="1163">
                  <a:moveTo>
                    <a:pt x="637" y="244"/>
                  </a:moveTo>
                  <a:cubicBezTo>
                    <a:pt x="776" y="244"/>
                    <a:pt x="893" y="343"/>
                    <a:pt x="834" y="499"/>
                  </a:cubicBezTo>
                  <a:cubicBezTo>
                    <a:pt x="783" y="626"/>
                    <a:pt x="658" y="725"/>
                    <a:pt x="525" y="742"/>
                  </a:cubicBezTo>
                  <a:cubicBezTo>
                    <a:pt x="509" y="744"/>
                    <a:pt x="494" y="745"/>
                    <a:pt x="479" y="745"/>
                  </a:cubicBezTo>
                  <a:cubicBezTo>
                    <a:pt x="330" y="745"/>
                    <a:pt x="219" y="640"/>
                    <a:pt x="341" y="498"/>
                  </a:cubicBezTo>
                  <a:cubicBezTo>
                    <a:pt x="369" y="463"/>
                    <a:pt x="366" y="421"/>
                    <a:pt x="345" y="390"/>
                  </a:cubicBezTo>
                  <a:cubicBezTo>
                    <a:pt x="409" y="324"/>
                    <a:pt x="482" y="270"/>
                    <a:pt x="576" y="250"/>
                  </a:cubicBezTo>
                  <a:cubicBezTo>
                    <a:pt x="596" y="246"/>
                    <a:pt x="617" y="244"/>
                    <a:pt x="637" y="244"/>
                  </a:cubicBezTo>
                  <a:close/>
                  <a:moveTo>
                    <a:pt x="651" y="1"/>
                  </a:moveTo>
                  <a:cubicBezTo>
                    <a:pt x="380" y="1"/>
                    <a:pt x="159" y="234"/>
                    <a:pt x="51" y="478"/>
                  </a:cubicBezTo>
                  <a:cubicBezTo>
                    <a:pt x="49" y="485"/>
                    <a:pt x="49" y="492"/>
                    <a:pt x="46" y="499"/>
                  </a:cubicBezTo>
                  <a:cubicBezTo>
                    <a:pt x="0" y="650"/>
                    <a:pt x="84" y="868"/>
                    <a:pt x="227" y="943"/>
                  </a:cubicBezTo>
                  <a:cubicBezTo>
                    <a:pt x="303" y="981"/>
                    <a:pt x="384" y="999"/>
                    <a:pt x="464" y="999"/>
                  </a:cubicBezTo>
                  <a:cubicBezTo>
                    <a:pt x="676" y="999"/>
                    <a:pt x="888" y="878"/>
                    <a:pt x="1004" y="699"/>
                  </a:cubicBezTo>
                  <a:cubicBezTo>
                    <a:pt x="1162" y="457"/>
                    <a:pt x="1110" y="130"/>
                    <a:pt x="815" y="29"/>
                  </a:cubicBezTo>
                  <a:cubicBezTo>
                    <a:pt x="759" y="9"/>
                    <a:pt x="704" y="1"/>
                    <a:pt x="6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0225" lIns="91425" spcFirstLastPara="1" rIns="91425" wrap="square" tIns="30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96" name="Google Shape;596;p9"/>
            <p:cNvSpPr/>
            <p:nvPr/>
          </p:nvSpPr>
          <p:spPr>
            <a:xfrm>
              <a:off x="7647480" y="-183600"/>
              <a:ext cx="41040" cy="30240"/>
            </a:xfrm>
            <a:custGeom>
              <a:rect b="b" l="l" r="r" t="t"/>
              <a:pathLst>
                <a:path extrusionOk="0" h="502" w="676">
                  <a:moveTo>
                    <a:pt x="419" y="0"/>
                  </a:moveTo>
                  <a:cubicBezTo>
                    <a:pt x="398" y="0"/>
                    <a:pt x="376" y="2"/>
                    <a:pt x="355" y="7"/>
                  </a:cubicBezTo>
                  <a:cubicBezTo>
                    <a:pt x="260" y="24"/>
                    <a:pt x="187" y="79"/>
                    <a:pt x="122" y="146"/>
                  </a:cubicBezTo>
                  <a:cubicBezTo>
                    <a:pt x="143" y="178"/>
                    <a:pt x="146" y="220"/>
                    <a:pt x="118" y="255"/>
                  </a:cubicBezTo>
                  <a:cubicBezTo>
                    <a:pt x="1" y="397"/>
                    <a:pt x="112" y="502"/>
                    <a:pt x="260" y="502"/>
                  </a:cubicBezTo>
                  <a:cubicBezTo>
                    <a:pt x="275" y="502"/>
                    <a:pt x="291" y="501"/>
                    <a:pt x="306" y="499"/>
                  </a:cubicBezTo>
                  <a:cubicBezTo>
                    <a:pt x="441" y="482"/>
                    <a:pt x="567" y="383"/>
                    <a:pt x="614" y="256"/>
                  </a:cubicBezTo>
                  <a:cubicBezTo>
                    <a:pt x="676" y="101"/>
                    <a:pt x="560" y="0"/>
                    <a:pt x="4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5100" lIns="91425" spcFirstLastPara="1" rIns="91425" wrap="square" tIns="15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97" name="Google Shape;597;p9"/>
            <p:cNvSpPr/>
            <p:nvPr/>
          </p:nvSpPr>
          <p:spPr>
            <a:xfrm>
              <a:off x="7352640" y="-53280"/>
              <a:ext cx="15840" cy="12600"/>
            </a:xfrm>
            <a:custGeom>
              <a:rect b="b" l="l" r="r" t="t"/>
              <a:pathLst>
                <a:path extrusionOk="0" h="211" w="263">
                  <a:moveTo>
                    <a:pt x="138" y="1"/>
                  </a:moveTo>
                  <a:cubicBezTo>
                    <a:pt x="71" y="1"/>
                    <a:pt x="1" y="62"/>
                    <a:pt x="32" y="144"/>
                  </a:cubicBezTo>
                  <a:cubicBezTo>
                    <a:pt x="50" y="191"/>
                    <a:pt x="87" y="210"/>
                    <a:pt x="125" y="210"/>
                  </a:cubicBezTo>
                  <a:cubicBezTo>
                    <a:pt x="193" y="210"/>
                    <a:pt x="262" y="149"/>
                    <a:pt x="231" y="66"/>
                  </a:cubicBezTo>
                  <a:cubicBezTo>
                    <a:pt x="213" y="20"/>
                    <a:pt x="176" y="1"/>
                    <a:pt x="1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475" lIns="91425" spcFirstLastPara="1" rIns="91425" wrap="square" tIns="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98" name="Google Shape;598;p9"/>
            <p:cNvSpPr/>
            <p:nvPr/>
          </p:nvSpPr>
          <p:spPr>
            <a:xfrm>
              <a:off x="6847560" y="62640"/>
              <a:ext cx="86040" cy="48240"/>
            </a:xfrm>
            <a:custGeom>
              <a:rect b="b" l="l" r="r" t="t"/>
              <a:pathLst>
                <a:path extrusionOk="0" h="798" w="1413">
                  <a:moveTo>
                    <a:pt x="642" y="0"/>
                  </a:moveTo>
                  <a:cubicBezTo>
                    <a:pt x="557" y="0"/>
                    <a:pt x="473" y="8"/>
                    <a:pt x="391" y="27"/>
                  </a:cubicBezTo>
                  <a:cubicBezTo>
                    <a:pt x="193" y="71"/>
                    <a:pt x="0" y="232"/>
                    <a:pt x="38" y="458"/>
                  </a:cubicBezTo>
                  <a:cubicBezTo>
                    <a:pt x="78" y="677"/>
                    <a:pt x="322" y="794"/>
                    <a:pt x="524" y="798"/>
                  </a:cubicBezTo>
                  <a:cubicBezTo>
                    <a:pt x="529" y="798"/>
                    <a:pt x="533" y="798"/>
                    <a:pt x="537" y="798"/>
                  </a:cubicBezTo>
                  <a:cubicBezTo>
                    <a:pt x="829" y="798"/>
                    <a:pt x="1075" y="557"/>
                    <a:pt x="1326" y="441"/>
                  </a:cubicBezTo>
                  <a:cubicBezTo>
                    <a:pt x="1413" y="401"/>
                    <a:pt x="1396" y="257"/>
                    <a:pt x="1302" y="257"/>
                  </a:cubicBezTo>
                  <a:cubicBezTo>
                    <a:pt x="1296" y="257"/>
                    <a:pt x="1289" y="258"/>
                    <a:pt x="1283" y="259"/>
                  </a:cubicBezTo>
                  <a:cubicBezTo>
                    <a:pt x="1275" y="261"/>
                    <a:pt x="1270" y="261"/>
                    <a:pt x="1263" y="264"/>
                  </a:cubicBezTo>
                  <a:cubicBezTo>
                    <a:pt x="1038" y="315"/>
                    <a:pt x="772" y="557"/>
                    <a:pt x="530" y="557"/>
                  </a:cubicBezTo>
                  <a:cubicBezTo>
                    <a:pt x="476" y="557"/>
                    <a:pt x="424" y="545"/>
                    <a:pt x="373" y="516"/>
                  </a:cubicBezTo>
                  <a:cubicBezTo>
                    <a:pt x="71" y="340"/>
                    <a:pt x="553" y="225"/>
                    <a:pt x="659" y="217"/>
                  </a:cubicBezTo>
                  <a:cubicBezTo>
                    <a:pt x="708" y="213"/>
                    <a:pt x="758" y="212"/>
                    <a:pt x="807" y="212"/>
                  </a:cubicBezTo>
                  <a:cubicBezTo>
                    <a:pt x="946" y="212"/>
                    <a:pt x="1086" y="225"/>
                    <a:pt x="1223" y="247"/>
                  </a:cubicBezTo>
                  <a:cubicBezTo>
                    <a:pt x="1226" y="247"/>
                    <a:pt x="1229" y="247"/>
                    <a:pt x="1232" y="247"/>
                  </a:cubicBezTo>
                  <a:cubicBezTo>
                    <a:pt x="1241" y="247"/>
                    <a:pt x="1250" y="246"/>
                    <a:pt x="1257" y="242"/>
                  </a:cubicBezTo>
                  <a:cubicBezTo>
                    <a:pt x="1311" y="221"/>
                    <a:pt x="1328" y="132"/>
                    <a:pt x="1263" y="112"/>
                  </a:cubicBezTo>
                  <a:cubicBezTo>
                    <a:pt x="1067" y="50"/>
                    <a:pt x="852" y="0"/>
                    <a:pt x="6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4100" lIns="91425" spcFirstLastPara="1" rIns="91425" wrap="square" tIns="24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99" name="Google Shape;599;p9"/>
            <p:cNvSpPr/>
            <p:nvPr/>
          </p:nvSpPr>
          <p:spPr>
            <a:xfrm>
              <a:off x="6851520" y="75600"/>
              <a:ext cx="72720" cy="20880"/>
            </a:xfrm>
            <a:custGeom>
              <a:rect b="b" l="l" r="r" t="t"/>
              <a:pathLst>
                <a:path extrusionOk="0" h="347" w="1194">
                  <a:moveTo>
                    <a:pt x="740" y="0"/>
                  </a:moveTo>
                  <a:cubicBezTo>
                    <a:pt x="690" y="0"/>
                    <a:pt x="639" y="2"/>
                    <a:pt x="589" y="6"/>
                  </a:cubicBezTo>
                  <a:cubicBezTo>
                    <a:pt x="482" y="14"/>
                    <a:pt x="0" y="131"/>
                    <a:pt x="304" y="305"/>
                  </a:cubicBezTo>
                  <a:cubicBezTo>
                    <a:pt x="355" y="334"/>
                    <a:pt x="408" y="347"/>
                    <a:pt x="463" y="347"/>
                  </a:cubicBezTo>
                  <a:cubicBezTo>
                    <a:pt x="705" y="347"/>
                    <a:pt x="970" y="105"/>
                    <a:pt x="1194" y="54"/>
                  </a:cubicBezTo>
                  <a:lnTo>
                    <a:pt x="1188" y="33"/>
                  </a:lnTo>
                  <a:cubicBezTo>
                    <a:pt x="1183" y="36"/>
                    <a:pt x="1175" y="37"/>
                    <a:pt x="1167" y="37"/>
                  </a:cubicBezTo>
                  <a:cubicBezTo>
                    <a:pt x="1163" y="37"/>
                    <a:pt x="1159" y="37"/>
                    <a:pt x="1154" y="36"/>
                  </a:cubicBezTo>
                  <a:cubicBezTo>
                    <a:pt x="1018" y="14"/>
                    <a:pt x="879" y="0"/>
                    <a:pt x="7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0425" lIns="91425" spcFirstLastPara="1" rIns="91425" wrap="square" tIns="10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00" name="Google Shape;600;p9"/>
            <p:cNvSpPr/>
            <p:nvPr/>
          </p:nvSpPr>
          <p:spPr>
            <a:xfrm>
              <a:off x="7588080" y="-216000"/>
              <a:ext cx="11520" cy="9360"/>
            </a:xfrm>
            <a:custGeom>
              <a:rect b="b" l="l" r="r" t="t"/>
              <a:pathLst>
                <a:path extrusionOk="0" h="159" w="196">
                  <a:moveTo>
                    <a:pt x="101" y="1"/>
                  </a:moveTo>
                  <a:cubicBezTo>
                    <a:pt x="51" y="1"/>
                    <a:pt x="0" y="47"/>
                    <a:pt x="24" y="109"/>
                  </a:cubicBezTo>
                  <a:cubicBezTo>
                    <a:pt x="37" y="144"/>
                    <a:pt x="64" y="158"/>
                    <a:pt x="93" y="158"/>
                  </a:cubicBezTo>
                  <a:cubicBezTo>
                    <a:pt x="143" y="158"/>
                    <a:pt x="196" y="112"/>
                    <a:pt x="172" y="51"/>
                  </a:cubicBezTo>
                  <a:cubicBezTo>
                    <a:pt x="158" y="16"/>
                    <a:pt x="130" y="1"/>
                    <a:pt x="1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01" name="Google Shape;601;p9"/>
            <p:cNvSpPr/>
            <p:nvPr/>
          </p:nvSpPr>
          <p:spPr>
            <a:xfrm>
              <a:off x="6929640" y="-5040"/>
              <a:ext cx="28800" cy="22680"/>
            </a:xfrm>
            <a:custGeom>
              <a:rect b="b" l="l" r="r" t="t"/>
              <a:pathLst>
                <a:path extrusionOk="0" h="379" w="475">
                  <a:moveTo>
                    <a:pt x="270" y="0"/>
                  </a:moveTo>
                  <a:cubicBezTo>
                    <a:pt x="250" y="0"/>
                    <a:pt x="229" y="4"/>
                    <a:pt x="208" y="11"/>
                  </a:cubicBezTo>
                  <a:lnTo>
                    <a:pt x="141" y="35"/>
                  </a:lnTo>
                  <a:cubicBezTo>
                    <a:pt x="53" y="65"/>
                    <a:pt x="1" y="178"/>
                    <a:pt x="41" y="265"/>
                  </a:cubicBezTo>
                  <a:cubicBezTo>
                    <a:pt x="71" y="331"/>
                    <a:pt x="138" y="379"/>
                    <a:pt x="209" y="379"/>
                  </a:cubicBezTo>
                  <a:cubicBezTo>
                    <a:pt x="230" y="379"/>
                    <a:pt x="252" y="375"/>
                    <a:pt x="273" y="365"/>
                  </a:cubicBezTo>
                  <a:lnTo>
                    <a:pt x="335" y="340"/>
                  </a:lnTo>
                  <a:cubicBezTo>
                    <a:pt x="422" y="304"/>
                    <a:pt x="474" y="200"/>
                    <a:pt x="436" y="110"/>
                  </a:cubicBezTo>
                  <a:cubicBezTo>
                    <a:pt x="405" y="42"/>
                    <a:pt x="341" y="0"/>
                    <a:pt x="2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1500" lIns="91425" spcFirstLastPara="1" rIns="91425" wrap="square" tIns="11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02" name="Google Shape;602;p9"/>
            <p:cNvSpPr/>
            <p:nvPr/>
          </p:nvSpPr>
          <p:spPr>
            <a:xfrm>
              <a:off x="7823160" y="-406440"/>
              <a:ext cx="52200" cy="71640"/>
            </a:xfrm>
            <a:custGeom>
              <a:rect b="b" l="l" r="r" t="t"/>
              <a:pathLst>
                <a:path extrusionOk="0" h="1177" w="859">
                  <a:moveTo>
                    <a:pt x="737" y="1"/>
                  </a:moveTo>
                  <a:cubicBezTo>
                    <a:pt x="711" y="1"/>
                    <a:pt x="684" y="12"/>
                    <a:pt x="663" y="37"/>
                  </a:cubicBezTo>
                  <a:cubicBezTo>
                    <a:pt x="415" y="327"/>
                    <a:pt x="221" y="693"/>
                    <a:pt x="41" y="1029"/>
                  </a:cubicBezTo>
                  <a:cubicBezTo>
                    <a:pt x="0" y="1103"/>
                    <a:pt x="75" y="1176"/>
                    <a:pt x="145" y="1176"/>
                  </a:cubicBezTo>
                  <a:cubicBezTo>
                    <a:pt x="174" y="1176"/>
                    <a:pt x="201" y="1164"/>
                    <a:pt x="221" y="1136"/>
                  </a:cubicBezTo>
                  <a:cubicBezTo>
                    <a:pt x="440" y="823"/>
                    <a:pt x="679" y="489"/>
                    <a:pt x="829" y="136"/>
                  </a:cubicBezTo>
                  <a:cubicBezTo>
                    <a:pt x="859" y="62"/>
                    <a:pt x="799" y="1"/>
                    <a:pt x="7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6000" lIns="91425" spcFirstLastPara="1" rIns="91425" wrap="square" tIns="36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03" name="Google Shape;603;p9"/>
            <p:cNvSpPr/>
            <p:nvPr/>
          </p:nvSpPr>
          <p:spPr>
            <a:xfrm>
              <a:off x="7645680" y="-273960"/>
              <a:ext cx="17280" cy="13680"/>
            </a:xfrm>
            <a:custGeom>
              <a:rect b="b" l="l" r="r" t="t"/>
              <a:pathLst>
                <a:path extrusionOk="0" h="230" w="290">
                  <a:moveTo>
                    <a:pt x="152" y="0"/>
                  </a:moveTo>
                  <a:cubicBezTo>
                    <a:pt x="77" y="0"/>
                    <a:pt x="1" y="67"/>
                    <a:pt x="36" y="157"/>
                  </a:cubicBezTo>
                  <a:cubicBezTo>
                    <a:pt x="56" y="208"/>
                    <a:pt x="97" y="230"/>
                    <a:pt x="139" y="230"/>
                  </a:cubicBezTo>
                  <a:cubicBezTo>
                    <a:pt x="213" y="230"/>
                    <a:pt x="290" y="162"/>
                    <a:pt x="254" y="72"/>
                  </a:cubicBezTo>
                  <a:cubicBezTo>
                    <a:pt x="234" y="21"/>
                    <a:pt x="193" y="0"/>
                    <a:pt x="1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825" lIns="91425" spcFirstLastPara="1" rIns="91425" wrap="square" tIns="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04" name="Google Shape;604;p9"/>
            <p:cNvSpPr/>
            <p:nvPr/>
          </p:nvSpPr>
          <p:spPr>
            <a:xfrm>
              <a:off x="6823080" y="2880"/>
              <a:ext cx="28440" cy="22680"/>
            </a:xfrm>
            <a:custGeom>
              <a:rect b="b" l="l" r="r" t="t"/>
              <a:pathLst>
                <a:path extrusionOk="0" h="378" w="471">
                  <a:moveTo>
                    <a:pt x="189" y="0"/>
                  </a:moveTo>
                  <a:cubicBezTo>
                    <a:pt x="125" y="0"/>
                    <a:pt x="61" y="28"/>
                    <a:pt x="36" y="95"/>
                  </a:cubicBezTo>
                  <a:cubicBezTo>
                    <a:pt x="0" y="185"/>
                    <a:pt x="41" y="265"/>
                    <a:pt x="121" y="312"/>
                  </a:cubicBezTo>
                  <a:cubicBezTo>
                    <a:pt x="149" y="329"/>
                    <a:pt x="179" y="346"/>
                    <a:pt x="207" y="361"/>
                  </a:cubicBezTo>
                  <a:cubicBezTo>
                    <a:pt x="228" y="373"/>
                    <a:pt x="250" y="378"/>
                    <a:pt x="273" y="378"/>
                  </a:cubicBezTo>
                  <a:cubicBezTo>
                    <a:pt x="342" y="378"/>
                    <a:pt x="415" y="332"/>
                    <a:pt x="438" y="270"/>
                  </a:cubicBezTo>
                  <a:cubicBezTo>
                    <a:pt x="471" y="191"/>
                    <a:pt x="443" y="69"/>
                    <a:pt x="348" y="39"/>
                  </a:cubicBezTo>
                  <a:cubicBezTo>
                    <a:pt x="316" y="30"/>
                    <a:pt x="285" y="20"/>
                    <a:pt x="254" y="10"/>
                  </a:cubicBezTo>
                  <a:cubicBezTo>
                    <a:pt x="233" y="4"/>
                    <a:pt x="211" y="0"/>
                    <a:pt x="1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1500" lIns="91425" spcFirstLastPara="1" rIns="91425" wrap="square" tIns="11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05" name="Google Shape;605;p9"/>
            <p:cNvSpPr/>
            <p:nvPr/>
          </p:nvSpPr>
          <p:spPr>
            <a:xfrm>
              <a:off x="6938280" y="-67320"/>
              <a:ext cx="19800" cy="15480"/>
            </a:xfrm>
            <a:custGeom>
              <a:rect b="b" l="l" r="r" t="t"/>
              <a:pathLst>
                <a:path extrusionOk="0" h="262" w="329">
                  <a:moveTo>
                    <a:pt x="173" y="1"/>
                  </a:moveTo>
                  <a:cubicBezTo>
                    <a:pt x="88" y="1"/>
                    <a:pt x="0" y="78"/>
                    <a:pt x="40" y="179"/>
                  </a:cubicBezTo>
                  <a:cubicBezTo>
                    <a:pt x="63" y="237"/>
                    <a:pt x="109" y="261"/>
                    <a:pt x="156" y="261"/>
                  </a:cubicBezTo>
                  <a:cubicBezTo>
                    <a:pt x="241" y="261"/>
                    <a:pt x="328" y="184"/>
                    <a:pt x="288" y="82"/>
                  </a:cubicBezTo>
                  <a:cubicBezTo>
                    <a:pt x="266" y="25"/>
                    <a:pt x="220" y="1"/>
                    <a:pt x="1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900" lIns="91425" spcFirstLastPara="1" rIns="91425" wrap="square" tIns="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06" name="Google Shape;606;p9"/>
            <p:cNvSpPr/>
            <p:nvPr/>
          </p:nvSpPr>
          <p:spPr>
            <a:xfrm>
              <a:off x="7556400" y="-317160"/>
              <a:ext cx="18720" cy="19440"/>
            </a:xfrm>
            <a:custGeom>
              <a:rect b="b" l="l" r="r" t="t"/>
              <a:pathLst>
                <a:path extrusionOk="0" h="327" w="311">
                  <a:moveTo>
                    <a:pt x="135" y="1"/>
                  </a:moveTo>
                  <a:cubicBezTo>
                    <a:pt x="67" y="1"/>
                    <a:pt x="1" y="55"/>
                    <a:pt x="8" y="135"/>
                  </a:cubicBezTo>
                  <a:cubicBezTo>
                    <a:pt x="9" y="157"/>
                    <a:pt x="13" y="179"/>
                    <a:pt x="19" y="201"/>
                  </a:cubicBezTo>
                  <a:cubicBezTo>
                    <a:pt x="34" y="272"/>
                    <a:pt x="87" y="327"/>
                    <a:pt x="155" y="327"/>
                  </a:cubicBezTo>
                  <a:cubicBezTo>
                    <a:pt x="171" y="327"/>
                    <a:pt x="188" y="324"/>
                    <a:pt x="206" y="317"/>
                  </a:cubicBezTo>
                  <a:cubicBezTo>
                    <a:pt x="297" y="281"/>
                    <a:pt x="311" y="182"/>
                    <a:pt x="267" y="106"/>
                  </a:cubicBezTo>
                  <a:cubicBezTo>
                    <a:pt x="256" y="87"/>
                    <a:pt x="244" y="69"/>
                    <a:pt x="231" y="49"/>
                  </a:cubicBezTo>
                  <a:cubicBezTo>
                    <a:pt x="206" y="16"/>
                    <a:pt x="170" y="1"/>
                    <a:pt x="1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07" name="Google Shape;607;p9"/>
            <p:cNvSpPr/>
            <p:nvPr/>
          </p:nvSpPr>
          <p:spPr>
            <a:xfrm>
              <a:off x="6852240" y="-52200"/>
              <a:ext cx="19800" cy="15840"/>
            </a:xfrm>
            <a:custGeom>
              <a:rect b="b" l="l" r="r" t="t"/>
              <a:pathLst>
                <a:path extrusionOk="0" h="266" w="333">
                  <a:moveTo>
                    <a:pt x="175" y="1"/>
                  </a:moveTo>
                  <a:cubicBezTo>
                    <a:pt x="90" y="1"/>
                    <a:pt x="1" y="78"/>
                    <a:pt x="41" y="182"/>
                  </a:cubicBezTo>
                  <a:cubicBezTo>
                    <a:pt x="64" y="241"/>
                    <a:pt x="111" y="265"/>
                    <a:pt x="159" y="265"/>
                  </a:cubicBezTo>
                  <a:cubicBezTo>
                    <a:pt x="244" y="265"/>
                    <a:pt x="333" y="187"/>
                    <a:pt x="292" y="83"/>
                  </a:cubicBezTo>
                  <a:cubicBezTo>
                    <a:pt x="270" y="25"/>
                    <a:pt x="223" y="1"/>
                    <a:pt x="1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900" lIns="91425" spcFirstLastPara="1" rIns="91425" wrap="square" tIns="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08" name="Google Shape;608;p9"/>
            <p:cNvSpPr/>
            <p:nvPr/>
          </p:nvSpPr>
          <p:spPr>
            <a:xfrm>
              <a:off x="7498080" y="-302040"/>
              <a:ext cx="14760" cy="11520"/>
            </a:xfrm>
            <a:custGeom>
              <a:rect b="b" l="l" r="r" t="t"/>
              <a:pathLst>
                <a:path extrusionOk="0" h="197" w="248">
                  <a:moveTo>
                    <a:pt x="131" y="0"/>
                  </a:moveTo>
                  <a:cubicBezTo>
                    <a:pt x="67" y="0"/>
                    <a:pt x="0" y="57"/>
                    <a:pt x="30" y="133"/>
                  </a:cubicBezTo>
                  <a:cubicBezTo>
                    <a:pt x="47" y="177"/>
                    <a:pt x="82" y="196"/>
                    <a:pt x="118" y="196"/>
                  </a:cubicBezTo>
                  <a:cubicBezTo>
                    <a:pt x="182" y="196"/>
                    <a:pt x="248" y="138"/>
                    <a:pt x="217" y="61"/>
                  </a:cubicBezTo>
                  <a:cubicBezTo>
                    <a:pt x="201" y="18"/>
                    <a:pt x="166" y="0"/>
                    <a:pt x="1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750" lIns="91425" spcFirstLastPara="1" rIns="91425" wrap="square" tIns="5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09" name="Google Shape;609;p9"/>
            <p:cNvSpPr/>
            <p:nvPr/>
          </p:nvSpPr>
          <p:spPr>
            <a:xfrm>
              <a:off x="7403400" y="-291960"/>
              <a:ext cx="21960" cy="17640"/>
            </a:xfrm>
            <a:custGeom>
              <a:rect b="b" l="l" r="r" t="t"/>
              <a:pathLst>
                <a:path extrusionOk="0" h="293" w="368">
                  <a:moveTo>
                    <a:pt x="192" y="1"/>
                  </a:moveTo>
                  <a:cubicBezTo>
                    <a:pt x="98" y="1"/>
                    <a:pt x="1" y="86"/>
                    <a:pt x="46" y="201"/>
                  </a:cubicBezTo>
                  <a:cubicBezTo>
                    <a:pt x="71" y="266"/>
                    <a:pt x="123" y="293"/>
                    <a:pt x="176" y="293"/>
                  </a:cubicBezTo>
                  <a:cubicBezTo>
                    <a:pt x="270" y="293"/>
                    <a:pt x="368" y="207"/>
                    <a:pt x="322" y="92"/>
                  </a:cubicBezTo>
                  <a:cubicBezTo>
                    <a:pt x="297" y="28"/>
                    <a:pt x="245" y="1"/>
                    <a:pt x="1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000" lIns="91425" spcFirstLastPara="1" rIns="91425" wrap="square" tIns="9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10" name="Google Shape;610;p9"/>
            <p:cNvSpPr/>
            <p:nvPr/>
          </p:nvSpPr>
          <p:spPr>
            <a:xfrm>
              <a:off x="6891840" y="-114120"/>
              <a:ext cx="21240" cy="16560"/>
            </a:xfrm>
            <a:custGeom>
              <a:rect b="b" l="l" r="r" t="t"/>
              <a:pathLst>
                <a:path extrusionOk="0" h="278" w="351">
                  <a:moveTo>
                    <a:pt x="184" y="0"/>
                  </a:moveTo>
                  <a:cubicBezTo>
                    <a:pt x="94" y="0"/>
                    <a:pt x="1" y="82"/>
                    <a:pt x="44" y="191"/>
                  </a:cubicBezTo>
                  <a:cubicBezTo>
                    <a:pt x="68" y="252"/>
                    <a:pt x="117" y="278"/>
                    <a:pt x="168" y="278"/>
                  </a:cubicBezTo>
                  <a:cubicBezTo>
                    <a:pt x="257" y="278"/>
                    <a:pt x="351" y="196"/>
                    <a:pt x="308" y="87"/>
                  </a:cubicBezTo>
                  <a:cubicBezTo>
                    <a:pt x="284" y="26"/>
                    <a:pt x="235" y="0"/>
                    <a:pt x="1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8275" lIns="91425" spcFirstLastPara="1" rIns="91425" wrap="square" tIns="8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11" name="Google Shape;611;p9"/>
            <p:cNvSpPr/>
            <p:nvPr/>
          </p:nvSpPr>
          <p:spPr>
            <a:xfrm>
              <a:off x="7490880" y="-367560"/>
              <a:ext cx="14400" cy="11160"/>
            </a:xfrm>
            <a:custGeom>
              <a:rect b="b" l="l" r="r" t="t"/>
              <a:pathLst>
                <a:path extrusionOk="0" h="190" w="241">
                  <a:moveTo>
                    <a:pt x="126" y="1"/>
                  </a:moveTo>
                  <a:cubicBezTo>
                    <a:pt x="64" y="1"/>
                    <a:pt x="0" y="56"/>
                    <a:pt x="30" y="130"/>
                  </a:cubicBezTo>
                  <a:cubicBezTo>
                    <a:pt x="47" y="172"/>
                    <a:pt x="82" y="190"/>
                    <a:pt x="116" y="190"/>
                  </a:cubicBezTo>
                  <a:cubicBezTo>
                    <a:pt x="178" y="190"/>
                    <a:pt x="241" y="134"/>
                    <a:pt x="212" y="59"/>
                  </a:cubicBezTo>
                  <a:cubicBezTo>
                    <a:pt x="195" y="18"/>
                    <a:pt x="161" y="1"/>
                    <a:pt x="1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750" lIns="91425" spcFirstLastPara="1" rIns="91425" wrap="square" tIns="5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12" name="Google Shape;612;p9"/>
            <p:cNvSpPr/>
            <p:nvPr/>
          </p:nvSpPr>
          <p:spPr>
            <a:xfrm>
              <a:off x="7272360" y="-334800"/>
              <a:ext cx="26280" cy="25920"/>
            </a:xfrm>
            <a:custGeom>
              <a:rect b="b" l="l" r="r" t="t"/>
              <a:pathLst>
                <a:path extrusionOk="0" h="430" w="436">
                  <a:moveTo>
                    <a:pt x="194" y="1"/>
                  </a:moveTo>
                  <a:cubicBezTo>
                    <a:pt x="173" y="1"/>
                    <a:pt x="152" y="5"/>
                    <a:pt x="130" y="14"/>
                  </a:cubicBezTo>
                  <a:cubicBezTo>
                    <a:pt x="37" y="57"/>
                    <a:pt x="0" y="150"/>
                    <a:pt x="30" y="247"/>
                  </a:cubicBezTo>
                  <a:lnTo>
                    <a:pt x="50" y="312"/>
                  </a:lnTo>
                  <a:cubicBezTo>
                    <a:pt x="72" y="383"/>
                    <a:pt x="149" y="429"/>
                    <a:pt x="223" y="429"/>
                  </a:cubicBezTo>
                  <a:cubicBezTo>
                    <a:pt x="245" y="429"/>
                    <a:pt x="267" y="425"/>
                    <a:pt x="286" y="417"/>
                  </a:cubicBezTo>
                  <a:cubicBezTo>
                    <a:pt x="373" y="377"/>
                    <a:pt x="435" y="271"/>
                    <a:pt x="391" y="177"/>
                  </a:cubicBezTo>
                  <a:lnTo>
                    <a:pt x="363" y="115"/>
                  </a:lnTo>
                  <a:cubicBezTo>
                    <a:pt x="332" y="50"/>
                    <a:pt x="266" y="1"/>
                    <a:pt x="1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950" lIns="91425" spcFirstLastPara="1" rIns="91425" wrap="square" tIns="12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13" name="Google Shape;613;p9"/>
            <p:cNvSpPr/>
            <p:nvPr/>
          </p:nvSpPr>
          <p:spPr>
            <a:xfrm>
              <a:off x="6959520" y="-199440"/>
              <a:ext cx="19800" cy="15840"/>
            </a:xfrm>
            <a:custGeom>
              <a:rect b="b" l="l" r="r" t="t"/>
              <a:pathLst>
                <a:path extrusionOk="0" h="264" w="332">
                  <a:moveTo>
                    <a:pt x="173" y="0"/>
                  </a:moveTo>
                  <a:cubicBezTo>
                    <a:pt x="88" y="0"/>
                    <a:pt x="0" y="78"/>
                    <a:pt x="41" y="181"/>
                  </a:cubicBezTo>
                  <a:cubicBezTo>
                    <a:pt x="64" y="239"/>
                    <a:pt x="111" y="264"/>
                    <a:pt x="159" y="264"/>
                  </a:cubicBezTo>
                  <a:cubicBezTo>
                    <a:pt x="244" y="264"/>
                    <a:pt x="331" y="186"/>
                    <a:pt x="291" y="83"/>
                  </a:cubicBezTo>
                  <a:cubicBezTo>
                    <a:pt x="268" y="25"/>
                    <a:pt x="220" y="0"/>
                    <a:pt x="1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900" lIns="91425" spcFirstLastPara="1" rIns="91425" wrap="square" tIns="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14" name="Google Shape;614;p9"/>
            <p:cNvSpPr/>
            <p:nvPr/>
          </p:nvSpPr>
          <p:spPr>
            <a:xfrm>
              <a:off x="7065360" y="-252720"/>
              <a:ext cx="24480" cy="19080"/>
            </a:xfrm>
            <a:custGeom>
              <a:rect b="b" l="l" r="r" t="t"/>
              <a:pathLst>
                <a:path extrusionOk="0" h="320" w="404">
                  <a:moveTo>
                    <a:pt x="212" y="0"/>
                  </a:moveTo>
                  <a:cubicBezTo>
                    <a:pt x="108" y="0"/>
                    <a:pt x="1" y="94"/>
                    <a:pt x="51" y="219"/>
                  </a:cubicBezTo>
                  <a:cubicBezTo>
                    <a:pt x="78" y="290"/>
                    <a:pt x="135" y="320"/>
                    <a:pt x="193" y="320"/>
                  </a:cubicBezTo>
                  <a:cubicBezTo>
                    <a:pt x="296" y="320"/>
                    <a:pt x="403" y="226"/>
                    <a:pt x="355" y="101"/>
                  </a:cubicBezTo>
                  <a:cubicBezTo>
                    <a:pt x="328" y="30"/>
                    <a:pt x="271" y="0"/>
                    <a:pt x="2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15" name="Google Shape;615;p9"/>
            <p:cNvSpPr/>
            <p:nvPr/>
          </p:nvSpPr>
          <p:spPr>
            <a:xfrm>
              <a:off x="6898680" y="-187200"/>
              <a:ext cx="24480" cy="19440"/>
            </a:xfrm>
            <a:custGeom>
              <a:rect b="b" l="l" r="r" t="t"/>
              <a:pathLst>
                <a:path extrusionOk="0" h="323" w="407">
                  <a:moveTo>
                    <a:pt x="213" y="0"/>
                  </a:moveTo>
                  <a:cubicBezTo>
                    <a:pt x="109" y="0"/>
                    <a:pt x="1" y="95"/>
                    <a:pt x="51" y="222"/>
                  </a:cubicBezTo>
                  <a:cubicBezTo>
                    <a:pt x="78" y="293"/>
                    <a:pt x="135" y="322"/>
                    <a:pt x="193" y="322"/>
                  </a:cubicBezTo>
                  <a:cubicBezTo>
                    <a:pt x="298" y="322"/>
                    <a:pt x="407" y="227"/>
                    <a:pt x="357" y="102"/>
                  </a:cubicBezTo>
                  <a:cubicBezTo>
                    <a:pt x="329" y="31"/>
                    <a:pt x="272" y="0"/>
                    <a:pt x="2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16" name="Google Shape;616;p9"/>
            <p:cNvSpPr/>
            <p:nvPr/>
          </p:nvSpPr>
          <p:spPr>
            <a:xfrm>
              <a:off x="7285320" y="-407520"/>
              <a:ext cx="78480" cy="58320"/>
            </a:xfrm>
            <a:custGeom>
              <a:rect b="b" l="l" r="r" t="t"/>
              <a:pathLst>
                <a:path extrusionOk="0" h="961" w="1290">
                  <a:moveTo>
                    <a:pt x="543" y="1"/>
                  </a:moveTo>
                  <a:cubicBezTo>
                    <a:pt x="373" y="1"/>
                    <a:pt x="197" y="94"/>
                    <a:pt x="121" y="245"/>
                  </a:cubicBezTo>
                  <a:cubicBezTo>
                    <a:pt x="1" y="484"/>
                    <a:pt x="199" y="686"/>
                    <a:pt x="390" y="803"/>
                  </a:cubicBezTo>
                  <a:cubicBezTo>
                    <a:pt x="563" y="908"/>
                    <a:pt x="757" y="960"/>
                    <a:pt x="955" y="960"/>
                  </a:cubicBezTo>
                  <a:cubicBezTo>
                    <a:pt x="1038" y="960"/>
                    <a:pt x="1122" y="951"/>
                    <a:pt x="1205" y="932"/>
                  </a:cubicBezTo>
                  <a:cubicBezTo>
                    <a:pt x="1289" y="912"/>
                    <a:pt x="1285" y="788"/>
                    <a:pt x="1202" y="788"/>
                  </a:cubicBezTo>
                  <a:cubicBezTo>
                    <a:pt x="1198" y="788"/>
                    <a:pt x="1195" y="789"/>
                    <a:pt x="1191" y="789"/>
                  </a:cubicBezTo>
                  <a:cubicBezTo>
                    <a:pt x="1155" y="793"/>
                    <a:pt x="1120" y="794"/>
                    <a:pt x="1084" y="794"/>
                  </a:cubicBezTo>
                  <a:cubicBezTo>
                    <a:pt x="947" y="794"/>
                    <a:pt x="812" y="768"/>
                    <a:pt x="684" y="713"/>
                  </a:cubicBezTo>
                  <a:cubicBezTo>
                    <a:pt x="576" y="664"/>
                    <a:pt x="285" y="514"/>
                    <a:pt x="349" y="363"/>
                  </a:cubicBezTo>
                  <a:cubicBezTo>
                    <a:pt x="381" y="287"/>
                    <a:pt x="459" y="258"/>
                    <a:pt x="538" y="258"/>
                  </a:cubicBezTo>
                  <a:cubicBezTo>
                    <a:pt x="592" y="258"/>
                    <a:pt x="646" y="271"/>
                    <a:pt x="685" y="293"/>
                  </a:cubicBezTo>
                  <a:cubicBezTo>
                    <a:pt x="835" y="377"/>
                    <a:pt x="930" y="547"/>
                    <a:pt x="1012" y="691"/>
                  </a:cubicBezTo>
                  <a:cubicBezTo>
                    <a:pt x="1030" y="721"/>
                    <a:pt x="1057" y="733"/>
                    <a:pt x="1085" y="733"/>
                  </a:cubicBezTo>
                  <a:cubicBezTo>
                    <a:pt x="1150" y="733"/>
                    <a:pt x="1220" y="667"/>
                    <a:pt x="1185" y="596"/>
                  </a:cubicBezTo>
                  <a:cubicBezTo>
                    <a:pt x="1072" y="364"/>
                    <a:pt x="929" y="88"/>
                    <a:pt x="655" y="15"/>
                  </a:cubicBezTo>
                  <a:cubicBezTo>
                    <a:pt x="619" y="5"/>
                    <a:pt x="581" y="1"/>
                    <a:pt x="5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9150" lIns="91425" spcFirstLastPara="1" rIns="91425" wrap="square" tIns="291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17" name="Google Shape;617;p9"/>
            <p:cNvSpPr/>
            <p:nvPr/>
          </p:nvSpPr>
          <p:spPr>
            <a:xfrm>
              <a:off x="7385040" y="-387360"/>
              <a:ext cx="26640" cy="18720"/>
            </a:xfrm>
            <a:custGeom>
              <a:rect b="b" l="l" r="r" t="t"/>
              <a:pathLst>
                <a:path extrusionOk="0" h="314" w="440">
                  <a:moveTo>
                    <a:pt x="257" y="0"/>
                  </a:moveTo>
                  <a:cubicBezTo>
                    <a:pt x="212" y="0"/>
                    <a:pt x="166" y="19"/>
                    <a:pt x="131" y="55"/>
                  </a:cubicBezTo>
                  <a:cubicBezTo>
                    <a:pt x="125" y="56"/>
                    <a:pt x="107" y="69"/>
                    <a:pt x="107" y="70"/>
                  </a:cubicBezTo>
                  <a:cubicBezTo>
                    <a:pt x="1" y="133"/>
                    <a:pt x="64" y="314"/>
                    <a:pt x="177" y="314"/>
                  </a:cubicBezTo>
                  <a:cubicBezTo>
                    <a:pt x="185" y="314"/>
                    <a:pt x="193" y="313"/>
                    <a:pt x="201" y="311"/>
                  </a:cubicBezTo>
                  <a:cubicBezTo>
                    <a:pt x="201" y="311"/>
                    <a:pt x="223" y="307"/>
                    <a:pt x="229" y="306"/>
                  </a:cubicBezTo>
                  <a:lnTo>
                    <a:pt x="229" y="304"/>
                  </a:lnTo>
                  <a:cubicBezTo>
                    <a:pt x="231" y="304"/>
                    <a:pt x="232" y="304"/>
                    <a:pt x="234" y="304"/>
                  </a:cubicBezTo>
                  <a:cubicBezTo>
                    <a:pt x="344" y="304"/>
                    <a:pt x="439" y="210"/>
                    <a:pt x="393" y="95"/>
                  </a:cubicBezTo>
                  <a:cubicBezTo>
                    <a:pt x="368" y="30"/>
                    <a:pt x="313" y="0"/>
                    <a:pt x="2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350" lIns="91425" spcFirstLastPara="1" rIns="91425" wrap="square" tIns="9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18" name="Google Shape;618;p9"/>
            <p:cNvSpPr/>
            <p:nvPr/>
          </p:nvSpPr>
          <p:spPr>
            <a:xfrm>
              <a:off x="7144560" y="-289440"/>
              <a:ext cx="18360" cy="14400"/>
            </a:xfrm>
            <a:custGeom>
              <a:rect b="b" l="l" r="r" t="t"/>
              <a:pathLst>
                <a:path extrusionOk="0" h="244" w="308">
                  <a:moveTo>
                    <a:pt x="162" y="1"/>
                  </a:moveTo>
                  <a:cubicBezTo>
                    <a:pt x="83" y="1"/>
                    <a:pt x="1" y="71"/>
                    <a:pt x="38" y="166"/>
                  </a:cubicBezTo>
                  <a:cubicBezTo>
                    <a:pt x="59" y="220"/>
                    <a:pt x="102" y="243"/>
                    <a:pt x="147" y="243"/>
                  </a:cubicBezTo>
                  <a:cubicBezTo>
                    <a:pt x="226" y="243"/>
                    <a:pt x="308" y="171"/>
                    <a:pt x="270" y="76"/>
                  </a:cubicBezTo>
                  <a:cubicBezTo>
                    <a:pt x="250" y="23"/>
                    <a:pt x="206" y="1"/>
                    <a:pt x="1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200" lIns="91425" spcFirstLastPara="1" rIns="91425" wrap="square" tIns="7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19" name="Google Shape;619;p9"/>
            <p:cNvSpPr/>
            <p:nvPr/>
          </p:nvSpPr>
          <p:spPr>
            <a:xfrm>
              <a:off x="7213320" y="-322200"/>
              <a:ext cx="21240" cy="16920"/>
            </a:xfrm>
            <a:custGeom>
              <a:rect b="b" l="l" r="r" t="t"/>
              <a:pathLst>
                <a:path extrusionOk="0" h="280" w="351">
                  <a:moveTo>
                    <a:pt x="182" y="0"/>
                  </a:moveTo>
                  <a:cubicBezTo>
                    <a:pt x="92" y="0"/>
                    <a:pt x="0" y="82"/>
                    <a:pt x="42" y="193"/>
                  </a:cubicBezTo>
                  <a:cubicBezTo>
                    <a:pt x="66" y="254"/>
                    <a:pt x="116" y="280"/>
                    <a:pt x="166" y="280"/>
                  </a:cubicBezTo>
                  <a:cubicBezTo>
                    <a:pt x="257" y="280"/>
                    <a:pt x="351" y="198"/>
                    <a:pt x="308" y="89"/>
                  </a:cubicBezTo>
                  <a:cubicBezTo>
                    <a:pt x="283" y="27"/>
                    <a:pt x="233" y="0"/>
                    <a:pt x="1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8625" lIns="91425" spcFirstLastPara="1" rIns="91425" wrap="square" tIns="86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20" name="Google Shape;620;p9"/>
            <p:cNvSpPr/>
            <p:nvPr/>
          </p:nvSpPr>
          <p:spPr>
            <a:xfrm>
              <a:off x="6763680" y="-181440"/>
              <a:ext cx="29520" cy="19440"/>
            </a:xfrm>
            <a:custGeom>
              <a:rect b="b" l="l" r="r" t="t"/>
              <a:pathLst>
                <a:path extrusionOk="0" h="323" w="491">
                  <a:moveTo>
                    <a:pt x="276" y="0"/>
                  </a:moveTo>
                  <a:cubicBezTo>
                    <a:pt x="257" y="0"/>
                    <a:pt x="237" y="4"/>
                    <a:pt x="217" y="13"/>
                  </a:cubicBezTo>
                  <a:lnTo>
                    <a:pt x="155" y="42"/>
                  </a:lnTo>
                  <a:cubicBezTo>
                    <a:pt x="1" y="112"/>
                    <a:pt x="65" y="323"/>
                    <a:pt x="208" y="323"/>
                  </a:cubicBezTo>
                  <a:cubicBezTo>
                    <a:pt x="225" y="323"/>
                    <a:pt x="242" y="320"/>
                    <a:pt x="261" y="314"/>
                  </a:cubicBezTo>
                  <a:lnTo>
                    <a:pt x="327" y="291"/>
                  </a:lnTo>
                  <a:cubicBezTo>
                    <a:pt x="490" y="239"/>
                    <a:pt x="417" y="0"/>
                    <a:pt x="2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21" name="Google Shape;621;p9"/>
            <p:cNvSpPr/>
            <p:nvPr/>
          </p:nvSpPr>
          <p:spPr>
            <a:xfrm>
              <a:off x="6998760" y="-324720"/>
              <a:ext cx="70560" cy="64440"/>
            </a:xfrm>
            <a:custGeom>
              <a:rect b="b" l="l" r="r" t="t"/>
              <a:pathLst>
                <a:path extrusionOk="0" h="1058" w="1163">
                  <a:moveTo>
                    <a:pt x="808" y="165"/>
                  </a:moveTo>
                  <a:lnTo>
                    <a:pt x="808" y="165"/>
                  </a:lnTo>
                  <a:cubicBezTo>
                    <a:pt x="805" y="193"/>
                    <a:pt x="812" y="224"/>
                    <a:pt x="833" y="246"/>
                  </a:cubicBezTo>
                  <a:cubicBezTo>
                    <a:pt x="957" y="369"/>
                    <a:pt x="900" y="566"/>
                    <a:pt x="777" y="666"/>
                  </a:cubicBezTo>
                  <a:cubicBezTo>
                    <a:pt x="714" y="716"/>
                    <a:pt x="536" y="818"/>
                    <a:pt x="417" y="818"/>
                  </a:cubicBezTo>
                  <a:cubicBezTo>
                    <a:pt x="362" y="818"/>
                    <a:pt x="320" y="796"/>
                    <a:pt x="309" y="736"/>
                  </a:cubicBezTo>
                  <a:cubicBezTo>
                    <a:pt x="258" y="460"/>
                    <a:pt x="564" y="203"/>
                    <a:pt x="808" y="165"/>
                  </a:cubicBezTo>
                  <a:close/>
                  <a:moveTo>
                    <a:pt x="803" y="0"/>
                  </a:moveTo>
                  <a:cubicBezTo>
                    <a:pt x="803" y="0"/>
                    <a:pt x="802" y="0"/>
                    <a:pt x="801" y="0"/>
                  </a:cubicBezTo>
                  <a:cubicBezTo>
                    <a:pt x="543" y="9"/>
                    <a:pt x="316" y="156"/>
                    <a:pt x="187" y="380"/>
                  </a:cubicBezTo>
                  <a:cubicBezTo>
                    <a:pt x="84" y="559"/>
                    <a:pt x="0" y="951"/>
                    <a:pt x="261" y="1043"/>
                  </a:cubicBezTo>
                  <a:cubicBezTo>
                    <a:pt x="288" y="1054"/>
                    <a:pt x="318" y="1058"/>
                    <a:pt x="349" y="1058"/>
                  </a:cubicBezTo>
                  <a:cubicBezTo>
                    <a:pt x="453" y="1058"/>
                    <a:pt x="570" y="1008"/>
                    <a:pt x="658" y="973"/>
                  </a:cubicBezTo>
                  <a:cubicBezTo>
                    <a:pt x="801" y="919"/>
                    <a:pt x="943" y="836"/>
                    <a:pt x="1030" y="706"/>
                  </a:cubicBezTo>
                  <a:cubicBezTo>
                    <a:pt x="1162" y="511"/>
                    <a:pt x="1141" y="214"/>
                    <a:pt x="917" y="101"/>
                  </a:cubicBezTo>
                  <a:cubicBezTo>
                    <a:pt x="906" y="94"/>
                    <a:pt x="896" y="93"/>
                    <a:pt x="886" y="91"/>
                  </a:cubicBezTo>
                  <a:cubicBezTo>
                    <a:pt x="890" y="48"/>
                    <a:pt x="861" y="0"/>
                    <a:pt x="8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2400" lIns="91425" spcFirstLastPara="1" rIns="91425" wrap="square" tIns="3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22" name="Google Shape;622;p9"/>
            <p:cNvSpPr/>
            <p:nvPr/>
          </p:nvSpPr>
          <p:spPr>
            <a:xfrm>
              <a:off x="7014600" y="-314640"/>
              <a:ext cx="42120" cy="39600"/>
            </a:xfrm>
            <a:custGeom>
              <a:rect b="b" l="l" r="r" t="t"/>
              <a:pathLst>
                <a:path extrusionOk="0" h="655" w="698">
                  <a:moveTo>
                    <a:pt x="548" y="1"/>
                  </a:moveTo>
                  <a:lnTo>
                    <a:pt x="548" y="1"/>
                  </a:lnTo>
                  <a:cubicBezTo>
                    <a:pt x="306" y="36"/>
                    <a:pt x="0" y="296"/>
                    <a:pt x="51" y="572"/>
                  </a:cubicBezTo>
                  <a:cubicBezTo>
                    <a:pt x="62" y="632"/>
                    <a:pt x="104" y="654"/>
                    <a:pt x="159" y="654"/>
                  </a:cubicBezTo>
                  <a:cubicBezTo>
                    <a:pt x="278" y="654"/>
                    <a:pt x="456" y="552"/>
                    <a:pt x="519" y="502"/>
                  </a:cubicBezTo>
                  <a:cubicBezTo>
                    <a:pt x="642" y="402"/>
                    <a:pt x="697" y="205"/>
                    <a:pt x="574" y="82"/>
                  </a:cubicBezTo>
                  <a:cubicBezTo>
                    <a:pt x="553" y="57"/>
                    <a:pt x="546" y="28"/>
                    <a:pt x="5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9800" lIns="91425" spcFirstLastPara="1" rIns="91425" wrap="square" tIns="19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23" name="Google Shape;623;p9"/>
            <p:cNvSpPr/>
            <p:nvPr/>
          </p:nvSpPr>
          <p:spPr>
            <a:xfrm>
              <a:off x="6890400" y="-311400"/>
              <a:ext cx="66600" cy="65880"/>
            </a:xfrm>
            <a:custGeom>
              <a:rect b="b" l="l" r="r" t="t"/>
              <a:pathLst>
                <a:path extrusionOk="0" h="1082" w="1099">
                  <a:moveTo>
                    <a:pt x="401" y="251"/>
                  </a:moveTo>
                  <a:cubicBezTo>
                    <a:pt x="416" y="251"/>
                    <a:pt x="433" y="254"/>
                    <a:pt x="453" y="260"/>
                  </a:cubicBezTo>
                  <a:cubicBezTo>
                    <a:pt x="535" y="284"/>
                    <a:pt x="610" y="323"/>
                    <a:pt x="678" y="373"/>
                  </a:cubicBezTo>
                  <a:cubicBezTo>
                    <a:pt x="818" y="479"/>
                    <a:pt x="943" y="655"/>
                    <a:pt x="984" y="832"/>
                  </a:cubicBezTo>
                  <a:cubicBezTo>
                    <a:pt x="976" y="829"/>
                    <a:pt x="967" y="829"/>
                    <a:pt x="956" y="829"/>
                  </a:cubicBezTo>
                  <a:cubicBezTo>
                    <a:pt x="926" y="833"/>
                    <a:pt x="896" y="835"/>
                    <a:pt x="867" y="835"/>
                  </a:cubicBezTo>
                  <a:cubicBezTo>
                    <a:pt x="610" y="835"/>
                    <a:pt x="355" y="688"/>
                    <a:pt x="318" y="403"/>
                  </a:cubicBezTo>
                  <a:cubicBezTo>
                    <a:pt x="308" y="316"/>
                    <a:pt x="329" y="251"/>
                    <a:pt x="401" y="251"/>
                  </a:cubicBezTo>
                  <a:close/>
                  <a:moveTo>
                    <a:pt x="346" y="0"/>
                  </a:moveTo>
                  <a:cubicBezTo>
                    <a:pt x="218" y="0"/>
                    <a:pt x="109" y="64"/>
                    <a:pt x="76" y="241"/>
                  </a:cubicBezTo>
                  <a:cubicBezTo>
                    <a:pt x="0" y="639"/>
                    <a:pt x="384" y="1082"/>
                    <a:pt x="786" y="1082"/>
                  </a:cubicBezTo>
                  <a:cubicBezTo>
                    <a:pt x="860" y="1082"/>
                    <a:pt x="934" y="1067"/>
                    <a:pt x="1005" y="1035"/>
                  </a:cubicBezTo>
                  <a:cubicBezTo>
                    <a:pt x="1055" y="1012"/>
                    <a:pt x="1073" y="964"/>
                    <a:pt x="1068" y="920"/>
                  </a:cubicBezTo>
                  <a:cubicBezTo>
                    <a:pt x="1085" y="913"/>
                    <a:pt x="1099" y="896"/>
                    <a:pt x="1098" y="870"/>
                  </a:cubicBezTo>
                  <a:cubicBezTo>
                    <a:pt x="1083" y="567"/>
                    <a:pt x="979" y="318"/>
                    <a:pt x="723" y="138"/>
                  </a:cubicBezTo>
                  <a:cubicBezTo>
                    <a:pt x="615" y="61"/>
                    <a:pt x="471" y="0"/>
                    <a:pt x="3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3100" lIns="91425" spcFirstLastPara="1" rIns="91425" wrap="square" tIns="33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24" name="Google Shape;624;p9"/>
            <p:cNvSpPr/>
            <p:nvPr/>
          </p:nvSpPr>
          <p:spPr>
            <a:xfrm>
              <a:off x="7604640" y="-586800"/>
              <a:ext cx="50040" cy="80280"/>
            </a:xfrm>
            <a:custGeom>
              <a:rect b="b" l="l" r="r" t="t"/>
              <a:pathLst>
                <a:path extrusionOk="0" h="1318" w="828">
                  <a:moveTo>
                    <a:pt x="674" y="0"/>
                  </a:moveTo>
                  <a:cubicBezTo>
                    <a:pt x="646" y="0"/>
                    <a:pt x="619" y="14"/>
                    <a:pt x="600" y="45"/>
                  </a:cubicBezTo>
                  <a:cubicBezTo>
                    <a:pt x="372" y="422"/>
                    <a:pt x="173" y="808"/>
                    <a:pt x="20" y="1223"/>
                  </a:cubicBezTo>
                  <a:cubicBezTo>
                    <a:pt x="1" y="1276"/>
                    <a:pt x="45" y="1317"/>
                    <a:pt x="88" y="1317"/>
                  </a:cubicBezTo>
                  <a:cubicBezTo>
                    <a:pt x="110" y="1317"/>
                    <a:pt x="133" y="1306"/>
                    <a:pt x="145" y="1278"/>
                  </a:cubicBezTo>
                  <a:cubicBezTo>
                    <a:pt x="316" y="891"/>
                    <a:pt x="520" y="520"/>
                    <a:pt x="768" y="177"/>
                  </a:cubicBezTo>
                  <a:cubicBezTo>
                    <a:pt x="827" y="94"/>
                    <a:pt x="748" y="0"/>
                    <a:pt x="6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0300" lIns="91425" spcFirstLastPara="1" rIns="91425" wrap="square" tIns="40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25" name="Google Shape;625;p9"/>
            <p:cNvSpPr/>
            <p:nvPr/>
          </p:nvSpPr>
          <p:spPr>
            <a:xfrm>
              <a:off x="6849360" y="-234360"/>
              <a:ext cx="20520" cy="16200"/>
            </a:xfrm>
            <a:custGeom>
              <a:rect b="b" l="l" r="r" t="t"/>
              <a:pathLst>
                <a:path extrusionOk="0" h="271" w="342">
                  <a:moveTo>
                    <a:pt x="178" y="1"/>
                  </a:moveTo>
                  <a:cubicBezTo>
                    <a:pt x="90" y="1"/>
                    <a:pt x="0" y="80"/>
                    <a:pt x="43" y="187"/>
                  </a:cubicBezTo>
                  <a:cubicBezTo>
                    <a:pt x="66" y="246"/>
                    <a:pt x="114" y="271"/>
                    <a:pt x="163" y="271"/>
                  </a:cubicBezTo>
                  <a:cubicBezTo>
                    <a:pt x="251" y="271"/>
                    <a:pt x="341" y="192"/>
                    <a:pt x="299" y="85"/>
                  </a:cubicBezTo>
                  <a:cubicBezTo>
                    <a:pt x="276" y="26"/>
                    <a:pt x="227" y="1"/>
                    <a:pt x="1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8275" lIns="91425" spcFirstLastPara="1" rIns="91425" wrap="square" tIns="8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26" name="Google Shape;626;p9"/>
            <p:cNvSpPr/>
            <p:nvPr/>
          </p:nvSpPr>
          <p:spPr>
            <a:xfrm>
              <a:off x="6909120" y="-295920"/>
              <a:ext cx="41040" cy="35280"/>
            </a:xfrm>
            <a:custGeom>
              <a:rect b="b" l="l" r="r" t="t"/>
              <a:pathLst>
                <a:path extrusionOk="0" h="585" w="678">
                  <a:moveTo>
                    <a:pt x="96" y="1"/>
                  </a:moveTo>
                  <a:cubicBezTo>
                    <a:pt x="23" y="1"/>
                    <a:pt x="1" y="67"/>
                    <a:pt x="13" y="154"/>
                  </a:cubicBezTo>
                  <a:cubicBezTo>
                    <a:pt x="48" y="437"/>
                    <a:pt x="305" y="585"/>
                    <a:pt x="563" y="585"/>
                  </a:cubicBezTo>
                  <a:cubicBezTo>
                    <a:pt x="592" y="585"/>
                    <a:pt x="620" y="583"/>
                    <a:pt x="649" y="579"/>
                  </a:cubicBezTo>
                  <a:cubicBezTo>
                    <a:pt x="652" y="578"/>
                    <a:pt x="656" y="578"/>
                    <a:pt x="659" y="578"/>
                  </a:cubicBezTo>
                  <a:cubicBezTo>
                    <a:pt x="665" y="578"/>
                    <a:pt x="671" y="580"/>
                    <a:pt x="677" y="581"/>
                  </a:cubicBezTo>
                  <a:cubicBezTo>
                    <a:pt x="636" y="404"/>
                    <a:pt x="511" y="226"/>
                    <a:pt x="373" y="123"/>
                  </a:cubicBezTo>
                  <a:cubicBezTo>
                    <a:pt x="303" y="73"/>
                    <a:pt x="228" y="35"/>
                    <a:pt x="147" y="10"/>
                  </a:cubicBezTo>
                  <a:cubicBezTo>
                    <a:pt x="128" y="3"/>
                    <a:pt x="111" y="1"/>
                    <a:pt x="9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7625" lIns="91425" spcFirstLastPara="1" rIns="91425" wrap="square" tIns="176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27" name="Google Shape;627;p9"/>
            <p:cNvSpPr/>
            <p:nvPr/>
          </p:nvSpPr>
          <p:spPr>
            <a:xfrm>
              <a:off x="7170120" y="-378360"/>
              <a:ext cx="27360" cy="27360"/>
            </a:xfrm>
            <a:custGeom>
              <a:rect b="b" l="l" r="r" t="t"/>
              <a:pathLst>
                <a:path extrusionOk="0" h="455" w="455">
                  <a:moveTo>
                    <a:pt x="240" y="1"/>
                  </a:moveTo>
                  <a:cubicBezTo>
                    <a:pt x="168" y="1"/>
                    <a:pt x="97" y="38"/>
                    <a:pt x="69" y="109"/>
                  </a:cubicBezTo>
                  <a:cubicBezTo>
                    <a:pt x="59" y="141"/>
                    <a:pt x="46" y="172"/>
                    <a:pt x="33" y="202"/>
                  </a:cubicBezTo>
                  <a:cubicBezTo>
                    <a:pt x="1" y="291"/>
                    <a:pt x="33" y="406"/>
                    <a:pt x="128" y="441"/>
                  </a:cubicBezTo>
                  <a:cubicBezTo>
                    <a:pt x="152" y="450"/>
                    <a:pt x="176" y="455"/>
                    <a:pt x="200" y="455"/>
                  </a:cubicBezTo>
                  <a:cubicBezTo>
                    <a:pt x="269" y="455"/>
                    <a:pt x="333" y="415"/>
                    <a:pt x="366" y="348"/>
                  </a:cubicBezTo>
                  <a:cubicBezTo>
                    <a:pt x="381" y="319"/>
                    <a:pt x="395" y="287"/>
                    <a:pt x="409" y="258"/>
                  </a:cubicBezTo>
                  <a:cubicBezTo>
                    <a:pt x="454" y="172"/>
                    <a:pt x="405" y="50"/>
                    <a:pt x="314" y="15"/>
                  </a:cubicBezTo>
                  <a:cubicBezTo>
                    <a:pt x="291" y="5"/>
                    <a:pt x="265" y="1"/>
                    <a:pt x="2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3675" lIns="91425" spcFirstLastPara="1" rIns="91425" wrap="square" tIns="13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28" name="Google Shape;628;p9"/>
            <p:cNvSpPr/>
            <p:nvPr/>
          </p:nvSpPr>
          <p:spPr>
            <a:xfrm>
              <a:off x="7117200" y="-350280"/>
              <a:ext cx="15840" cy="12600"/>
            </a:xfrm>
            <a:custGeom>
              <a:rect b="b" l="l" r="r" t="t"/>
              <a:pathLst>
                <a:path extrusionOk="0" h="213" w="268">
                  <a:moveTo>
                    <a:pt x="140" y="0"/>
                  </a:moveTo>
                  <a:cubicBezTo>
                    <a:pt x="71" y="0"/>
                    <a:pt x="0" y="63"/>
                    <a:pt x="34" y="146"/>
                  </a:cubicBezTo>
                  <a:cubicBezTo>
                    <a:pt x="52" y="193"/>
                    <a:pt x="90" y="213"/>
                    <a:pt x="128" y="213"/>
                  </a:cubicBezTo>
                  <a:cubicBezTo>
                    <a:pt x="197" y="213"/>
                    <a:pt x="268" y="150"/>
                    <a:pt x="235" y="67"/>
                  </a:cubicBezTo>
                  <a:cubicBezTo>
                    <a:pt x="217" y="20"/>
                    <a:pt x="179" y="0"/>
                    <a:pt x="1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475" lIns="91425" spcFirstLastPara="1" rIns="91425" wrap="square" tIns="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29" name="Google Shape;629;p9"/>
            <p:cNvSpPr/>
            <p:nvPr/>
          </p:nvSpPr>
          <p:spPr>
            <a:xfrm>
              <a:off x="7252920" y="-425520"/>
              <a:ext cx="14760" cy="11520"/>
            </a:xfrm>
            <a:custGeom>
              <a:rect b="b" l="l" r="r" t="t"/>
              <a:pathLst>
                <a:path extrusionOk="0" h="197" w="248">
                  <a:moveTo>
                    <a:pt x="130" y="0"/>
                  </a:moveTo>
                  <a:cubicBezTo>
                    <a:pt x="66" y="0"/>
                    <a:pt x="0" y="58"/>
                    <a:pt x="31" y="135"/>
                  </a:cubicBezTo>
                  <a:cubicBezTo>
                    <a:pt x="49" y="179"/>
                    <a:pt x="84" y="197"/>
                    <a:pt x="119" y="197"/>
                  </a:cubicBezTo>
                  <a:cubicBezTo>
                    <a:pt x="183" y="197"/>
                    <a:pt x="248" y="139"/>
                    <a:pt x="217" y="62"/>
                  </a:cubicBezTo>
                  <a:cubicBezTo>
                    <a:pt x="200" y="18"/>
                    <a:pt x="165" y="0"/>
                    <a:pt x="1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750" lIns="91425" spcFirstLastPara="1" rIns="91425" wrap="square" tIns="5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30" name="Google Shape;630;p9"/>
            <p:cNvSpPr/>
            <p:nvPr/>
          </p:nvSpPr>
          <p:spPr>
            <a:xfrm>
              <a:off x="6789240" y="-290520"/>
              <a:ext cx="24480" cy="20520"/>
            </a:xfrm>
            <a:custGeom>
              <a:rect b="b" l="l" r="r" t="t"/>
              <a:pathLst>
                <a:path extrusionOk="0" h="344" w="405">
                  <a:moveTo>
                    <a:pt x="216" y="0"/>
                  </a:moveTo>
                  <a:cubicBezTo>
                    <a:pt x="114" y="0"/>
                    <a:pt x="1" y="94"/>
                    <a:pt x="59" y="209"/>
                  </a:cubicBezTo>
                  <a:lnTo>
                    <a:pt x="78" y="249"/>
                  </a:lnTo>
                  <a:cubicBezTo>
                    <a:pt x="98" y="316"/>
                    <a:pt x="147" y="343"/>
                    <a:pt x="199" y="343"/>
                  </a:cubicBezTo>
                  <a:cubicBezTo>
                    <a:pt x="224" y="343"/>
                    <a:pt x="248" y="337"/>
                    <a:pt x="271" y="327"/>
                  </a:cubicBezTo>
                  <a:cubicBezTo>
                    <a:pt x="348" y="301"/>
                    <a:pt x="404" y="229"/>
                    <a:pt x="358" y="138"/>
                  </a:cubicBezTo>
                  <a:lnTo>
                    <a:pt x="345" y="96"/>
                  </a:lnTo>
                  <a:cubicBezTo>
                    <a:pt x="325" y="28"/>
                    <a:pt x="272" y="0"/>
                    <a:pt x="2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0425" lIns="91425" spcFirstLastPara="1" rIns="91425" wrap="square" tIns="10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31" name="Google Shape;631;p9"/>
            <p:cNvSpPr/>
            <p:nvPr/>
          </p:nvSpPr>
          <p:spPr>
            <a:xfrm>
              <a:off x="7032600" y="-377640"/>
              <a:ext cx="17640" cy="14040"/>
            </a:xfrm>
            <a:custGeom>
              <a:rect b="b" l="l" r="r" t="t"/>
              <a:pathLst>
                <a:path extrusionOk="0" h="234" w="296">
                  <a:moveTo>
                    <a:pt x="154" y="0"/>
                  </a:moveTo>
                  <a:cubicBezTo>
                    <a:pt x="79" y="0"/>
                    <a:pt x="1" y="68"/>
                    <a:pt x="37" y="160"/>
                  </a:cubicBezTo>
                  <a:cubicBezTo>
                    <a:pt x="58" y="211"/>
                    <a:pt x="100" y="233"/>
                    <a:pt x="142" y="233"/>
                  </a:cubicBezTo>
                  <a:cubicBezTo>
                    <a:pt x="218" y="233"/>
                    <a:pt x="296" y="165"/>
                    <a:pt x="260" y="73"/>
                  </a:cubicBezTo>
                  <a:cubicBezTo>
                    <a:pt x="239" y="22"/>
                    <a:pt x="197" y="0"/>
                    <a:pt x="1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200" lIns="91425" spcFirstLastPara="1" rIns="91425" wrap="square" tIns="7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32" name="Google Shape;632;p9"/>
            <p:cNvSpPr/>
            <p:nvPr/>
          </p:nvSpPr>
          <p:spPr>
            <a:xfrm>
              <a:off x="7157520" y="-443160"/>
              <a:ext cx="23400" cy="23040"/>
            </a:xfrm>
            <a:custGeom>
              <a:rect b="b" l="l" r="r" t="t"/>
              <a:pathLst>
                <a:path extrusionOk="0" h="383" w="387">
                  <a:moveTo>
                    <a:pt x="168" y="0"/>
                  </a:moveTo>
                  <a:cubicBezTo>
                    <a:pt x="150" y="0"/>
                    <a:pt x="132" y="4"/>
                    <a:pt x="113" y="10"/>
                  </a:cubicBezTo>
                  <a:cubicBezTo>
                    <a:pt x="30" y="43"/>
                    <a:pt x="0" y="134"/>
                    <a:pt x="26" y="213"/>
                  </a:cubicBezTo>
                  <a:lnTo>
                    <a:pt x="47" y="280"/>
                  </a:lnTo>
                  <a:cubicBezTo>
                    <a:pt x="65" y="343"/>
                    <a:pt x="133" y="382"/>
                    <a:pt x="197" y="382"/>
                  </a:cubicBezTo>
                  <a:cubicBezTo>
                    <a:pt x="217" y="382"/>
                    <a:pt x="237" y="378"/>
                    <a:pt x="255" y="370"/>
                  </a:cubicBezTo>
                  <a:cubicBezTo>
                    <a:pt x="332" y="339"/>
                    <a:pt x="387" y="244"/>
                    <a:pt x="346" y="164"/>
                  </a:cubicBezTo>
                  <a:lnTo>
                    <a:pt x="316" y="100"/>
                  </a:lnTo>
                  <a:cubicBezTo>
                    <a:pt x="286" y="40"/>
                    <a:pt x="230" y="0"/>
                    <a:pt x="1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1500" lIns="91425" spcFirstLastPara="1" rIns="91425" wrap="square" tIns="11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33" name="Google Shape;633;p9"/>
            <p:cNvSpPr/>
            <p:nvPr/>
          </p:nvSpPr>
          <p:spPr>
            <a:xfrm>
              <a:off x="6958080" y="-367920"/>
              <a:ext cx="19440" cy="15480"/>
            </a:xfrm>
            <a:custGeom>
              <a:rect b="b" l="l" r="r" t="t"/>
              <a:pathLst>
                <a:path extrusionOk="0" h="257" w="323">
                  <a:moveTo>
                    <a:pt x="168" y="1"/>
                  </a:moveTo>
                  <a:cubicBezTo>
                    <a:pt x="85" y="1"/>
                    <a:pt x="1" y="75"/>
                    <a:pt x="41" y="176"/>
                  </a:cubicBezTo>
                  <a:cubicBezTo>
                    <a:pt x="63" y="232"/>
                    <a:pt x="109" y="256"/>
                    <a:pt x="155" y="256"/>
                  </a:cubicBezTo>
                  <a:cubicBezTo>
                    <a:pt x="238" y="256"/>
                    <a:pt x="323" y="182"/>
                    <a:pt x="283" y="81"/>
                  </a:cubicBezTo>
                  <a:cubicBezTo>
                    <a:pt x="261" y="25"/>
                    <a:pt x="215" y="1"/>
                    <a:pt x="1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900" lIns="91425" spcFirstLastPara="1" rIns="91425" wrap="square" tIns="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34" name="Google Shape;634;p9"/>
            <p:cNvSpPr/>
            <p:nvPr/>
          </p:nvSpPr>
          <p:spPr>
            <a:xfrm>
              <a:off x="6864480" y="-576360"/>
              <a:ext cx="35280" cy="76320"/>
            </a:xfrm>
            <a:custGeom>
              <a:rect b="b" l="l" r="r" t="t"/>
              <a:pathLst>
                <a:path extrusionOk="0" h="1256" w="585">
                  <a:moveTo>
                    <a:pt x="182" y="1"/>
                  </a:moveTo>
                  <a:cubicBezTo>
                    <a:pt x="141" y="1"/>
                    <a:pt x="96" y="30"/>
                    <a:pt x="87" y="71"/>
                  </a:cubicBezTo>
                  <a:cubicBezTo>
                    <a:pt x="1" y="453"/>
                    <a:pt x="165" y="923"/>
                    <a:pt x="405" y="1224"/>
                  </a:cubicBezTo>
                  <a:cubicBezTo>
                    <a:pt x="423" y="1246"/>
                    <a:pt x="447" y="1256"/>
                    <a:pt x="472" y="1256"/>
                  </a:cubicBezTo>
                  <a:cubicBezTo>
                    <a:pt x="529" y="1256"/>
                    <a:pt x="585" y="1204"/>
                    <a:pt x="556" y="1139"/>
                  </a:cubicBezTo>
                  <a:cubicBezTo>
                    <a:pt x="478" y="947"/>
                    <a:pt x="389" y="763"/>
                    <a:pt x="342" y="558"/>
                  </a:cubicBezTo>
                  <a:cubicBezTo>
                    <a:pt x="305" y="390"/>
                    <a:pt x="290" y="220"/>
                    <a:pt x="249" y="54"/>
                  </a:cubicBezTo>
                  <a:cubicBezTo>
                    <a:pt x="240" y="17"/>
                    <a:pt x="212" y="1"/>
                    <a:pt x="1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8150" lIns="91425" spcFirstLastPara="1" rIns="91425" wrap="square" tIns="381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635" name="Google Shape;635;p9"/>
          <p:cNvGrpSpPr/>
          <p:nvPr/>
        </p:nvGrpSpPr>
        <p:grpSpPr>
          <a:xfrm>
            <a:off x="7351200" y="2886840"/>
            <a:ext cx="1564200" cy="2329200"/>
            <a:chOff x="7351200" y="2886840"/>
            <a:chExt cx="1564200" cy="2329200"/>
          </a:xfrm>
        </p:grpSpPr>
        <p:sp>
          <p:nvSpPr>
            <p:cNvPr id="636" name="Google Shape;636;p9"/>
            <p:cNvSpPr/>
            <p:nvPr/>
          </p:nvSpPr>
          <p:spPr>
            <a:xfrm>
              <a:off x="7623360" y="2996640"/>
              <a:ext cx="213120" cy="431280"/>
            </a:xfrm>
            <a:custGeom>
              <a:rect b="b" l="l" r="r" t="t"/>
              <a:pathLst>
                <a:path extrusionOk="0" h="7066" w="3498">
                  <a:moveTo>
                    <a:pt x="165" y="1"/>
                  </a:moveTo>
                  <a:cubicBezTo>
                    <a:pt x="79" y="1"/>
                    <a:pt x="1" y="117"/>
                    <a:pt x="78" y="200"/>
                  </a:cubicBezTo>
                  <a:cubicBezTo>
                    <a:pt x="215" y="347"/>
                    <a:pt x="394" y="436"/>
                    <a:pt x="548" y="562"/>
                  </a:cubicBezTo>
                  <a:cubicBezTo>
                    <a:pt x="721" y="707"/>
                    <a:pt x="856" y="911"/>
                    <a:pt x="993" y="1085"/>
                  </a:cubicBezTo>
                  <a:cubicBezTo>
                    <a:pt x="1302" y="1474"/>
                    <a:pt x="1397" y="1944"/>
                    <a:pt x="1581" y="2395"/>
                  </a:cubicBezTo>
                  <a:cubicBezTo>
                    <a:pt x="1977" y="3368"/>
                    <a:pt x="2294" y="4373"/>
                    <a:pt x="2694" y="5345"/>
                  </a:cubicBezTo>
                  <a:cubicBezTo>
                    <a:pt x="2915" y="5884"/>
                    <a:pt x="3069" y="6435"/>
                    <a:pt x="3248" y="6986"/>
                  </a:cubicBezTo>
                  <a:cubicBezTo>
                    <a:pt x="3266" y="7042"/>
                    <a:pt x="3312" y="7066"/>
                    <a:pt x="3358" y="7066"/>
                  </a:cubicBezTo>
                  <a:cubicBezTo>
                    <a:pt x="3428" y="7066"/>
                    <a:pt x="3498" y="7010"/>
                    <a:pt x="3470" y="6924"/>
                  </a:cubicBezTo>
                  <a:cubicBezTo>
                    <a:pt x="3309" y="6428"/>
                    <a:pt x="3183" y="5922"/>
                    <a:pt x="2982" y="5440"/>
                  </a:cubicBezTo>
                  <a:cubicBezTo>
                    <a:pt x="2772" y="4940"/>
                    <a:pt x="2581" y="4433"/>
                    <a:pt x="2395" y="3924"/>
                  </a:cubicBezTo>
                  <a:cubicBezTo>
                    <a:pt x="2211" y="3422"/>
                    <a:pt x="2029" y="2919"/>
                    <a:pt x="1838" y="2420"/>
                  </a:cubicBezTo>
                  <a:cubicBezTo>
                    <a:pt x="1749" y="2184"/>
                    <a:pt x="1661" y="1953"/>
                    <a:pt x="1581" y="1713"/>
                  </a:cubicBezTo>
                  <a:cubicBezTo>
                    <a:pt x="1509" y="1496"/>
                    <a:pt x="1426" y="1289"/>
                    <a:pt x="1292" y="1102"/>
                  </a:cubicBezTo>
                  <a:cubicBezTo>
                    <a:pt x="1148" y="894"/>
                    <a:pt x="983" y="682"/>
                    <a:pt x="813" y="496"/>
                  </a:cubicBezTo>
                  <a:cubicBezTo>
                    <a:pt x="646" y="313"/>
                    <a:pt x="409" y="218"/>
                    <a:pt x="241" y="37"/>
                  </a:cubicBezTo>
                  <a:cubicBezTo>
                    <a:pt x="218" y="11"/>
                    <a:pt x="191" y="1"/>
                    <a:pt x="165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37" name="Google Shape;637;p9"/>
            <p:cNvSpPr/>
            <p:nvPr/>
          </p:nvSpPr>
          <p:spPr>
            <a:xfrm>
              <a:off x="7739640" y="3415320"/>
              <a:ext cx="97560" cy="94320"/>
            </a:xfrm>
            <a:custGeom>
              <a:rect b="b" l="l" r="r" t="t"/>
              <a:pathLst>
                <a:path extrusionOk="0" h="1553" w="1606">
                  <a:moveTo>
                    <a:pt x="1479" y="0"/>
                  </a:moveTo>
                  <a:cubicBezTo>
                    <a:pt x="1459" y="0"/>
                    <a:pt x="1438" y="5"/>
                    <a:pt x="1420" y="15"/>
                  </a:cubicBezTo>
                  <a:cubicBezTo>
                    <a:pt x="1104" y="167"/>
                    <a:pt x="822" y="405"/>
                    <a:pt x="576" y="650"/>
                  </a:cubicBezTo>
                  <a:cubicBezTo>
                    <a:pt x="449" y="776"/>
                    <a:pt x="328" y="911"/>
                    <a:pt x="222" y="1054"/>
                  </a:cubicBezTo>
                  <a:cubicBezTo>
                    <a:pt x="141" y="1162"/>
                    <a:pt x="66" y="1279"/>
                    <a:pt x="27" y="1410"/>
                  </a:cubicBezTo>
                  <a:cubicBezTo>
                    <a:pt x="1" y="1495"/>
                    <a:pt x="72" y="1552"/>
                    <a:pt x="141" y="1552"/>
                  </a:cubicBezTo>
                  <a:cubicBezTo>
                    <a:pt x="186" y="1552"/>
                    <a:pt x="231" y="1528"/>
                    <a:pt x="248" y="1472"/>
                  </a:cubicBezTo>
                  <a:cubicBezTo>
                    <a:pt x="258" y="1442"/>
                    <a:pt x="262" y="1428"/>
                    <a:pt x="269" y="1414"/>
                  </a:cubicBezTo>
                  <a:cubicBezTo>
                    <a:pt x="282" y="1387"/>
                    <a:pt x="296" y="1360"/>
                    <a:pt x="310" y="1336"/>
                  </a:cubicBezTo>
                  <a:cubicBezTo>
                    <a:pt x="345" y="1274"/>
                    <a:pt x="387" y="1216"/>
                    <a:pt x="429" y="1159"/>
                  </a:cubicBezTo>
                  <a:cubicBezTo>
                    <a:pt x="527" y="1031"/>
                    <a:pt x="636" y="912"/>
                    <a:pt x="751" y="800"/>
                  </a:cubicBezTo>
                  <a:cubicBezTo>
                    <a:pt x="983" y="574"/>
                    <a:pt x="1240" y="355"/>
                    <a:pt x="1534" y="216"/>
                  </a:cubicBezTo>
                  <a:cubicBezTo>
                    <a:pt x="1591" y="190"/>
                    <a:pt x="1605" y="107"/>
                    <a:pt x="1574" y="58"/>
                  </a:cubicBezTo>
                  <a:cubicBezTo>
                    <a:pt x="1554" y="19"/>
                    <a:pt x="1517" y="0"/>
                    <a:pt x="1479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150" lIns="91425" spcFirstLastPara="1" rIns="91425" wrap="square" tIns="471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38" name="Google Shape;638;p9"/>
            <p:cNvSpPr/>
            <p:nvPr/>
          </p:nvSpPr>
          <p:spPr>
            <a:xfrm>
              <a:off x="7484400" y="3340800"/>
              <a:ext cx="273240" cy="170280"/>
            </a:xfrm>
            <a:custGeom>
              <a:rect b="b" l="l" r="r" t="t"/>
              <a:pathLst>
                <a:path extrusionOk="0" h="2792" w="4481">
                  <a:moveTo>
                    <a:pt x="139" y="1"/>
                  </a:moveTo>
                  <a:cubicBezTo>
                    <a:pt x="68" y="1"/>
                    <a:pt x="0" y="56"/>
                    <a:pt x="30" y="140"/>
                  </a:cubicBezTo>
                  <a:cubicBezTo>
                    <a:pt x="101" y="340"/>
                    <a:pt x="165" y="551"/>
                    <a:pt x="275" y="734"/>
                  </a:cubicBezTo>
                  <a:cubicBezTo>
                    <a:pt x="363" y="880"/>
                    <a:pt x="492" y="999"/>
                    <a:pt x="631" y="1100"/>
                  </a:cubicBezTo>
                  <a:cubicBezTo>
                    <a:pt x="956" y="1338"/>
                    <a:pt x="1334" y="1511"/>
                    <a:pt x="1693" y="1691"/>
                  </a:cubicBezTo>
                  <a:cubicBezTo>
                    <a:pt x="2118" y="1903"/>
                    <a:pt x="2547" y="2104"/>
                    <a:pt x="2984" y="2293"/>
                  </a:cubicBezTo>
                  <a:cubicBezTo>
                    <a:pt x="3409" y="2476"/>
                    <a:pt x="3842" y="2661"/>
                    <a:pt x="4289" y="2786"/>
                  </a:cubicBezTo>
                  <a:cubicBezTo>
                    <a:pt x="4301" y="2789"/>
                    <a:pt x="4312" y="2791"/>
                    <a:pt x="4323" y="2791"/>
                  </a:cubicBezTo>
                  <a:cubicBezTo>
                    <a:pt x="4441" y="2791"/>
                    <a:pt x="4481" y="2603"/>
                    <a:pt x="4351" y="2565"/>
                  </a:cubicBezTo>
                  <a:cubicBezTo>
                    <a:pt x="3508" y="2324"/>
                    <a:pt x="2693" y="1929"/>
                    <a:pt x="1909" y="1540"/>
                  </a:cubicBezTo>
                  <a:cubicBezTo>
                    <a:pt x="1566" y="1370"/>
                    <a:pt x="1215" y="1200"/>
                    <a:pt x="889" y="998"/>
                  </a:cubicBezTo>
                  <a:cubicBezTo>
                    <a:pt x="742" y="905"/>
                    <a:pt x="597" y="796"/>
                    <a:pt x="498" y="653"/>
                  </a:cubicBezTo>
                  <a:cubicBezTo>
                    <a:pt x="380" y="483"/>
                    <a:pt x="322" y="273"/>
                    <a:pt x="256" y="82"/>
                  </a:cubicBezTo>
                  <a:cubicBezTo>
                    <a:pt x="234" y="25"/>
                    <a:pt x="186" y="1"/>
                    <a:pt x="139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5300" lIns="91425" spcFirstLastPara="1" rIns="91425" wrap="square" tIns="85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39" name="Google Shape;639;p9"/>
            <p:cNvSpPr/>
            <p:nvPr/>
          </p:nvSpPr>
          <p:spPr>
            <a:xfrm>
              <a:off x="7351560" y="3339360"/>
              <a:ext cx="146880" cy="253440"/>
            </a:xfrm>
            <a:custGeom>
              <a:rect b="b" l="l" r="r" t="t"/>
              <a:pathLst>
                <a:path extrusionOk="0" h="4156" w="2408">
                  <a:moveTo>
                    <a:pt x="2268" y="1"/>
                  </a:moveTo>
                  <a:cubicBezTo>
                    <a:pt x="2223" y="1"/>
                    <a:pt x="2179" y="25"/>
                    <a:pt x="2166" y="83"/>
                  </a:cubicBezTo>
                  <a:cubicBezTo>
                    <a:pt x="2013" y="732"/>
                    <a:pt x="1714" y="1341"/>
                    <a:pt x="1392" y="1922"/>
                  </a:cubicBezTo>
                  <a:cubicBezTo>
                    <a:pt x="1090" y="2465"/>
                    <a:pt x="756" y="2988"/>
                    <a:pt x="403" y="3497"/>
                  </a:cubicBezTo>
                  <a:cubicBezTo>
                    <a:pt x="289" y="3663"/>
                    <a:pt x="175" y="3823"/>
                    <a:pt x="60" y="3988"/>
                  </a:cubicBezTo>
                  <a:cubicBezTo>
                    <a:pt x="0" y="4074"/>
                    <a:pt x="81" y="4156"/>
                    <a:pt x="163" y="4156"/>
                  </a:cubicBezTo>
                  <a:cubicBezTo>
                    <a:pt x="198" y="4156"/>
                    <a:pt x="233" y="4141"/>
                    <a:pt x="258" y="4105"/>
                  </a:cubicBezTo>
                  <a:cubicBezTo>
                    <a:pt x="909" y="3171"/>
                    <a:pt x="1554" y="2230"/>
                    <a:pt x="2018" y="1185"/>
                  </a:cubicBezTo>
                  <a:cubicBezTo>
                    <a:pt x="2170" y="850"/>
                    <a:pt x="2302" y="502"/>
                    <a:pt x="2385" y="142"/>
                  </a:cubicBezTo>
                  <a:cubicBezTo>
                    <a:pt x="2408" y="57"/>
                    <a:pt x="2336" y="1"/>
                    <a:pt x="2268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40" name="Google Shape;640;p9"/>
            <p:cNvSpPr/>
            <p:nvPr/>
          </p:nvSpPr>
          <p:spPr>
            <a:xfrm>
              <a:off x="7351200" y="3579480"/>
              <a:ext cx="338040" cy="147600"/>
            </a:xfrm>
            <a:custGeom>
              <a:rect b="b" l="l" r="r" t="t"/>
              <a:pathLst>
                <a:path extrusionOk="0" h="2423" w="5539">
                  <a:moveTo>
                    <a:pt x="165" y="1"/>
                  </a:moveTo>
                  <a:cubicBezTo>
                    <a:pt x="44" y="1"/>
                    <a:pt x="1" y="193"/>
                    <a:pt x="136" y="225"/>
                  </a:cubicBezTo>
                  <a:cubicBezTo>
                    <a:pt x="1644" y="595"/>
                    <a:pt x="3120" y="1140"/>
                    <a:pt x="4499" y="1858"/>
                  </a:cubicBezTo>
                  <a:cubicBezTo>
                    <a:pt x="4771" y="2000"/>
                    <a:pt x="5096" y="2149"/>
                    <a:pt x="5301" y="2385"/>
                  </a:cubicBezTo>
                  <a:cubicBezTo>
                    <a:pt x="5324" y="2411"/>
                    <a:pt x="5351" y="2422"/>
                    <a:pt x="5377" y="2422"/>
                  </a:cubicBezTo>
                  <a:cubicBezTo>
                    <a:pt x="5461" y="2422"/>
                    <a:pt x="5539" y="2307"/>
                    <a:pt x="5464" y="2222"/>
                  </a:cubicBezTo>
                  <a:cubicBezTo>
                    <a:pt x="5281" y="2014"/>
                    <a:pt x="5011" y="1872"/>
                    <a:pt x="4771" y="1743"/>
                  </a:cubicBezTo>
                  <a:cubicBezTo>
                    <a:pt x="4423" y="1553"/>
                    <a:pt x="4063" y="1383"/>
                    <a:pt x="3701" y="1223"/>
                  </a:cubicBezTo>
                  <a:cubicBezTo>
                    <a:pt x="3124" y="964"/>
                    <a:pt x="2543" y="723"/>
                    <a:pt x="1944" y="517"/>
                  </a:cubicBezTo>
                  <a:cubicBezTo>
                    <a:pt x="1369" y="320"/>
                    <a:pt x="786" y="149"/>
                    <a:pt x="195" y="4"/>
                  </a:cubicBezTo>
                  <a:cubicBezTo>
                    <a:pt x="185" y="2"/>
                    <a:pt x="175" y="1"/>
                    <a:pt x="165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3800" lIns="91425" spcFirstLastPara="1" rIns="91425" wrap="square" tIns="7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41" name="Google Shape;641;p9"/>
            <p:cNvSpPr/>
            <p:nvPr/>
          </p:nvSpPr>
          <p:spPr>
            <a:xfrm>
              <a:off x="7658280" y="3713400"/>
              <a:ext cx="354600" cy="401400"/>
            </a:xfrm>
            <a:custGeom>
              <a:rect b="b" l="l" r="r" t="t"/>
              <a:pathLst>
                <a:path extrusionOk="0" h="6578" w="5810">
                  <a:moveTo>
                    <a:pt x="341" y="0"/>
                  </a:moveTo>
                  <a:cubicBezTo>
                    <a:pt x="296" y="0"/>
                    <a:pt x="255" y="25"/>
                    <a:pt x="244" y="83"/>
                  </a:cubicBezTo>
                  <a:cubicBezTo>
                    <a:pt x="1" y="1400"/>
                    <a:pt x="166" y="2770"/>
                    <a:pt x="858" y="3931"/>
                  </a:cubicBezTo>
                  <a:cubicBezTo>
                    <a:pt x="1486" y="4981"/>
                    <a:pt x="2481" y="5773"/>
                    <a:pt x="3619" y="6205"/>
                  </a:cubicBezTo>
                  <a:cubicBezTo>
                    <a:pt x="4270" y="6450"/>
                    <a:pt x="4965" y="6575"/>
                    <a:pt x="5661" y="6578"/>
                  </a:cubicBezTo>
                  <a:cubicBezTo>
                    <a:pt x="5809" y="6578"/>
                    <a:pt x="5809" y="6348"/>
                    <a:pt x="5661" y="6348"/>
                  </a:cubicBezTo>
                  <a:cubicBezTo>
                    <a:pt x="4484" y="6341"/>
                    <a:pt x="3322" y="5971"/>
                    <a:pt x="2376" y="5270"/>
                  </a:cubicBezTo>
                  <a:cubicBezTo>
                    <a:pt x="1432" y="4571"/>
                    <a:pt x="756" y="3551"/>
                    <a:pt x="492" y="2407"/>
                  </a:cubicBezTo>
                  <a:cubicBezTo>
                    <a:pt x="319" y="1665"/>
                    <a:pt x="327" y="892"/>
                    <a:pt x="465" y="146"/>
                  </a:cubicBezTo>
                  <a:cubicBezTo>
                    <a:pt x="483" y="58"/>
                    <a:pt x="408" y="0"/>
                    <a:pt x="341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42" name="Google Shape;642;p9"/>
            <p:cNvSpPr/>
            <p:nvPr/>
          </p:nvSpPr>
          <p:spPr>
            <a:xfrm>
              <a:off x="7875720" y="4101840"/>
              <a:ext cx="333360" cy="678960"/>
            </a:xfrm>
            <a:custGeom>
              <a:rect b="b" l="l" r="r" t="t"/>
              <a:pathLst>
                <a:path extrusionOk="0" h="11124" w="5466">
                  <a:moveTo>
                    <a:pt x="2200" y="1"/>
                  </a:moveTo>
                  <a:cubicBezTo>
                    <a:pt x="2189" y="1"/>
                    <a:pt x="2179" y="2"/>
                    <a:pt x="2169" y="8"/>
                  </a:cubicBezTo>
                  <a:lnTo>
                    <a:pt x="2168" y="8"/>
                  </a:lnTo>
                  <a:cubicBezTo>
                    <a:pt x="2162" y="8"/>
                    <a:pt x="2158" y="13"/>
                    <a:pt x="2155" y="14"/>
                  </a:cubicBezTo>
                  <a:cubicBezTo>
                    <a:pt x="2155" y="15"/>
                    <a:pt x="2152" y="15"/>
                    <a:pt x="2152" y="15"/>
                  </a:cubicBezTo>
                  <a:cubicBezTo>
                    <a:pt x="2142" y="21"/>
                    <a:pt x="2134" y="28"/>
                    <a:pt x="2124" y="41"/>
                  </a:cubicBezTo>
                  <a:cubicBezTo>
                    <a:pt x="2095" y="78"/>
                    <a:pt x="2066" y="117"/>
                    <a:pt x="2037" y="154"/>
                  </a:cubicBezTo>
                  <a:lnTo>
                    <a:pt x="1989" y="218"/>
                  </a:lnTo>
                  <a:cubicBezTo>
                    <a:pt x="1694" y="613"/>
                    <a:pt x="1426" y="1026"/>
                    <a:pt x="1180" y="1451"/>
                  </a:cubicBezTo>
                  <a:cubicBezTo>
                    <a:pt x="911" y="1914"/>
                    <a:pt x="650" y="2386"/>
                    <a:pt x="443" y="2881"/>
                  </a:cubicBezTo>
                  <a:cubicBezTo>
                    <a:pt x="140" y="3604"/>
                    <a:pt x="1" y="4356"/>
                    <a:pt x="26" y="5117"/>
                  </a:cubicBezTo>
                  <a:cubicBezTo>
                    <a:pt x="26" y="5137"/>
                    <a:pt x="26" y="5157"/>
                    <a:pt x="29" y="5174"/>
                  </a:cubicBezTo>
                  <a:cubicBezTo>
                    <a:pt x="43" y="5460"/>
                    <a:pt x="80" y="5746"/>
                    <a:pt x="140" y="6035"/>
                  </a:cubicBezTo>
                  <a:cubicBezTo>
                    <a:pt x="362" y="7085"/>
                    <a:pt x="911" y="8004"/>
                    <a:pt x="1584" y="8828"/>
                  </a:cubicBezTo>
                  <a:cubicBezTo>
                    <a:pt x="1891" y="9207"/>
                    <a:pt x="2227" y="9575"/>
                    <a:pt x="2615" y="9870"/>
                  </a:cubicBezTo>
                  <a:cubicBezTo>
                    <a:pt x="2922" y="10102"/>
                    <a:pt x="3264" y="10285"/>
                    <a:pt x="3612" y="10450"/>
                  </a:cubicBezTo>
                  <a:cubicBezTo>
                    <a:pt x="4135" y="10698"/>
                    <a:pt x="4677" y="10913"/>
                    <a:pt x="5226" y="11093"/>
                  </a:cubicBezTo>
                  <a:cubicBezTo>
                    <a:pt x="5253" y="11101"/>
                    <a:pt x="5280" y="11110"/>
                    <a:pt x="5308" y="11120"/>
                  </a:cubicBezTo>
                  <a:cubicBezTo>
                    <a:pt x="5317" y="11122"/>
                    <a:pt x="5327" y="11124"/>
                    <a:pt x="5337" y="11124"/>
                  </a:cubicBezTo>
                  <a:cubicBezTo>
                    <a:pt x="5355" y="11124"/>
                    <a:pt x="5372" y="11120"/>
                    <a:pt x="5387" y="11113"/>
                  </a:cubicBezTo>
                  <a:cubicBezTo>
                    <a:pt x="5434" y="11089"/>
                    <a:pt x="5465" y="11039"/>
                    <a:pt x="5462" y="10990"/>
                  </a:cubicBezTo>
                  <a:cubicBezTo>
                    <a:pt x="5460" y="10987"/>
                    <a:pt x="5460" y="10981"/>
                    <a:pt x="5458" y="10977"/>
                  </a:cubicBezTo>
                  <a:cubicBezTo>
                    <a:pt x="5455" y="10968"/>
                    <a:pt x="5452" y="10960"/>
                    <a:pt x="5450" y="10951"/>
                  </a:cubicBezTo>
                  <a:lnTo>
                    <a:pt x="5448" y="10948"/>
                  </a:lnTo>
                  <a:cubicBezTo>
                    <a:pt x="5431" y="10895"/>
                    <a:pt x="5386" y="10871"/>
                    <a:pt x="5341" y="10871"/>
                  </a:cubicBezTo>
                  <a:cubicBezTo>
                    <a:pt x="5331" y="10871"/>
                    <a:pt x="5321" y="10872"/>
                    <a:pt x="5311" y="10875"/>
                  </a:cubicBezTo>
                  <a:cubicBezTo>
                    <a:pt x="5175" y="10831"/>
                    <a:pt x="5039" y="10783"/>
                    <a:pt x="4904" y="10734"/>
                  </a:cubicBezTo>
                  <a:lnTo>
                    <a:pt x="4903" y="10734"/>
                  </a:lnTo>
                  <a:cubicBezTo>
                    <a:pt x="4825" y="10706"/>
                    <a:pt x="4747" y="10678"/>
                    <a:pt x="4669" y="10648"/>
                  </a:cubicBezTo>
                  <a:lnTo>
                    <a:pt x="4666" y="10648"/>
                  </a:lnTo>
                  <a:cubicBezTo>
                    <a:pt x="4495" y="10580"/>
                    <a:pt x="4326" y="10512"/>
                    <a:pt x="4156" y="10438"/>
                  </a:cubicBezTo>
                  <a:cubicBezTo>
                    <a:pt x="4126" y="10427"/>
                    <a:pt x="4095" y="10413"/>
                    <a:pt x="4062" y="10399"/>
                  </a:cubicBezTo>
                  <a:cubicBezTo>
                    <a:pt x="4013" y="10374"/>
                    <a:pt x="3963" y="10353"/>
                    <a:pt x="3913" y="10331"/>
                  </a:cubicBezTo>
                  <a:lnTo>
                    <a:pt x="3911" y="10331"/>
                  </a:lnTo>
                  <a:cubicBezTo>
                    <a:pt x="3614" y="10197"/>
                    <a:pt x="3325" y="10051"/>
                    <a:pt x="3049" y="9881"/>
                  </a:cubicBezTo>
                  <a:cubicBezTo>
                    <a:pt x="2692" y="9657"/>
                    <a:pt x="2389" y="9373"/>
                    <a:pt x="2104" y="9064"/>
                  </a:cubicBezTo>
                  <a:cubicBezTo>
                    <a:pt x="1411" y="8317"/>
                    <a:pt x="789" y="7424"/>
                    <a:pt x="491" y="6442"/>
                  </a:cubicBezTo>
                  <a:cubicBezTo>
                    <a:pt x="368" y="6031"/>
                    <a:pt x="291" y="5610"/>
                    <a:pt x="269" y="5186"/>
                  </a:cubicBezTo>
                  <a:cubicBezTo>
                    <a:pt x="264" y="5150"/>
                    <a:pt x="263" y="5110"/>
                    <a:pt x="263" y="5073"/>
                  </a:cubicBezTo>
                  <a:cubicBezTo>
                    <a:pt x="262" y="5063"/>
                    <a:pt x="262" y="5052"/>
                    <a:pt x="262" y="5039"/>
                  </a:cubicBezTo>
                  <a:cubicBezTo>
                    <a:pt x="257" y="4981"/>
                    <a:pt x="257" y="4923"/>
                    <a:pt x="259" y="4862"/>
                  </a:cubicBezTo>
                  <a:cubicBezTo>
                    <a:pt x="263" y="4357"/>
                    <a:pt x="342" y="3853"/>
                    <a:pt x="510" y="3365"/>
                  </a:cubicBezTo>
                  <a:cubicBezTo>
                    <a:pt x="698" y="2807"/>
                    <a:pt x="977" y="2287"/>
                    <a:pt x="1265" y="1773"/>
                  </a:cubicBezTo>
                  <a:cubicBezTo>
                    <a:pt x="1575" y="1227"/>
                    <a:pt x="1907" y="696"/>
                    <a:pt x="2292" y="204"/>
                  </a:cubicBezTo>
                  <a:cubicBezTo>
                    <a:pt x="2319" y="170"/>
                    <a:pt x="2323" y="132"/>
                    <a:pt x="2314" y="98"/>
                  </a:cubicBezTo>
                  <a:cubicBezTo>
                    <a:pt x="2299" y="48"/>
                    <a:pt x="2260" y="7"/>
                    <a:pt x="2213" y="1"/>
                  </a:cubicBezTo>
                  <a:cubicBezTo>
                    <a:pt x="2208" y="1"/>
                    <a:pt x="2204" y="1"/>
                    <a:pt x="2200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43" name="Google Shape;643;p9"/>
            <p:cNvSpPr/>
            <p:nvPr/>
          </p:nvSpPr>
          <p:spPr>
            <a:xfrm>
              <a:off x="8074440" y="4769640"/>
              <a:ext cx="138960" cy="444240"/>
            </a:xfrm>
            <a:custGeom>
              <a:rect b="b" l="l" r="r" t="t"/>
              <a:pathLst>
                <a:path extrusionOk="0" h="7278" w="2279">
                  <a:moveTo>
                    <a:pt x="2142" y="1"/>
                  </a:moveTo>
                  <a:cubicBezTo>
                    <a:pt x="2107" y="1"/>
                    <a:pt x="2072" y="15"/>
                    <a:pt x="2047" y="50"/>
                  </a:cubicBezTo>
                  <a:cubicBezTo>
                    <a:pt x="2025" y="83"/>
                    <a:pt x="2001" y="114"/>
                    <a:pt x="1976" y="146"/>
                  </a:cubicBezTo>
                  <a:lnTo>
                    <a:pt x="1971" y="151"/>
                  </a:lnTo>
                  <a:cubicBezTo>
                    <a:pt x="1435" y="883"/>
                    <a:pt x="863" y="1602"/>
                    <a:pt x="511" y="2449"/>
                  </a:cubicBezTo>
                  <a:cubicBezTo>
                    <a:pt x="123" y="3386"/>
                    <a:pt x="1" y="4433"/>
                    <a:pt x="38" y="5439"/>
                  </a:cubicBezTo>
                  <a:cubicBezTo>
                    <a:pt x="62" y="6028"/>
                    <a:pt x="141" y="6618"/>
                    <a:pt x="267" y="7194"/>
                  </a:cubicBezTo>
                  <a:cubicBezTo>
                    <a:pt x="281" y="7252"/>
                    <a:pt x="323" y="7277"/>
                    <a:pt x="367" y="7277"/>
                  </a:cubicBezTo>
                  <a:cubicBezTo>
                    <a:pt x="368" y="7277"/>
                    <a:pt x="370" y="7277"/>
                    <a:pt x="371" y="7277"/>
                  </a:cubicBezTo>
                  <a:cubicBezTo>
                    <a:pt x="437" y="7276"/>
                    <a:pt x="508" y="7219"/>
                    <a:pt x="488" y="7134"/>
                  </a:cubicBezTo>
                  <a:cubicBezTo>
                    <a:pt x="483" y="7109"/>
                    <a:pt x="480" y="7083"/>
                    <a:pt x="474" y="7058"/>
                  </a:cubicBezTo>
                  <a:cubicBezTo>
                    <a:pt x="446" y="6932"/>
                    <a:pt x="423" y="6804"/>
                    <a:pt x="402" y="6677"/>
                  </a:cubicBezTo>
                  <a:cubicBezTo>
                    <a:pt x="395" y="6638"/>
                    <a:pt x="388" y="6601"/>
                    <a:pt x="382" y="6563"/>
                  </a:cubicBezTo>
                  <a:cubicBezTo>
                    <a:pt x="364" y="6457"/>
                    <a:pt x="350" y="6351"/>
                    <a:pt x="335" y="6243"/>
                  </a:cubicBezTo>
                  <a:cubicBezTo>
                    <a:pt x="331" y="6206"/>
                    <a:pt x="327" y="6166"/>
                    <a:pt x="321" y="6128"/>
                  </a:cubicBezTo>
                  <a:cubicBezTo>
                    <a:pt x="307" y="5996"/>
                    <a:pt x="296" y="5867"/>
                    <a:pt x="286" y="5737"/>
                  </a:cubicBezTo>
                  <a:cubicBezTo>
                    <a:pt x="283" y="5699"/>
                    <a:pt x="279" y="5659"/>
                    <a:pt x="277" y="5621"/>
                  </a:cubicBezTo>
                  <a:cubicBezTo>
                    <a:pt x="248" y="5122"/>
                    <a:pt x="260" y="4619"/>
                    <a:pt x="324" y="4123"/>
                  </a:cubicBezTo>
                  <a:cubicBezTo>
                    <a:pt x="385" y="3630"/>
                    <a:pt x="497" y="3138"/>
                    <a:pt x="671" y="2672"/>
                  </a:cubicBezTo>
                  <a:cubicBezTo>
                    <a:pt x="836" y="2232"/>
                    <a:pt x="1071" y="1823"/>
                    <a:pt x="1330" y="1433"/>
                  </a:cubicBezTo>
                  <a:cubicBezTo>
                    <a:pt x="1621" y="1001"/>
                    <a:pt x="1941" y="589"/>
                    <a:pt x="2246" y="169"/>
                  </a:cubicBezTo>
                  <a:cubicBezTo>
                    <a:pt x="2250" y="163"/>
                    <a:pt x="2253" y="161"/>
                    <a:pt x="2254" y="155"/>
                  </a:cubicBezTo>
                  <a:cubicBezTo>
                    <a:pt x="2278" y="112"/>
                    <a:pt x="2266" y="70"/>
                    <a:pt x="2237" y="40"/>
                  </a:cubicBezTo>
                  <a:cubicBezTo>
                    <a:pt x="2223" y="26"/>
                    <a:pt x="2205" y="13"/>
                    <a:pt x="2185" y="8"/>
                  </a:cubicBezTo>
                  <a:cubicBezTo>
                    <a:pt x="2171" y="3"/>
                    <a:pt x="2157" y="1"/>
                    <a:pt x="2142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44" name="Google Shape;644;p9"/>
            <p:cNvSpPr/>
            <p:nvPr/>
          </p:nvSpPr>
          <p:spPr>
            <a:xfrm>
              <a:off x="8088840" y="4948920"/>
              <a:ext cx="826560" cy="267120"/>
            </a:xfrm>
            <a:custGeom>
              <a:rect b="b" l="l" r="r" t="t"/>
              <a:pathLst>
                <a:path extrusionOk="0" h="4379" w="13540">
                  <a:moveTo>
                    <a:pt x="13390" y="0"/>
                  </a:moveTo>
                  <a:cubicBezTo>
                    <a:pt x="13370" y="0"/>
                    <a:pt x="13350" y="7"/>
                    <a:pt x="13329" y="22"/>
                  </a:cubicBezTo>
                  <a:cubicBezTo>
                    <a:pt x="13302" y="43"/>
                    <a:pt x="13274" y="63"/>
                    <a:pt x="13247" y="81"/>
                  </a:cubicBezTo>
                  <a:cubicBezTo>
                    <a:pt x="12584" y="556"/>
                    <a:pt x="11854" y="936"/>
                    <a:pt x="11117" y="1283"/>
                  </a:cubicBezTo>
                  <a:cubicBezTo>
                    <a:pt x="10195" y="1719"/>
                    <a:pt x="9247" y="2095"/>
                    <a:pt x="8286" y="2434"/>
                  </a:cubicBezTo>
                  <a:cubicBezTo>
                    <a:pt x="6394" y="3101"/>
                    <a:pt x="4440" y="3661"/>
                    <a:pt x="2459" y="3975"/>
                  </a:cubicBezTo>
                  <a:cubicBezTo>
                    <a:pt x="1893" y="4066"/>
                    <a:pt x="1308" y="4149"/>
                    <a:pt x="730" y="4149"/>
                  </a:cubicBezTo>
                  <a:cubicBezTo>
                    <a:pt x="566" y="4149"/>
                    <a:pt x="403" y="4142"/>
                    <a:pt x="241" y="4127"/>
                  </a:cubicBezTo>
                  <a:cubicBezTo>
                    <a:pt x="208" y="4124"/>
                    <a:pt x="177" y="4121"/>
                    <a:pt x="144" y="4117"/>
                  </a:cubicBezTo>
                  <a:cubicBezTo>
                    <a:pt x="139" y="4116"/>
                    <a:pt x="134" y="4116"/>
                    <a:pt x="129" y="4116"/>
                  </a:cubicBezTo>
                  <a:cubicBezTo>
                    <a:pt x="0" y="4116"/>
                    <a:pt x="4" y="4323"/>
                    <a:pt x="137" y="4347"/>
                  </a:cubicBezTo>
                  <a:cubicBezTo>
                    <a:pt x="140" y="4347"/>
                    <a:pt x="143" y="4348"/>
                    <a:pt x="144" y="4348"/>
                  </a:cubicBezTo>
                  <a:cubicBezTo>
                    <a:pt x="332" y="4369"/>
                    <a:pt x="520" y="4379"/>
                    <a:pt x="709" y="4379"/>
                  </a:cubicBezTo>
                  <a:cubicBezTo>
                    <a:pt x="1197" y="4379"/>
                    <a:pt x="1689" y="4318"/>
                    <a:pt x="2168" y="4250"/>
                  </a:cubicBezTo>
                  <a:cubicBezTo>
                    <a:pt x="3102" y="4120"/>
                    <a:pt x="4026" y="3919"/>
                    <a:pt x="4940" y="3688"/>
                  </a:cubicBezTo>
                  <a:cubicBezTo>
                    <a:pt x="6972" y="3172"/>
                    <a:pt x="8980" y="2504"/>
                    <a:pt x="10892" y="1640"/>
                  </a:cubicBezTo>
                  <a:cubicBezTo>
                    <a:pt x="11778" y="1239"/>
                    <a:pt x="12658" y="794"/>
                    <a:pt x="13444" y="223"/>
                  </a:cubicBezTo>
                  <a:cubicBezTo>
                    <a:pt x="13448" y="220"/>
                    <a:pt x="13450" y="219"/>
                    <a:pt x="13454" y="216"/>
                  </a:cubicBezTo>
                  <a:cubicBezTo>
                    <a:pt x="13539" y="142"/>
                    <a:pt x="13479" y="0"/>
                    <a:pt x="13390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45" name="Google Shape;645;p9"/>
            <p:cNvSpPr/>
            <p:nvPr/>
          </p:nvSpPr>
          <p:spPr>
            <a:xfrm>
              <a:off x="8549640" y="4662720"/>
              <a:ext cx="364680" cy="299880"/>
            </a:xfrm>
            <a:custGeom>
              <a:rect b="b" l="l" r="r" t="t"/>
              <a:pathLst>
                <a:path extrusionOk="0" h="4916" w="5975">
                  <a:moveTo>
                    <a:pt x="127" y="0"/>
                  </a:moveTo>
                  <a:cubicBezTo>
                    <a:pt x="93" y="0"/>
                    <a:pt x="65" y="14"/>
                    <a:pt x="50" y="36"/>
                  </a:cubicBezTo>
                  <a:lnTo>
                    <a:pt x="50" y="37"/>
                  </a:lnTo>
                  <a:cubicBezTo>
                    <a:pt x="0" y="100"/>
                    <a:pt x="31" y="221"/>
                    <a:pt x="136" y="231"/>
                  </a:cubicBezTo>
                  <a:cubicBezTo>
                    <a:pt x="1179" y="319"/>
                    <a:pt x="2208" y="597"/>
                    <a:pt x="3152" y="1060"/>
                  </a:cubicBezTo>
                  <a:cubicBezTo>
                    <a:pt x="3567" y="1263"/>
                    <a:pt x="3955" y="1527"/>
                    <a:pt x="4268" y="1872"/>
                  </a:cubicBezTo>
                  <a:cubicBezTo>
                    <a:pt x="4444" y="2065"/>
                    <a:pt x="4590" y="2288"/>
                    <a:pt x="4736" y="2502"/>
                  </a:cubicBezTo>
                  <a:cubicBezTo>
                    <a:pt x="4885" y="2720"/>
                    <a:pt x="5029" y="2941"/>
                    <a:pt x="5157" y="3173"/>
                  </a:cubicBezTo>
                  <a:cubicBezTo>
                    <a:pt x="5302" y="3443"/>
                    <a:pt x="5406" y="3716"/>
                    <a:pt x="5484" y="4011"/>
                  </a:cubicBezTo>
                  <a:cubicBezTo>
                    <a:pt x="5551" y="4264"/>
                    <a:pt x="5612" y="4520"/>
                    <a:pt x="5703" y="4766"/>
                  </a:cubicBezTo>
                  <a:cubicBezTo>
                    <a:pt x="5712" y="4790"/>
                    <a:pt x="5721" y="4813"/>
                    <a:pt x="5731" y="4838"/>
                  </a:cubicBezTo>
                  <a:cubicBezTo>
                    <a:pt x="5751" y="4892"/>
                    <a:pt x="5799" y="4915"/>
                    <a:pt x="5846" y="4915"/>
                  </a:cubicBezTo>
                  <a:cubicBezTo>
                    <a:pt x="5868" y="4915"/>
                    <a:pt x="5889" y="4910"/>
                    <a:pt x="5908" y="4901"/>
                  </a:cubicBezTo>
                  <a:cubicBezTo>
                    <a:pt x="5948" y="4880"/>
                    <a:pt x="5975" y="4834"/>
                    <a:pt x="5953" y="4777"/>
                  </a:cubicBezTo>
                  <a:cubicBezTo>
                    <a:pt x="5751" y="4276"/>
                    <a:pt x="5693" y="3733"/>
                    <a:pt x="5452" y="3244"/>
                  </a:cubicBezTo>
                  <a:cubicBezTo>
                    <a:pt x="5212" y="2755"/>
                    <a:pt x="4896" y="2276"/>
                    <a:pt x="4553" y="1853"/>
                  </a:cubicBezTo>
                  <a:cubicBezTo>
                    <a:pt x="3911" y="1055"/>
                    <a:pt x="2902" y="631"/>
                    <a:pt x="1944" y="340"/>
                  </a:cubicBezTo>
                  <a:cubicBezTo>
                    <a:pt x="1403" y="176"/>
                    <a:pt x="846" y="71"/>
                    <a:pt x="284" y="15"/>
                  </a:cubicBezTo>
                  <a:cubicBezTo>
                    <a:pt x="234" y="9"/>
                    <a:pt x="184" y="6"/>
                    <a:pt x="136" y="0"/>
                  </a:cubicBezTo>
                  <a:cubicBezTo>
                    <a:pt x="133" y="0"/>
                    <a:pt x="130" y="0"/>
                    <a:pt x="127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46" name="Google Shape;646;p9"/>
            <p:cNvSpPr/>
            <p:nvPr/>
          </p:nvSpPr>
          <p:spPr>
            <a:xfrm>
              <a:off x="8551800" y="4171320"/>
              <a:ext cx="130680" cy="498600"/>
            </a:xfrm>
            <a:custGeom>
              <a:rect b="b" l="l" r="r" t="t"/>
              <a:pathLst>
                <a:path extrusionOk="0" h="8168" w="2144">
                  <a:moveTo>
                    <a:pt x="724" y="0"/>
                  </a:moveTo>
                  <a:cubicBezTo>
                    <a:pt x="674" y="0"/>
                    <a:pt x="627" y="39"/>
                    <a:pt x="611" y="88"/>
                  </a:cubicBezTo>
                  <a:lnTo>
                    <a:pt x="611" y="90"/>
                  </a:lnTo>
                  <a:lnTo>
                    <a:pt x="611" y="91"/>
                  </a:lnTo>
                  <a:cubicBezTo>
                    <a:pt x="599" y="127"/>
                    <a:pt x="604" y="164"/>
                    <a:pt x="635" y="199"/>
                  </a:cubicBezTo>
                  <a:cubicBezTo>
                    <a:pt x="640" y="203"/>
                    <a:pt x="645" y="209"/>
                    <a:pt x="648" y="213"/>
                  </a:cubicBezTo>
                  <a:cubicBezTo>
                    <a:pt x="655" y="220"/>
                    <a:pt x="665" y="230"/>
                    <a:pt x="669" y="239"/>
                  </a:cubicBezTo>
                  <a:cubicBezTo>
                    <a:pt x="698" y="267"/>
                    <a:pt x="723" y="297"/>
                    <a:pt x="747" y="327"/>
                  </a:cubicBezTo>
                  <a:cubicBezTo>
                    <a:pt x="872" y="478"/>
                    <a:pt x="980" y="638"/>
                    <a:pt x="1079" y="808"/>
                  </a:cubicBezTo>
                  <a:lnTo>
                    <a:pt x="1079" y="811"/>
                  </a:lnTo>
                  <a:cubicBezTo>
                    <a:pt x="1100" y="844"/>
                    <a:pt x="1120" y="876"/>
                    <a:pt x="1138" y="912"/>
                  </a:cubicBezTo>
                  <a:cubicBezTo>
                    <a:pt x="1198" y="1017"/>
                    <a:pt x="1250" y="1120"/>
                    <a:pt x="1303" y="1225"/>
                  </a:cubicBezTo>
                  <a:cubicBezTo>
                    <a:pt x="1321" y="1262"/>
                    <a:pt x="1340" y="1301"/>
                    <a:pt x="1357" y="1338"/>
                  </a:cubicBezTo>
                  <a:cubicBezTo>
                    <a:pt x="1375" y="1374"/>
                    <a:pt x="1391" y="1408"/>
                    <a:pt x="1406" y="1443"/>
                  </a:cubicBezTo>
                  <a:cubicBezTo>
                    <a:pt x="1435" y="1503"/>
                    <a:pt x="1463" y="1565"/>
                    <a:pt x="1490" y="1627"/>
                  </a:cubicBezTo>
                  <a:lnTo>
                    <a:pt x="1490" y="1629"/>
                  </a:lnTo>
                  <a:cubicBezTo>
                    <a:pt x="1505" y="1666"/>
                    <a:pt x="1524" y="1705"/>
                    <a:pt x="1538" y="1742"/>
                  </a:cubicBezTo>
                  <a:cubicBezTo>
                    <a:pt x="1690" y="2112"/>
                    <a:pt x="1802" y="2498"/>
                    <a:pt x="1844" y="2899"/>
                  </a:cubicBezTo>
                  <a:cubicBezTo>
                    <a:pt x="1976" y="4144"/>
                    <a:pt x="1751" y="5398"/>
                    <a:pt x="1073" y="6467"/>
                  </a:cubicBezTo>
                  <a:cubicBezTo>
                    <a:pt x="740" y="6988"/>
                    <a:pt x="315" y="7449"/>
                    <a:pt x="20" y="7993"/>
                  </a:cubicBezTo>
                  <a:cubicBezTo>
                    <a:pt x="2" y="8026"/>
                    <a:pt x="1" y="8057"/>
                    <a:pt x="10" y="8084"/>
                  </a:cubicBezTo>
                  <a:lnTo>
                    <a:pt x="10" y="8085"/>
                  </a:lnTo>
                  <a:cubicBezTo>
                    <a:pt x="27" y="8134"/>
                    <a:pt x="78" y="8168"/>
                    <a:pt x="127" y="8168"/>
                  </a:cubicBezTo>
                  <a:cubicBezTo>
                    <a:pt x="162" y="8168"/>
                    <a:pt x="197" y="8151"/>
                    <a:pt x="219" y="8111"/>
                  </a:cubicBezTo>
                  <a:lnTo>
                    <a:pt x="244" y="8063"/>
                  </a:lnTo>
                  <a:cubicBezTo>
                    <a:pt x="519" y="7574"/>
                    <a:pt x="895" y="7147"/>
                    <a:pt x="1206" y="6682"/>
                  </a:cubicBezTo>
                  <a:cubicBezTo>
                    <a:pt x="1558" y="6158"/>
                    <a:pt x="1814" y="5560"/>
                    <a:pt x="1962" y="4949"/>
                  </a:cubicBezTo>
                  <a:cubicBezTo>
                    <a:pt x="2111" y="4327"/>
                    <a:pt x="2143" y="3682"/>
                    <a:pt x="2088" y="3050"/>
                  </a:cubicBezTo>
                  <a:cubicBezTo>
                    <a:pt x="2043" y="2502"/>
                    <a:pt x="1904" y="2004"/>
                    <a:pt x="1684" y="1501"/>
                  </a:cubicBezTo>
                  <a:cubicBezTo>
                    <a:pt x="1469" y="1004"/>
                    <a:pt x="1205" y="494"/>
                    <a:pt x="844" y="84"/>
                  </a:cubicBezTo>
                  <a:lnTo>
                    <a:pt x="801" y="36"/>
                  </a:lnTo>
                  <a:cubicBezTo>
                    <a:pt x="777" y="11"/>
                    <a:pt x="750" y="0"/>
                    <a:pt x="724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47" name="Google Shape;647;p9"/>
            <p:cNvSpPr/>
            <p:nvPr/>
          </p:nvSpPr>
          <p:spPr>
            <a:xfrm>
              <a:off x="8506440" y="3824640"/>
              <a:ext cx="139680" cy="271800"/>
            </a:xfrm>
            <a:custGeom>
              <a:rect b="b" l="l" r="r" t="t"/>
              <a:pathLst>
                <a:path extrusionOk="0" h="4454" w="2290">
                  <a:moveTo>
                    <a:pt x="2097" y="1"/>
                  </a:moveTo>
                  <a:cubicBezTo>
                    <a:pt x="2029" y="1"/>
                    <a:pt x="1957" y="58"/>
                    <a:pt x="1977" y="145"/>
                  </a:cubicBezTo>
                  <a:cubicBezTo>
                    <a:pt x="2060" y="512"/>
                    <a:pt x="1956" y="843"/>
                    <a:pt x="1829" y="1186"/>
                  </a:cubicBezTo>
                  <a:cubicBezTo>
                    <a:pt x="1705" y="1514"/>
                    <a:pt x="1561" y="1835"/>
                    <a:pt x="1405" y="2149"/>
                  </a:cubicBezTo>
                  <a:cubicBezTo>
                    <a:pt x="1036" y="2890"/>
                    <a:pt x="606" y="3616"/>
                    <a:pt x="73" y="4254"/>
                  </a:cubicBezTo>
                  <a:cubicBezTo>
                    <a:pt x="0" y="4338"/>
                    <a:pt x="78" y="4453"/>
                    <a:pt x="161" y="4453"/>
                  </a:cubicBezTo>
                  <a:cubicBezTo>
                    <a:pt x="187" y="4453"/>
                    <a:pt x="213" y="4442"/>
                    <a:pt x="236" y="4415"/>
                  </a:cubicBezTo>
                  <a:cubicBezTo>
                    <a:pt x="798" y="3739"/>
                    <a:pt x="1256" y="2977"/>
                    <a:pt x="1640" y="2187"/>
                  </a:cubicBezTo>
                  <a:cubicBezTo>
                    <a:pt x="1797" y="1866"/>
                    <a:pt x="1943" y="1538"/>
                    <a:pt x="2067" y="1201"/>
                  </a:cubicBezTo>
                  <a:cubicBezTo>
                    <a:pt x="2204" y="830"/>
                    <a:pt x="2289" y="478"/>
                    <a:pt x="2198" y="83"/>
                  </a:cubicBezTo>
                  <a:cubicBezTo>
                    <a:pt x="2185" y="26"/>
                    <a:pt x="2142" y="1"/>
                    <a:pt x="2097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48" name="Google Shape;648;p9"/>
            <p:cNvSpPr/>
            <p:nvPr/>
          </p:nvSpPr>
          <p:spPr>
            <a:xfrm>
              <a:off x="8624880" y="3826080"/>
              <a:ext cx="162000" cy="76320"/>
            </a:xfrm>
            <a:custGeom>
              <a:rect b="b" l="l" r="r" t="t"/>
              <a:pathLst>
                <a:path extrusionOk="0" h="1257" w="2658">
                  <a:moveTo>
                    <a:pt x="174" y="1"/>
                  </a:moveTo>
                  <a:cubicBezTo>
                    <a:pt x="82" y="1"/>
                    <a:pt x="0" y="117"/>
                    <a:pt x="88" y="195"/>
                  </a:cubicBezTo>
                  <a:cubicBezTo>
                    <a:pt x="244" y="334"/>
                    <a:pt x="435" y="429"/>
                    <a:pt x="619" y="519"/>
                  </a:cubicBezTo>
                  <a:cubicBezTo>
                    <a:pt x="873" y="644"/>
                    <a:pt x="1135" y="752"/>
                    <a:pt x="1397" y="854"/>
                  </a:cubicBezTo>
                  <a:cubicBezTo>
                    <a:pt x="1752" y="994"/>
                    <a:pt x="2113" y="1116"/>
                    <a:pt x="2471" y="1249"/>
                  </a:cubicBezTo>
                  <a:cubicBezTo>
                    <a:pt x="2486" y="1254"/>
                    <a:pt x="2499" y="1257"/>
                    <a:pt x="2511" y="1257"/>
                  </a:cubicBezTo>
                  <a:cubicBezTo>
                    <a:pt x="2621" y="1257"/>
                    <a:pt x="2657" y="1073"/>
                    <a:pt x="2532" y="1028"/>
                  </a:cubicBezTo>
                  <a:cubicBezTo>
                    <a:pt x="2192" y="902"/>
                    <a:pt x="1848" y="786"/>
                    <a:pt x="1509" y="652"/>
                  </a:cubicBezTo>
                  <a:cubicBezTo>
                    <a:pt x="1260" y="555"/>
                    <a:pt x="1012" y="453"/>
                    <a:pt x="771" y="336"/>
                  </a:cubicBezTo>
                  <a:cubicBezTo>
                    <a:pt x="594" y="251"/>
                    <a:pt x="398" y="164"/>
                    <a:pt x="251" y="32"/>
                  </a:cubicBezTo>
                  <a:cubicBezTo>
                    <a:pt x="227" y="10"/>
                    <a:pt x="200" y="1"/>
                    <a:pt x="174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8150" lIns="91425" spcFirstLastPara="1" rIns="91425" wrap="square" tIns="381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49" name="Google Shape;649;p9"/>
            <p:cNvSpPr/>
            <p:nvPr/>
          </p:nvSpPr>
          <p:spPr>
            <a:xfrm>
              <a:off x="8588520" y="3888720"/>
              <a:ext cx="199080" cy="294120"/>
            </a:xfrm>
            <a:custGeom>
              <a:rect b="b" l="l" r="r" t="t"/>
              <a:pathLst>
                <a:path extrusionOk="0" h="4823" w="3267">
                  <a:moveTo>
                    <a:pt x="3094" y="1"/>
                  </a:moveTo>
                  <a:cubicBezTo>
                    <a:pt x="3076" y="1"/>
                    <a:pt x="3057" y="5"/>
                    <a:pt x="3038" y="16"/>
                  </a:cubicBezTo>
                  <a:cubicBezTo>
                    <a:pt x="2787" y="153"/>
                    <a:pt x="2583" y="383"/>
                    <a:pt x="2399" y="597"/>
                  </a:cubicBezTo>
                  <a:cubicBezTo>
                    <a:pt x="2122" y="919"/>
                    <a:pt x="1873" y="1263"/>
                    <a:pt x="1635" y="1614"/>
                  </a:cubicBezTo>
                  <a:cubicBezTo>
                    <a:pt x="1144" y="2337"/>
                    <a:pt x="690" y="3094"/>
                    <a:pt x="313" y="3883"/>
                  </a:cubicBezTo>
                  <a:cubicBezTo>
                    <a:pt x="188" y="4144"/>
                    <a:pt x="45" y="4423"/>
                    <a:pt x="8" y="4714"/>
                  </a:cubicBezTo>
                  <a:cubicBezTo>
                    <a:pt x="0" y="4786"/>
                    <a:pt x="53" y="4823"/>
                    <a:pt x="111" y="4823"/>
                  </a:cubicBezTo>
                  <a:cubicBezTo>
                    <a:pt x="169" y="4823"/>
                    <a:pt x="231" y="4786"/>
                    <a:pt x="240" y="4712"/>
                  </a:cubicBezTo>
                  <a:cubicBezTo>
                    <a:pt x="247" y="4663"/>
                    <a:pt x="287" y="4529"/>
                    <a:pt x="315" y="4451"/>
                  </a:cubicBezTo>
                  <a:cubicBezTo>
                    <a:pt x="365" y="4317"/>
                    <a:pt x="425" y="4186"/>
                    <a:pt x="485" y="4055"/>
                  </a:cubicBezTo>
                  <a:cubicBezTo>
                    <a:pt x="648" y="3707"/>
                    <a:pt x="831" y="3370"/>
                    <a:pt x="1023" y="3037"/>
                  </a:cubicBezTo>
                  <a:cubicBezTo>
                    <a:pt x="1449" y="2290"/>
                    <a:pt x="1912" y="1551"/>
                    <a:pt x="2457" y="886"/>
                  </a:cubicBezTo>
                  <a:cubicBezTo>
                    <a:pt x="2656" y="644"/>
                    <a:pt x="2875" y="367"/>
                    <a:pt x="3155" y="214"/>
                  </a:cubicBezTo>
                  <a:cubicBezTo>
                    <a:pt x="3266" y="154"/>
                    <a:pt x="3198" y="1"/>
                    <a:pt x="3094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50" name="Google Shape;650;p9"/>
            <p:cNvSpPr/>
            <p:nvPr/>
          </p:nvSpPr>
          <p:spPr>
            <a:xfrm>
              <a:off x="8311680" y="3998520"/>
              <a:ext cx="212760" cy="97920"/>
            </a:xfrm>
            <a:custGeom>
              <a:rect b="b" l="l" r="r" t="t"/>
              <a:pathLst>
                <a:path extrusionOk="0" h="1611" w="3491">
                  <a:moveTo>
                    <a:pt x="628" y="0"/>
                  </a:moveTo>
                  <a:cubicBezTo>
                    <a:pt x="464" y="0"/>
                    <a:pt x="300" y="15"/>
                    <a:pt x="138" y="47"/>
                  </a:cubicBezTo>
                  <a:cubicBezTo>
                    <a:pt x="0" y="74"/>
                    <a:pt x="47" y="273"/>
                    <a:pt x="175" y="273"/>
                  </a:cubicBezTo>
                  <a:cubicBezTo>
                    <a:pt x="183" y="273"/>
                    <a:pt x="191" y="273"/>
                    <a:pt x="200" y="271"/>
                  </a:cubicBezTo>
                  <a:cubicBezTo>
                    <a:pt x="346" y="242"/>
                    <a:pt x="492" y="229"/>
                    <a:pt x="639" y="229"/>
                  </a:cubicBezTo>
                  <a:cubicBezTo>
                    <a:pt x="1636" y="229"/>
                    <a:pt x="2633" y="846"/>
                    <a:pt x="3255" y="1573"/>
                  </a:cubicBezTo>
                  <a:cubicBezTo>
                    <a:pt x="3278" y="1600"/>
                    <a:pt x="3305" y="1611"/>
                    <a:pt x="3331" y="1611"/>
                  </a:cubicBezTo>
                  <a:cubicBezTo>
                    <a:pt x="3414" y="1611"/>
                    <a:pt x="3491" y="1495"/>
                    <a:pt x="3418" y="1410"/>
                  </a:cubicBezTo>
                  <a:cubicBezTo>
                    <a:pt x="2749" y="628"/>
                    <a:pt x="1689" y="0"/>
                    <a:pt x="628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8950" lIns="91425" spcFirstLastPara="1" rIns="91425" wrap="square" tIns="48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51" name="Google Shape;651;p9"/>
            <p:cNvSpPr/>
            <p:nvPr/>
          </p:nvSpPr>
          <p:spPr>
            <a:xfrm>
              <a:off x="8070840" y="3341520"/>
              <a:ext cx="384840" cy="673200"/>
            </a:xfrm>
            <a:custGeom>
              <a:rect b="b" l="l" r="r" t="t"/>
              <a:pathLst>
                <a:path extrusionOk="0" h="11029" w="6308">
                  <a:moveTo>
                    <a:pt x="139" y="1"/>
                  </a:moveTo>
                  <a:cubicBezTo>
                    <a:pt x="0" y="1"/>
                    <a:pt x="3" y="222"/>
                    <a:pt x="148" y="234"/>
                  </a:cubicBezTo>
                  <a:cubicBezTo>
                    <a:pt x="1150" y="302"/>
                    <a:pt x="2143" y="584"/>
                    <a:pt x="3027" y="1063"/>
                  </a:cubicBezTo>
                  <a:cubicBezTo>
                    <a:pt x="3940" y="1559"/>
                    <a:pt x="4673" y="2259"/>
                    <a:pt x="5203" y="3151"/>
                  </a:cubicBezTo>
                  <a:cubicBezTo>
                    <a:pt x="5507" y="3664"/>
                    <a:pt x="5738" y="4223"/>
                    <a:pt x="5893" y="4799"/>
                  </a:cubicBezTo>
                  <a:cubicBezTo>
                    <a:pt x="5981" y="5124"/>
                    <a:pt x="6039" y="5433"/>
                    <a:pt x="6032" y="5767"/>
                  </a:cubicBezTo>
                  <a:cubicBezTo>
                    <a:pt x="6018" y="6538"/>
                    <a:pt x="5839" y="7312"/>
                    <a:pt x="5599" y="8042"/>
                  </a:cubicBezTo>
                  <a:cubicBezTo>
                    <a:pt x="5266" y="9056"/>
                    <a:pt x="4766" y="10046"/>
                    <a:pt x="4032" y="10829"/>
                  </a:cubicBezTo>
                  <a:cubicBezTo>
                    <a:pt x="3954" y="10913"/>
                    <a:pt x="4031" y="11028"/>
                    <a:pt x="4118" y="11028"/>
                  </a:cubicBezTo>
                  <a:cubicBezTo>
                    <a:pt x="4144" y="11028"/>
                    <a:pt x="4171" y="11018"/>
                    <a:pt x="4195" y="10992"/>
                  </a:cubicBezTo>
                  <a:cubicBezTo>
                    <a:pt x="4872" y="10270"/>
                    <a:pt x="5356" y="9382"/>
                    <a:pt x="5699" y="8456"/>
                  </a:cubicBezTo>
                  <a:cubicBezTo>
                    <a:pt x="5995" y="7661"/>
                    <a:pt x="6206" y="6815"/>
                    <a:pt x="6254" y="5966"/>
                  </a:cubicBezTo>
                  <a:cubicBezTo>
                    <a:pt x="6308" y="5067"/>
                    <a:pt x="5998" y="4176"/>
                    <a:pt x="5595" y="3384"/>
                  </a:cubicBezTo>
                  <a:cubicBezTo>
                    <a:pt x="5103" y="2417"/>
                    <a:pt x="4384" y="1617"/>
                    <a:pt x="3460" y="1046"/>
                  </a:cubicBezTo>
                  <a:cubicBezTo>
                    <a:pt x="2466" y="432"/>
                    <a:pt x="1311" y="83"/>
                    <a:pt x="146" y="1"/>
                  </a:cubicBezTo>
                  <a:cubicBezTo>
                    <a:pt x="144" y="1"/>
                    <a:pt x="141" y="1"/>
                    <a:pt x="139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52" name="Google Shape;652;p9"/>
            <p:cNvSpPr/>
            <p:nvPr/>
          </p:nvSpPr>
          <p:spPr>
            <a:xfrm>
              <a:off x="7952760" y="2886840"/>
              <a:ext cx="136800" cy="468000"/>
            </a:xfrm>
            <a:custGeom>
              <a:rect b="b" l="l" r="r" t="t"/>
              <a:pathLst>
                <a:path extrusionOk="0" h="7670" w="2246">
                  <a:moveTo>
                    <a:pt x="434" y="0"/>
                  </a:moveTo>
                  <a:cubicBezTo>
                    <a:pt x="388" y="0"/>
                    <a:pt x="341" y="24"/>
                    <a:pt x="322" y="80"/>
                  </a:cubicBezTo>
                  <a:cubicBezTo>
                    <a:pt x="0" y="1021"/>
                    <a:pt x="34" y="2092"/>
                    <a:pt x="245" y="3053"/>
                  </a:cubicBezTo>
                  <a:cubicBezTo>
                    <a:pt x="359" y="3570"/>
                    <a:pt x="564" y="4065"/>
                    <a:pt x="717" y="4572"/>
                  </a:cubicBezTo>
                  <a:cubicBezTo>
                    <a:pt x="875" y="5096"/>
                    <a:pt x="1072" y="5608"/>
                    <a:pt x="1225" y="6132"/>
                  </a:cubicBezTo>
                  <a:cubicBezTo>
                    <a:pt x="1386" y="6672"/>
                    <a:pt x="1646" y="7171"/>
                    <a:pt x="1983" y="7620"/>
                  </a:cubicBezTo>
                  <a:cubicBezTo>
                    <a:pt x="2009" y="7655"/>
                    <a:pt x="2045" y="7669"/>
                    <a:pt x="2080" y="7669"/>
                  </a:cubicBezTo>
                  <a:cubicBezTo>
                    <a:pt x="2165" y="7669"/>
                    <a:pt x="2245" y="7587"/>
                    <a:pt x="2181" y="7503"/>
                  </a:cubicBezTo>
                  <a:cubicBezTo>
                    <a:pt x="1889" y="7113"/>
                    <a:pt x="1646" y="6685"/>
                    <a:pt x="1492" y="6220"/>
                  </a:cubicBezTo>
                  <a:cubicBezTo>
                    <a:pt x="1329" y="5721"/>
                    <a:pt x="1164" y="5220"/>
                    <a:pt x="1004" y="4718"/>
                  </a:cubicBezTo>
                  <a:cubicBezTo>
                    <a:pt x="852" y="4246"/>
                    <a:pt x="683" y="3774"/>
                    <a:pt x="544" y="3297"/>
                  </a:cubicBezTo>
                  <a:cubicBezTo>
                    <a:pt x="407" y="2816"/>
                    <a:pt x="345" y="2309"/>
                    <a:pt x="325" y="1811"/>
                  </a:cubicBezTo>
                  <a:cubicBezTo>
                    <a:pt x="304" y="1245"/>
                    <a:pt x="359" y="678"/>
                    <a:pt x="543" y="139"/>
                  </a:cubicBezTo>
                  <a:cubicBezTo>
                    <a:pt x="573" y="56"/>
                    <a:pt x="504" y="0"/>
                    <a:pt x="434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53" name="Google Shape;653;p9"/>
            <p:cNvSpPr/>
            <p:nvPr/>
          </p:nvSpPr>
          <p:spPr>
            <a:xfrm>
              <a:off x="7621920" y="2886840"/>
              <a:ext cx="367200" cy="123120"/>
            </a:xfrm>
            <a:custGeom>
              <a:rect b="b" l="l" r="r" t="t"/>
              <a:pathLst>
                <a:path extrusionOk="0" h="2019" w="6019">
                  <a:moveTo>
                    <a:pt x="5842" y="0"/>
                  </a:moveTo>
                  <a:cubicBezTo>
                    <a:pt x="5825" y="0"/>
                    <a:pt x="5807" y="4"/>
                    <a:pt x="5788" y="14"/>
                  </a:cubicBezTo>
                  <a:cubicBezTo>
                    <a:pt x="5057" y="385"/>
                    <a:pt x="4263" y="637"/>
                    <a:pt x="3482" y="881"/>
                  </a:cubicBezTo>
                  <a:cubicBezTo>
                    <a:pt x="2676" y="1130"/>
                    <a:pt x="1861" y="1353"/>
                    <a:pt x="1042" y="1564"/>
                  </a:cubicBezTo>
                  <a:cubicBezTo>
                    <a:pt x="737" y="1642"/>
                    <a:pt x="435" y="1719"/>
                    <a:pt x="131" y="1792"/>
                  </a:cubicBezTo>
                  <a:cubicBezTo>
                    <a:pt x="1" y="1824"/>
                    <a:pt x="42" y="2019"/>
                    <a:pt x="164" y="2019"/>
                  </a:cubicBezTo>
                  <a:cubicBezTo>
                    <a:pt x="174" y="2019"/>
                    <a:pt x="184" y="2017"/>
                    <a:pt x="195" y="2015"/>
                  </a:cubicBezTo>
                  <a:cubicBezTo>
                    <a:pt x="1711" y="1641"/>
                    <a:pt x="3231" y="1247"/>
                    <a:pt x="4702" y="715"/>
                  </a:cubicBezTo>
                  <a:cubicBezTo>
                    <a:pt x="5112" y="566"/>
                    <a:pt x="5517" y="408"/>
                    <a:pt x="5906" y="212"/>
                  </a:cubicBezTo>
                  <a:cubicBezTo>
                    <a:pt x="6019" y="155"/>
                    <a:pt x="5949" y="0"/>
                    <a:pt x="5842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1550" lIns="91425" spcFirstLastPara="1" rIns="91425" wrap="square" tIns="615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54" name="Google Shape;654;p9"/>
            <p:cNvSpPr/>
            <p:nvPr/>
          </p:nvSpPr>
          <p:spPr>
            <a:xfrm>
              <a:off x="7671240" y="3015360"/>
              <a:ext cx="93600" cy="31320"/>
            </a:xfrm>
            <a:custGeom>
              <a:rect b="b" l="l" r="r" t="t"/>
              <a:pathLst>
                <a:path extrusionOk="0" h="520" w="1537">
                  <a:moveTo>
                    <a:pt x="1462" y="1"/>
                  </a:moveTo>
                  <a:cubicBezTo>
                    <a:pt x="1456" y="1"/>
                    <a:pt x="1450" y="2"/>
                    <a:pt x="1443" y="4"/>
                  </a:cubicBezTo>
                  <a:cubicBezTo>
                    <a:pt x="1203" y="84"/>
                    <a:pt x="989" y="220"/>
                    <a:pt x="744" y="288"/>
                  </a:cubicBezTo>
                  <a:cubicBezTo>
                    <a:pt x="638" y="316"/>
                    <a:pt x="532" y="343"/>
                    <a:pt x="425" y="368"/>
                  </a:cubicBezTo>
                  <a:cubicBezTo>
                    <a:pt x="355" y="386"/>
                    <a:pt x="281" y="404"/>
                    <a:pt x="208" y="404"/>
                  </a:cubicBezTo>
                  <a:cubicBezTo>
                    <a:pt x="170" y="404"/>
                    <a:pt x="132" y="399"/>
                    <a:pt x="95" y="387"/>
                  </a:cubicBezTo>
                  <a:cubicBezTo>
                    <a:pt x="88" y="384"/>
                    <a:pt x="81" y="383"/>
                    <a:pt x="75" y="383"/>
                  </a:cubicBezTo>
                  <a:cubicBezTo>
                    <a:pt x="19" y="383"/>
                    <a:pt x="0" y="476"/>
                    <a:pt x="64" y="496"/>
                  </a:cubicBezTo>
                  <a:cubicBezTo>
                    <a:pt x="114" y="513"/>
                    <a:pt x="166" y="519"/>
                    <a:pt x="219" y="519"/>
                  </a:cubicBezTo>
                  <a:cubicBezTo>
                    <a:pt x="390" y="519"/>
                    <a:pt x="572" y="447"/>
                    <a:pt x="730" y="410"/>
                  </a:cubicBezTo>
                  <a:cubicBezTo>
                    <a:pt x="992" y="347"/>
                    <a:pt x="1222" y="198"/>
                    <a:pt x="1473" y="115"/>
                  </a:cubicBezTo>
                  <a:cubicBezTo>
                    <a:pt x="1537" y="94"/>
                    <a:pt x="1518" y="1"/>
                    <a:pt x="1462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5825" lIns="91425" spcFirstLastPara="1" rIns="91425" wrap="square" tIns="15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55" name="Google Shape;655;p9"/>
            <p:cNvSpPr/>
            <p:nvPr/>
          </p:nvSpPr>
          <p:spPr>
            <a:xfrm>
              <a:off x="7690320" y="3046320"/>
              <a:ext cx="82800" cy="23040"/>
            </a:xfrm>
            <a:custGeom>
              <a:rect b="b" l="l" r="r" t="t"/>
              <a:pathLst>
                <a:path extrusionOk="0" h="383" w="1359">
                  <a:moveTo>
                    <a:pt x="1282" y="1"/>
                  </a:moveTo>
                  <a:cubicBezTo>
                    <a:pt x="1276" y="1"/>
                    <a:pt x="1270" y="1"/>
                    <a:pt x="1264" y="3"/>
                  </a:cubicBezTo>
                  <a:cubicBezTo>
                    <a:pt x="1076" y="61"/>
                    <a:pt x="900" y="151"/>
                    <a:pt x="713" y="207"/>
                  </a:cubicBezTo>
                  <a:cubicBezTo>
                    <a:pt x="567" y="251"/>
                    <a:pt x="424" y="266"/>
                    <a:pt x="277" y="266"/>
                  </a:cubicBezTo>
                  <a:cubicBezTo>
                    <a:pt x="211" y="266"/>
                    <a:pt x="144" y="263"/>
                    <a:pt x="76" y="258"/>
                  </a:cubicBezTo>
                  <a:cubicBezTo>
                    <a:pt x="75" y="258"/>
                    <a:pt x="74" y="258"/>
                    <a:pt x="72" y="258"/>
                  </a:cubicBezTo>
                  <a:cubicBezTo>
                    <a:pt x="0" y="258"/>
                    <a:pt x="4" y="370"/>
                    <a:pt x="75" y="375"/>
                  </a:cubicBezTo>
                  <a:cubicBezTo>
                    <a:pt x="144" y="379"/>
                    <a:pt x="212" y="383"/>
                    <a:pt x="280" y="383"/>
                  </a:cubicBezTo>
                  <a:cubicBezTo>
                    <a:pt x="428" y="383"/>
                    <a:pt x="574" y="368"/>
                    <a:pt x="721" y="325"/>
                  </a:cubicBezTo>
                  <a:cubicBezTo>
                    <a:pt x="917" y="268"/>
                    <a:pt x="1098" y="176"/>
                    <a:pt x="1294" y="115"/>
                  </a:cubicBezTo>
                  <a:cubicBezTo>
                    <a:pt x="1358" y="93"/>
                    <a:pt x="1339" y="1"/>
                    <a:pt x="1282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500" lIns="91425" spcFirstLastPara="1" rIns="91425" wrap="square" tIns="11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56" name="Google Shape;656;p9"/>
            <p:cNvSpPr/>
            <p:nvPr/>
          </p:nvSpPr>
          <p:spPr>
            <a:xfrm>
              <a:off x="7708680" y="3086640"/>
              <a:ext cx="61200" cy="19440"/>
            </a:xfrm>
            <a:custGeom>
              <a:rect b="b" l="l" r="r" t="t"/>
              <a:pathLst>
                <a:path extrusionOk="0" h="323" w="1008">
                  <a:moveTo>
                    <a:pt x="930" y="0"/>
                  </a:moveTo>
                  <a:cubicBezTo>
                    <a:pt x="925" y="0"/>
                    <a:pt x="919" y="1"/>
                    <a:pt x="913" y="3"/>
                  </a:cubicBezTo>
                  <a:cubicBezTo>
                    <a:pt x="637" y="90"/>
                    <a:pt x="356" y="163"/>
                    <a:pt x="70" y="210"/>
                  </a:cubicBezTo>
                  <a:cubicBezTo>
                    <a:pt x="1" y="222"/>
                    <a:pt x="24" y="323"/>
                    <a:pt x="89" y="323"/>
                  </a:cubicBezTo>
                  <a:cubicBezTo>
                    <a:pt x="92" y="323"/>
                    <a:pt x="96" y="323"/>
                    <a:pt x="99" y="322"/>
                  </a:cubicBezTo>
                  <a:cubicBezTo>
                    <a:pt x="384" y="275"/>
                    <a:pt x="665" y="200"/>
                    <a:pt x="943" y="115"/>
                  </a:cubicBezTo>
                  <a:cubicBezTo>
                    <a:pt x="1007" y="96"/>
                    <a:pt x="988" y="0"/>
                    <a:pt x="930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57" name="Google Shape;657;p9"/>
            <p:cNvSpPr/>
            <p:nvPr/>
          </p:nvSpPr>
          <p:spPr>
            <a:xfrm>
              <a:off x="7475400" y="3395160"/>
              <a:ext cx="58320" cy="106560"/>
            </a:xfrm>
            <a:custGeom>
              <a:rect b="b" l="l" r="r" t="t"/>
              <a:pathLst>
                <a:path extrusionOk="0" h="1753" w="961">
                  <a:moveTo>
                    <a:pt x="852" y="1"/>
                  </a:moveTo>
                  <a:cubicBezTo>
                    <a:pt x="818" y="1"/>
                    <a:pt x="783" y="29"/>
                    <a:pt x="798" y="72"/>
                  </a:cubicBezTo>
                  <a:cubicBezTo>
                    <a:pt x="849" y="208"/>
                    <a:pt x="830" y="359"/>
                    <a:pt x="798" y="500"/>
                  </a:cubicBezTo>
                  <a:cubicBezTo>
                    <a:pt x="764" y="649"/>
                    <a:pt x="710" y="790"/>
                    <a:pt x="635" y="923"/>
                  </a:cubicBezTo>
                  <a:cubicBezTo>
                    <a:pt x="479" y="1200"/>
                    <a:pt x="252" y="1422"/>
                    <a:pt x="38" y="1653"/>
                  </a:cubicBezTo>
                  <a:cubicBezTo>
                    <a:pt x="0" y="1695"/>
                    <a:pt x="38" y="1753"/>
                    <a:pt x="80" y="1753"/>
                  </a:cubicBezTo>
                  <a:cubicBezTo>
                    <a:pt x="93" y="1753"/>
                    <a:pt x="107" y="1747"/>
                    <a:pt x="119" y="1734"/>
                  </a:cubicBezTo>
                  <a:cubicBezTo>
                    <a:pt x="350" y="1486"/>
                    <a:pt x="596" y="1244"/>
                    <a:pt x="755" y="940"/>
                  </a:cubicBezTo>
                  <a:cubicBezTo>
                    <a:pt x="827" y="803"/>
                    <a:pt x="883" y="654"/>
                    <a:pt x="912" y="500"/>
                  </a:cubicBezTo>
                  <a:cubicBezTo>
                    <a:pt x="944" y="351"/>
                    <a:pt x="961" y="187"/>
                    <a:pt x="905" y="41"/>
                  </a:cubicBezTo>
                  <a:cubicBezTo>
                    <a:pt x="897" y="13"/>
                    <a:pt x="875" y="1"/>
                    <a:pt x="852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275" lIns="91425" spcFirstLastPara="1" rIns="91425" wrap="square" tIns="53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58" name="Google Shape;658;p9"/>
            <p:cNvSpPr/>
            <p:nvPr/>
          </p:nvSpPr>
          <p:spPr>
            <a:xfrm>
              <a:off x="7513920" y="3421440"/>
              <a:ext cx="47880" cy="88920"/>
            </a:xfrm>
            <a:custGeom>
              <a:rect b="b" l="l" r="r" t="t"/>
              <a:pathLst>
                <a:path extrusionOk="0" h="1463" w="788">
                  <a:moveTo>
                    <a:pt x="662" y="0"/>
                  </a:moveTo>
                  <a:cubicBezTo>
                    <a:pt x="627" y="0"/>
                    <a:pt x="592" y="29"/>
                    <a:pt x="604" y="72"/>
                  </a:cubicBezTo>
                  <a:cubicBezTo>
                    <a:pt x="670" y="314"/>
                    <a:pt x="575" y="561"/>
                    <a:pt x="456" y="769"/>
                  </a:cubicBezTo>
                  <a:cubicBezTo>
                    <a:pt x="336" y="980"/>
                    <a:pt x="184" y="1170"/>
                    <a:pt x="35" y="1361"/>
                  </a:cubicBezTo>
                  <a:cubicBezTo>
                    <a:pt x="0" y="1405"/>
                    <a:pt x="38" y="1463"/>
                    <a:pt x="79" y="1463"/>
                  </a:cubicBezTo>
                  <a:cubicBezTo>
                    <a:pt x="92" y="1463"/>
                    <a:pt x="105" y="1457"/>
                    <a:pt x="116" y="1442"/>
                  </a:cubicBezTo>
                  <a:cubicBezTo>
                    <a:pt x="280" y="1234"/>
                    <a:pt x="449" y="1027"/>
                    <a:pt x="577" y="793"/>
                  </a:cubicBezTo>
                  <a:cubicBezTo>
                    <a:pt x="701" y="565"/>
                    <a:pt x="788" y="300"/>
                    <a:pt x="717" y="42"/>
                  </a:cubicBezTo>
                  <a:cubicBezTo>
                    <a:pt x="708" y="13"/>
                    <a:pt x="685" y="0"/>
                    <a:pt x="662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4625" lIns="91425" spcFirstLastPara="1" rIns="91425" wrap="square" tIns="446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59" name="Google Shape;659;p9"/>
            <p:cNvSpPr/>
            <p:nvPr/>
          </p:nvSpPr>
          <p:spPr>
            <a:xfrm>
              <a:off x="7553880" y="3438720"/>
              <a:ext cx="45360" cy="93600"/>
            </a:xfrm>
            <a:custGeom>
              <a:rect b="b" l="l" r="r" t="t"/>
              <a:pathLst>
                <a:path extrusionOk="0" h="1539" w="750">
                  <a:moveTo>
                    <a:pt x="613" y="0"/>
                  </a:moveTo>
                  <a:cubicBezTo>
                    <a:pt x="579" y="0"/>
                    <a:pt x="542" y="29"/>
                    <a:pt x="549" y="73"/>
                  </a:cubicBezTo>
                  <a:cubicBezTo>
                    <a:pt x="633" y="584"/>
                    <a:pt x="308" y="1058"/>
                    <a:pt x="31" y="1454"/>
                  </a:cubicBezTo>
                  <a:cubicBezTo>
                    <a:pt x="1" y="1496"/>
                    <a:pt x="41" y="1538"/>
                    <a:pt x="82" y="1538"/>
                  </a:cubicBezTo>
                  <a:cubicBezTo>
                    <a:pt x="100" y="1538"/>
                    <a:pt x="117" y="1531"/>
                    <a:pt x="130" y="1513"/>
                  </a:cubicBezTo>
                  <a:cubicBezTo>
                    <a:pt x="430" y="1085"/>
                    <a:pt x="749" y="590"/>
                    <a:pt x="661" y="43"/>
                  </a:cubicBezTo>
                  <a:cubicBezTo>
                    <a:pt x="656" y="13"/>
                    <a:pt x="635" y="0"/>
                    <a:pt x="613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800" lIns="91425" spcFirstLastPara="1" rIns="91425" wrap="square" tIns="46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60" name="Google Shape;660;p9"/>
            <p:cNvSpPr/>
            <p:nvPr/>
          </p:nvSpPr>
          <p:spPr>
            <a:xfrm>
              <a:off x="7848360" y="4030920"/>
              <a:ext cx="141480" cy="43560"/>
            </a:xfrm>
            <a:custGeom>
              <a:rect b="b" l="l" r="r" t="t"/>
              <a:pathLst>
                <a:path extrusionOk="0" h="717" w="2320">
                  <a:moveTo>
                    <a:pt x="2244" y="1"/>
                  </a:moveTo>
                  <a:cubicBezTo>
                    <a:pt x="2238" y="1"/>
                    <a:pt x="2232" y="2"/>
                    <a:pt x="2225" y="4"/>
                  </a:cubicBezTo>
                  <a:cubicBezTo>
                    <a:pt x="1858" y="126"/>
                    <a:pt x="1500" y="272"/>
                    <a:pt x="1134" y="396"/>
                  </a:cubicBezTo>
                  <a:cubicBezTo>
                    <a:pt x="966" y="453"/>
                    <a:pt x="794" y="503"/>
                    <a:pt x="621" y="547"/>
                  </a:cubicBezTo>
                  <a:cubicBezTo>
                    <a:pt x="509" y="575"/>
                    <a:pt x="393" y="600"/>
                    <a:pt x="277" y="600"/>
                  </a:cubicBezTo>
                  <a:cubicBezTo>
                    <a:pt x="216" y="600"/>
                    <a:pt x="155" y="593"/>
                    <a:pt x="94" y="576"/>
                  </a:cubicBezTo>
                  <a:cubicBezTo>
                    <a:pt x="88" y="575"/>
                    <a:pt x="83" y="574"/>
                    <a:pt x="78" y="574"/>
                  </a:cubicBezTo>
                  <a:cubicBezTo>
                    <a:pt x="20" y="574"/>
                    <a:pt x="1" y="670"/>
                    <a:pt x="66" y="688"/>
                  </a:cubicBezTo>
                  <a:cubicBezTo>
                    <a:pt x="135" y="708"/>
                    <a:pt x="205" y="717"/>
                    <a:pt x="275" y="717"/>
                  </a:cubicBezTo>
                  <a:cubicBezTo>
                    <a:pt x="374" y="717"/>
                    <a:pt x="473" y="700"/>
                    <a:pt x="570" y="677"/>
                  </a:cubicBezTo>
                  <a:cubicBezTo>
                    <a:pt x="753" y="634"/>
                    <a:pt x="934" y="582"/>
                    <a:pt x="1113" y="524"/>
                  </a:cubicBezTo>
                  <a:cubicBezTo>
                    <a:pt x="1497" y="398"/>
                    <a:pt x="1871" y="242"/>
                    <a:pt x="2255" y="116"/>
                  </a:cubicBezTo>
                  <a:cubicBezTo>
                    <a:pt x="2319" y="95"/>
                    <a:pt x="2301" y="1"/>
                    <a:pt x="2244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1950" lIns="91425" spcFirstLastPara="1" rIns="91425" wrap="square" tIns="21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61" name="Google Shape;661;p9"/>
            <p:cNvSpPr/>
            <p:nvPr/>
          </p:nvSpPr>
          <p:spPr>
            <a:xfrm>
              <a:off x="7895160" y="4050720"/>
              <a:ext cx="136440" cy="42840"/>
            </a:xfrm>
            <a:custGeom>
              <a:rect b="b" l="l" r="r" t="t"/>
              <a:pathLst>
                <a:path extrusionOk="0" h="710" w="2237">
                  <a:moveTo>
                    <a:pt x="2162" y="0"/>
                  </a:moveTo>
                  <a:cubicBezTo>
                    <a:pt x="2156" y="0"/>
                    <a:pt x="2150" y="1"/>
                    <a:pt x="2143" y="4"/>
                  </a:cubicBezTo>
                  <a:cubicBezTo>
                    <a:pt x="1805" y="124"/>
                    <a:pt x="1479" y="280"/>
                    <a:pt x="1139" y="398"/>
                  </a:cubicBezTo>
                  <a:cubicBezTo>
                    <a:pt x="790" y="518"/>
                    <a:pt x="440" y="556"/>
                    <a:pt x="74" y="593"/>
                  </a:cubicBezTo>
                  <a:cubicBezTo>
                    <a:pt x="4" y="602"/>
                    <a:pt x="1" y="710"/>
                    <a:pt x="68" y="710"/>
                  </a:cubicBezTo>
                  <a:cubicBezTo>
                    <a:pt x="70" y="710"/>
                    <a:pt x="72" y="710"/>
                    <a:pt x="74" y="710"/>
                  </a:cubicBezTo>
                  <a:cubicBezTo>
                    <a:pt x="440" y="674"/>
                    <a:pt x="796" y="636"/>
                    <a:pt x="1144" y="518"/>
                  </a:cubicBezTo>
                  <a:cubicBezTo>
                    <a:pt x="1494" y="399"/>
                    <a:pt x="1826" y="239"/>
                    <a:pt x="2175" y="116"/>
                  </a:cubicBezTo>
                  <a:cubicBezTo>
                    <a:pt x="2236" y="94"/>
                    <a:pt x="2218" y="0"/>
                    <a:pt x="2162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62" name="Google Shape;662;p9"/>
            <p:cNvSpPr/>
            <p:nvPr/>
          </p:nvSpPr>
          <p:spPr>
            <a:xfrm>
              <a:off x="7971840" y="4064760"/>
              <a:ext cx="140040" cy="47160"/>
            </a:xfrm>
            <a:custGeom>
              <a:rect b="b" l="l" r="r" t="t"/>
              <a:pathLst>
                <a:path extrusionOk="0" h="776" w="2296">
                  <a:moveTo>
                    <a:pt x="2226" y="1"/>
                  </a:moveTo>
                  <a:cubicBezTo>
                    <a:pt x="2219" y="1"/>
                    <a:pt x="2212" y="2"/>
                    <a:pt x="2205" y="5"/>
                  </a:cubicBezTo>
                  <a:cubicBezTo>
                    <a:pt x="1838" y="158"/>
                    <a:pt x="1478" y="330"/>
                    <a:pt x="1105" y="464"/>
                  </a:cubicBezTo>
                  <a:cubicBezTo>
                    <a:pt x="937" y="524"/>
                    <a:pt x="766" y="576"/>
                    <a:pt x="591" y="615"/>
                  </a:cubicBezTo>
                  <a:cubicBezTo>
                    <a:pt x="490" y="637"/>
                    <a:pt x="381" y="660"/>
                    <a:pt x="274" y="660"/>
                  </a:cubicBezTo>
                  <a:cubicBezTo>
                    <a:pt x="212" y="660"/>
                    <a:pt x="151" y="652"/>
                    <a:pt x="93" y="633"/>
                  </a:cubicBezTo>
                  <a:cubicBezTo>
                    <a:pt x="87" y="631"/>
                    <a:pt x="81" y="630"/>
                    <a:pt x="75" y="630"/>
                  </a:cubicBezTo>
                  <a:cubicBezTo>
                    <a:pt x="19" y="630"/>
                    <a:pt x="0" y="724"/>
                    <a:pt x="64" y="746"/>
                  </a:cubicBezTo>
                  <a:cubicBezTo>
                    <a:pt x="128" y="767"/>
                    <a:pt x="195" y="775"/>
                    <a:pt x="263" y="775"/>
                  </a:cubicBezTo>
                  <a:cubicBezTo>
                    <a:pt x="359" y="775"/>
                    <a:pt x="456" y="760"/>
                    <a:pt x="547" y="742"/>
                  </a:cubicBezTo>
                  <a:cubicBezTo>
                    <a:pt x="730" y="707"/>
                    <a:pt x="908" y="656"/>
                    <a:pt x="1085" y="593"/>
                  </a:cubicBezTo>
                  <a:cubicBezTo>
                    <a:pt x="1479" y="457"/>
                    <a:pt x="1852" y="276"/>
                    <a:pt x="2235" y="117"/>
                  </a:cubicBezTo>
                  <a:cubicBezTo>
                    <a:pt x="2295" y="92"/>
                    <a:pt x="2277" y="1"/>
                    <a:pt x="2226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3750" lIns="91425" spcFirstLastPara="1" rIns="91425" wrap="square" tIns="23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63" name="Google Shape;663;p9"/>
            <p:cNvSpPr/>
            <p:nvPr/>
          </p:nvSpPr>
          <p:spPr>
            <a:xfrm>
              <a:off x="8102880" y="4691520"/>
              <a:ext cx="155160" cy="48240"/>
            </a:xfrm>
            <a:custGeom>
              <a:rect b="b" l="l" r="r" t="t"/>
              <a:pathLst>
                <a:path extrusionOk="0" h="794" w="2544">
                  <a:moveTo>
                    <a:pt x="2470" y="1"/>
                  </a:moveTo>
                  <a:cubicBezTo>
                    <a:pt x="2464" y="1"/>
                    <a:pt x="2458" y="2"/>
                    <a:pt x="2451" y="5"/>
                  </a:cubicBezTo>
                  <a:cubicBezTo>
                    <a:pt x="2051" y="146"/>
                    <a:pt x="1659" y="311"/>
                    <a:pt x="1258" y="445"/>
                  </a:cubicBezTo>
                  <a:cubicBezTo>
                    <a:pt x="1072" y="508"/>
                    <a:pt x="885" y="563"/>
                    <a:pt x="695" y="613"/>
                  </a:cubicBezTo>
                  <a:cubicBezTo>
                    <a:pt x="559" y="649"/>
                    <a:pt x="415" y="681"/>
                    <a:pt x="272" y="681"/>
                  </a:cubicBezTo>
                  <a:cubicBezTo>
                    <a:pt x="243" y="681"/>
                    <a:pt x="214" y="679"/>
                    <a:pt x="185" y="676"/>
                  </a:cubicBezTo>
                  <a:lnTo>
                    <a:pt x="181" y="676"/>
                  </a:lnTo>
                  <a:cubicBezTo>
                    <a:pt x="155" y="672"/>
                    <a:pt x="127" y="666"/>
                    <a:pt x="99" y="662"/>
                  </a:cubicBezTo>
                  <a:cubicBezTo>
                    <a:pt x="93" y="661"/>
                    <a:pt x="88" y="660"/>
                    <a:pt x="83" y="660"/>
                  </a:cubicBezTo>
                  <a:cubicBezTo>
                    <a:pt x="23" y="660"/>
                    <a:pt x="1" y="757"/>
                    <a:pt x="67" y="771"/>
                  </a:cubicBezTo>
                  <a:cubicBezTo>
                    <a:pt x="136" y="787"/>
                    <a:pt x="204" y="793"/>
                    <a:pt x="273" y="793"/>
                  </a:cubicBezTo>
                  <a:cubicBezTo>
                    <a:pt x="325" y="793"/>
                    <a:pt x="377" y="789"/>
                    <a:pt x="429" y="783"/>
                  </a:cubicBezTo>
                  <a:cubicBezTo>
                    <a:pt x="502" y="776"/>
                    <a:pt x="570" y="761"/>
                    <a:pt x="641" y="744"/>
                  </a:cubicBezTo>
                  <a:cubicBezTo>
                    <a:pt x="843" y="698"/>
                    <a:pt x="1041" y="638"/>
                    <a:pt x="1236" y="574"/>
                  </a:cubicBezTo>
                  <a:cubicBezTo>
                    <a:pt x="1657" y="435"/>
                    <a:pt x="2063" y="263"/>
                    <a:pt x="2481" y="117"/>
                  </a:cubicBezTo>
                  <a:cubicBezTo>
                    <a:pt x="2543" y="94"/>
                    <a:pt x="2524" y="1"/>
                    <a:pt x="2470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4100" lIns="91425" spcFirstLastPara="1" rIns="91425" wrap="square" tIns="24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64" name="Google Shape;664;p9"/>
            <p:cNvSpPr/>
            <p:nvPr/>
          </p:nvSpPr>
          <p:spPr>
            <a:xfrm>
              <a:off x="8142480" y="4706280"/>
              <a:ext cx="152280" cy="53280"/>
            </a:xfrm>
            <a:custGeom>
              <a:rect b="b" l="l" r="r" t="t"/>
              <a:pathLst>
                <a:path extrusionOk="0" h="877" w="2498">
                  <a:moveTo>
                    <a:pt x="2413" y="0"/>
                  </a:moveTo>
                  <a:cubicBezTo>
                    <a:pt x="2404" y="0"/>
                    <a:pt x="2395" y="3"/>
                    <a:pt x="2386" y="8"/>
                  </a:cubicBezTo>
                  <a:cubicBezTo>
                    <a:pt x="2009" y="198"/>
                    <a:pt x="1625" y="369"/>
                    <a:pt x="1229" y="513"/>
                  </a:cubicBezTo>
                  <a:cubicBezTo>
                    <a:pt x="1039" y="582"/>
                    <a:pt x="849" y="644"/>
                    <a:pt x="652" y="695"/>
                  </a:cubicBezTo>
                  <a:cubicBezTo>
                    <a:pt x="555" y="722"/>
                    <a:pt x="453" y="743"/>
                    <a:pt x="351" y="752"/>
                  </a:cubicBezTo>
                  <a:cubicBezTo>
                    <a:pt x="334" y="753"/>
                    <a:pt x="315" y="753"/>
                    <a:pt x="298" y="753"/>
                  </a:cubicBezTo>
                  <a:lnTo>
                    <a:pt x="295" y="753"/>
                  </a:lnTo>
                  <a:cubicBezTo>
                    <a:pt x="258" y="753"/>
                    <a:pt x="219" y="750"/>
                    <a:pt x="181" y="750"/>
                  </a:cubicBezTo>
                  <a:cubicBezTo>
                    <a:pt x="143" y="750"/>
                    <a:pt x="104" y="753"/>
                    <a:pt x="66" y="763"/>
                  </a:cubicBezTo>
                  <a:cubicBezTo>
                    <a:pt x="1" y="781"/>
                    <a:pt x="20" y="877"/>
                    <a:pt x="78" y="877"/>
                  </a:cubicBezTo>
                  <a:cubicBezTo>
                    <a:pt x="84" y="877"/>
                    <a:pt x="89" y="876"/>
                    <a:pt x="96" y="874"/>
                  </a:cubicBezTo>
                  <a:cubicBezTo>
                    <a:pt x="120" y="866"/>
                    <a:pt x="143" y="864"/>
                    <a:pt x="166" y="864"/>
                  </a:cubicBezTo>
                  <a:cubicBezTo>
                    <a:pt x="193" y="864"/>
                    <a:pt x="221" y="867"/>
                    <a:pt x="251" y="870"/>
                  </a:cubicBezTo>
                  <a:cubicBezTo>
                    <a:pt x="257" y="870"/>
                    <a:pt x="262" y="870"/>
                    <a:pt x="267" y="870"/>
                  </a:cubicBezTo>
                  <a:cubicBezTo>
                    <a:pt x="311" y="870"/>
                    <a:pt x="356" y="865"/>
                    <a:pt x="402" y="860"/>
                  </a:cubicBezTo>
                  <a:cubicBezTo>
                    <a:pt x="446" y="853"/>
                    <a:pt x="488" y="848"/>
                    <a:pt x="531" y="838"/>
                  </a:cubicBezTo>
                  <a:lnTo>
                    <a:pt x="532" y="838"/>
                  </a:lnTo>
                  <a:cubicBezTo>
                    <a:pt x="583" y="830"/>
                    <a:pt x="633" y="817"/>
                    <a:pt x="682" y="806"/>
                  </a:cubicBezTo>
                  <a:cubicBezTo>
                    <a:pt x="886" y="752"/>
                    <a:pt x="1086" y="685"/>
                    <a:pt x="1284" y="612"/>
                  </a:cubicBezTo>
                  <a:cubicBezTo>
                    <a:pt x="1680" y="469"/>
                    <a:pt x="2065" y="297"/>
                    <a:pt x="2441" y="106"/>
                  </a:cubicBezTo>
                  <a:cubicBezTo>
                    <a:pt x="2498" y="77"/>
                    <a:pt x="2463" y="0"/>
                    <a:pt x="2413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6625" lIns="91425" spcFirstLastPara="1" rIns="91425" wrap="square" tIns="266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65" name="Google Shape;665;p9"/>
            <p:cNvSpPr/>
            <p:nvPr/>
          </p:nvSpPr>
          <p:spPr>
            <a:xfrm>
              <a:off x="8192520" y="4722480"/>
              <a:ext cx="140040" cy="57600"/>
            </a:xfrm>
            <a:custGeom>
              <a:rect b="b" l="l" r="r" t="t"/>
              <a:pathLst>
                <a:path extrusionOk="0" h="950" w="2298">
                  <a:moveTo>
                    <a:pt x="2227" y="1"/>
                  </a:moveTo>
                  <a:cubicBezTo>
                    <a:pt x="2220" y="1"/>
                    <a:pt x="2213" y="2"/>
                    <a:pt x="2205" y="5"/>
                  </a:cubicBezTo>
                  <a:cubicBezTo>
                    <a:pt x="1781" y="178"/>
                    <a:pt x="1376" y="391"/>
                    <a:pt x="954" y="567"/>
                  </a:cubicBezTo>
                  <a:cubicBezTo>
                    <a:pt x="811" y="626"/>
                    <a:pt x="666" y="683"/>
                    <a:pt x="520" y="739"/>
                  </a:cubicBezTo>
                  <a:cubicBezTo>
                    <a:pt x="456" y="765"/>
                    <a:pt x="383" y="796"/>
                    <a:pt x="305" y="817"/>
                  </a:cubicBezTo>
                  <a:cubicBezTo>
                    <a:pt x="292" y="822"/>
                    <a:pt x="279" y="825"/>
                    <a:pt x="266" y="827"/>
                  </a:cubicBezTo>
                  <a:cubicBezTo>
                    <a:pt x="238" y="833"/>
                    <a:pt x="209" y="837"/>
                    <a:pt x="180" y="837"/>
                  </a:cubicBezTo>
                  <a:cubicBezTo>
                    <a:pt x="158" y="837"/>
                    <a:pt x="136" y="834"/>
                    <a:pt x="115" y="829"/>
                  </a:cubicBezTo>
                  <a:cubicBezTo>
                    <a:pt x="106" y="829"/>
                    <a:pt x="101" y="825"/>
                    <a:pt x="92" y="823"/>
                  </a:cubicBezTo>
                  <a:cubicBezTo>
                    <a:pt x="86" y="821"/>
                    <a:pt x="79" y="820"/>
                    <a:pt x="74" y="820"/>
                  </a:cubicBezTo>
                  <a:cubicBezTo>
                    <a:pt x="23" y="820"/>
                    <a:pt x="1" y="896"/>
                    <a:pt x="44" y="924"/>
                  </a:cubicBezTo>
                  <a:cubicBezTo>
                    <a:pt x="50" y="928"/>
                    <a:pt x="54" y="931"/>
                    <a:pt x="61" y="934"/>
                  </a:cubicBezTo>
                  <a:cubicBezTo>
                    <a:pt x="100" y="946"/>
                    <a:pt x="138" y="950"/>
                    <a:pt x="179" y="950"/>
                  </a:cubicBezTo>
                  <a:cubicBezTo>
                    <a:pt x="186" y="950"/>
                    <a:pt x="193" y="949"/>
                    <a:pt x="200" y="949"/>
                  </a:cubicBezTo>
                  <a:lnTo>
                    <a:pt x="201" y="949"/>
                  </a:lnTo>
                  <a:cubicBezTo>
                    <a:pt x="241" y="948"/>
                    <a:pt x="281" y="941"/>
                    <a:pt x="322" y="929"/>
                  </a:cubicBezTo>
                  <a:cubicBezTo>
                    <a:pt x="384" y="912"/>
                    <a:pt x="444" y="891"/>
                    <a:pt x="499" y="871"/>
                  </a:cubicBezTo>
                  <a:cubicBezTo>
                    <a:pt x="645" y="816"/>
                    <a:pt x="791" y="757"/>
                    <a:pt x="937" y="697"/>
                  </a:cubicBezTo>
                  <a:cubicBezTo>
                    <a:pt x="1378" y="518"/>
                    <a:pt x="1797" y="296"/>
                    <a:pt x="2236" y="115"/>
                  </a:cubicBezTo>
                  <a:cubicBezTo>
                    <a:pt x="2298" y="91"/>
                    <a:pt x="2281" y="1"/>
                    <a:pt x="2227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8800" lIns="91425" spcFirstLastPara="1" rIns="91425" wrap="square" tIns="28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66" name="Google Shape;666;p9"/>
            <p:cNvSpPr/>
            <p:nvPr/>
          </p:nvSpPr>
          <p:spPr>
            <a:xfrm>
              <a:off x="8084520" y="5122800"/>
              <a:ext cx="162360" cy="56520"/>
            </a:xfrm>
            <a:custGeom>
              <a:rect b="b" l="l" r="r" t="t"/>
              <a:pathLst>
                <a:path extrusionOk="0" h="929" w="2664">
                  <a:moveTo>
                    <a:pt x="2579" y="0"/>
                  </a:moveTo>
                  <a:cubicBezTo>
                    <a:pt x="2570" y="0"/>
                    <a:pt x="2559" y="3"/>
                    <a:pt x="2549" y="9"/>
                  </a:cubicBezTo>
                  <a:cubicBezTo>
                    <a:pt x="2193" y="234"/>
                    <a:pt x="1783" y="355"/>
                    <a:pt x="1384" y="476"/>
                  </a:cubicBezTo>
                  <a:cubicBezTo>
                    <a:pt x="1181" y="540"/>
                    <a:pt x="981" y="607"/>
                    <a:pt x="777" y="658"/>
                  </a:cubicBezTo>
                  <a:cubicBezTo>
                    <a:pt x="770" y="659"/>
                    <a:pt x="762" y="664"/>
                    <a:pt x="753" y="665"/>
                  </a:cubicBezTo>
                  <a:cubicBezTo>
                    <a:pt x="691" y="681"/>
                    <a:pt x="627" y="695"/>
                    <a:pt x="563" y="709"/>
                  </a:cubicBezTo>
                  <a:cubicBezTo>
                    <a:pt x="447" y="736"/>
                    <a:pt x="331" y="760"/>
                    <a:pt x="215" y="785"/>
                  </a:cubicBezTo>
                  <a:cubicBezTo>
                    <a:pt x="165" y="795"/>
                    <a:pt x="116" y="805"/>
                    <a:pt x="67" y="817"/>
                  </a:cubicBezTo>
                  <a:cubicBezTo>
                    <a:pt x="0" y="832"/>
                    <a:pt x="22" y="929"/>
                    <a:pt x="85" y="929"/>
                  </a:cubicBezTo>
                  <a:cubicBezTo>
                    <a:pt x="90" y="929"/>
                    <a:pt x="95" y="928"/>
                    <a:pt x="100" y="927"/>
                  </a:cubicBezTo>
                  <a:cubicBezTo>
                    <a:pt x="144" y="916"/>
                    <a:pt x="189" y="906"/>
                    <a:pt x="235" y="897"/>
                  </a:cubicBezTo>
                  <a:cubicBezTo>
                    <a:pt x="301" y="880"/>
                    <a:pt x="371" y="866"/>
                    <a:pt x="437" y="852"/>
                  </a:cubicBezTo>
                  <a:cubicBezTo>
                    <a:pt x="498" y="841"/>
                    <a:pt x="562" y="827"/>
                    <a:pt x="621" y="812"/>
                  </a:cubicBezTo>
                  <a:cubicBezTo>
                    <a:pt x="684" y="798"/>
                    <a:pt x="748" y="781"/>
                    <a:pt x="810" y="767"/>
                  </a:cubicBezTo>
                  <a:cubicBezTo>
                    <a:pt x="1022" y="715"/>
                    <a:pt x="1229" y="644"/>
                    <a:pt x="1439" y="580"/>
                  </a:cubicBezTo>
                  <a:cubicBezTo>
                    <a:pt x="1840" y="458"/>
                    <a:pt x="2251" y="333"/>
                    <a:pt x="2610" y="108"/>
                  </a:cubicBezTo>
                  <a:cubicBezTo>
                    <a:pt x="2663" y="76"/>
                    <a:pt x="2632" y="0"/>
                    <a:pt x="2579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8425" lIns="91425" spcFirstLastPara="1" rIns="91425" wrap="square" tIns="28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67" name="Google Shape;667;p9"/>
            <p:cNvSpPr/>
            <p:nvPr/>
          </p:nvSpPr>
          <p:spPr>
            <a:xfrm>
              <a:off x="8087040" y="5103720"/>
              <a:ext cx="157680" cy="47880"/>
            </a:xfrm>
            <a:custGeom>
              <a:rect b="b" l="l" r="r" t="t"/>
              <a:pathLst>
                <a:path extrusionOk="0" h="787" w="2585">
                  <a:moveTo>
                    <a:pt x="2509" y="0"/>
                  </a:moveTo>
                  <a:cubicBezTo>
                    <a:pt x="2503" y="0"/>
                    <a:pt x="2496" y="1"/>
                    <a:pt x="2489" y="4"/>
                  </a:cubicBezTo>
                  <a:cubicBezTo>
                    <a:pt x="2236" y="87"/>
                    <a:pt x="1985" y="178"/>
                    <a:pt x="1736" y="266"/>
                  </a:cubicBezTo>
                  <a:cubicBezTo>
                    <a:pt x="1588" y="320"/>
                    <a:pt x="1444" y="371"/>
                    <a:pt x="1296" y="420"/>
                  </a:cubicBezTo>
                  <a:cubicBezTo>
                    <a:pt x="1288" y="423"/>
                    <a:pt x="1278" y="426"/>
                    <a:pt x="1269" y="429"/>
                  </a:cubicBezTo>
                  <a:cubicBezTo>
                    <a:pt x="1075" y="497"/>
                    <a:pt x="878" y="562"/>
                    <a:pt x="678" y="607"/>
                  </a:cubicBezTo>
                  <a:cubicBezTo>
                    <a:pt x="576" y="629"/>
                    <a:pt x="476" y="653"/>
                    <a:pt x="371" y="657"/>
                  </a:cubicBezTo>
                  <a:cubicBezTo>
                    <a:pt x="348" y="658"/>
                    <a:pt x="326" y="659"/>
                    <a:pt x="303" y="659"/>
                  </a:cubicBezTo>
                  <a:cubicBezTo>
                    <a:pt x="276" y="659"/>
                    <a:pt x="249" y="658"/>
                    <a:pt x="223" y="658"/>
                  </a:cubicBezTo>
                  <a:cubicBezTo>
                    <a:pt x="187" y="658"/>
                    <a:pt x="151" y="659"/>
                    <a:pt x="116" y="664"/>
                  </a:cubicBezTo>
                  <a:cubicBezTo>
                    <a:pt x="100" y="667"/>
                    <a:pt x="85" y="670"/>
                    <a:pt x="69" y="674"/>
                  </a:cubicBezTo>
                  <a:cubicBezTo>
                    <a:pt x="1" y="690"/>
                    <a:pt x="24" y="786"/>
                    <a:pt x="83" y="786"/>
                  </a:cubicBezTo>
                  <a:cubicBezTo>
                    <a:pt x="88" y="786"/>
                    <a:pt x="93" y="786"/>
                    <a:pt x="99" y="784"/>
                  </a:cubicBezTo>
                  <a:cubicBezTo>
                    <a:pt x="109" y="783"/>
                    <a:pt x="119" y="782"/>
                    <a:pt x="130" y="780"/>
                  </a:cubicBezTo>
                  <a:cubicBezTo>
                    <a:pt x="172" y="772"/>
                    <a:pt x="216" y="771"/>
                    <a:pt x="259" y="771"/>
                  </a:cubicBezTo>
                  <a:cubicBezTo>
                    <a:pt x="284" y="771"/>
                    <a:pt x="310" y="771"/>
                    <a:pt x="336" y="771"/>
                  </a:cubicBezTo>
                  <a:cubicBezTo>
                    <a:pt x="365" y="771"/>
                    <a:pt x="394" y="770"/>
                    <a:pt x="423" y="767"/>
                  </a:cubicBezTo>
                  <a:cubicBezTo>
                    <a:pt x="515" y="756"/>
                    <a:pt x="605" y="740"/>
                    <a:pt x="695" y="721"/>
                  </a:cubicBezTo>
                  <a:cubicBezTo>
                    <a:pt x="788" y="699"/>
                    <a:pt x="878" y="675"/>
                    <a:pt x="969" y="647"/>
                  </a:cubicBezTo>
                  <a:cubicBezTo>
                    <a:pt x="1079" y="613"/>
                    <a:pt x="1191" y="576"/>
                    <a:pt x="1302" y="539"/>
                  </a:cubicBezTo>
                  <a:cubicBezTo>
                    <a:pt x="1318" y="535"/>
                    <a:pt x="1332" y="529"/>
                    <a:pt x="1346" y="525"/>
                  </a:cubicBezTo>
                  <a:cubicBezTo>
                    <a:pt x="1737" y="388"/>
                    <a:pt x="2127" y="242"/>
                    <a:pt x="2522" y="114"/>
                  </a:cubicBezTo>
                  <a:cubicBezTo>
                    <a:pt x="2585" y="92"/>
                    <a:pt x="2565" y="0"/>
                    <a:pt x="2509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4100" lIns="91425" spcFirstLastPara="1" rIns="91425" wrap="square" tIns="24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68" name="Google Shape;668;p9"/>
            <p:cNvSpPr/>
            <p:nvPr/>
          </p:nvSpPr>
          <p:spPr>
            <a:xfrm>
              <a:off x="8084520" y="5072040"/>
              <a:ext cx="133200" cy="47880"/>
            </a:xfrm>
            <a:custGeom>
              <a:rect b="b" l="l" r="r" t="t"/>
              <a:pathLst>
                <a:path extrusionOk="0" h="792" w="2186">
                  <a:moveTo>
                    <a:pt x="2099" y="0"/>
                  </a:moveTo>
                  <a:cubicBezTo>
                    <a:pt x="2090" y="0"/>
                    <a:pt x="2080" y="2"/>
                    <a:pt x="2070" y="8"/>
                  </a:cubicBezTo>
                  <a:cubicBezTo>
                    <a:pt x="1467" y="324"/>
                    <a:pt x="811" y="647"/>
                    <a:pt x="116" y="675"/>
                  </a:cubicBezTo>
                  <a:cubicBezTo>
                    <a:pt x="102" y="675"/>
                    <a:pt x="88" y="676"/>
                    <a:pt x="74" y="676"/>
                  </a:cubicBezTo>
                  <a:cubicBezTo>
                    <a:pt x="1" y="678"/>
                    <a:pt x="0" y="791"/>
                    <a:pt x="71" y="791"/>
                  </a:cubicBezTo>
                  <a:cubicBezTo>
                    <a:pt x="72" y="791"/>
                    <a:pt x="73" y="791"/>
                    <a:pt x="74" y="791"/>
                  </a:cubicBezTo>
                  <a:cubicBezTo>
                    <a:pt x="92" y="791"/>
                    <a:pt x="108" y="791"/>
                    <a:pt x="126" y="790"/>
                  </a:cubicBezTo>
                  <a:cubicBezTo>
                    <a:pt x="838" y="760"/>
                    <a:pt x="1509" y="430"/>
                    <a:pt x="2129" y="107"/>
                  </a:cubicBezTo>
                  <a:cubicBezTo>
                    <a:pt x="2185" y="77"/>
                    <a:pt x="2151" y="0"/>
                    <a:pt x="2099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4100" lIns="91425" spcFirstLastPara="1" rIns="91425" wrap="square" tIns="24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69" name="Google Shape;669;p9"/>
            <p:cNvSpPr/>
            <p:nvPr/>
          </p:nvSpPr>
          <p:spPr>
            <a:xfrm>
              <a:off x="8103960" y="4941000"/>
              <a:ext cx="779040" cy="246960"/>
            </a:xfrm>
            <a:custGeom>
              <a:rect b="b" l="l" r="r" t="t"/>
              <a:pathLst>
                <a:path extrusionOk="0" h="4052" w="12763">
                  <a:moveTo>
                    <a:pt x="11744" y="0"/>
                  </a:moveTo>
                  <a:cubicBezTo>
                    <a:pt x="11124" y="0"/>
                    <a:pt x="10505" y="46"/>
                    <a:pt x="9890" y="115"/>
                  </a:cubicBezTo>
                  <a:cubicBezTo>
                    <a:pt x="8985" y="219"/>
                    <a:pt x="8089" y="400"/>
                    <a:pt x="7205" y="627"/>
                  </a:cubicBezTo>
                  <a:cubicBezTo>
                    <a:pt x="6323" y="852"/>
                    <a:pt x="5446" y="1114"/>
                    <a:pt x="4577" y="1392"/>
                  </a:cubicBezTo>
                  <a:cubicBezTo>
                    <a:pt x="4145" y="1530"/>
                    <a:pt x="3713" y="1676"/>
                    <a:pt x="3294" y="1848"/>
                  </a:cubicBezTo>
                  <a:cubicBezTo>
                    <a:pt x="2901" y="2010"/>
                    <a:pt x="2514" y="2191"/>
                    <a:pt x="2140" y="2391"/>
                  </a:cubicBezTo>
                  <a:cubicBezTo>
                    <a:pt x="1753" y="2601"/>
                    <a:pt x="1385" y="2836"/>
                    <a:pt x="1019" y="3083"/>
                  </a:cubicBezTo>
                  <a:cubicBezTo>
                    <a:pt x="992" y="3098"/>
                    <a:pt x="969" y="3115"/>
                    <a:pt x="945" y="3132"/>
                  </a:cubicBezTo>
                  <a:cubicBezTo>
                    <a:pt x="860" y="3190"/>
                    <a:pt x="773" y="3250"/>
                    <a:pt x="690" y="3311"/>
                  </a:cubicBezTo>
                  <a:cubicBezTo>
                    <a:pt x="532" y="3424"/>
                    <a:pt x="380" y="3546"/>
                    <a:pt x="247" y="3686"/>
                  </a:cubicBezTo>
                  <a:cubicBezTo>
                    <a:pt x="203" y="3732"/>
                    <a:pt x="160" y="3780"/>
                    <a:pt x="121" y="3831"/>
                  </a:cubicBezTo>
                  <a:cubicBezTo>
                    <a:pt x="88" y="3874"/>
                    <a:pt x="55" y="3919"/>
                    <a:pt x="27" y="3966"/>
                  </a:cubicBezTo>
                  <a:cubicBezTo>
                    <a:pt x="0" y="4010"/>
                    <a:pt x="41" y="4051"/>
                    <a:pt x="82" y="4051"/>
                  </a:cubicBezTo>
                  <a:cubicBezTo>
                    <a:pt x="99" y="4051"/>
                    <a:pt x="116" y="4044"/>
                    <a:pt x="128" y="4025"/>
                  </a:cubicBezTo>
                  <a:cubicBezTo>
                    <a:pt x="180" y="3942"/>
                    <a:pt x="240" y="3864"/>
                    <a:pt x="305" y="3791"/>
                  </a:cubicBezTo>
                  <a:cubicBezTo>
                    <a:pt x="353" y="3736"/>
                    <a:pt x="407" y="3685"/>
                    <a:pt x="461" y="3635"/>
                  </a:cubicBezTo>
                  <a:cubicBezTo>
                    <a:pt x="612" y="3501"/>
                    <a:pt x="782" y="3382"/>
                    <a:pt x="947" y="3268"/>
                  </a:cubicBezTo>
                  <a:cubicBezTo>
                    <a:pt x="985" y="3242"/>
                    <a:pt x="1025" y="3213"/>
                    <a:pt x="1066" y="3186"/>
                  </a:cubicBezTo>
                  <a:cubicBezTo>
                    <a:pt x="1195" y="3100"/>
                    <a:pt x="1325" y="3012"/>
                    <a:pt x="1457" y="2927"/>
                  </a:cubicBezTo>
                  <a:cubicBezTo>
                    <a:pt x="1630" y="2815"/>
                    <a:pt x="1807" y="2707"/>
                    <a:pt x="1990" y="2604"/>
                  </a:cubicBezTo>
                  <a:cubicBezTo>
                    <a:pt x="2747" y="2179"/>
                    <a:pt x="3543" y="1853"/>
                    <a:pt x="4368" y="1581"/>
                  </a:cubicBezTo>
                  <a:cubicBezTo>
                    <a:pt x="5225" y="1299"/>
                    <a:pt x="6092" y="1051"/>
                    <a:pt x="6962" y="808"/>
                  </a:cubicBezTo>
                  <a:cubicBezTo>
                    <a:pt x="7830" y="565"/>
                    <a:pt x="8721" y="380"/>
                    <a:pt x="9614" y="264"/>
                  </a:cubicBezTo>
                  <a:cubicBezTo>
                    <a:pt x="10312" y="173"/>
                    <a:pt x="11017" y="114"/>
                    <a:pt x="11722" y="114"/>
                  </a:cubicBezTo>
                  <a:cubicBezTo>
                    <a:pt x="12045" y="114"/>
                    <a:pt x="12367" y="126"/>
                    <a:pt x="12689" y="154"/>
                  </a:cubicBezTo>
                  <a:cubicBezTo>
                    <a:pt x="12691" y="154"/>
                    <a:pt x="12693" y="154"/>
                    <a:pt x="12695" y="154"/>
                  </a:cubicBezTo>
                  <a:cubicBezTo>
                    <a:pt x="12763" y="154"/>
                    <a:pt x="12761" y="46"/>
                    <a:pt x="12690" y="39"/>
                  </a:cubicBezTo>
                  <a:cubicBezTo>
                    <a:pt x="12375" y="12"/>
                    <a:pt x="12060" y="0"/>
                    <a:pt x="11744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70" name="Google Shape;670;p9"/>
            <p:cNvSpPr/>
            <p:nvPr/>
          </p:nvSpPr>
          <p:spPr>
            <a:xfrm>
              <a:off x="7876800" y="4178520"/>
              <a:ext cx="725760" cy="240480"/>
            </a:xfrm>
            <a:custGeom>
              <a:rect b="b" l="l" r="r" t="t"/>
              <a:pathLst>
                <a:path extrusionOk="0" h="3943" w="11887">
                  <a:moveTo>
                    <a:pt x="11826" y="0"/>
                  </a:moveTo>
                  <a:cubicBezTo>
                    <a:pt x="11808" y="0"/>
                    <a:pt x="11789" y="8"/>
                    <a:pt x="11777" y="29"/>
                  </a:cubicBezTo>
                  <a:cubicBezTo>
                    <a:pt x="11769" y="45"/>
                    <a:pt x="11760" y="59"/>
                    <a:pt x="11749" y="73"/>
                  </a:cubicBezTo>
                  <a:cubicBezTo>
                    <a:pt x="11746" y="83"/>
                    <a:pt x="11742" y="87"/>
                    <a:pt x="11735" y="97"/>
                  </a:cubicBezTo>
                  <a:cubicBezTo>
                    <a:pt x="11732" y="104"/>
                    <a:pt x="11727" y="111"/>
                    <a:pt x="11722" y="115"/>
                  </a:cubicBezTo>
                  <a:cubicBezTo>
                    <a:pt x="11583" y="319"/>
                    <a:pt x="11377" y="480"/>
                    <a:pt x="11173" y="616"/>
                  </a:cubicBezTo>
                  <a:cubicBezTo>
                    <a:pt x="10896" y="801"/>
                    <a:pt x="10594" y="956"/>
                    <a:pt x="10291" y="1096"/>
                  </a:cubicBezTo>
                  <a:cubicBezTo>
                    <a:pt x="9637" y="1398"/>
                    <a:pt x="8961" y="1666"/>
                    <a:pt x="8281" y="1907"/>
                  </a:cubicBezTo>
                  <a:cubicBezTo>
                    <a:pt x="7441" y="2204"/>
                    <a:pt x="6585" y="2456"/>
                    <a:pt x="5730" y="2707"/>
                  </a:cubicBezTo>
                  <a:cubicBezTo>
                    <a:pt x="5292" y="2836"/>
                    <a:pt x="4854" y="2967"/>
                    <a:pt x="4419" y="3103"/>
                  </a:cubicBezTo>
                  <a:cubicBezTo>
                    <a:pt x="4194" y="3172"/>
                    <a:pt x="3973" y="3250"/>
                    <a:pt x="3748" y="3315"/>
                  </a:cubicBezTo>
                  <a:cubicBezTo>
                    <a:pt x="3527" y="3379"/>
                    <a:pt x="3301" y="3424"/>
                    <a:pt x="3073" y="3463"/>
                  </a:cubicBezTo>
                  <a:cubicBezTo>
                    <a:pt x="2618" y="3536"/>
                    <a:pt x="2158" y="3573"/>
                    <a:pt x="1701" y="3650"/>
                  </a:cubicBezTo>
                  <a:cubicBezTo>
                    <a:pt x="1276" y="3721"/>
                    <a:pt x="852" y="3822"/>
                    <a:pt x="421" y="3822"/>
                  </a:cubicBezTo>
                  <a:cubicBezTo>
                    <a:pt x="386" y="3822"/>
                    <a:pt x="352" y="3821"/>
                    <a:pt x="317" y="3820"/>
                  </a:cubicBezTo>
                  <a:cubicBezTo>
                    <a:pt x="291" y="3818"/>
                    <a:pt x="264" y="3817"/>
                    <a:pt x="240" y="3814"/>
                  </a:cubicBezTo>
                  <a:cubicBezTo>
                    <a:pt x="232" y="3814"/>
                    <a:pt x="225" y="3813"/>
                    <a:pt x="215" y="3813"/>
                  </a:cubicBezTo>
                  <a:cubicBezTo>
                    <a:pt x="202" y="3812"/>
                    <a:pt x="189" y="3812"/>
                    <a:pt x="176" y="3812"/>
                  </a:cubicBezTo>
                  <a:cubicBezTo>
                    <a:pt x="144" y="3812"/>
                    <a:pt x="112" y="3814"/>
                    <a:pt x="77" y="3820"/>
                  </a:cubicBezTo>
                  <a:cubicBezTo>
                    <a:pt x="66" y="3824"/>
                    <a:pt x="56" y="3825"/>
                    <a:pt x="45" y="3828"/>
                  </a:cubicBezTo>
                  <a:cubicBezTo>
                    <a:pt x="28" y="3834"/>
                    <a:pt x="15" y="3847"/>
                    <a:pt x="9" y="3859"/>
                  </a:cubicBezTo>
                  <a:cubicBezTo>
                    <a:pt x="1" y="3876"/>
                    <a:pt x="2" y="3898"/>
                    <a:pt x="12" y="3916"/>
                  </a:cubicBezTo>
                  <a:cubicBezTo>
                    <a:pt x="21" y="3931"/>
                    <a:pt x="38" y="3943"/>
                    <a:pt x="59" y="3943"/>
                  </a:cubicBezTo>
                  <a:cubicBezTo>
                    <a:pt x="65" y="3943"/>
                    <a:pt x="70" y="3942"/>
                    <a:pt x="76" y="3940"/>
                  </a:cubicBezTo>
                  <a:cubicBezTo>
                    <a:pt x="108" y="3930"/>
                    <a:pt x="142" y="3926"/>
                    <a:pt x="175" y="3926"/>
                  </a:cubicBezTo>
                  <a:cubicBezTo>
                    <a:pt x="197" y="3926"/>
                    <a:pt x="220" y="3928"/>
                    <a:pt x="242" y="3930"/>
                  </a:cubicBezTo>
                  <a:cubicBezTo>
                    <a:pt x="275" y="3931"/>
                    <a:pt x="306" y="3935"/>
                    <a:pt x="338" y="3935"/>
                  </a:cubicBezTo>
                  <a:cubicBezTo>
                    <a:pt x="346" y="3935"/>
                    <a:pt x="354" y="3935"/>
                    <a:pt x="362" y="3935"/>
                  </a:cubicBezTo>
                  <a:cubicBezTo>
                    <a:pt x="477" y="3933"/>
                    <a:pt x="593" y="3935"/>
                    <a:pt x="708" y="3925"/>
                  </a:cubicBezTo>
                  <a:cubicBezTo>
                    <a:pt x="936" y="3903"/>
                    <a:pt x="1163" y="3857"/>
                    <a:pt x="1390" y="3820"/>
                  </a:cubicBezTo>
                  <a:cubicBezTo>
                    <a:pt x="1852" y="3742"/>
                    <a:pt x="2316" y="3682"/>
                    <a:pt x="2780" y="3620"/>
                  </a:cubicBezTo>
                  <a:cubicBezTo>
                    <a:pt x="3014" y="3590"/>
                    <a:pt x="3246" y="3555"/>
                    <a:pt x="3474" y="3502"/>
                  </a:cubicBezTo>
                  <a:cubicBezTo>
                    <a:pt x="3707" y="3453"/>
                    <a:pt x="3932" y="3379"/>
                    <a:pt x="4159" y="3307"/>
                  </a:cubicBezTo>
                  <a:cubicBezTo>
                    <a:pt x="4602" y="3165"/>
                    <a:pt x="5046" y="3032"/>
                    <a:pt x="5492" y="2899"/>
                  </a:cubicBezTo>
                  <a:cubicBezTo>
                    <a:pt x="6355" y="2644"/>
                    <a:pt x="7221" y="2396"/>
                    <a:pt x="8071" y="2104"/>
                  </a:cubicBezTo>
                  <a:cubicBezTo>
                    <a:pt x="8783" y="1858"/>
                    <a:pt x="9484" y="1581"/>
                    <a:pt x="10170" y="1276"/>
                  </a:cubicBezTo>
                  <a:cubicBezTo>
                    <a:pt x="10480" y="1139"/>
                    <a:pt x="10788" y="991"/>
                    <a:pt x="11076" y="814"/>
                  </a:cubicBezTo>
                  <a:cubicBezTo>
                    <a:pt x="11329" y="660"/>
                    <a:pt x="11584" y="482"/>
                    <a:pt x="11769" y="247"/>
                  </a:cubicBezTo>
                  <a:cubicBezTo>
                    <a:pt x="11780" y="234"/>
                    <a:pt x="11790" y="220"/>
                    <a:pt x="11798" y="206"/>
                  </a:cubicBezTo>
                  <a:cubicBezTo>
                    <a:pt x="11827" y="171"/>
                    <a:pt x="11852" y="130"/>
                    <a:pt x="11875" y="90"/>
                  </a:cubicBezTo>
                  <a:cubicBezTo>
                    <a:pt x="11876" y="86"/>
                    <a:pt x="11879" y="81"/>
                    <a:pt x="11879" y="79"/>
                  </a:cubicBezTo>
                  <a:cubicBezTo>
                    <a:pt x="11886" y="66"/>
                    <a:pt x="11886" y="56"/>
                    <a:pt x="11882" y="43"/>
                  </a:cubicBezTo>
                  <a:cubicBezTo>
                    <a:pt x="11881" y="35"/>
                    <a:pt x="11875" y="28"/>
                    <a:pt x="11869" y="22"/>
                  </a:cubicBezTo>
                  <a:cubicBezTo>
                    <a:pt x="11862" y="16"/>
                    <a:pt x="11856" y="12"/>
                    <a:pt x="11848" y="6"/>
                  </a:cubicBezTo>
                  <a:cubicBezTo>
                    <a:pt x="11845" y="5"/>
                    <a:pt x="11841" y="2"/>
                    <a:pt x="11835" y="1"/>
                  </a:cubicBezTo>
                  <a:cubicBezTo>
                    <a:pt x="11832" y="0"/>
                    <a:pt x="11829" y="0"/>
                    <a:pt x="11826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71" name="Google Shape;671;p9"/>
            <p:cNvSpPr/>
            <p:nvPr/>
          </p:nvSpPr>
          <p:spPr>
            <a:xfrm>
              <a:off x="7891200" y="4181400"/>
              <a:ext cx="701280" cy="230400"/>
            </a:xfrm>
            <a:custGeom>
              <a:rect b="b" l="l" r="r" t="t"/>
              <a:pathLst>
                <a:path extrusionOk="0" h="3779" w="11486">
                  <a:moveTo>
                    <a:pt x="10937" y="1"/>
                  </a:moveTo>
                  <a:cubicBezTo>
                    <a:pt x="10699" y="1"/>
                    <a:pt x="10461" y="26"/>
                    <a:pt x="10227" y="63"/>
                  </a:cubicBezTo>
                  <a:cubicBezTo>
                    <a:pt x="9779" y="135"/>
                    <a:pt x="9335" y="249"/>
                    <a:pt x="8893" y="355"/>
                  </a:cubicBezTo>
                  <a:cubicBezTo>
                    <a:pt x="7235" y="752"/>
                    <a:pt x="5591" y="1212"/>
                    <a:pt x="3984" y="1783"/>
                  </a:cubicBezTo>
                  <a:cubicBezTo>
                    <a:pt x="3168" y="2072"/>
                    <a:pt x="2360" y="2386"/>
                    <a:pt x="1577" y="2755"/>
                  </a:cubicBezTo>
                  <a:cubicBezTo>
                    <a:pt x="1261" y="2904"/>
                    <a:pt x="939" y="3059"/>
                    <a:pt x="634" y="3236"/>
                  </a:cubicBezTo>
                  <a:cubicBezTo>
                    <a:pt x="408" y="3366"/>
                    <a:pt x="160" y="3522"/>
                    <a:pt x="1" y="3739"/>
                  </a:cubicBezTo>
                  <a:cubicBezTo>
                    <a:pt x="1" y="3752"/>
                    <a:pt x="1" y="3762"/>
                    <a:pt x="2" y="3773"/>
                  </a:cubicBezTo>
                  <a:cubicBezTo>
                    <a:pt x="28" y="3774"/>
                    <a:pt x="53" y="3776"/>
                    <a:pt x="79" y="3777"/>
                  </a:cubicBezTo>
                  <a:cubicBezTo>
                    <a:pt x="111" y="3778"/>
                    <a:pt x="144" y="3779"/>
                    <a:pt x="177" y="3779"/>
                  </a:cubicBezTo>
                  <a:cubicBezTo>
                    <a:pt x="611" y="3779"/>
                    <a:pt x="1038" y="3678"/>
                    <a:pt x="1463" y="3607"/>
                  </a:cubicBezTo>
                  <a:cubicBezTo>
                    <a:pt x="1920" y="3532"/>
                    <a:pt x="2380" y="3494"/>
                    <a:pt x="2835" y="3420"/>
                  </a:cubicBezTo>
                  <a:cubicBezTo>
                    <a:pt x="3063" y="3383"/>
                    <a:pt x="3289" y="3336"/>
                    <a:pt x="3510" y="3273"/>
                  </a:cubicBezTo>
                  <a:cubicBezTo>
                    <a:pt x="3735" y="3207"/>
                    <a:pt x="3958" y="3130"/>
                    <a:pt x="4181" y="3060"/>
                  </a:cubicBezTo>
                  <a:cubicBezTo>
                    <a:pt x="4616" y="2924"/>
                    <a:pt x="5054" y="2795"/>
                    <a:pt x="5492" y="2665"/>
                  </a:cubicBezTo>
                  <a:cubicBezTo>
                    <a:pt x="6348" y="2414"/>
                    <a:pt x="7203" y="2164"/>
                    <a:pt x="8043" y="1864"/>
                  </a:cubicBezTo>
                  <a:cubicBezTo>
                    <a:pt x="8722" y="1623"/>
                    <a:pt x="9398" y="1357"/>
                    <a:pt x="10054" y="1053"/>
                  </a:cubicBezTo>
                  <a:cubicBezTo>
                    <a:pt x="10356" y="912"/>
                    <a:pt x="10658" y="759"/>
                    <a:pt x="10935" y="573"/>
                  </a:cubicBezTo>
                  <a:cubicBezTo>
                    <a:pt x="11139" y="438"/>
                    <a:pt x="11345" y="280"/>
                    <a:pt x="11485" y="74"/>
                  </a:cubicBezTo>
                  <a:cubicBezTo>
                    <a:pt x="11480" y="64"/>
                    <a:pt x="11471" y="56"/>
                    <a:pt x="11463" y="49"/>
                  </a:cubicBezTo>
                  <a:cubicBezTo>
                    <a:pt x="11289" y="15"/>
                    <a:pt x="11113" y="1"/>
                    <a:pt x="10937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72" name="Google Shape;672;p9"/>
            <p:cNvSpPr/>
            <p:nvPr/>
          </p:nvSpPr>
          <p:spPr>
            <a:xfrm>
              <a:off x="7879320" y="4174200"/>
              <a:ext cx="722880" cy="243720"/>
            </a:xfrm>
            <a:custGeom>
              <a:rect b="b" l="l" r="r" t="t"/>
              <a:pathLst>
                <a:path extrusionOk="0" h="3998" w="11841">
                  <a:moveTo>
                    <a:pt x="11125" y="0"/>
                  </a:moveTo>
                  <a:cubicBezTo>
                    <a:pt x="10547" y="0"/>
                    <a:pt x="9964" y="145"/>
                    <a:pt x="9407" y="278"/>
                  </a:cubicBezTo>
                  <a:cubicBezTo>
                    <a:pt x="8557" y="479"/>
                    <a:pt x="7708" y="690"/>
                    <a:pt x="6866" y="925"/>
                  </a:cubicBezTo>
                  <a:cubicBezTo>
                    <a:pt x="5193" y="1396"/>
                    <a:pt x="3525" y="1943"/>
                    <a:pt x="1939" y="2666"/>
                  </a:cubicBezTo>
                  <a:cubicBezTo>
                    <a:pt x="1559" y="2838"/>
                    <a:pt x="1181" y="3020"/>
                    <a:pt x="815" y="3225"/>
                  </a:cubicBezTo>
                  <a:cubicBezTo>
                    <a:pt x="601" y="3347"/>
                    <a:pt x="367" y="3489"/>
                    <a:pt x="195" y="3677"/>
                  </a:cubicBezTo>
                  <a:cubicBezTo>
                    <a:pt x="132" y="3743"/>
                    <a:pt x="78" y="3815"/>
                    <a:pt x="34" y="3893"/>
                  </a:cubicBezTo>
                  <a:cubicBezTo>
                    <a:pt x="32" y="3898"/>
                    <a:pt x="27" y="3905"/>
                    <a:pt x="24" y="3911"/>
                  </a:cubicBezTo>
                  <a:cubicBezTo>
                    <a:pt x="1" y="3956"/>
                    <a:pt x="40" y="3998"/>
                    <a:pt x="79" y="3998"/>
                  </a:cubicBezTo>
                  <a:cubicBezTo>
                    <a:pt x="96" y="3998"/>
                    <a:pt x="113" y="3989"/>
                    <a:pt x="124" y="3969"/>
                  </a:cubicBezTo>
                  <a:cubicBezTo>
                    <a:pt x="138" y="3942"/>
                    <a:pt x="155" y="3914"/>
                    <a:pt x="173" y="3887"/>
                  </a:cubicBezTo>
                  <a:cubicBezTo>
                    <a:pt x="180" y="3877"/>
                    <a:pt x="187" y="3866"/>
                    <a:pt x="196" y="3856"/>
                  </a:cubicBezTo>
                  <a:cubicBezTo>
                    <a:pt x="357" y="3638"/>
                    <a:pt x="603" y="3483"/>
                    <a:pt x="829" y="3353"/>
                  </a:cubicBezTo>
                  <a:cubicBezTo>
                    <a:pt x="1134" y="3177"/>
                    <a:pt x="1453" y="3023"/>
                    <a:pt x="1772" y="2872"/>
                  </a:cubicBezTo>
                  <a:cubicBezTo>
                    <a:pt x="2557" y="2503"/>
                    <a:pt x="3363" y="2189"/>
                    <a:pt x="4179" y="1900"/>
                  </a:cubicBezTo>
                  <a:cubicBezTo>
                    <a:pt x="5786" y="1328"/>
                    <a:pt x="7430" y="869"/>
                    <a:pt x="9088" y="472"/>
                  </a:cubicBezTo>
                  <a:cubicBezTo>
                    <a:pt x="9529" y="366"/>
                    <a:pt x="9973" y="251"/>
                    <a:pt x="10422" y="180"/>
                  </a:cubicBezTo>
                  <a:cubicBezTo>
                    <a:pt x="10655" y="143"/>
                    <a:pt x="10893" y="119"/>
                    <a:pt x="11130" y="119"/>
                  </a:cubicBezTo>
                  <a:cubicBezTo>
                    <a:pt x="11308" y="119"/>
                    <a:pt x="11484" y="132"/>
                    <a:pt x="11659" y="166"/>
                  </a:cubicBezTo>
                  <a:cubicBezTo>
                    <a:pt x="11670" y="166"/>
                    <a:pt x="11680" y="170"/>
                    <a:pt x="11692" y="171"/>
                  </a:cubicBezTo>
                  <a:cubicBezTo>
                    <a:pt x="11718" y="177"/>
                    <a:pt x="11745" y="184"/>
                    <a:pt x="11770" y="188"/>
                  </a:cubicBezTo>
                  <a:cubicBezTo>
                    <a:pt x="11775" y="190"/>
                    <a:pt x="11780" y="191"/>
                    <a:pt x="11785" y="191"/>
                  </a:cubicBezTo>
                  <a:cubicBezTo>
                    <a:pt x="11810" y="191"/>
                    <a:pt x="11829" y="172"/>
                    <a:pt x="11838" y="152"/>
                  </a:cubicBezTo>
                  <a:cubicBezTo>
                    <a:pt x="11840" y="142"/>
                    <a:pt x="11840" y="129"/>
                    <a:pt x="11839" y="118"/>
                  </a:cubicBezTo>
                  <a:cubicBezTo>
                    <a:pt x="11838" y="109"/>
                    <a:pt x="11833" y="102"/>
                    <a:pt x="11829" y="95"/>
                  </a:cubicBezTo>
                  <a:cubicBezTo>
                    <a:pt x="11822" y="86"/>
                    <a:pt x="11812" y="81"/>
                    <a:pt x="11798" y="78"/>
                  </a:cubicBezTo>
                  <a:cubicBezTo>
                    <a:pt x="11738" y="61"/>
                    <a:pt x="11680" y="51"/>
                    <a:pt x="11619" y="40"/>
                  </a:cubicBezTo>
                  <a:cubicBezTo>
                    <a:pt x="11455" y="12"/>
                    <a:pt x="11290" y="0"/>
                    <a:pt x="11125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73" name="Google Shape;673;p9"/>
            <p:cNvSpPr/>
            <p:nvPr/>
          </p:nvSpPr>
          <p:spPr>
            <a:xfrm>
              <a:off x="8447040" y="4215240"/>
              <a:ext cx="182880" cy="96840"/>
            </a:xfrm>
            <a:custGeom>
              <a:rect b="b" l="l" r="r" t="t"/>
              <a:pathLst>
                <a:path extrusionOk="0" h="1590" w="2998">
                  <a:moveTo>
                    <a:pt x="2906" y="1"/>
                  </a:moveTo>
                  <a:cubicBezTo>
                    <a:pt x="2894" y="1"/>
                    <a:pt x="2881" y="5"/>
                    <a:pt x="2869" y="14"/>
                  </a:cubicBezTo>
                  <a:lnTo>
                    <a:pt x="2790" y="83"/>
                  </a:lnTo>
                  <a:lnTo>
                    <a:pt x="2790" y="85"/>
                  </a:lnTo>
                  <a:cubicBezTo>
                    <a:pt x="2622" y="234"/>
                    <a:pt x="2458" y="384"/>
                    <a:pt x="2285" y="523"/>
                  </a:cubicBezTo>
                  <a:cubicBezTo>
                    <a:pt x="2077" y="687"/>
                    <a:pt x="1853" y="815"/>
                    <a:pt x="1609" y="922"/>
                  </a:cubicBezTo>
                  <a:cubicBezTo>
                    <a:pt x="1110" y="1148"/>
                    <a:pt x="582" y="1305"/>
                    <a:pt x="63" y="1475"/>
                  </a:cubicBezTo>
                  <a:cubicBezTo>
                    <a:pt x="0" y="1497"/>
                    <a:pt x="20" y="1589"/>
                    <a:pt x="76" y="1589"/>
                  </a:cubicBezTo>
                  <a:cubicBezTo>
                    <a:pt x="82" y="1589"/>
                    <a:pt x="89" y="1588"/>
                    <a:pt x="96" y="1586"/>
                  </a:cubicBezTo>
                  <a:cubicBezTo>
                    <a:pt x="624" y="1414"/>
                    <a:pt x="1160" y="1251"/>
                    <a:pt x="1670" y="1022"/>
                  </a:cubicBezTo>
                  <a:cubicBezTo>
                    <a:pt x="1914" y="913"/>
                    <a:pt x="2139" y="785"/>
                    <a:pt x="2349" y="621"/>
                  </a:cubicBezTo>
                  <a:cubicBezTo>
                    <a:pt x="2523" y="483"/>
                    <a:pt x="2685" y="334"/>
                    <a:pt x="2850" y="188"/>
                  </a:cubicBezTo>
                  <a:cubicBezTo>
                    <a:pt x="2884" y="156"/>
                    <a:pt x="2917" y="127"/>
                    <a:pt x="2952" y="98"/>
                  </a:cubicBezTo>
                  <a:cubicBezTo>
                    <a:pt x="2997" y="58"/>
                    <a:pt x="2954" y="1"/>
                    <a:pt x="2906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8600" lIns="91425" spcFirstLastPara="1" rIns="91425" wrap="square" tIns="48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74" name="Google Shape;674;p9"/>
            <p:cNvSpPr/>
            <p:nvPr/>
          </p:nvSpPr>
          <p:spPr>
            <a:xfrm>
              <a:off x="8521920" y="4240800"/>
              <a:ext cx="119520" cy="68400"/>
            </a:xfrm>
            <a:custGeom>
              <a:rect b="b" l="l" r="r" t="t"/>
              <a:pathLst>
                <a:path extrusionOk="0" h="1125" w="1964">
                  <a:moveTo>
                    <a:pt x="1886" y="0"/>
                  </a:moveTo>
                  <a:cubicBezTo>
                    <a:pt x="1872" y="0"/>
                    <a:pt x="1859" y="7"/>
                    <a:pt x="1847" y="22"/>
                  </a:cubicBezTo>
                  <a:cubicBezTo>
                    <a:pt x="1830" y="43"/>
                    <a:pt x="1811" y="66"/>
                    <a:pt x="1790" y="87"/>
                  </a:cubicBezTo>
                  <a:cubicBezTo>
                    <a:pt x="1355" y="584"/>
                    <a:pt x="678" y="815"/>
                    <a:pt x="64" y="1012"/>
                  </a:cubicBezTo>
                  <a:cubicBezTo>
                    <a:pt x="1" y="1032"/>
                    <a:pt x="20" y="1125"/>
                    <a:pt x="77" y="1125"/>
                  </a:cubicBezTo>
                  <a:cubicBezTo>
                    <a:pt x="82" y="1125"/>
                    <a:pt x="89" y="1124"/>
                    <a:pt x="95" y="1121"/>
                  </a:cubicBezTo>
                  <a:cubicBezTo>
                    <a:pt x="713" y="923"/>
                    <a:pt x="1397" y="691"/>
                    <a:pt x="1847" y="199"/>
                  </a:cubicBezTo>
                  <a:cubicBezTo>
                    <a:pt x="1875" y="169"/>
                    <a:pt x="1903" y="135"/>
                    <a:pt x="1930" y="101"/>
                  </a:cubicBezTo>
                  <a:cubicBezTo>
                    <a:pt x="1963" y="58"/>
                    <a:pt x="1927" y="0"/>
                    <a:pt x="1886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00" lIns="91425" spcFirstLastPara="1" rIns="91425" wrap="square" tIns="34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75" name="Google Shape;675;p9"/>
            <p:cNvSpPr/>
            <p:nvPr/>
          </p:nvSpPr>
          <p:spPr>
            <a:xfrm>
              <a:off x="7891200" y="4191120"/>
              <a:ext cx="1006200" cy="1010880"/>
            </a:xfrm>
            <a:custGeom>
              <a:rect b="b" l="l" r="r" t="t"/>
              <a:pathLst>
                <a:path extrusionOk="0" h="16555" w="16481">
                  <a:moveTo>
                    <a:pt x="11557" y="1"/>
                  </a:moveTo>
                  <a:cubicBezTo>
                    <a:pt x="11549" y="14"/>
                    <a:pt x="11538" y="28"/>
                    <a:pt x="11528" y="42"/>
                  </a:cubicBezTo>
                  <a:cubicBezTo>
                    <a:pt x="11344" y="277"/>
                    <a:pt x="11088" y="454"/>
                    <a:pt x="10835" y="609"/>
                  </a:cubicBezTo>
                  <a:cubicBezTo>
                    <a:pt x="10544" y="786"/>
                    <a:pt x="10240" y="933"/>
                    <a:pt x="9929" y="1071"/>
                  </a:cubicBezTo>
                  <a:cubicBezTo>
                    <a:pt x="9243" y="1376"/>
                    <a:pt x="8540" y="1655"/>
                    <a:pt x="7830" y="1898"/>
                  </a:cubicBezTo>
                  <a:cubicBezTo>
                    <a:pt x="6980" y="2190"/>
                    <a:pt x="6114" y="2438"/>
                    <a:pt x="5251" y="2693"/>
                  </a:cubicBezTo>
                  <a:cubicBezTo>
                    <a:pt x="4805" y="2827"/>
                    <a:pt x="4360" y="2961"/>
                    <a:pt x="3918" y="3102"/>
                  </a:cubicBezTo>
                  <a:cubicBezTo>
                    <a:pt x="3691" y="3174"/>
                    <a:pt x="3466" y="3246"/>
                    <a:pt x="3233" y="3299"/>
                  </a:cubicBezTo>
                  <a:cubicBezTo>
                    <a:pt x="3004" y="3348"/>
                    <a:pt x="2771" y="3384"/>
                    <a:pt x="2539" y="3415"/>
                  </a:cubicBezTo>
                  <a:cubicBezTo>
                    <a:pt x="2073" y="3477"/>
                    <a:pt x="1611" y="3538"/>
                    <a:pt x="1149" y="3615"/>
                  </a:cubicBezTo>
                  <a:cubicBezTo>
                    <a:pt x="922" y="3654"/>
                    <a:pt x="695" y="3698"/>
                    <a:pt x="467" y="3719"/>
                  </a:cubicBezTo>
                  <a:cubicBezTo>
                    <a:pt x="351" y="3731"/>
                    <a:pt x="236" y="3728"/>
                    <a:pt x="121" y="3731"/>
                  </a:cubicBezTo>
                  <a:cubicBezTo>
                    <a:pt x="117" y="3731"/>
                    <a:pt x="112" y="3731"/>
                    <a:pt x="108" y="3731"/>
                  </a:cubicBezTo>
                  <a:cubicBezTo>
                    <a:pt x="72" y="3731"/>
                    <a:pt x="38" y="3726"/>
                    <a:pt x="1" y="3725"/>
                  </a:cubicBezTo>
                  <a:lnTo>
                    <a:pt x="1" y="3725"/>
                  </a:lnTo>
                  <a:cubicBezTo>
                    <a:pt x="24" y="4149"/>
                    <a:pt x="100" y="4570"/>
                    <a:pt x="223" y="4981"/>
                  </a:cubicBezTo>
                  <a:cubicBezTo>
                    <a:pt x="521" y="5964"/>
                    <a:pt x="1143" y="6856"/>
                    <a:pt x="1836" y="7602"/>
                  </a:cubicBezTo>
                  <a:cubicBezTo>
                    <a:pt x="2121" y="7911"/>
                    <a:pt x="2424" y="8196"/>
                    <a:pt x="2781" y="8419"/>
                  </a:cubicBezTo>
                  <a:cubicBezTo>
                    <a:pt x="3056" y="8589"/>
                    <a:pt x="3347" y="8736"/>
                    <a:pt x="3643" y="8869"/>
                  </a:cubicBezTo>
                  <a:lnTo>
                    <a:pt x="3646" y="8869"/>
                  </a:lnTo>
                  <a:cubicBezTo>
                    <a:pt x="3675" y="8872"/>
                    <a:pt x="3705" y="8873"/>
                    <a:pt x="3734" y="8873"/>
                  </a:cubicBezTo>
                  <a:cubicBezTo>
                    <a:pt x="3877" y="8873"/>
                    <a:pt x="4020" y="8842"/>
                    <a:pt x="4156" y="8805"/>
                  </a:cubicBezTo>
                  <a:cubicBezTo>
                    <a:pt x="4346" y="8756"/>
                    <a:pt x="4534" y="8701"/>
                    <a:pt x="4720" y="8638"/>
                  </a:cubicBezTo>
                  <a:cubicBezTo>
                    <a:pt x="5122" y="8504"/>
                    <a:pt x="5513" y="8339"/>
                    <a:pt x="5912" y="8198"/>
                  </a:cubicBezTo>
                  <a:cubicBezTo>
                    <a:pt x="5919" y="8195"/>
                    <a:pt x="5925" y="8194"/>
                    <a:pt x="5931" y="8194"/>
                  </a:cubicBezTo>
                  <a:cubicBezTo>
                    <a:pt x="5987" y="8194"/>
                    <a:pt x="6006" y="8288"/>
                    <a:pt x="5944" y="8309"/>
                  </a:cubicBezTo>
                  <a:cubicBezTo>
                    <a:pt x="5528" y="8457"/>
                    <a:pt x="5120" y="8628"/>
                    <a:pt x="4700" y="8769"/>
                  </a:cubicBezTo>
                  <a:cubicBezTo>
                    <a:pt x="4506" y="8834"/>
                    <a:pt x="4305" y="8890"/>
                    <a:pt x="4105" y="8939"/>
                  </a:cubicBezTo>
                  <a:cubicBezTo>
                    <a:pt x="4034" y="8954"/>
                    <a:pt x="3963" y="8967"/>
                    <a:pt x="3892" y="8976"/>
                  </a:cubicBezTo>
                  <a:cubicBezTo>
                    <a:pt x="4061" y="9048"/>
                    <a:pt x="4231" y="9117"/>
                    <a:pt x="4402" y="9185"/>
                  </a:cubicBezTo>
                  <a:lnTo>
                    <a:pt x="4404" y="9185"/>
                  </a:lnTo>
                  <a:cubicBezTo>
                    <a:pt x="4422" y="9185"/>
                    <a:pt x="4439" y="9185"/>
                    <a:pt x="4458" y="9182"/>
                  </a:cubicBezTo>
                  <a:cubicBezTo>
                    <a:pt x="4558" y="9174"/>
                    <a:pt x="4662" y="9153"/>
                    <a:pt x="4758" y="9126"/>
                  </a:cubicBezTo>
                  <a:cubicBezTo>
                    <a:pt x="4955" y="9076"/>
                    <a:pt x="5146" y="9012"/>
                    <a:pt x="5336" y="8944"/>
                  </a:cubicBezTo>
                  <a:cubicBezTo>
                    <a:pt x="5733" y="8800"/>
                    <a:pt x="6117" y="8628"/>
                    <a:pt x="6493" y="8438"/>
                  </a:cubicBezTo>
                  <a:cubicBezTo>
                    <a:pt x="6502" y="8434"/>
                    <a:pt x="6511" y="8432"/>
                    <a:pt x="6520" y="8432"/>
                  </a:cubicBezTo>
                  <a:cubicBezTo>
                    <a:pt x="6574" y="8432"/>
                    <a:pt x="6609" y="8510"/>
                    <a:pt x="6551" y="8538"/>
                  </a:cubicBezTo>
                  <a:cubicBezTo>
                    <a:pt x="6175" y="8729"/>
                    <a:pt x="5790" y="8902"/>
                    <a:pt x="5394" y="9045"/>
                  </a:cubicBezTo>
                  <a:cubicBezTo>
                    <a:pt x="5196" y="9117"/>
                    <a:pt x="4996" y="9185"/>
                    <a:pt x="4792" y="9238"/>
                  </a:cubicBezTo>
                  <a:cubicBezTo>
                    <a:pt x="4743" y="9250"/>
                    <a:pt x="4693" y="9263"/>
                    <a:pt x="4642" y="9272"/>
                  </a:cubicBezTo>
                  <a:cubicBezTo>
                    <a:pt x="4777" y="9321"/>
                    <a:pt x="4913" y="9367"/>
                    <a:pt x="5049" y="9411"/>
                  </a:cubicBezTo>
                  <a:cubicBezTo>
                    <a:pt x="5057" y="9409"/>
                    <a:pt x="5066" y="9408"/>
                    <a:pt x="5074" y="9408"/>
                  </a:cubicBezTo>
                  <a:cubicBezTo>
                    <a:pt x="5121" y="9408"/>
                    <a:pt x="5168" y="9432"/>
                    <a:pt x="5186" y="9486"/>
                  </a:cubicBezTo>
                  <a:cubicBezTo>
                    <a:pt x="5205" y="9491"/>
                    <a:pt x="5223" y="9503"/>
                    <a:pt x="5237" y="9517"/>
                  </a:cubicBezTo>
                  <a:cubicBezTo>
                    <a:pt x="5314" y="9496"/>
                    <a:pt x="5389" y="9464"/>
                    <a:pt x="5453" y="9440"/>
                  </a:cubicBezTo>
                  <a:cubicBezTo>
                    <a:pt x="5599" y="9384"/>
                    <a:pt x="5743" y="9324"/>
                    <a:pt x="5888" y="9266"/>
                  </a:cubicBezTo>
                  <a:cubicBezTo>
                    <a:pt x="6309" y="9090"/>
                    <a:pt x="6714" y="8878"/>
                    <a:pt x="7138" y="8705"/>
                  </a:cubicBezTo>
                  <a:cubicBezTo>
                    <a:pt x="7146" y="8701"/>
                    <a:pt x="7153" y="8700"/>
                    <a:pt x="7160" y="8700"/>
                  </a:cubicBezTo>
                  <a:cubicBezTo>
                    <a:pt x="7212" y="8700"/>
                    <a:pt x="7227" y="8789"/>
                    <a:pt x="7167" y="8814"/>
                  </a:cubicBezTo>
                  <a:cubicBezTo>
                    <a:pt x="6728" y="8995"/>
                    <a:pt x="6309" y="9218"/>
                    <a:pt x="5868" y="9396"/>
                  </a:cubicBezTo>
                  <a:cubicBezTo>
                    <a:pt x="5722" y="9457"/>
                    <a:pt x="5577" y="9515"/>
                    <a:pt x="5430" y="9571"/>
                  </a:cubicBezTo>
                  <a:cubicBezTo>
                    <a:pt x="5373" y="9592"/>
                    <a:pt x="5314" y="9613"/>
                    <a:pt x="5253" y="9629"/>
                  </a:cubicBezTo>
                  <a:cubicBezTo>
                    <a:pt x="5251" y="9633"/>
                    <a:pt x="5247" y="9637"/>
                    <a:pt x="5244" y="9643"/>
                  </a:cubicBezTo>
                  <a:cubicBezTo>
                    <a:pt x="4938" y="10062"/>
                    <a:pt x="4616" y="10473"/>
                    <a:pt x="4329" y="10908"/>
                  </a:cubicBezTo>
                  <a:cubicBezTo>
                    <a:pt x="4069" y="11298"/>
                    <a:pt x="3834" y="11706"/>
                    <a:pt x="3670" y="12146"/>
                  </a:cubicBezTo>
                  <a:cubicBezTo>
                    <a:pt x="3496" y="12612"/>
                    <a:pt x="3382" y="13105"/>
                    <a:pt x="3323" y="13597"/>
                  </a:cubicBezTo>
                  <a:cubicBezTo>
                    <a:pt x="3259" y="14093"/>
                    <a:pt x="3246" y="14596"/>
                    <a:pt x="3276" y="15096"/>
                  </a:cubicBezTo>
                  <a:cubicBezTo>
                    <a:pt x="3970" y="15068"/>
                    <a:pt x="4626" y="14745"/>
                    <a:pt x="5230" y="14427"/>
                  </a:cubicBezTo>
                  <a:cubicBezTo>
                    <a:pt x="5239" y="14423"/>
                    <a:pt x="5247" y="14421"/>
                    <a:pt x="5256" y="14421"/>
                  </a:cubicBezTo>
                  <a:cubicBezTo>
                    <a:pt x="5309" y="14421"/>
                    <a:pt x="5345" y="14499"/>
                    <a:pt x="5288" y="14529"/>
                  </a:cubicBezTo>
                  <a:cubicBezTo>
                    <a:pt x="4669" y="14855"/>
                    <a:pt x="3999" y="15182"/>
                    <a:pt x="3284" y="15212"/>
                  </a:cubicBezTo>
                  <a:cubicBezTo>
                    <a:pt x="3294" y="15344"/>
                    <a:pt x="3306" y="15473"/>
                    <a:pt x="3320" y="15605"/>
                  </a:cubicBezTo>
                  <a:cubicBezTo>
                    <a:pt x="3357" y="15599"/>
                    <a:pt x="3394" y="15598"/>
                    <a:pt x="3430" y="15598"/>
                  </a:cubicBezTo>
                  <a:cubicBezTo>
                    <a:pt x="3461" y="15598"/>
                    <a:pt x="3491" y="15599"/>
                    <a:pt x="3522" y="15599"/>
                  </a:cubicBezTo>
                  <a:cubicBezTo>
                    <a:pt x="3540" y="15599"/>
                    <a:pt x="3557" y="15599"/>
                    <a:pt x="3575" y="15598"/>
                  </a:cubicBezTo>
                  <a:cubicBezTo>
                    <a:pt x="3678" y="15592"/>
                    <a:pt x="3780" y="15569"/>
                    <a:pt x="3882" y="15548"/>
                  </a:cubicBezTo>
                  <a:cubicBezTo>
                    <a:pt x="4082" y="15501"/>
                    <a:pt x="4279" y="15436"/>
                    <a:pt x="4473" y="15368"/>
                  </a:cubicBezTo>
                  <a:cubicBezTo>
                    <a:pt x="4482" y="15365"/>
                    <a:pt x="4492" y="15362"/>
                    <a:pt x="4500" y="15360"/>
                  </a:cubicBezTo>
                  <a:cubicBezTo>
                    <a:pt x="4864" y="15113"/>
                    <a:pt x="5233" y="14878"/>
                    <a:pt x="5621" y="14668"/>
                  </a:cubicBezTo>
                  <a:cubicBezTo>
                    <a:pt x="5997" y="14468"/>
                    <a:pt x="6381" y="14290"/>
                    <a:pt x="6775" y="14127"/>
                  </a:cubicBezTo>
                  <a:cubicBezTo>
                    <a:pt x="7196" y="13952"/>
                    <a:pt x="7626" y="13809"/>
                    <a:pt x="8059" y="13669"/>
                  </a:cubicBezTo>
                  <a:cubicBezTo>
                    <a:pt x="8924" y="13391"/>
                    <a:pt x="9803" y="13131"/>
                    <a:pt x="10686" y="12904"/>
                  </a:cubicBezTo>
                  <a:cubicBezTo>
                    <a:pt x="11570" y="12678"/>
                    <a:pt x="12466" y="12497"/>
                    <a:pt x="13371" y="12392"/>
                  </a:cubicBezTo>
                  <a:cubicBezTo>
                    <a:pt x="13986" y="12323"/>
                    <a:pt x="14605" y="12277"/>
                    <a:pt x="15224" y="12277"/>
                  </a:cubicBezTo>
                  <a:cubicBezTo>
                    <a:pt x="15540" y="12277"/>
                    <a:pt x="15856" y="12289"/>
                    <a:pt x="16172" y="12316"/>
                  </a:cubicBezTo>
                  <a:cubicBezTo>
                    <a:pt x="16242" y="12323"/>
                    <a:pt x="16247" y="12432"/>
                    <a:pt x="16178" y="12432"/>
                  </a:cubicBezTo>
                  <a:cubicBezTo>
                    <a:pt x="16176" y="12432"/>
                    <a:pt x="16174" y="12432"/>
                    <a:pt x="16172" y="12432"/>
                  </a:cubicBezTo>
                  <a:cubicBezTo>
                    <a:pt x="15847" y="12404"/>
                    <a:pt x="15522" y="12391"/>
                    <a:pt x="15196" y="12391"/>
                  </a:cubicBezTo>
                  <a:cubicBezTo>
                    <a:pt x="14494" y="12391"/>
                    <a:pt x="13791" y="12450"/>
                    <a:pt x="13096" y="12541"/>
                  </a:cubicBezTo>
                  <a:cubicBezTo>
                    <a:pt x="12202" y="12659"/>
                    <a:pt x="11311" y="12843"/>
                    <a:pt x="10445" y="13085"/>
                  </a:cubicBezTo>
                  <a:cubicBezTo>
                    <a:pt x="9575" y="13327"/>
                    <a:pt x="8708" y="13575"/>
                    <a:pt x="7850" y="13857"/>
                  </a:cubicBezTo>
                  <a:cubicBezTo>
                    <a:pt x="7028" y="14128"/>
                    <a:pt x="6229" y="14454"/>
                    <a:pt x="5472" y="14881"/>
                  </a:cubicBezTo>
                  <a:cubicBezTo>
                    <a:pt x="5290" y="14984"/>
                    <a:pt x="5112" y="15092"/>
                    <a:pt x="4940" y="15204"/>
                  </a:cubicBezTo>
                  <a:cubicBezTo>
                    <a:pt x="5189" y="15114"/>
                    <a:pt x="5441" y="15025"/>
                    <a:pt x="5693" y="14942"/>
                  </a:cubicBezTo>
                  <a:cubicBezTo>
                    <a:pt x="5700" y="14939"/>
                    <a:pt x="5706" y="14939"/>
                    <a:pt x="5712" y="14939"/>
                  </a:cubicBezTo>
                  <a:cubicBezTo>
                    <a:pt x="5769" y="14939"/>
                    <a:pt x="5789" y="15032"/>
                    <a:pt x="5726" y="15054"/>
                  </a:cubicBezTo>
                  <a:cubicBezTo>
                    <a:pt x="5331" y="15182"/>
                    <a:pt x="4941" y="15327"/>
                    <a:pt x="4550" y="15464"/>
                  </a:cubicBezTo>
                  <a:cubicBezTo>
                    <a:pt x="4509" y="15490"/>
                    <a:pt x="4471" y="15518"/>
                    <a:pt x="4431" y="15545"/>
                  </a:cubicBezTo>
                  <a:cubicBezTo>
                    <a:pt x="4266" y="15659"/>
                    <a:pt x="4096" y="15778"/>
                    <a:pt x="3946" y="15912"/>
                  </a:cubicBezTo>
                  <a:cubicBezTo>
                    <a:pt x="4149" y="15858"/>
                    <a:pt x="4347" y="15793"/>
                    <a:pt x="4551" y="15731"/>
                  </a:cubicBezTo>
                  <a:cubicBezTo>
                    <a:pt x="4949" y="15609"/>
                    <a:pt x="5359" y="15487"/>
                    <a:pt x="5718" y="15265"/>
                  </a:cubicBezTo>
                  <a:cubicBezTo>
                    <a:pt x="5728" y="15258"/>
                    <a:pt x="5738" y="15255"/>
                    <a:pt x="5748" y="15255"/>
                  </a:cubicBezTo>
                  <a:cubicBezTo>
                    <a:pt x="5797" y="15255"/>
                    <a:pt x="5829" y="15331"/>
                    <a:pt x="5776" y="15364"/>
                  </a:cubicBezTo>
                  <a:cubicBezTo>
                    <a:pt x="5417" y="15588"/>
                    <a:pt x="5006" y="15712"/>
                    <a:pt x="4605" y="15834"/>
                  </a:cubicBezTo>
                  <a:cubicBezTo>
                    <a:pt x="4395" y="15898"/>
                    <a:pt x="4188" y="15969"/>
                    <a:pt x="3976" y="16023"/>
                  </a:cubicBezTo>
                  <a:cubicBezTo>
                    <a:pt x="3914" y="16038"/>
                    <a:pt x="3850" y="16053"/>
                    <a:pt x="3787" y="16067"/>
                  </a:cubicBezTo>
                  <a:cubicBezTo>
                    <a:pt x="3722" y="16139"/>
                    <a:pt x="3663" y="16216"/>
                    <a:pt x="3610" y="16301"/>
                  </a:cubicBezTo>
                  <a:cubicBezTo>
                    <a:pt x="3598" y="16320"/>
                    <a:pt x="3580" y="16328"/>
                    <a:pt x="3563" y="16328"/>
                  </a:cubicBezTo>
                  <a:cubicBezTo>
                    <a:pt x="3523" y="16328"/>
                    <a:pt x="3483" y="16287"/>
                    <a:pt x="3510" y="16242"/>
                  </a:cubicBezTo>
                  <a:cubicBezTo>
                    <a:pt x="3539" y="16194"/>
                    <a:pt x="3571" y="16150"/>
                    <a:pt x="3603" y="16108"/>
                  </a:cubicBezTo>
                  <a:lnTo>
                    <a:pt x="3603" y="16108"/>
                  </a:lnTo>
                  <a:cubicBezTo>
                    <a:pt x="3537" y="16123"/>
                    <a:pt x="3467" y="16138"/>
                    <a:pt x="3401" y="16152"/>
                  </a:cubicBezTo>
                  <a:cubicBezTo>
                    <a:pt x="3422" y="16279"/>
                    <a:pt x="3445" y="16405"/>
                    <a:pt x="3473" y="16533"/>
                  </a:cubicBezTo>
                  <a:cubicBezTo>
                    <a:pt x="3636" y="16548"/>
                    <a:pt x="3801" y="16555"/>
                    <a:pt x="3966" y="16555"/>
                  </a:cubicBezTo>
                  <a:cubicBezTo>
                    <a:pt x="4544" y="16555"/>
                    <a:pt x="5128" y="16473"/>
                    <a:pt x="5691" y="16381"/>
                  </a:cubicBezTo>
                  <a:cubicBezTo>
                    <a:pt x="7673" y="16065"/>
                    <a:pt x="9626" y="15507"/>
                    <a:pt x="11518" y="14840"/>
                  </a:cubicBezTo>
                  <a:cubicBezTo>
                    <a:pt x="12479" y="14499"/>
                    <a:pt x="13427" y="14124"/>
                    <a:pt x="14349" y="13689"/>
                  </a:cubicBezTo>
                  <a:cubicBezTo>
                    <a:pt x="15086" y="13342"/>
                    <a:pt x="15816" y="12959"/>
                    <a:pt x="16481" y="12487"/>
                  </a:cubicBezTo>
                  <a:cubicBezTo>
                    <a:pt x="16390" y="12241"/>
                    <a:pt x="16329" y="11985"/>
                    <a:pt x="16258" y="11733"/>
                  </a:cubicBezTo>
                  <a:cubicBezTo>
                    <a:pt x="16180" y="11440"/>
                    <a:pt x="16078" y="11165"/>
                    <a:pt x="15931" y="10896"/>
                  </a:cubicBezTo>
                  <a:cubicBezTo>
                    <a:pt x="15803" y="10665"/>
                    <a:pt x="15660" y="10444"/>
                    <a:pt x="15511" y="10224"/>
                  </a:cubicBezTo>
                  <a:cubicBezTo>
                    <a:pt x="15364" y="10010"/>
                    <a:pt x="15219" y="9789"/>
                    <a:pt x="15044" y="9595"/>
                  </a:cubicBezTo>
                  <a:cubicBezTo>
                    <a:pt x="14730" y="9250"/>
                    <a:pt x="14344" y="8988"/>
                    <a:pt x="13925" y="8783"/>
                  </a:cubicBezTo>
                  <a:cubicBezTo>
                    <a:pt x="12985" y="8322"/>
                    <a:pt x="11954" y="8043"/>
                    <a:pt x="10911" y="7954"/>
                  </a:cubicBezTo>
                  <a:cubicBezTo>
                    <a:pt x="10806" y="7944"/>
                    <a:pt x="10777" y="7822"/>
                    <a:pt x="10823" y="7760"/>
                  </a:cubicBezTo>
                  <a:lnTo>
                    <a:pt x="10823" y="7758"/>
                  </a:lnTo>
                  <a:cubicBezTo>
                    <a:pt x="10815" y="7731"/>
                    <a:pt x="10815" y="7700"/>
                    <a:pt x="10833" y="7668"/>
                  </a:cubicBezTo>
                  <a:cubicBezTo>
                    <a:pt x="11131" y="7125"/>
                    <a:pt x="11556" y="6664"/>
                    <a:pt x="11886" y="6141"/>
                  </a:cubicBezTo>
                  <a:cubicBezTo>
                    <a:pt x="12564" y="5074"/>
                    <a:pt x="12790" y="3819"/>
                    <a:pt x="12657" y="2573"/>
                  </a:cubicBezTo>
                  <a:cubicBezTo>
                    <a:pt x="12615" y="2172"/>
                    <a:pt x="12503" y="1789"/>
                    <a:pt x="12351" y="1417"/>
                  </a:cubicBezTo>
                  <a:cubicBezTo>
                    <a:pt x="11903" y="1843"/>
                    <a:pt x="11291" y="2053"/>
                    <a:pt x="10730" y="2281"/>
                  </a:cubicBezTo>
                  <a:cubicBezTo>
                    <a:pt x="10722" y="2284"/>
                    <a:pt x="10715" y="2286"/>
                    <a:pt x="10708" y="2286"/>
                  </a:cubicBezTo>
                  <a:cubicBezTo>
                    <a:pt x="10655" y="2286"/>
                    <a:pt x="10638" y="2194"/>
                    <a:pt x="10699" y="2169"/>
                  </a:cubicBezTo>
                  <a:cubicBezTo>
                    <a:pt x="11254" y="1941"/>
                    <a:pt x="11864" y="1735"/>
                    <a:pt x="12301" y="1303"/>
                  </a:cubicBezTo>
                  <a:lnTo>
                    <a:pt x="12303" y="1303"/>
                  </a:lnTo>
                  <a:lnTo>
                    <a:pt x="12303" y="1302"/>
                  </a:lnTo>
                  <a:cubicBezTo>
                    <a:pt x="12276" y="1239"/>
                    <a:pt x="12248" y="1177"/>
                    <a:pt x="12219" y="1118"/>
                  </a:cubicBezTo>
                  <a:cubicBezTo>
                    <a:pt x="12204" y="1082"/>
                    <a:pt x="12188" y="1048"/>
                    <a:pt x="12170" y="1013"/>
                  </a:cubicBezTo>
                  <a:cubicBezTo>
                    <a:pt x="11720" y="1506"/>
                    <a:pt x="11036" y="1740"/>
                    <a:pt x="10418" y="1935"/>
                  </a:cubicBezTo>
                  <a:cubicBezTo>
                    <a:pt x="10411" y="1938"/>
                    <a:pt x="10405" y="1939"/>
                    <a:pt x="10398" y="1939"/>
                  </a:cubicBezTo>
                  <a:cubicBezTo>
                    <a:pt x="10341" y="1939"/>
                    <a:pt x="10323" y="1845"/>
                    <a:pt x="10387" y="1826"/>
                  </a:cubicBezTo>
                  <a:cubicBezTo>
                    <a:pt x="10999" y="1631"/>
                    <a:pt x="11678" y="1401"/>
                    <a:pt x="12113" y="901"/>
                  </a:cubicBezTo>
                  <a:cubicBezTo>
                    <a:pt x="12062" y="797"/>
                    <a:pt x="12010" y="692"/>
                    <a:pt x="11950" y="588"/>
                  </a:cubicBezTo>
                  <a:cubicBezTo>
                    <a:pt x="11786" y="735"/>
                    <a:pt x="11623" y="884"/>
                    <a:pt x="11447" y="1020"/>
                  </a:cubicBezTo>
                  <a:cubicBezTo>
                    <a:pt x="11237" y="1184"/>
                    <a:pt x="11012" y="1312"/>
                    <a:pt x="10770" y="1422"/>
                  </a:cubicBezTo>
                  <a:cubicBezTo>
                    <a:pt x="10259" y="1650"/>
                    <a:pt x="9724" y="1812"/>
                    <a:pt x="9194" y="1985"/>
                  </a:cubicBezTo>
                  <a:cubicBezTo>
                    <a:pt x="9186" y="1987"/>
                    <a:pt x="9180" y="1989"/>
                    <a:pt x="9173" y="1989"/>
                  </a:cubicBezTo>
                  <a:cubicBezTo>
                    <a:pt x="9116" y="1989"/>
                    <a:pt x="9099" y="1896"/>
                    <a:pt x="9163" y="1876"/>
                  </a:cubicBezTo>
                  <a:cubicBezTo>
                    <a:pt x="9681" y="1704"/>
                    <a:pt x="10210" y="1548"/>
                    <a:pt x="10709" y="1323"/>
                  </a:cubicBezTo>
                  <a:cubicBezTo>
                    <a:pt x="10950" y="1215"/>
                    <a:pt x="11175" y="1088"/>
                    <a:pt x="11383" y="922"/>
                  </a:cubicBezTo>
                  <a:cubicBezTo>
                    <a:pt x="11557" y="785"/>
                    <a:pt x="11722" y="632"/>
                    <a:pt x="11889" y="486"/>
                  </a:cubicBezTo>
                  <a:lnTo>
                    <a:pt x="11889" y="483"/>
                  </a:lnTo>
                  <a:cubicBezTo>
                    <a:pt x="11790" y="313"/>
                    <a:pt x="11681" y="153"/>
                    <a:pt x="11557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76" name="Google Shape;676;p9"/>
            <p:cNvSpPr/>
            <p:nvPr/>
          </p:nvSpPr>
          <p:spPr>
            <a:xfrm>
              <a:off x="8541000" y="4269600"/>
              <a:ext cx="108720" cy="60840"/>
            </a:xfrm>
            <a:custGeom>
              <a:rect b="b" l="l" r="r" t="t"/>
              <a:pathLst>
                <a:path extrusionOk="0" h="1000" w="1787">
                  <a:moveTo>
                    <a:pt x="1702" y="0"/>
                  </a:moveTo>
                  <a:cubicBezTo>
                    <a:pt x="1690" y="0"/>
                    <a:pt x="1677" y="5"/>
                    <a:pt x="1665" y="16"/>
                  </a:cubicBezTo>
                  <a:lnTo>
                    <a:pt x="1665" y="17"/>
                  </a:lnTo>
                  <a:lnTo>
                    <a:pt x="1663" y="17"/>
                  </a:lnTo>
                  <a:cubicBezTo>
                    <a:pt x="1226" y="450"/>
                    <a:pt x="616" y="657"/>
                    <a:pt x="61" y="883"/>
                  </a:cubicBezTo>
                  <a:cubicBezTo>
                    <a:pt x="0" y="907"/>
                    <a:pt x="17" y="1000"/>
                    <a:pt x="71" y="1000"/>
                  </a:cubicBezTo>
                  <a:cubicBezTo>
                    <a:pt x="77" y="1000"/>
                    <a:pt x="84" y="998"/>
                    <a:pt x="92" y="995"/>
                  </a:cubicBezTo>
                  <a:cubicBezTo>
                    <a:pt x="653" y="767"/>
                    <a:pt x="1265" y="557"/>
                    <a:pt x="1713" y="131"/>
                  </a:cubicBezTo>
                  <a:cubicBezTo>
                    <a:pt x="1726" y="119"/>
                    <a:pt x="1736" y="110"/>
                    <a:pt x="1747" y="98"/>
                  </a:cubicBezTo>
                  <a:cubicBezTo>
                    <a:pt x="1787" y="58"/>
                    <a:pt x="1747" y="0"/>
                    <a:pt x="1702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0600" lIns="91425" spcFirstLastPara="1" rIns="91425" wrap="square" tIns="30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77" name="Google Shape;677;p9"/>
            <p:cNvSpPr/>
            <p:nvPr/>
          </p:nvSpPr>
          <p:spPr>
            <a:xfrm>
              <a:off x="8058240" y="4161240"/>
              <a:ext cx="61560" cy="75240"/>
            </a:xfrm>
            <a:custGeom>
              <a:rect b="b" l="l" r="r" t="t"/>
              <a:pathLst>
                <a:path extrusionOk="0" h="1240" w="1012">
                  <a:moveTo>
                    <a:pt x="601" y="115"/>
                  </a:moveTo>
                  <a:cubicBezTo>
                    <a:pt x="621" y="115"/>
                    <a:pt x="641" y="117"/>
                    <a:pt x="654" y="121"/>
                  </a:cubicBezTo>
                  <a:cubicBezTo>
                    <a:pt x="718" y="136"/>
                    <a:pt x="766" y="172"/>
                    <a:pt x="800" y="226"/>
                  </a:cubicBezTo>
                  <a:cubicBezTo>
                    <a:pt x="884" y="356"/>
                    <a:pt x="888" y="540"/>
                    <a:pt x="858" y="695"/>
                  </a:cubicBezTo>
                  <a:cubicBezTo>
                    <a:pt x="842" y="781"/>
                    <a:pt x="816" y="862"/>
                    <a:pt x="773" y="935"/>
                  </a:cubicBezTo>
                  <a:cubicBezTo>
                    <a:pt x="736" y="1001"/>
                    <a:pt x="689" y="1057"/>
                    <a:pt x="630" y="1093"/>
                  </a:cubicBezTo>
                  <a:cubicBezTo>
                    <a:pt x="591" y="1115"/>
                    <a:pt x="550" y="1127"/>
                    <a:pt x="507" y="1127"/>
                  </a:cubicBezTo>
                  <a:cubicBezTo>
                    <a:pt x="485" y="1127"/>
                    <a:pt x="463" y="1124"/>
                    <a:pt x="440" y="1118"/>
                  </a:cubicBezTo>
                  <a:cubicBezTo>
                    <a:pt x="348" y="1093"/>
                    <a:pt x="260" y="1036"/>
                    <a:pt x="213" y="947"/>
                  </a:cubicBezTo>
                  <a:cubicBezTo>
                    <a:pt x="147" y="814"/>
                    <a:pt x="141" y="644"/>
                    <a:pt x="171" y="500"/>
                  </a:cubicBezTo>
                  <a:cubicBezTo>
                    <a:pt x="196" y="374"/>
                    <a:pt x="256" y="218"/>
                    <a:pt x="390" y="176"/>
                  </a:cubicBezTo>
                  <a:cubicBezTo>
                    <a:pt x="400" y="173"/>
                    <a:pt x="407" y="168"/>
                    <a:pt x="413" y="162"/>
                  </a:cubicBezTo>
                  <a:lnTo>
                    <a:pt x="413" y="162"/>
                  </a:lnTo>
                  <a:cubicBezTo>
                    <a:pt x="456" y="144"/>
                    <a:pt x="502" y="127"/>
                    <a:pt x="551" y="119"/>
                  </a:cubicBezTo>
                  <a:cubicBezTo>
                    <a:pt x="564" y="117"/>
                    <a:pt x="582" y="115"/>
                    <a:pt x="601" y="115"/>
                  </a:cubicBezTo>
                  <a:close/>
                  <a:moveTo>
                    <a:pt x="603" y="0"/>
                  </a:moveTo>
                  <a:cubicBezTo>
                    <a:pt x="514" y="0"/>
                    <a:pt x="424" y="30"/>
                    <a:pt x="345" y="67"/>
                  </a:cubicBezTo>
                  <a:cubicBezTo>
                    <a:pt x="344" y="68"/>
                    <a:pt x="342" y="68"/>
                    <a:pt x="341" y="69"/>
                  </a:cubicBezTo>
                  <a:lnTo>
                    <a:pt x="341" y="69"/>
                  </a:lnTo>
                  <a:cubicBezTo>
                    <a:pt x="51" y="180"/>
                    <a:pt x="1" y="602"/>
                    <a:pt x="63" y="865"/>
                  </a:cubicBezTo>
                  <a:cubicBezTo>
                    <a:pt x="97" y="1005"/>
                    <a:pt x="174" y="1117"/>
                    <a:pt x="300" y="1183"/>
                  </a:cubicBezTo>
                  <a:cubicBezTo>
                    <a:pt x="365" y="1218"/>
                    <a:pt x="439" y="1240"/>
                    <a:pt x="512" y="1240"/>
                  </a:cubicBezTo>
                  <a:cubicBezTo>
                    <a:pt x="540" y="1240"/>
                    <a:pt x="568" y="1237"/>
                    <a:pt x="596" y="1230"/>
                  </a:cubicBezTo>
                  <a:cubicBezTo>
                    <a:pt x="787" y="1182"/>
                    <a:pt x="898" y="985"/>
                    <a:pt x="949" y="808"/>
                  </a:cubicBezTo>
                  <a:cubicBezTo>
                    <a:pt x="1004" y="618"/>
                    <a:pt x="1011" y="394"/>
                    <a:pt x="925" y="213"/>
                  </a:cubicBezTo>
                  <a:cubicBezTo>
                    <a:pt x="882" y="122"/>
                    <a:pt x="806" y="48"/>
                    <a:pt x="708" y="16"/>
                  </a:cubicBezTo>
                  <a:cubicBezTo>
                    <a:pt x="673" y="5"/>
                    <a:pt x="638" y="0"/>
                    <a:pt x="603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7800" lIns="91425" spcFirstLastPara="1" rIns="91425" wrap="square" tIns="37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78" name="Google Shape;678;p9"/>
            <p:cNvSpPr/>
            <p:nvPr/>
          </p:nvSpPr>
          <p:spPr>
            <a:xfrm>
              <a:off x="8227080" y="4061880"/>
              <a:ext cx="84240" cy="72000"/>
            </a:xfrm>
            <a:custGeom>
              <a:rect b="b" l="l" r="r" t="t"/>
              <a:pathLst>
                <a:path extrusionOk="0" h="1183" w="1383">
                  <a:moveTo>
                    <a:pt x="839" y="114"/>
                  </a:moveTo>
                  <a:cubicBezTo>
                    <a:pt x="867" y="114"/>
                    <a:pt x="895" y="117"/>
                    <a:pt x="922" y="124"/>
                  </a:cubicBezTo>
                  <a:cubicBezTo>
                    <a:pt x="1015" y="151"/>
                    <a:pt x="1078" y="234"/>
                    <a:pt x="1125" y="314"/>
                  </a:cubicBezTo>
                  <a:cubicBezTo>
                    <a:pt x="1185" y="425"/>
                    <a:pt x="1249" y="547"/>
                    <a:pt x="1245" y="677"/>
                  </a:cubicBezTo>
                  <a:cubicBezTo>
                    <a:pt x="1239" y="788"/>
                    <a:pt x="1184" y="887"/>
                    <a:pt x="1100" y="958"/>
                  </a:cubicBezTo>
                  <a:cubicBezTo>
                    <a:pt x="1006" y="1037"/>
                    <a:pt x="882" y="1071"/>
                    <a:pt x="758" y="1071"/>
                  </a:cubicBezTo>
                  <a:cubicBezTo>
                    <a:pt x="755" y="1071"/>
                    <a:pt x="753" y="1071"/>
                    <a:pt x="750" y="1071"/>
                  </a:cubicBezTo>
                  <a:cubicBezTo>
                    <a:pt x="650" y="1068"/>
                    <a:pt x="548" y="1063"/>
                    <a:pt x="458" y="1009"/>
                  </a:cubicBezTo>
                  <a:cubicBezTo>
                    <a:pt x="320" y="925"/>
                    <a:pt x="274" y="761"/>
                    <a:pt x="293" y="608"/>
                  </a:cubicBezTo>
                  <a:cubicBezTo>
                    <a:pt x="320" y="414"/>
                    <a:pt x="444" y="236"/>
                    <a:pt x="626" y="157"/>
                  </a:cubicBezTo>
                  <a:cubicBezTo>
                    <a:pt x="628" y="156"/>
                    <a:pt x="630" y="155"/>
                    <a:pt x="633" y="153"/>
                  </a:cubicBezTo>
                  <a:lnTo>
                    <a:pt x="633" y="153"/>
                  </a:lnTo>
                  <a:cubicBezTo>
                    <a:pt x="699" y="134"/>
                    <a:pt x="770" y="114"/>
                    <a:pt x="839" y="114"/>
                  </a:cubicBezTo>
                  <a:close/>
                  <a:moveTo>
                    <a:pt x="841" y="0"/>
                  </a:moveTo>
                  <a:cubicBezTo>
                    <a:pt x="754" y="0"/>
                    <a:pt x="665" y="23"/>
                    <a:pt x="582" y="49"/>
                  </a:cubicBezTo>
                  <a:cubicBezTo>
                    <a:pt x="577" y="51"/>
                    <a:pt x="572" y="53"/>
                    <a:pt x="568" y="55"/>
                  </a:cubicBezTo>
                  <a:lnTo>
                    <a:pt x="568" y="55"/>
                  </a:lnTo>
                  <a:cubicBezTo>
                    <a:pt x="207" y="216"/>
                    <a:pt x="1" y="806"/>
                    <a:pt x="361" y="1078"/>
                  </a:cubicBezTo>
                  <a:cubicBezTo>
                    <a:pt x="454" y="1149"/>
                    <a:pt x="572" y="1179"/>
                    <a:pt x="688" y="1182"/>
                  </a:cubicBezTo>
                  <a:cubicBezTo>
                    <a:pt x="706" y="1182"/>
                    <a:pt x="723" y="1183"/>
                    <a:pt x="741" y="1183"/>
                  </a:cubicBezTo>
                  <a:cubicBezTo>
                    <a:pt x="873" y="1183"/>
                    <a:pt x="1002" y="1162"/>
                    <a:pt x="1117" y="1087"/>
                  </a:cubicBezTo>
                  <a:cubicBezTo>
                    <a:pt x="1231" y="1014"/>
                    <a:pt x="1317" y="901"/>
                    <a:pt x="1347" y="768"/>
                  </a:cubicBezTo>
                  <a:cubicBezTo>
                    <a:pt x="1382" y="618"/>
                    <a:pt x="1339" y="487"/>
                    <a:pt x="1275" y="354"/>
                  </a:cubicBezTo>
                  <a:cubicBezTo>
                    <a:pt x="1212" y="222"/>
                    <a:pt x="1134" y="85"/>
                    <a:pt x="993" y="28"/>
                  </a:cubicBezTo>
                  <a:cubicBezTo>
                    <a:pt x="944" y="8"/>
                    <a:pt x="893" y="0"/>
                    <a:pt x="841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000" lIns="91425" spcFirstLastPara="1" rIns="91425" wrap="square" tIns="36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79" name="Google Shape;679;p9"/>
            <p:cNvSpPr/>
            <p:nvPr/>
          </p:nvSpPr>
          <p:spPr>
            <a:xfrm>
              <a:off x="7905960" y="3744000"/>
              <a:ext cx="73440" cy="71280"/>
            </a:xfrm>
            <a:custGeom>
              <a:rect b="b" l="l" r="r" t="t"/>
              <a:pathLst>
                <a:path extrusionOk="0" h="1175" w="1209">
                  <a:moveTo>
                    <a:pt x="497" y="115"/>
                  </a:moveTo>
                  <a:cubicBezTo>
                    <a:pt x="519" y="115"/>
                    <a:pt x="543" y="117"/>
                    <a:pt x="568" y="123"/>
                  </a:cubicBezTo>
                  <a:cubicBezTo>
                    <a:pt x="573" y="124"/>
                    <a:pt x="578" y="124"/>
                    <a:pt x="582" y="124"/>
                  </a:cubicBezTo>
                  <a:cubicBezTo>
                    <a:pt x="584" y="124"/>
                    <a:pt x="585" y="124"/>
                    <a:pt x="586" y="124"/>
                  </a:cubicBezTo>
                  <a:lnTo>
                    <a:pt x="586" y="124"/>
                  </a:lnTo>
                  <a:cubicBezTo>
                    <a:pt x="778" y="136"/>
                    <a:pt x="968" y="223"/>
                    <a:pt x="1035" y="406"/>
                  </a:cubicBezTo>
                  <a:cubicBezTo>
                    <a:pt x="1092" y="562"/>
                    <a:pt x="1064" y="739"/>
                    <a:pt x="967" y="878"/>
                  </a:cubicBezTo>
                  <a:cubicBezTo>
                    <a:pt x="888" y="994"/>
                    <a:pt x="762" y="1061"/>
                    <a:pt x="624" y="1061"/>
                  </a:cubicBezTo>
                  <a:cubicBezTo>
                    <a:pt x="593" y="1061"/>
                    <a:pt x="562" y="1057"/>
                    <a:pt x="531" y="1051"/>
                  </a:cubicBezTo>
                  <a:cubicBezTo>
                    <a:pt x="420" y="1028"/>
                    <a:pt x="301" y="974"/>
                    <a:pt x="228" y="888"/>
                  </a:cubicBezTo>
                  <a:cubicBezTo>
                    <a:pt x="155" y="801"/>
                    <a:pt x="127" y="687"/>
                    <a:pt x="128" y="576"/>
                  </a:cubicBezTo>
                  <a:cubicBezTo>
                    <a:pt x="134" y="364"/>
                    <a:pt x="270" y="115"/>
                    <a:pt x="497" y="115"/>
                  </a:cubicBezTo>
                  <a:close/>
                  <a:moveTo>
                    <a:pt x="500" y="1"/>
                  </a:moveTo>
                  <a:cubicBezTo>
                    <a:pt x="258" y="1"/>
                    <a:pt x="78" y="207"/>
                    <a:pt x="29" y="446"/>
                  </a:cubicBezTo>
                  <a:cubicBezTo>
                    <a:pt x="1" y="582"/>
                    <a:pt x="11" y="723"/>
                    <a:pt x="70" y="851"/>
                  </a:cubicBezTo>
                  <a:cubicBezTo>
                    <a:pt x="131" y="987"/>
                    <a:pt x="250" y="1072"/>
                    <a:pt x="386" y="1127"/>
                  </a:cubicBezTo>
                  <a:cubicBezTo>
                    <a:pt x="463" y="1159"/>
                    <a:pt x="544" y="1175"/>
                    <a:pt x="624" y="1175"/>
                  </a:cubicBezTo>
                  <a:cubicBezTo>
                    <a:pt x="764" y="1175"/>
                    <a:pt x="901" y="1124"/>
                    <a:pt x="1006" y="1015"/>
                  </a:cubicBezTo>
                  <a:cubicBezTo>
                    <a:pt x="1147" y="867"/>
                    <a:pt x="1208" y="645"/>
                    <a:pt x="1166" y="443"/>
                  </a:cubicBezTo>
                  <a:cubicBezTo>
                    <a:pt x="1143" y="331"/>
                    <a:pt x="1081" y="225"/>
                    <a:pt x="991" y="151"/>
                  </a:cubicBezTo>
                  <a:cubicBezTo>
                    <a:pt x="876" y="58"/>
                    <a:pt x="732" y="17"/>
                    <a:pt x="586" y="9"/>
                  </a:cubicBezTo>
                  <a:lnTo>
                    <a:pt x="586" y="9"/>
                  </a:lnTo>
                  <a:cubicBezTo>
                    <a:pt x="557" y="4"/>
                    <a:pt x="528" y="1"/>
                    <a:pt x="500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5625" lIns="91425" spcFirstLastPara="1" rIns="91425" wrap="square" tIns="356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80" name="Google Shape;680;p9"/>
            <p:cNvSpPr/>
            <p:nvPr/>
          </p:nvSpPr>
          <p:spPr>
            <a:xfrm>
              <a:off x="8129160" y="3584520"/>
              <a:ext cx="113040" cy="106200"/>
            </a:xfrm>
            <a:custGeom>
              <a:rect b="b" l="l" r="r" t="t"/>
              <a:pathLst>
                <a:path extrusionOk="0" h="1742" w="1856">
                  <a:moveTo>
                    <a:pt x="1029" y="117"/>
                  </a:moveTo>
                  <a:cubicBezTo>
                    <a:pt x="1281" y="117"/>
                    <a:pt x="1520" y="212"/>
                    <a:pt x="1630" y="464"/>
                  </a:cubicBezTo>
                  <a:cubicBezTo>
                    <a:pt x="1737" y="709"/>
                    <a:pt x="1697" y="1008"/>
                    <a:pt x="1576" y="1239"/>
                  </a:cubicBezTo>
                  <a:cubicBezTo>
                    <a:pt x="1456" y="1468"/>
                    <a:pt x="1243" y="1630"/>
                    <a:pt x="984" y="1630"/>
                  </a:cubicBezTo>
                  <a:cubicBezTo>
                    <a:pt x="962" y="1630"/>
                    <a:pt x="939" y="1629"/>
                    <a:pt x="916" y="1626"/>
                  </a:cubicBezTo>
                  <a:cubicBezTo>
                    <a:pt x="720" y="1605"/>
                    <a:pt x="512" y="1506"/>
                    <a:pt x="366" y="1377"/>
                  </a:cubicBezTo>
                  <a:cubicBezTo>
                    <a:pt x="224" y="1251"/>
                    <a:pt x="138" y="1078"/>
                    <a:pt x="139" y="886"/>
                  </a:cubicBezTo>
                  <a:cubicBezTo>
                    <a:pt x="142" y="502"/>
                    <a:pt x="469" y="126"/>
                    <a:pt x="862" y="126"/>
                  </a:cubicBezTo>
                  <a:cubicBezTo>
                    <a:pt x="864" y="126"/>
                    <a:pt x="866" y="126"/>
                    <a:pt x="868" y="126"/>
                  </a:cubicBezTo>
                  <a:lnTo>
                    <a:pt x="868" y="126"/>
                  </a:lnTo>
                  <a:cubicBezTo>
                    <a:pt x="872" y="127"/>
                    <a:pt x="875" y="127"/>
                    <a:pt x="879" y="127"/>
                  </a:cubicBezTo>
                  <a:cubicBezTo>
                    <a:pt x="881" y="127"/>
                    <a:pt x="884" y="127"/>
                    <a:pt x="886" y="127"/>
                  </a:cubicBezTo>
                  <a:cubicBezTo>
                    <a:pt x="886" y="127"/>
                    <a:pt x="886" y="127"/>
                    <a:pt x="887" y="127"/>
                  </a:cubicBezTo>
                  <a:lnTo>
                    <a:pt x="887" y="127"/>
                  </a:lnTo>
                  <a:cubicBezTo>
                    <a:pt x="887" y="127"/>
                    <a:pt x="887" y="127"/>
                    <a:pt x="888" y="127"/>
                  </a:cubicBezTo>
                  <a:cubicBezTo>
                    <a:pt x="889" y="127"/>
                    <a:pt x="889" y="127"/>
                    <a:pt x="890" y="127"/>
                  </a:cubicBezTo>
                  <a:cubicBezTo>
                    <a:pt x="897" y="127"/>
                    <a:pt x="903" y="126"/>
                    <a:pt x="908" y="124"/>
                  </a:cubicBezTo>
                  <a:lnTo>
                    <a:pt x="908" y="124"/>
                  </a:lnTo>
                  <a:cubicBezTo>
                    <a:pt x="948" y="120"/>
                    <a:pt x="988" y="117"/>
                    <a:pt x="1029" y="117"/>
                  </a:cubicBezTo>
                  <a:close/>
                  <a:moveTo>
                    <a:pt x="1045" y="0"/>
                  </a:moveTo>
                  <a:cubicBezTo>
                    <a:pt x="992" y="0"/>
                    <a:pt x="938" y="4"/>
                    <a:pt x="886" y="11"/>
                  </a:cubicBezTo>
                  <a:cubicBezTo>
                    <a:pt x="877" y="10"/>
                    <a:pt x="868" y="10"/>
                    <a:pt x="859" y="10"/>
                  </a:cubicBezTo>
                  <a:cubicBezTo>
                    <a:pt x="464" y="10"/>
                    <a:pt x="122" y="338"/>
                    <a:pt x="43" y="714"/>
                  </a:cubicBezTo>
                  <a:cubicBezTo>
                    <a:pt x="1" y="915"/>
                    <a:pt x="30" y="1125"/>
                    <a:pt x="145" y="1297"/>
                  </a:cubicBezTo>
                  <a:cubicBezTo>
                    <a:pt x="280" y="1499"/>
                    <a:pt x="505" y="1632"/>
                    <a:pt x="733" y="1703"/>
                  </a:cubicBezTo>
                  <a:cubicBezTo>
                    <a:pt x="815" y="1729"/>
                    <a:pt x="898" y="1742"/>
                    <a:pt x="978" y="1742"/>
                  </a:cubicBezTo>
                  <a:cubicBezTo>
                    <a:pt x="1220" y="1742"/>
                    <a:pt x="1445" y="1626"/>
                    <a:pt x="1599" y="1418"/>
                  </a:cubicBezTo>
                  <a:cubicBezTo>
                    <a:pt x="1783" y="1167"/>
                    <a:pt x="1856" y="820"/>
                    <a:pt x="1773" y="519"/>
                  </a:cubicBezTo>
                  <a:cubicBezTo>
                    <a:pt x="1727" y="356"/>
                    <a:pt x="1632" y="211"/>
                    <a:pt x="1490" y="117"/>
                  </a:cubicBezTo>
                  <a:cubicBezTo>
                    <a:pt x="1357" y="32"/>
                    <a:pt x="1200" y="0"/>
                    <a:pt x="1045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275" lIns="91425" spcFirstLastPara="1" rIns="91425" wrap="square" tIns="53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81" name="Google Shape;681;p9"/>
            <p:cNvSpPr/>
            <p:nvPr/>
          </p:nvSpPr>
          <p:spPr>
            <a:xfrm>
              <a:off x="7917480" y="3467520"/>
              <a:ext cx="79200" cy="61560"/>
            </a:xfrm>
            <a:custGeom>
              <a:rect b="b" l="l" r="r" t="t"/>
              <a:pathLst>
                <a:path extrusionOk="0" h="1013" w="1301">
                  <a:moveTo>
                    <a:pt x="748" y="113"/>
                  </a:moveTo>
                  <a:cubicBezTo>
                    <a:pt x="804" y="113"/>
                    <a:pt x="860" y="119"/>
                    <a:pt x="914" y="134"/>
                  </a:cubicBezTo>
                  <a:cubicBezTo>
                    <a:pt x="1016" y="161"/>
                    <a:pt x="1112" y="240"/>
                    <a:pt x="1155" y="338"/>
                  </a:cubicBezTo>
                  <a:cubicBezTo>
                    <a:pt x="1193" y="426"/>
                    <a:pt x="1165" y="518"/>
                    <a:pt x="1112" y="593"/>
                  </a:cubicBezTo>
                  <a:cubicBezTo>
                    <a:pt x="990" y="773"/>
                    <a:pt x="755" y="885"/>
                    <a:pt x="541" y="896"/>
                  </a:cubicBezTo>
                  <a:cubicBezTo>
                    <a:pt x="532" y="896"/>
                    <a:pt x="523" y="897"/>
                    <a:pt x="514" y="897"/>
                  </a:cubicBezTo>
                  <a:cubicBezTo>
                    <a:pt x="362" y="897"/>
                    <a:pt x="212" y="839"/>
                    <a:pt x="161" y="688"/>
                  </a:cubicBezTo>
                  <a:cubicBezTo>
                    <a:pt x="109" y="524"/>
                    <a:pt x="170" y="341"/>
                    <a:pt x="267" y="204"/>
                  </a:cubicBezTo>
                  <a:lnTo>
                    <a:pt x="267" y="204"/>
                  </a:lnTo>
                  <a:cubicBezTo>
                    <a:pt x="368" y="171"/>
                    <a:pt x="472" y="145"/>
                    <a:pt x="575" y="128"/>
                  </a:cubicBezTo>
                  <a:cubicBezTo>
                    <a:pt x="631" y="119"/>
                    <a:pt x="690" y="113"/>
                    <a:pt x="748" y="113"/>
                  </a:cubicBezTo>
                  <a:close/>
                  <a:moveTo>
                    <a:pt x="755" y="0"/>
                  </a:moveTo>
                  <a:cubicBezTo>
                    <a:pt x="721" y="0"/>
                    <a:pt x="686" y="2"/>
                    <a:pt x="653" y="5"/>
                  </a:cubicBezTo>
                  <a:cubicBezTo>
                    <a:pt x="504" y="17"/>
                    <a:pt x="358" y="53"/>
                    <a:pt x="217" y="98"/>
                  </a:cubicBezTo>
                  <a:cubicBezTo>
                    <a:pt x="199" y="104"/>
                    <a:pt x="187" y="115"/>
                    <a:pt x="181" y="129"/>
                  </a:cubicBezTo>
                  <a:lnTo>
                    <a:pt x="181" y="129"/>
                  </a:lnTo>
                  <a:cubicBezTo>
                    <a:pt x="67" y="282"/>
                    <a:pt x="0" y="488"/>
                    <a:pt x="42" y="679"/>
                  </a:cubicBezTo>
                  <a:cubicBezTo>
                    <a:pt x="88" y="883"/>
                    <a:pt x="265" y="997"/>
                    <a:pt x="465" y="1011"/>
                  </a:cubicBezTo>
                  <a:cubicBezTo>
                    <a:pt x="480" y="1012"/>
                    <a:pt x="495" y="1012"/>
                    <a:pt x="511" y="1012"/>
                  </a:cubicBezTo>
                  <a:cubicBezTo>
                    <a:pt x="754" y="1012"/>
                    <a:pt x="1006" y="899"/>
                    <a:pt x="1165" y="715"/>
                  </a:cubicBezTo>
                  <a:cubicBezTo>
                    <a:pt x="1240" y="627"/>
                    <a:pt x="1301" y="513"/>
                    <a:pt x="1287" y="393"/>
                  </a:cubicBezTo>
                  <a:cubicBezTo>
                    <a:pt x="1272" y="257"/>
                    <a:pt x="1176" y="146"/>
                    <a:pt x="1066" y="76"/>
                  </a:cubicBezTo>
                  <a:cubicBezTo>
                    <a:pt x="975" y="17"/>
                    <a:pt x="864" y="0"/>
                    <a:pt x="755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0950" lIns="91425" spcFirstLastPara="1" rIns="91425" wrap="square" tIns="30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682" name="Google Shape;682;p9"/>
          <p:cNvGrpSpPr/>
          <p:nvPr/>
        </p:nvGrpSpPr>
        <p:grpSpPr>
          <a:xfrm>
            <a:off x="849240" y="3698280"/>
            <a:ext cx="1203480" cy="1343520"/>
            <a:chOff x="849240" y="3698280"/>
            <a:chExt cx="1203480" cy="1343520"/>
          </a:xfrm>
        </p:grpSpPr>
        <p:sp>
          <p:nvSpPr>
            <p:cNvPr id="683" name="Google Shape;683;p9"/>
            <p:cNvSpPr/>
            <p:nvPr/>
          </p:nvSpPr>
          <p:spPr>
            <a:xfrm>
              <a:off x="881640" y="3906000"/>
              <a:ext cx="140400" cy="140400"/>
            </a:xfrm>
            <a:custGeom>
              <a:rect b="b" l="l" r="r" t="t"/>
              <a:pathLst>
                <a:path extrusionOk="0" h="2306" w="2304">
                  <a:moveTo>
                    <a:pt x="1150" y="0"/>
                  </a:moveTo>
                  <a:cubicBezTo>
                    <a:pt x="513" y="0"/>
                    <a:pt x="0" y="517"/>
                    <a:pt x="0" y="1154"/>
                  </a:cubicBezTo>
                  <a:cubicBezTo>
                    <a:pt x="0" y="1788"/>
                    <a:pt x="513" y="2306"/>
                    <a:pt x="1150" y="2306"/>
                  </a:cubicBezTo>
                  <a:cubicBezTo>
                    <a:pt x="1786" y="2306"/>
                    <a:pt x="2303" y="1788"/>
                    <a:pt x="2303" y="1154"/>
                  </a:cubicBezTo>
                  <a:cubicBezTo>
                    <a:pt x="2303" y="517"/>
                    <a:pt x="1786" y="0"/>
                    <a:pt x="1150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200" lIns="91425" spcFirstLastPara="1" rIns="91425" wrap="square" tIns="70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84" name="Google Shape;684;p9"/>
            <p:cNvSpPr/>
            <p:nvPr/>
          </p:nvSpPr>
          <p:spPr>
            <a:xfrm>
              <a:off x="1104840" y="3906000"/>
              <a:ext cx="140400" cy="140400"/>
            </a:xfrm>
            <a:custGeom>
              <a:rect b="b" l="l" r="r" t="t"/>
              <a:pathLst>
                <a:path extrusionOk="0" h="2306" w="2304">
                  <a:moveTo>
                    <a:pt x="1150" y="0"/>
                  </a:moveTo>
                  <a:cubicBezTo>
                    <a:pt x="513" y="0"/>
                    <a:pt x="0" y="517"/>
                    <a:pt x="0" y="1154"/>
                  </a:cubicBezTo>
                  <a:cubicBezTo>
                    <a:pt x="0" y="1788"/>
                    <a:pt x="513" y="2306"/>
                    <a:pt x="1150" y="2306"/>
                  </a:cubicBezTo>
                  <a:cubicBezTo>
                    <a:pt x="1786" y="2306"/>
                    <a:pt x="2303" y="1788"/>
                    <a:pt x="2303" y="1154"/>
                  </a:cubicBezTo>
                  <a:cubicBezTo>
                    <a:pt x="2303" y="517"/>
                    <a:pt x="1786" y="0"/>
                    <a:pt x="1150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200" lIns="91425" spcFirstLastPara="1" rIns="91425" wrap="square" tIns="70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85" name="Google Shape;685;p9"/>
            <p:cNvSpPr/>
            <p:nvPr/>
          </p:nvSpPr>
          <p:spPr>
            <a:xfrm>
              <a:off x="1211400" y="3698280"/>
              <a:ext cx="140400" cy="140760"/>
            </a:xfrm>
            <a:custGeom>
              <a:rect b="b" l="l" r="r" t="t"/>
              <a:pathLst>
                <a:path extrusionOk="0" h="2308" w="2304">
                  <a:moveTo>
                    <a:pt x="1150" y="1"/>
                  </a:moveTo>
                  <a:cubicBezTo>
                    <a:pt x="514" y="1"/>
                    <a:pt x="1" y="518"/>
                    <a:pt x="1" y="1154"/>
                  </a:cubicBezTo>
                  <a:cubicBezTo>
                    <a:pt x="1" y="1791"/>
                    <a:pt x="514" y="2308"/>
                    <a:pt x="1150" y="2308"/>
                  </a:cubicBezTo>
                  <a:cubicBezTo>
                    <a:pt x="1786" y="2308"/>
                    <a:pt x="2303" y="1791"/>
                    <a:pt x="2303" y="1154"/>
                  </a:cubicBezTo>
                  <a:cubicBezTo>
                    <a:pt x="2303" y="521"/>
                    <a:pt x="1786" y="4"/>
                    <a:pt x="1150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550" lIns="91425" spcFirstLastPara="1" rIns="91425" wrap="square" tIns="705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86" name="Google Shape;686;p9"/>
            <p:cNvSpPr/>
            <p:nvPr/>
          </p:nvSpPr>
          <p:spPr>
            <a:xfrm>
              <a:off x="1569960" y="3920040"/>
              <a:ext cx="140400" cy="140400"/>
            </a:xfrm>
            <a:custGeom>
              <a:rect b="b" l="l" r="r" t="t"/>
              <a:pathLst>
                <a:path extrusionOk="0" h="2304" w="2304">
                  <a:moveTo>
                    <a:pt x="1151" y="1"/>
                  </a:moveTo>
                  <a:cubicBezTo>
                    <a:pt x="515" y="1"/>
                    <a:pt x="0" y="518"/>
                    <a:pt x="0" y="1154"/>
                  </a:cubicBezTo>
                  <a:cubicBezTo>
                    <a:pt x="0" y="1790"/>
                    <a:pt x="515" y="2303"/>
                    <a:pt x="1151" y="2303"/>
                  </a:cubicBezTo>
                  <a:cubicBezTo>
                    <a:pt x="1786" y="2303"/>
                    <a:pt x="2303" y="1790"/>
                    <a:pt x="2303" y="1154"/>
                  </a:cubicBezTo>
                  <a:cubicBezTo>
                    <a:pt x="2303" y="518"/>
                    <a:pt x="1786" y="1"/>
                    <a:pt x="1151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200" lIns="91425" spcFirstLastPara="1" rIns="91425" wrap="square" tIns="70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87" name="Google Shape;687;p9"/>
            <p:cNvSpPr/>
            <p:nvPr/>
          </p:nvSpPr>
          <p:spPr>
            <a:xfrm>
              <a:off x="849240" y="4329720"/>
              <a:ext cx="140400" cy="140400"/>
            </a:xfrm>
            <a:custGeom>
              <a:rect b="b" l="l" r="r" t="t"/>
              <a:pathLst>
                <a:path extrusionOk="0" h="2303" w="2304">
                  <a:moveTo>
                    <a:pt x="1154" y="1"/>
                  </a:moveTo>
                  <a:cubicBezTo>
                    <a:pt x="518" y="1"/>
                    <a:pt x="1" y="514"/>
                    <a:pt x="1" y="1152"/>
                  </a:cubicBezTo>
                  <a:cubicBezTo>
                    <a:pt x="1" y="1788"/>
                    <a:pt x="518" y="2302"/>
                    <a:pt x="1154" y="2302"/>
                  </a:cubicBezTo>
                  <a:cubicBezTo>
                    <a:pt x="1791" y="2302"/>
                    <a:pt x="2304" y="1788"/>
                    <a:pt x="2304" y="1152"/>
                  </a:cubicBezTo>
                  <a:cubicBezTo>
                    <a:pt x="2304" y="514"/>
                    <a:pt x="1791" y="2"/>
                    <a:pt x="1154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200" lIns="91425" spcFirstLastPara="1" rIns="91425" wrap="square" tIns="70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88" name="Google Shape;688;p9"/>
            <p:cNvSpPr/>
            <p:nvPr/>
          </p:nvSpPr>
          <p:spPr>
            <a:xfrm>
              <a:off x="881640" y="4734360"/>
              <a:ext cx="140760" cy="140400"/>
            </a:xfrm>
            <a:custGeom>
              <a:rect b="b" l="l" r="r" t="t"/>
              <a:pathLst>
                <a:path extrusionOk="0" h="2305" w="2308">
                  <a:moveTo>
                    <a:pt x="1154" y="0"/>
                  </a:moveTo>
                  <a:cubicBezTo>
                    <a:pt x="517" y="0"/>
                    <a:pt x="0" y="518"/>
                    <a:pt x="0" y="1153"/>
                  </a:cubicBezTo>
                  <a:cubicBezTo>
                    <a:pt x="0" y="1789"/>
                    <a:pt x="517" y="2305"/>
                    <a:pt x="1154" y="2305"/>
                  </a:cubicBezTo>
                  <a:cubicBezTo>
                    <a:pt x="1790" y="2305"/>
                    <a:pt x="2307" y="1789"/>
                    <a:pt x="2307" y="1153"/>
                  </a:cubicBezTo>
                  <a:cubicBezTo>
                    <a:pt x="2307" y="519"/>
                    <a:pt x="1790" y="2"/>
                    <a:pt x="1154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200" lIns="91425" spcFirstLastPara="1" rIns="91425" wrap="square" tIns="70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89" name="Google Shape;689;p9"/>
            <p:cNvSpPr/>
            <p:nvPr/>
          </p:nvSpPr>
          <p:spPr>
            <a:xfrm>
              <a:off x="1078920" y="4727880"/>
              <a:ext cx="140400" cy="140400"/>
            </a:xfrm>
            <a:custGeom>
              <a:rect b="b" l="l" r="r" t="t"/>
              <a:pathLst>
                <a:path extrusionOk="0" h="2306" w="2303">
                  <a:moveTo>
                    <a:pt x="1154" y="0"/>
                  </a:moveTo>
                  <a:cubicBezTo>
                    <a:pt x="517" y="0"/>
                    <a:pt x="0" y="517"/>
                    <a:pt x="0" y="1152"/>
                  </a:cubicBezTo>
                  <a:cubicBezTo>
                    <a:pt x="0" y="1789"/>
                    <a:pt x="517" y="2306"/>
                    <a:pt x="1154" y="2306"/>
                  </a:cubicBezTo>
                  <a:cubicBezTo>
                    <a:pt x="1790" y="2306"/>
                    <a:pt x="2303" y="1789"/>
                    <a:pt x="2303" y="1152"/>
                  </a:cubicBezTo>
                  <a:cubicBezTo>
                    <a:pt x="2303" y="517"/>
                    <a:pt x="1790" y="2"/>
                    <a:pt x="1154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200" lIns="91425" spcFirstLastPara="1" rIns="91425" wrap="square" tIns="70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90" name="Google Shape;690;p9"/>
            <p:cNvSpPr/>
            <p:nvPr/>
          </p:nvSpPr>
          <p:spPr>
            <a:xfrm>
              <a:off x="1162440" y="4901400"/>
              <a:ext cx="140400" cy="140400"/>
            </a:xfrm>
            <a:custGeom>
              <a:rect b="b" l="l" r="r" t="t"/>
              <a:pathLst>
                <a:path extrusionOk="0" h="2302" w="2304">
                  <a:moveTo>
                    <a:pt x="1154" y="0"/>
                  </a:moveTo>
                  <a:cubicBezTo>
                    <a:pt x="518" y="0"/>
                    <a:pt x="0" y="519"/>
                    <a:pt x="0" y="1154"/>
                  </a:cubicBezTo>
                  <a:cubicBezTo>
                    <a:pt x="0" y="1790"/>
                    <a:pt x="518" y="2301"/>
                    <a:pt x="1154" y="2301"/>
                  </a:cubicBezTo>
                  <a:cubicBezTo>
                    <a:pt x="1790" y="2301"/>
                    <a:pt x="2303" y="1790"/>
                    <a:pt x="2303" y="1154"/>
                  </a:cubicBezTo>
                  <a:cubicBezTo>
                    <a:pt x="2303" y="519"/>
                    <a:pt x="1790" y="0"/>
                    <a:pt x="1154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200" lIns="91425" spcFirstLastPara="1" rIns="91425" wrap="square" tIns="70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91" name="Google Shape;691;p9"/>
            <p:cNvSpPr/>
            <p:nvPr/>
          </p:nvSpPr>
          <p:spPr>
            <a:xfrm>
              <a:off x="1555200" y="4744080"/>
              <a:ext cx="140760" cy="140400"/>
            </a:xfrm>
            <a:custGeom>
              <a:rect b="b" l="l" r="r" t="t"/>
              <a:pathLst>
                <a:path extrusionOk="0" h="2304" w="2308">
                  <a:moveTo>
                    <a:pt x="1154" y="1"/>
                  </a:moveTo>
                  <a:cubicBezTo>
                    <a:pt x="518" y="1"/>
                    <a:pt x="1" y="518"/>
                    <a:pt x="1" y="1154"/>
                  </a:cubicBezTo>
                  <a:cubicBezTo>
                    <a:pt x="1" y="1790"/>
                    <a:pt x="519" y="2303"/>
                    <a:pt x="1154" y="2303"/>
                  </a:cubicBezTo>
                  <a:cubicBezTo>
                    <a:pt x="1791" y="2303"/>
                    <a:pt x="2308" y="1790"/>
                    <a:pt x="2308" y="1154"/>
                  </a:cubicBezTo>
                  <a:cubicBezTo>
                    <a:pt x="2308" y="519"/>
                    <a:pt x="1792" y="3"/>
                    <a:pt x="1154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200" lIns="91425" spcFirstLastPara="1" rIns="91425" wrap="square" tIns="70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92" name="Google Shape;692;p9"/>
            <p:cNvSpPr/>
            <p:nvPr/>
          </p:nvSpPr>
          <p:spPr>
            <a:xfrm>
              <a:off x="1758240" y="4744080"/>
              <a:ext cx="140400" cy="140400"/>
            </a:xfrm>
            <a:custGeom>
              <a:rect b="b" l="l" r="r" t="t"/>
              <a:pathLst>
                <a:path extrusionOk="0" h="2304" w="2303">
                  <a:moveTo>
                    <a:pt x="1149" y="1"/>
                  </a:moveTo>
                  <a:cubicBezTo>
                    <a:pt x="515" y="1"/>
                    <a:pt x="0" y="518"/>
                    <a:pt x="0" y="1154"/>
                  </a:cubicBezTo>
                  <a:cubicBezTo>
                    <a:pt x="0" y="1790"/>
                    <a:pt x="515" y="2303"/>
                    <a:pt x="1149" y="2303"/>
                  </a:cubicBezTo>
                  <a:cubicBezTo>
                    <a:pt x="1786" y="2303"/>
                    <a:pt x="2303" y="1790"/>
                    <a:pt x="2303" y="1154"/>
                  </a:cubicBezTo>
                  <a:cubicBezTo>
                    <a:pt x="2303" y="519"/>
                    <a:pt x="1786" y="3"/>
                    <a:pt x="1149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200" lIns="91425" spcFirstLastPara="1" rIns="91425" wrap="square" tIns="70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93" name="Google Shape;693;p9"/>
            <p:cNvSpPr/>
            <p:nvPr/>
          </p:nvSpPr>
          <p:spPr>
            <a:xfrm>
              <a:off x="1912320" y="4537800"/>
              <a:ext cx="140400" cy="140040"/>
            </a:xfrm>
            <a:custGeom>
              <a:rect b="b" l="l" r="r" t="t"/>
              <a:pathLst>
                <a:path extrusionOk="0" h="2301" w="2303">
                  <a:moveTo>
                    <a:pt x="1149" y="1"/>
                  </a:moveTo>
                  <a:cubicBezTo>
                    <a:pt x="513" y="1"/>
                    <a:pt x="0" y="517"/>
                    <a:pt x="0" y="1152"/>
                  </a:cubicBezTo>
                  <a:cubicBezTo>
                    <a:pt x="0" y="1788"/>
                    <a:pt x="513" y="2301"/>
                    <a:pt x="1149" y="2301"/>
                  </a:cubicBezTo>
                  <a:cubicBezTo>
                    <a:pt x="1786" y="2301"/>
                    <a:pt x="2303" y="1789"/>
                    <a:pt x="2303" y="1152"/>
                  </a:cubicBezTo>
                  <a:cubicBezTo>
                    <a:pt x="2303" y="517"/>
                    <a:pt x="1787" y="1"/>
                    <a:pt x="1149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200" lIns="91425" spcFirstLastPara="1" rIns="91425" wrap="square" tIns="70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94" name="Google Shape;694;p9"/>
            <p:cNvSpPr/>
            <p:nvPr/>
          </p:nvSpPr>
          <p:spPr>
            <a:xfrm>
              <a:off x="1912320" y="4122360"/>
              <a:ext cx="140400" cy="140400"/>
            </a:xfrm>
            <a:custGeom>
              <a:rect b="b" l="l" r="r" t="t"/>
              <a:pathLst>
                <a:path extrusionOk="0" h="2306" w="2303">
                  <a:moveTo>
                    <a:pt x="1149" y="0"/>
                  </a:moveTo>
                  <a:cubicBezTo>
                    <a:pt x="513" y="0"/>
                    <a:pt x="0" y="519"/>
                    <a:pt x="0" y="1154"/>
                  </a:cubicBezTo>
                  <a:cubicBezTo>
                    <a:pt x="0" y="1790"/>
                    <a:pt x="513" y="2306"/>
                    <a:pt x="1149" y="2306"/>
                  </a:cubicBezTo>
                  <a:cubicBezTo>
                    <a:pt x="1786" y="2306"/>
                    <a:pt x="2303" y="1790"/>
                    <a:pt x="2303" y="1154"/>
                  </a:cubicBezTo>
                  <a:cubicBezTo>
                    <a:pt x="2303" y="519"/>
                    <a:pt x="1787" y="0"/>
                    <a:pt x="1149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200" lIns="91425" spcFirstLastPara="1" rIns="91425" wrap="square" tIns="70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95" name="Google Shape;695;p9"/>
            <p:cNvSpPr/>
            <p:nvPr/>
          </p:nvSpPr>
          <p:spPr>
            <a:xfrm>
              <a:off x="1800720" y="4329720"/>
              <a:ext cx="140400" cy="140400"/>
            </a:xfrm>
            <a:custGeom>
              <a:rect b="b" l="l" r="r" t="t"/>
              <a:pathLst>
                <a:path extrusionOk="0" h="2302" w="2304">
                  <a:moveTo>
                    <a:pt x="1154" y="306"/>
                  </a:moveTo>
                  <a:cubicBezTo>
                    <a:pt x="1619" y="306"/>
                    <a:pt x="1999" y="685"/>
                    <a:pt x="1999" y="1150"/>
                  </a:cubicBezTo>
                  <a:cubicBezTo>
                    <a:pt x="1999" y="1616"/>
                    <a:pt x="1619" y="1993"/>
                    <a:pt x="1154" y="1993"/>
                  </a:cubicBezTo>
                  <a:cubicBezTo>
                    <a:pt x="687" y="1993"/>
                    <a:pt x="310" y="1616"/>
                    <a:pt x="310" y="1150"/>
                  </a:cubicBezTo>
                  <a:cubicBezTo>
                    <a:pt x="310" y="685"/>
                    <a:pt x="687" y="306"/>
                    <a:pt x="1154" y="306"/>
                  </a:cubicBezTo>
                  <a:close/>
                  <a:moveTo>
                    <a:pt x="1154" y="0"/>
                  </a:moveTo>
                  <a:cubicBezTo>
                    <a:pt x="518" y="0"/>
                    <a:pt x="1" y="517"/>
                    <a:pt x="1" y="1152"/>
                  </a:cubicBezTo>
                  <a:cubicBezTo>
                    <a:pt x="1" y="1786"/>
                    <a:pt x="518" y="2302"/>
                    <a:pt x="1154" y="2302"/>
                  </a:cubicBezTo>
                  <a:cubicBezTo>
                    <a:pt x="1789" y="2302"/>
                    <a:pt x="2304" y="1787"/>
                    <a:pt x="2304" y="1152"/>
                  </a:cubicBezTo>
                  <a:cubicBezTo>
                    <a:pt x="2304" y="516"/>
                    <a:pt x="1789" y="0"/>
                    <a:pt x="1154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200" lIns="91425" spcFirstLastPara="1" rIns="91425" wrap="square" tIns="70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96" name="Google Shape;696;p9"/>
            <p:cNvSpPr/>
            <p:nvPr/>
          </p:nvSpPr>
          <p:spPr>
            <a:xfrm>
              <a:off x="1599120" y="4329720"/>
              <a:ext cx="140400" cy="140400"/>
            </a:xfrm>
            <a:custGeom>
              <a:rect b="b" l="l" r="r" t="t"/>
              <a:pathLst>
                <a:path extrusionOk="0" h="2302" w="2307">
                  <a:moveTo>
                    <a:pt x="1153" y="306"/>
                  </a:moveTo>
                  <a:cubicBezTo>
                    <a:pt x="1618" y="306"/>
                    <a:pt x="1999" y="685"/>
                    <a:pt x="1999" y="1150"/>
                  </a:cubicBezTo>
                  <a:cubicBezTo>
                    <a:pt x="1999" y="1616"/>
                    <a:pt x="1618" y="1993"/>
                    <a:pt x="1153" y="1993"/>
                  </a:cubicBezTo>
                  <a:cubicBezTo>
                    <a:pt x="690" y="1993"/>
                    <a:pt x="308" y="1616"/>
                    <a:pt x="308" y="1150"/>
                  </a:cubicBezTo>
                  <a:cubicBezTo>
                    <a:pt x="308" y="685"/>
                    <a:pt x="690" y="306"/>
                    <a:pt x="1153" y="306"/>
                  </a:cubicBezTo>
                  <a:close/>
                  <a:moveTo>
                    <a:pt x="1153" y="0"/>
                  </a:moveTo>
                  <a:cubicBezTo>
                    <a:pt x="518" y="0"/>
                    <a:pt x="1" y="517"/>
                    <a:pt x="1" y="1152"/>
                  </a:cubicBezTo>
                  <a:cubicBezTo>
                    <a:pt x="1" y="1786"/>
                    <a:pt x="518" y="2302"/>
                    <a:pt x="1153" y="2302"/>
                  </a:cubicBezTo>
                  <a:cubicBezTo>
                    <a:pt x="1789" y="2302"/>
                    <a:pt x="2307" y="1787"/>
                    <a:pt x="2307" y="1152"/>
                  </a:cubicBezTo>
                  <a:cubicBezTo>
                    <a:pt x="2307" y="516"/>
                    <a:pt x="1788" y="0"/>
                    <a:pt x="1153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200" lIns="91425" spcFirstLastPara="1" rIns="91425" wrap="square" tIns="70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97" name="Google Shape;697;p9"/>
            <p:cNvSpPr/>
            <p:nvPr/>
          </p:nvSpPr>
          <p:spPr>
            <a:xfrm>
              <a:off x="1050840" y="4329720"/>
              <a:ext cx="140400" cy="140400"/>
            </a:xfrm>
            <a:custGeom>
              <a:rect b="b" l="l" r="r" t="t"/>
              <a:pathLst>
                <a:path extrusionOk="0" h="2302" w="2304">
                  <a:moveTo>
                    <a:pt x="1149" y="306"/>
                  </a:moveTo>
                  <a:cubicBezTo>
                    <a:pt x="1617" y="306"/>
                    <a:pt x="1996" y="685"/>
                    <a:pt x="1996" y="1150"/>
                  </a:cubicBezTo>
                  <a:cubicBezTo>
                    <a:pt x="1996" y="1616"/>
                    <a:pt x="1617" y="1993"/>
                    <a:pt x="1149" y="1993"/>
                  </a:cubicBezTo>
                  <a:cubicBezTo>
                    <a:pt x="686" y="1993"/>
                    <a:pt x="309" y="1616"/>
                    <a:pt x="309" y="1150"/>
                  </a:cubicBezTo>
                  <a:cubicBezTo>
                    <a:pt x="309" y="685"/>
                    <a:pt x="686" y="306"/>
                    <a:pt x="1149" y="306"/>
                  </a:cubicBezTo>
                  <a:close/>
                  <a:moveTo>
                    <a:pt x="1149" y="0"/>
                  </a:moveTo>
                  <a:cubicBezTo>
                    <a:pt x="515" y="0"/>
                    <a:pt x="0" y="517"/>
                    <a:pt x="0" y="1152"/>
                  </a:cubicBezTo>
                  <a:cubicBezTo>
                    <a:pt x="0" y="1786"/>
                    <a:pt x="515" y="2302"/>
                    <a:pt x="1149" y="2302"/>
                  </a:cubicBezTo>
                  <a:cubicBezTo>
                    <a:pt x="1784" y="2302"/>
                    <a:pt x="2303" y="1787"/>
                    <a:pt x="2303" y="1152"/>
                  </a:cubicBezTo>
                  <a:cubicBezTo>
                    <a:pt x="2303" y="516"/>
                    <a:pt x="1786" y="0"/>
                    <a:pt x="1149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200" lIns="91425" spcFirstLastPara="1" rIns="91425" wrap="square" tIns="70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98" name="Google Shape;698;p9"/>
            <p:cNvSpPr/>
            <p:nvPr/>
          </p:nvSpPr>
          <p:spPr>
            <a:xfrm>
              <a:off x="1186920" y="4566600"/>
              <a:ext cx="140400" cy="140760"/>
            </a:xfrm>
            <a:custGeom>
              <a:rect b="b" l="l" r="r" t="t"/>
              <a:pathLst>
                <a:path extrusionOk="0" h="2308" w="2304">
                  <a:moveTo>
                    <a:pt x="1150" y="309"/>
                  </a:moveTo>
                  <a:cubicBezTo>
                    <a:pt x="1618" y="309"/>
                    <a:pt x="1997" y="688"/>
                    <a:pt x="1995" y="1154"/>
                  </a:cubicBezTo>
                  <a:cubicBezTo>
                    <a:pt x="1995" y="1617"/>
                    <a:pt x="1618" y="1999"/>
                    <a:pt x="1150" y="1999"/>
                  </a:cubicBezTo>
                  <a:cubicBezTo>
                    <a:pt x="687" y="1999"/>
                    <a:pt x="305" y="1617"/>
                    <a:pt x="305" y="1154"/>
                  </a:cubicBezTo>
                  <a:cubicBezTo>
                    <a:pt x="305" y="688"/>
                    <a:pt x="687" y="309"/>
                    <a:pt x="1150" y="309"/>
                  </a:cubicBezTo>
                  <a:close/>
                  <a:moveTo>
                    <a:pt x="1150" y="0"/>
                  </a:moveTo>
                  <a:cubicBezTo>
                    <a:pt x="514" y="0"/>
                    <a:pt x="1" y="518"/>
                    <a:pt x="1" y="1154"/>
                  </a:cubicBezTo>
                  <a:cubicBezTo>
                    <a:pt x="1" y="1790"/>
                    <a:pt x="517" y="2308"/>
                    <a:pt x="1150" y="2308"/>
                  </a:cubicBezTo>
                  <a:cubicBezTo>
                    <a:pt x="1786" y="2308"/>
                    <a:pt x="2304" y="1790"/>
                    <a:pt x="2304" y="1154"/>
                  </a:cubicBezTo>
                  <a:cubicBezTo>
                    <a:pt x="2304" y="518"/>
                    <a:pt x="1786" y="0"/>
                    <a:pt x="1150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550" lIns="91425" spcFirstLastPara="1" rIns="91425" wrap="square" tIns="705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99" name="Google Shape;699;p9"/>
            <p:cNvSpPr/>
            <p:nvPr/>
          </p:nvSpPr>
          <p:spPr>
            <a:xfrm>
              <a:off x="1186920" y="4089600"/>
              <a:ext cx="140400" cy="140400"/>
            </a:xfrm>
            <a:custGeom>
              <a:rect b="b" l="l" r="r" t="t"/>
              <a:pathLst>
                <a:path extrusionOk="0" h="2303" w="2304">
                  <a:moveTo>
                    <a:pt x="1150" y="309"/>
                  </a:moveTo>
                  <a:cubicBezTo>
                    <a:pt x="1618" y="309"/>
                    <a:pt x="1997" y="687"/>
                    <a:pt x="1995" y="1152"/>
                  </a:cubicBezTo>
                  <a:cubicBezTo>
                    <a:pt x="1995" y="1620"/>
                    <a:pt x="1618" y="1997"/>
                    <a:pt x="1150" y="1997"/>
                  </a:cubicBezTo>
                  <a:cubicBezTo>
                    <a:pt x="687" y="1997"/>
                    <a:pt x="305" y="1620"/>
                    <a:pt x="305" y="1152"/>
                  </a:cubicBezTo>
                  <a:cubicBezTo>
                    <a:pt x="305" y="687"/>
                    <a:pt x="687" y="309"/>
                    <a:pt x="1150" y="309"/>
                  </a:cubicBezTo>
                  <a:close/>
                  <a:moveTo>
                    <a:pt x="1150" y="0"/>
                  </a:moveTo>
                  <a:cubicBezTo>
                    <a:pt x="514" y="0"/>
                    <a:pt x="1" y="516"/>
                    <a:pt x="1" y="1151"/>
                  </a:cubicBezTo>
                  <a:cubicBezTo>
                    <a:pt x="1" y="1786"/>
                    <a:pt x="517" y="2303"/>
                    <a:pt x="1150" y="2303"/>
                  </a:cubicBezTo>
                  <a:cubicBezTo>
                    <a:pt x="1786" y="2303"/>
                    <a:pt x="2304" y="1786"/>
                    <a:pt x="2304" y="1151"/>
                  </a:cubicBezTo>
                  <a:cubicBezTo>
                    <a:pt x="2304" y="516"/>
                    <a:pt x="1786" y="0"/>
                    <a:pt x="1150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200" lIns="91425" spcFirstLastPara="1" rIns="91425" wrap="square" tIns="70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00" name="Google Shape;700;p9"/>
            <p:cNvSpPr/>
            <p:nvPr/>
          </p:nvSpPr>
          <p:spPr>
            <a:xfrm>
              <a:off x="1464120" y="4089600"/>
              <a:ext cx="140760" cy="140400"/>
            </a:xfrm>
            <a:custGeom>
              <a:rect b="b" l="l" r="r" t="t"/>
              <a:pathLst>
                <a:path extrusionOk="0" h="2303" w="2308">
                  <a:moveTo>
                    <a:pt x="1154" y="309"/>
                  </a:moveTo>
                  <a:cubicBezTo>
                    <a:pt x="1619" y="309"/>
                    <a:pt x="1998" y="687"/>
                    <a:pt x="1998" y="1152"/>
                  </a:cubicBezTo>
                  <a:cubicBezTo>
                    <a:pt x="1998" y="1620"/>
                    <a:pt x="1619" y="1997"/>
                    <a:pt x="1154" y="1997"/>
                  </a:cubicBezTo>
                  <a:cubicBezTo>
                    <a:pt x="690" y="1997"/>
                    <a:pt x="309" y="1620"/>
                    <a:pt x="309" y="1152"/>
                  </a:cubicBezTo>
                  <a:cubicBezTo>
                    <a:pt x="309" y="687"/>
                    <a:pt x="690" y="309"/>
                    <a:pt x="1154" y="309"/>
                  </a:cubicBezTo>
                  <a:close/>
                  <a:moveTo>
                    <a:pt x="1154" y="0"/>
                  </a:moveTo>
                  <a:cubicBezTo>
                    <a:pt x="518" y="0"/>
                    <a:pt x="0" y="516"/>
                    <a:pt x="0" y="1151"/>
                  </a:cubicBezTo>
                  <a:cubicBezTo>
                    <a:pt x="0" y="1786"/>
                    <a:pt x="520" y="2303"/>
                    <a:pt x="1154" y="2303"/>
                  </a:cubicBezTo>
                  <a:cubicBezTo>
                    <a:pt x="1789" y="2303"/>
                    <a:pt x="2306" y="1786"/>
                    <a:pt x="2307" y="1151"/>
                  </a:cubicBezTo>
                  <a:cubicBezTo>
                    <a:pt x="2307" y="516"/>
                    <a:pt x="1790" y="0"/>
                    <a:pt x="1154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200" lIns="91425" spcFirstLastPara="1" rIns="91425" wrap="square" tIns="70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01" name="Google Shape;701;p9"/>
            <p:cNvSpPr/>
            <p:nvPr/>
          </p:nvSpPr>
          <p:spPr>
            <a:xfrm>
              <a:off x="1464120" y="4566600"/>
              <a:ext cx="140760" cy="140760"/>
            </a:xfrm>
            <a:custGeom>
              <a:rect b="b" l="l" r="r" t="t"/>
              <a:pathLst>
                <a:path extrusionOk="0" h="2308" w="2308">
                  <a:moveTo>
                    <a:pt x="1154" y="309"/>
                  </a:moveTo>
                  <a:cubicBezTo>
                    <a:pt x="1619" y="309"/>
                    <a:pt x="1998" y="688"/>
                    <a:pt x="1998" y="1154"/>
                  </a:cubicBezTo>
                  <a:cubicBezTo>
                    <a:pt x="1998" y="1617"/>
                    <a:pt x="1619" y="1999"/>
                    <a:pt x="1154" y="1999"/>
                  </a:cubicBezTo>
                  <a:cubicBezTo>
                    <a:pt x="690" y="1999"/>
                    <a:pt x="309" y="1617"/>
                    <a:pt x="309" y="1154"/>
                  </a:cubicBezTo>
                  <a:cubicBezTo>
                    <a:pt x="309" y="688"/>
                    <a:pt x="690" y="309"/>
                    <a:pt x="1154" y="309"/>
                  </a:cubicBezTo>
                  <a:close/>
                  <a:moveTo>
                    <a:pt x="1154" y="0"/>
                  </a:moveTo>
                  <a:cubicBezTo>
                    <a:pt x="518" y="0"/>
                    <a:pt x="0" y="518"/>
                    <a:pt x="0" y="1154"/>
                  </a:cubicBezTo>
                  <a:cubicBezTo>
                    <a:pt x="0" y="1790"/>
                    <a:pt x="520" y="2308"/>
                    <a:pt x="1154" y="2308"/>
                  </a:cubicBezTo>
                  <a:cubicBezTo>
                    <a:pt x="1789" y="2308"/>
                    <a:pt x="2307" y="1790"/>
                    <a:pt x="2307" y="1154"/>
                  </a:cubicBezTo>
                  <a:cubicBezTo>
                    <a:pt x="2307" y="518"/>
                    <a:pt x="1790" y="0"/>
                    <a:pt x="1154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550" lIns="91425" spcFirstLastPara="1" rIns="91425" wrap="square" tIns="705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02" name="Google Shape;702;p9"/>
            <p:cNvSpPr/>
            <p:nvPr/>
          </p:nvSpPr>
          <p:spPr>
            <a:xfrm>
              <a:off x="997920" y="3974760"/>
              <a:ext cx="122760" cy="13680"/>
            </a:xfrm>
            <a:custGeom>
              <a:rect b="b" l="l" r="r" t="t"/>
              <a:pathLst>
                <a:path extrusionOk="0" h="231" w="2015">
                  <a:moveTo>
                    <a:pt x="1" y="1"/>
                  </a:moveTo>
                  <a:lnTo>
                    <a:pt x="1" y="230"/>
                  </a:lnTo>
                  <a:lnTo>
                    <a:pt x="2014" y="230"/>
                  </a:lnTo>
                  <a:lnTo>
                    <a:pt x="2014" y="1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25" lIns="91425" spcFirstLastPara="1" rIns="91425" wrap="square" tIns="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03" name="Google Shape;703;p9"/>
            <p:cNvSpPr/>
            <p:nvPr/>
          </p:nvSpPr>
          <p:spPr>
            <a:xfrm>
              <a:off x="1196640" y="3811320"/>
              <a:ext cx="66600" cy="127440"/>
            </a:xfrm>
            <a:custGeom>
              <a:rect b="b" l="l" r="r" t="t"/>
              <a:pathLst>
                <a:path extrusionOk="0" h="2091" w="1096">
                  <a:moveTo>
                    <a:pt x="885" y="1"/>
                  </a:moveTo>
                  <a:lnTo>
                    <a:pt x="0" y="1997"/>
                  </a:lnTo>
                  <a:lnTo>
                    <a:pt x="210" y="2091"/>
                  </a:lnTo>
                  <a:lnTo>
                    <a:pt x="1096" y="94"/>
                  </a:lnTo>
                  <a:lnTo>
                    <a:pt x="885" y="1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3700" lIns="91425" spcFirstLastPara="1" rIns="91425" wrap="square" tIns="63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04" name="Google Shape;704;p9"/>
            <p:cNvSpPr/>
            <p:nvPr/>
          </p:nvSpPr>
          <p:spPr>
            <a:xfrm>
              <a:off x="1185480" y="4025520"/>
              <a:ext cx="53640" cy="83880"/>
            </a:xfrm>
            <a:custGeom>
              <a:rect b="b" l="l" r="r" t="t"/>
              <a:pathLst>
                <a:path extrusionOk="0" h="1377" w="884">
                  <a:moveTo>
                    <a:pt x="203" y="0"/>
                  </a:moveTo>
                  <a:lnTo>
                    <a:pt x="0" y="109"/>
                  </a:lnTo>
                  <a:lnTo>
                    <a:pt x="680" y="1376"/>
                  </a:lnTo>
                  <a:lnTo>
                    <a:pt x="883" y="1267"/>
                  </a:lnTo>
                  <a:lnTo>
                    <a:pt x="203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2100" lIns="91425" spcFirstLastPara="1" rIns="91425" wrap="square" tIns="42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05" name="Google Shape;705;p9"/>
            <p:cNvSpPr/>
            <p:nvPr/>
          </p:nvSpPr>
          <p:spPr>
            <a:xfrm>
              <a:off x="1318680" y="4152960"/>
              <a:ext cx="161280" cy="13680"/>
            </a:xfrm>
            <a:custGeom>
              <a:rect b="b" l="l" r="r" t="t"/>
              <a:pathLst>
                <a:path extrusionOk="0" h="232" w="2648">
                  <a:moveTo>
                    <a:pt x="0" y="0"/>
                  </a:moveTo>
                  <a:lnTo>
                    <a:pt x="0" y="231"/>
                  </a:lnTo>
                  <a:lnTo>
                    <a:pt x="2647" y="231"/>
                  </a:lnTo>
                  <a:lnTo>
                    <a:pt x="2647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25" lIns="91425" spcFirstLastPara="1" rIns="91425" wrap="square" tIns="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06" name="Google Shape;706;p9"/>
            <p:cNvSpPr/>
            <p:nvPr/>
          </p:nvSpPr>
          <p:spPr>
            <a:xfrm>
              <a:off x="978120" y="4393080"/>
              <a:ext cx="82440" cy="13680"/>
            </a:xfrm>
            <a:custGeom>
              <a:rect b="b" l="l" r="r" t="t"/>
              <a:pathLst>
                <a:path extrusionOk="0" h="232" w="1356">
                  <a:moveTo>
                    <a:pt x="1" y="1"/>
                  </a:moveTo>
                  <a:lnTo>
                    <a:pt x="1" y="232"/>
                  </a:lnTo>
                  <a:lnTo>
                    <a:pt x="1356" y="232"/>
                  </a:lnTo>
                  <a:lnTo>
                    <a:pt x="1356" y="1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25" lIns="91425" spcFirstLastPara="1" rIns="91425" wrap="square" tIns="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07" name="Google Shape;707;p9"/>
            <p:cNvSpPr/>
            <p:nvPr/>
          </p:nvSpPr>
          <p:spPr>
            <a:xfrm>
              <a:off x="1143720" y="4215240"/>
              <a:ext cx="90000" cy="134280"/>
            </a:xfrm>
            <a:custGeom>
              <a:rect b="b" l="l" r="r" t="t"/>
              <a:pathLst>
                <a:path extrusionOk="0" h="2206" w="1481">
                  <a:moveTo>
                    <a:pt x="1285" y="1"/>
                  </a:moveTo>
                  <a:lnTo>
                    <a:pt x="1" y="2085"/>
                  </a:lnTo>
                  <a:lnTo>
                    <a:pt x="196" y="2206"/>
                  </a:lnTo>
                  <a:lnTo>
                    <a:pt x="1480" y="121"/>
                  </a:lnTo>
                  <a:lnTo>
                    <a:pt x="1285" y="1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7300" lIns="91425" spcFirstLastPara="1" rIns="91425" wrap="square" tIns="67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08" name="Google Shape;708;p9"/>
            <p:cNvSpPr/>
            <p:nvPr/>
          </p:nvSpPr>
          <p:spPr>
            <a:xfrm>
              <a:off x="1146600" y="4459680"/>
              <a:ext cx="89280" cy="127440"/>
            </a:xfrm>
            <a:custGeom>
              <a:rect b="b" l="l" r="r" t="t"/>
              <a:pathLst>
                <a:path extrusionOk="0" h="2091" w="1468">
                  <a:moveTo>
                    <a:pt x="193" y="0"/>
                  </a:moveTo>
                  <a:lnTo>
                    <a:pt x="0" y="126"/>
                  </a:lnTo>
                  <a:lnTo>
                    <a:pt x="1273" y="2091"/>
                  </a:lnTo>
                  <a:lnTo>
                    <a:pt x="1467" y="1966"/>
                  </a:lnTo>
                  <a:lnTo>
                    <a:pt x="193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3700" lIns="91425" spcFirstLastPara="1" rIns="91425" wrap="square" tIns="63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09" name="Google Shape;709;p9"/>
            <p:cNvSpPr/>
            <p:nvPr/>
          </p:nvSpPr>
          <p:spPr>
            <a:xfrm>
              <a:off x="1318680" y="4633200"/>
              <a:ext cx="163800" cy="13680"/>
            </a:xfrm>
            <a:custGeom>
              <a:rect b="b" l="l" r="r" t="t"/>
              <a:pathLst>
                <a:path extrusionOk="0" h="232" w="2686">
                  <a:moveTo>
                    <a:pt x="0" y="1"/>
                  </a:moveTo>
                  <a:lnTo>
                    <a:pt x="0" y="232"/>
                  </a:lnTo>
                  <a:lnTo>
                    <a:pt x="2685" y="232"/>
                  </a:lnTo>
                  <a:lnTo>
                    <a:pt x="2685" y="1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25" lIns="91425" spcFirstLastPara="1" rIns="91425" wrap="square" tIns="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10" name="Google Shape;710;p9"/>
            <p:cNvSpPr/>
            <p:nvPr/>
          </p:nvSpPr>
          <p:spPr>
            <a:xfrm>
              <a:off x="1169640" y="4687200"/>
              <a:ext cx="63720" cy="77760"/>
            </a:xfrm>
            <a:custGeom>
              <a:rect b="b" l="l" r="r" t="t"/>
              <a:pathLst>
                <a:path extrusionOk="0" h="1277" w="1049">
                  <a:moveTo>
                    <a:pt x="865" y="1"/>
                  </a:moveTo>
                  <a:lnTo>
                    <a:pt x="1" y="1137"/>
                  </a:lnTo>
                  <a:lnTo>
                    <a:pt x="184" y="1276"/>
                  </a:lnTo>
                  <a:lnTo>
                    <a:pt x="1048" y="141"/>
                  </a:lnTo>
                  <a:lnTo>
                    <a:pt x="865" y="1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8875" lIns="91425" spcFirstLastPara="1" rIns="91425" wrap="square" tIns="38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11" name="Google Shape;711;p9"/>
            <p:cNvSpPr/>
            <p:nvPr/>
          </p:nvSpPr>
          <p:spPr>
            <a:xfrm>
              <a:off x="997920" y="4797720"/>
              <a:ext cx="111960" cy="13680"/>
            </a:xfrm>
            <a:custGeom>
              <a:rect b="b" l="l" r="r" t="t"/>
              <a:pathLst>
                <a:path extrusionOk="0" h="232" w="1841">
                  <a:moveTo>
                    <a:pt x="1" y="1"/>
                  </a:moveTo>
                  <a:lnTo>
                    <a:pt x="1" y="232"/>
                  </a:lnTo>
                  <a:lnTo>
                    <a:pt x="1840" y="232"/>
                  </a:lnTo>
                  <a:lnTo>
                    <a:pt x="1840" y="1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25" lIns="91425" spcFirstLastPara="1" rIns="91425" wrap="square" tIns="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12" name="Google Shape;712;p9"/>
            <p:cNvSpPr/>
            <p:nvPr/>
          </p:nvSpPr>
          <p:spPr>
            <a:xfrm>
              <a:off x="1168560" y="4846680"/>
              <a:ext cx="49680" cy="106200"/>
            </a:xfrm>
            <a:custGeom>
              <a:rect b="b" l="l" r="r" t="t"/>
              <a:pathLst>
                <a:path extrusionOk="0" h="1747" w="818">
                  <a:moveTo>
                    <a:pt x="217" y="1"/>
                  </a:moveTo>
                  <a:lnTo>
                    <a:pt x="0" y="79"/>
                  </a:lnTo>
                  <a:lnTo>
                    <a:pt x="601" y="1747"/>
                  </a:lnTo>
                  <a:lnTo>
                    <a:pt x="818" y="1669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275" lIns="91425" spcFirstLastPara="1" rIns="91425" wrap="square" tIns="53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13" name="Google Shape;713;p9"/>
            <p:cNvSpPr/>
            <p:nvPr/>
          </p:nvSpPr>
          <p:spPr>
            <a:xfrm>
              <a:off x="1669680" y="4807440"/>
              <a:ext cx="158400" cy="13680"/>
            </a:xfrm>
            <a:custGeom>
              <a:rect b="b" l="l" r="r" t="t"/>
              <a:pathLst>
                <a:path extrusionOk="0" h="230" w="2601">
                  <a:moveTo>
                    <a:pt x="0" y="0"/>
                  </a:moveTo>
                  <a:lnTo>
                    <a:pt x="0" y="230"/>
                  </a:lnTo>
                  <a:lnTo>
                    <a:pt x="2600" y="230"/>
                  </a:lnTo>
                  <a:lnTo>
                    <a:pt x="260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25" lIns="91425" spcFirstLastPara="1" rIns="91425" wrap="square" tIns="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14" name="Google Shape;714;p9"/>
            <p:cNvSpPr/>
            <p:nvPr/>
          </p:nvSpPr>
          <p:spPr>
            <a:xfrm>
              <a:off x="1553760" y="4687920"/>
              <a:ext cx="51480" cy="90000"/>
            </a:xfrm>
            <a:custGeom>
              <a:rect b="b" l="l" r="r" t="t"/>
              <a:pathLst>
                <a:path extrusionOk="0" h="1482" w="847">
                  <a:moveTo>
                    <a:pt x="211" y="0"/>
                  </a:moveTo>
                  <a:lnTo>
                    <a:pt x="1" y="97"/>
                  </a:lnTo>
                  <a:lnTo>
                    <a:pt x="637" y="1481"/>
                  </a:lnTo>
                  <a:lnTo>
                    <a:pt x="847" y="1385"/>
                  </a:lnTo>
                  <a:lnTo>
                    <a:pt x="211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000" lIns="91425" spcFirstLastPara="1" rIns="91425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15" name="Google Shape;715;p9"/>
            <p:cNvSpPr/>
            <p:nvPr/>
          </p:nvSpPr>
          <p:spPr>
            <a:xfrm>
              <a:off x="1554480" y="4453560"/>
              <a:ext cx="91800" cy="133560"/>
            </a:xfrm>
            <a:custGeom>
              <a:rect b="b" l="l" r="r" t="t"/>
              <a:pathLst>
                <a:path extrusionOk="0" h="2192" w="1506">
                  <a:moveTo>
                    <a:pt x="1310" y="0"/>
                  </a:moveTo>
                  <a:lnTo>
                    <a:pt x="0" y="2068"/>
                  </a:lnTo>
                  <a:lnTo>
                    <a:pt x="194" y="2191"/>
                  </a:lnTo>
                  <a:lnTo>
                    <a:pt x="1505" y="124"/>
                  </a:lnTo>
                  <a:lnTo>
                    <a:pt x="131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6950" lIns="91425" spcFirstLastPara="1" rIns="91425" wrap="square" tIns="66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16" name="Google Shape;716;p9"/>
            <p:cNvSpPr/>
            <p:nvPr/>
          </p:nvSpPr>
          <p:spPr>
            <a:xfrm>
              <a:off x="1564200" y="4210920"/>
              <a:ext cx="82440" cy="138240"/>
            </a:xfrm>
            <a:custGeom>
              <a:rect b="b" l="l" r="r" t="t"/>
              <a:pathLst>
                <a:path extrusionOk="0" h="2268" w="1353">
                  <a:moveTo>
                    <a:pt x="203" y="1"/>
                  </a:moveTo>
                  <a:lnTo>
                    <a:pt x="1" y="108"/>
                  </a:lnTo>
                  <a:lnTo>
                    <a:pt x="1148" y="2268"/>
                  </a:lnTo>
                  <a:lnTo>
                    <a:pt x="1352" y="2160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9100" lIns="91425" spcFirstLastPara="1" rIns="91425" wrap="square" tIns="69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17" name="Google Shape;717;p9"/>
            <p:cNvSpPr/>
            <p:nvPr/>
          </p:nvSpPr>
          <p:spPr>
            <a:xfrm>
              <a:off x="1564920" y="4024440"/>
              <a:ext cx="66600" cy="85320"/>
            </a:xfrm>
            <a:custGeom>
              <a:rect b="b" l="l" r="r" t="t"/>
              <a:pathLst>
                <a:path extrusionOk="0" h="1401" w="1095">
                  <a:moveTo>
                    <a:pt x="907" y="1"/>
                  </a:moveTo>
                  <a:lnTo>
                    <a:pt x="0" y="1268"/>
                  </a:lnTo>
                  <a:lnTo>
                    <a:pt x="189" y="1401"/>
                  </a:lnTo>
                  <a:lnTo>
                    <a:pt x="1094" y="135"/>
                  </a:lnTo>
                  <a:lnTo>
                    <a:pt x="907" y="1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2825" lIns="91425" spcFirstLastPara="1" rIns="91425" wrap="square" tIns="42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18" name="Google Shape;718;p9"/>
            <p:cNvSpPr/>
            <p:nvPr/>
          </p:nvSpPr>
          <p:spPr>
            <a:xfrm>
              <a:off x="1731960" y="4393080"/>
              <a:ext cx="78840" cy="13680"/>
            </a:xfrm>
            <a:custGeom>
              <a:rect b="b" l="l" r="r" t="t"/>
              <a:pathLst>
                <a:path extrusionOk="0" h="232" w="1299">
                  <a:moveTo>
                    <a:pt x="1" y="1"/>
                  </a:moveTo>
                  <a:lnTo>
                    <a:pt x="1" y="232"/>
                  </a:lnTo>
                  <a:lnTo>
                    <a:pt x="1299" y="232"/>
                  </a:lnTo>
                  <a:lnTo>
                    <a:pt x="1299" y="1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25" lIns="91425" spcFirstLastPara="1" rIns="91425" wrap="square" tIns="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19" name="Google Shape;719;p9"/>
            <p:cNvSpPr/>
            <p:nvPr/>
          </p:nvSpPr>
          <p:spPr>
            <a:xfrm>
              <a:off x="1897920" y="4226760"/>
              <a:ext cx="74160" cy="122040"/>
            </a:xfrm>
            <a:custGeom>
              <a:rect b="b" l="l" r="r" t="t"/>
              <a:pathLst>
                <a:path extrusionOk="0" h="2002" w="1220">
                  <a:moveTo>
                    <a:pt x="1016" y="0"/>
                  </a:moveTo>
                  <a:lnTo>
                    <a:pt x="0" y="1894"/>
                  </a:lnTo>
                  <a:lnTo>
                    <a:pt x="203" y="2001"/>
                  </a:lnTo>
                  <a:lnTo>
                    <a:pt x="1219" y="108"/>
                  </a:lnTo>
                  <a:lnTo>
                    <a:pt x="1016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1200" lIns="91425" spcFirstLastPara="1" rIns="91425" wrap="square" tIns="6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20" name="Google Shape;720;p9"/>
            <p:cNvSpPr/>
            <p:nvPr/>
          </p:nvSpPr>
          <p:spPr>
            <a:xfrm>
              <a:off x="1898280" y="4450320"/>
              <a:ext cx="80280" cy="119880"/>
            </a:xfrm>
            <a:custGeom>
              <a:rect b="b" l="l" r="r" t="t"/>
              <a:pathLst>
                <a:path extrusionOk="0" h="1966" w="1319">
                  <a:moveTo>
                    <a:pt x="197" y="0"/>
                  </a:moveTo>
                  <a:lnTo>
                    <a:pt x="0" y="120"/>
                  </a:lnTo>
                  <a:lnTo>
                    <a:pt x="1121" y="1966"/>
                  </a:lnTo>
                  <a:lnTo>
                    <a:pt x="1318" y="1847"/>
                  </a:lnTo>
                  <a:lnTo>
                    <a:pt x="197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0100" lIns="91425" spcFirstLastPara="1" rIns="91425" wrap="square" tIns="60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721" name="Google Shape;721;p9"/>
          <p:cNvGrpSpPr/>
          <p:nvPr/>
        </p:nvGrpSpPr>
        <p:grpSpPr>
          <a:xfrm>
            <a:off x="4808520" y="43200"/>
            <a:ext cx="709920" cy="716400"/>
            <a:chOff x="4808520" y="43200"/>
            <a:chExt cx="709920" cy="716400"/>
          </a:xfrm>
        </p:grpSpPr>
        <p:sp>
          <p:nvSpPr>
            <p:cNvPr id="722" name="Google Shape;722;p9"/>
            <p:cNvSpPr/>
            <p:nvPr/>
          </p:nvSpPr>
          <p:spPr>
            <a:xfrm>
              <a:off x="4903200" y="534960"/>
              <a:ext cx="113760" cy="128520"/>
            </a:xfrm>
            <a:custGeom>
              <a:rect b="b" l="l" r="r" t="t"/>
              <a:pathLst>
                <a:path extrusionOk="0" h="2110" w="1871">
                  <a:moveTo>
                    <a:pt x="832" y="0"/>
                  </a:moveTo>
                  <a:cubicBezTo>
                    <a:pt x="821" y="0"/>
                    <a:pt x="810" y="2"/>
                    <a:pt x="798" y="5"/>
                  </a:cubicBezTo>
                  <a:cubicBezTo>
                    <a:pt x="526" y="83"/>
                    <a:pt x="325" y="361"/>
                    <a:pt x="190" y="594"/>
                  </a:cubicBezTo>
                  <a:cubicBezTo>
                    <a:pt x="54" y="830"/>
                    <a:pt x="0" y="1097"/>
                    <a:pt x="50" y="1367"/>
                  </a:cubicBezTo>
                  <a:cubicBezTo>
                    <a:pt x="97" y="1617"/>
                    <a:pt x="238" y="1856"/>
                    <a:pt x="452" y="1998"/>
                  </a:cubicBezTo>
                  <a:cubicBezTo>
                    <a:pt x="569" y="2075"/>
                    <a:pt x="700" y="2110"/>
                    <a:pt x="831" y="2110"/>
                  </a:cubicBezTo>
                  <a:cubicBezTo>
                    <a:pt x="952" y="2110"/>
                    <a:pt x="1074" y="2080"/>
                    <a:pt x="1188" y="2025"/>
                  </a:cubicBezTo>
                  <a:cubicBezTo>
                    <a:pt x="1514" y="1868"/>
                    <a:pt x="1808" y="1517"/>
                    <a:pt x="1862" y="1156"/>
                  </a:cubicBezTo>
                  <a:cubicBezTo>
                    <a:pt x="1871" y="1095"/>
                    <a:pt x="1847" y="1033"/>
                    <a:pt x="1783" y="1014"/>
                  </a:cubicBezTo>
                  <a:cubicBezTo>
                    <a:pt x="1774" y="1012"/>
                    <a:pt x="1765" y="1011"/>
                    <a:pt x="1755" y="1011"/>
                  </a:cubicBezTo>
                  <a:cubicBezTo>
                    <a:pt x="1705" y="1011"/>
                    <a:pt x="1648" y="1044"/>
                    <a:pt x="1641" y="1095"/>
                  </a:cubicBezTo>
                  <a:cubicBezTo>
                    <a:pt x="1600" y="1372"/>
                    <a:pt x="1407" y="1612"/>
                    <a:pt x="1178" y="1764"/>
                  </a:cubicBezTo>
                  <a:cubicBezTo>
                    <a:pt x="1073" y="1834"/>
                    <a:pt x="952" y="1880"/>
                    <a:pt x="831" y="1880"/>
                  </a:cubicBezTo>
                  <a:cubicBezTo>
                    <a:pt x="758" y="1880"/>
                    <a:pt x="686" y="1864"/>
                    <a:pt x="617" y="1826"/>
                  </a:cubicBezTo>
                  <a:cubicBezTo>
                    <a:pt x="250" y="1629"/>
                    <a:pt x="179" y="1116"/>
                    <a:pt x="356" y="771"/>
                  </a:cubicBezTo>
                  <a:cubicBezTo>
                    <a:pt x="415" y="659"/>
                    <a:pt x="486" y="551"/>
                    <a:pt x="567" y="455"/>
                  </a:cubicBezTo>
                  <a:cubicBezTo>
                    <a:pt x="645" y="363"/>
                    <a:pt x="741" y="261"/>
                    <a:pt x="862" y="226"/>
                  </a:cubicBezTo>
                  <a:cubicBezTo>
                    <a:pt x="989" y="191"/>
                    <a:pt x="950" y="0"/>
                    <a:pt x="832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4425" lIns="91425" spcFirstLastPara="1" rIns="91425" wrap="square" tIns="64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23" name="Google Shape;723;p9"/>
            <p:cNvSpPr/>
            <p:nvPr/>
          </p:nvSpPr>
          <p:spPr>
            <a:xfrm>
              <a:off x="5002560" y="598320"/>
              <a:ext cx="96840" cy="59400"/>
            </a:xfrm>
            <a:custGeom>
              <a:rect b="b" l="l" r="r" t="t"/>
              <a:pathLst>
                <a:path extrusionOk="0" h="978" w="1590">
                  <a:moveTo>
                    <a:pt x="127" y="0"/>
                  </a:moveTo>
                  <a:cubicBezTo>
                    <a:pt x="88" y="0"/>
                    <a:pt x="52" y="17"/>
                    <a:pt x="29" y="54"/>
                  </a:cubicBezTo>
                  <a:cubicBezTo>
                    <a:pt x="1" y="104"/>
                    <a:pt x="14" y="186"/>
                    <a:pt x="70" y="211"/>
                  </a:cubicBezTo>
                  <a:cubicBezTo>
                    <a:pt x="206" y="272"/>
                    <a:pt x="290" y="414"/>
                    <a:pt x="396" y="510"/>
                  </a:cubicBezTo>
                  <a:cubicBezTo>
                    <a:pt x="488" y="595"/>
                    <a:pt x="602" y="659"/>
                    <a:pt x="709" y="723"/>
                  </a:cubicBezTo>
                  <a:cubicBezTo>
                    <a:pt x="830" y="797"/>
                    <a:pt x="955" y="862"/>
                    <a:pt x="1085" y="914"/>
                  </a:cubicBezTo>
                  <a:cubicBezTo>
                    <a:pt x="1172" y="949"/>
                    <a:pt x="1266" y="978"/>
                    <a:pt x="1361" y="978"/>
                  </a:cubicBezTo>
                  <a:cubicBezTo>
                    <a:pt x="1392" y="978"/>
                    <a:pt x="1423" y="975"/>
                    <a:pt x="1453" y="968"/>
                  </a:cubicBezTo>
                  <a:cubicBezTo>
                    <a:pt x="1589" y="938"/>
                    <a:pt x="1545" y="744"/>
                    <a:pt x="1420" y="744"/>
                  </a:cubicBezTo>
                  <a:cubicBezTo>
                    <a:pt x="1411" y="744"/>
                    <a:pt x="1401" y="745"/>
                    <a:pt x="1391" y="747"/>
                  </a:cubicBezTo>
                  <a:cubicBezTo>
                    <a:pt x="1389" y="747"/>
                    <a:pt x="1387" y="748"/>
                    <a:pt x="1386" y="748"/>
                  </a:cubicBezTo>
                  <a:lnTo>
                    <a:pt x="1386" y="748"/>
                  </a:lnTo>
                  <a:cubicBezTo>
                    <a:pt x="1386" y="748"/>
                    <a:pt x="1385" y="748"/>
                    <a:pt x="1385" y="748"/>
                  </a:cubicBezTo>
                  <a:cubicBezTo>
                    <a:pt x="1383" y="748"/>
                    <a:pt x="1380" y="748"/>
                    <a:pt x="1377" y="748"/>
                  </a:cubicBezTo>
                  <a:lnTo>
                    <a:pt x="1340" y="748"/>
                  </a:lnTo>
                  <a:cubicBezTo>
                    <a:pt x="1326" y="748"/>
                    <a:pt x="1310" y="745"/>
                    <a:pt x="1285" y="740"/>
                  </a:cubicBezTo>
                  <a:cubicBezTo>
                    <a:pt x="1232" y="727"/>
                    <a:pt x="1178" y="707"/>
                    <a:pt x="1127" y="686"/>
                  </a:cubicBezTo>
                  <a:cubicBezTo>
                    <a:pt x="1008" y="635"/>
                    <a:pt x="895" y="570"/>
                    <a:pt x="786" y="502"/>
                  </a:cubicBezTo>
                  <a:cubicBezTo>
                    <a:pt x="688" y="442"/>
                    <a:pt x="593" y="386"/>
                    <a:pt x="512" y="302"/>
                  </a:cubicBezTo>
                  <a:cubicBezTo>
                    <a:pt x="413" y="200"/>
                    <a:pt x="321" y="74"/>
                    <a:pt x="187" y="13"/>
                  </a:cubicBezTo>
                  <a:cubicBezTo>
                    <a:pt x="167" y="5"/>
                    <a:pt x="147" y="0"/>
                    <a:pt x="127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9875" lIns="91425" spcFirstLastPara="1" rIns="91425" wrap="square" tIns="29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24" name="Google Shape;724;p9"/>
            <p:cNvSpPr/>
            <p:nvPr/>
          </p:nvSpPr>
          <p:spPr>
            <a:xfrm>
              <a:off x="5073480" y="646920"/>
              <a:ext cx="114840" cy="104040"/>
            </a:xfrm>
            <a:custGeom>
              <a:rect b="b" l="l" r="r" t="t"/>
              <a:pathLst>
                <a:path extrusionOk="0" h="1707" w="1884">
                  <a:moveTo>
                    <a:pt x="316" y="0"/>
                  </a:moveTo>
                  <a:cubicBezTo>
                    <a:pt x="282" y="0"/>
                    <a:pt x="249" y="17"/>
                    <a:pt x="229" y="60"/>
                  </a:cubicBezTo>
                  <a:cubicBezTo>
                    <a:pt x="112" y="306"/>
                    <a:pt x="0" y="567"/>
                    <a:pt x="29" y="846"/>
                  </a:cubicBezTo>
                  <a:cubicBezTo>
                    <a:pt x="53" y="1087"/>
                    <a:pt x="155" y="1362"/>
                    <a:pt x="334" y="1532"/>
                  </a:cubicBezTo>
                  <a:cubicBezTo>
                    <a:pt x="481" y="1672"/>
                    <a:pt x="686" y="1707"/>
                    <a:pt x="885" y="1707"/>
                  </a:cubicBezTo>
                  <a:cubicBezTo>
                    <a:pt x="924" y="1707"/>
                    <a:pt x="962" y="1706"/>
                    <a:pt x="1000" y="1703"/>
                  </a:cubicBezTo>
                  <a:cubicBezTo>
                    <a:pt x="1126" y="1696"/>
                    <a:pt x="1253" y="1675"/>
                    <a:pt x="1368" y="1620"/>
                  </a:cubicBezTo>
                  <a:cubicBezTo>
                    <a:pt x="1469" y="1572"/>
                    <a:pt x="1545" y="1491"/>
                    <a:pt x="1610" y="1402"/>
                  </a:cubicBezTo>
                  <a:cubicBezTo>
                    <a:pt x="1756" y="1203"/>
                    <a:pt x="1884" y="894"/>
                    <a:pt x="1793" y="649"/>
                  </a:cubicBezTo>
                  <a:cubicBezTo>
                    <a:pt x="1773" y="595"/>
                    <a:pt x="1726" y="571"/>
                    <a:pt x="1680" y="571"/>
                  </a:cubicBezTo>
                  <a:cubicBezTo>
                    <a:pt x="1609" y="571"/>
                    <a:pt x="1539" y="627"/>
                    <a:pt x="1572" y="711"/>
                  </a:cubicBezTo>
                  <a:cubicBezTo>
                    <a:pt x="1633" y="876"/>
                    <a:pt x="1547" y="1073"/>
                    <a:pt x="1462" y="1215"/>
                  </a:cubicBezTo>
                  <a:cubicBezTo>
                    <a:pt x="1420" y="1281"/>
                    <a:pt x="1371" y="1351"/>
                    <a:pt x="1304" y="1393"/>
                  </a:cubicBezTo>
                  <a:cubicBezTo>
                    <a:pt x="1232" y="1441"/>
                    <a:pt x="1140" y="1461"/>
                    <a:pt x="1055" y="1470"/>
                  </a:cubicBezTo>
                  <a:cubicBezTo>
                    <a:pt x="1015" y="1473"/>
                    <a:pt x="974" y="1475"/>
                    <a:pt x="933" y="1475"/>
                  </a:cubicBezTo>
                  <a:cubicBezTo>
                    <a:pt x="873" y="1475"/>
                    <a:pt x="813" y="1471"/>
                    <a:pt x="754" y="1465"/>
                  </a:cubicBezTo>
                  <a:cubicBezTo>
                    <a:pt x="674" y="1460"/>
                    <a:pt x="594" y="1443"/>
                    <a:pt x="526" y="1392"/>
                  </a:cubicBezTo>
                  <a:cubicBezTo>
                    <a:pt x="382" y="1280"/>
                    <a:pt x="299" y="1059"/>
                    <a:pt x="268" y="887"/>
                  </a:cubicBezTo>
                  <a:cubicBezTo>
                    <a:pt x="223" y="635"/>
                    <a:pt x="325" y="398"/>
                    <a:pt x="431" y="174"/>
                  </a:cubicBezTo>
                  <a:cubicBezTo>
                    <a:pt x="472" y="84"/>
                    <a:pt x="391" y="0"/>
                    <a:pt x="316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2200" lIns="91425" spcFirstLastPara="1" rIns="91425" wrap="square" tIns="5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25" name="Google Shape;725;p9"/>
            <p:cNvSpPr/>
            <p:nvPr/>
          </p:nvSpPr>
          <p:spPr>
            <a:xfrm>
              <a:off x="5166720" y="675720"/>
              <a:ext cx="109800" cy="24840"/>
            </a:xfrm>
            <a:custGeom>
              <a:rect b="b" l="l" r="r" t="t"/>
              <a:pathLst>
                <a:path extrusionOk="0" h="415" w="1806">
                  <a:moveTo>
                    <a:pt x="160" y="1"/>
                  </a:moveTo>
                  <a:cubicBezTo>
                    <a:pt x="64" y="1"/>
                    <a:pt x="0" y="151"/>
                    <a:pt x="106" y="217"/>
                  </a:cubicBezTo>
                  <a:cubicBezTo>
                    <a:pt x="347" y="369"/>
                    <a:pt x="641" y="414"/>
                    <a:pt x="920" y="414"/>
                  </a:cubicBezTo>
                  <a:cubicBezTo>
                    <a:pt x="924" y="414"/>
                    <a:pt x="929" y="414"/>
                    <a:pt x="933" y="414"/>
                  </a:cubicBezTo>
                  <a:cubicBezTo>
                    <a:pt x="1183" y="413"/>
                    <a:pt x="1484" y="393"/>
                    <a:pt x="1700" y="257"/>
                  </a:cubicBezTo>
                  <a:cubicBezTo>
                    <a:pt x="1806" y="192"/>
                    <a:pt x="1742" y="40"/>
                    <a:pt x="1644" y="40"/>
                  </a:cubicBezTo>
                  <a:cubicBezTo>
                    <a:pt x="1625" y="40"/>
                    <a:pt x="1604" y="45"/>
                    <a:pt x="1584" y="59"/>
                  </a:cubicBezTo>
                  <a:cubicBezTo>
                    <a:pt x="1401" y="173"/>
                    <a:pt x="1140" y="183"/>
                    <a:pt x="932" y="186"/>
                  </a:cubicBezTo>
                  <a:cubicBezTo>
                    <a:pt x="927" y="186"/>
                    <a:pt x="922" y="186"/>
                    <a:pt x="917" y="186"/>
                  </a:cubicBezTo>
                  <a:cubicBezTo>
                    <a:pt x="677" y="186"/>
                    <a:pt x="427" y="151"/>
                    <a:pt x="220" y="20"/>
                  </a:cubicBezTo>
                  <a:cubicBezTo>
                    <a:pt x="200" y="7"/>
                    <a:pt x="179" y="1"/>
                    <a:pt x="160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600" lIns="91425" spcFirstLastPara="1" rIns="91425" wrap="square" tIns="12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26" name="Google Shape;726;p9"/>
            <p:cNvSpPr/>
            <p:nvPr/>
          </p:nvSpPr>
          <p:spPr>
            <a:xfrm>
              <a:off x="5265720" y="648360"/>
              <a:ext cx="106200" cy="111240"/>
            </a:xfrm>
            <a:custGeom>
              <a:rect b="b" l="l" r="r" t="t"/>
              <a:pathLst>
                <a:path extrusionOk="0" h="1830" w="1745">
                  <a:moveTo>
                    <a:pt x="1087" y="1"/>
                  </a:moveTo>
                  <a:cubicBezTo>
                    <a:pt x="1060" y="1"/>
                    <a:pt x="1033" y="11"/>
                    <a:pt x="1009" y="33"/>
                  </a:cubicBezTo>
                  <a:cubicBezTo>
                    <a:pt x="970" y="71"/>
                    <a:pt x="963" y="156"/>
                    <a:pt x="1009" y="196"/>
                  </a:cubicBezTo>
                  <a:cubicBezTo>
                    <a:pt x="1191" y="339"/>
                    <a:pt x="1325" y="546"/>
                    <a:pt x="1413" y="759"/>
                  </a:cubicBezTo>
                  <a:cubicBezTo>
                    <a:pt x="1498" y="963"/>
                    <a:pt x="1518" y="1231"/>
                    <a:pt x="1377" y="1415"/>
                  </a:cubicBezTo>
                  <a:cubicBezTo>
                    <a:pt x="1285" y="1533"/>
                    <a:pt x="1145" y="1601"/>
                    <a:pt x="1000" y="1601"/>
                  </a:cubicBezTo>
                  <a:cubicBezTo>
                    <a:pt x="960" y="1601"/>
                    <a:pt x="919" y="1596"/>
                    <a:pt x="879" y="1585"/>
                  </a:cubicBezTo>
                  <a:cubicBezTo>
                    <a:pt x="686" y="1534"/>
                    <a:pt x="528" y="1385"/>
                    <a:pt x="427" y="1216"/>
                  </a:cubicBezTo>
                  <a:cubicBezTo>
                    <a:pt x="308" y="1020"/>
                    <a:pt x="254" y="790"/>
                    <a:pt x="237" y="563"/>
                  </a:cubicBezTo>
                  <a:cubicBezTo>
                    <a:pt x="231" y="487"/>
                    <a:pt x="170" y="449"/>
                    <a:pt x="112" y="449"/>
                  </a:cubicBezTo>
                  <a:cubicBezTo>
                    <a:pt x="55" y="449"/>
                    <a:pt x="1" y="486"/>
                    <a:pt x="6" y="560"/>
                  </a:cubicBezTo>
                  <a:cubicBezTo>
                    <a:pt x="42" y="1059"/>
                    <a:pt x="261" y="1622"/>
                    <a:pt x="774" y="1793"/>
                  </a:cubicBezTo>
                  <a:cubicBezTo>
                    <a:pt x="848" y="1818"/>
                    <a:pt x="924" y="1830"/>
                    <a:pt x="999" y="1830"/>
                  </a:cubicBezTo>
                  <a:cubicBezTo>
                    <a:pt x="1174" y="1830"/>
                    <a:pt x="1345" y="1765"/>
                    <a:pt x="1476" y="1643"/>
                  </a:cubicBezTo>
                  <a:cubicBezTo>
                    <a:pt x="1694" y="1443"/>
                    <a:pt x="1745" y="1131"/>
                    <a:pt x="1683" y="851"/>
                  </a:cubicBezTo>
                  <a:cubicBezTo>
                    <a:pt x="1647" y="695"/>
                    <a:pt x="1573" y="550"/>
                    <a:pt x="1491" y="414"/>
                  </a:cubicBezTo>
                  <a:cubicBezTo>
                    <a:pt x="1406" y="270"/>
                    <a:pt x="1303" y="138"/>
                    <a:pt x="1172" y="33"/>
                  </a:cubicBezTo>
                  <a:cubicBezTo>
                    <a:pt x="1147" y="13"/>
                    <a:pt x="1117" y="1"/>
                    <a:pt x="1087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5800" lIns="91425" spcFirstLastPara="1" rIns="91425" wrap="square" tIns="55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27" name="Google Shape;727;p9"/>
            <p:cNvSpPr/>
            <p:nvPr/>
          </p:nvSpPr>
          <p:spPr>
            <a:xfrm>
              <a:off x="5319360" y="585360"/>
              <a:ext cx="92880" cy="75240"/>
            </a:xfrm>
            <a:custGeom>
              <a:rect b="b" l="l" r="r" t="t"/>
              <a:pathLst>
                <a:path extrusionOk="0" h="1237" w="1529">
                  <a:moveTo>
                    <a:pt x="1369" y="1"/>
                  </a:moveTo>
                  <a:cubicBezTo>
                    <a:pt x="1334" y="1"/>
                    <a:pt x="1300" y="17"/>
                    <a:pt x="1276" y="56"/>
                  </a:cubicBezTo>
                  <a:cubicBezTo>
                    <a:pt x="1142" y="280"/>
                    <a:pt x="1037" y="536"/>
                    <a:pt x="840" y="713"/>
                  </a:cubicBezTo>
                  <a:cubicBezTo>
                    <a:pt x="739" y="804"/>
                    <a:pt x="608" y="868"/>
                    <a:pt x="480" y="912"/>
                  </a:cubicBezTo>
                  <a:cubicBezTo>
                    <a:pt x="416" y="933"/>
                    <a:pt x="355" y="950"/>
                    <a:pt x="287" y="958"/>
                  </a:cubicBezTo>
                  <a:cubicBezTo>
                    <a:pt x="211" y="967"/>
                    <a:pt x="144" y="987"/>
                    <a:pt x="88" y="1041"/>
                  </a:cubicBezTo>
                  <a:cubicBezTo>
                    <a:pt x="1" y="1121"/>
                    <a:pt x="79" y="1237"/>
                    <a:pt x="170" y="1237"/>
                  </a:cubicBezTo>
                  <a:cubicBezTo>
                    <a:pt x="196" y="1237"/>
                    <a:pt x="223" y="1227"/>
                    <a:pt x="248" y="1204"/>
                  </a:cubicBezTo>
                  <a:cubicBezTo>
                    <a:pt x="280" y="1172"/>
                    <a:pt x="358" y="1182"/>
                    <a:pt x="401" y="1174"/>
                  </a:cubicBezTo>
                  <a:cubicBezTo>
                    <a:pt x="476" y="1157"/>
                    <a:pt x="548" y="1133"/>
                    <a:pt x="619" y="1104"/>
                  </a:cubicBezTo>
                  <a:cubicBezTo>
                    <a:pt x="762" y="1046"/>
                    <a:pt x="901" y="973"/>
                    <a:pt x="1016" y="864"/>
                  </a:cubicBezTo>
                  <a:cubicBezTo>
                    <a:pt x="1220" y="672"/>
                    <a:pt x="1333" y="409"/>
                    <a:pt x="1475" y="173"/>
                  </a:cubicBezTo>
                  <a:cubicBezTo>
                    <a:pt x="1528" y="85"/>
                    <a:pt x="1448" y="1"/>
                    <a:pt x="1369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7800" lIns="91425" spcFirstLastPara="1" rIns="91425" wrap="square" tIns="37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28" name="Google Shape;728;p9"/>
            <p:cNvSpPr/>
            <p:nvPr/>
          </p:nvSpPr>
          <p:spPr>
            <a:xfrm>
              <a:off x="5400000" y="510840"/>
              <a:ext cx="115200" cy="119520"/>
            </a:xfrm>
            <a:custGeom>
              <a:rect b="b" l="l" r="r" t="t"/>
              <a:pathLst>
                <a:path extrusionOk="0" h="1961" w="1891">
                  <a:moveTo>
                    <a:pt x="834" y="0"/>
                  </a:moveTo>
                  <a:cubicBezTo>
                    <a:pt x="688" y="0"/>
                    <a:pt x="689" y="229"/>
                    <a:pt x="837" y="231"/>
                  </a:cubicBezTo>
                  <a:cubicBezTo>
                    <a:pt x="1074" y="234"/>
                    <a:pt x="1302" y="428"/>
                    <a:pt x="1425" y="621"/>
                  </a:cubicBezTo>
                  <a:cubicBezTo>
                    <a:pt x="1526" y="780"/>
                    <a:pt x="1583" y="968"/>
                    <a:pt x="1577" y="1158"/>
                  </a:cubicBezTo>
                  <a:cubicBezTo>
                    <a:pt x="1574" y="1340"/>
                    <a:pt x="1503" y="1518"/>
                    <a:pt x="1354" y="1634"/>
                  </a:cubicBezTo>
                  <a:cubicBezTo>
                    <a:pt x="1267" y="1701"/>
                    <a:pt x="1172" y="1728"/>
                    <a:pt x="1075" y="1728"/>
                  </a:cubicBezTo>
                  <a:cubicBezTo>
                    <a:pt x="980" y="1728"/>
                    <a:pt x="883" y="1702"/>
                    <a:pt x="789" y="1663"/>
                  </a:cubicBezTo>
                  <a:cubicBezTo>
                    <a:pt x="568" y="1571"/>
                    <a:pt x="344" y="1406"/>
                    <a:pt x="242" y="1184"/>
                  </a:cubicBezTo>
                  <a:cubicBezTo>
                    <a:pt x="223" y="1143"/>
                    <a:pt x="190" y="1126"/>
                    <a:pt x="156" y="1126"/>
                  </a:cubicBezTo>
                  <a:cubicBezTo>
                    <a:pt x="82" y="1126"/>
                    <a:pt x="1" y="1210"/>
                    <a:pt x="44" y="1303"/>
                  </a:cubicBezTo>
                  <a:cubicBezTo>
                    <a:pt x="157" y="1548"/>
                    <a:pt x="398" y="1736"/>
                    <a:pt x="637" y="1848"/>
                  </a:cubicBezTo>
                  <a:cubicBezTo>
                    <a:pt x="777" y="1914"/>
                    <a:pt x="931" y="1960"/>
                    <a:pt x="1083" y="1960"/>
                  </a:cubicBezTo>
                  <a:cubicBezTo>
                    <a:pt x="1197" y="1960"/>
                    <a:pt x="1309" y="1934"/>
                    <a:pt x="1414" y="1871"/>
                  </a:cubicBezTo>
                  <a:cubicBezTo>
                    <a:pt x="1873" y="1597"/>
                    <a:pt x="1890" y="984"/>
                    <a:pt x="1652" y="556"/>
                  </a:cubicBezTo>
                  <a:cubicBezTo>
                    <a:pt x="1492" y="268"/>
                    <a:pt x="1176" y="7"/>
                    <a:pt x="837" y="0"/>
                  </a:cubicBezTo>
                  <a:cubicBezTo>
                    <a:pt x="836" y="0"/>
                    <a:pt x="835" y="0"/>
                    <a:pt x="834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9750" lIns="91425" spcFirstLastPara="1" rIns="91425" wrap="square" tIns="59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29" name="Google Shape;729;p9"/>
            <p:cNvSpPr/>
            <p:nvPr/>
          </p:nvSpPr>
          <p:spPr>
            <a:xfrm>
              <a:off x="5421600" y="364680"/>
              <a:ext cx="44280" cy="158760"/>
            </a:xfrm>
            <a:custGeom>
              <a:rect b="b" l="l" r="r" t="t"/>
              <a:pathLst>
                <a:path extrusionOk="0" h="2606" w="728">
                  <a:moveTo>
                    <a:pt x="140" y="1"/>
                  </a:moveTo>
                  <a:cubicBezTo>
                    <a:pt x="71" y="1"/>
                    <a:pt x="1" y="58"/>
                    <a:pt x="26" y="145"/>
                  </a:cubicBezTo>
                  <a:cubicBezTo>
                    <a:pt x="128" y="511"/>
                    <a:pt x="291" y="864"/>
                    <a:pt x="353" y="1241"/>
                  </a:cubicBezTo>
                  <a:cubicBezTo>
                    <a:pt x="386" y="1438"/>
                    <a:pt x="401" y="1639"/>
                    <a:pt x="411" y="1840"/>
                  </a:cubicBezTo>
                  <a:cubicBezTo>
                    <a:pt x="422" y="2034"/>
                    <a:pt x="437" y="2250"/>
                    <a:pt x="350" y="2429"/>
                  </a:cubicBezTo>
                  <a:cubicBezTo>
                    <a:pt x="306" y="2522"/>
                    <a:pt x="386" y="2606"/>
                    <a:pt x="462" y="2606"/>
                  </a:cubicBezTo>
                  <a:cubicBezTo>
                    <a:pt x="496" y="2606"/>
                    <a:pt x="529" y="2589"/>
                    <a:pt x="549" y="2547"/>
                  </a:cubicBezTo>
                  <a:cubicBezTo>
                    <a:pt x="727" y="2173"/>
                    <a:pt x="643" y="1693"/>
                    <a:pt x="592" y="1297"/>
                  </a:cubicBezTo>
                  <a:cubicBezTo>
                    <a:pt x="537" y="876"/>
                    <a:pt x="361" y="489"/>
                    <a:pt x="247" y="83"/>
                  </a:cubicBezTo>
                  <a:cubicBezTo>
                    <a:pt x="230" y="25"/>
                    <a:pt x="186" y="1"/>
                    <a:pt x="140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550" lIns="91425" spcFirstLastPara="1" rIns="91425" wrap="square" tIns="795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30" name="Google Shape;730;p9"/>
            <p:cNvSpPr/>
            <p:nvPr/>
          </p:nvSpPr>
          <p:spPr>
            <a:xfrm>
              <a:off x="5402160" y="262440"/>
              <a:ext cx="116280" cy="114840"/>
            </a:xfrm>
            <a:custGeom>
              <a:rect b="b" l="l" r="r" t="t"/>
              <a:pathLst>
                <a:path extrusionOk="0" h="1888" w="1911">
                  <a:moveTo>
                    <a:pt x="1039" y="1"/>
                  </a:moveTo>
                  <a:cubicBezTo>
                    <a:pt x="1014" y="1"/>
                    <a:pt x="989" y="2"/>
                    <a:pt x="963" y="5"/>
                  </a:cubicBezTo>
                  <a:cubicBezTo>
                    <a:pt x="570" y="47"/>
                    <a:pt x="308" y="406"/>
                    <a:pt x="73" y="687"/>
                  </a:cubicBezTo>
                  <a:cubicBezTo>
                    <a:pt x="1" y="773"/>
                    <a:pt x="77" y="888"/>
                    <a:pt x="160" y="888"/>
                  </a:cubicBezTo>
                  <a:cubicBezTo>
                    <a:pt x="185" y="888"/>
                    <a:pt x="212" y="877"/>
                    <a:pt x="235" y="850"/>
                  </a:cubicBezTo>
                  <a:cubicBezTo>
                    <a:pt x="338" y="728"/>
                    <a:pt x="441" y="604"/>
                    <a:pt x="552" y="491"/>
                  </a:cubicBezTo>
                  <a:cubicBezTo>
                    <a:pt x="648" y="395"/>
                    <a:pt x="749" y="297"/>
                    <a:pt x="879" y="254"/>
                  </a:cubicBezTo>
                  <a:cubicBezTo>
                    <a:pt x="928" y="239"/>
                    <a:pt x="977" y="232"/>
                    <a:pt x="1024" y="232"/>
                  </a:cubicBezTo>
                  <a:cubicBezTo>
                    <a:pt x="1168" y="232"/>
                    <a:pt x="1301" y="298"/>
                    <a:pt x="1404" y="410"/>
                  </a:cubicBezTo>
                  <a:cubicBezTo>
                    <a:pt x="1545" y="563"/>
                    <a:pt x="1615" y="789"/>
                    <a:pt x="1586" y="993"/>
                  </a:cubicBezTo>
                  <a:cubicBezTo>
                    <a:pt x="1557" y="1218"/>
                    <a:pt x="1423" y="1395"/>
                    <a:pt x="1224" y="1496"/>
                  </a:cubicBezTo>
                  <a:cubicBezTo>
                    <a:pt x="997" y="1609"/>
                    <a:pt x="731" y="1635"/>
                    <a:pt x="481" y="1654"/>
                  </a:cubicBezTo>
                  <a:cubicBezTo>
                    <a:pt x="341" y="1666"/>
                    <a:pt x="338" y="1887"/>
                    <a:pt x="476" y="1887"/>
                  </a:cubicBezTo>
                  <a:cubicBezTo>
                    <a:pt x="479" y="1887"/>
                    <a:pt x="482" y="1887"/>
                    <a:pt x="485" y="1887"/>
                  </a:cubicBezTo>
                  <a:cubicBezTo>
                    <a:pt x="760" y="1866"/>
                    <a:pt x="1038" y="1834"/>
                    <a:pt x="1292" y="1721"/>
                  </a:cubicBezTo>
                  <a:cubicBezTo>
                    <a:pt x="1551" y="1606"/>
                    <a:pt x="1741" y="1387"/>
                    <a:pt x="1803" y="1105"/>
                  </a:cubicBezTo>
                  <a:cubicBezTo>
                    <a:pt x="1910" y="620"/>
                    <a:pt x="1574" y="1"/>
                    <a:pt x="1039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7600" lIns="91425" spcFirstLastPara="1" rIns="91425" wrap="square" tIns="57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31" name="Google Shape;731;p9"/>
            <p:cNvSpPr/>
            <p:nvPr/>
          </p:nvSpPr>
          <p:spPr>
            <a:xfrm>
              <a:off x="5331960" y="198720"/>
              <a:ext cx="84600" cy="119160"/>
            </a:xfrm>
            <a:custGeom>
              <a:rect b="b" l="l" r="r" t="t"/>
              <a:pathLst>
                <a:path extrusionOk="0" h="1954" w="1391">
                  <a:moveTo>
                    <a:pt x="179" y="1"/>
                  </a:moveTo>
                  <a:cubicBezTo>
                    <a:pt x="72" y="1"/>
                    <a:pt x="1" y="156"/>
                    <a:pt x="115" y="212"/>
                  </a:cubicBezTo>
                  <a:cubicBezTo>
                    <a:pt x="417" y="360"/>
                    <a:pt x="606" y="714"/>
                    <a:pt x="750" y="1002"/>
                  </a:cubicBezTo>
                  <a:cubicBezTo>
                    <a:pt x="818" y="1139"/>
                    <a:pt x="910" y="1264"/>
                    <a:pt x="988" y="1396"/>
                  </a:cubicBezTo>
                  <a:cubicBezTo>
                    <a:pt x="1066" y="1527"/>
                    <a:pt x="1158" y="1679"/>
                    <a:pt x="1137" y="1839"/>
                  </a:cubicBezTo>
                  <a:cubicBezTo>
                    <a:pt x="1129" y="1901"/>
                    <a:pt x="1197" y="1954"/>
                    <a:pt x="1253" y="1954"/>
                  </a:cubicBezTo>
                  <a:cubicBezTo>
                    <a:pt x="1254" y="1954"/>
                    <a:pt x="1255" y="1954"/>
                    <a:pt x="1256" y="1954"/>
                  </a:cubicBezTo>
                  <a:cubicBezTo>
                    <a:pt x="1322" y="1954"/>
                    <a:pt x="1360" y="1901"/>
                    <a:pt x="1368" y="1839"/>
                  </a:cubicBezTo>
                  <a:cubicBezTo>
                    <a:pt x="1391" y="1662"/>
                    <a:pt x="1303" y="1483"/>
                    <a:pt x="1219" y="1335"/>
                  </a:cubicBezTo>
                  <a:cubicBezTo>
                    <a:pt x="1133" y="1182"/>
                    <a:pt x="1027" y="1041"/>
                    <a:pt x="949" y="885"/>
                  </a:cubicBezTo>
                  <a:cubicBezTo>
                    <a:pt x="787" y="564"/>
                    <a:pt x="567" y="180"/>
                    <a:pt x="233" y="14"/>
                  </a:cubicBezTo>
                  <a:cubicBezTo>
                    <a:pt x="215" y="5"/>
                    <a:pt x="197" y="1"/>
                    <a:pt x="179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9750" lIns="91425" spcFirstLastPara="1" rIns="91425" wrap="square" tIns="59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32" name="Google Shape;732;p9"/>
            <p:cNvSpPr/>
            <p:nvPr/>
          </p:nvSpPr>
          <p:spPr>
            <a:xfrm>
              <a:off x="5268240" y="99000"/>
              <a:ext cx="120600" cy="113040"/>
            </a:xfrm>
            <a:custGeom>
              <a:rect b="b" l="l" r="r" t="t"/>
              <a:pathLst>
                <a:path extrusionOk="0" h="1859" w="1980">
                  <a:moveTo>
                    <a:pt x="805" y="1"/>
                  </a:moveTo>
                  <a:cubicBezTo>
                    <a:pt x="682" y="1"/>
                    <a:pt x="562" y="38"/>
                    <a:pt x="453" y="139"/>
                  </a:cubicBezTo>
                  <a:cubicBezTo>
                    <a:pt x="328" y="254"/>
                    <a:pt x="226" y="416"/>
                    <a:pt x="146" y="562"/>
                  </a:cubicBezTo>
                  <a:cubicBezTo>
                    <a:pt x="63" y="716"/>
                    <a:pt x="1" y="886"/>
                    <a:pt x="1" y="1065"/>
                  </a:cubicBezTo>
                  <a:cubicBezTo>
                    <a:pt x="2" y="1139"/>
                    <a:pt x="60" y="1176"/>
                    <a:pt x="117" y="1176"/>
                  </a:cubicBezTo>
                  <a:cubicBezTo>
                    <a:pt x="175" y="1176"/>
                    <a:pt x="232" y="1139"/>
                    <a:pt x="231" y="1065"/>
                  </a:cubicBezTo>
                  <a:cubicBezTo>
                    <a:pt x="229" y="815"/>
                    <a:pt x="386" y="575"/>
                    <a:pt x="538" y="387"/>
                  </a:cubicBezTo>
                  <a:cubicBezTo>
                    <a:pt x="603" y="304"/>
                    <a:pt x="681" y="229"/>
                    <a:pt x="790" y="224"/>
                  </a:cubicBezTo>
                  <a:cubicBezTo>
                    <a:pt x="797" y="224"/>
                    <a:pt x="803" y="224"/>
                    <a:pt x="810" y="224"/>
                  </a:cubicBezTo>
                  <a:cubicBezTo>
                    <a:pt x="908" y="224"/>
                    <a:pt x="1007" y="263"/>
                    <a:pt x="1099" y="297"/>
                  </a:cubicBezTo>
                  <a:cubicBezTo>
                    <a:pt x="1272" y="362"/>
                    <a:pt x="1476" y="420"/>
                    <a:pt x="1604" y="562"/>
                  </a:cubicBezTo>
                  <a:cubicBezTo>
                    <a:pt x="1747" y="723"/>
                    <a:pt x="1653" y="947"/>
                    <a:pt x="1548" y="1105"/>
                  </a:cubicBezTo>
                  <a:cubicBezTo>
                    <a:pt x="1407" y="1319"/>
                    <a:pt x="1206" y="1486"/>
                    <a:pt x="1055" y="1693"/>
                  </a:cubicBezTo>
                  <a:cubicBezTo>
                    <a:pt x="994" y="1777"/>
                    <a:pt x="1074" y="1859"/>
                    <a:pt x="1158" y="1859"/>
                  </a:cubicBezTo>
                  <a:cubicBezTo>
                    <a:pt x="1193" y="1859"/>
                    <a:pt x="1229" y="1844"/>
                    <a:pt x="1255" y="1809"/>
                  </a:cubicBezTo>
                  <a:cubicBezTo>
                    <a:pt x="1412" y="1593"/>
                    <a:pt x="1625" y="1422"/>
                    <a:pt x="1768" y="1192"/>
                  </a:cubicBezTo>
                  <a:cubicBezTo>
                    <a:pt x="1907" y="971"/>
                    <a:pt x="1979" y="679"/>
                    <a:pt x="1811" y="454"/>
                  </a:cubicBezTo>
                  <a:cubicBezTo>
                    <a:pt x="1665" y="257"/>
                    <a:pt x="1424" y="175"/>
                    <a:pt x="1201" y="91"/>
                  </a:cubicBezTo>
                  <a:cubicBezTo>
                    <a:pt x="1069" y="41"/>
                    <a:pt x="935" y="1"/>
                    <a:pt x="805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00" lIns="91425" spcFirstLastPara="1" rIns="91425" wrap="square" tIns="56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33" name="Google Shape;733;p9"/>
            <p:cNvSpPr/>
            <p:nvPr/>
          </p:nvSpPr>
          <p:spPr>
            <a:xfrm>
              <a:off x="5206680" y="128160"/>
              <a:ext cx="73440" cy="45720"/>
            </a:xfrm>
            <a:custGeom>
              <a:rect b="b" l="l" r="r" t="t"/>
              <a:pathLst>
                <a:path extrusionOk="0" h="755" w="1210">
                  <a:moveTo>
                    <a:pt x="132" y="0"/>
                  </a:moveTo>
                  <a:cubicBezTo>
                    <a:pt x="79" y="0"/>
                    <a:pt x="31" y="27"/>
                    <a:pt x="16" y="82"/>
                  </a:cubicBezTo>
                  <a:cubicBezTo>
                    <a:pt x="0" y="137"/>
                    <a:pt x="36" y="214"/>
                    <a:pt x="95" y="223"/>
                  </a:cubicBezTo>
                  <a:cubicBezTo>
                    <a:pt x="277" y="256"/>
                    <a:pt x="458" y="297"/>
                    <a:pt x="620" y="386"/>
                  </a:cubicBezTo>
                  <a:cubicBezTo>
                    <a:pt x="776" y="474"/>
                    <a:pt x="873" y="634"/>
                    <a:pt x="1016" y="738"/>
                  </a:cubicBezTo>
                  <a:cubicBezTo>
                    <a:pt x="1033" y="750"/>
                    <a:pt x="1051" y="755"/>
                    <a:pt x="1070" y="755"/>
                  </a:cubicBezTo>
                  <a:cubicBezTo>
                    <a:pt x="1111" y="755"/>
                    <a:pt x="1153" y="731"/>
                    <a:pt x="1174" y="697"/>
                  </a:cubicBezTo>
                  <a:cubicBezTo>
                    <a:pt x="1209" y="639"/>
                    <a:pt x="1185" y="575"/>
                    <a:pt x="1136" y="539"/>
                  </a:cubicBezTo>
                  <a:cubicBezTo>
                    <a:pt x="1066" y="490"/>
                    <a:pt x="1011" y="425"/>
                    <a:pt x="953" y="364"/>
                  </a:cubicBezTo>
                  <a:cubicBezTo>
                    <a:pt x="883" y="293"/>
                    <a:pt x="811" y="229"/>
                    <a:pt x="723" y="181"/>
                  </a:cubicBezTo>
                  <a:cubicBezTo>
                    <a:pt x="547" y="86"/>
                    <a:pt x="353" y="38"/>
                    <a:pt x="158" y="2"/>
                  </a:cubicBezTo>
                  <a:cubicBezTo>
                    <a:pt x="149" y="1"/>
                    <a:pt x="140" y="0"/>
                    <a:pt x="132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3025" lIns="91425" spcFirstLastPara="1" rIns="91425" wrap="square" tIns="23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34" name="Google Shape;734;p9"/>
            <p:cNvSpPr/>
            <p:nvPr/>
          </p:nvSpPr>
          <p:spPr>
            <a:xfrm>
              <a:off x="5115240" y="43200"/>
              <a:ext cx="117720" cy="96480"/>
            </a:xfrm>
            <a:custGeom>
              <a:rect b="b" l="l" r="r" t="t"/>
              <a:pathLst>
                <a:path extrusionOk="0" h="1587" w="1934">
                  <a:moveTo>
                    <a:pt x="1071" y="0"/>
                  </a:moveTo>
                  <a:cubicBezTo>
                    <a:pt x="954" y="0"/>
                    <a:pt x="836" y="26"/>
                    <a:pt x="729" y="80"/>
                  </a:cubicBezTo>
                  <a:cubicBezTo>
                    <a:pt x="488" y="203"/>
                    <a:pt x="345" y="465"/>
                    <a:pt x="244" y="703"/>
                  </a:cubicBezTo>
                  <a:cubicBezTo>
                    <a:pt x="154" y="920"/>
                    <a:pt x="1" y="1249"/>
                    <a:pt x="241" y="1422"/>
                  </a:cubicBezTo>
                  <a:cubicBezTo>
                    <a:pt x="258" y="1434"/>
                    <a:pt x="277" y="1439"/>
                    <a:pt x="296" y="1439"/>
                  </a:cubicBezTo>
                  <a:cubicBezTo>
                    <a:pt x="337" y="1439"/>
                    <a:pt x="379" y="1415"/>
                    <a:pt x="400" y="1381"/>
                  </a:cubicBezTo>
                  <a:cubicBezTo>
                    <a:pt x="433" y="1323"/>
                    <a:pt x="409" y="1260"/>
                    <a:pt x="359" y="1224"/>
                  </a:cubicBezTo>
                  <a:cubicBezTo>
                    <a:pt x="345" y="1212"/>
                    <a:pt x="345" y="1195"/>
                    <a:pt x="343" y="1174"/>
                  </a:cubicBezTo>
                  <a:cubicBezTo>
                    <a:pt x="341" y="1129"/>
                    <a:pt x="351" y="1089"/>
                    <a:pt x="362" y="1046"/>
                  </a:cubicBezTo>
                  <a:cubicBezTo>
                    <a:pt x="386" y="961"/>
                    <a:pt x="421" y="879"/>
                    <a:pt x="453" y="798"/>
                  </a:cubicBezTo>
                  <a:cubicBezTo>
                    <a:pt x="523" y="621"/>
                    <a:pt x="627" y="419"/>
                    <a:pt x="791" y="311"/>
                  </a:cubicBezTo>
                  <a:cubicBezTo>
                    <a:pt x="875" y="255"/>
                    <a:pt x="972" y="230"/>
                    <a:pt x="1071" y="230"/>
                  </a:cubicBezTo>
                  <a:cubicBezTo>
                    <a:pt x="1375" y="230"/>
                    <a:pt x="1694" y="465"/>
                    <a:pt x="1698" y="779"/>
                  </a:cubicBezTo>
                  <a:cubicBezTo>
                    <a:pt x="1701" y="1008"/>
                    <a:pt x="1586" y="1228"/>
                    <a:pt x="1464" y="1416"/>
                  </a:cubicBezTo>
                  <a:cubicBezTo>
                    <a:pt x="1409" y="1504"/>
                    <a:pt x="1489" y="1586"/>
                    <a:pt x="1570" y="1586"/>
                  </a:cubicBezTo>
                  <a:cubicBezTo>
                    <a:pt x="1605" y="1586"/>
                    <a:pt x="1640" y="1570"/>
                    <a:pt x="1664" y="1532"/>
                  </a:cubicBezTo>
                  <a:cubicBezTo>
                    <a:pt x="1806" y="1316"/>
                    <a:pt x="1928" y="1062"/>
                    <a:pt x="1931" y="796"/>
                  </a:cubicBezTo>
                  <a:cubicBezTo>
                    <a:pt x="1933" y="512"/>
                    <a:pt x="1763" y="270"/>
                    <a:pt x="1524" y="128"/>
                  </a:cubicBezTo>
                  <a:cubicBezTo>
                    <a:pt x="1387" y="46"/>
                    <a:pt x="1229" y="0"/>
                    <a:pt x="1071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8225" lIns="91425" spcFirstLastPara="1" rIns="91425" wrap="square" tIns="48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35" name="Google Shape;735;p9"/>
            <p:cNvSpPr/>
            <p:nvPr/>
          </p:nvSpPr>
          <p:spPr>
            <a:xfrm>
              <a:off x="5090040" y="114840"/>
              <a:ext cx="50400" cy="29160"/>
            </a:xfrm>
            <a:custGeom>
              <a:rect b="b" l="l" r="r" t="t"/>
              <a:pathLst>
                <a:path extrusionOk="0" h="485" w="832">
                  <a:moveTo>
                    <a:pt x="690" y="1"/>
                  </a:moveTo>
                  <a:cubicBezTo>
                    <a:pt x="671" y="1"/>
                    <a:pt x="653" y="6"/>
                    <a:pt x="637" y="18"/>
                  </a:cubicBezTo>
                  <a:cubicBezTo>
                    <a:pt x="545" y="86"/>
                    <a:pt x="449" y="153"/>
                    <a:pt x="347" y="202"/>
                  </a:cubicBezTo>
                  <a:cubicBezTo>
                    <a:pt x="337" y="206"/>
                    <a:pt x="321" y="209"/>
                    <a:pt x="315" y="216"/>
                  </a:cubicBezTo>
                  <a:cubicBezTo>
                    <a:pt x="319" y="213"/>
                    <a:pt x="323" y="211"/>
                    <a:pt x="325" y="211"/>
                  </a:cubicBezTo>
                  <a:cubicBezTo>
                    <a:pt x="326" y="211"/>
                    <a:pt x="325" y="213"/>
                    <a:pt x="315" y="216"/>
                  </a:cubicBezTo>
                  <a:lnTo>
                    <a:pt x="300" y="222"/>
                  </a:lnTo>
                  <a:cubicBezTo>
                    <a:pt x="278" y="229"/>
                    <a:pt x="257" y="236"/>
                    <a:pt x="236" y="242"/>
                  </a:cubicBezTo>
                  <a:cubicBezTo>
                    <a:pt x="226" y="245"/>
                    <a:pt x="213" y="246"/>
                    <a:pt x="202" y="249"/>
                  </a:cubicBezTo>
                  <a:cubicBezTo>
                    <a:pt x="200" y="249"/>
                    <a:pt x="198" y="250"/>
                    <a:pt x="196" y="250"/>
                  </a:cubicBezTo>
                  <a:lnTo>
                    <a:pt x="196" y="250"/>
                  </a:lnTo>
                  <a:cubicBezTo>
                    <a:pt x="195" y="250"/>
                    <a:pt x="194" y="250"/>
                    <a:pt x="191" y="250"/>
                  </a:cubicBezTo>
                  <a:lnTo>
                    <a:pt x="191" y="250"/>
                  </a:lnTo>
                  <a:cubicBezTo>
                    <a:pt x="190" y="250"/>
                    <a:pt x="188" y="250"/>
                    <a:pt x="186" y="250"/>
                  </a:cubicBezTo>
                  <a:cubicBezTo>
                    <a:pt x="186" y="250"/>
                    <a:pt x="185" y="251"/>
                    <a:pt x="185" y="251"/>
                  </a:cubicBezTo>
                  <a:lnTo>
                    <a:pt x="185" y="251"/>
                  </a:lnTo>
                  <a:cubicBezTo>
                    <a:pt x="163" y="252"/>
                    <a:pt x="142" y="253"/>
                    <a:pt x="120" y="253"/>
                  </a:cubicBezTo>
                  <a:cubicBezTo>
                    <a:pt x="119" y="253"/>
                    <a:pt x="118" y="253"/>
                    <a:pt x="117" y="253"/>
                  </a:cubicBezTo>
                  <a:cubicBezTo>
                    <a:pt x="57" y="253"/>
                    <a:pt x="1" y="308"/>
                    <a:pt x="4" y="369"/>
                  </a:cubicBezTo>
                  <a:cubicBezTo>
                    <a:pt x="6" y="433"/>
                    <a:pt x="53" y="484"/>
                    <a:pt x="120" y="484"/>
                  </a:cubicBezTo>
                  <a:cubicBezTo>
                    <a:pt x="122" y="484"/>
                    <a:pt x="125" y="484"/>
                    <a:pt x="127" y="484"/>
                  </a:cubicBezTo>
                  <a:cubicBezTo>
                    <a:pt x="365" y="484"/>
                    <a:pt x="568" y="354"/>
                    <a:pt x="753" y="216"/>
                  </a:cubicBezTo>
                  <a:cubicBezTo>
                    <a:pt x="801" y="181"/>
                    <a:pt x="831" y="116"/>
                    <a:pt x="794" y="59"/>
                  </a:cubicBezTo>
                  <a:cubicBezTo>
                    <a:pt x="774" y="26"/>
                    <a:pt x="731" y="1"/>
                    <a:pt x="690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4750" lIns="91425" spcFirstLastPara="1" rIns="91425" wrap="square" tIns="14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36" name="Google Shape;736;p9"/>
            <p:cNvSpPr/>
            <p:nvPr/>
          </p:nvSpPr>
          <p:spPr>
            <a:xfrm>
              <a:off x="4977000" y="68040"/>
              <a:ext cx="128880" cy="113040"/>
            </a:xfrm>
            <a:custGeom>
              <a:rect b="b" l="l" r="r" t="t"/>
              <a:pathLst>
                <a:path extrusionOk="0" h="1856" w="2115">
                  <a:moveTo>
                    <a:pt x="1046" y="1"/>
                  </a:moveTo>
                  <a:cubicBezTo>
                    <a:pt x="968" y="1"/>
                    <a:pt x="890" y="12"/>
                    <a:pt x="814" y="36"/>
                  </a:cubicBezTo>
                  <a:cubicBezTo>
                    <a:pt x="297" y="200"/>
                    <a:pt x="1" y="799"/>
                    <a:pt x="171" y="1309"/>
                  </a:cubicBezTo>
                  <a:cubicBezTo>
                    <a:pt x="263" y="1584"/>
                    <a:pt x="477" y="1802"/>
                    <a:pt x="770" y="1853"/>
                  </a:cubicBezTo>
                  <a:cubicBezTo>
                    <a:pt x="778" y="1854"/>
                    <a:pt x="786" y="1855"/>
                    <a:pt x="794" y="1855"/>
                  </a:cubicBezTo>
                  <a:cubicBezTo>
                    <a:pt x="920" y="1855"/>
                    <a:pt x="969" y="1655"/>
                    <a:pt x="830" y="1632"/>
                  </a:cubicBezTo>
                  <a:cubicBezTo>
                    <a:pt x="419" y="1561"/>
                    <a:pt x="267" y="1092"/>
                    <a:pt x="398" y="730"/>
                  </a:cubicBezTo>
                  <a:cubicBezTo>
                    <a:pt x="500" y="447"/>
                    <a:pt x="774" y="235"/>
                    <a:pt x="1058" y="235"/>
                  </a:cubicBezTo>
                  <a:cubicBezTo>
                    <a:pt x="1162" y="235"/>
                    <a:pt x="1267" y="263"/>
                    <a:pt x="1366" y="327"/>
                  </a:cubicBezTo>
                  <a:cubicBezTo>
                    <a:pt x="1639" y="504"/>
                    <a:pt x="1730" y="840"/>
                    <a:pt x="1870" y="1116"/>
                  </a:cubicBezTo>
                  <a:cubicBezTo>
                    <a:pt x="1891" y="1157"/>
                    <a:pt x="1924" y="1175"/>
                    <a:pt x="1959" y="1175"/>
                  </a:cubicBezTo>
                  <a:cubicBezTo>
                    <a:pt x="2034" y="1175"/>
                    <a:pt x="2114" y="1091"/>
                    <a:pt x="2068" y="1000"/>
                  </a:cubicBezTo>
                  <a:cubicBezTo>
                    <a:pt x="1913" y="691"/>
                    <a:pt x="1808" y="359"/>
                    <a:pt x="1516" y="151"/>
                  </a:cubicBezTo>
                  <a:cubicBezTo>
                    <a:pt x="1378" y="53"/>
                    <a:pt x="1212" y="1"/>
                    <a:pt x="1046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00" lIns="91425" spcFirstLastPara="1" rIns="91425" wrap="square" tIns="56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37" name="Google Shape;737;p9"/>
            <p:cNvSpPr/>
            <p:nvPr/>
          </p:nvSpPr>
          <p:spPr>
            <a:xfrm>
              <a:off x="4933800" y="169920"/>
              <a:ext cx="100080" cy="66240"/>
            </a:xfrm>
            <a:custGeom>
              <a:rect b="b" l="l" r="r" t="t"/>
              <a:pathLst>
                <a:path extrusionOk="0" h="1088" w="1644">
                  <a:moveTo>
                    <a:pt x="1488" y="1"/>
                  </a:moveTo>
                  <a:cubicBezTo>
                    <a:pt x="1477" y="1"/>
                    <a:pt x="1465" y="3"/>
                    <a:pt x="1452" y="7"/>
                  </a:cubicBezTo>
                  <a:cubicBezTo>
                    <a:pt x="1187" y="89"/>
                    <a:pt x="923" y="177"/>
                    <a:pt x="692" y="334"/>
                  </a:cubicBezTo>
                  <a:cubicBezTo>
                    <a:pt x="461" y="490"/>
                    <a:pt x="277" y="695"/>
                    <a:pt x="81" y="891"/>
                  </a:cubicBezTo>
                  <a:cubicBezTo>
                    <a:pt x="0" y="972"/>
                    <a:pt x="79" y="1088"/>
                    <a:pt x="168" y="1088"/>
                  </a:cubicBezTo>
                  <a:cubicBezTo>
                    <a:pt x="195" y="1088"/>
                    <a:pt x="222" y="1078"/>
                    <a:pt x="246" y="1054"/>
                  </a:cubicBezTo>
                  <a:cubicBezTo>
                    <a:pt x="429" y="875"/>
                    <a:pt x="596" y="678"/>
                    <a:pt x="811" y="532"/>
                  </a:cubicBezTo>
                  <a:cubicBezTo>
                    <a:pt x="1027" y="386"/>
                    <a:pt x="1266" y="304"/>
                    <a:pt x="1514" y="228"/>
                  </a:cubicBezTo>
                  <a:cubicBezTo>
                    <a:pt x="1643" y="189"/>
                    <a:pt x="1604" y="1"/>
                    <a:pt x="1488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3100" lIns="91425" spcFirstLastPara="1" rIns="91425" wrap="square" tIns="33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38" name="Google Shape;738;p9"/>
            <p:cNvSpPr/>
            <p:nvPr/>
          </p:nvSpPr>
          <p:spPr>
            <a:xfrm>
              <a:off x="4835520" y="172800"/>
              <a:ext cx="110880" cy="131040"/>
            </a:xfrm>
            <a:custGeom>
              <a:rect b="b" l="l" r="r" t="t"/>
              <a:pathLst>
                <a:path extrusionOk="0" h="2152" w="1821">
                  <a:moveTo>
                    <a:pt x="823" y="1922"/>
                  </a:moveTo>
                  <a:cubicBezTo>
                    <a:pt x="827" y="1922"/>
                    <a:pt x="831" y="1930"/>
                    <a:pt x="826" y="1930"/>
                  </a:cubicBezTo>
                  <a:cubicBezTo>
                    <a:pt x="824" y="1930"/>
                    <a:pt x="821" y="1929"/>
                    <a:pt x="817" y="1926"/>
                  </a:cubicBezTo>
                  <a:lnTo>
                    <a:pt x="817" y="1926"/>
                  </a:lnTo>
                  <a:cubicBezTo>
                    <a:pt x="819" y="1923"/>
                    <a:pt x="821" y="1922"/>
                    <a:pt x="823" y="1922"/>
                  </a:cubicBezTo>
                  <a:close/>
                  <a:moveTo>
                    <a:pt x="961" y="1"/>
                  </a:moveTo>
                  <a:cubicBezTo>
                    <a:pt x="777" y="1"/>
                    <a:pt x="595" y="60"/>
                    <a:pt x="444" y="174"/>
                  </a:cubicBezTo>
                  <a:cubicBezTo>
                    <a:pt x="192" y="366"/>
                    <a:pt x="83" y="677"/>
                    <a:pt x="43" y="982"/>
                  </a:cubicBezTo>
                  <a:cubicBezTo>
                    <a:pt x="1" y="1315"/>
                    <a:pt x="126" y="1649"/>
                    <a:pt x="349" y="1896"/>
                  </a:cubicBezTo>
                  <a:cubicBezTo>
                    <a:pt x="449" y="2004"/>
                    <a:pt x="561" y="2080"/>
                    <a:pt x="699" y="2130"/>
                  </a:cubicBezTo>
                  <a:cubicBezTo>
                    <a:pt x="738" y="2144"/>
                    <a:pt x="777" y="2151"/>
                    <a:pt x="813" y="2151"/>
                  </a:cubicBezTo>
                  <a:cubicBezTo>
                    <a:pt x="911" y="2151"/>
                    <a:pt x="992" y="2098"/>
                    <a:pt x="1004" y="1975"/>
                  </a:cubicBezTo>
                  <a:cubicBezTo>
                    <a:pt x="1012" y="1901"/>
                    <a:pt x="958" y="1865"/>
                    <a:pt x="901" y="1865"/>
                  </a:cubicBezTo>
                  <a:cubicBezTo>
                    <a:pt x="861" y="1865"/>
                    <a:pt x="820" y="1882"/>
                    <a:pt x="796" y="1916"/>
                  </a:cubicBezTo>
                  <a:lnTo>
                    <a:pt x="796" y="1916"/>
                  </a:lnTo>
                  <a:cubicBezTo>
                    <a:pt x="787" y="1914"/>
                    <a:pt x="777" y="1913"/>
                    <a:pt x="770" y="1910"/>
                  </a:cubicBezTo>
                  <a:cubicBezTo>
                    <a:pt x="735" y="1897"/>
                    <a:pt x="702" y="1880"/>
                    <a:pt x="668" y="1862"/>
                  </a:cubicBezTo>
                  <a:cubicBezTo>
                    <a:pt x="579" y="1815"/>
                    <a:pt x="505" y="1732"/>
                    <a:pt x="446" y="1649"/>
                  </a:cubicBezTo>
                  <a:cubicBezTo>
                    <a:pt x="304" y="1454"/>
                    <a:pt x="240" y="1214"/>
                    <a:pt x="276" y="974"/>
                  </a:cubicBezTo>
                  <a:cubicBezTo>
                    <a:pt x="307" y="755"/>
                    <a:pt x="385" y="527"/>
                    <a:pt x="558" y="378"/>
                  </a:cubicBezTo>
                  <a:cubicBezTo>
                    <a:pt x="669" y="281"/>
                    <a:pt x="814" y="231"/>
                    <a:pt x="959" y="231"/>
                  </a:cubicBezTo>
                  <a:cubicBezTo>
                    <a:pt x="1021" y="231"/>
                    <a:pt x="1083" y="240"/>
                    <a:pt x="1143" y="258"/>
                  </a:cubicBezTo>
                  <a:cubicBezTo>
                    <a:pt x="1408" y="337"/>
                    <a:pt x="1560" y="585"/>
                    <a:pt x="1582" y="849"/>
                  </a:cubicBezTo>
                  <a:cubicBezTo>
                    <a:pt x="1589" y="923"/>
                    <a:pt x="1650" y="960"/>
                    <a:pt x="1708" y="960"/>
                  </a:cubicBezTo>
                  <a:cubicBezTo>
                    <a:pt x="1766" y="960"/>
                    <a:pt x="1820" y="923"/>
                    <a:pt x="1813" y="849"/>
                  </a:cubicBezTo>
                  <a:cubicBezTo>
                    <a:pt x="1784" y="519"/>
                    <a:pt x="1615" y="204"/>
                    <a:pt x="1297" y="69"/>
                  </a:cubicBezTo>
                  <a:cubicBezTo>
                    <a:pt x="1190" y="23"/>
                    <a:pt x="1075" y="1"/>
                    <a:pt x="961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5500" lIns="91425" spcFirstLastPara="1" rIns="91425" wrap="square" tIns="65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39" name="Google Shape;739;p9"/>
            <p:cNvSpPr/>
            <p:nvPr/>
          </p:nvSpPr>
          <p:spPr>
            <a:xfrm>
              <a:off x="4876200" y="293760"/>
              <a:ext cx="21240" cy="50760"/>
            </a:xfrm>
            <a:custGeom>
              <a:rect b="b" l="l" r="r" t="t"/>
              <a:pathLst>
                <a:path extrusionOk="0" h="838" w="351">
                  <a:moveTo>
                    <a:pt x="275" y="454"/>
                  </a:moveTo>
                  <a:cubicBezTo>
                    <a:pt x="276" y="457"/>
                    <a:pt x="276" y="459"/>
                    <a:pt x="277" y="462"/>
                  </a:cubicBezTo>
                  <a:cubicBezTo>
                    <a:pt x="276" y="458"/>
                    <a:pt x="276" y="455"/>
                    <a:pt x="275" y="454"/>
                  </a:cubicBezTo>
                  <a:close/>
                  <a:moveTo>
                    <a:pt x="200" y="0"/>
                  </a:moveTo>
                  <a:cubicBezTo>
                    <a:pt x="148" y="0"/>
                    <a:pt x="109" y="36"/>
                    <a:pt x="87" y="86"/>
                  </a:cubicBezTo>
                  <a:cubicBezTo>
                    <a:pt x="0" y="297"/>
                    <a:pt x="46" y="544"/>
                    <a:pt x="110" y="754"/>
                  </a:cubicBezTo>
                  <a:cubicBezTo>
                    <a:pt x="125" y="801"/>
                    <a:pt x="171" y="838"/>
                    <a:pt x="221" y="838"/>
                  </a:cubicBezTo>
                  <a:cubicBezTo>
                    <a:pt x="231" y="838"/>
                    <a:pt x="241" y="836"/>
                    <a:pt x="251" y="833"/>
                  </a:cubicBezTo>
                  <a:cubicBezTo>
                    <a:pt x="311" y="815"/>
                    <a:pt x="350" y="754"/>
                    <a:pt x="332" y="691"/>
                  </a:cubicBezTo>
                  <a:cubicBezTo>
                    <a:pt x="318" y="646"/>
                    <a:pt x="305" y="598"/>
                    <a:pt x="294" y="552"/>
                  </a:cubicBezTo>
                  <a:lnTo>
                    <a:pt x="278" y="473"/>
                  </a:lnTo>
                  <a:cubicBezTo>
                    <a:pt x="277" y="469"/>
                    <a:pt x="275" y="452"/>
                    <a:pt x="275" y="452"/>
                  </a:cubicBezTo>
                  <a:lnTo>
                    <a:pt x="275" y="452"/>
                  </a:lnTo>
                  <a:cubicBezTo>
                    <a:pt x="275" y="452"/>
                    <a:pt x="275" y="453"/>
                    <a:pt x="275" y="454"/>
                  </a:cubicBezTo>
                  <a:lnTo>
                    <a:pt x="275" y="454"/>
                  </a:lnTo>
                  <a:cubicBezTo>
                    <a:pt x="273" y="443"/>
                    <a:pt x="273" y="432"/>
                    <a:pt x="273" y="421"/>
                  </a:cubicBezTo>
                  <a:cubicBezTo>
                    <a:pt x="270" y="370"/>
                    <a:pt x="270" y="320"/>
                    <a:pt x="273" y="269"/>
                  </a:cubicBezTo>
                  <a:cubicBezTo>
                    <a:pt x="273" y="268"/>
                    <a:pt x="273" y="267"/>
                    <a:pt x="273" y="267"/>
                  </a:cubicBezTo>
                  <a:lnTo>
                    <a:pt x="273" y="267"/>
                  </a:lnTo>
                  <a:cubicBezTo>
                    <a:pt x="273" y="267"/>
                    <a:pt x="273" y="267"/>
                    <a:pt x="273" y="267"/>
                  </a:cubicBezTo>
                  <a:cubicBezTo>
                    <a:pt x="273" y="267"/>
                    <a:pt x="274" y="265"/>
                    <a:pt x="275" y="259"/>
                  </a:cubicBezTo>
                  <a:cubicBezTo>
                    <a:pt x="278" y="248"/>
                    <a:pt x="280" y="234"/>
                    <a:pt x="284" y="221"/>
                  </a:cubicBezTo>
                  <a:cubicBezTo>
                    <a:pt x="291" y="195"/>
                    <a:pt x="298" y="170"/>
                    <a:pt x="308" y="146"/>
                  </a:cubicBezTo>
                  <a:cubicBezTo>
                    <a:pt x="332" y="89"/>
                    <a:pt x="284" y="17"/>
                    <a:pt x="229" y="4"/>
                  </a:cubicBezTo>
                  <a:cubicBezTo>
                    <a:pt x="219" y="2"/>
                    <a:pt x="209" y="0"/>
                    <a:pt x="200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5550" lIns="91425" spcFirstLastPara="1" rIns="91425" wrap="square" tIns="255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40" name="Google Shape;740;p9"/>
            <p:cNvSpPr/>
            <p:nvPr/>
          </p:nvSpPr>
          <p:spPr>
            <a:xfrm>
              <a:off x="4808520" y="326520"/>
              <a:ext cx="98640" cy="114120"/>
            </a:xfrm>
            <a:custGeom>
              <a:rect b="b" l="l" r="r" t="t"/>
              <a:pathLst>
                <a:path extrusionOk="0" h="1872" w="1618">
                  <a:moveTo>
                    <a:pt x="937" y="0"/>
                  </a:moveTo>
                  <a:cubicBezTo>
                    <a:pt x="815" y="0"/>
                    <a:pt x="693" y="31"/>
                    <a:pt x="586" y="86"/>
                  </a:cubicBezTo>
                  <a:cubicBezTo>
                    <a:pt x="337" y="215"/>
                    <a:pt x="143" y="495"/>
                    <a:pt x="90" y="770"/>
                  </a:cubicBezTo>
                  <a:cubicBezTo>
                    <a:pt x="0" y="1249"/>
                    <a:pt x="344" y="1871"/>
                    <a:pt x="871" y="1871"/>
                  </a:cubicBezTo>
                  <a:cubicBezTo>
                    <a:pt x="876" y="1871"/>
                    <a:pt x="881" y="1871"/>
                    <a:pt x="887" y="1871"/>
                  </a:cubicBezTo>
                  <a:cubicBezTo>
                    <a:pt x="1119" y="1866"/>
                    <a:pt x="1439" y="1799"/>
                    <a:pt x="1565" y="1581"/>
                  </a:cubicBezTo>
                  <a:cubicBezTo>
                    <a:pt x="1617" y="1491"/>
                    <a:pt x="1538" y="1409"/>
                    <a:pt x="1460" y="1409"/>
                  </a:cubicBezTo>
                  <a:cubicBezTo>
                    <a:pt x="1425" y="1409"/>
                    <a:pt x="1390" y="1425"/>
                    <a:pt x="1367" y="1464"/>
                  </a:cubicBezTo>
                  <a:cubicBezTo>
                    <a:pt x="1296" y="1588"/>
                    <a:pt x="1081" y="1625"/>
                    <a:pt x="950" y="1637"/>
                  </a:cubicBezTo>
                  <a:cubicBezTo>
                    <a:pt x="928" y="1639"/>
                    <a:pt x="907" y="1640"/>
                    <a:pt x="886" y="1640"/>
                  </a:cubicBezTo>
                  <a:cubicBezTo>
                    <a:pt x="740" y="1640"/>
                    <a:pt x="622" y="1590"/>
                    <a:pt x="517" y="1467"/>
                  </a:cubicBezTo>
                  <a:cubicBezTo>
                    <a:pt x="388" y="1319"/>
                    <a:pt x="297" y="1106"/>
                    <a:pt x="306" y="906"/>
                  </a:cubicBezTo>
                  <a:cubicBezTo>
                    <a:pt x="315" y="688"/>
                    <a:pt x="443" y="482"/>
                    <a:pt x="609" y="348"/>
                  </a:cubicBezTo>
                  <a:cubicBezTo>
                    <a:pt x="703" y="272"/>
                    <a:pt x="817" y="231"/>
                    <a:pt x="939" y="231"/>
                  </a:cubicBezTo>
                  <a:cubicBezTo>
                    <a:pt x="945" y="231"/>
                    <a:pt x="951" y="231"/>
                    <a:pt x="957" y="232"/>
                  </a:cubicBezTo>
                  <a:cubicBezTo>
                    <a:pt x="1018" y="233"/>
                    <a:pt x="1064" y="242"/>
                    <a:pt x="1109" y="284"/>
                  </a:cubicBezTo>
                  <a:cubicBezTo>
                    <a:pt x="1154" y="328"/>
                    <a:pt x="1195" y="373"/>
                    <a:pt x="1251" y="404"/>
                  </a:cubicBezTo>
                  <a:cubicBezTo>
                    <a:pt x="1271" y="417"/>
                    <a:pt x="1290" y="422"/>
                    <a:pt x="1309" y="422"/>
                  </a:cubicBezTo>
                  <a:cubicBezTo>
                    <a:pt x="1407" y="422"/>
                    <a:pt x="1473" y="270"/>
                    <a:pt x="1366" y="206"/>
                  </a:cubicBezTo>
                  <a:cubicBezTo>
                    <a:pt x="1312" y="173"/>
                    <a:pt x="1276" y="122"/>
                    <a:pt x="1230" y="84"/>
                  </a:cubicBezTo>
                  <a:cubicBezTo>
                    <a:pt x="1163" y="33"/>
                    <a:pt x="1098" y="13"/>
                    <a:pt x="1017" y="5"/>
                  </a:cubicBezTo>
                  <a:cubicBezTo>
                    <a:pt x="990" y="2"/>
                    <a:pt x="963" y="0"/>
                    <a:pt x="937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7225" lIns="91425" spcFirstLastPara="1" rIns="91425" wrap="square" tIns="57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41" name="Google Shape;741;p9"/>
            <p:cNvSpPr/>
            <p:nvPr/>
          </p:nvSpPr>
          <p:spPr>
            <a:xfrm>
              <a:off x="4890600" y="412920"/>
              <a:ext cx="72360" cy="136080"/>
            </a:xfrm>
            <a:custGeom>
              <a:rect b="b" l="l" r="r" t="t"/>
              <a:pathLst>
                <a:path extrusionOk="0" h="2232" w="1193">
                  <a:moveTo>
                    <a:pt x="112" y="1"/>
                  </a:moveTo>
                  <a:cubicBezTo>
                    <a:pt x="55" y="1"/>
                    <a:pt x="1" y="38"/>
                    <a:pt x="7" y="112"/>
                  </a:cubicBezTo>
                  <a:cubicBezTo>
                    <a:pt x="72" y="900"/>
                    <a:pt x="428" y="1613"/>
                    <a:pt x="954" y="2195"/>
                  </a:cubicBezTo>
                  <a:cubicBezTo>
                    <a:pt x="977" y="2221"/>
                    <a:pt x="1004" y="2232"/>
                    <a:pt x="1030" y="2232"/>
                  </a:cubicBezTo>
                  <a:cubicBezTo>
                    <a:pt x="1115" y="2232"/>
                    <a:pt x="1192" y="2117"/>
                    <a:pt x="1117" y="2032"/>
                  </a:cubicBezTo>
                  <a:cubicBezTo>
                    <a:pt x="633" y="1498"/>
                    <a:pt x="297" y="836"/>
                    <a:pt x="237" y="112"/>
                  </a:cubicBezTo>
                  <a:cubicBezTo>
                    <a:pt x="230" y="38"/>
                    <a:pt x="169" y="1"/>
                    <a:pt x="112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025" lIns="91425" spcFirstLastPara="1" rIns="91425" wrap="square" tIns="68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42" name="Google Shape;742;p9"/>
            <p:cNvSpPr/>
            <p:nvPr/>
          </p:nvSpPr>
          <p:spPr>
            <a:xfrm>
              <a:off x="4877280" y="299160"/>
              <a:ext cx="273960" cy="264600"/>
            </a:xfrm>
            <a:custGeom>
              <a:rect b="b" l="l" r="r" t="t"/>
              <a:pathLst>
                <a:path extrusionOk="0" h="4337" w="4491">
                  <a:moveTo>
                    <a:pt x="1767" y="0"/>
                  </a:moveTo>
                  <a:cubicBezTo>
                    <a:pt x="1522" y="0"/>
                    <a:pt x="1277" y="30"/>
                    <a:pt x="1040" y="93"/>
                  </a:cubicBezTo>
                  <a:cubicBezTo>
                    <a:pt x="694" y="184"/>
                    <a:pt x="313" y="342"/>
                    <a:pt x="156" y="688"/>
                  </a:cubicBezTo>
                  <a:cubicBezTo>
                    <a:pt x="0" y="1028"/>
                    <a:pt x="94" y="1421"/>
                    <a:pt x="207" y="1759"/>
                  </a:cubicBezTo>
                  <a:cubicBezTo>
                    <a:pt x="233" y="1837"/>
                    <a:pt x="261" y="1912"/>
                    <a:pt x="290" y="1988"/>
                  </a:cubicBezTo>
                  <a:lnTo>
                    <a:pt x="290" y="1988"/>
                  </a:lnTo>
                  <a:cubicBezTo>
                    <a:pt x="288" y="1999"/>
                    <a:pt x="289" y="2012"/>
                    <a:pt x="296" y="2026"/>
                  </a:cubicBezTo>
                  <a:cubicBezTo>
                    <a:pt x="306" y="2047"/>
                    <a:pt x="319" y="2063"/>
                    <a:pt x="340" y="2077"/>
                  </a:cubicBezTo>
                  <a:cubicBezTo>
                    <a:pt x="348" y="2082"/>
                    <a:pt x="357" y="2085"/>
                    <a:pt x="366" y="2085"/>
                  </a:cubicBezTo>
                  <a:cubicBezTo>
                    <a:pt x="401" y="2085"/>
                    <a:pt x="439" y="2048"/>
                    <a:pt x="425" y="2012"/>
                  </a:cubicBezTo>
                  <a:cubicBezTo>
                    <a:pt x="298" y="1683"/>
                    <a:pt x="152" y="1319"/>
                    <a:pt x="198" y="960"/>
                  </a:cubicBezTo>
                  <a:cubicBezTo>
                    <a:pt x="247" y="585"/>
                    <a:pt x="551" y="378"/>
                    <a:pt x="886" y="262"/>
                  </a:cubicBezTo>
                  <a:cubicBezTo>
                    <a:pt x="1168" y="162"/>
                    <a:pt x="1467" y="116"/>
                    <a:pt x="1767" y="116"/>
                  </a:cubicBezTo>
                  <a:cubicBezTo>
                    <a:pt x="2100" y="116"/>
                    <a:pt x="2434" y="173"/>
                    <a:pt x="2748" y="280"/>
                  </a:cubicBezTo>
                  <a:cubicBezTo>
                    <a:pt x="3318" y="476"/>
                    <a:pt x="3852" y="864"/>
                    <a:pt x="4096" y="1431"/>
                  </a:cubicBezTo>
                  <a:cubicBezTo>
                    <a:pt x="4390" y="2114"/>
                    <a:pt x="4189" y="2913"/>
                    <a:pt x="3700" y="3454"/>
                  </a:cubicBezTo>
                  <a:cubicBezTo>
                    <a:pt x="3428" y="3758"/>
                    <a:pt x="3074" y="3990"/>
                    <a:pt x="2685" y="4118"/>
                  </a:cubicBezTo>
                  <a:cubicBezTo>
                    <a:pt x="2494" y="4181"/>
                    <a:pt x="2279" y="4226"/>
                    <a:pt x="2068" y="4226"/>
                  </a:cubicBezTo>
                  <a:cubicBezTo>
                    <a:pt x="1866" y="4226"/>
                    <a:pt x="1667" y="4184"/>
                    <a:pt x="1495" y="4076"/>
                  </a:cubicBezTo>
                  <a:cubicBezTo>
                    <a:pt x="1403" y="4018"/>
                    <a:pt x="1325" y="3942"/>
                    <a:pt x="1260" y="3857"/>
                  </a:cubicBezTo>
                  <a:cubicBezTo>
                    <a:pt x="1248" y="3843"/>
                    <a:pt x="1234" y="3837"/>
                    <a:pt x="1221" y="3837"/>
                  </a:cubicBezTo>
                  <a:cubicBezTo>
                    <a:pt x="1180" y="3837"/>
                    <a:pt x="1142" y="3894"/>
                    <a:pt x="1176" y="3939"/>
                  </a:cubicBezTo>
                  <a:cubicBezTo>
                    <a:pt x="1401" y="4228"/>
                    <a:pt x="1732" y="4337"/>
                    <a:pt x="2077" y="4337"/>
                  </a:cubicBezTo>
                  <a:cubicBezTo>
                    <a:pt x="2163" y="4337"/>
                    <a:pt x="2250" y="4330"/>
                    <a:pt x="2337" y="4317"/>
                  </a:cubicBezTo>
                  <a:cubicBezTo>
                    <a:pt x="2768" y="4255"/>
                    <a:pt x="3176" y="4064"/>
                    <a:pt x="3513" y="3789"/>
                  </a:cubicBezTo>
                  <a:cubicBezTo>
                    <a:pt x="4138" y="3281"/>
                    <a:pt x="4491" y="2450"/>
                    <a:pt x="4288" y="1653"/>
                  </a:cubicBezTo>
                  <a:cubicBezTo>
                    <a:pt x="4128" y="1011"/>
                    <a:pt x="3615" y="529"/>
                    <a:pt x="3026" y="267"/>
                  </a:cubicBezTo>
                  <a:cubicBezTo>
                    <a:pt x="2633" y="94"/>
                    <a:pt x="2199" y="0"/>
                    <a:pt x="1767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43" name="Google Shape;743;p9"/>
            <p:cNvSpPr/>
            <p:nvPr/>
          </p:nvSpPr>
          <p:spPr>
            <a:xfrm>
              <a:off x="5165280" y="282960"/>
              <a:ext cx="234360" cy="275040"/>
            </a:xfrm>
            <a:custGeom>
              <a:rect b="b" l="l" r="r" t="t"/>
              <a:pathLst>
                <a:path extrusionOk="0" h="4506" w="3840">
                  <a:moveTo>
                    <a:pt x="2104" y="116"/>
                  </a:moveTo>
                  <a:cubicBezTo>
                    <a:pt x="2853" y="116"/>
                    <a:pt x="3318" y="892"/>
                    <a:pt x="3530" y="1520"/>
                  </a:cubicBezTo>
                  <a:cubicBezTo>
                    <a:pt x="3789" y="2278"/>
                    <a:pt x="3762" y="3172"/>
                    <a:pt x="3197" y="3788"/>
                  </a:cubicBezTo>
                  <a:cubicBezTo>
                    <a:pt x="2932" y="4079"/>
                    <a:pt x="2586" y="4297"/>
                    <a:pt x="2195" y="4365"/>
                  </a:cubicBezTo>
                  <a:cubicBezTo>
                    <a:pt x="2112" y="4380"/>
                    <a:pt x="2028" y="4387"/>
                    <a:pt x="1944" y="4387"/>
                  </a:cubicBezTo>
                  <a:cubicBezTo>
                    <a:pt x="1664" y="4387"/>
                    <a:pt x="1386" y="4307"/>
                    <a:pt x="1145" y="4162"/>
                  </a:cubicBezTo>
                  <a:cubicBezTo>
                    <a:pt x="788" y="3946"/>
                    <a:pt x="526" y="3593"/>
                    <a:pt x="354" y="3220"/>
                  </a:cubicBezTo>
                  <a:cubicBezTo>
                    <a:pt x="169" y="2813"/>
                    <a:pt x="99" y="2350"/>
                    <a:pt x="191" y="1912"/>
                  </a:cubicBezTo>
                  <a:cubicBezTo>
                    <a:pt x="214" y="1803"/>
                    <a:pt x="248" y="1697"/>
                    <a:pt x="289" y="1593"/>
                  </a:cubicBezTo>
                  <a:cubicBezTo>
                    <a:pt x="290" y="1591"/>
                    <a:pt x="290" y="1590"/>
                    <a:pt x="291" y="1588"/>
                  </a:cubicBezTo>
                  <a:lnTo>
                    <a:pt x="291" y="1588"/>
                  </a:lnTo>
                  <a:cubicBezTo>
                    <a:pt x="465" y="1237"/>
                    <a:pt x="689" y="909"/>
                    <a:pt x="975" y="638"/>
                  </a:cubicBezTo>
                  <a:cubicBezTo>
                    <a:pt x="1267" y="365"/>
                    <a:pt x="1657" y="128"/>
                    <a:pt x="2068" y="117"/>
                  </a:cubicBezTo>
                  <a:cubicBezTo>
                    <a:pt x="2080" y="116"/>
                    <a:pt x="2092" y="116"/>
                    <a:pt x="2104" y="116"/>
                  </a:cubicBezTo>
                  <a:close/>
                  <a:moveTo>
                    <a:pt x="2110" y="1"/>
                  </a:moveTo>
                  <a:cubicBezTo>
                    <a:pt x="1781" y="1"/>
                    <a:pt x="1457" y="137"/>
                    <a:pt x="1188" y="322"/>
                  </a:cubicBezTo>
                  <a:cubicBezTo>
                    <a:pt x="822" y="573"/>
                    <a:pt x="533" y="924"/>
                    <a:pt x="312" y="1307"/>
                  </a:cubicBezTo>
                  <a:cubicBezTo>
                    <a:pt x="259" y="1400"/>
                    <a:pt x="210" y="1494"/>
                    <a:pt x="162" y="1592"/>
                  </a:cubicBezTo>
                  <a:cubicBezTo>
                    <a:pt x="156" y="1602"/>
                    <a:pt x="155" y="1613"/>
                    <a:pt x="155" y="1622"/>
                  </a:cubicBezTo>
                  <a:lnTo>
                    <a:pt x="155" y="1622"/>
                  </a:lnTo>
                  <a:cubicBezTo>
                    <a:pt x="4" y="2049"/>
                    <a:pt x="0" y="2515"/>
                    <a:pt x="129" y="2948"/>
                  </a:cubicBezTo>
                  <a:cubicBezTo>
                    <a:pt x="257" y="3377"/>
                    <a:pt x="507" y="3798"/>
                    <a:pt x="849" y="4090"/>
                  </a:cubicBezTo>
                  <a:cubicBezTo>
                    <a:pt x="1146" y="4345"/>
                    <a:pt x="1523" y="4500"/>
                    <a:pt x="1919" y="4505"/>
                  </a:cubicBezTo>
                  <a:cubicBezTo>
                    <a:pt x="1926" y="4505"/>
                    <a:pt x="1933" y="4506"/>
                    <a:pt x="1940" y="4506"/>
                  </a:cubicBezTo>
                  <a:cubicBezTo>
                    <a:pt x="2335" y="4506"/>
                    <a:pt x="2712" y="4354"/>
                    <a:pt x="3020" y="4111"/>
                  </a:cubicBezTo>
                  <a:cubicBezTo>
                    <a:pt x="3360" y="3842"/>
                    <a:pt x="3611" y="3481"/>
                    <a:pt x="3726" y="3063"/>
                  </a:cubicBezTo>
                  <a:cubicBezTo>
                    <a:pt x="3839" y="2653"/>
                    <a:pt x="3826" y="2215"/>
                    <a:pt x="3733" y="1803"/>
                  </a:cubicBezTo>
                  <a:cubicBezTo>
                    <a:pt x="3642" y="1410"/>
                    <a:pt x="3480" y="1021"/>
                    <a:pt x="3247" y="692"/>
                  </a:cubicBezTo>
                  <a:cubicBezTo>
                    <a:pt x="3031" y="387"/>
                    <a:pt x="2735" y="117"/>
                    <a:pt x="2361" y="29"/>
                  </a:cubicBezTo>
                  <a:cubicBezTo>
                    <a:pt x="2278" y="10"/>
                    <a:pt x="2194" y="1"/>
                    <a:pt x="2110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44" name="Google Shape;744;p9"/>
            <p:cNvSpPr/>
            <p:nvPr/>
          </p:nvSpPr>
          <p:spPr>
            <a:xfrm>
              <a:off x="5063040" y="601920"/>
              <a:ext cx="268920" cy="60840"/>
            </a:xfrm>
            <a:custGeom>
              <a:rect b="b" l="l" r="r" t="t"/>
              <a:pathLst>
                <a:path extrusionOk="0" h="1002" w="4411">
                  <a:moveTo>
                    <a:pt x="1890" y="1"/>
                  </a:moveTo>
                  <a:cubicBezTo>
                    <a:pt x="1854" y="1"/>
                    <a:pt x="1819" y="2"/>
                    <a:pt x="1785" y="4"/>
                  </a:cubicBezTo>
                  <a:cubicBezTo>
                    <a:pt x="1474" y="21"/>
                    <a:pt x="1155" y="75"/>
                    <a:pt x="856" y="152"/>
                  </a:cubicBezTo>
                  <a:cubicBezTo>
                    <a:pt x="691" y="196"/>
                    <a:pt x="530" y="255"/>
                    <a:pt x="372" y="317"/>
                  </a:cubicBezTo>
                  <a:cubicBezTo>
                    <a:pt x="240" y="371"/>
                    <a:pt x="117" y="442"/>
                    <a:pt x="32" y="558"/>
                  </a:cubicBezTo>
                  <a:cubicBezTo>
                    <a:pt x="1" y="600"/>
                    <a:pt x="40" y="642"/>
                    <a:pt x="81" y="642"/>
                  </a:cubicBezTo>
                  <a:cubicBezTo>
                    <a:pt x="99" y="642"/>
                    <a:pt x="117" y="634"/>
                    <a:pt x="129" y="616"/>
                  </a:cubicBezTo>
                  <a:cubicBezTo>
                    <a:pt x="204" y="512"/>
                    <a:pt x="331" y="452"/>
                    <a:pt x="448" y="409"/>
                  </a:cubicBezTo>
                  <a:cubicBezTo>
                    <a:pt x="584" y="361"/>
                    <a:pt x="719" y="307"/>
                    <a:pt x="859" y="269"/>
                  </a:cubicBezTo>
                  <a:cubicBezTo>
                    <a:pt x="1148" y="191"/>
                    <a:pt x="1449" y="145"/>
                    <a:pt x="1746" y="120"/>
                  </a:cubicBezTo>
                  <a:cubicBezTo>
                    <a:pt x="1795" y="116"/>
                    <a:pt x="1844" y="114"/>
                    <a:pt x="1893" y="114"/>
                  </a:cubicBezTo>
                  <a:cubicBezTo>
                    <a:pt x="2124" y="114"/>
                    <a:pt x="2357" y="158"/>
                    <a:pt x="2580" y="216"/>
                  </a:cubicBezTo>
                  <a:cubicBezTo>
                    <a:pt x="2863" y="290"/>
                    <a:pt x="3138" y="396"/>
                    <a:pt x="3400" y="522"/>
                  </a:cubicBezTo>
                  <a:cubicBezTo>
                    <a:pt x="3705" y="668"/>
                    <a:pt x="3998" y="834"/>
                    <a:pt x="4296" y="994"/>
                  </a:cubicBezTo>
                  <a:cubicBezTo>
                    <a:pt x="4305" y="999"/>
                    <a:pt x="4315" y="1002"/>
                    <a:pt x="4324" y="1002"/>
                  </a:cubicBezTo>
                  <a:cubicBezTo>
                    <a:pt x="4376" y="1002"/>
                    <a:pt x="4411" y="925"/>
                    <a:pt x="4354" y="895"/>
                  </a:cubicBezTo>
                  <a:cubicBezTo>
                    <a:pt x="3805" y="602"/>
                    <a:pt x="3263" y="287"/>
                    <a:pt x="2659" y="118"/>
                  </a:cubicBezTo>
                  <a:cubicBezTo>
                    <a:pt x="2410" y="50"/>
                    <a:pt x="2149" y="1"/>
                    <a:pt x="1890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0600" lIns="91425" spcFirstLastPara="1" rIns="91425" wrap="square" tIns="30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45" name="Google Shape;745;p9"/>
            <p:cNvSpPr/>
            <p:nvPr/>
          </p:nvSpPr>
          <p:spPr>
            <a:xfrm>
              <a:off x="5272560" y="656640"/>
              <a:ext cx="57960" cy="29520"/>
            </a:xfrm>
            <a:custGeom>
              <a:rect b="b" l="l" r="r" t="t"/>
              <a:pathLst>
                <a:path extrusionOk="0" h="489" w="957">
                  <a:moveTo>
                    <a:pt x="875" y="0"/>
                  </a:moveTo>
                  <a:cubicBezTo>
                    <a:pt x="858" y="0"/>
                    <a:pt x="840" y="8"/>
                    <a:pt x="828" y="26"/>
                  </a:cubicBezTo>
                  <a:cubicBezTo>
                    <a:pt x="743" y="158"/>
                    <a:pt x="610" y="222"/>
                    <a:pt x="465" y="264"/>
                  </a:cubicBezTo>
                  <a:cubicBezTo>
                    <a:pt x="426" y="274"/>
                    <a:pt x="389" y="287"/>
                    <a:pt x="349" y="295"/>
                  </a:cubicBezTo>
                  <a:cubicBezTo>
                    <a:pt x="317" y="302"/>
                    <a:pt x="278" y="305"/>
                    <a:pt x="243" y="309"/>
                  </a:cubicBezTo>
                  <a:cubicBezTo>
                    <a:pt x="164" y="321"/>
                    <a:pt x="87" y="339"/>
                    <a:pt x="26" y="390"/>
                  </a:cubicBezTo>
                  <a:cubicBezTo>
                    <a:pt x="1" y="410"/>
                    <a:pt x="6" y="450"/>
                    <a:pt x="26" y="471"/>
                  </a:cubicBezTo>
                  <a:cubicBezTo>
                    <a:pt x="37" y="483"/>
                    <a:pt x="50" y="488"/>
                    <a:pt x="63" y="488"/>
                  </a:cubicBezTo>
                  <a:cubicBezTo>
                    <a:pt x="78" y="488"/>
                    <a:pt x="93" y="481"/>
                    <a:pt x="105" y="471"/>
                  </a:cubicBezTo>
                  <a:cubicBezTo>
                    <a:pt x="161" y="427"/>
                    <a:pt x="249" y="426"/>
                    <a:pt x="317" y="416"/>
                  </a:cubicBezTo>
                  <a:cubicBezTo>
                    <a:pt x="396" y="407"/>
                    <a:pt x="475" y="385"/>
                    <a:pt x="552" y="358"/>
                  </a:cubicBezTo>
                  <a:cubicBezTo>
                    <a:pt x="706" y="307"/>
                    <a:pt x="838" y="223"/>
                    <a:pt x="927" y="86"/>
                  </a:cubicBezTo>
                  <a:cubicBezTo>
                    <a:pt x="956" y="42"/>
                    <a:pt x="916" y="0"/>
                    <a:pt x="875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4750" lIns="91425" spcFirstLastPara="1" rIns="91425" wrap="square" tIns="14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46" name="Google Shape;746;p9"/>
            <p:cNvSpPr/>
            <p:nvPr/>
          </p:nvSpPr>
          <p:spPr>
            <a:xfrm>
              <a:off x="5085000" y="646200"/>
              <a:ext cx="115200" cy="42120"/>
            </a:xfrm>
            <a:custGeom>
              <a:rect b="b" l="l" r="r" t="t"/>
              <a:pathLst>
                <a:path extrusionOk="0" h="695" w="1894">
                  <a:moveTo>
                    <a:pt x="86" y="1"/>
                  </a:moveTo>
                  <a:cubicBezTo>
                    <a:pt x="35" y="1"/>
                    <a:pt x="1" y="77"/>
                    <a:pt x="56" y="107"/>
                  </a:cubicBezTo>
                  <a:cubicBezTo>
                    <a:pt x="236" y="205"/>
                    <a:pt x="406" y="324"/>
                    <a:pt x="596" y="408"/>
                  </a:cubicBezTo>
                  <a:cubicBezTo>
                    <a:pt x="807" y="501"/>
                    <a:pt x="1034" y="540"/>
                    <a:pt x="1257" y="594"/>
                  </a:cubicBezTo>
                  <a:cubicBezTo>
                    <a:pt x="1390" y="625"/>
                    <a:pt x="1517" y="666"/>
                    <a:pt x="1653" y="687"/>
                  </a:cubicBezTo>
                  <a:cubicBezTo>
                    <a:pt x="1675" y="690"/>
                    <a:pt x="1712" y="695"/>
                    <a:pt x="1750" y="695"/>
                  </a:cubicBezTo>
                  <a:cubicBezTo>
                    <a:pt x="1821" y="695"/>
                    <a:pt x="1893" y="677"/>
                    <a:pt x="1865" y="595"/>
                  </a:cubicBezTo>
                  <a:cubicBezTo>
                    <a:pt x="1855" y="568"/>
                    <a:pt x="1832" y="556"/>
                    <a:pt x="1809" y="556"/>
                  </a:cubicBezTo>
                  <a:cubicBezTo>
                    <a:pt x="1788" y="556"/>
                    <a:pt x="1768" y="565"/>
                    <a:pt x="1757" y="581"/>
                  </a:cubicBezTo>
                  <a:lnTo>
                    <a:pt x="1757" y="581"/>
                  </a:lnTo>
                  <a:cubicBezTo>
                    <a:pt x="1752" y="582"/>
                    <a:pt x="1748" y="582"/>
                    <a:pt x="1746" y="582"/>
                  </a:cubicBezTo>
                  <a:cubicBezTo>
                    <a:pt x="1723" y="582"/>
                    <a:pt x="1700" y="579"/>
                    <a:pt x="1678" y="575"/>
                  </a:cubicBezTo>
                  <a:cubicBezTo>
                    <a:pt x="1625" y="567"/>
                    <a:pt x="1573" y="557"/>
                    <a:pt x="1522" y="544"/>
                  </a:cubicBezTo>
                  <a:cubicBezTo>
                    <a:pt x="1380" y="510"/>
                    <a:pt x="1240" y="473"/>
                    <a:pt x="1098" y="440"/>
                  </a:cubicBezTo>
                  <a:cubicBezTo>
                    <a:pt x="917" y="401"/>
                    <a:pt x="735" y="353"/>
                    <a:pt x="568" y="268"/>
                  </a:cubicBezTo>
                  <a:cubicBezTo>
                    <a:pt x="412" y="188"/>
                    <a:pt x="268" y="90"/>
                    <a:pt x="113" y="8"/>
                  </a:cubicBezTo>
                  <a:cubicBezTo>
                    <a:pt x="104" y="3"/>
                    <a:pt x="94" y="1"/>
                    <a:pt x="86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47" name="Google Shape;747;p9"/>
            <p:cNvSpPr/>
            <p:nvPr/>
          </p:nvSpPr>
          <p:spPr>
            <a:xfrm>
              <a:off x="4990680" y="185040"/>
              <a:ext cx="8640" cy="6840"/>
            </a:xfrm>
            <a:custGeom>
              <a:rect b="b" l="l" r="r" t="t"/>
              <a:pathLst>
                <a:path extrusionOk="0" h="116" w="149">
                  <a:moveTo>
                    <a:pt x="74" y="1"/>
                  </a:moveTo>
                  <a:cubicBezTo>
                    <a:pt x="0" y="1"/>
                    <a:pt x="0" y="116"/>
                    <a:pt x="74" y="116"/>
                  </a:cubicBezTo>
                  <a:cubicBezTo>
                    <a:pt x="149" y="116"/>
                    <a:pt x="149" y="1"/>
                    <a:pt x="74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00" lIns="91425" spcFirstLastPara="1" rIns="91425" wrap="square" tIns="3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48" name="Google Shape;748;p9"/>
            <p:cNvSpPr/>
            <p:nvPr/>
          </p:nvSpPr>
          <p:spPr>
            <a:xfrm>
              <a:off x="4987800" y="154800"/>
              <a:ext cx="287280" cy="113040"/>
            </a:xfrm>
            <a:custGeom>
              <a:rect b="b" l="l" r="r" t="t"/>
              <a:pathLst>
                <a:path extrusionOk="0" h="1857" w="4711">
                  <a:moveTo>
                    <a:pt x="171" y="562"/>
                  </a:moveTo>
                  <a:cubicBezTo>
                    <a:pt x="171" y="562"/>
                    <a:pt x="171" y="563"/>
                    <a:pt x="171" y="566"/>
                  </a:cubicBezTo>
                  <a:lnTo>
                    <a:pt x="171" y="566"/>
                  </a:lnTo>
                  <a:cubicBezTo>
                    <a:pt x="172" y="563"/>
                    <a:pt x="172" y="562"/>
                    <a:pt x="171" y="562"/>
                  </a:cubicBezTo>
                  <a:close/>
                  <a:moveTo>
                    <a:pt x="4605" y="0"/>
                  </a:moveTo>
                  <a:cubicBezTo>
                    <a:pt x="4553" y="0"/>
                    <a:pt x="4518" y="77"/>
                    <a:pt x="4574" y="107"/>
                  </a:cubicBezTo>
                  <a:cubicBezTo>
                    <a:pt x="4576" y="108"/>
                    <a:pt x="4578" y="109"/>
                    <a:pt x="4581" y="110"/>
                  </a:cubicBezTo>
                  <a:lnTo>
                    <a:pt x="4581" y="110"/>
                  </a:lnTo>
                  <a:cubicBezTo>
                    <a:pt x="4481" y="480"/>
                    <a:pt x="4318" y="833"/>
                    <a:pt x="4050" y="1113"/>
                  </a:cubicBezTo>
                  <a:cubicBezTo>
                    <a:pt x="3800" y="1377"/>
                    <a:pt x="3483" y="1568"/>
                    <a:pt x="3133" y="1664"/>
                  </a:cubicBezTo>
                  <a:cubicBezTo>
                    <a:pt x="2931" y="1720"/>
                    <a:pt x="2721" y="1746"/>
                    <a:pt x="2510" y="1746"/>
                  </a:cubicBezTo>
                  <a:cubicBezTo>
                    <a:pt x="1992" y="1746"/>
                    <a:pt x="1466" y="1591"/>
                    <a:pt x="1028" y="1338"/>
                  </a:cubicBezTo>
                  <a:cubicBezTo>
                    <a:pt x="824" y="1219"/>
                    <a:pt x="634" y="1079"/>
                    <a:pt x="467" y="913"/>
                  </a:cubicBezTo>
                  <a:cubicBezTo>
                    <a:pt x="403" y="849"/>
                    <a:pt x="342" y="780"/>
                    <a:pt x="283" y="712"/>
                  </a:cubicBezTo>
                  <a:cubicBezTo>
                    <a:pt x="257" y="684"/>
                    <a:pt x="233" y="654"/>
                    <a:pt x="209" y="624"/>
                  </a:cubicBezTo>
                  <a:cubicBezTo>
                    <a:pt x="201" y="611"/>
                    <a:pt x="192" y="594"/>
                    <a:pt x="181" y="583"/>
                  </a:cubicBezTo>
                  <a:cubicBezTo>
                    <a:pt x="174" y="575"/>
                    <a:pt x="172" y="569"/>
                    <a:pt x="171" y="566"/>
                  </a:cubicBezTo>
                  <a:lnTo>
                    <a:pt x="171" y="566"/>
                  </a:lnTo>
                  <a:cubicBezTo>
                    <a:pt x="170" y="570"/>
                    <a:pt x="167" y="576"/>
                    <a:pt x="160" y="586"/>
                  </a:cubicBezTo>
                  <a:lnTo>
                    <a:pt x="160" y="586"/>
                  </a:lnTo>
                  <a:cubicBezTo>
                    <a:pt x="189" y="545"/>
                    <a:pt x="152" y="491"/>
                    <a:pt x="113" y="491"/>
                  </a:cubicBezTo>
                  <a:cubicBezTo>
                    <a:pt x="100" y="491"/>
                    <a:pt x="87" y="497"/>
                    <a:pt x="76" y="511"/>
                  </a:cubicBezTo>
                  <a:cubicBezTo>
                    <a:pt x="1" y="603"/>
                    <a:pt x="163" y="750"/>
                    <a:pt x="219" y="814"/>
                  </a:cubicBezTo>
                  <a:cubicBezTo>
                    <a:pt x="362" y="976"/>
                    <a:pt x="513" y="1124"/>
                    <a:pt x="687" y="1252"/>
                  </a:cubicBezTo>
                  <a:cubicBezTo>
                    <a:pt x="1027" y="1503"/>
                    <a:pt x="1418" y="1677"/>
                    <a:pt x="1828" y="1773"/>
                  </a:cubicBezTo>
                  <a:cubicBezTo>
                    <a:pt x="2051" y="1827"/>
                    <a:pt x="2281" y="1856"/>
                    <a:pt x="2509" y="1856"/>
                  </a:cubicBezTo>
                  <a:cubicBezTo>
                    <a:pt x="3048" y="1856"/>
                    <a:pt x="3579" y="1695"/>
                    <a:pt x="3997" y="1326"/>
                  </a:cubicBezTo>
                  <a:cubicBezTo>
                    <a:pt x="4364" y="1004"/>
                    <a:pt x="4585" y="565"/>
                    <a:pt x="4704" y="96"/>
                  </a:cubicBezTo>
                  <a:cubicBezTo>
                    <a:pt x="4710" y="71"/>
                    <a:pt x="4700" y="43"/>
                    <a:pt x="4677" y="30"/>
                  </a:cubicBezTo>
                  <a:cubicBezTo>
                    <a:pt x="4663" y="23"/>
                    <a:pt x="4649" y="15"/>
                    <a:pt x="4634" y="8"/>
                  </a:cubicBezTo>
                  <a:cubicBezTo>
                    <a:pt x="4624" y="2"/>
                    <a:pt x="4614" y="0"/>
                    <a:pt x="4605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00" lIns="91425" spcFirstLastPara="1" rIns="91425" wrap="square" tIns="56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49" name="Google Shape;749;p9"/>
            <p:cNvSpPr/>
            <p:nvPr/>
          </p:nvSpPr>
          <p:spPr>
            <a:xfrm>
              <a:off x="5019480" y="140040"/>
              <a:ext cx="86760" cy="39240"/>
            </a:xfrm>
            <a:custGeom>
              <a:rect b="b" l="l" r="r" t="t"/>
              <a:pathLst>
                <a:path extrusionOk="0" h="647" w="1428">
                  <a:moveTo>
                    <a:pt x="1361" y="1"/>
                  </a:moveTo>
                  <a:cubicBezTo>
                    <a:pt x="1358" y="1"/>
                    <a:pt x="1356" y="1"/>
                    <a:pt x="1354" y="1"/>
                  </a:cubicBezTo>
                  <a:cubicBezTo>
                    <a:pt x="1066" y="25"/>
                    <a:pt x="793" y="65"/>
                    <a:pt x="541" y="211"/>
                  </a:cubicBezTo>
                  <a:cubicBezTo>
                    <a:pt x="457" y="260"/>
                    <a:pt x="386" y="330"/>
                    <a:pt x="314" y="392"/>
                  </a:cubicBezTo>
                  <a:cubicBezTo>
                    <a:pt x="254" y="442"/>
                    <a:pt x="169" y="529"/>
                    <a:pt x="85" y="529"/>
                  </a:cubicBezTo>
                  <a:cubicBezTo>
                    <a:pt x="81" y="529"/>
                    <a:pt x="77" y="528"/>
                    <a:pt x="73" y="528"/>
                  </a:cubicBezTo>
                  <a:cubicBezTo>
                    <a:pt x="71" y="528"/>
                    <a:pt x="70" y="528"/>
                    <a:pt x="68" y="528"/>
                  </a:cubicBezTo>
                  <a:cubicBezTo>
                    <a:pt x="1" y="528"/>
                    <a:pt x="4" y="639"/>
                    <a:pt x="74" y="646"/>
                  </a:cubicBezTo>
                  <a:cubicBezTo>
                    <a:pt x="80" y="646"/>
                    <a:pt x="86" y="646"/>
                    <a:pt x="91" y="646"/>
                  </a:cubicBezTo>
                  <a:cubicBezTo>
                    <a:pt x="174" y="646"/>
                    <a:pt x="252" y="590"/>
                    <a:pt x="314" y="542"/>
                  </a:cubicBezTo>
                  <a:cubicBezTo>
                    <a:pt x="399" y="477"/>
                    <a:pt x="474" y="399"/>
                    <a:pt x="561" y="337"/>
                  </a:cubicBezTo>
                  <a:cubicBezTo>
                    <a:pt x="793" y="172"/>
                    <a:pt x="1079" y="140"/>
                    <a:pt x="1354" y="116"/>
                  </a:cubicBezTo>
                  <a:cubicBezTo>
                    <a:pt x="1424" y="109"/>
                    <a:pt x="1428" y="1"/>
                    <a:pt x="1361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9800" lIns="91425" spcFirstLastPara="1" rIns="91425" wrap="square" tIns="19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50" name="Google Shape;750;p9"/>
            <p:cNvSpPr/>
            <p:nvPr/>
          </p:nvSpPr>
          <p:spPr>
            <a:xfrm>
              <a:off x="5127480" y="121320"/>
              <a:ext cx="107640" cy="27000"/>
            </a:xfrm>
            <a:custGeom>
              <a:rect b="b" l="l" r="r" t="t"/>
              <a:pathLst>
                <a:path extrusionOk="0" h="445" w="1768">
                  <a:moveTo>
                    <a:pt x="351" y="0"/>
                  </a:moveTo>
                  <a:cubicBezTo>
                    <a:pt x="247" y="0"/>
                    <a:pt x="143" y="18"/>
                    <a:pt x="52" y="74"/>
                  </a:cubicBezTo>
                  <a:cubicBezTo>
                    <a:pt x="0" y="108"/>
                    <a:pt x="32" y="183"/>
                    <a:pt x="81" y="183"/>
                  </a:cubicBezTo>
                  <a:cubicBezTo>
                    <a:pt x="91" y="183"/>
                    <a:pt x="101" y="180"/>
                    <a:pt x="111" y="174"/>
                  </a:cubicBezTo>
                  <a:cubicBezTo>
                    <a:pt x="185" y="128"/>
                    <a:pt x="269" y="114"/>
                    <a:pt x="355" y="114"/>
                  </a:cubicBezTo>
                  <a:cubicBezTo>
                    <a:pt x="402" y="114"/>
                    <a:pt x="450" y="118"/>
                    <a:pt x="497" y="124"/>
                  </a:cubicBezTo>
                  <a:cubicBezTo>
                    <a:pt x="645" y="142"/>
                    <a:pt x="793" y="172"/>
                    <a:pt x="937" y="212"/>
                  </a:cubicBezTo>
                  <a:cubicBezTo>
                    <a:pt x="1089" y="251"/>
                    <a:pt x="1238" y="297"/>
                    <a:pt x="1386" y="339"/>
                  </a:cubicBezTo>
                  <a:lnTo>
                    <a:pt x="1535" y="382"/>
                  </a:lnTo>
                  <a:cubicBezTo>
                    <a:pt x="1566" y="392"/>
                    <a:pt x="1629" y="403"/>
                    <a:pt x="1649" y="426"/>
                  </a:cubicBezTo>
                  <a:cubicBezTo>
                    <a:pt x="1660" y="439"/>
                    <a:pt x="1674" y="444"/>
                    <a:pt x="1686" y="444"/>
                  </a:cubicBezTo>
                  <a:cubicBezTo>
                    <a:pt x="1729" y="444"/>
                    <a:pt x="1767" y="386"/>
                    <a:pt x="1729" y="344"/>
                  </a:cubicBezTo>
                  <a:cubicBezTo>
                    <a:pt x="1701" y="312"/>
                    <a:pt x="1653" y="300"/>
                    <a:pt x="1616" y="287"/>
                  </a:cubicBezTo>
                  <a:cubicBezTo>
                    <a:pt x="1558" y="268"/>
                    <a:pt x="1497" y="251"/>
                    <a:pt x="1437" y="234"/>
                  </a:cubicBezTo>
                  <a:cubicBezTo>
                    <a:pt x="1273" y="186"/>
                    <a:pt x="1107" y="137"/>
                    <a:pt x="941" y="94"/>
                  </a:cubicBezTo>
                  <a:cubicBezTo>
                    <a:pt x="788" y="53"/>
                    <a:pt x="631" y="25"/>
                    <a:pt x="474" y="8"/>
                  </a:cubicBezTo>
                  <a:cubicBezTo>
                    <a:pt x="433" y="3"/>
                    <a:pt x="392" y="0"/>
                    <a:pt x="351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3675" lIns="91425" spcFirstLastPara="1" rIns="91425" wrap="square" tIns="13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51" name="Google Shape;751;p9"/>
            <p:cNvSpPr/>
            <p:nvPr/>
          </p:nvSpPr>
          <p:spPr>
            <a:xfrm>
              <a:off x="5052240" y="447840"/>
              <a:ext cx="15480" cy="16560"/>
            </a:xfrm>
            <a:custGeom>
              <a:rect b="b" l="l" r="r" t="t"/>
              <a:pathLst>
                <a:path extrusionOk="0" h="278" w="260">
                  <a:moveTo>
                    <a:pt x="142" y="1"/>
                  </a:moveTo>
                  <a:cubicBezTo>
                    <a:pt x="132" y="1"/>
                    <a:pt x="121" y="2"/>
                    <a:pt x="111" y="4"/>
                  </a:cubicBezTo>
                  <a:cubicBezTo>
                    <a:pt x="102" y="8"/>
                    <a:pt x="94" y="11"/>
                    <a:pt x="82" y="17"/>
                  </a:cubicBezTo>
                  <a:cubicBezTo>
                    <a:pt x="65" y="28"/>
                    <a:pt x="51" y="42"/>
                    <a:pt x="43" y="58"/>
                  </a:cubicBezTo>
                  <a:cubicBezTo>
                    <a:pt x="33" y="73"/>
                    <a:pt x="26" y="88"/>
                    <a:pt x="17" y="103"/>
                  </a:cubicBezTo>
                  <a:cubicBezTo>
                    <a:pt x="9" y="116"/>
                    <a:pt x="5" y="132"/>
                    <a:pt x="3" y="146"/>
                  </a:cubicBezTo>
                  <a:cubicBezTo>
                    <a:pt x="0" y="163"/>
                    <a:pt x="0" y="177"/>
                    <a:pt x="5" y="192"/>
                  </a:cubicBezTo>
                  <a:cubicBezTo>
                    <a:pt x="9" y="207"/>
                    <a:pt x="16" y="221"/>
                    <a:pt x="26" y="231"/>
                  </a:cubicBezTo>
                  <a:cubicBezTo>
                    <a:pt x="36" y="243"/>
                    <a:pt x="46" y="255"/>
                    <a:pt x="58" y="262"/>
                  </a:cubicBezTo>
                  <a:cubicBezTo>
                    <a:pt x="67" y="265"/>
                    <a:pt x="75" y="269"/>
                    <a:pt x="87" y="273"/>
                  </a:cubicBezTo>
                  <a:cubicBezTo>
                    <a:pt x="97" y="276"/>
                    <a:pt x="108" y="277"/>
                    <a:pt x="118" y="277"/>
                  </a:cubicBezTo>
                  <a:cubicBezTo>
                    <a:pt x="128" y="277"/>
                    <a:pt x="138" y="276"/>
                    <a:pt x="149" y="273"/>
                  </a:cubicBezTo>
                  <a:cubicBezTo>
                    <a:pt x="158" y="270"/>
                    <a:pt x="166" y="266"/>
                    <a:pt x="177" y="262"/>
                  </a:cubicBezTo>
                  <a:cubicBezTo>
                    <a:pt x="194" y="251"/>
                    <a:pt x="207" y="238"/>
                    <a:pt x="219" y="221"/>
                  </a:cubicBezTo>
                  <a:cubicBezTo>
                    <a:pt x="227" y="205"/>
                    <a:pt x="234" y="191"/>
                    <a:pt x="243" y="174"/>
                  </a:cubicBezTo>
                  <a:cubicBezTo>
                    <a:pt x="251" y="163"/>
                    <a:pt x="255" y="146"/>
                    <a:pt x="257" y="132"/>
                  </a:cubicBezTo>
                  <a:cubicBezTo>
                    <a:pt x="260" y="116"/>
                    <a:pt x="260" y="102"/>
                    <a:pt x="255" y="86"/>
                  </a:cubicBezTo>
                  <a:cubicBezTo>
                    <a:pt x="251" y="72"/>
                    <a:pt x="244" y="58"/>
                    <a:pt x="234" y="46"/>
                  </a:cubicBezTo>
                  <a:cubicBezTo>
                    <a:pt x="224" y="35"/>
                    <a:pt x="214" y="24"/>
                    <a:pt x="202" y="17"/>
                  </a:cubicBezTo>
                  <a:cubicBezTo>
                    <a:pt x="193" y="14"/>
                    <a:pt x="185" y="10"/>
                    <a:pt x="173" y="4"/>
                  </a:cubicBezTo>
                  <a:cubicBezTo>
                    <a:pt x="163" y="2"/>
                    <a:pt x="152" y="1"/>
                    <a:pt x="142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275" lIns="91425" spcFirstLastPara="1" rIns="91425" wrap="square" tIns="8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52" name="Google Shape;752;p9"/>
            <p:cNvSpPr/>
            <p:nvPr/>
          </p:nvSpPr>
          <p:spPr>
            <a:xfrm>
              <a:off x="5027760" y="383760"/>
              <a:ext cx="14400" cy="14760"/>
            </a:xfrm>
            <a:custGeom>
              <a:rect b="b" l="l" r="r" t="t"/>
              <a:pathLst>
                <a:path extrusionOk="0" h="246" w="243">
                  <a:moveTo>
                    <a:pt x="125" y="0"/>
                  </a:moveTo>
                  <a:cubicBezTo>
                    <a:pt x="115" y="0"/>
                    <a:pt x="105" y="1"/>
                    <a:pt x="94" y="4"/>
                  </a:cubicBezTo>
                  <a:cubicBezTo>
                    <a:pt x="85" y="9"/>
                    <a:pt x="77" y="11"/>
                    <a:pt x="66" y="17"/>
                  </a:cubicBezTo>
                  <a:cubicBezTo>
                    <a:pt x="50" y="26"/>
                    <a:pt x="36" y="40"/>
                    <a:pt x="25" y="58"/>
                  </a:cubicBezTo>
                  <a:cubicBezTo>
                    <a:pt x="23" y="64"/>
                    <a:pt x="20" y="68"/>
                    <a:pt x="17" y="72"/>
                  </a:cubicBezTo>
                  <a:cubicBezTo>
                    <a:pt x="9" y="85"/>
                    <a:pt x="6" y="101"/>
                    <a:pt x="3" y="115"/>
                  </a:cubicBezTo>
                  <a:cubicBezTo>
                    <a:pt x="0" y="130"/>
                    <a:pt x="0" y="145"/>
                    <a:pt x="6" y="160"/>
                  </a:cubicBezTo>
                  <a:cubicBezTo>
                    <a:pt x="9" y="174"/>
                    <a:pt x="16" y="189"/>
                    <a:pt x="27" y="200"/>
                  </a:cubicBezTo>
                  <a:cubicBezTo>
                    <a:pt x="36" y="211"/>
                    <a:pt x="46" y="223"/>
                    <a:pt x="59" y="230"/>
                  </a:cubicBezTo>
                  <a:cubicBezTo>
                    <a:pt x="67" y="232"/>
                    <a:pt x="77" y="237"/>
                    <a:pt x="87" y="242"/>
                  </a:cubicBezTo>
                  <a:cubicBezTo>
                    <a:pt x="97" y="245"/>
                    <a:pt x="108" y="246"/>
                    <a:pt x="118" y="246"/>
                  </a:cubicBezTo>
                  <a:cubicBezTo>
                    <a:pt x="128" y="246"/>
                    <a:pt x="139" y="245"/>
                    <a:pt x="149" y="242"/>
                  </a:cubicBezTo>
                  <a:cubicBezTo>
                    <a:pt x="158" y="238"/>
                    <a:pt x="166" y="235"/>
                    <a:pt x="178" y="230"/>
                  </a:cubicBezTo>
                  <a:cubicBezTo>
                    <a:pt x="195" y="218"/>
                    <a:pt x="209" y="206"/>
                    <a:pt x="219" y="189"/>
                  </a:cubicBezTo>
                  <a:cubicBezTo>
                    <a:pt x="220" y="183"/>
                    <a:pt x="223" y="179"/>
                    <a:pt x="226" y="174"/>
                  </a:cubicBezTo>
                  <a:cubicBezTo>
                    <a:pt x="234" y="162"/>
                    <a:pt x="237" y="146"/>
                    <a:pt x="240" y="132"/>
                  </a:cubicBezTo>
                  <a:cubicBezTo>
                    <a:pt x="243" y="116"/>
                    <a:pt x="243" y="102"/>
                    <a:pt x="237" y="87"/>
                  </a:cubicBezTo>
                  <a:cubicBezTo>
                    <a:pt x="234" y="72"/>
                    <a:pt x="227" y="58"/>
                    <a:pt x="216" y="47"/>
                  </a:cubicBezTo>
                  <a:cubicBezTo>
                    <a:pt x="207" y="34"/>
                    <a:pt x="197" y="24"/>
                    <a:pt x="185" y="17"/>
                  </a:cubicBezTo>
                  <a:cubicBezTo>
                    <a:pt x="176" y="14"/>
                    <a:pt x="166" y="10"/>
                    <a:pt x="156" y="4"/>
                  </a:cubicBezTo>
                  <a:cubicBezTo>
                    <a:pt x="146" y="1"/>
                    <a:pt x="135" y="0"/>
                    <a:pt x="125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550" lIns="91425" spcFirstLastPara="1" rIns="91425" wrap="square" tIns="75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53" name="Google Shape;753;p9"/>
            <p:cNvSpPr/>
            <p:nvPr/>
          </p:nvSpPr>
          <p:spPr>
            <a:xfrm>
              <a:off x="4956120" y="380160"/>
              <a:ext cx="14400" cy="15480"/>
            </a:xfrm>
            <a:custGeom>
              <a:rect b="b" l="l" r="r" t="t"/>
              <a:pathLst>
                <a:path extrusionOk="0" h="257" w="241">
                  <a:moveTo>
                    <a:pt x="113" y="1"/>
                  </a:moveTo>
                  <a:cubicBezTo>
                    <a:pt x="105" y="1"/>
                    <a:pt x="96" y="2"/>
                    <a:pt x="87" y="4"/>
                  </a:cubicBezTo>
                  <a:cubicBezTo>
                    <a:pt x="79" y="8"/>
                    <a:pt x="70" y="11"/>
                    <a:pt x="59" y="17"/>
                  </a:cubicBezTo>
                  <a:cubicBezTo>
                    <a:pt x="42" y="28"/>
                    <a:pt x="28" y="42"/>
                    <a:pt x="19" y="58"/>
                  </a:cubicBezTo>
                  <a:cubicBezTo>
                    <a:pt x="15" y="66"/>
                    <a:pt x="12" y="75"/>
                    <a:pt x="6" y="86"/>
                  </a:cubicBezTo>
                  <a:cubicBezTo>
                    <a:pt x="1" y="107"/>
                    <a:pt x="1" y="129"/>
                    <a:pt x="6" y="149"/>
                  </a:cubicBezTo>
                  <a:cubicBezTo>
                    <a:pt x="8" y="156"/>
                    <a:pt x="9" y="160"/>
                    <a:pt x="12" y="168"/>
                  </a:cubicBezTo>
                  <a:lnTo>
                    <a:pt x="12" y="171"/>
                  </a:lnTo>
                  <a:cubicBezTo>
                    <a:pt x="15" y="185"/>
                    <a:pt x="22" y="200"/>
                    <a:pt x="33" y="211"/>
                  </a:cubicBezTo>
                  <a:cubicBezTo>
                    <a:pt x="42" y="222"/>
                    <a:pt x="52" y="234"/>
                    <a:pt x="64" y="241"/>
                  </a:cubicBezTo>
                  <a:cubicBezTo>
                    <a:pt x="77" y="249"/>
                    <a:pt x="93" y="252"/>
                    <a:pt x="107" y="255"/>
                  </a:cubicBezTo>
                  <a:cubicBezTo>
                    <a:pt x="113" y="256"/>
                    <a:pt x="120" y="257"/>
                    <a:pt x="126" y="257"/>
                  </a:cubicBezTo>
                  <a:cubicBezTo>
                    <a:pt x="135" y="257"/>
                    <a:pt x="144" y="255"/>
                    <a:pt x="154" y="252"/>
                  </a:cubicBezTo>
                  <a:cubicBezTo>
                    <a:pt x="162" y="249"/>
                    <a:pt x="171" y="246"/>
                    <a:pt x="182" y="241"/>
                  </a:cubicBezTo>
                  <a:cubicBezTo>
                    <a:pt x="199" y="229"/>
                    <a:pt x="213" y="215"/>
                    <a:pt x="222" y="200"/>
                  </a:cubicBezTo>
                  <a:cubicBezTo>
                    <a:pt x="226" y="191"/>
                    <a:pt x="229" y="181"/>
                    <a:pt x="234" y="171"/>
                  </a:cubicBezTo>
                  <a:cubicBezTo>
                    <a:pt x="240" y="150"/>
                    <a:pt x="240" y="130"/>
                    <a:pt x="234" y="109"/>
                  </a:cubicBezTo>
                  <a:cubicBezTo>
                    <a:pt x="233" y="102"/>
                    <a:pt x="232" y="96"/>
                    <a:pt x="229" y="89"/>
                  </a:cubicBezTo>
                  <a:lnTo>
                    <a:pt x="229" y="86"/>
                  </a:lnTo>
                  <a:cubicBezTo>
                    <a:pt x="226" y="72"/>
                    <a:pt x="219" y="58"/>
                    <a:pt x="208" y="47"/>
                  </a:cubicBezTo>
                  <a:cubicBezTo>
                    <a:pt x="199" y="35"/>
                    <a:pt x="189" y="24"/>
                    <a:pt x="176" y="17"/>
                  </a:cubicBezTo>
                  <a:cubicBezTo>
                    <a:pt x="164" y="8"/>
                    <a:pt x="148" y="4"/>
                    <a:pt x="134" y="3"/>
                  </a:cubicBezTo>
                  <a:cubicBezTo>
                    <a:pt x="127" y="1"/>
                    <a:pt x="120" y="1"/>
                    <a:pt x="113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00" lIns="91425" spcFirstLastPara="1" rIns="91425" wrap="square" tIns="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54" name="Google Shape;754;p9"/>
            <p:cNvSpPr/>
            <p:nvPr/>
          </p:nvSpPr>
          <p:spPr>
            <a:xfrm>
              <a:off x="4974120" y="461160"/>
              <a:ext cx="15120" cy="14400"/>
            </a:xfrm>
            <a:custGeom>
              <a:rect b="b" l="l" r="r" t="t"/>
              <a:pathLst>
                <a:path extrusionOk="0" h="242" w="252">
                  <a:moveTo>
                    <a:pt x="163" y="228"/>
                  </a:moveTo>
                  <a:cubicBezTo>
                    <a:pt x="163" y="228"/>
                    <a:pt x="162" y="228"/>
                    <a:pt x="161" y="228"/>
                  </a:cubicBezTo>
                  <a:lnTo>
                    <a:pt x="161" y="228"/>
                  </a:lnTo>
                  <a:cubicBezTo>
                    <a:pt x="162" y="228"/>
                    <a:pt x="163" y="228"/>
                    <a:pt x="163" y="228"/>
                  </a:cubicBezTo>
                  <a:close/>
                  <a:moveTo>
                    <a:pt x="132" y="1"/>
                  </a:moveTo>
                  <a:cubicBezTo>
                    <a:pt x="129" y="1"/>
                    <a:pt x="107" y="4"/>
                    <a:pt x="102" y="4"/>
                  </a:cubicBezTo>
                  <a:lnTo>
                    <a:pt x="100" y="4"/>
                  </a:lnTo>
                  <a:cubicBezTo>
                    <a:pt x="95" y="5"/>
                    <a:pt x="90" y="5"/>
                    <a:pt x="87" y="8"/>
                  </a:cubicBezTo>
                  <a:cubicBezTo>
                    <a:pt x="73" y="11"/>
                    <a:pt x="58" y="18"/>
                    <a:pt x="47" y="29"/>
                  </a:cubicBezTo>
                  <a:cubicBezTo>
                    <a:pt x="36" y="38"/>
                    <a:pt x="24" y="48"/>
                    <a:pt x="17" y="60"/>
                  </a:cubicBezTo>
                  <a:cubicBezTo>
                    <a:pt x="9" y="73"/>
                    <a:pt x="5" y="89"/>
                    <a:pt x="3" y="103"/>
                  </a:cubicBezTo>
                  <a:cubicBezTo>
                    <a:pt x="0" y="118"/>
                    <a:pt x="0" y="133"/>
                    <a:pt x="5" y="150"/>
                  </a:cubicBezTo>
                  <a:cubicBezTo>
                    <a:pt x="9" y="158"/>
                    <a:pt x="12" y="167"/>
                    <a:pt x="17" y="178"/>
                  </a:cubicBezTo>
                  <a:cubicBezTo>
                    <a:pt x="29" y="195"/>
                    <a:pt x="43" y="209"/>
                    <a:pt x="58" y="218"/>
                  </a:cubicBezTo>
                  <a:cubicBezTo>
                    <a:pt x="62" y="219"/>
                    <a:pt x="65" y="221"/>
                    <a:pt x="68" y="222"/>
                  </a:cubicBezTo>
                  <a:lnTo>
                    <a:pt x="68" y="222"/>
                  </a:lnTo>
                  <a:cubicBezTo>
                    <a:pt x="70" y="223"/>
                    <a:pt x="71" y="224"/>
                    <a:pt x="73" y="225"/>
                  </a:cubicBezTo>
                  <a:cubicBezTo>
                    <a:pt x="81" y="229"/>
                    <a:pt x="90" y="232"/>
                    <a:pt x="101" y="237"/>
                  </a:cubicBezTo>
                  <a:cubicBezTo>
                    <a:pt x="112" y="240"/>
                    <a:pt x="122" y="242"/>
                    <a:pt x="132" y="242"/>
                  </a:cubicBezTo>
                  <a:cubicBezTo>
                    <a:pt x="142" y="242"/>
                    <a:pt x="153" y="240"/>
                    <a:pt x="163" y="237"/>
                  </a:cubicBezTo>
                  <a:cubicBezTo>
                    <a:pt x="172" y="235"/>
                    <a:pt x="180" y="230"/>
                    <a:pt x="192" y="225"/>
                  </a:cubicBezTo>
                  <a:cubicBezTo>
                    <a:pt x="209" y="215"/>
                    <a:pt x="223" y="201"/>
                    <a:pt x="231" y="185"/>
                  </a:cubicBezTo>
                  <a:cubicBezTo>
                    <a:pt x="234" y="182"/>
                    <a:pt x="234" y="179"/>
                    <a:pt x="236" y="178"/>
                  </a:cubicBezTo>
                  <a:cubicBezTo>
                    <a:pt x="238" y="168"/>
                    <a:pt x="244" y="158"/>
                    <a:pt x="248" y="150"/>
                  </a:cubicBezTo>
                  <a:lnTo>
                    <a:pt x="248" y="147"/>
                  </a:lnTo>
                  <a:lnTo>
                    <a:pt x="251" y="117"/>
                  </a:lnTo>
                  <a:cubicBezTo>
                    <a:pt x="251" y="107"/>
                    <a:pt x="250" y="96"/>
                    <a:pt x="248" y="86"/>
                  </a:cubicBezTo>
                  <a:cubicBezTo>
                    <a:pt x="244" y="74"/>
                    <a:pt x="241" y="66"/>
                    <a:pt x="236" y="57"/>
                  </a:cubicBezTo>
                  <a:cubicBezTo>
                    <a:pt x="236" y="55"/>
                    <a:pt x="217" y="33"/>
                    <a:pt x="217" y="33"/>
                  </a:cubicBezTo>
                  <a:cubicBezTo>
                    <a:pt x="210" y="29"/>
                    <a:pt x="202" y="22"/>
                    <a:pt x="195" y="16"/>
                  </a:cubicBezTo>
                  <a:cubicBezTo>
                    <a:pt x="195" y="16"/>
                    <a:pt x="168" y="4"/>
                    <a:pt x="166" y="4"/>
                  </a:cubicBezTo>
                  <a:cubicBezTo>
                    <a:pt x="156" y="2"/>
                    <a:pt x="145" y="1"/>
                    <a:pt x="135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200" lIns="91425" spcFirstLastPara="1" rIns="91425" wrap="square" tIns="7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55" name="Google Shape;755;p9"/>
            <p:cNvSpPr/>
            <p:nvPr/>
          </p:nvSpPr>
          <p:spPr>
            <a:xfrm>
              <a:off x="5141160" y="640440"/>
              <a:ext cx="15480" cy="16560"/>
            </a:xfrm>
            <a:custGeom>
              <a:rect b="b" l="l" r="r" t="t"/>
              <a:pathLst>
                <a:path extrusionOk="0" h="278" w="261">
                  <a:moveTo>
                    <a:pt x="143" y="1"/>
                  </a:moveTo>
                  <a:cubicBezTo>
                    <a:pt x="133" y="1"/>
                    <a:pt x="123" y="2"/>
                    <a:pt x="112" y="4"/>
                  </a:cubicBezTo>
                  <a:cubicBezTo>
                    <a:pt x="102" y="8"/>
                    <a:pt x="94" y="11"/>
                    <a:pt x="84" y="17"/>
                  </a:cubicBezTo>
                  <a:cubicBezTo>
                    <a:pt x="65" y="28"/>
                    <a:pt x="51" y="42"/>
                    <a:pt x="43" y="58"/>
                  </a:cubicBezTo>
                  <a:cubicBezTo>
                    <a:pt x="34" y="73"/>
                    <a:pt x="27" y="88"/>
                    <a:pt x="17" y="103"/>
                  </a:cubicBezTo>
                  <a:cubicBezTo>
                    <a:pt x="9" y="116"/>
                    <a:pt x="6" y="132"/>
                    <a:pt x="3" y="146"/>
                  </a:cubicBezTo>
                  <a:cubicBezTo>
                    <a:pt x="0" y="163"/>
                    <a:pt x="0" y="177"/>
                    <a:pt x="6" y="193"/>
                  </a:cubicBezTo>
                  <a:cubicBezTo>
                    <a:pt x="9" y="207"/>
                    <a:pt x="16" y="221"/>
                    <a:pt x="27" y="231"/>
                  </a:cubicBezTo>
                  <a:cubicBezTo>
                    <a:pt x="36" y="244"/>
                    <a:pt x="46" y="255"/>
                    <a:pt x="58" y="262"/>
                  </a:cubicBezTo>
                  <a:cubicBezTo>
                    <a:pt x="67" y="265"/>
                    <a:pt x="77" y="269"/>
                    <a:pt x="87" y="273"/>
                  </a:cubicBezTo>
                  <a:cubicBezTo>
                    <a:pt x="97" y="276"/>
                    <a:pt x="108" y="278"/>
                    <a:pt x="118" y="278"/>
                  </a:cubicBezTo>
                  <a:cubicBezTo>
                    <a:pt x="128" y="278"/>
                    <a:pt x="138" y="276"/>
                    <a:pt x="149" y="273"/>
                  </a:cubicBezTo>
                  <a:cubicBezTo>
                    <a:pt x="158" y="270"/>
                    <a:pt x="167" y="266"/>
                    <a:pt x="177" y="262"/>
                  </a:cubicBezTo>
                  <a:cubicBezTo>
                    <a:pt x="193" y="252"/>
                    <a:pt x="207" y="238"/>
                    <a:pt x="218" y="221"/>
                  </a:cubicBezTo>
                  <a:cubicBezTo>
                    <a:pt x="227" y="205"/>
                    <a:pt x="234" y="191"/>
                    <a:pt x="243" y="174"/>
                  </a:cubicBezTo>
                  <a:cubicBezTo>
                    <a:pt x="252" y="163"/>
                    <a:pt x="255" y="146"/>
                    <a:pt x="257" y="132"/>
                  </a:cubicBezTo>
                  <a:cubicBezTo>
                    <a:pt x="261" y="116"/>
                    <a:pt x="261" y="102"/>
                    <a:pt x="255" y="86"/>
                  </a:cubicBezTo>
                  <a:cubicBezTo>
                    <a:pt x="252" y="72"/>
                    <a:pt x="244" y="58"/>
                    <a:pt x="234" y="47"/>
                  </a:cubicBezTo>
                  <a:cubicBezTo>
                    <a:pt x="226" y="35"/>
                    <a:pt x="214" y="24"/>
                    <a:pt x="203" y="17"/>
                  </a:cubicBezTo>
                  <a:cubicBezTo>
                    <a:pt x="193" y="14"/>
                    <a:pt x="184" y="10"/>
                    <a:pt x="173" y="4"/>
                  </a:cubicBezTo>
                  <a:cubicBezTo>
                    <a:pt x="163" y="2"/>
                    <a:pt x="153" y="1"/>
                    <a:pt x="143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275" lIns="91425" spcFirstLastPara="1" rIns="91425" wrap="square" tIns="8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56" name="Google Shape;756;p9"/>
            <p:cNvSpPr/>
            <p:nvPr/>
          </p:nvSpPr>
          <p:spPr>
            <a:xfrm>
              <a:off x="5232240" y="652680"/>
              <a:ext cx="14400" cy="15480"/>
            </a:xfrm>
            <a:custGeom>
              <a:rect b="b" l="l" r="r" t="t"/>
              <a:pathLst>
                <a:path extrusionOk="0" h="258" w="241">
                  <a:moveTo>
                    <a:pt x="112" y="1"/>
                  </a:moveTo>
                  <a:cubicBezTo>
                    <a:pt x="104" y="1"/>
                    <a:pt x="96" y="2"/>
                    <a:pt x="87" y="5"/>
                  </a:cubicBezTo>
                  <a:cubicBezTo>
                    <a:pt x="79" y="9"/>
                    <a:pt x="70" y="12"/>
                    <a:pt x="59" y="18"/>
                  </a:cubicBezTo>
                  <a:cubicBezTo>
                    <a:pt x="41" y="28"/>
                    <a:pt x="26" y="42"/>
                    <a:pt x="18" y="59"/>
                  </a:cubicBezTo>
                  <a:cubicBezTo>
                    <a:pt x="15" y="67"/>
                    <a:pt x="11" y="76"/>
                    <a:pt x="5" y="87"/>
                  </a:cubicBezTo>
                  <a:cubicBezTo>
                    <a:pt x="1" y="109"/>
                    <a:pt x="1" y="127"/>
                    <a:pt x="5" y="148"/>
                  </a:cubicBezTo>
                  <a:cubicBezTo>
                    <a:pt x="8" y="155"/>
                    <a:pt x="9" y="161"/>
                    <a:pt x="11" y="168"/>
                  </a:cubicBezTo>
                  <a:lnTo>
                    <a:pt x="11" y="172"/>
                  </a:lnTo>
                  <a:cubicBezTo>
                    <a:pt x="15" y="187"/>
                    <a:pt x="22" y="201"/>
                    <a:pt x="32" y="211"/>
                  </a:cubicBezTo>
                  <a:cubicBezTo>
                    <a:pt x="41" y="223"/>
                    <a:pt x="52" y="233"/>
                    <a:pt x="65" y="240"/>
                  </a:cubicBezTo>
                  <a:cubicBezTo>
                    <a:pt x="76" y="250"/>
                    <a:pt x="93" y="253"/>
                    <a:pt x="107" y="255"/>
                  </a:cubicBezTo>
                  <a:cubicBezTo>
                    <a:pt x="114" y="257"/>
                    <a:pt x="121" y="258"/>
                    <a:pt x="128" y="258"/>
                  </a:cubicBezTo>
                  <a:cubicBezTo>
                    <a:pt x="136" y="258"/>
                    <a:pt x="144" y="256"/>
                    <a:pt x="153" y="253"/>
                  </a:cubicBezTo>
                  <a:cubicBezTo>
                    <a:pt x="162" y="250"/>
                    <a:pt x="171" y="246"/>
                    <a:pt x="181" y="240"/>
                  </a:cubicBezTo>
                  <a:cubicBezTo>
                    <a:pt x="199" y="230"/>
                    <a:pt x="213" y="216"/>
                    <a:pt x="222" y="201"/>
                  </a:cubicBezTo>
                  <a:cubicBezTo>
                    <a:pt x="226" y="191"/>
                    <a:pt x="229" y="182"/>
                    <a:pt x="235" y="172"/>
                  </a:cubicBezTo>
                  <a:cubicBezTo>
                    <a:pt x="240" y="151"/>
                    <a:pt x="240" y="128"/>
                    <a:pt x="235" y="110"/>
                  </a:cubicBezTo>
                  <a:cubicBezTo>
                    <a:pt x="233" y="103"/>
                    <a:pt x="230" y="97"/>
                    <a:pt x="229" y="90"/>
                  </a:cubicBezTo>
                  <a:lnTo>
                    <a:pt x="229" y="87"/>
                  </a:lnTo>
                  <a:cubicBezTo>
                    <a:pt x="226" y="73"/>
                    <a:pt x="218" y="58"/>
                    <a:pt x="208" y="48"/>
                  </a:cubicBezTo>
                  <a:cubicBezTo>
                    <a:pt x="199" y="35"/>
                    <a:pt x="188" y="25"/>
                    <a:pt x="177" y="18"/>
                  </a:cubicBezTo>
                  <a:cubicBezTo>
                    <a:pt x="164" y="9"/>
                    <a:pt x="147" y="5"/>
                    <a:pt x="134" y="4"/>
                  </a:cubicBezTo>
                  <a:cubicBezTo>
                    <a:pt x="126" y="2"/>
                    <a:pt x="119" y="1"/>
                    <a:pt x="112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00" lIns="91425" spcFirstLastPara="1" rIns="91425" wrap="square" tIns="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57" name="Google Shape;757;p9"/>
            <p:cNvSpPr/>
            <p:nvPr/>
          </p:nvSpPr>
          <p:spPr>
            <a:xfrm>
              <a:off x="5238360" y="443880"/>
              <a:ext cx="14760" cy="14760"/>
            </a:xfrm>
            <a:custGeom>
              <a:rect b="b" l="l" r="r" t="t"/>
              <a:pathLst>
                <a:path extrusionOk="0" h="246" w="245">
                  <a:moveTo>
                    <a:pt x="126" y="1"/>
                  </a:moveTo>
                  <a:cubicBezTo>
                    <a:pt x="115" y="1"/>
                    <a:pt x="105" y="2"/>
                    <a:pt x="94" y="5"/>
                  </a:cubicBezTo>
                  <a:cubicBezTo>
                    <a:pt x="86" y="8"/>
                    <a:pt x="77" y="12"/>
                    <a:pt x="66" y="16"/>
                  </a:cubicBezTo>
                  <a:cubicBezTo>
                    <a:pt x="49" y="28"/>
                    <a:pt x="35" y="42"/>
                    <a:pt x="26" y="57"/>
                  </a:cubicBezTo>
                  <a:cubicBezTo>
                    <a:pt x="24" y="63"/>
                    <a:pt x="21" y="66"/>
                    <a:pt x="19" y="72"/>
                  </a:cubicBezTo>
                  <a:cubicBezTo>
                    <a:pt x="9" y="84"/>
                    <a:pt x="7" y="100"/>
                    <a:pt x="5" y="114"/>
                  </a:cubicBezTo>
                  <a:cubicBezTo>
                    <a:pt x="1" y="130"/>
                    <a:pt x="1" y="144"/>
                    <a:pt x="7" y="161"/>
                  </a:cubicBezTo>
                  <a:cubicBezTo>
                    <a:pt x="9" y="175"/>
                    <a:pt x="16" y="189"/>
                    <a:pt x="28" y="199"/>
                  </a:cubicBezTo>
                  <a:cubicBezTo>
                    <a:pt x="36" y="212"/>
                    <a:pt x="48" y="222"/>
                    <a:pt x="59" y="229"/>
                  </a:cubicBezTo>
                  <a:cubicBezTo>
                    <a:pt x="69" y="233"/>
                    <a:pt x="77" y="236"/>
                    <a:pt x="87" y="242"/>
                  </a:cubicBezTo>
                  <a:cubicBezTo>
                    <a:pt x="98" y="245"/>
                    <a:pt x="108" y="246"/>
                    <a:pt x="118" y="246"/>
                  </a:cubicBezTo>
                  <a:cubicBezTo>
                    <a:pt x="129" y="246"/>
                    <a:pt x="139" y="245"/>
                    <a:pt x="150" y="242"/>
                  </a:cubicBezTo>
                  <a:cubicBezTo>
                    <a:pt x="158" y="239"/>
                    <a:pt x="168" y="235"/>
                    <a:pt x="178" y="229"/>
                  </a:cubicBezTo>
                  <a:cubicBezTo>
                    <a:pt x="196" y="220"/>
                    <a:pt x="211" y="206"/>
                    <a:pt x="219" y="189"/>
                  </a:cubicBezTo>
                  <a:cubicBezTo>
                    <a:pt x="220" y="184"/>
                    <a:pt x="225" y="179"/>
                    <a:pt x="226" y="175"/>
                  </a:cubicBezTo>
                  <a:cubicBezTo>
                    <a:pt x="235" y="162"/>
                    <a:pt x="239" y="145"/>
                    <a:pt x="240" y="133"/>
                  </a:cubicBezTo>
                  <a:cubicBezTo>
                    <a:pt x="245" y="116"/>
                    <a:pt x="245" y="101"/>
                    <a:pt x="239" y="86"/>
                  </a:cubicBezTo>
                  <a:cubicBezTo>
                    <a:pt x="235" y="72"/>
                    <a:pt x="228" y="57"/>
                    <a:pt x="218" y="48"/>
                  </a:cubicBezTo>
                  <a:cubicBezTo>
                    <a:pt x="209" y="35"/>
                    <a:pt x="198" y="23"/>
                    <a:pt x="185" y="16"/>
                  </a:cubicBezTo>
                  <a:cubicBezTo>
                    <a:pt x="177" y="14"/>
                    <a:pt x="168" y="9"/>
                    <a:pt x="157" y="5"/>
                  </a:cubicBezTo>
                  <a:cubicBezTo>
                    <a:pt x="146" y="2"/>
                    <a:pt x="136" y="1"/>
                    <a:pt x="126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550" lIns="91425" spcFirstLastPara="1" rIns="91425" wrap="square" tIns="75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58" name="Google Shape;758;p9"/>
            <p:cNvSpPr/>
            <p:nvPr/>
          </p:nvSpPr>
          <p:spPr>
            <a:xfrm>
              <a:off x="5312160" y="381960"/>
              <a:ext cx="18000" cy="13680"/>
            </a:xfrm>
            <a:custGeom>
              <a:rect b="b" l="l" r="r" t="t"/>
              <a:pathLst>
                <a:path extrusionOk="0" h="230" w="298">
                  <a:moveTo>
                    <a:pt x="149" y="0"/>
                  </a:moveTo>
                  <a:cubicBezTo>
                    <a:pt x="0" y="0"/>
                    <a:pt x="0" y="230"/>
                    <a:pt x="149" y="230"/>
                  </a:cubicBezTo>
                  <a:cubicBezTo>
                    <a:pt x="298" y="230"/>
                    <a:pt x="298" y="0"/>
                    <a:pt x="149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25" lIns="91425" spcFirstLastPara="1" rIns="91425" wrap="square" tIns="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59" name="Google Shape;759;p9"/>
            <p:cNvSpPr/>
            <p:nvPr/>
          </p:nvSpPr>
          <p:spPr>
            <a:xfrm>
              <a:off x="5321160" y="452520"/>
              <a:ext cx="14760" cy="14400"/>
            </a:xfrm>
            <a:custGeom>
              <a:rect b="b" l="l" r="r" t="t"/>
              <a:pathLst>
                <a:path extrusionOk="0" h="241" w="249">
                  <a:moveTo>
                    <a:pt x="114" y="0"/>
                  </a:moveTo>
                  <a:cubicBezTo>
                    <a:pt x="105" y="0"/>
                    <a:pt x="96" y="1"/>
                    <a:pt x="87" y="5"/>
                  </a:cubicBezTo>
                  <a:cubicBezTo>
                    <a:pt x="73" y="8"/>
                    <a:pt x="59" y="15"/>
                    <a:pt x="49" y="26"/>
                  </a:cubicBezTo>
                  <a:cubicBezTo>
                    <a:pt x="36" y="35"/>
                    <a:pt x="25" y="44"/>
                    <a:pt x="17" y="57"/>
                  </a:cubicBezTo>
                  <a:cubicBezTo>
                    <a:pt x="15" y="66"/>
                    <a:pt x="10" y="76"/>
                    <a:pt x="6" y="86"/>
                  </a:cubicBezTo>
                  <a:cubicBezTo>
                    <a:pt x="0" y="107"/>
                    <a:pt x="0" y="127"/>
                    <a:pt x="6" y="148"/>
                  </a:cubicBezTo>
                  <a:cubicBezTo>
                    <a:pt x="9" y="156"/>
                    <a:pt x="13" y="165"/>
                    <a:pt x="17" y="176"/>
                  </a:cubicBezTo>
                  <a:cubicBezTo>
                    <a:pt x="29" y="193"/>
                    <a:pt x="43" y="207"/>
                    <a:pt x="59" y="217"/>
                  </a:cubicBezTo>
                  <a:cubicBezTo>
                    <a:pt x="64" y="219"/>
                    <a:pt x="70" y="222"/>
                    <a:pt x="73" y="224"/>
                  </a:cubicBezTo>
                  <a:cubicBezTo>
                    <a:pt x="85" y="233"/>
                    <a:pt x="101" y="236"/>
                    <a:pt x="115" y="239"/>
                  </a:cubicBezTo>
                  <a:cubicBezTo>
                    <a:pt x="122" y="240"/>
                    <a:pt x="128" y="240"/>
                    <a:pt x="134" y="240"/>
                  </a:cubicBezTo>
                  <a:cubicBezTo>
                    <a:pt x="143" y="240"/>
                    <a:pt x="152" y="239"/>
                    <a:pt x="162" y="236"/>
                  </a:cubicBezTo>
                  <a:cubicBezTo>
                    <a:pt x="176" y="233"/>
                    <a:pt x="190" y="226"/>
                    <a:pt x="200" y="214"/>
                  </a:cubicBezTo>
                  <a:cubicBezTo>
                    <a:pt x="213" y="206"/>
                    <a:pt x="223" y="196"/>
                    <a:pt x="230" y="183"/>
                  </a:cubicBezTo>
                  <a:cubicBezTo>
                    <a:pt x="234" y="175"/>
                    <a:pt x="237" y="165"/>
                    <a:pt x="243" y="155"/>
                  </a:cubicBezTo>
                  <a:cubicBezTo>
                    <a:pt x="248" y="134"/>
                    <a:pt x="248" y="114"/>
                    <a:pt x="243" y="93"/>
                  </a:cubicBezTo>
                  <a:cubicBezTo>
                    <a:pt x="240" y="84"/>
                    <a:pt x="236" y="76"/>
                    <a:pt x="230" y="64"/>
                  </a:cubicBezTo>
                  <a:cubicBezTo>
                    <a:pt x="222" y="47"/>
                    <a:pt x="207" y="35"/>
                    <a:pt x="190" y="23"/>
                  </a:cubicBezTo>
                  <a:cubicBezTo>
                    <a:pt x="185" y="22"/>
                    <a:pt x="179" y="19"/>
                    <a:pt x="176" y="16"/>
                  </a:cubicBezTo>
                  <a:cubicBezTo>
                    <a:pt x="163" y="8"/>
                    <a:pt x="146" y="5"/>
                    <a:pt x="134" y="2"/>
                  </a:cubicBezTo>
                  <a:cubicBezTo>
                    <a:pt x="127" y="1"/>
                    <a:pt x="120" y="0"/>
                    <a:pt x="114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200" lIns="91425" spcFirstLastPara="1" rIns="91425" wrap="square" tIns="7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60" name="Google Shape;760;p9"/>
            <p:cNvSpPr/>
            <p:nvPr/>
          </p:nvSpPr>
          <p:spPr>
            <a:xfrm>
              <a:off x="5243760" y="344520"/>
              <a:ext cx="15840" cy="14760"/>
            </a:xfrm>
            <a:custGeom>
              <a:rect b="b" l="l" r="r" t="t"/>
              <a:pathLst>
                <a:path extrusionOk="0" h="250" w="266">
                  <a:moveTo>
                    <a:pt x="112" y="1"/>
                  </a:moveTo>
                  <a:cubicBezTo>
                    <a:pt x="103" y="1"/>
                    <a:pt x="95" y="2"/>
                    <a:pt x="87" y="4"/>
                  </a:cubicBezTo>
                  <a:cubicBezTo>
                    <a:pt x="72" y="8"/>
                    <a:pt x="58" y="15"/>
                    <a:pt x="48" y="25"/>
                  </a:cubicBezTo>
                  <a:cubicBezTo>
                    <a:pt x="36" y="35"/>
                    <a:pt x="24" y="45"/>
                    <a:pt x="17" y="58"/>
                  </a:cubicBezTo>
                  <a:cubicBezTo>
                    <a:pt x="14" y="66"/>
                    <a:pt x="10" y="75"/>
                    <a:pt x="6" y="86"/>
                  </a:cubicBezTo>
                  <a:cubicBezTo>
                    <a:pt x="0" y="107"/>
                    <a:pt x="0" y="127"/>
                    <a:pt x="6" y="148"/>
                  </a:cubicBezTo>
                  <a:cubicBezTo>
                    <a:pt x="9" y="157"/>
                    <a:pt x="13" y="165"/>
                    <a:pt x="17" y="177"/>
                  </a:cubicBezTo>
                  <a:cubicBezTo>
                    <a:pt x="28" y="192"/>
                    <a:pt x="41" y="207"/>
                    <a:pt x="58" y="217"/>
                  </a:cubicBezTo>
                  <a:lnTo>
                    <a:pt x="91" y="234"/>
                  </a:lnTo>
                  <a:cubicBezTo>
                    <a:pt x="102" y="242"/>
                    <a:pt x="119" y="245"/>
                    <a:pt x="133" y="248"/>
                  </a:cubicBezTo>
                  <a:cubicBezTo>
                    <a:pt x="140" y="249"/>
                    <a:pt x="146" y="250"/>
                    <a:pt x="152" y="250"/>
                  </a:cubicBezTo>
                  <a:cubicBezTo>
                    <a:pt x="161" y="250"/>
                    <a:pt x="170" y="248"/>
                    <a:pt x="179" y="245"/>
                  </a:cubicBezTo>
                  <a:cubicBezTo>
                    <a:pt x="193" y="242"/>
                    <a:pt x="207" y="235"/>
                    <a:pt x="218" y="224"/>
                  </a:cubicBezTo>
                  <a:cubicBezTo>
                    <a:pt x="230" y="215"/>
                    <a:pt x="241" y="205"/>
                    <a:pt x="248" y="192"/>
                  </a:cubicBezTo>
                  <a:cubicBezTo>
                    <a:pt x="251" y="184"/>
                    <a:pt x="255" y="174"/>
                    <a:pt x="261" y="164"/>
                  </a:cubicBezTo>
                  <a:cubicBezTo>
                    <a:pt x="265" y="143"/>
                    <a:pt x="265" y="123"/>
                    <a:pt x="261" y="102"/>
                  </a:cubicBezTo>
                  <a:cubicBezTo>
                    <a:pt x="257" y="93"/>
                    <a:pt x="254" y="85"/>
                    <a:pt x="248" y="73"/>
                  </a:cubicBezTo>
                  <a:cubicBezTo>
                    <a:pt x="237" y="56"/>
                    <a:pt x="223" y="42"/>
                    <a:pt x="207" y="32"/>
                  </a:cubicBezTo>
                  <a:lnTo>
                    <a:pt x="174" y="17"/>
                  </a:lnTo>
                  <a:cubicBezTo>
                    <a:pt x="163" y="8"/>
                    <a:pt x="146" y="4"/>
                    <a:pt x="133" y="3"/>
                  </a:cubicBezTo>
                  <a:cubicBezTo>
                    <a:pt x="126" y="1"/>
                    <a:pt x="119" y="1"/>
                    <a:pt x="112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550" lIns="91425" spcFirstLastPara="1" rIns="91425" wrap="square" tIns="75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61" name="Google Shape;761;p9"/>
            <p:cNvSpPr/>
            <p:nvPr/>
          </p:nvSpPr>
          <p:spPr>
            <a:xfrm>
              <a:off x="5127840" y="214560"/>
              <a:ext cx="16200" cy="15480"/>
            </a:xfrm>
            <a:custGeom>
              <a:rect b="b" l="l" r="r" t="t"/>
              <a:pathLst>
                <a:path extrusionOk="0" h="259" w="269">
                  <a:moveTo>
                    <a:pt x="74" y="39"/>
                  </a:moveTo>
                  <a:cubicBezTo>
                    <a:pt x="74" y="40"/>
                    <a:pt x="73" y="40"/>
                    <a:pt x="72" y="40"/>
                  </a:cubicBezTo>
                  <a:cubicBezTo>
                    <a:pt x="73" y="40"/>
                    <a:pt x="74" y="40"/>
                    <a:pt x="74" y="39"/>
                  </a:cubicBezTo>
                  <a:close/>
                  <a:moveTo>
                    <a:pt x="177" y="40"/>
                  </a:moveTo>
                  <a:cubicBezTo>
                    <a:pt x="177" y="40"/>
                    <a:pt x="177" y="40"/>
                    <a:pt x="177" y="40"/>
                  </a:cubicBezTo>
                  <a:cubicBezTo>
                    <a:pt x="177" y="40"/>
                    <a:pt x="177" y="40"/>
                    <a:pt x="177" y="40"/>
                  </a:cubicBezTo>
                  <a:close/>
                  <a:moveTo>
                    <a:pt x="43" y="69"/>
                  </a:moveTo>
                  <a:cubicBezTo>
                    <a:pt x="42" y="71"/>
                    <a:pt x="41" y="72"/>
                    <a:pt x="40" y="73"/>
                  </a:cubicBezTo>
                  <a:cubicBezTo>
                    <a:pt x="41" y="72"/>
                    <a:pt x="42" y="71"/>
                    <a:pt x="43" y="69"/>
                  </a:cubicBezTo>
                  <a:close/>
                  <a:moveTo>
                    <a:pt x="150" y="0"/>
                  </a:moveTo>
                  <a:cubicBezTo>
                    <a:pt x="140" y="0"/>
                    <a:pt x="130" y="2"/>
                    <a:pt x="119" y="5"/>
                  </a:cubicBezTo>
                  <a:cubicBezTo>
                    <a:pt x="109" y="8"/>
                    <a:pt x="101" y="12"/>
                    <a:pt x="89" y="16"/>
                  </a:cubicBezTo>
                  <a:cubicBezTo>
                    <a:pt x="83" y="21"/>
                    <a:pt x="76" y="26"/>
                    <a:pt x="70" y="31"/>
                  </a:cubicBezTo>
                  <a:lnTo>
                    <a:pt x="70" y="31"/>
                  </a:lnTo>
                  <a:cubicBezTo>
                    <a:pt x="62" y="35"/>
                    <a:pt x="54" y="40"/>
                    <a:pt x="48" y="47"/>
                  </a:cubicBezTo>
                  <a:cubicBezTo>
                    <a:pt x="36" y="56"/>
                    <a:pt x="24" y="66"/>
                    <a:pt x="17" y="78"/>
                  </a:cubicBezTo>
                  <a:cubicBezTo>
                    <a:pt x="14" y="87"/>
                    <a:pt x="10" y="97"/>
                    <a:pt x="6" y="107"/>
                  </a:cubicBezTo>
                  <a:cubicBezTo>
                    <a:pt x="0" y="128"/>
                    <a:pt x="0" y="148"/>
                    <a:pt x="6" y="169"/>
                  </a:cubicBezTo>
                  <a:cubicBezTo>
                    <a:pt x="9" y="178"/>
                    <a:pt x="13" y="186"/>
                    <a:pt x="17" y="197"/>
                  </a:cubicBezTo>
                  <a:cubicBezTo>
                    <a:pt x="29" y="217"/>
                    <a:pt x="43" y="229"/>
                    <a:pt x="60" y="240"/>
                  </a:cubicBezTo>
                  <a:cubicBezTo>
                    <a:pt x="70" y="246"/>
                    <a:pt x="80" y="248"/>
                    <a:pt x="91" y="251"/>
                  </a:cubicBezTo>
                  <a:cubicBezTo>
                    <a:pt x="92" y="251"/>
                    <a:pt x="92" y="251"/>
                    <a:pt x="94" y="254"/>
                  </a:cubicBezTo>
                  <a:cubicBezTo>
                    <a:pt x="109" y="257"/>
                    <a:pt x="118" y="259"/>
                    <a:pt x="126" y="259"/>
                  </a:cubicBezTo>
                  <a:cubicBezTo>
                    <a:pt x="135" y="259"/>
                    <a:pt x="143" y="257"/>
                    <a:pt x="159" y="254"/>
                  </a:cubicBezTo>
                  <a:lnTo>
                    <a:pt x="162" y="254"/>
                  </a:lnTo>
                  <a:cubicBezTo>
                    <a:pt x="172" y="250"/>
                    <a:pt x="180" y="247"/>
                    <a:pt x="191" y="241"/>
                  </a:cubicBezTo>
                  <a:cubicBezTo>
                    <a:pt x="191" y="241"/>
                    <a:pt x="193" y="241"/>
                    <a:pt x="193" y="240"/>
                  </a:cubicBezTo>
                  <a:cubicBezTo>
                    <a:pt x="201" y="234"/>
                    <a:pt x="211" y="227"/>
                    <a:pt x="218" y="220"/>
                  </a:cubicBezTo>
                  <a:lnTo>
                    <a:pt x="221" y="217"/>
                  </a:lnTo>
                  <a:cubicBezTo>
                    <a:pt x="227" y="210"/>
                    <a:pt x="234" y="200"/>
                    <a:pt x="240" y="192"/>
                  </a:cubicBezTo>
                  <a:cubicBezTo>
                    <a:pt x="240" y="192"/>
                    <a:pt x="240" y="190"/>
                    <a:pt x="241" y="190"/>
                  </a:cubicBezTo>
                  <a:cubicBezTo>
                    <a:pt x="241" y="190"/>
                    <a:pt x="243" y="189"/>
                    <a:pt x="243" y="186"/>
                  </a:cubicBezTo>
                  <a:cubicBezTo>
                    <a:pt x="244" y="183"/>
                    <a:pt x="248" y="179"/>
                    <a:pt x="250" y="175"/>
                  </a:cubicBezTo>
                  <a:cubicBezTo>
                    <a:pt x="258" y="162"/>
                    <a:pt x="262" y="146"/>
                    <a:pt x="264" y="132"/>
                  </a:cubicBezTo>
                  <a:cubicBezTo>
                    <a:pt x="268" y="115"/>
                    <a:pt x="268" y="101"/>
                    <a:pt x="262" y="85"/>
                  </a:cubicBezTo>
                  <a:cubicBezTo>
                    <a:pt x="258" y="71"/>
                    <a:pt x="251" y="57"/>
                    <a:pt x="241" y="47"/>
                  </a:cubicBezTo>
                  <a:cubicBezTo>
                    <a:pt x="233" y="34"/>
                    <a:pt x="221" y="23"/>
                    <a:pt x="208" y="16"/>
                  </a:cubicBezTo>
                  <a:cubicBezTo>
                    <a:pt x="200" y="13"/>
                    <a:pt x="191" y="9"/>
                    <a:pt x="180" y="5"/>
                  </a:cubicBezTo>
                  <a:cubicBezTo>
                    <a:pt x="170" y="2"/>
                    <a:pt x="160" y="0"/>
                    <a:pt x="150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00" lIns="91425" spcFirstLastPara="1" rIns="91425" wrap="square" tIns="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62" name="Google Shape;762;p9"/>
            <p:cNvSpPr/>
            <p:nvPr/>
          </p:nvSpPr>
          <p:spPr>
            <a:xfrm>
              <a:off x="5199120" y="181800"/>
              <a:ext cx="21240" cy="14040"/>
            </a:xfrm>
            <a:custGeom>
              <a:rect b="b" l="l" r="r" t="t"/>
              <a:pathLst>
                <a:path extrusionOk="0" h="234" w="352">
                  <a:moveTo>
                    <a:pt x="173" y="1"/>
                  </a:moveTo>
                  <a:cubicBezTo>
                    <a:pt x="69" y="1"/>
                    <a:pt x="0" y="154"/>
                    <a:pt x="113" y="214"/>
                  </a:cubicBezTo>
                  <a:lnTo>
                    <a:pt x="123" y="220"/>
                  </a:lnTo>
                  <a:cubicBezTo>
                    <a:pt x="141" y="230"/>
                    <a:pt x="160" y="234"/>
                    <a:pt x="177" y="234"/>
                  </a:cubicBezTo>
                  <a:cubicBezTo>
                    <a:pt x="283" y="234"/>
                    <a:pt x="352" y="80"/>
                    <a:pt x="240" y="21"/>
                  </a:cubicBezTo>
                  <a:lnTo>
                    <a:pt x="229" y="16"/>
                  </a:lnTo>
                  <a:cubicBezTo>
                    <a:pt x="210" y="5"/>
                    <a:pt x="191" y="1"/>
                    <a:pt x="173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200" lIns="91425" spcFirstLastPara="1" rIns="91425" wrap="square" tIns="7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63" name="Google Shape;763;p9"/>
            <p:cNvSpPr/>
            <p:nvPr/>
          </p:nvSpPr>
          <p:spPr>
            <a:xfrm>
              <a:off x="5063400" y="190080"/>
              <a:ext cx="18000" cy="13680"/>
            </a:xfrm>
            <a:custGeom>
              <a:rect b="b" l="l" r="r" t="t"/>
              <a:pathLst>
                <a:path extrusionOk="0" h="232" w="298">
                  <a:moveTo>
                    <a:pt x="149" y="1"/>
                  </a:moveTo>
                  <a:cubicBezTo>
                    <a:pt x="0" y="1"/>
                    <a:pt x="0" y="232"/>
                    <a:pt x="149" y="232"/>
                  </a:cubicBezTo>
                  <a:cubicBezTo>
                    <a:pt x="298" y="232"/>
                    <a:pt x="298" y="1"/>
                    <a:pt x="149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25" lIns="91425" spcFirstLastPara="1" rIns="91425" wrap="square" tIns="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64" name="Google Shape;764;p9"/>
            <p:cNvSpPr/>
            <p:nvPr/>
          </p:nvSpPr>
          <p:spPr>
            <a:xfrm>
              <a:off x="5011560" y="493200"/>
              <a:ext cx="12600" cy="36720"/>
            </a:xfrm>
            <a:custGeom>
              <a:rect b="b" l="l" r="r" t="t"/>
              <a:pathLst>
                <a:path extrusionOk="0" h="609" w="215">
                  <a:moveTo>
                    <a:pt x="153" y="0"/>
                  </a:moveTo>
                  <a:cubicBezTo>
                    <a:pt x="128" y="0"/>
                    <a:pt x="101" y="16"/>
                    <a:pt x="97" y="43"/>
                  </a:cubicBezTo>
                  <a:cubicBezTo>
                    <a:pt x="68" y="206"/>
                    <a:pt x="68" y="377"/>
                    <a:pt x="10" y="536"/>
                  </a:cubicBezTo>
                  <a:cubicBezTo>
                    <a:pt x="0" y="565"/>
                    <a:pt x="23" y="600"/>
                    <a:pt x="51" y="607"/>
                  </a:cubicBezTo>
                  <a:cubicBezTo>
                    <a:pt x="56" y="608"/>
                    <a:pt x="61" y="609"/>
                    <a:pt x="66" y="609"/>
                  </a:cubicBezTo>
                  <a:cubicBezTo>
                    <a:pt x="92" y="609"/>
                    <a:pt x="114" y="590"/>
                    <a:pt x="122" y="566"/>
                  </a:cubicBezTo>
                  <a:cubicBezTo>
                    <a:pt x="180" y="409"/>
                    <a:pt x="180" y="239"/>
                    <a:pt x="209" y="73"/>
                  </a:cubicBezTo>
                  <a:cubicBezTo>
                    <a:pt x="214" y="43"/>
                    <a:pt x="200" y="10"/>
                    <a:pt x="167" y="2"/>
                  </a:cubicBezTo>
                  <a:cubicBezTo>
                    <a:pt x="163" y="1"/>
                    <a:pt x="158" y="0"/>
                    <a:pt x="153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350" lIns="91425" spcFirstLastPara="1" rIns="91425" wrap="square" tIns="18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65" name="Google Shape;765;p9"/>
            <p:cNvSpPr/>
            <p:nvPr/>
          </p:nvSpPr>
          <p:spPr>
            <a:xfrm>
              <a:off x="5087160" y="403920"/>
              <a:ext cx="11880" cy="20880"/>
            </a:xfrm>
            <a:custGeom>
              <a:rect b="b" l="l" r="r" t="t"/>
              <a:pathLst>
                <a:path extrusionOk="0" h="347" w="200">
                  <a:moveTo>
                    <a:pt x="65" y="1"/>
                  </a:moveTo>
                  <a:cubicBezTo>
                    <a:pt x="60" y="1"/>
                    <a:pt x="55" y="1"/>
                    <a:pt x="50" y="3"/>
                  </a:cubicBezTo>
                  <a:cubicBezTo>
                    <a:pt x="21" y="12"/>
                    <a:pt x="0" y="43"/>
                    <a:pt x="9" y="74"/>
                  </a:cubicBezTo>
                  <a:cubicBezTo>
                    <a:pt x="33" y="149"/>
                    <a:pt x="55" y="227"/>
                    <a:pt x="79" y="304"/>
                  </a:cubicBezTo>
                  <a:cubicBezTo>
                    <a:pt x="87" y="328"/>
                    <a:pt x="111" y="347"/>
                    <a:pt x="137" y="347"/>
                  </a:cubicBezTo>
                  <a:cubicBezTo>
                    <a:pt x="141" y="347"/>
                    <a:pt x="146" y="346"/>
                    <a:pt x="150" y="345"/>
                  </a:cubicBezTo>
                  <a:cubicBezTo>
                    <a:pt x="179" y="336"/>
                    <a:pt x="200" y="304"/>
                    <a:pt x="191" y="274"/>
                  </a:cubicBezTo>
                  <a:cubicBezTo>
                    <a:pt x="169" y="197"/>
                    <a:pt x="145" y="119"/>
                    <a:pt x="121" y="43"/>
                  </a:cubicBezTo>
                  <a:cubicBezTo>
                    <a:pt x="114" y="19"/>
                    <a:pt x="90" y="1"/>
                    <a:pt x="65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425" lIns="91425" spcFirstLastPara="1" rIns="91425" wrap="square" tIns="10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66" name="Google Shape;766;p9"/>
            <p:cNvSpPr/>
            <p:nvPr/>
          </p:nvSpPr>
          <p:spPr>
            <a:xfrm>
              <a:off x="4987440" y="339120"/>
              <a:ext cx="26280" cy="11160"/>
            </a:xfrm>
            <a:custGeom>
              <a:rect b="b" l="l" r="r" t="t"/>
              <a:pathLst>
                <a:path extrusionOk="0" h="189" w="435">
                  <a:moveTo>
                    <a:pt x="147" y="39"/>
                  </a:moveTo>
                  <a:cubicBezTo>
                    <a:pt x="148" y="39"/>
                    <a:pt x="149" y="39"/>
                    <a:pt x="150" y="40"/>
                  </a:cubicBezTo>
                  <a:lnTo>
                    <a:pt x="150" y="40"/>
                  </a:lnTo>
                  <a:cubicBezTo>
                    <a:pt x="149" y="39"/>
                    <a:pt x="148" y="39"/>
                    <a:pt x="147" y="39"/>
                  </a:cubicBezTo>
                  <a:close/>
                  <a:moveTo>
                    <a:pt x="151" y="40"/>
                  </a:moveTo>
                  <a:cubicBezTo>
                    <a:pt x="151" y="41"/>
                    <a:pt x="151" y="41"/>
                    <a:pt x="151" y="41"/>
                  </a:cubicBezTo>
                  <a:cubicBezTo>
                    <a:pt x="151" y="41"/>
                    <a:pt x="151" y="41"/>
                    <a:pt x="151" y="40"/>
                  </a:cubicBezTo>
                  <a:close/>
                  <a:moveTo>
                    <a:pt x="71" y="0"/>
                  </a:moveTo>
                  <a:cubicBezTo>
                    <a:pt x="50" y="0"/>
                    <a:pt x="29" y="12"/>
                    <a:pt x="19" y="30"/>
                  </a:cubicBezTo>
                  <a:cubicBezTo>
                    <a:pt x="1" y="61"/>
                    <a:pt x="12" y="91"/>
                    <a:pt x="38" y="111"/>
                  </a:cubicBezTo>
                  <a:cubicBezTo>
                    <a:pt x="119" y="170"/>
                    <a:pt x="225" y="189"/>
                    <a:pt x="325" y="189"/>
                  </a:cubicBezTo>
                  <a:cubicBezTo>
                    <a:pt x="342" y="189"/>
                    <a:pt x="360" y="188"/>
                    <a:pt x="376" y="187"/>
                  </a:cubicBezTo>
                  <a:cubicBezTo>
                    <a:pt x="406" y="186"/>
                    <a:pt x="435" y="163"/>
                    <a:pt x="435" y="129"/>
                  </a:cubicBezTo>
                  <a:cubicBezTo>
                    <a:pt x="433" y="101"/>
                    <a:pt x="412" y="71"/>
                    <a:pt x="381" y="71"/>
                  </a:cubicBezTo>
                  <a:cubicBezTo>
                    <a:pt x="379" y="71"/>
                    <a:pt x="378" y="71"/>
                    <a:pt x="376" y="71"/>
                  </a:cubicBezTo>
                  <a:cubicBezTo>
                    <a:pt x="364" y="72"/>
                    <a:pt x="352" y="72"/>
                    <a:pt x="340" y="72"/>
                  </a:cubicBezTo>
                  <a:cubicBezTo>
                    <a:pt x="327" y="72"/>
                    <a:pt x="315" y="72"/>
                    <a:pt x="303" y="71"/>
                  </a:cubicBezTo>
                  <a:cubicBezTo>
                    <a:pt x="289" y="71"/>
                    <a:pt x="276" y="68"/>
                    <a:pt x="262" y="67"/>
                  </a:cubicBezTo>
                  <a:cubicBezTo>
                    <a:pt x="259" y="67"/>
                    <a:pt x="250" y="66"/>
                    <a:pt x="249" y="66"/>
                  </a:cubicBezTo>
                  <a:cubicBezTo>
                    <a:pt x="248" y="66"/>
                    <a:pt x="249" y="66"/>
                    <a:pt x="253" y="67"/>
                  </a:cubicBezTo>
                  <a:cubicBezTo>
                    <a:pt x="246" y="65"/>
                    <a:pt x="239" y="65"/>
                    <a:pt x="232" y="64"/>
                  </a:cubicBezTo>
                  <a:cubicBezTo>
                    <a:pt x="205" y="58"/>
                    <a:pt x="179" y="53"/>
                    <a:pt x="155" y="43"/>
                  </a:cubicBezTo>
                  <a:cubicBezTo>
                    <a:pt x="153" y="41"/>
                    <a:pt x="152" y="41"/>
                    <a:pt x="150" y="40"/>
                  </a:cubicBezTo>
                  <a:lnTo>
                    <a:pt x="150" y="40"/>
                  </a:lnTo>
                  <a:cubicBezTo>
                    <a:pt x="150" y="40"/>
                    <a:pt x="149" y="39"/>
                    <a:pt x="148" y="39"/>
                  </a:cubicBezTo>
                  <a:cubicBezTo>
                    <a:pt x="143" y="37"/>
                    <a:pt x="137" y="33"/>
                    <a:pt x="133" y="30"/>
                  </a:cubicBezTo>
                  <a:cubicBezTo>
                    <a:pt x="120" y="23"/>
                    <a:pt x="109" y="16"/>
                    <a:pt x="99" y="9"/>
                  </a:cubicBezTo>
                  <a:cubicBezTo>
                    <a:pt x="90" y="3"/>
                    <a:pt x="81" y="0"/>
                    <a:pt x="71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750" lIns="91425" spcFirstLastPara="1" rIns="91425" wrap="square" tIns="5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67" name="Google Shape;767;p9"/>
            <p:cNvSpPr/>
            <p:nvPr/>
          </p:nvSpPr>
          <p:spPr>
            <a:xfrm>
              <a:off x="4922640" y="445320"/>
              <a:ext cx="29160" cy="14040"/>
            </a:xfrm>
            <a:custGeom>
              <a:rect b="b" l="l" r="r" t="t"/>
              <a:pathLst>
                <a:path extrusionOk="0" h="237" w="486">
                  <a:moveTo>
                    <a:pt x="418" y="1"/>
                  </a:moveTo>
                  <a:cubicBezTo>
                    <a:pt x="408" y="1"/>
                    <a:pt x="398" y="3"/>
                    <a:pt x="389" y="8"/>
                  </a:cubicBezTo>
                  <a:cubicBezTo>
                    <a:pt x="360" y="23"/>
                    <a:pt x="339" y="32"/>
                    <a:pt x="315" y="40"/>
                  </a:cubicBezTo>
                  <a:cubicBezTo>
                    <a:pt x="287" y="52"/>
                    <a:pt x="256" y="62"/>
                    <a:pt x="226" y="71"/>
                  </a:cubicBezTo>
                  <a:cubicBezTo>
                    <a:pt x="168" y="88"/>
                    <a:pt x="110" y="104"/>
                    <a:pt x="50" y="123"/>
                  </a:cubicBezTo>
                  <a:cubicBezTo>
                    <a:pt x="22" y="131"/>
                    <a:pt x="0" y="164"/>
                    <a:pt x="10" y="193"/>
                  </a:cubicBezTo>
                  <a:cubicBezTo>
                    <a:pt x="17" y="218"/>
                    <a:pt x="39" y="237"/>
                    <a:pt x="65" y="237"/>
                  </a:cubicBezTo>
                  <a:cubicBezTo>
                    <a:pt x="70" y="237"/>
                    <a:pt x="76" y="236"/>
                    <a:pt x="81" y="234"/>
                  </a:cubicBezTo>
                  <a:cubicBezTo>
                    <a:pt x="205" y="196"/>
                    <a:pt x="332" y="169"/>
                    <a:pt x="447" y="108"/>
                  </a:cubicBezTo>
                  <a:cubicBezTo>
                    <a:pt x="474" y="94"/>
                    <a:pt x="485" y="54"/>
                    <a:pt x="468" y="29"/>
                  </a:cubicBezTo>
                  <a:cubicBezTo>
                    <a:pt x="457" y="11"/>
                    <a:pt x="438" y="1"/>
                    <a:pt x="418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200" lIns="91425" spcFirstLastPara="1" rIns="91425" wrap="square" tIns="7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68" name="Google Shape;768;p9"/>
            <p:cNvSpPr/>
            <p:nvPr/>
          </p:nvSpPr>
          <p:spPr>
            <a:xfrm>
              <a:off x="4928040" y="342360"/>
              <a:ext cx="20160" cy="9360"/>
            </a:xfrm>
            <a:custGeom>
              <a:rect b="b" l="l" r="r" t="t"/>
              <a:pathLst>
                <a:path extrusionOk="0" h="162" w="337">
                  <a:moveTo>
                    <a:pt x="269" y="119"/>
                  </a:moveTo>
                  <a:cubicBezTo>
                    <a:pt x="268" y="119"/>
                    <a:pt x="266" y="120"/>
                    <a:pt x="265" y="120"/>
                  </a:cubicBezTo>
                  <a:cubicBezTo>
                    <a:pt x="267" y="119"/>
                    <a:pt x="268" y="119"/>
                    <a:pt x="269" y="119"/>
                  </a:cubicBezTo>
                  <a:close/>
                  <a:moveTo>
                    <a:pt x="265" y="120"/>
                  </a:moveTo>
                  <a:cubicBezTo>
                    <a:pt x="265" y="120"/>
                    <a:pt x="264" y="120"/>
                    <a:pt x="264" y="120"/>
                  </a:cubicBezTo>
                  <a:lnTo>
                    <a:pt x="264" y="120"/>
                  </a:lnTo>
                  <a:cubicBezTo>
                    <a:pt x="264" y="120"/>
                    <a:pt x="265" y="120"/>
                    <a:pt x="265" y="120"/>
                  </a:cubicBezTo>
                  <a:close/>
                  <a:moveTo>
                    <a:pt x="281" y="0"/>
                  </a:moveTo>
                  <a:cubicBezTo>
                    <a:pt x="280" y="0"/>
                    <a:pt x="279" y="0"/>
                    <a:pt x="278" y="1"/>
                  </a:cubicBezTo>
                  <a:cubicBezTo>
                    <a:pt x="202" y="12"/>
                    <a:pt x="124" y="22"/>
                    <a:pt x="50" y="46"/>
                  </a:cubicBezTo>
                  <a:cubicBezTo>
                    <a:pt x="22" y="54"/>
                    <a:pt x="0" y="87"/>
                    <a:pt x="9" y="117"/>
                  </a:cubicBezTo>
                  <a:cubicBezTo>
                    <a:pt x="17" y="143"/>
                    <a:pt x="41" y="162"/>
                    <a:pt x="66" y="162"/>
                  </a:cubicBezTo>
                  <a:cubicBezTo>
                    <a:pt x="71" y="162"/>
                    <a:pt x="76" y="161"/>
                    <a:pt x="81" y="159"/>
                  </a:cubicBezTo>
                  <a:cubicBezTo>
                    <a:pt x="117" y="148"/>
                    <a:pt x="153" y="139"/>
                    <a:pt x="189" y="132"/>
                  </a:cubicBezTo>
                  <a:cubicBezTo>
                    <a:pt x="207" y="129"/>
                    <a:pt x="224" y="127"/>
                    <a:pt x="243" y="124"/>
                  </a:cubicBezTo>
                  <a:cubicBezTo>
                    <a:pt x="249" y="122"/>
                    <a:pt x="257" y="122"/>
                    <a:pt x="264" y="120"/>
                  </a:cubicBezTo>
                  <a:lnTo>
                    <a:pt x="264" y="120"/>
                  </a:lnTo>
                  <a:cubicBezTo>
                    <a:pt x="263" y="120"/>
                    <a:pt x="263" y="121"/>
                    <a:pt x="264" y="121"/>
                  </a:cubicBezTo>
                  <a:cubicBezTo>
                    <a:pt x="266" y="121"/>
                    <a:pt x="273" y="119"/>
                    <a:pt x="270" y="119"/>
                  </a:cubicBezTo>
                  <a:cubicBezTo>
                    <a:pt x="270" y="119"/>
                    <a:pt x="269" y="119"/>
                    <a:pt x="269" y="119"/>
                  </a:cubicBezTo>
                  <a:lnTo>
                    <a:pt x="269" y="119"/>
                  </a:lnTo>
                  <a:cubicBezTo>
                    <a:pt x="272" y="119"/>
                    <a:pt x="275" y="118"/>
                    <a:pt x="278" y="118"/>
                  </a:cubicBezTo>
                  <a:cubicBezTo>
                    <a:pt x="294" y="117"/>
                    <a:pt x="306" y="112"/>
                    <a:pt x="319" y="101"/>
                  </a:cubicBezTo>
                  <a:cubicBezTo>
                    <a:pt x="329" y="90"/>
                    <a:pt x="336" y="74"/>
                    <a:pt x="336" y="60"/>
                  </a:cubicBezTo>
                  <a:cubicBezTo>
                    <a:pt x="336" y="46"/>
                    <a:pt x="331" y="30"/>
                    <a:pt x="319" y="19"/>
                  </a:cubicBezTo>
                  <a:cubicBezTo>
                    <a:pt x="308" y="11"/>
                    <a:pt x="294" y="0"/>
                    <a:pt x="281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69" name="Google Shape;769;p9"/>
            <p:cNvSpPr/>
            <p:nvPr/>
          </p:nvSpPr>
          <p:spPr>
            <a:xfrm>
              <a:off x="5019120" y="428400"/>
              <a:ext cx="9720" cy="12960"/>
            </a:xfrm>
            <a:custGeom>
              <a:rect b="b" l="l" r="r" t="t"/>
              <a:pathLst>
                <a:path extrusionOk="0" h="216" w="164">
                  <a:moveTo>
                    <a:pt x="59" y="1"/>
                  </a:moveTo>
                  <a:cubicBezTo>
                    <a:pt x="54" y="1"/>
                    <a:pt x="49" y="2"/>
                    <a:pt x="44" y="3"/>
                  </a:cubicBezTo>
                  <a:cubicBezTo>
                    <a:pt x="30" y="9"/>
                    <a:pt x="17" y="16"/>
                    <a:pt x="10" y="30"/>
                  </a:cubicBezTo>
                  <a:cubicBezTo>
                    <a:pt x="3" y="44"/>
                    <a:pt x="0" y="60"/>
                    <a:pt x="5" y="74"/>
                  </a:cubicBezTo>
                  <a:cubicBezTo>
                    <a:pt x="10" y="90"/>
                    <a:pt x="16" y="105"/>
                    <a:pt x="23" y="122"/>
                  </a:cubicBezTo>
                  <a:cubicBezTo>
                    <a:pt x="31" y="145"/>
                    <a:pt x="43" y="168"/>
                    <a:pt x="57" y="188"/>
                  </a:cubicBezTo>
                  <a:cubicBezTo>
                    <a:pt x="65" y="200"/>
                    <a:pt x="75" y="210"/>
                    <a:pt x="90" y="215"/>
                  </a:cubicBezTo>
                  <a:cubicBezTo>
                    <a:pt x="94" y="215"/>
                    <a:pt x="99" y="216"/>
                    <a:pt x="104" y="216"/>
                  </a:cubicBezTo>
                  <a:cubicBezTo>
                    <a:pt x="115" y="216"/>
                    <a:pt x="126" y="214"/>
                    <a:pt x="133" y="209"/>
                  </a:cubicBezTo>
                  <a:cubicBezTo>
                    <a:pt x="146" y="202"/>
                    <a:pt x="158" y="189"/>
                    <a:pt x="160" y="175"/>
                  </a:cubicBezTo>
                  <a:cubicBezTo>
                    <a:pt x="163" y="158"/>
                    <a:pt x="163" y="139"/>
                    <a:pt x="153" y="127"/>
                  </a:cubicBezTo>
                  <a:cubicBezTo>
                    <a:pt x="143" y="111"/>
                    <a:pt x="133" y="95"/>
                    <a:pt x="128" y="77"/>
                  </a:cubicBezTo>
                  <a:lnTo>
                    <a:pt x="128" y="77"/>
                  </a:lnTo>
                  <a:cubicBezTo>
                    <a:pt x="129" y="83"/>
                    <a:pt x="131" y="87"/>
                    <a:pt x="132" y="91"/>
                  </a:cubicBezTo>
                  <a:cubicBezTo>
                    <a:pt x="125" y="76"/>
                    <a:pt x="121" y="59"/>
                    <a:pt x="115" y="42"/>
                  </a:cubicBezTo>
                  <a:cubicBezTo>
                    <a:pt x="111" y="27"/>
                    <a:pt x="101" y="16"/>
                    <a:pt x="88" y="9"/>
                  </a:cubicBezTo>
                  <a:cubicBezTo>
                    <a:pt x="80" y="4"/>
                    <a:pt x="69" y="1"/>
                    <a:pt x="59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475" lIns="91425" spcFirstLastPara="1" rIns="91425" wrap="square" tIns="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70" name="Google Shape;770;p9"/>
            <p:cNvSpPr/>
            <p:nvPr/>
          </p:nvSpPr>
          <p:spPr>
            <a:xfrm>
              <a:off x="5216400" y="399600"/>
              <a:ext cx="8640" cy="19440"/>
            </a:xfrm>
            <a:custGeom>
              <a:rect b="b" l="l" r="r" t="t"/>
              <a:pathLst>
                <a:path extrusionOk="0" h="325" w="150">
                  <a:moveTo>
                    <a:pt x="127" y="190"/>
                  </a:moveTo>
                  <a:cubicBezTo>
                    <a:pt x="127" y="192"/>
                    <a:pt x="128" y="193"/>
                    <a:pt x="128" y="195"/>
                  </a:cubicBezTo>
                  <a:cubicBezTo>
                    <a:pt x="128" y="193"/>
                    <a:pt x="128" y="192"/>
                    <a:pt x="127" y="190"/>
                  </a:cubicBezTo>
                  <a:close/>
                  <a:moveTo>
                    <a:pt x="60" y="1"/>
                  </a:moveTo>
                  <a:cubicBezTo>
                    <a:pt x="30" y="4"/>
                    <a:pt x="0" y="26"/>
                    <a:pt x="2" y="60"/>
                  </a:cubicBezTo>
                  <a:cubicBezTo>
                    <a:pt x="7" y="134"/>
                    <a:pt x="7" y="209"/>
                    <a:pt x="29" y="281"/>
                  </a:cubicBezTo>
                  <a:cubicBezTo>
                    <a:pt x="36" y="305"/>
                    <a:pt x="59" y="324"/>
                    <a:pt x="85" y="324"/>
                  </a:cubicBezTo>
                  <a:cubicBezTo>
                    <a:pt x="90" y="324"/>
                    <a:pt x="95" y="324"/>
                    <a:pt x="100" y="322"/>
                  </a:cubicBezTo>
                  <a:cubicBezTo>
                    <a:pt x="129" y="311"/>
                    <a:pt x="149" y="281"/>
                    <a:pt x="139" y="250"/>
                  </a:cubicBezTo>
                  <a:cubicBezTo>
                    <a:pt x="132" y="227"/>
                    <a:pt x="128" y="205"/>
                    <a:pt x="125" y="182"/>
                  </a:cubicBezTo>
                  <a:lnTo>
                    <a:pt x="125" y="182"/>
                  </a:lnTo>
                  <a:cubicBezTo>
                    <a:pt x="126" y="185"/>
                    <a:pt x="127" y="187"/>
                    <a:pt x="127" y="190"/>
                  </a:cubicBezTo>
                  <a:lnTo>
                    <a:pt x="127" y="190"/>
                  </a:lnTo>
                  <a:cubicBezTo>
                    <a:pt x="122" y="146"/>
                    <a:pt x="121" y="103"/>
                    <a:pt x="118" y="60"/>
                  </a:cubicBezTo>
                  <a:cubicBezTo>
                    <a:pt x="117" y="29"/>
                    <a:pt x="94" y="1"/>
                    <a:pt x="60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71" name="Google Shape;771;p9"/>
            <p:cNvSpPr/>
            <p:nvPr/>
          </p:nvSpPr>
          <p:spPr>
            <a:xfrm>
              <a:off x="5299200" y="315720"/>
              <a:ext cx="29160" cy="16920"/>
            </a:xfrm>
            <a:custGeom>
              <a:rect b="b" l="l" r="r" t="t"/>
              <a:pathLst>
                <a:path extrusionOk="0" h="283" w="482">
                  <a:moveTo>
                    <a:pt x="65" y="1"/>
                  </a:moveTo>
                  <a:cubicBezTo>
                    <a:pt x="44" y="1"/>
                    <a:pt x="25" y="10"/>
                    <a:pt x="14" y="29"/>
                  </a:cubicBezTo>
                  <a:cubicBezTo>
                    <a:pt x="0" y="58"/>
                    <a:pt x="7" y="96"/>
                    <a:pt x="35" y="110"/>
                  </a:cubicBezTo>
                  <a:cubicBezTo>
                    <a:pt x="150" y="170"/>
                    <a:pt x="272" y="216"/>
                    <a:pt x="388" y="276"/>
                  </a:cubicBezTo>
                  <a:cubicBezTo>
                    <a:pt x="397" y="281"/>
                    <a:pt x="407" y="283"/>
                    <a:pt x="417" y="283"/>
                  </a:cubicBezTo>
                  <a:cubicBezTo>
                    <a:pt x="437" y="283"/>
                    <a:pt x="457" y="273"/>
                    <a:pt x="468" y="255"/>
                  </a:cubicBezTo>
                  <a:cubicBezTo>
                    <a:pt x="482" y="228"/>
                    <a:pt x="475" y="191"/>
                    <a:pt x="446" y="175"/>
                  </a:cubicBezTo>
                  <a:cubicBezTo>
                    <a:pt x="332" y="114"/>
                    <a:pt x="208" y="69"/>
                    <a:pt x="94" y="8"/>
                  </a:cubicBezTo>
                  <a:cubicBezTo>
                    <a:pt x="85" y="3"/>
                    <a:pt x="75" y="1"/>
                    <a:pt x="65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625" lIns="91425" spcFirstLastPara="1" rIns="91425" wrap="square" tIns="86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72" name="Google Shape;772;p9"/>
            <p:cNvSpPr/>
            <p:nvPr/>
          </p:nvSpPr>
          <p:spPr>
            <a:xfrm>
              <a:off x="5270400" y="497160"/>
              <a:ext cx="37440" cy="17280"/>
            </a:xfrm>
            <a:custGeom>
              <a:rect b="b" l="l" r="r" t="t"/>
              <a:pathLst>
                <a:path extrusionOk="0" h="287" w="617">
                  <a:moveTo>
                    <a:pt x="550" y="0"/>
                  </a:moveTo>
                  <a:cubicBezTo>
                    <a:pt x="545" y="0"/>
                    <a:pt x="540" y="1"/>
                    <a:pt x="536" y="3"/>
                  </a:cubicBezTo>
                  <a:cubicBezTo>
                    <a:pt x="451" y="37"/>
                    <a:pt x="356" y="44"/>
                    <a:pt x="266" y="64"/>
                  </a:cubicBezTo>
                  <a:cubicBezTo>
                    <a:pt x="179" y="82"/>
                    <a:pt x="72" y="115"/>
                    <a:pt x="24" y="200"/>
                  </a:cubicBezTo>
                  <a:cubicBezTo>
                    <a:pt x="1" y="245"/>
                    <a:pt x="41" y="287"/>
                    <a:pt x="79" y="287"/>
                  </a:cubicBezTo>
                  <a:cubicBezTo>
                    <a:pt x="97" y="287"/>
                    <a:pt x="114" y="278"/>
                    <a:pt x="125" y="258"/>
                  </a:cubicBezTo>
                  <a:cubicBezTo>
                    <a:pt x="128" y="255"/>
                    <a:pt x="130" y="251"/>
                    <a:pt x="132" y="248"/>
                  </a:cubicBezTo>
                  <a:cubicBezTo>
                    <a:pt x="132" y="247"/>
                    <a:pt x="132" y="247"/>
                    <a:pt x="132" y="246"/>
                  </a:cubicBezTo>
                  <a:lnTo>
                    <a:pt x="132" y="246"/>
                  </a:lnTo>
                  <a:cubicBezTo>
                    <a:pt x="133" y="246"/>
                    <a:pt x="134" y="246"/>
                    <a:pt x="135" y="245"/>
                  </a:cubicBezTo>
                  <a:cubicBezTo>
                    <a:pt x="137" y="243"/>
                    <a:pt x="150" y="232"/>
                    <a:pt x="148" y="232"/>
                  </a:cubicBezTo>
                  <a:lnTo>
                    <a:pt x="148" y="232"/>
                  </a:lnTo>
                  <a:cubicBezTo>
                    <a:pt x="148" y="232"/>
                    <a:pt x="147" y="232"/>
                    <a:pt x="145" y="234"/>
                  </a:cubicBezTo>
                  <a:cubicBezTo>
                    <a:pt x="160" y="221"/>
                    <a:pt x="179" y="212"/>
                    <a:pt x="194" y="205"/>
                  </a:cubicBezTo>
                  <a:lnTo>
                    <a:pt x="194" y="205"/>
                  </a:lnTo>
                  <a:cubicBezTo>
                    <a:pt x="192" y="206"/>
                    <a:pt x="191" y="207"/>
                    <a:pt x="191" y="207"/>
                  </a:cubicBezTo>
                  <a:cubicBezTo>
                    <a:pt x="191" y="207"/>
                    <a:pt x="200" y="203"/>
                    <a:pt x="200" y="203"/>
                  </a:cubicBezTo>
                  <a:lnTo>
                    <a:pt x="215" y="198"/>
                  </a:lnTo>
                  <a:lnTo>
                    <a:pt x="248" y="187"/>
                  </a:lnTo>
                  <a:cubicBezTo>
                    <a:pt x="271" y="180"/>
                    <a:pt x="293" y="174"/>
                    <a:pt x="315" y="171"/>
                  </a:cubicBezTo>
                  <a:cubicBezTo>
                    <a:pt x="398" y="153"/>
                    <a:pt x="486" y="146"/>
                    <a:pt x="567" y="115"/>
                  </a:cubicBezTo>
                  <a:cubicBezTo>
                    <a:pt x="595" y="103"/>
                    <a:pt x="616" y="75"/>
                    <a:pt x="607" y="44"/>
                  </a:cubicBezTo>
                  <a:cubicBezTo>
                    <a:pt x="601" y="20"/>
                    <a:pt x="575" y="0"/>
                    <a:pt x="550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625" lIns="91425" spcFirstLastPara="1" rIns="91425" wrap="square" tIns="86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73" name="Google Shape;773;p9"/>
            <p:cNvSpPr/>
            <p:nvPr/>
          </p:nvSpPr>
          <p:spPr>
            <a:xfrm>
              <a:off x="5358960" y="413280"/>
              <a:ext cx="10080" cy="25920"/>
            </a:xfrm>
            <a:custGeom>
              <a:rect b="b" l="l" r="r" t="t"/>
              <a:pathLst>
                <a:path extrusionOk="0" h="430" w="168">
                  <a:moveTo>
                    <a:pt x="63" y="1"/>
                  </a:moveTo>
                  <a:cubicBezTo>
                    <a:pt x="58" y="1"/>
                    <a:pt x="53" y="2"/>
                    <a:pt x="47" y="3"/>
                  </a:cubicBezTo>
                  <a:cubicBezTo>
                    <a:pt x="15" y="13"/>
                    <a:pt x="1" y="42"/>
                    <a:pt x="6" y="74"/>
                  </a:cubicBezTo>
                  <a:cubicBezTo>
                    <a:pt x="15" y="125"/>
                    <a:pt x="28" y="175"/>
                    <a:pt x="36" y="224"/>
                  </a:cubicBezTo>
                  <a:cubicBezTo>
                    <a:pt x="39" y="237"/>
                    <a:pt x="40" y="249"/>
                    <a:pt x="43" y="261"/>
                  </a:cubicBezTo>
                  <a:cubicBezTo>
                    <a:pt x="43" y="261"/>
                    <a:pt x="45" y="272"/>
                    <a:pt x="46" y="272"/>
                  </a:cubicBezTo>
                  <a:cubicBezTo>
                    <a:pt x="46" y="272"/>
                    <a:pt x="46" y="271"/>
                    <a:pt x="46" y="268"/>
                  </a:cubicBezTo>
                  <a:cubicBezTo>
                    <a:pt x="46" y="275"/>
                    <a:pt x="47" y="283"/>
                    <a:pt x="47" y="290"/>
                  </a:cubicBezTo>
                  <a:cubicBezTo>
                    <a:pt x="50" y="317"/>
                    <a:pt x="50" y="343"/>
                    <a:pt x="50" y="372"/>
                  </a:cubicBezTo>
                  <a:cubicBezTo>
                    <a:pt x="50" y="402"/>
                    <a:pt x="77" y="430"/>
                    <a:pt x="110" y="430"/>
                  </a:cubicBezTo>
                  <a:cubicBezTo>
                    <a:pt x="140" y="429"/>
                    <a:pt x="164" y="403"/>
                    <a:pt x="167" y="372"/>
                  </a:cubicBezTo>
                  <a:cubicBezTo>
                    <a:pt x="168" y="260"/>
                    <a:pt x="138" y="152"/>
                    <a:pt x="118" y="43"/>
                  </a:cubicBezTo>
                  <a:cubicBezTo>
                    <a:pt x="114" y="19"/>
                    <a:pt x="88" y="1"/>
                    <a:pt x="63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950" lIns="91425" spcFirstLastPara="1" rIns="91425" wrap="square" tIns="12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74" name="Google Shape;774;p9"/>
            <p:cNvSpPr/>
            <p:nvPr/>
          </p:nvSpPr>
          <p:spPr>
            <a:xfrm>
              <a:off x="5264640" y="398160"/>
              <a:ext cx="27000" cy="23040"/>
            </a:xfrm>
            <a:custGeom>
              <a:rect b="b" l="l" r="r" t="t"/>
              <a:pathLst>
                <a:path extrusionOk="0" h="386" w="450">
                  <a:moveTo>
                    <a:pt x="346" y="233"/>
                  </a:moveTo>
                  <a:cubicBezTo>
                    <a:pt x="346" y="233"/>
                    <a:pt x="347" y="234"/>
                    <a:pt x="348" y="235"/>
                  </a:cubicBezTo>
                  <a:lnTo>
                    <a:pt x="348" y="235"/>
                  </a:lnTo>
                  <a:cubicBezTo>
                    <a:pt x="348" y="235"/>
                    <a:pt x="348" y="235"/>
                    <a:pt x="347" y="235"/>
                  </a:cubicBezTo>
                  <a:cubicBezTo>
                    <a:pt x="346" y="234"/>
                    <a:pt x="346" y="233"/>
                    <a:pt x="346" y="233"/>
                  </a:cubicBezTo>
                  <a:close/>
                  <a:moveTo>
                    <a:pt x="65" y="1"/>
                  </a:moveTo>
                  <a:cubicBezTo>
                    <a:pt x="44" y="1"/>
                    <a:pt x="22" y="13"/>
                    <a:pt x="13" y="31"/>
                  </a:cubicBezTo>
                  <a:cubicBezTo>
                    <a:pt x="0" y="62"/>
                    <a:pt x="10" y="93"/>
                    <a:pt x="35" y="112"/>
                  </a:cubicBezTo>
                  <a:cubicBezTo>
                    <a:pt x="43" y="117"/>
                    <a:pt x="50" y="121"/>
                    <a:pt x="55" y="126"/>
                  </a:cubicBezTo>
                  <a:cubicBezTo>
                    <a:pt x="53" y="124"/>
                    <a:pt x="52" y="123"/>
                    <a:pt x="52" y="123"/>
                  </a:cubicBezTo>
                  <a:lnTo>
                    <a:pt x="52" y="123"/>
                  </a:lnTo>
                  <a:cubicBezTo>
                    <a:pt x="51" y="123"/>
                    <a:pt x="60" y="130"/>
                    <a:pt x="60" y="130"/>
                  </a:cubicBezTo>
                  <a:cubicBezTo>
                    <a:pt x="61" y="131"/>
                    <a:pt x="64" y="133"/>
                    <a:pt x="67" y="137"/>
                  </a:cubicBezTo>
                  <a:cubicBezTo>
                    <a:pt x="81" y="147"/>
                    <a:pt x="92" y="160"/>
                    <a:pt x="106" y="172"/>
                  </a:cubicBezTo>
                  <a:cubicBezTo>
                    <a:pt x="133" y="195"/>
                    <a:pt x="159" y="219"/>
                    <a:pt x="183" y="245"/>
                  </a:cubicBezTo>
                  <a:cubicBezTo>
                    <a:pt x="234" y="294"/>
                    <a:pt x="291" y="344"/>
                    <a:pt x="354" y="378"/>
                  </a:cubicBezTo>
                  <a:cubicBezTo>
                    <a:pt x="363" y="383"/>
                    <a:pt x="373" y="385"/>
                    <a:pt x="383" y="385"/>
                  </a:cubicBezTo>
                  <a:cubicBezTo>
                    <a:pt x="404" y="385"/>
                    <a:pt x="424" y="376"/>
                    <a:pt x="435" y="357"/>
                  </a:cubicBezTo>
                  <a:cubicBezTo>
                    <a:pt x="449" y="330"/>
                    <a:pt x="442" y="293"/>
                    <a:pt x="414" y="277"/>
                  </a:cubicBezTo>
                  <a:cubicBezTo>
                    <a:pt x="400" y="270"/>
                    <a:pt x="386" y="260"/>
                    <a:pt x="371" y="250"/>
                  </a:cubicBezTo>
                  <a:cubicBezTo>
                    <a:pt x="365" y="245"/>
                    <a:pt x="359" y="240"/>
                    <a:pt x="350" y="236"/>
                  </a:cubicBezTo>
                  <a:lnTo>
                    <a:pt x="350" y="236"/>
                  </a:lnTo>
                  <a:cubicBezTo>
                    <a:pt x="350" y="236"/>
                    <a:pt x="349" y="234"/>
                    <a:pt x="346" y="232"/>
                  </a:cubicBezTo>
                  <a:cubicBezTo>
                    <a:pt x="343" y="231"/>
                    <a:pt x="339" y="228"/>
                    <a:pt x="336" y="223"/>
                  </a:cubicBezTo>
                  <a:cubicBezTo>
                    <a:pt x="309" y="201"/>
                    <a:pt x="282" y="178"/>
                    <a:pt x="258" y="153"/>
                  </a:cubicBezTo>
                  <a:cubicBezTo>
                    <a:pt x="204" y="102"/>
                    <a:pt x="153" y="52"/>
                    <a:pt x="92" y="9"/>
                  </a:cubicBezTo>
                  <a:cubicBezTo>
                    <a:pt x="84" y="4"/>
                    <a:pt x="75" y="1"/>
                    <a:pt x="65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500" lIns="91425" spcFirstLastPara="1" rIns="91425" wrap="square" tIns="11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75" name="Google Shape;775;p9"/>
            <p:cNvSpPr/>
            <p:nvPr/>
          </p:nvSpPr>
          <p:spPr>
            <a:xfrm>
              <a:off x="5178600" y="630360"/>
              <a:ext cx="37440" cy="27360"/>
            </a:xfrm>
            <a:custGeom>
              <a:rect b="b" l="l" r="r" t="t"/>
              <a:pathLst>
                <a:path extrusionOk="0" h="453" w="617">
                  <a:moveTo>
                    <a:pt x="555" y="0"/>
                  </a:moveTo>
                  <a:cubicBezTo>
                    <a:pt x="540" y="0"/>
                    <a:pt x="525" y="6"/>
                    <a:pt x="513" y="17"/>
                  </a:cubicBezTo>
                  <a:cubicBezTo>
                    <a:pt x="367" y="145"/>
                    <a:pt x="194" y="233"/>
                    <a:pt x="38" y="345"/>
                  </a:cubicBezTo>
                  <a:cubicBezTo>
                    <a:pt x="13" y="362"/>
                    <a:pt x="0" y="394"/>
                    <a:pt x="17" y="424"/>
                  </a:cubicBezTo>
                  <a:cubicBezTo>
                    <a:pt x="27" y="441"/>
                    <a:pt x="47" y="452"/>
                    <a:pt x="68" y="452"/>
                  </a:cubicBezTo>
                  <a:cubicBezTo>
                    <a:pt x="78" y="452"/>
                    <a:pt x="88" y="450"/>
                    <a:pt x="96" y="444"/>
                  </a:cubicBezTo>
                  <a:cubicBezTo>
                    <a:pt x="261" y="326"/>
                    <a:pt x="442" y="233"/>
                    <a:pt x="594" y="98"/>
                  </a:cubicBezTo>
                  <a:cubicBezTo>
                    <a:pt x="616" y="77"/>
                    <a:pt x="615" y="39"/>
                    <a:pt x="594" y="17"/>
                  </a:cubicBezTo>
                  <a:cubicBezTo>
                    <a:pt x="583" y="6"/>
                    <a:pt x="569" y="0"/>
                    <a:pt x="555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3675" lIns="91425" spcFirstLastPara="1" rIns="91425" wrap="square" tIns="13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76" name="Google Shape;776;p9"/>
            <p:cNvSpPr/>
            <p:nvPr/>
          </p:nvSpPr>
          <p:spPr>
            <a:xfrm>
              <a:off x="5155560" y="193680"/>
              <a:ext cx="27720" cy="20880"/>
            </a:xfrm>
            <a:custGeom>
              <a:rect b="b" l="l" r="r" t="t"/>
              <a:pathLst>
                <a:path extrusionOk="0" h="350" w="462">
                  <a:moveTo>
                    <a:pt x="181" y="172"/>
                  </a:moveTo>
                  <a:lnTo>
                    <a:pt x="181" y="172"/>
                  </a:lnTo>
                  <a:cubicBezTo>
                    <a:pt x="182" y="172"/>
                    <a:pt x="182" y="172"/>
                    <a:pt x="182" y="172"/>
                  </a:cubicBezTo>
                  <a:cubicBezTo>
                    <a:pt x="183" y="173"/>
                    <a:pt x="184" y="174"/>
                    <a:pt x="184" y="174"/>
                  </a:cubicBezTo>
                  <a:cubicBezTo>
                    <a:pt x="184" y="174"/>
                    <a:pt x="183" y="173"/>
                    <a:pt x="181" y="172"/>
                  </a:cubicBezTo>
                  <a:close/>
                  <a:moveTo>
                    <a:pt x="58" y="1"/>
                  </a:moveTo>
                  <a:cubicBezTo>
                    <a:pt x="28" y="1"/>
                    <a:pt x="0" y="30"/>
                    <a:pt x="0" y="59"/>
                  </a:cubicBezTo>
                  <a:cubicBezTo>
                    <a:pt x="5" y="93"/>
                    <a:pt x="29" y="116"/>
                    <a:pt x="61" y="117"/>
                  </a:cubicBezTo>
                  <a:cubicBezTo>
                    <a:pt x="61" y="117"/>
                    <a:pt x="64" y="118"/>
                    <a:pt x="67" y="118"/>
                  </a:cubicBezTo>
                  <a:lnTo>
                    <a:pt x="67" y="118"/>
                  </a:lnTo>
                  <a:cubicBezTo>
                    <a:pt x="69" y="119"/>
                    <a:pt x="73" y="120"/>
                    <a:pt x="74" y="120"/>
                  </a:cubicBezTo>
                  <a:cubicBezTo>
                    <a:pt x="80" y="121"/>
                    <a:pt x="88" y="123"/>
                    <a:pt x="97" y="124"/>
                  </a:cubicBezTo>
                  <a:cubicBezTo>
                    <a:pt x="100" y="127"/>
                    <a:pt x="104" y="127"/>
                    <a:pt x="107" y="128"/>
                  </a:cubicBezTo>
                  <a:cubicBezTo>
                    <a:pt x="110" y="129"/>
                    <a:pt x="112" y="130"/>
                    <a:pt x="113" y="130"/>
                  </a:cubicBezTo>
                  <a:lnTo>
                    <a:pt x="113" y="130"/>
                  </a:lnTo>
                  <a:lnTo>
                    <a:pt x="131" y="138"/>
                  </a:lnTo>
                  <a:cubicBezTo>
                    <a:pt x="145" y="145"/>
                    <a:pt x="159" y="155"/>
                    <a:pt x="171" y="165"/>
                  </a:cubicBezTo>
                  <a:cubicBezTo>
                    <a:pt x="175" y="167"/>
                    <a:pt x="177" y="170"/>
                    <a:pt x="181" y="172"/>
                  </a:cubicBezTo>
                  <a:lnTo>
                    <a:pt x="181" y="172"/>
                  </a:lnTo>
                  <a:cubicBezTo>
                    <a:pt x="182" y="173"/>
                    <a:pt x="182" y="173"/>
                    <a:pt x="183" y="174"/>
                  </a:cubicBezTo>
                  <a:cubicBezTo>
                    <a:pt x="190" y="179"/>
                    <a:pt x="197" y="185"/>
                    <a:pt x="203" y="191"/>
                  </a:cubicBezTo>
                  <a:cubicBezTo>
                    <a:pt x="256" y="236"/>
                    <a:pt x="304" y="287"/>
                    <a:pt x="355" y="334"/>
                  </a:cubicBezTo>
                  <a:cubicBezTo>
                    <a:pt x="367" y="344"/>
                    <a:pt x="383" y="350"/>
                    <a:pt x="398" y="350"/>
                  </a:cubicBezTo>
                  <a:cubicBezTo>
                    <a:pt x="413" y="350"/>
                    <a:pt x="427" y="345"/>
                    <a:pt x="437" y="334"/>
                  </a:cubicBezTo>
                  <a:cubicBezTo>
                    <a:pt x="457" y="313"/>
                    <a:pt x="461" y="273"/>
                    <a:pt x="437" y="252"/>
                  </a:cubicBezTo>
                  <a:cubicBezTo>
                    <a:pt x="325" y="151"/>
                    <a:pt x="220" y="15"/>
                    <a:pt x="60" y="1"/>
                  </a:cubicBezTo>
                  <a:cubicBezTo>
                    <a:pt x="59" y="1"/>
                    <a:pt x="59" y="1"/>
                    <a:pt x="58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425" lIns="91425" spcFirstLastPara="1" rIns="91425" wrap="square" tIns="10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77" name="Google Shape;777;p9"/>
            <p:cNvSpPr/>
            <p:nvPr/>
          </p:nvSpPr>
          <p:spPr>
            <a:xfrm>
              <a:off x="5093640" y="164520"/>
              <a:ext cx="39240" cy="17640"/>
            </a:xfrm>
            <a:custGeom>
              <a:rect b="b" l="l" r="r" t="t"/>
              <a:pathLst>
                <a:path extrusionOk="0" h="292" w="649">
                  <a:moveTo>
                    <a:pt x="562" y="0"/>
                  </a:moveTo>
                  <a:cubicBezTo>
                    <a:pt x="553" y="0"/>
                    <a:pt x="543" y="2"/>
                    <a:pt x="534" y="8"/>
                  </a:cubicBezTo>
                  <a:cubicBezTo>
                    <a:pt x="382" y="90"/>
                    <a:pt x="218" y="141"/>
                    <a:pt x="49" y="179"/>
                  </a:cubicBezTo>
                  <a:cubicBezTo>
                    <a:pt x="19" y="186"/>
                    <a:pt x="1" y="222"/>
                    <a:pt x="8" y="250"/>
                  </a:cubicBezTo>
                  <a:cubicBezTo>
                    <a:pt x="17" y="276"/>
                    <a:pt x="41" y="291"/>
                    <a:pt x="66" y="291"/>
                  </a:cubicBezTo>
                  <a:cubicBezTo>
                    <a:pt x="71" y="291"/>
                    <a:pt x="75" y="291"/>
                    <a:pt x="80" y="290"/>
                  </a:cubicBezTo>
                  <a:cubicBezTo>
                    <a:pt x="257" y="249"/>
                    <a:pt x="432" y="193"/>
                    <a:pt x="593" y="107"/>
                  </a:cubicBezTo>
                  <a:cubicBezTo>
                    <a:pt x="649" y="77"/>
                    <a:pt x="614" y="0"/>
                    <a:pt x="562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000" lIns="91425" spcFirstLastPara="1" rIns="91425" wrap="square" tIns="9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78" name="Google Shape;778;p9"/>
            <p:cNvSpPr/>
            <p:nvPr/>
          </p:nvSpPr>
          <p:spPr>
            <a:xfrm>
              <a:off x="5154840" y="139680"/>
              <a:ext cx="22320" cy="20520"/>
            </a:xfrm>
            <a:custGeom>
              <a:rect b="b" l="l" r="r" t="t"/>
              <a:pathLst>
                <a:path extrusionOk="0" h="342" w="369">
                  <a:moveTo>
                    <a:pt x="61" y="0"/>
                  </a:moveTo>
                  <a:cubicBezTo>
                    <a:pt x="55" y="0"/>
                    <a:pt x="50" y="1"/>
                    <a:pt x="45" y="2"/>
                  </a:cubicBezTo>
                  <a:cubicBezTo>
                    <a:pt x="31" y="6"/>
                    <a:pt x="17" y="16"/>
                    <a:pt x="12" y="29"/>
                  </a:cubicBezTo>
                  <a:cubicBezTo>
                    <a:pt x="5" y="43"/>
                    <a:pt x="1" y="59"/>
                    <a:pt x="7" y="73"/>
                  </a:cubicBezTo>
                  <a:cubicBezTo>
                    <a:pt x="12" y="87"/>
                    <a:pt x="21" y="97"/>
                    <a:pt x="34" y="107"/>
                  </a:cubicBezTo>
                  <a:cubicBezTo>
                    <a:pt x="35" y="108"/>
                    <a:pt x="38" y="111"/>
                    <a:pt x="41" y="114"/>
                  </a:cubicBezTo>
                  <a:cubicBezTo>
                    <a:pt x="45" y="118"/>
                    <a:pt x="51" y="121"/>
                    <a:pt x="55" y="127"/>
                  </a:cubicBezTo>
                  <a:cubicBezTo>
                    <a:pt x="65" y="135"/>
                    <a:pt x="73" y="142"/>
                    <a:pt x="85" y="151"/>
                  </a:cubicBezTo>
                  <a:cubicBezTo>
                    <a:pt x="106" y="169"/>
                    <a:pt x="127" y="189"/>
                    <a:pt x="147" y="208"/>
                  </a:cubicBezTo>
                  <a:cubicBezTo>
                    <a:pt x="187" y="246"/>
                    <a:pt x="226" y="285"/>
                    <a:pt x="263" y="325"/>
                  </a:cubicBezTo>
                  <a:cubicBezTo>
                    <a:pt x="274" y="336"/>
                    <a:pt x="290" y="342"/>
                    <a:pt x="305" y="342"/>
                  </a:cubicBezTo>
                  <a:cubicBezTo>
                    <a:pt x="320" y="342"/>
                    <a:pt x="335" y="336"/>
                    <a:pt x="345" y="325"/>
                  </a:cubicBezTo>
                  <a:cubicBezTo>
                    <a:pt x="367" y="301"/>
                    <a:pt x="368" y="266"/>
                    <a:pt x="345" y="243"/>
                  </a:cubicBezTo>
                  <a:cubicBezTo>
                    <a:pt x="265" y="161"/>
                    <a:pt x="182" y="79"/>
                    <a:pt x="90" y="8"/>
                  </a:cubicBezTo>
                  <a:cubicBezTo>
                    <a:pt x="83" y="2"/>
                    <a:pt x="72" y="0"/>
                    <a:pt x="61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425" lIns="91425" spcFirstLastPara="1" rIns="91425" wrap="square" tIns="10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779" name="Google Shape;779;p9"/>
          <p:cNvGrpSpPr/>
          <p:nvPr/>
        </p:nvGrpSpPr>
        <p:grpSpPr>
          <a:xfrm>
            <a:off x="-363600" y="681840"/>
            <a:ext cx="1564200" cy="1604160"/>
            <a:chOff x="-363600" y="681840"/>
            <a:chExt cx="1564200" cy="1604160"/>
          </a:xfrm>
        </p:grpSpPr>
        <p:sp>
          <p:nvSpPr>
            <p:cNvPr id="780" name="Google Shape;780;p9"/>
            <p:cNvSpPr/>
            <p:nvPr/>
          </p:nvSpPr>
          <p:spPr>
            <a:xfrm>
              <a:off x="-25560" y="1628280"/>
              <a:ext cx="224280" cy="293040"/>
            </a:xfrm>
            <a:custGeom>
              <a:rect b="b" l="l" r="r" t="t"/>
              <a:pathLst>
                <a:path extrusionOk="0" h="2729" w="2091">
                  <a:moveTo>
                    <a:pt x="1299" y="423"/>
                  </a:moveTo>
                  <a:cubicBezTo>
                    <a:pt x="1557" y="423"/>
                    <a:pt x="1783" y="601"/>
                    <a:pt x="1875" y="867"/>
                  </a:cubicBezTo>
                  <a:cubicBezTo>
                    <a:pt x="2003" y="1235"/>
                    <a:pt x="1827" y="1681"/>
                    <a:pt x="1622" y="1993"/>
                  </a:cubicBezTo>
                  <a:cubicBezTo>
                    <a:pt x="1495" y="2187"/>
                    <a:pt x="1269" y="2345"/>
                    <a:pt x="1044" y="2345"/>
                  </a:cubicBezTo>
                  <a:cubicBezTo>
                    <a:pt x="937" y="2345"/>
                    <a:pt x="830" y="2309"/>
                    <a:pt x="733" y="2224"/>
                  </a:cubicBezTo>
                  <a:cubicBezTo>
                    <a:pt x="584" y="2094"/>
                    <a:pt x="543" y="1898"/>
                    <a:pt x="563" y="1701"/>
                  </a:cubicBezTo>
                  <a:cubicBezTo>
                    <a:pt x="433" y="1222"/>
                    <a:pt x="581" y="655"/>
                    <a:pt x="1082" y="464"/>
                  </a:cubicBezTo>
                  <a:cubicBezTo>
                    <a:pt x="1155" y="436"/>
                    <a:pt x="1228" y="423"/>
                    <a:pt x="1299" y="423"/>
                  </a:cubicBezTo>
                  <a:close/>
                  <a:moveTo>
                    <a:pt x="980" y="1"/>
                  </a:moveTo>
                  <a:cubicBezTo>
                    <a:pt x="936" y="1"/>
                    <a:pt x="892" y="6"/>
                    <a:pt x="848" y="16"/>
                  </a:cubicBezTo>
                  <a:cubicBezTo>
                    <a:pt x="481" y="106"/>
                    <a:pt x="387" y="510"/>
                    <a:pt x="297" y="807"/>
                  </a:cubicBezTo>
                  <a:cubicBezTo>
                    <a:pt x="154" y="1279"/>
                    <a:pt x="0" y="1827"/>
                    <a:pt x="254" y="2294"/>
                  </a:cubicBezTo>
                  <a:cubicBezTo>
                    <a:pt x="427" y="2608"/>
                    <a:pt x="634" y="2728"/>
                    <a:pt x="847" y="2728"/>
                  </a:cubicBezTo>
                  <a:cubicBezTo>
                    <a:pt x="1246" y="2728"/>
                    <a:pt x="1664" y="2301"/>
                    <a:pt x="1904" y="1929"/>
                  </a:cubicBezTo>
                  <a:cubicBezTo>
                    <a:pt x="1905" y="1927"/>
                    <a:pt x="1905" y="1921"/>
                    <a:pt x="1906" y="1918"/>
                  </a:cubicBezTo>
                  <a:cubicBezTo>
                    <a:pt x="2091" y="1497"/>
                    <a:pt x="1899" y="698"/>
                    <a:pt x="1623" y="349"/>
                  </a:cubicBezTo>
                  <a:cubicBezTo>
                    <a:pt x="1476" y="163"/>
                    <a:pt x="1231" y="1"/>
                    <a:pt x="9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81" name="Google Shape;781;p9"/>
            <p:cNvSpPr/>
            <p:nvPr/>
          </p:nvSpPr>
          <p:spPr>
            <a:xfrm>
              <a:off x="267120" y="1675800"/>
              <a:ext cx="72720" cy="21600"/>
            </a:xfrm>
            <a:custGeom>
              <a:rect b="b" l="l" r="r" t="t"/>
              <a:pathLst>
                <a:path extrusionOk="0" h="203" w="680">
                  <a:moveTo>
                    <a:pt x="489" y="0"/>
                  </a:moveTo>
                  <a:cubicBezTo>
                    <a:pt x="443" y="0"/>
                    <a:pt x="397" y="5"/>
                    <a:pt x="351" y="14"/>
                  </a:cubicBezTo>
                  <a:cubicBezTo>
                    <a:pt x="215" y="41"/>
                    <a:pt x="118" y="120"/>
                    <a:pt x="1" y="175"/>
                  </a:cubicBezTo>
                  <a:lnTo>
                    <a:pt x="2" y="181"/>
                  </a:lnTo>
                  <a:cubicBezTo>
                    <a:pt x="8" y="180"/>
                    <a:pt x="13" y="179"/>
                    <a:pt x="19" y="179"/>
                  </a:cubicBezTo>
                  <a:cubicBezTo>
                    <a:pt x="26" y="179"/>
                    <a:pt x="33" y="180"/>
                    <a:pt x="42" y="182"/>
                  </a:cubicBezTo>
                  <a:cubicBezTo>
                    <a:pt x="97" y="196"/>
                    <a:pt x="153" y="202"/>
                    <a:pt x="209" y="202"/>
                  </a:cubicBezTo>
                  <a:cubicBezTo>
                    <a:pt x="381" y="202"/>
                    <a:pt x="546" y="139"/>
                    <a:pt x="679" y="26"/>
                  </a:cubicBezTo>
                  <a:cubicBezTo>
                    <a:pt x="617" y="9"/>
                    <a:pt x="553" y="0"/>
                    <a:pt x="48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0800" lIns="91425" spcFirstLastPara="1" rIns="91425" wrap="square" tIns="10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82" name="Google Shape;782;p9"/>
            <p:cNvSpPr/>
            <p:nvPr/>
          </p:nvSpPr>
          <p:spPr>
            <a:xfrm>
              <a:off x="464400" y="1542600"/>
              <a:ext cx="30960" cy="57960"/>
            </a:xfrm>
            <a:custGeom>
              <a:rect b="b" l="l" r="r" t="t"/>
              <a:pathLst>
                <a:path extrusionOk="0" h="542" w="291">
                  <a:moveTo>
                    <a:pt x="139" y="0"/>
                  </a:moveTo>
                  <a:cubicBezTo>
                    <a:pt x="104" y="38"/>
                    <a:pt x="61" y="68"/>
                    <a:pt x="37" y="113"/>
                  </a:cubicBezTo>
                  <a:cubicBezTo>
                    <a:pt x="10" y="166"/>
                    <a:pt x="0" y="224"/>
                    <a:pt x="3" y="281"/>
                  </a:cubicBezTo>
                  <a:cubicBezTo>
                    <a:pt x="9" y="390"/>
                    <a:pt x="58" y="490"/>
                    <a:pt x="151" y="541"/>
                  </a:cubicBezTo>
                  <a:cubicBezTo>
                    <a:pt x="291" y="393"/>
                    <a:pt x="285" y="149"/>
                    <a:pt x="13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29150" lIns="91425" spcFirstLastPara="1" rIns="91425" wrap="square" tIns="291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83" name="Google Shape;783;p9"/>
            <p:cNvSpPr/>
            <p:nvPr/>
          </p:nvSpPr>
          <p:spPr>
            <a:xfrm>
              <a:off x="490680" y="1118880"/>
              <a:ext cx="77040" cy="42120"/>
            </a:xfrm>
            <a:custGeom>
              <a:rect b="b" l="l" r="r" t="t"/>
              <a:pathLst>
                <a:path extrusionOk="0" h="396" w="721">
                  <a:moveTo>
                    <a:pt x="582" y="0"/>
                  </a:moveTo>
                  <a:cubicBezTo>
                    <a:pt x="507" y="0"/>
                    <a:pt x="405" y="71"/>
                    <a:pt x="347" y="98"/>
                  </a:cubicBezTo>
                  <a:cubicBezTo>
                    <a:pt x="303" y="120"/>
                    <a:pt x="1" y="249"/>
                    <a:pt x="113" y="297"/>
                  </a:cubicBezTo>
                  <a:cubicBezTo>
                    <a:pt x="153" y="312"/>
                    <a:pt x="177" y="355"/>
                    <a:pt x="171" y="394"/>
                  </a:cubicBezTo>
                  <a:lnTo>
                    <a:pt x="177" y="396"/>
                  </a:lnTo>
                  <a:cubicBezTo>
                    <a:pt x="178" y="390"/>
                    <a:pt x="184" y="386"/>
                    <a:pt x="189" y="383"/>
                  </a:cubicBezTo>
                  <a:cubicBezTo>
                    <a:pt x="255" y="355"/>
                    <a:pt x="259" y="336"/>
                    <a:pt x="327" y="324"/>
                  </a:cubicBezTo>
                  <a:cubicBezTo>
                    <a:pt x="386" y="312"/>
                    <a:pt x="443" y="305"/>
                    <a:pt x="500" y="287"/>
                  </a:cubicBezTo>
                  <a:cubicBezTo>
                    <a:pt x="588" y="254"/>
                    <a:pt x="721" y="155"/>
                    <a:pt x="656" y="42"/>
                  </a:cubicBezTo>
                  <a:cubicBezTo>
                    <a:pt x="638" y="12"/>
                    <a:pt x="612" y="0"/>
                    <a:pt x="58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84" name="Google Shape;784;p9"/>
            <p:cNvSpPr/>
            <p:nvPr/>
          </p:nvSpPr>
          <p:spPr>
            <a:xfrm>
              <a:off x="665280" y="1006920"/>
              <a:ext cx="45720" cy="68760"/>
            </a:xfrm>
            <a:custGeom>
              <a:rect b="b" l="l" r="r" t="t"/>
              <a:pathLst>
                <a:path extrusionOk="0" h="644" w="428">
                  <a:moveTo>
                    <a:pt x="86" y="1"/>
                  </a:moveTo>
                  <a:cubicBezTo>
                    <a:pt x="73" y="94"/>
                    <a:pt x="60" y="189"/>
                    <a:pt x="39" y="283"/>
                  </a:cubicBezTo>
                  <a:cubicBezTo>
                    <a:pt x="32" y="311"/>
                    <a:pt x="18" y="328"/>
                    <a:pt x="1" y="338"/>
                  </a:cubicBezTo>
                  <a:cubicBezTo>
                    <a:pt x="36" y="426"/>
                    <a:pt x="93" y="508"/>
                    <a:pt x="168" y="565"/>
                  </a:cubicBezTo>
                  <a:cubicBezTo>
                    <a:pt x="211" y="597"/>
                    <a:pt x="270" y="637"/>
                    <a:pt x="324" y="642"/>
                  </a:cubicBezTo>
                  <a:cubicBezTo>
                    <a:pt x="331" y="643"/>
                    <a:pt x="338" y="644"/>
                    <a:pt x="345" y="644"/>
                  </a:cubicBezTo>
                  <a:cubicBezTo>
                    <a:pt x="428" y="644"/>
                    <a:pt x="419" y="584"/>
                    <a:pt x="419" y="511"/>
                  </a:cubicBezTo>
                  <a:cubicBezTo>
                    <a:pt x="415" y="290"/>
                    <a:pt x="274" y="98"/>
                    <a:pt x="8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34550" lIns="91425" spcFirstLastPara="1" rIns="91425" wrap="square" tIns="345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85" name="Google Shape;785;p9"/>
            <p:cNvSpPr/>
            <p:nvPr/>
          </p:nvSpPr>
          <p:spPr>
            <a:xfrm>
              <a:off x="384840" y="1274040"/>
              <a:ext cx="195480" cy="174600"/>
            </a:xfrm>
            <a:custGeom>
              <a:rect b="b" l="l" r="r" t="t"/>
              <a:pathLst>
                <a:path extrusionOk="0" h="1628" w="1821">
                  <a:moveTo>
                    <a:pt x="955" y="247"/>
                  </a:moveTo>
                  <a:cubicBezTo>
                    <a:pt x="1162" y="247"/>
                    <a:pt x="1354" y="359"/>
                    <a:pt x="1394" y="610"/>
                  </a:cubicBezTo>
                  <a:cubicBezTo>
                    <a:pt x="1428" y="821"/>
                    <a:pt x="1340" y="978"/>
                    <a:pt x="1198" y="1080"/>
                  </a:cubicBezTo>
                  <a:cubicBezTo>
                    <a:pt x="1125" y="1217"/>
                    <a:pt x="983" y="1315"/>
                    <a:pt x="823" y="1315"/>
                  </a:cubicBezTo>
                  <a:cubicBezTo>
                    <a:pt x="778" y="1315"/>
                    <a:pt x="731" y="1307"/>
                    <a:pt x="684" y="1290"/>
                  </a:cubicBezTo>
                  <a:cubicBezTo>
                    <a:pt x="305" y="1154"/>
                    <a:pt x="263" y="675"/>
                    <a:pt x="535" y="414"/>
                  </a:cubicBezTo>
                  <a:cubicBezTo>
                    <a:pt x="648" y="306"/>
                    <a:pt x="806" y="247"/>
                    <a:pt x="955" y="247"/>
                  </a:cubicBezTo>
                  <a:close/>
                  <a:moveTo>
                    <a:pt x="1144" y="0"/>
                  </a:moveTo>
                  <a:cubicBezTo>
                    <a:pt x="1067" y="0"/>
                    <a:pt x="991" y="9"/>
                    <a:pt x="922" y="23"/>
                  </a:cubicBezTo>
                  <a:cubicBezTo>
                    <a:pt x="237" y="165"/>
                    <a:pt x="1" y="945"/>
                    <a:pt x="404" y="1397"/>
                  </a:cubicBezTo>
                  <a:cubicBezTo>
                    <a:pt x="481" y="1482"/>
                    <a:pt x="580" y="1558"/>
                    <a:pt x="703" y="1611"/>
                  </a:cubicBezTo>
                  <a:cubicBezTo>
                    <a:pt x="760" y="1623"/>
                    <a:pt x="816" y="1628"/>
                    <a:pt x="870" y="1628"/>
                  </a:cubicBezTo>
                  <a:cubicBezTo>
                    <a:pt x="1292" y="1628"/>
                    <a:pt x="1628" y="1306"/>
                    <a:pt x="1744" y="896"/>
                  </a:cubicBezTo>
                  <a:cubicBezTo>
                    <a:pt x="1820" y="627"/>
                    <a:pt x="1805" y="276"/>
                    <a:pt x="1551" y="106"/>
                  </a:cubicBezTo>
                  <a:cubicBezTo>
                    <a:pt x="1437" y="30"/>
                    <a:pt x="1289" y="0"/>
                    <a:pt x="114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87475" lIns="91425" spcFirstLastPara="1" rIns="91425" wrap="square" tIns="87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86" name="Google Shape;786;p9"/>
            <p:cNvSpPr/>
            <p:nvPr/>
          </p:nvSpPr>
          <p:spPr>
            <a:xfrm>
              <a:off x="-114120" y="900720"/>
              <a:ext cx="1113480" cy="1096920"/>
            </a:xfrm>
            <a:custGeom>
              <a:rect b="b" l="l" r="r" t="t"/>
              <a:pathLst>
                <a:path extrusionOk="0" h="10212" w="10365">
                  <a:moveTo>
                    <a:pt x="6911" y="371"/>
                  </a:moveTo>
                  <a:cubicBezTo>
                    <a:pt x="6939" y="371"/>
                    <a:pt x="6968" y="382"/>
                    <a:pt x="6992" y="410"/>
                  </a:cubicBezTo>
                  <a:cubicBezTo>
                    <a:pt x="7067" y="493"/>
                    <a:pt x="6985" y="601"/>
                    <a:pt x="6899" y="601"/>
                  </a:cubicBezTo>
                  <a:cubicBezTo>
                    <a:pt x="6872" y="601"/>
                    <a:pt x="6844" y="590"/>
                    <a:pt x="6821" y="564"/>
                  </a:cubicBezTo>
                  <a:cubicBezTo>
                    <a:pt x="6744" y="479"/>
                    <a:pt x="6824" y="371"/>
                    <a:pt x="6911" y="371"/>
                  </a:cubicBezTo>
                  <a:close/>
                  <a:moveTo>
                    <a:pt x="6375" y="753"/>
                  </a:moveTo>
                  <a:cubicBezTo>
                    <a:pt x="6432" y="753"/>
                    <a:pt x="6490" y="779"/>
                    <a:pt x="6533" y="819"/>
                  </a:cubicBezTo>
                  <a:lnTo>
                    <a:pt x="6584" y="864"/>
                  </a:lnTo>
                  <a:cubicBezTo>
                    <a:pt x="6669" y="945"/>
                    <a:pt x="6642" y="1084"/>
                    <a:pt x="6568" y="1155"/>
                  </a:cubicBezTo>
                  <a:cubicBezTo>
                    <a:pt x="6534" y="1190"/>
                    <a:pt x="6481" y="1207"/>
                    <a:pt x="6429" y="1207"/>
                  </a:cubicBezTo>
                  <a:cubicBezTo>
                    <a:pt x="6370" y="1207"/>
                    <a:pt x="6312" y="1185"/>
                    <a:pt x="6278" y="1139"/>
                  </a:cubicBezTo>
                  <a:lnTo>
                    <a:pt x="6237" y="1084"/>
                  </a:lnTo>
                  <a:cubicBezTo>
                    <a:pt x="6170" y="995"/>
                    <a:pt x="6170" y="884"/>
                    <a:pt x="6252" y="803"/>
                  </a:cubicBezTo>
                  <a:cubicBezTo>
                    <a:pt x="6288" y="768"/>
                    <a:pt x="6331" y="753"/>
                    <a:pt x="6375" y="753"/>
                  </a:cubicBezTo>
                  <a:close/>
                  <a:moveTo>
                    <a:pt x="5703" y="1277"/>
                  </a:moveTo>
                  <a:cubicBezTo>
                    <a:pt x="5755" y="1277"/>
                    <a:pt x="5809" y="1301"/>
                    <a:pt x="5850" y="1336"/>
                  </a:cubicBezTo>
                  <a:cubicBezTo>
                    <a:pt x="5885" y="1367"/>
                    <a:pt x="5918" y="1400"/>
                    <a:pt x="5952" y="1431"/>
                  </a:cubicBezTo>
                  <a:cubicBezTo>
                    <a:pt x="6030" y="1509"/>
                    <a:pt x="6009" y="1637"/>
                    <a:pt x="5938" y="1708"/>
                  </a:cubicBezTo>
                  <a:cubicBezTo>
                    <a:pt x="5904" y="1741"/>
                    <a:pt x="5855" y="1757"/>
                    <a:pt x="5807" y="1757"/>
                  </a:cubicBezTo>
                  <a:cubicBezTo>
                    <a:pt x="5751" y="1757"/>
                    <a:pt x="5695" y="1736"/>
                    <a:pt x="5661" y="1692"/>
                  </a:cubicBezTo>
                  <a:cubicBezTo>
                    <a:pt x="5633" y="1655"/>
                    <a:pt x="5606" y="1618"/>
                    <a:pt x="5578" y="1579"/>
                  </a:cubicBezTo>
                  <a:cubicBezTo>
                    <a:pt x="5520" y="1495"/>
                    <a:pt x="5514" y="1399"/>
                    <a:pt x="5592" y="1322"/>
                  </a:cubicBezTo>
                  <a:cubicBezTo>
                    <a:pt x="5624" y="1290"/>
                    <a:pt x="5663" y="1277"/>
                    <a:pt x="5703" y="1277"/>
                  </a:cubicBezTo>
                  <a:close/>
                  <a:moveTo>
                    <a:pt x="7248" y="730"/>
                  </a:moveTo>
                  <a:cubicBezTo>
                    <a:pt x="7258" y="730"/>
                    <a:pt x="7268" y="731"/>
                    <a:pt x="7278" y="734"/>
                  </a:cubicBezTo>
                  <a:cubicBezTo>
                    <a:pt x="7505" y="796"/>
                    <a:pt x="7696" y="952"/>
                    <a:pt x="7803" y="1162"/>
                  </a:cubicBezTo>
                  <a:cubicBezTo>
                    <a:pt x="7884" y="1325"/>
                    <a:pt x="7949" y="1611"/>
                    <a:pt x="7824" y="1769"/>
                  </a:cubicBezTo>
                  <a:cubicBezTo>
                    <a:pt x="7777" y="1828"/>
                    <a:pt x="7715" y="1851"/>
                    <a:pt x="7648" y="1851"/>
                  </a:cubicBezTo>
                  <a:cubicBezTo>
                    <a:pt x="7523" y="1851"/>
                    <a:pt x="7383" y="1769"/>
                    <a:pt x="7303" y="1691"/>
                  </a:cubicBezTo>
                  <a:cubicBezTo>
                    <a:pt x="7178" y="1572"/>
                    <a:pt x="7120" y="1427"/>
                    <a:pt x="7118" y="1267"/>
                  </a:cubicBezTo>
                  <a:cubicBezTo>
                    <a:pt x="7114" y="1258"/>
                    <a:pt x="7113" y="1250"/>
                    <a:pt x="7113" y="1239"/>
                  </a:cubicBezTo>
                  <a:cubicBezTo>
                    <a:pt x="7108" y="1104"/>
                    <a:pt x="7123" y="968"/>
                    <a:pt x="7137" y="832"/>
                  </a:cubicBezTo>
                  <a:cubicBezTo>
                    <a:pt x="7143" y="772"/>
                    <a:pt x="7192" y="730"/>
                    <a:pt x="7248" y="730"/>
                  </a:cubicBezTo>
                  <a:close/>
                  <a:moveTo>
                    <a:pt x="6838" y="1672"/>
                  </a:moveTo>
                  <a:cubicBezTo>
                    <a:pt x="6861" y="1672"/>
                    <a:pt x="6885" y="1681"/>
                    <a:pt x="6904" y="1703"/>
                  </a:cubicBezTo>
                  <a:cubicBezTo>
                    <a:pt x="6966" y="1773"/>
                    <a:pt x="6901" y="1863"/>
                    <a:pt x="6829" y="1863"/>
                  </a:cubicBezTo>
                  <a:cubicBezTo>
                    <a:pt x="6806" y="1863"/>
                    <a:pt x="6782" y="1854"/>
                    <a:pt x="6761" y="1831"/>
                  </a:cubicBezTo>
                  <a:cubicBezTo>
                    <a:pt x="6700" y="1762"/>
                    <a:pt x="6767" y="1672"/>
                    <a:pt x="6838" y="1672"/>
                  </a:cubicBezTo>
                  <a:close/>
                  <a:moveTo>
                    <a:pt x="7707" y="2063"/>
                  </a:moveTo>
                  <a:cubicBezTo>
                    <a:pt x="7743" y="2063"/>
                    <a:pt x="7779" y="2077"/>
                    <a:pt x="7810" y="2111"/>
                  </a:cubicBezTo>
                  <a:cubicBezTo>
                    <a:pt x="7905" y="2219"/>
                    <a:pt x="7803" y="2357"/>
                    <a:pt x="7693" y="2357"/>
                  </a:cubicBezTo>
                  <a:cubicBezTo>
                    <a:pt x="7657" y="2357"/>
                    <a:pt x="7621" y="2343"/>
                    <a:pt x="7590" y="2308"/>
                  </a:cubicBezTo>
                  <a:cubicBezTo>
                    <a:pt x="7494" y="2201"/>
                    <a:pt x="7597" y="2063"/>
                    <a:pt x="7707" y="2063"/>
                  </a:cubicBezTo>
                  <a:close/>
                  <a:moveTo>
                    <a:pt x="6231" y="1800"/>
                  </a:moveTo>
                  <a:cubicBezTo>
                    <a:pt x="6248" y="1800"/>
                    <a:pt x="6265" y="1801"/>
                    <a:pt x="6282" y="1804"/>
                  </a:cubicBezTo>
                  <a:cubicBezTo>
                    <a:pt x="6510" y="1842"/>
                    <a:pt x="6571" y="2119"/>
                    <a:pt x="6476" y="2301"/>
                  </a:cubicBezTo>
                  <a:cubicBezTo>
                    <a:pt x="6418" y="2413"/>
                    <a:pt x="6305" y="2480"/>
                    <a:pt x="6182" y="2508"/>
                  </a:cubicBezTo>
                  <a:cubicBezTo>
                    <a:pt x="6131" y="2521"/>
                    <a:pt x="6074" y="2527"/>
                    <a:pt x="6019" y="2527"/>
                  </a:cubicBezTo>
                  <a:cubicBezTo>
                    <a:pt x="6002" y="2527"/>
                    <a:pt x="5985" y="2526"/>
                    <a:pt x="5969" y="2525"/>
                  </a:cubicBezTo>
                  <a:cubicBezTo>
                    <a:pt x="5895" y="2518"/>
                    <a:pt x="5885" y="2494"/>
                    <a:pt x="5822" y="2464"/>
                  </a:cubicBezTo>
                  <a:cubicBezTo>
                    <a:pt x="5809" y="2459"/>
                    <a:pt x="5802" y="2443"/>
                    <a:pt x="5805" y="2430"/>
                  </a:cubicBezTo>
                  <a:lnTo>
                    <a:pt x="5800" y="2429"/>
                  </a:lnTo>
                  <a:cubicBezTo>
                    <a:pt x="5796" y="2443"/>
                    <a:pt x="5789" y="2459"/>
                    <a:pt x="5773" y="2471"/>
                  </a:cubicBezTo>
                  <a:cubicBezTo>
                    <a:pt x="5737" y="2501"/>
                    <a:pt x="5701" y="2514"/>
                    <a:pt x="5669" y="2514"/>
                  </a:cubicBezTo>
                  <a:cubicBezTo>
                    <a:pt x="5528" y="2514"/>
                    <a:pt x="5437" y="2278"/>
                    <a:pt x="5528" y="2145"/>
                  </a:cubicBezTo>
                  <a:cubicBezTo>
                    <a:pt x="5613" y="2019"/>
                    <a:pt x="5789" y="1964"/>
                    <a:pt x="5921" y="1905"/>
                  </a:cubicBezTo>
                  <a:cubicBezTo>
                    <a:pt x="6016" y="1859"/>
                    <a:pt x="6120" y="1800"/>
                    <a:pt x="6231" y="1800"/>
                  </a:cubicBezTo>
                  <a:close/>
                  <a:moveTo>
                    <a:pt x="8471" y="2509"/>
                  </a:moveTo>
                  <a:cubicBezTo>
                    <a:pt x="8505" y="2509"/>
                    <a:pt x="8540" y="2522"/>
                    <a:pt x="8569" y="2555"/>
                  </a:cubicBezTo>
                  <a:cubicBezTo>
                    <a:pt x="8663" y="2657"/>
                    <a:pt x="8565" y="2789"/>
                    <a:pt x="8459" y="2789"/>
                  </a:cubicBezTo>
                  <a:cubicBezTo>
                    <a:pt x="8425" y="2789"/>
                    <a:pt x="8390" y="2775"/>
                    <a:pt x="8361" y="2742"/>
                  </a:cubicBezTo>
                  <a:cubicBezTo>
                    <a:pt x="8269" y="2640"/>
                    <a:pt x="8366" y="2509"/>
                    <a:pt x="8471" y="2509"/>
                  </a:cubicBezTo>
                  <a:close/>
                  <a:moveTo>
                    <a:pt x="7476" y="2665"/>
                  </a:moveTo>
                  <a:cubicBezTo>
                    <a:pt x="7507" y="2665"/>
                    <a:pt x="7538" y="2677"/>
                    <a:pt x="7565" y="2707"/>
                  </a:cubicBezTo>
                  <a:cubicBezTo>
                    <a:pt x="7646" y="2800"/>
                    <a:pt x="7559" y="2918"/>
                    <a:pt x="7465" y="2918"/>
                  </a:cubicBezTo>
                  <a:cubicBezTo>
                    <a:pt x="7434" y="2918"/>
                    <a:pt x="7403" y="2905"/>
                    <a:pt x="7376" y="2875"/>
                  </a:cubicBezTo>
                  <a:cubicBezTo>
                    <a:pt x="7294" y="2783"/>
                    <a:pt x="7381" y="2665"/>
                    <a:pt x="7476" y="2665"/>
                  </a:cubicBezTo>
                  <a:close/>
                  <a:moveTo>
                    <a:pt x="5689" y="2769"/>
                  </a:moveTo>
                  <a:cubicBezTo>
                    <a:pt x="5719" y="2769"/>
                    <a:pt x="5749" y="2781"/>
                    <a:pt x="5775" y="2810"/>
                  </a:cubicBezTo>
                  <a:cubicBezTo>
                    <a:pt x="5854" y="2898"/>
                    <a:pt x="5769" y="3012"/>
                    <a:pt x="5679" y="3012"/>
                  </a:cubicBezTo>
                  <a:cubicBezTo>
                    <a:pt x="5649" y="3012"/>
                    <a:pt x="5620" y="3000"/>
                    <a:pt x="5595" y="2972"/>
                  </a:cubicBezTo>
                  <a:cubicBezTo>
                    <a:pt x="5516" y="2883"/>
                    <a:pt x="5599" y="2769"/>
                    <a:pt x="5689" y="2769"/>
                  </a:cubicBezTo>
                  <a:close/>
                  <a:moveTo>
                    <a:pt x="6722" y="2903"/>
                  </a:moveTo>
                  <a:cubicBezTo>
                    <a:pt x="6744" y="2903"/>
                    <a:pt x="6767" y="2912"/>
                    <a:pt x="6787" y="2933"/>
                  </a:cubicBezTo>
                  <a:cubicBezTo>
                    <a:pt x="6848" y="3002"/>
                    <a:pt x="6782" y="3091"/>
                    <a:pt x="6711" y="3091"/>
                  </a:cubicBezTo>
                  <a:cubicBezTo>
                    <a:pt x="6689" y="3091"/>
                    <a:pt x="6666" y="3082"/>
                    <a:pt x="6646" y="3060"/>
                  </a:cubicBezTo>
                  <a:cubicBezTo>
                    <a:pt x="6585" y="2991"/>
                    <a:pt x="6652" y="2903"/>
                    <a:pt x="6722" y="2903"/>
                  </a:cubicBezTo>
                  <a:close/>
                  <a:moveTo>
                    <a:pt x="5040" y="2915"/>
                  </a:moveTo>
                  <a:cubicBezTo>
                    <a:pt x="5061" y="2915"/>
                    <a:pt x="5083" y="2924"/>
                    <a:pt x="5102" y="2945"/>
                  </a:cubicBezTo>
                  <a:cubicBezTo>
                    <a:pt x="5159" y="3009"/>
                    <a:pt x="5098" y="3092"/>
                    <a:pt x="5031" y="3092"/>
                  </a:cubicBezTo>
                  <a:cubicBezTo>
                    <a:pt x="5009" y="3092"/>
                    <a:pt x="4987" y="3084"/>
                    <a:pt x="4969" y="3062"/>
                  </a:cubicBezTo>
                  <a:cubicBezTo>
                    <a:pt x="4912" y="2998"/>
                    <a:pt x="4973" y="2915"/>
                    <a:pt x="5040" y="2915"/>
                  </a:cubicBezTo>
                  <a:close/>
                  <a:moveTo>
                    <a:pt x="7193" y="3279"/>
                  </a:moveTo>
                  <a:cubicBezTo>
                    <a:pt x="7227" y="3279"/>
                    <a:pt x="7262" y="3293"/>
                    <a:pt x="7291" y="3326"/>
                  </a:cubicBezTo>
                  <a:cubicBezTo>
                    <a:pt x="7383" y="3428"/>
                    <a:pt x="7286" y="3560"/>
                    <a:pt x="7180" y="3560"/>
                  </a:cubicBezTo>
                  <a:cubicBezTo>
                    <a:pt x="7146" y="3560"/>
                    <a:pt x="7111" y="3546"/>
                    <a:pt x="7081" y="3513"/>
                  </a:cubicBezTo>
                  <a:cubicBezTo>
                    <a:pt x="6989" y="3411"/>
                    <a:pt x="7087" y="3279"/>
                    <a:pt x="7193" y="3279"/>
                  </a:cubicBezTo>
                  <a:close/>
                  <a:moveTo>
                    <a:pt x="9317" y="3328"/>
                  </a:moveTo>
                  <a:cubicBezTo>
                    <a:pt x="9356" y="3328"/>
                    <a:pt x="9395" y="3343"/>
                    <a:pt x="9428" y="3380"/>
                  </a:cubicBezTo>
                  <a:cubicBezTo>
                    <a:pt x="9531" y="3496"/>
                    <a:pt x="9422" y="3645"/>
                    <a:pt x="9303" y="3645"/>
                  </a:cubicBezTo>
                  <a:cubicBezTo>
                    <a:pt x="9264" y="3645"/>
                    <a:pt x="9224" y="3630"/>
                    <a:pt x="9190" y="3592"/>
                  </a:cubicBezTo>
                  <a:cubicBezTo>
                    <a:pt x="9087" y="3477"/>
                    <a:pt x="9198" y="3328"/>
                    <a:pt x="9317" y="3328"/>
                  </a:cubicBezTo>
                  <a:close/>
                  <a:moveTo>
                    <a:pt x="9672" y="4947"/>
                  </a:moveTo>
                  <a:cubicBezTo>
                    <a:pt x="9695" y="4947"/>
                    <a:pt x="9718" y="4956"/>
                    <a:pt x="9737" y="4978"/>
                  </a:cubicBezTo>
                  <a:cubicBezTo>
                    <a:pt x="9798" y="5045"/>
                    <a:pt x="9734" y="5132"/>
                    <a:pt x="9664" y="5132"/>
                  </a:cubicBezTo>
                  <a:cubicBezTo>
                    <a:pt x="9642" y="5132"/>
                    <a:pt x="9619" y="5123"/>
                    <a:pt x="9600" y="5102"/>
                  </a:cubicBezTo>
                  <a:cubicBezTo>
                    <a:pt x="9538" y="5035"/>
                    <a:pt x="9602" y="4947"/>
                    <a:pt x="9672" y="4947"/>
                  </a:cubicBezTo>
                  <a:close/>
                  <a:moveTo>
                    <a:pt x="4072" y="4829"/>
                  </a:moveTo>
                  <a:cubicBezTo>
                    <a:pt x="4112" y="4829"/>
                    <a:pt x="4152" y="4844"/>
                    <a:pt x="4181" y="4868"/>
                  </a:cubicBezTo>
                  <a:cubicBezTo>
                    <a:pt x="4232" y="4910"/>
                    <a:pt x="4246" y="4974"/>
                    <a:pt x="4230" y="5038"/>
                  </a:cubicBezTo>
                  <a:cubicBezTo>
                    <a:pt x="4211" y="5118"/>
                    <a:pt x="4140" y="5157"/>
                    <a:pt x="4068" y="5157"/>
                  </a:cubicBezTo>
                  <a:cubicBezTo>
                    <a:pt x="4036" y="5157"/>
                    <a:pt x="4003" y="5149"/>
                    <a:pt x="3974" y="5133"/>
                  </a:cubicBezTo>
                  <a:cubicBezTo>
                    <a:pt x="3911" y="5099"/>
                    <a:pt x="3883" y="5009"/>
                    <a:pt x="3906" y="4944"/>
                  </a:cubicBezTo>
                  <a:cubicBezTo>
                    <a:pt x="3907" y="4940"/>
                    <a:pt x="3907" y="4937"/>
                    <a:pt x="3910" y="4934"/>
                  </a:cubicBezTo>
                  <a:cubicBezTo>
                    <a:pt x="3924" y="4882"/>
                    <a:pt x="3958" y="4838"/>
                    <a:pt x="4018" y="4832"/>
                  </a:cubicBezTo>
                  <a:lnTo>
                    <a:pt x="4042" y="4832"/>
                  </a:lnTo>
                  <a:cubicBezTo>
                    <a:pt x="4052" y="4830"/>
                    <a:pt x="4062" y="4829"/>
                    <a:pt x="4072" y="4829"/>
                  </a:cubicBezTo>
                  <a:close/>
                  <a:moveTo>
                    <a:pt x="5790" y="3234"/>
                  </a:moveTo>
                  <a:cubicBezTo>
                    <a:pt x="5806" y="3234"/>
                    <a:pt x="5822" y="3235"/>
                    <a:pt x="5837" y="3235"/>
                  </a:cubicBezTo>
                  <a:cubicBezTo>
                    <a:pt x="7178" y="3294"/>
                    <a:pt x="6711" y="5282"/>
                    <a:pt x="5619" y="5282"/>
                  </a:cubicBezTo>
                  <a:cubicBezTo>
                    <a:pt x="5545" y="5282"/>
                    <a:pt x="5469" y="5273"/>
                    <a:pt x="5389" y="5253"/>
                  </a:cubicBezTo>
                  <a:cubicBezTo>
                    <a:pt x="5377" y="5258"/>
                    <a:pt x="5364" y="5261"/>
                    <a:pt x="5350" y="5261"/>
                  </a:cubicBezTo>
                  <a:cubicBezTo>
                    <a:pt x="5345" y="5261"/>
                    <a:pt x="5340" y="5261"/>
                    <a:pt x="5334" y="5260"/>
                  </a:cubicBezTo>
                  <a:cubicBezTo>
                    <a:pt x="4817" y="5161"/>
                    <a:pt x="4508" y="4590"/>
                    <a:pt x="4626" y="4087"/>
                  </a:cubicBezTo>
                  <a:cubicBezTo>
                    <a:pt x="4744" y="3570"/>
                    <a:pt x="5276" y="3234"/>
                    <a:pt x="5790" y="3234"/>
                  </a:cubicBezTo>
                  <a:close/>
                  <a:moveTo>
                    <a:pt x="5833" y="5532"/>
                  </a:moveTo>
                  <a:cubicBezTo>
                    <a:pt x="5866" y="5532"/>
                    <a:pt x="5900" y="5545"/>
                    <a:pt x="5928" y="5576"/>
                  </a:cubicBezTo>
                  <a:cubicBezTo>
                    <a:pt x="6015" y="5675"/>
                    <a:pt x="5921" y="5802"/>
                    <a:pt x="5821" y="5802"/>
                  </a:cubicBezTo>
                  <a:cubicBezTo>
                    <a:pt x="5788" y="5802"/>
                    <a:pt x="5755" y="5788"/>
                    <a:pt x="5727" y="5756"/>
                  </a:cubicBezTo>
                  <a:cubicBezTo>
                    <a:pt x="5639" y="5658"/>
                    <a:pt x="5732" y="5532"/>
                    <a:pt x="5833" y="5532"/>
                  </a:cubicBezTo>
                  <a:close/>
                  <a:moveTo>
                    <a:pt x="4438" y="5769"/>
                  </a:moveTo>
                  <a:cubicBezTo>
                    <a:pt x="4466" y="5769"/>
                    <a:pt x="4495" y="5780"/>
                    <a:pt x="4519" y="5807"/>
                  </a:cubicBezTo>
                  <a:cubicBezTo>
                    <a:pt x="4595" y="5893"/>
                    <a:pt x="4513" y="6004"/>
                    <a:pt x="4426" y="6004"/>
                  </a:cubicBezTo>
                  <a:cubicBezTo>
                    <a:pt x="4397" y="6004"/>
                    <a:pt x="4368" y="5992"/>
                    <a:pt x="4344" y="5965"/>
                  </a:cubicBezTo>
                  <a:cubicBezTo>
                    <a:pt x="4267" y="5879"/>
                    <a:pt x="4350" y="5769"/>
                    <a:pt x="4438" y="5769"/>
                  </a:cubicBezTo>
                  <a:close/>
                  <a:moveTo>
                    <a:pt x="8185" y="3242"/>
                  </a:moveTo>
                  <a:cubicBezTo>
                    <a:pt x="8579" y="3242"/>
                    <a:pt x="9028" y="3520"/>
                    <a:pt x="9177" y="3917"/>
                  </a:cubicBezTo>
                  <a:cubicBezTo>
                    <a:pt x="9289" y="4214"/>
                    <a:pt x="9275" y="4519"/>
                    <a:pt x="9172" y="4788"/>
                  </a:cubicBezTo>
                  <a:cubicBezTo>
                    <a:pt x="9201" y="4825"/>
                    <a:pt x="9211" y="4875"/>
                    <a:pt x="9187" y="4930"/>
                  </a:cubicBezTo>
                  <a:cubicBezTo>
                    <a:pt x="8942" y="5460"/>
                    <a:pt x="8076" y="6033"/>
                    <a:pt x="7354" y="6033"/>
                  </a:cubicBezTo>
                  <a:cubicBezTo>
                    <a:pt x="7108" y="6033"/>
                    <a:pt x="6880" y="5966"/>
                    <a:pt x="6697" y="5810"/>
                  </a:cubicBezTo>
                  <a:cubicBezTo>
                    <a:pt x="6390" y="5547"/>
                    <a:pt x="6471" y="5154"/>
                    <a:pt x="6775" y="4927"/>
                  </a:cubicBezTo>
                  <a:cubicBezTo>
                    <a:pt x="6971" y="4781"/>
                    <a:pt x="7276" y="4781"/>
                    <a:pt x="7451" y="4634"/>
                  </a:cubicBezTo>
                  <a:cubicBezTo>
                    <a:pt x="7746" y="4386"/>
                    <a:pt x="7491" y="4129"/>
                    <a:pt x="7531" y="3855"/>
                  </a:cubicBezTo>
                  <a:cubicBezTo>
                    <a:pt x="7592" y="3420"/>
                    <a:pt x="7871" y="3242"/>
                    <a:pt x="8185" y="3242"/>
                  </a:cubicBezTo>
                  <a:close/>
                  <a:moveTo>
                    <a:pt x="2394" y="6025"/>
                  </a:moveTo>
                  <a:cubicBezTo>
                    <a:pt x="2417" y="6025"/>
                    <a:pt x="2440" y="6034"/>
                    <a:pt x="2460" y="6057"/>
                  </a:cubicBezTo>
                  <a:cubicBezTo>
                    <a:pt x="2522" y="6125"/>
                    <a:pt x="2457" y="6214"/>
                    <a:pt x="2386" y="6214"/>
                  </a:cubicBezTo>
                  <a:cubicBezTo>
                    <a:pt x="2363" y="6214"/>
                    <a:pt x="2339" y="6205"/>
                    <a:pt x="2319" y="6183"/>
                  </a:cubicBezTo>
                  <a:cubicBezTo>
                    <a:pt x="2257" y="6114"/>
                    <a:pt x="2323" y="6025"/>
                    <a:pt x="2394" y="6025"/>
                  </a:cubicBezTo>
                  <a:close/>
                  <a:moveTo>
                    <a:pt x="3276" y="5384"/>
                  </a:moveTo>
                  <a:cubicBezTo>
                    <a:pt x="3321" y="5384"/>
                    <a:pt x="3366" y="5392"/>
                    <a:pt x="3410" y="5409"/>
                  </a:cubicBezTo>
                  <a:cubicBezTo>
                    <a:pt x="3584" y="5474"/>
                    <a:pt x="3710" y="5649"/>
                    <a:pt x="3670" y="5838"/>
                  </a:cubicBezTo>
                  <a:cubicBezTo>
                    <a:pt x="3619" y="6078"/>
                    <a:pt x="3377" y="6196"/>
                    <a:pt x="3169" y="6275"/>
                  </a:cubicBezTo>
                  <a:cubicBezTo>
                    <a:pt x="3160" y="6278"/>
                    <a:pt x="3152" y="6280"/>
                    <a:pt x="3144" y="6280"/>
                  </a:cubicBezTo>
                  <a:cubicBezTo>
                    <a:pt x="3084" y="6280"/>
                    <a:pt x="3047" y="6193"/>
                    <a:pt x="3112" y="6160"/>
                  </a:cubicBezTo>
                  <a:cubicBezTo>
                    <a:pt x="3289" y="6075"/>
                    <a:pt x="3686" y="5817"/>
                    <a:pt x="3407" y="5609"/>
                  </a:cubicBezTo>
                  <a:cubicBezTo>
                    <a:pt x="3365" y="5578"/>
                    <a:pt x="3316" y="5561"/>
                    <a:pt x="3268" y="5561"/>
                  </a:cubicBezTo>
                  <a:cubicBezTo>
                    <a:pt x="3208" y="5561"/>
                    <a:pt x="3151" y="5588"/>
                    <a:pt x="3116" y="5650"/>
                  </a:cubicBezTo>
                  <a:cubicBezTo>
                    <a:pt x="3044" y="5780"/>
                    <a:pt x="3115" y="5887"/>
                    <a:pt x="3190" y="5990"/>
                  </a:cubicBezTo>
                  <a:cubicBezTo>
                    <a:pt x="3222" y="6035"/>
                    <a:pt x="3193" y="6087"/>
                    <a:pt x="3144" y="6087"/>
                  </a:cubicBezTo>
                  <a:cubicBezTo>
                    <a:pt x="3139" y="6087"/>
                    <a:pt x="3134" y="6086"/>
                    <a:pt x="3129" y="6085"/>
                  </a:cubicBezTo>
                  <a:cubicBezTo>
                    <a:pt x="2919" y="6044"/>
                    <a:pt x="2888" y="5746"/>
                    <a:pt x="2960" y="5588"/>
                  </a:cubicBezTo>
                  <a:cubicBezTo>
                    <a:pt x="3019" y="5456"/>
                    <a:pt x="3144" y="5384"/>
                    <a:pt x="3276" y="5384"/>
                  </a:cubicBezTo>
                  <a:close/>
                  <a:moveTo>
                    <a:pt x="6392" y="6176"/>
                  </a:moveTo>
                  <a:cubicBezTo>
                    <a:pt x="6420" y="6176"/>
                    <a:pt x="6449" y="6187"/>
                    <a:pt x="6473" y="6214"/>
                  </a:cubicBezTo>
                  <a:cubicBezTo>
                    <a:pt x="6546" y="6298"/>
                    <a:pt x="6466" y="6407"/>
                    <a:pt x="6380" y="6407"/>
                  </a:cubicBezTo>
                  <a:cubicBezTo>
                    <a:pt x="6352" y="6407"/>
                    <a:pt x="6324" y="6395"/>
                    <a:pt x="6301" y="6368"/>
                  </a:cubicBezTo>
                  <a:cubicBezTo>
                    <a:pt x="6226" y="6284"/>
                    <a:pt x="6305" y="6176"/>
                    <a:pt x="6392" y="6176"/>
                  </a:cubicBezTo>
                  <a:close/>
                  <a:moveTo>
                    <a:pt x="5573" y="5808"/>
                  </a:moveTo>
                  <a:cubicBezTo>
                    <a:pt x="5588" y="5808"/>
                    <a:pt x="5603" y="5812"/>
                    <a:pt x="5618" y="5823"/>
                  </a:cubicBezTo>
                  <a:cubicBezTo>
                    <a:pt x="5788" y="5959"/>
                    <a:pt x="5863" y="6172"/>
                    <a:pt x="5819" y="6384"/>
                  </a:cubicBezTo>
                  <a:cubicBezTo>
                    <a:pt x="5800" y="6479"/>
                    <a:pt x="5756" y="6568"/>
                    <a:pt x="5691" y="6641"/>
                  </a:cubicBezTo>
                  <a:cubicBezTo>
                    <a:pt x="5642" y="6696"/>
                    <a:pt x="5600" y="6725"/>
                    <a:pt x="5547" y="6725"/>
                  </a:cubicBezTo>
                  <a:cubicBezTo>
                    <a:pt x="5518" y="6725"/>
                    <a:pt x="5486" y="6716"/>
                    <a:pt x="5448" y="6697"/>
                  </a:cubicBezTo>
                  <a:cubicBezTo>
                    <a:pt x="5279" y="6615"/>
                    <a:pt x="5194" y="6427"/>
                    <a:pt x="5192" y="6247"/>
                  </a:cubicBezTo>
                  <a:cubicBezTo>
                    <a:pt x="5191" y="6091"/>
                    <a:pt x="5277" y="5843"/>
                    <a:pt x="5460" y="5826"/>
                  </a:cubicBezTo>
                  <a:cubicBezTo>
                    <a:pt x="5462" y="5826"/>
                    <a:pt x="5464" y="5825"/>
                    <a:pt x="5466" y="5825"/>
                  </a:cubicBezTo>
                  <a:cubicBezTo>
                    <a:pt x="5480" y="5825"/>
                    <a:pt x="5495" y="5830"/>
                    <a:pt x="5507" y="5838"/>
                  </a:cubicBezTo>
                  <a:cubicBezTo>
                    <a:pt x="5525" y="5820"/>
                    <a:pt x="5548" y="5808"/>
                    <a:pt x="5573" y="5808"/>
                  </a:cubicBezTo>
                  <a:close/>
                  <a:moveTo>
                    <a:pt x="4194" y="6572"/>
                  </a:moveTo>
                  <a:cubicBezTo>
                    <a:pt x="4217" y="6572"/>
                    <a:pt x="4239" y="6581"/>
                    <a:pt x="4259" y="6602"/>
                  </a:cubicBezTo>
                  <a:cubicBezTo>
                    <a:pt x="4319" y="6670"/>
                    <a:pt x="4254" y="6757"/>
                    <a:pt x="4185" y="6757"/>
                  </a:cubicBezTo>
                  <a:cubicBezTo>
                    <a:pt x="4163" y="6757"/>
                    <a:pt x="4140" y="6748"/>
                    <a:pt x="4121" y="6727"/>
                  </a:cubicBezTo>
                  <a:cubicBezTo>
                    <a:pt x="4060" y="6659"/>
                    <a:pt x="4125" y="6572"/>
                    <a:pt x="4194" y="6572"/>
                  </a:cubicBezTo>
                  <a:close/>
                  <a:moveTo>
                    <a:pt x="3016" y="6425"/>
                  </a:moveTo>
                  <a:cubicBezTo>
                    <a:pt x="3057" y="6425"/>
                    <a:pt x="3100" y="6442"/>
                    <a:pt x="3136" y="6482"/>
                  </a:cubicBezTo>
                  <a:cubicBezTo>
                    <a:pt x="3249" y="6608"/>
                    <a:pt x="3128" y="6771"/>
                    <a:pt x="2998" y="6771"/>
                  </a:cubicBezTo>
                  <a:cubicBezTo>
                    <a:pt x="2956" y="6771"/>
                    <a:pt x="2913" y="6755"/>
                    <a:pt x="2877" y="6714"/>
                  </a:cubicBezTo>
                  <a:cubicBezTo>
                    <a:pt x="2764" y="6588"/>
                    <a:pt x="2886" y="6425"/>
                    <a:pt x="3016" y="6425"/>
                  </a:cubicBezTo>
                  <a:close/>
                  <a:moveTo>
                    <a:pt x="4031" y="7001"/>
                  </a:moveTo>
                  <a:cubicBezTo>
                    <a:pt x="4184" y="7001"/>
                    <a:pt x="4331" y="7039"/>
                    <a:pt x="4470" y="7111"/>
                  </a:cubicBezTo>
                  <a:cubicBezTo>
                    <a:pt x="4515" y="7134"/>
                    <a:pt x="4535" y="7215"/>
                    <a:pt x="4501" y="7256"/>
                  </a:cubicBezTo>
                  <a:cubicBezTo>
                    <a:pt x="4328" y="7463"/>
                    <a:pt x="4077" y="7576"/>
                    <a:pt x="3818" y="7576"/>
                  </a:cubicBezTo>
                  <a:cubicBezTo>
                    <a:pt x="3727" y="7576"/>
                    <a:pt x="3635" y="7562"/>
                    <a:pt x="3544" y="7533"/>
                  </a:cubicBezTo>
                  <a:cubicBezTo>
                    <a:pt x="3466" y="7509"/>
                    <a:pt x="3488" y="7410"/>
                    <a:pt x="3550" y="7394"/>
                  </a:cubicBezTo>
                  <a:lnTo>
                    <a:pt x="3549" y="7389"/>
                  </a:lnTo>
                  <a:cubicBezTo>
                    <a:pt x="3536" y="7394"/>
                    <a:pt x="3523" y="7397"/>
                    <a:pt x="3512" y="7403"/>
                  </a:cubicBezTo>
                  <a:cubicBezTo>
                    <a:pt x="3503" y="7407"/>
                    <a:pt x="3493" y="7408"/>
                    <a:pt x="3483" y="7408"/>
                  </a:cubicBezTo>
                  <a:cubicBezTo>
                    <a:pt x="3433" y="7408"/>
                    <a:pt x="3382" y="7367"/>
                    <a:pt x="3405" y="7312"/>
                  </a:cubicBezTo>
                  <a:cubicBezTo>
                    <a:pt x="3478" y="7141"/>
                    <a:pt x="3704" y="7043"/>
                    <a:pt x="3877" y="7013"/>
                  </a:cubicBezTo>
                  <a:cubicBezTo>
                    <a:pt x="3929" y="7005"/>
                    <a:pt x="3980" y="7001"/>
                    <a:pt x="4031" y="7001"/>
                  </a:cubicBezTo>
                  <a:close/>
                  <a:moveTo>
                    <a:pt x="3630" y="7868"/>
                  </a:moveTo>
                  <a:cubicBezTo>
                    <a:pt x="3667" y="7868"/>
                    <a:pt x="3704" y="7882"/>
                    <a:pt x="3734" y="7916"/>
                  </a:cubicBezTo>
                  <a:cubicBezTo>
                    <a:pt x="3795" y="7984"/>
                    <a:pt x="3775" y="8069"/>
                    <a:pt x="3721" y="8131"/>
                  </a:cubicBezTo>
                  <a:lnTo>
                    <a:pt x="3676" y="8184"/>
                  </a:lnTo>
                  <a:cubicBezTo>
                    <a:pt x="3652" y="8213"/>
                    <a:pt x="3617" y="8225"/>
                    <a:pt x="3581" y="8225"/>
                  </a:cubicBezTo>
                  <a:cubicBezTo>
                    <a:pt x="3532" y="8225"/>
                    <a:pt x="3481" y="8202"/>
                    <a:pt x="3449" y="8170"/>
                  </a:cubicBezTo>
                  <a:cubicBezTo>
                    <a:pt x="3394" y="8113"/>
                    <a:pt x="3391" y="7991"/>
                    <a:pt x="3462" y="7943"/>
                  </a:cubicBezTo>
                  <a:lnTo>
                    <a:pt x="3520" y="7905"/>
                  </a:lnTo>
                  <a:cubicBezTo>
                    <a:pt x="3555" y="7882"/>
                    <a:pt x="3593" y="7868"/>
                    <a:pt x="3630" y="7868"/>
                  </a:cubicBezTo>
                  <a:close/>
                  <a:moveTo>
                    <a:pt x="397" y="9020"/>
                  </a:moveTo>
                  <a:cubicBezTo>
                    <a:pt x="412" y="9020"/>
                    <a:pt x="428" y="9023"/>
                    <a:pt x="444" y="9031"/>
                  </a:cubicBezTo>
                  <a:cubicBezTo>
                    <a:pt x="568" y="9034"/>
                    <a:pt x="643" y="9194"/>
                    <a:pt x="540" y="9286"/>
                  </a:cubicBezTo>
                  <a:cubicBezTo>
                    <a:pt x="511" y="9312"/>
                    <a:pt x="478" y="9324"/>
                    <a:pt x="447" y="9324"/>
                  </a:cubicBezTo>
                  <a:cubicBezTo>
                    <a:pt x="366" y="9324"/>
                    <a:pt x="290" y="9251"/>
                    <a:pt x="296" y="9162"/>
                  </a:cubicBezTo>
                  <a:cubicBezTo>
                    <a:pt x="270" y="9090"/>
                    <a:pt x="328" y="9020"/>
                    <a:pt x="397" y="9020"/>
                  </a:cubicBezTo>
                  <a:close/>
                  <a:moveTo>
                    <a:pt x="2447" y="9554"/>
                  </a:moveTo>
                  <a:cubicBezTo>
                    <a:pt x="2466" y="9554"/>
                    <a:pt x="2485" y="9562"/>
                    <a:pt x="2501" y="9580"/>
                  </a:cubicBezTo>
                  <a:cubicBezTo>
                    <a:pt x="2553" y="9638"/>
                    <a:pt x="2498" y="9710"/>
                    <a:pt x="2439" y="9710"/>
                  </a:cubicBezTo>
                  <a:cubicBezTo>
                    <a:pt x="2421" y="9710"/>
                    <a:pt x="2401" y="9702"/>
                    <a:pt x="2385" y="9685"/>
                  </a:cubicBezTo>
                  <a:cubicBezTo>
                    <a:pt x="2335" y="9627"/>
                    <a:pt x="2389" y="9554"/>
                    <a:pt x="2447" y="9554"/>
                  </a:cubicBezTo>
                  <a:close/>
                  <a:moveTo>
                    <a:pt x="1864" y="6520"/>
                  </a:moveTo>
                  <a:cubicBezTo>
                    <a:pt x="2046" y="6520"/>
                    <a:pt x="2242" y="6584"/>
                    <a:pt x="2445" y="6728"/>
                  </a:cubicBezTo>
                  <a:cubicBezTo>
                    <a:pt x="2769" y="6959"/>
                    <a:pt x="2925" y="7349"/>
                    <a:pt x="3006" y="7728"/>
                  </a:cubicBezTo>
                  <a:cubicBezTo>
                    <a:pt x="3081" y="8066"/>
                    <a:pt x="3193" y="8507"/>
                    <a:pt x="2959" y="8800"/>
                  </a:cubicBezTo>
                  <a:cubicBezTo>
                    <a:pt x="2932" y="8835"/>
                    <a:pt x="2888" y="8849"/>
                    <a:pt x="2848" y="8849"/>
                  </a:cubicBezTo>
                  <a:cubicBezTo>
                    <a:pt x="2846" y="8849"/>
                    <a:pt x="2844" y="8849"/>
                    <a:pt x="2841" y="8848"/>
                  </a:cubicBezTo>
                  <a:cubicBezTo>
                    <a:pt x="2608" y="9301"/>
                    <a:pt x="2192" y="9743"/>
                    <a:pt x="1710" y="9743"/>
                  </a:cubicBezTo>
                  <a:cubicBezTo>
                    <a:pt x="1545" y="9743"/>
                    <a:pt x="1372" y="9691"/>
                    <a:pt x="1196" y="9570"/>
                  </a:cubicBezTo>
                  <a:cubicBezTo>
                    <a:pt x="468" y="9068"/>
                    <a:pt x="694" y="8052"/>
                    <a:pt x="928" y="7352"/>
                  </a:cubicBezTo>
                  <a:cubicBezTo>
                    <a:pt x="1091" y="6867"/>
                    <a:pt x="1439" y="6520"/>
                    <a:pt x="1864" y="6520"/>
                  </a:cubicBezTo>
                  <a:close/>
                  <a:moveTo>
                    <a:pt x="6911" y="1"/>
                  </a:moveTo>
                  <a:cubicBezTo>
                    <a:pt x="5979" y="1"/>
                    <a:pt x="5313" y="1377"/>
                    <a:pt x="4995" y="2131"/>
                  </a:cubicBezTo>
                  <a:cubicBezTo>
                    <a:pt x="4650" y="2950"/>
                    <a:pt x="4338" y="3779"/>
                    <a:pt x="3726" y="4441"/>
                  </a:cubicBezTo>
                  <a:cubicBezTo>
                    <a:pt x="3010" y="5212"/>
                    <a:pt x="2054" y="5681"/>
                    <a:pt x="1267" y="6367"/>
                  </a:cubicBezTo>
                  <a:cubicBezTo>
                    <a:pt x="617" y="6934"/>
                    <a:pt x="0" y="7754"/>
                    <a:pt x="53" y="8660"/>
                  </a:cubicBezTo>
                  <a:cubicBezTo>
                    <a:pt x="105" y="9554"/>
                    <a:pt x="909" y="10212"/>
                    <a:pt x="1786" y="10212"/>
                  </a:cubicBezTo>
                  <a:cubicBezTo>
                    <a:pt x="1811" y="10212"/>
                    <a:pt x="1837" y="10211"/>
                    <a:pt x="1862" y="10210"/>
                  </a:cubicBezTo>
                  <a:cubicBezTo>
                    <a:pt x="3011" y="10159"/>
                    <a:pt x="3468" y="8926"/>
                    <a:pt x="4104" y="8167"/>
                  </a:cubicBezTo>
                  <a:cubicBezTo>
                    <a:pt x="4679" y="7481"/>
                    <a:pt x="5473" y="7131"/>
                    <a:pt x="6319" y="6891"/>
                  </a:cubicBezTo>
                  <a:cubicBezTo>
                    <a:pt x="7389" y="6588"/>
                    <a:pt x="8588" y="6461"/>
                    <a:pt x="9474" y="5725"/>
                  </a:cubicBezTo>
                  <a:cubicBezTo>
                    <a:pt x="10028" y="5265"/>
                    <a:pt x="10365" y="4413"/>
                    <a:pt x="10171" y="3720"/>
                  </a:cubicBezTo>
                  <a:cubicBezTo>
                    <a:pt x="10021" y="3556"/>
                    <a:pt x="9899" y="3361"/>
                    <a:pt x="9784" y="3164"/>
                  </a:cubicBezTo>
                  <a:cubicBezTo>
                    <a:pt x="9747" y="3157"/>
                    <a:pt x="9713" y="3137"/>
                    <a:pt x="9688" y="3101"/>
                  </a:cubicBezTo>
                  <a:cubicBezTo>
                    <a:pt x="9308" y="2541"/>
                    <a:pt x="8942" y="1970"/>
                    <a:pt x="8568" y="1406"/>
                  </a:cubicBezTo>
                  <a:cubicBezTo>
                    <a:pt x="8282" y="974"/>
                    <a:pt x="7983" y="489"/>
                    <a:pt x="7533" y="203"/>
                  </a:cubicBezTo>
                  <a:cubicBezTo>
                    <a:pt x="7315" y="62"/>
                    <a:pt x="7107" y="1"/>
                    <a:pt x="69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87" name="Google Shape;787;p9"/>
            <p:cNvSpPr/>
            <p:nvPr/>
          </p:nvSpPr>
          <p:spPr>
            <a:xfrm>
              <a:off x="-236160" y="810720"/>
              <a:ext cx="1310400" cy="1321920"/>
            </a:xfrm>
            <a:custGeom>
              <a:rect b="b" l="l" r="r" t="t"/>
              <a:pathLst>
                <a:path extrusionOk="0" h="12306" w="12197">
                  <a:moveTo>
                    <a:pt x="8098" y="567"/>
                  </a:moveTo>
                  <a:cubicBezTo>
                    <a:pt x="8379" y="567"/>
                    <a:pt x="8668" y="658"/>
                    <a:pt x="8950" y="863"/>
                  </a:cubicBezTo>
                  <a:cubicBezTo>
                    <a:pt x="9334" y="1145"/>
                    <a:pt x="9613" y="1541"/>
                    <a:pt x="9872" y="1930"/>
                  </a:cubicBezTo>
                  <a:cubicBezTo>
                    <a:pt x="10283" y="2548"/>
                    <a:pt x="10688" y="3172"/>
                    <a:pt x="11084" y="3800"/>
                  </a:cubicBezTo>
                  <a:cubicBezTo>
                    <a:pt x="11298" y="3974"/>
                    <a:pt x="11448" y="4196"/>
                    <a:pt x="11540" y="4444"/>
                  </a:cubicBezTo>
                  <a:cubicBezTo>
                    <a:pt x="11547" y="4459"/>
                    <a:pt x="11559" y="4470"/>
                    <a:pt x="11566" y="4484"/>
                  </a:cubicBezTo>
                  <a:cubicBezTo>
                    <a:pt x="11581" y="4512"/>
                    <a:pt x="11581" y="4539"/>
                    <a:pt x="11578" y="4562"/>
                  </a:cubicBezTo>
                  <a:cubicBezTo>
                    <a:pt x="11730" y="5088"/>
                    <a:pt x="11637" y="5704"/>
                    <a:pt x="11342" y="6190"/>
                  </a:cubicBezTo>
                  <a:cubicBezTo>
                    <a:pt x="10629" y="7372"/>
                    <a:pt x="9086" y="7622"/>
                    <a:pt x="7863" y="7929"/>
                  </a:cubicBezTo>
                  <a:cubicBezTo>
                    <a:pt x="7146" y="8112"/>
                    <a:pt x="6400" y="8336"/>
                    <a:pt x="5828" y="8825"/>
                  </a:cubicBezTo>
                  <a:cubicBezTo>
                    <a:pt x="5326" y="9253"/>
                    <a:pt x="5027" y="9849"/>
                    <a:pt x="4627" y="10364"/>
                  </a:cubicBezTo>
                  <a:cubicBezTo>
                    <a:pt x="4173" y="10944"/>
                    <a:pt x="3581" y="11331"/>
                    <a:pt x="2893" y="11331"/>
                  </a:cubicBezTo>
                  <a:cubicBezTo>
                    <a:pt x="2706" y="11331"/>
                    <a:pt x="2511" y="11303"/>
                    <a:pt x="2310" y="11241"/>
                  </a:cubicBezTo>
                  <a:cubicBezTo>
                    <a:pt x="1541" y="11003"/>
                    <a:pt x="956" y="10349"/>
                    <a:pt x="900" y="9533"/>
                  </a:cubicBezTo>
                  <a:cubicBezTo>
                    <a:pt x="838" y="8626"/>
                    <a:pt x="1375" y="7787"/>
                    <a:pt x="1999" y="7178"/>
                  </a:cubicBezTo>
                  <a:cubicBezTo>
                    <a:pt x="2975" y="6220"/>
                    <a:pt x="4330" y="5700"/>
                    <a:pt x="5089" y="4515"/>
                  </a:cubicBezTo>
                  <a:cubicBezTo>
                    <a:pt x="5750" y="3484"/>
                    <a:pt x="5955" y="2202"/>
                    <a:pt x="6774" y="1266"/>
                  </a:cubicBezTo>
                  <a:cubicBezTo>
                    <a:pt x="7145" y="840"/>
                    <a:pt x="7610" y="567"/>
                    <a:pt x="8098" y="567"/>
                  </a:cubicBezTo>
                  <a:close/>
                  <a:moveTo>
                    <a:pt x="7743" y="0"/>
                  </a:moveTo>
                  <a:cubicBezTo>
                    <a:pt x="7416" y="0"/>
                    <a:pt x="7088" y="72"/>
                    <a:pt x="6784" y="211"/>
                  </a:cubicBezTo>
                  <a:cubicBezTo>
                    <a:pt x="6118" y="519"/>
                    <a:pt x="5751" y="1111"/>
                    <a:pt x="5499" y="1773"/>
                  </a:cubicBezTo>
                  <a:cubicBezTo>
                    <a:pt x="5105" y="2803"/>
                    <a:pt x="4858" y="3795"/>
                    <a:pt x="4015" y="4568"/>
                  </a:cubicBezTo>
                  <a:cubicBezTo>
                    <a:pt x="3164" y="5354"/>
                    <a:pt x="2064" y="5805"/>
                    <a:pt x="1207" y="6581"/>
                  </a:cubicBezTo>
                  <a:cubicBezTo>
                    <a:pt x="270" y="7430"/>
                    <a:pt x="1" y="8589"/>
                    <a:pt x="315" y="9795"/>
                  </a:cubicBezTo>
                  <a:cubicBezTo>
                    <a:pt x="596" y="10868"/>
                    <a:pt x="1372" y="12277"/>
                    <a:pt x="2634" y="12305"/>
                  </a:cubicBezTo>
                  <a:cubicBezTo>
                    <a:pt x="2649" y="12305"/>
                    <a:pt x="2664" y="12306"/>
                    <a:pt x="2679" y="12306"/>
                  </a:cubicBezTo>
                  <a:cubicBezTo>
                    <a:pt x="3936" y="12306"/>
                    <a:pt x="4802" y="11092"/>
                    <a:pt x="5550" y="10255"/>
                  </a:cubicBezTo>
                  <a:cubicBezTo>
                    <a:pt x="5991" y="9759"/>
                    <a:pt x="6477" y="9291"/>
                    <a:pt x="7083" y="9007"/>
                  </a:cubicBezTo>
                  <a:cubicBezTo>
                    <a:pt x="7572" y="8781"/>
                    <a:pt x="8106" y="8676"/>
                    <a:pt x="8628" y="8563"/>
                  </a:cubicBezTo>
                  <a:cubicBezTo>
                    <a:pt x="9916" y="8285"/>
                    <a:pt x="11115" y="7733"/>
                    <a:pt x="11744" y="6502"/>
                  </a:cubicBezTo>
                  <a:cubicBezTo>
                    <a:pt x="12196" y="5616"/>
                    <a:pt x="12175" y="4544"/>
                    <a:pt x="11724" y="3675"/>
                  </a:cubicBezTo>
                  <a:cubicBezTo>
                    <a:pt x="11702" y="3661"/>
                    <a:pt x="11689" y="3637"/>
                    <a:pt x="11688" y="3608"/>
                  </a:cubicBezTo>
                  <a:cubicBezTo>
                    <a:pt x="11671" y="3577"/>
                    <a:pt x="11656" y="3547"/>
                    <a:pt x="11638" y="3518"/>
                  </a:cubicBezTo>
                  <a:cubicBezTo>
                    <a:pt x="11621" y="3509"/>
                    <a:pt x="11604" y="3498"/>
                    <a:pt x="11588" y="3484"/>
                  </a:cubicBezTo>
                  <a:cubicBezTo>
                    <a:pt x="11328" y="3244"/>
                    <a:pt x="11101" y="2965"/>
                    <a:pt x="10888" y="2673"/>
                  </a:cubicBezTo>
                  <a:cubicBezTo>
                    <a:pt x="10846" y="2673"/>
                    <a:pt x="10810" y="2628"/>
                    <a:pt x="10830" y="2589"/>
                  </a:cubicBezTo>
                  <a:cubicBezTo>
                    <a:pt x="10228" y="1745"/>
                    <a:pt x="9719" y="791"/>
                    <a:pt x="8818" y="281"/>
                  </a:cubicBezTo>
                  <a:cubicBezTo>
                    <a:pt x="8486" y="92"/>
                    <a:pt x="8115" y="0"/>
                    <a:pt x="774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88" name="Google Shape;788;p9"/>
            <p:cNvSpPr/>
            <p:nvPr/>
          </p:nvSpPr>
          <p:spPr>
            <a:xfrm>
              <a:off x="-362520" y="681840"/>
              <a:ext cx="1563120" cy="1604160"/>
            </a:xfrm>
            <a:custGeom>
              <a:rect b="b" l="l" r="r" t="t"/>
              <a:pathLst>
                <a:path extrusionOk="0" h="14931" w="14549">
                  <a:moveTo>
                    <a:pt x="8917" y="1202"/>
                  </a:moveTo>
                  <a:cubicBezTo>
                    <a:pt x="9290" y="1202"/>
                    <a:pt x="9661" y="1295"/>
                    <a:pt x="9993" y="1484"/>
                  </a:cubicBezTo>
                  <a:cubicBezTo>
                    <a:pt x="10897" y="1994"/>
                    <a:pt x="11405" y="2945"/>
                    <a:pt x="12006" y="3793"/>
                  </a:cubicBezTo>
                  <a:cubicBezTo>
                    <a:pt x="11984" y="3831"/>
                    <a:pt x="12021" y="3874"/>
                    <a:pt x="12064" y="3876"/>
                  </a:cubicBezTo>
                  <a:cubicBezTo>
                    <a:pt x="12279" y="4170"/>
                    <a:pt x="12503" y="4447"/>
                    <a:pt x="12764" y="4687"/>
                  </a:cubicBezTo>
                  <a:cubicBezTo>
                    <a:pt x="12779" y="4701"/>
                    <a:pt x="12796" y="4712"/>
                    <a:pt x="12813" y="4721"/>
                  </a:cubicBezTo>
                  <a:cubicBezTo>
                    <a:pt x="12832" y="4751"/>
                    <a:pt x="12846" y="4781"/>
                    <a:pt x="12863" y="4812"/>
                  </a:cubicBezTo>
                  <a:cubicBezTo>
                    <a:pt x="12864" y="4840"/>
                    <a:pt x="12877" y="4866"/>
                    <a:pt x="12900" y="4878"/>
                  </a:cubicBezTo>
                  <a:cubicBezTo>
                    <a:pt x="13350" y="5747"/>
                    <a:pt x="13372" y="6820"/>
                    <a:pt x="12920" y="7705"/>
                  </a:cubicBezTo>
                  <a:cubicBezTo>
                    <a:pt x="12289" y="8937"/>
                    <a:pt x="11092" y="9488"/>
                    <a:pt x="9803" y="9766"/>
                  </a:cubicBezTo>
                  <a:cubicBezTo>
                    <a:pt x="9279" y="9879"/>
                    <a:pt x="8746" y="9984"/>
                    <a:pt x="8259" y="10211"/>
                  </a:cubicBezTo>
                  <a:cubicBezTo>
                    <a:pt x="7652" y="10491"/>
                    <a:pt x="7166" y="10962"/>
                    <a:pt x="6725" y="11458"/>
                  </a:cubicBezTo>
                  <a:cubicBezTo>
                    <a:pt x="5978" y="12297"/>
                    <a:pt x="5111" y="13509"/>
                    <a:pt x="3855" y="13509"/>
                  </a:cubicBezTo>
                  <a:cubicBezTo>
                    <a:pt x="3839" y="13509"/>
                    <a:pt x="3824" y="13509"/>
                    <a:pt x="3809" y="13509"/>
                  </a:cubicBezTo>
                  <a:cubicBezTo>
                    <a:pt x="2548" y="13480"/>
                    <a:pt x="1773" y="12070"/>
                    <a:pt x="1491" y="10999"/>
                  </a:cubicBezTo>
                  <a:cubicBezTo>
                    <a:pt x="1173" y="9793"/>
                    <a:pt x="1445" y="8634"/>
                    <a:pt x="2382" y="7786"/>
                  </a:cubicBezTo>
                  <a:cubicBezTo>
                    <a:pt x="3239" y="7008"/>
                    <a:pt x="4339" y="6556"/>
                    <a:pt x="5191" y="5771"/>
                  </a:cubicBezTo>
                  <a:cubicBezTo>
                    <a:pt x="6032" y="4996"/>
                    <a:pt x="6278" y="4005"/>
                    <a:pt x="6672" y="2975"/>
                  </a:cubicBezTo>
                  <a:cubicBezTo>
                    <a:pt x="6928" y="2313"/>
                    <a:pt x="7292" y="1721"/>
                    <a:pt x="7958" y="1413"/>
                  </a:cubicBezTo>
                  <a:cubicBezTo>
                    <a:pt x="8262" y="1274"/>
                    <a:pt x="8590" y="1202"/>
                    <a:pt x="8917" y="1202"/>
                  </a:cubicBezTo>
                  <a:close/>
                  <a:moveTo>
                    <a:pt x="9561" y="1"/>
                  </a:moveTo>
                  <a:cubicBezTo>
                    <a:pt x="9529" y="1"/>
                    <a:pt x="9499" y="21"/>
                    <a:pt x="9497" y="62"/>
                  </a:cubicBezTo>
                  <a:cubicBezTo>
                    <a:pt x="9489" y="329"/>
                    <a:pt x="9473" y="586"/>
                    <a:pt x="9395" y="838"/>
                  </a:cubicBezTo>
                  <a:cubicBezTo>
                    <a:pt x="9235" y="810"/>
                    <a:pt x="9072" y="795"/>
                    <a:pt x="8908" y="795"/>
                  </a:cubicBezTo>
                  <a:cubicBezTo>
                    <a:pt x="8819" y="795"/>
                    <a:pt x="8730" y="799"/>
                    <a:pt x="8641" y="808"/>
                  </a:cubicBezTo>
                  <a:cubicBezTo>
                    <a:pt x="8651" y="570"/>
                    <a:pt x="8661" y="329"/>
                    <a:pt x="8631" y="96"/>
                  </a:cubicBezTo>
                  <a:cubicBezTo>
                    <a:pt x="8625" y="50"/>
                    <a:pt x="8592" y="30"/>
                    <a:pt x="8557" y="30"/>
                  </a:cubicBezTo>
                  <a:cubicBezTo>
                    <a:pt x="8515" y="30"/>
                    <a:pt x="8470" y="59"/>
                    <a:pt x="8464" y="108"/>
                  </a:cubicBezTo>
                  <a:cubicBezTo>
                    <a:pt x="8439" y="345"/>
                    <a:pt x="8456" y="590"/>
                    <a:pt x="8470" y="831"/>
                  </a:cubicBezTo>
                  <a:cubicBezTo>
                    <a:pt x="8209" y="874"/>
                    <a:pt x="7957" y="954"/>
                    <a:pt x="7719" y="1072"/>
                  </a:cubicBezTo>
                  <a:cubicBezTo>
                    <a:pt x="7675" y="875"/>
                    <a:pt x="7620" y="671"/>
                    <a:pt x="7526" y="506"/>
                  </a:cubicBezTo>
                  <a:cubicBezTo>
                    <a:pt x="7510" y="479"/>
                    <a:pt x="7477" y="464"/>
                    <a:pt x="7446" y="464"/>
                  </a:cubicBezTo>
                  <a:cubicBezTo>
                    <a:pt x="7405" y="464"/>
                    <a:pt x="7367" y="489"/>
                    <a:pt x="7370" y="539"/>
                  </a:cubicBezTo>
                  <a:cubicBezTo>
                    <a:pt x="7384" y="747"/>
                    <a:pt x="7461" y="964"/>
                    <a:pt x="7540" y="1170"/>
                  </a:cubicBezTo>
                  <a:cubicBezTo>
                    <a:pt x="7413" y="1246"/>
                    <a:pt x="7288" y="1333"/>
                    <a:pt x="7176" y="1432"/>
                  </a:cubicBezTo>
                  <a:cubicBezTo>
                    <a:pt x="7121" y="1480"/>
                    <a:pt x="7070" y="1530"/>
                    <a:pt x="7019" y="1581"/>
                  </a:cubicBezTo>
                  <a:cubicBezTo>
                    <a:pt x="6908" y="1340"/>
                    <a:pt x="6762" y="1100"/>
                    <a:pt x="6553" y="939"/>
                  </a:cubicBezTo>
                  <a:cubicBezTo>
                    <a:pt x="6540" y="929"/>
                    <a:pt x="6526" y="925"/>
                    <a:pt x="6511" y="925"/>
                  </a:cubicBezTo>
                  <a:cubicBezTo>
                    <a:pt x="6453" y="925"/>
                    <a:pt x="6393" y="992"/>
                    <a:pt x="6429" y="1049"/>
                  </a:cubicBezTo>
                  <a:cubicBezTo>
                    <a:pt x="6584" y="1282"/>
                    <a:pt x="6758" y="1487"/>
                    <a:pt x="6874" y="1739"/>
                  </a:cubicBezTo>
                  <a:cubicBezTo>
                    <a:pt x="6711" y="1939"/>
                    <a:pt x="6585" y="2157"/>
                    <a:pt x="6476" y="2388"/>
                  </a:cubicBezTo>
                  <a:cubicBezTo>
                    <a:pt x="6300" y="2191"/>
                    <a:pt x="6096" y="2024"/>
                    <a:pt x="5851" y="1922"/>
                  </a:cubicBezTo>
                  <a:cubicBezTo>
                    <a:pt x="5842" y="1918"/>
                    <a:pt x="5833" y="1917"/>
                    <a:pt x="5824" y="1917"/>
                  </a:cubicBezTo>
                  <a:cubicBezTo>
                    <a:pt x="5760" y="1917"/>
                    <a:pt x="5727" y="2015"/>
                    <a:pt x="5787" y="2055"/>
                  </a:cubicBezTo>
                  <a:cubicBezTo>
                    <a:pt x="6011" y="2200"/>
                    <a:pt x="6222" y="2349"/>
                    <a:pt x="6405" y="2544"/>
                  </a:cubicBezTo>
                  <a:cubicBezTo>
                    <a:pt x="6262" y="2874"/>
                    <a:pt x="6150" y="3226"/>
                    <a:pt x="6031" y="3573"/>
                  </a:cubicBezTo>
                  <a:cubicBezTo>
                    <a:pt x="5886" y="3355"/>
                    <a:pt x="5698" y="3158"/>
                    <a:pt x="5468" y="3035"/>
                  </a:cubicBezTo>
                  <a:cubicBezTo>
                    <a:pt x="5453" y="3027"/>
                    <a:pt x="5439" y="3023"/>
                    <a:pt x="5425" y="3023"/>
                  </a:cubicBezTo>
                  <a:cubicBezTo>
                    <a:pt x="5355" y="3023"/>
                    <a:pt x="5312" y="3117"/>
                    <a:pt x="5381" y="3171"/>
                  </a:cubicBezTo>
                  <a:cubicBezTo>
                    <a:pt x="5614" y="3355"/>
                    <a:pt x="5811" y="3538"/>
                    <a:pt x="5962" y="3781"/>
                  </a:cubicBezTo>
                  <a:cubicBezTo>
                    <a:pt x="5855" y="4083"/>
                    <a:pt x="5735" y="4377"/>
                    <a:pt x="5578" y="4652"/>
                  </a:cubicBezTo>
                  <a:cubicBezTo>
                    <a:pt x="5393" y="4387"/>
                    <a:pt x="5211" y="4092"/>
                    <a:pt x="4972" y="3885"/>
                  </a:cubicBezTo>
                  <a:cubicBezTo>
                    <a:pt x="4960" y="3874"/>
                    <a:pt x="4945" y="3869"/>
                    <a:pt x="4930" y="3869"/>
                  </a:cubicBezTo>
                  <a:cubicBezTo>
                    <a:pt x="4891" y="3869"/>
                    <a:pt x="4856" y="3903"/>
                    <a:pt x="4878" y="3949"/>
                  </a:cubicBezTo>
                  <a:cubicBezTo>
                    <a:pt x="5026" y="4249"/>
                    <a:pt x="5284" y="4514"/>
                    <a:pt x="5504" y="4773"/>
                  </a:cubicBezTo>
                  <a:cubicBezTo>
                    <a:pt x="5461" y="4841"/>
                    <a:pt x="5415" y="4908"/>
                    <a:pt x="5365" y="4975"/>
                  </a:cubicBezTo>
                  <a:cubicBezTo>
                    <a:pt x="5264" y="5106"/>
                    <a:pt x="5154" y="5231"/>
                    <a:pt x="5038" y="5347"/>
                  </a:cubicBezTo>
                  <a:cubicBezTo>
                    <a:pt x="5036" y="5343"/>
                    <a:pt x="5036" y="5340"/>
                    <a:pt x="5033" y="5336"/>
                  </a:cubicBezTo>
                  <a:cubicBezTo>
                    <a:pt x="5026" y="5315"/>
                    <a:pt x="5011" y="5296"/>
                    <a:pt x="4988" y="5295"/>
                  </a:cubicBezTo>
                  <a:cubicBezTo>
                    <a:pt x="4985" y="5295"/>
                    <a:pt x="4982" y="5296"/>
                    <a:pt x="4979" y="5296"/>
                  </a:cubicBezTo>
                  <a:cubicBezTo>
                    <a:pt x="4973" y="5296"/>
                    <a:pt x="4967" y="5295"/>
                    <a:pt x="4961" y="5295"/>
                  </a:cubicBezTo>
                  <a:cubicBezTo>
                    <a:pt x="4940" y="5295"/>
                    <a:pt x="4924" y="5311"/>
                    <a:pt x="4917" y="5329"/>
                  </a:cubicBezTo>
                  <a:cubicBezTo>
                    <a:pt x="4878" y="5244"/>
                    <a:pt x="4809" y="5089"/>
                    <a:pt x="4790" y="5053"/>
                  </a:cubicBezTo>
                  <a:cubicBezTo>
                    <a:pt x="4734" y="4951"/>
                    <a:pt x="4679" y="4851"/>
                    <a:pt x="4622" y="4752"/>
                  </a:cubicBezTo>
                  <a:cubicBezTo>
                    <a:pt x="4530" y="4589"/>
                    <a:pt x="4430" y="4436"/>
                    <a:pt x="4322" y="4283"/>
                  </a:cubicBezTo>
                  <a:cubicBezTo>
                    <a:pt x="4311" y="4266"/>
                    <a:pt x="4295" y="4259"/>
                    <a:pt x="4279" y="4259"/>
                  </a:cubicBezTo>
                  <a:cubicBezTo>
                    <a:pt x="4238" y="4259"/>
                    <a:pt x="4195" y="4308"/>
                    <a:pt x="4217" y="4354"/>
                  </a:cubicBezTo>
                  <a:cubicBezTo>
                    <a:pt x="4338" y="4606"/>
                    <a:pt x="4479" y="4841"/>
                    <a:pt x="4628" y="5077"/>
                  </a:cubicBezTo>
                  <a:cubicBezTo>
                    <a:pt x="4706" y="5203"/>
                    <a:pt x="4781" y="5403"/>
                    <a:pt x="4927" y="5458"/>
                  </a:cubicBezTo>
                  <a:cubicBezTo>
                    <a:pt x="4754" y="5621"/>
                    <a:pt x="4566" y="5770"/>
                    <a:pt x="4373" y="5911"/>
                  </a:cubicBezTo>
                  <a:cubicBezTo>
                    <a:pt x="4129" y="5607"/>
                    <a:pt x="3932" y="5276"/>
                    <a:pt x="3715" y="4949"/>
                  </a:cubicBezTo>
                  <a:cubicBezTo>
                    <a:pt x="3698" y="4922"/>
                    <a:pt x="3672" y="4910"/>
                    <a:pt x="3647" y="4910"/>
                  </a:cubicBezTo>
                  <a:cubicBezTo>
                    <a:pt x="3598" y="4910"/>
                    <a:pt x="3552" y="4956"/>
                    <a:pt x="3579" y="5017"/>
                  </a:cubicBezTo>
                  <a:cubicBezTo>
                    <a:pt x="3737" y="5376"/>
                    <a:pt x="3992" y="5700"/>
                    <a:pt x="4260" y="5992"/>
                  </a:cubicBezTo>
                  <a:cubicBezTo>
                    <a:pt x="4024" y="6158"/>
                    <a:pt x="3779" y="6314"/>
                    <a:pt x="3534" y="6467"/>
                  </a:cubicBezTo>
                  <a:cubicBezTo>
                    <a:pt x="3329" y="6215"/>
                    <a:pt x="3187" y="5940"/>
                    <a:pt x="3032" y="5655"/>
                  </a:cubicBezTo>
                  <a:cubicBezTo>
                    <a:pt x="3017" y="5626"/>
                    <a:pt x="2988" y="5613"/>
                    <a:pt x="2960" y="5613"/>
                  </a:cubicBezTo>
                  <a:cubicBezTo>
                    <a:pt x="2913" y="5613"/>
                    <a:pt x="2867" y="5649"/>
                    <a:pt x="2885" y="5704"/>
                  </a:cubicBezTo>
                  <a:cubicBezTo>
                    <a:pt x="2990" y="6019"/>
                    <a:pt x="3194" y="6300"/>
                    <a:pt x="3424" y="6536"/>
                  </a:cubicBezTo>
                  <a:cubicBezTo>
                    <a:pt x="3147" y="6711"/>
                    <a:pt x="2872" y="6885"/>
                    <a:pt x="2610" y="7075"/>
                  </a:cubicBezTo>
                  <a:cubicBezTo>
                    <a:pt x="2436" y="6838"/>
                    <a:pt x="2233" y="6590"/>
                    <a:pt x="1978" y="6441"/>
                  </a:cubicBezTo>
                  <a:cubicBezTo>
                    <a:pt x="1964" y="6433"/>
                    <a:pt x="1950" y="6429"/>
                    <a:pt x="1936" y="6429"/>
                  </a:cubicBezTo>
                  <a:cubicBezTo>
                    <a:pt x="1872" y="6429"/>
                    <a:pt x="1818" y="6508"/>
                    <a:pt x="1872" y="6569"/>
                  </a:cubicBezTo>
                  <a:cubicBezTo>
                    <a:pt x="2065" y="6781"/>
                    <a:pt x="2284" y="6961"/>
                    <a:pt x="2475" y="7175"/>
                  </a:cubicBezTo>
                  <a:cubicBezTo>
                    <a:pt x="2311" y="7302"/>
                    <a:pt x="2152" y="7435"/>
                    <a:pt x="2001" y="7579"/>
                  </a:cubicBezTo>
                  <a:cubicBezTo>
                    <a:pt x="1788" y="7391"/>
                    <a:pt x="1552" y="7209"/>
                    <a:pt x="1282" y="7123"/>
                  </a:cubicBezTo>
                  <a:cubicBezTo>
                    <a:pt x="1274" y="7120"/>
                    <a:pt x="1265" y="7119"/>
                    <a:pt x="1258" y="7119"/>
                  </a:cubicBezTo>
                  <a:cubicBezTo>
                    <a:pt x="1190" y="7119"/>
                    <a:pt x="1156" y="7216"/>
                    <a:pt x="1219" y="7260"/>
                  </a:cubicBezTo>
                  <a:cubicBezTo>
                    <a:pt x="1438" y="7415"/>
                    <a:pt x="1672" y="7537"/>
                    <a:pt x="1892" y="7691"/>
                  </a:cubicBezTo>
                  <a:cubicBezTo>
                    <a:pt x="1751" y="7837"/>
                    <a:pt x="1628" y="7993"/>
                    <a:pt x="1519" y="8153"/>
                  </a:cubicBezTo>
                  <a:cubicBezTo>
                    <a:pt x="1340" y="8021"/>
                    <a:pt x="1136" y="7919"/>
                    <a:pt x="914" y="7898"/>
                  </a:cubicBezTo>
                  <a:cubicBezTo>
                    <a:pt x="910" y="7898"/>
                    <a:pt x="907" y="7898"/>
                    <a:pt x="904" y="7898"/>
                  </a:cubicBezTo>
                  <a:cubicBezTo>
                    <a:pt x="808" y="7898"/>
                    <a:pt x="792" y="8038"/>
                    <a:pt x="881" y="8072"/>
                  </a:cubicBezTo>
                  <a:cubicBezTo>
                    <a:pt x="1068" y="8145"/>
                    <a:pt x="1247" y="8214"/>
                    <a:pt x="1413" y="8322"/>
                  </a:cubicBezTo>
                  <a:cubicBezTo>
                    <a:pt x="1326" y="8469"/>
                    <a:pt x="1253" y="8622"/>
                    <a:pt x="1190" y="8778"/>
                  </a:cubicBezTo>
                  <a:cubicBezTo>
                    <a:pt x="1038" y="8700"/>
                    <a:pt x="866" y="8643"/>
                    <a:pt x="696" y="8643"/>
                  </a:cubicBezTo>
                  <a:cubicBezTo>
                    <a:pt x="608" y="8643"/>
                    <a:pt x="521" y="8658"/>
                    <a:pt x="438" y="8693"/>
                  </a:cubicBezTo>
                  <a:cubicBezTo>
                    <a:pt x="375" y="8717"/>
                    <a:pt x="399" y="8811"/>
                    <a:pt x="462" y="8815"/>
                  </a:cubicBezTo>
                  <a:cubicBezTo>
                    <a:pt x="697" y="8826"/>
                    <a:pt x="920" y="8822"/>
                    <a:pt x="1141" y="8909"/>
                  </a:cubicBezTo>
                  <a:cubicBezTo>
                    <a:pt x="1023" y="9240"/>
                    <a:pt x="962" y="9593"/>
                    <a:pt x="952" y="9953"/>
                  </a:cubicBezTo>
                  <a:cubicBezTo>
                    <a:pt x="902" y="9952"/>
                    <a:pt x="851" y="9951"/>
                    <a:pt x="801" y="9951"/>
                  </a:cubicBezTo>
                  <a:cubicBezTo>
                    <a:pt x="751" y="9951"/>
                    <a:pt x="701" y="9952"/>
                    <a:pt x="650" y="9953"/>
                  </a:cubicBezTo>
                  <a:cubicBezTo>
                    <a:pt x="605" y="9956"/>
                    <a:pt x="589" y="10000"/>
                    <a:pt x="602" y="10030"/>
                  </a:cubicBezTo>
                  <a:cubicBezTo>
                    <a:pt x="418" y="10059"/>
                    <a:pt x="229" y="10092"/>
                    <a:pt x="59" y="10161"/>
                  </a:cubicBezTo>
                  <a:cubicBezTo>
                    <a:pt x="0" y="10185"/>
                    <a:pt x="19" y="10289"/>
                    <a:pt x="85" y="10289"/>
                  </a:cubicBezTo>
                  <a:cubicBezTo>
                    <a:pt x="85" y="10289"/>
                    <a:pt x="86" y="10289"/>
                    <a:pt x="86" y="10289"/>
                  </a:cubicBezTo>
                  <a:cubicBezTo>
                    <a:pt x="327" y="10277"/>
                    <a:pt x="574" y="10197"/>
                    <a:pt x="806" y="10136"/>
                  </a:cubicBezTo>
                  <a:cubicBezTo>
                    <a:pt x="849" y="10126"/>
                    <a:pt x="863" y="10092"/>
                    <a:pt x="859" y="10059"/>
                  </a:cubicBezTo>
                  <a:lnTo>
                    <a:pt x="859" y="10059"/>
                  </a:lnTo>
                  <a:cubicBezTo>
                    <a:pt x="869" y="10060"/>
                    <a:pt x="880" y="10061"/>
                    <a:pt x="891" y="10061"/>
                  </a:cubicBezTo>
                  <a:cubicBezTo>
                    <a:pt x="912" y="10061"/>
                    <a:pt x="932" y="10059"/>
                    <a:pt x="952" y="10059"/>
                  </a:cubicBezTo>
                  <a:cubicBezTo>
                    <a:pt x="952" y="10226"/>
                    <a:pt x="963" y="10395"/>
                    <a:pt x="986" y="10562"/>
                  </a:cubicBezTo>
                  <a:cubicBezTo>
                    <a:pt x="696" y="10619"/>
                    <a:pt x="411" y="10681"/>
                    <a:pt x="133" y="10782"/>
                  </a:cubicBezTo>
                  <a:cubicBezTo>
                    <a:pt x="67" y="10805"/>
                    <a:pt x="106" y="10894"/>
                    <a:pt x="165" y="10894"/>
                  </a:cubicBezTo>
                  <a:cubicBezTo>
                    <a:pt x="167" y="10894"/>
                    <a:pt x="169" y="10894"/>
                    <a:pt x="171" y="10894"/>
                  </a:cubicBezTo>
                  <a:cubicBezTo>
                    <a:pt x="459" y="10859"/>
                    <a:pt x="732" y="10785"/>
                    <a:pt x="1009" y="10704"/>
                  </a:cubicBezTo>
                  <a:cubicBezTo>
                    <a:pt x="1013" y="10731"/>
                    <a:pt x="1016" y="10758"/>
                    <a:pt x="1022" y="10785"/>
                  </a:cubicBezTo>
                  <a:cubicBezTo>
                    <a:pt x="1047" y="10914"/>
                    <a:pt x="1078" y="11044"/>
                    <a:pt x="1114" y="11176"/>
                  </a:cubicBezTo>
                  <a:cubicBezTo>
                    <a:pt x="900" y="11268"/>
                    <a:pt x="686" y="11366"/>
                    <a:pt x="489" y="11488"/>
                  </a:cubicBezTo>
                  <a:cubicBezTo>
                    <a:pt x="444" y="11516"/>
                    <a:pt x="457" y="11599"/>
                    <a:pt x="508" y="11599"/>
                  </a:cubicBezTo>
                  <a:cubicBezTo>
                    <a:pt x="514" y="11599"/>
                    <a:pt x="520" y="11598"/>
                    <a:pt x="527" y="11595"/>
                  </a:cubicBezTo>
                  <a:cubicBezTo>
                    <a:pt x="744" y="11523"/>
                    <a:pt x="951" y="11420"/>
                    <a:pt x="1155" y="11316"/>
                  </a:cubicBezTo>
                  <a:cubicBezTo>
                    <a:pt x="1204" y="11479"/>
                    <a:pt x="1261" y="11642"/>
                    <a:pt x="1328" y="11802"/>
                  </a:cubicBezTo>
                  <a:cubicBezTo>
                    <a:pt x="1186" y="11950"/>
                    <a:pt x="1022" y="12074"/>
                    <a:pt x="837" y="12178"/>
                  </a:cubicBezTo>
                  <a:cubicBezTo>
                    <a:pt x="778" y="12213"/>
                    <a:pt x="797" y="12316"/>
                    <a:pt x="862" y="12316"/>
                  </a:cubicBezTo>
                  <a:cubicBezTo>
                    <a:pt x="869" y="12316"/>
                    <a:pt x="876" y="12315"/>
                    <a:pt x="884" y="12312"/>
                  </a:cubicBezTo>
                  <a:cubicBezTo>
                    <a:pt x="1090" y="12252"/>
                    <a:pt x="1267" y="12140"/>
                    <a:pt x="1411" y="11992"/>
                  </a:cubicBezTo>
                  <a:cubicBezTo>
                    <a:pt x="1472" y="12125"/>
                    <a:pt x="1539" y="12256"/>
                    <a:pt x="1611" y="12382"/>
                  </a:cubicBezTo>
                  <a:cubicBezTo>
                    <a:pt x="1479" y="12560"/>
                    <a:pt x="1306" y="12699"/>
                    <a:pt x="1105" y="12801"/>
                  </a:cubicBezTo>
                  <a:cubicBezTo>
                    <a:pt x="1041" y="12836"/>
                    <a:pt x="1065" y="12944"/>
                    <a:pt x="1131" y="12944"/>
                  </a:cubicBezTo>
                  <a:cubicBezTo>
                    <a:pt x="1138" y="12944"/>
                    <a:pt x="1145" y="12943"/>
                    <a:pt x="1153" y="12940"/>
                  </a:cubicBezTo>
                  <a:cubicBezTo>
                    <a:pt x="1381" y="12862"/>
                    <a:pt x="1569" y="12728"/>
                    <a:pt x="1709" y="12543"/>
                  </a:cubicBezTo>
                  <a:cubicBezTo>
                    <a:pt x="1826" y="12728"/>
                    <a:pt x="1957" y="12901"/>
                    <a:pt x="2103" y="13061"/>
                  </a:cubicBezTo>
                  <a:cubicBezTo>
                    <a:pt x="1951" y="13282"/>
                    <a:pt x="1774" y="13482"/>
                    <a:pt x="1580" y="13666"/>
                  </a:cubicBezTo>
                  <a:cubicBezTo>
                    <a:pt x="1524" y="13719"/>
                    <a:pt x="1572" y="13790"/>
                    <a:pt x="1631" y="13790"/>
                  </a:cubicBezTo>
                  <a:cubicBezTo>
                    <a:pt x="1647" y="13790"/>
                    <a:pt x="1662" y="13786"/>
                    <a:pt x="1678" y="13775"/>
                  </a:cubicBezTo>
                  <a:cubicBezTo>
                    <a:pt x="1902" y="13615"/>
                    <a:pt x="2082" y="13416"/>
                    <a:pt x="2223" y="13184"/>
                  </a:cubicBezTo>
                  <a:cubicBezTo>
                    <a:pt x="2365" y="13329"/>
                    <a:pt x="2518" y="13456"/>
                    <a:pt x="2687" y="13562"/>
                  </a:cubicBezTo>
                  <a:cubicBezTo>
                    <a:pt x="2539" y="13792"/>
                    <a:pt x="2402" y="14024"/>
                    <a:pt x="2277" y="14267"/>
                  </a:cubicBezTo>
                  <a:cubicBezTo>
                    <a:pt x="2250" y="14322"/>
                    <a:pt x="2294" y="14375"/>
                    <a:pt x="2341" y="14375"/>
                  </a:cubicBezTo>
                  <a:cubicBezTo>
                    <a:pt x="2360" y="14375"/>
                    <a:pt x="2381" y="14366"/>
                    <a:pt x="2396" y="14343"/>
                  </a:cubicBezTo>
                  <a:cubicBezTo>
                    <a:pt x="2552" y="14118"/>
                    <a:pt x="2691" y="13884"/>
                    <a:pt x="2823" y="13646"/>
                  </a:cubicBezTo>
                  <a:cubicBezTo>
                    <a:pt x="2871" y="13671"/>
                    <a:pt x="2919" y="13698"/>
                    <a:pt x="2967" y="13721"/>
                  </a:cubicBezTo>
                  <a:cubicBezTo>
                    <a:pt x="3075" y="13774"/>
                    <a:pt x="3184" y="13812"/>
                    <a:pt x="3293" y="13842"/>
                  </a:cubicBezTo>
                  <a:cubicBezTo>
                    <a:pt x="3261" y="14047"/>
                    <a:pt x="3176" y="14238"/>
                    <a:pt x="3068" y="14415"/>
                  </a:cubicBezTo>
                  <a:cubicBezTo>
                    <a:pt x="3032" y="14473"/>
                    <a:pt x="3083" y="14543"/>
                    <a:pt x="3138" y="14543"/>
                  </a:cubicBezTo>
                  <a:cubicBezTo>
                    <a:pt x="3155" y="14543"/>
                    <a:pt x="3173" y="14536"/>
                    <a:pt x="3188" y="14519"/>
                  </a:cubicBezTo>
                  <a:cubicBezTo>
                    <a:pt x="3358" y="14340"/>
                    <a:pt x="3443" y="14121"/>
                    <a:pt x="3459" y="13881"/>
                  </a:cubicBezTo>
                  <a:cubicBezTo>
                    <a:pt x="3581" y="13904"/>
                    <a:pt x="3705" y="13914"/>
                    <a:pt x="3827" y="13914"/>
                  </a:cubicBezTo>
                  <a:cubicBezTo>
                    <a:pt x="3914" y="13914"/>
                    <a:pt x="4001" y="13909"/>
                    <a:pt x="4087" y="13898"/>
                  </a:cubicBezTo>
                  <a:lnTo>
                    <a:pt x="4087" y="13898"/>
                  </a:lnTo>
                  <a:cubicBezTo>
                    <a:pt x="4066" y="14012"/>
                    <a:pt x="4053" y="14129"/>
                    <a:pt x="4056" y="14258"/>
                  </a:cubicBezTo>
                  <a:cubicBezTo>
                    <a:pt x="4061" y="14476"/>
                    <a:pt x="4101" y="14680"/>
                    <a:pt x="4180" y="14886"/>
                  </a:cubicBezTo>
                  <a:cubicBezTo>
                    <a:pt x="4193" y="14917"/>
                    <a:pt x="4218" y="14931"/>
                    <a:pt x="4245" y="14931"/>
                  </a:cubicBezTo>
                  <a:cubicBezTo>
                    <a:pt x="4292" y="14931"/>
                    <a:pt x="4342" y="14890"/>
                    <a:pt x="4329" y="14834"/>
                  </a:cubicBezTo>
                  <a:cubicBezTo>
                    <a:pt x="4265" y="14526"/>
                    <a:pt x="4219" y="14194"/>
                    <a:pt x="4236" y="13873"/>
                  </a:cubicBezTo>
                  <a:cubicBezTo>
                    <a:pt x="4420" y="13837"/>
                    <a:pt x="4601" y="13782"/>
                    <a:pt x="4777" y="13710"/>
                  </a:cubicBezTo>
                  <a:cubicBezTo>
                    <a:pt x="4931" y="13958"/>
                    <a:pt x="4968" y="14213"/>
                    <a:pt x="4984" y="14501"/>
                  </a:cubicBezTo>
                  <a:cubicBezTo>
                    <a:pt x="4986" y="14555"/>
                    <a:pt x="5041" y="14594"/>
                    <a:pt x="5089" y="14594"/>
                  </a:cubicBezTo>
                  <a:cubicBezTo>
                    <a:pt x="5121" y="14594"/>
                    <a:pt x="5150" y="14576"/>
                    <a:pt x="5158" y="14533"/>
                  </a:cubicBezTo>
                  <a:cubicBezTo>
                    <a:pt x="5216" y="14217"/>
                    <a:pt x="5104" y="13901"/>
                    <a:pt x="4924" y="13642"/>
                  </a:cubicBezTo>
                  <a:cubicBezTo>
                    <a:pt x="5167" y="13527"/>
                    <a:pt x="5398" y="13380"/>
                    <a:pt x="5613" y="13214"/>
                  </a:cubicBezTo>
                  <a:cubicBezTo>
                    <a:pt x="5634" y="13480"/>
                    <a:pt x="5714" y="13863"/>
                    <a:pt x="5936" y="14016"/>
                  </a:cubicBezTo>
                  <a:cubicBezTo>
                    <a:pt x="5948" y="14024"/>
                    <a:pt x="5960" y="14028"/>
                    <a:pt x="5972" y="14028"/>
                  </a:cubicBezTo>
                  <a:cubicBezTo>
                    <a:pt x="6010" y="14028"/>
                    <a:pt x="6045" y="13988"/>
                    <a:pt x="6038" y="13945"/>
                  </a:cubicBezTo>
                  <a:cubicBezTo>
                    <a:pt x="6021" y="13813"/>
                    <a:pt x="5939" y="13703"/>
                    <a:pt x="5888" y="13584"/>
                  </a:cubicBezTo>
                  <a:cubicBezTo>
                    <a:pt x="5827" y="13443"/>
                    <a:pt x="5787" y="13295"/>
                    <a:pt x="5749" y="13147"/>
                  </a:cubicBezTo>
                  <a:cubicBezTo>
                    <a:pt x="5746" y="13136"/>
                    <a:pt x="5739" y="13126"/>
                    <a:pt x="5732" y="13117"/>
                  </a:cubicBezTo>
                  <a:cubicBezTo>
                    <a:pt x="5827" y="13038"/>
                    <a:pt x="5919" y="12956"/>
                    <a:pt x="6008" y="12871"/>
                  </a:cubicBezTo>
                  <a:cubicBezTo>
                    <a:pt x="6071" y="12811"/>
                    <a:pt x="6132" y="12749"/>
                    <a:pt x="6193" y="12687"/>
                  </a:cubicBezTo>
                  <a:cubicBezTo>
                    <a:pt x="6245" y="12892"/>
                    <a:pt x="6337" y="13112"/>
                    <a:pt x="6520" y="13210"/>
                  </a:cubicBezTo>
                  <a:cubicBezTo>
                    <a:pt x="6532" y="13216"/>
                    <a:pt x="6545" y="13219"/>
                    <a:pt x="6557" y="13219"/>
                  </a:cubicBezTo>
                  <a:cubicBezTo>
                    <a:pt x="6606" y="13219"/>
                    <a:pt x="6646" y="13172"/>
                    <a:pt x="6623" y="13117"/>
                  </a:cubicBezTo>
                  <a:cubicBezTo>
                    <a:pt x="6574" y="13005"/>
                    <a:pt x="6477" y="12919"/>
                    <a:pt x="6415" y="12813"/>
                  </a:cubicBezTo>
                  <a:cubicBezTo>
                    <a:pt x="6371" y="12740"/>
                    <a:pt x="6326" y="12663"/>
                    <a:pt x="6288" y="12585"/>
                  </a:cubicBezTo>
                  <a:cubicBezTo>
                    <a:pt x="6456" y="12402"/>
                    <a:pt x="6618" y="12215"/>
                    <a:pt x="6779" y="12026"/>
                  </a:cubicBezTo>
                  <a:cubicBezTo>
                    <a:pt x="6825" y="12096"/>
                    <a:pt x="6869" y="12162"/>
                    <a:pt x="6915" y="12230"/>
                  </a:cubicBezTo>
                  <a:cubicBezTo>
                    <a:pt x="6989" y="12342"/>
                    <a:pt x="7050" y="12473"/>
                    <a:pt x="7166" y="12543"/>
                  </a:cubicBezTo>
                  <a:cubicBezTo>
                    <a:pt x="7178" y="12551"/>
                    <a:pt x="7192" y="12555"/>
                    <a:pt x="7205" y="12555"/>
                  </a:cubicBezTo>
                  <a:cubicBezTo>
                    <a:pt x="7249" y="12555"/>
                    <a:pt x="7290" y="12515"/>
                    <a:pt x="7280" y="12466"/>
                  </a:cubicBezTo>
                  <a:cubicBezTo>
                    <a:pt x="7248" y="12331"/>
                    <a:pt x="7149" y="12233"/>
                    <a:pt x="7066" y="12127"/>
                  </a:cubicBezTo>
                  <a:cubicBezTo>
                    <a:pt x="7007" y="12053"/>
                    <a:pt x="6949" y="11977"/>
                    <a:pt x="6888" y="11903"/>
                  </a:cubicBezTo>
                  <a:cubicBezTo>
                    <a:pt x="7112" y="11645"/>
                    <a:pt x="7340" y="11393"/>
                    <a:pt x="7594" y="11163"/>
                  </a:cubicBezTo>
                  <a:cubicBezTo>
                    <a:pt x="7726" y="11379"/>
                    <a:pt x="7879" y="11598"/>
                    <a:pt x="8056" y="11744"/>
                  </a:cubicBezTo>
                  <a:cubicBezTo>
                    <a:pt x="8068" y="11754"/>
                    <a:pt x="8080" y="11758"/>
                    <a:pt x="8092" y="11758"/>
                  </a:cubicBezTo>
                  <a:cubicBezTo>
                    <a:pt x="8135" y="11758"/>
                    <a:pt x="8170" y="11702"/>
                    <a:pt x="8151" y="11659"/>
                  </a:cubicBezTo>
                  <a:cubicBezTo>
                    <a:pt x="8090" y="11515"/>
                    <a:pt x="7980" y="11394"/>
                    <a:pt x="7880" y="11269"/>
                  </a:cubicBezTo>
                  <a:cubicBezTo>
                    <a:pt x="7828" y="11201"/>
                    <a:pt x="7773" y="11131"/>
                    <a:pt x="7716" y="11061"/>
                  </a:cubicBezTo>
                  <a:cubicBezTo>
                    <a:pt x="7914" y="10900"/>
                    <a:pt x="8120" y="10766"/>
                    <a:pt x="8334" y="10660"/>
                  </a:cubicBezTo>
                  <a:cubicBezTo>
                    <a:pt x="8382" y="10730"/>
                    <a:pt x="8430" y="10799"/>
                    <a:pt x="8470" y="10873"/>
                  </a:cubicBezTo>
                  <a:cubicBezTo>
                    <a:pt x="8539" y="11003"/>
                    <a:pt x="8588" y="11139"/>
                    <a:pt x="8651" y="11269"/>
                  </a:cubicBezTo>
                  <a:cubicBezTo>
                    <a:pt x="8665" y="11298"/>
                    <a:pt x="8691" y="11310"/>
                    <a:pt x="8716" y="11310"/>
                  </a:cubicBezTo>
                  <a:cubicBezTo>
                    <a:pt x="8761" y="11310"/>
                    <a:pt x="8806" y="11275"/>
                    <a:pt x="8793" y="11223"/>
                  </a:cubicBezTo>
                  <a:cubicBezTo>
                    <a:pt x="8745" y="11006"/>
                    <a:pt x="8617" y="10781"/>
                    <a:pt x="8461" y="10602"/>
                  </a:cubicBezTo>
                  <a:cubicBezTo>
                    <a:pt x="8668" y="10508"/>
                    <a:pt x="8885" y="10432"/>
                    <a:pt x="9106" y="10367"/>
                  </a:cubicBezTo>
                  <a:cubicBezTo>
                    <a:pt x="9218" y="10618"/>
                    <a:pt x="9334" y="10871"/>
                    <a:pt x="9487" y="11097"/>
                  </a:cubicBezTo>
                  <a:cubicBezTo>
                    <a:pt x="9503" y="11119"/>
                    <a:pt x="9522" y="11128"/>
                    <a:pt x="9540" y="11128"/>
                  </a:cubicBezTo>
                  <a:cubicBezTo>
                    <a:pt x="9590" y="11128"/>
                    <a:pt x="9639" y="11063"/>
                    <a:pt x="9621" y="11006"/>
                  </a:cubicBezTo>
                  <a:cubicBezTo>
                    <a:pt x="9536" y="10766"/>
                    <a:pt x="9409" y="10540"/>
                    <a:pt x="9282" y="10317"/>
                  </a:cubicBezTo>
                  <a:cubicBezTo>
                    <a:pt x="9507" y="10259"/>
                    <a:pt x="9737" y="10207"/>
                    <a:pt x="9972" y="10156"/>
                  </a:cubicBezTo>
                  <a:cubicBezTo>
                    <a:pt x="10050" y="10140"/>
                    <a:pt x="10128" y="10120"/>
                    <a:pt x="10206" y="10100"/>
                  </a:cubicBezTo>
                  <a:cubicBezTo>
                    <a:pt x="10265" y="10283"/>
                    <a:pt x="10308" y="10469"/>
                    <a:pt x="10340" y="10664"/>
                  </a:cubicBezTo>
                  <a:cubicBezTo>
                    <a:pt x="10346" y="10702"/>
                    <a:pt x="10378" y="10720"/>
                    <a:pt x="10410" y="10720"/>
                  </a:cubicBezTo>
                  <a:cubicBezTo>
                    <a:pt x="10446" y="10720"/>
                    <a:pt x="10482" y="10697"/>
                    <a:pt x="10482" y="10653"/>
                  </a:cubicBezTo>
                  <a:cubicBezTo>
                    <a:pt x="10482" y="10452"/>
                    <a:pt x="10438" y="10249"/>
                    <a:pt x="10362" y="10061"/>
                  </a:cubicBezTo>
                  <a:cubicBezTo>
                    <a:pt x="10594" y="9998"/>
                    <a:pt x="10821" y="9923"/>
                    <a:pt x="11041" y="9835"/>
                  </a:cubicBezTo>
                  <a:cubicBezTo>
                    <a:pt x="11133" y="10048"/>
                    <a:pt x="11202" y="10268"/>
                    <a:pt x="11283" y="10487"/>
                  </a:cubicBezTo>
                  <a:cubicBezTo>
                    <a:pt x="11293" y="10512"/>
                    <a:pt x="11316" y="10523"/>
                    <a:pt x="11340" y="10523"/>
                  </a:cubicBezTo>
                  <a:cubicBezTo>
                    <a:pt x="11375" y="10523"/>
                    <a:pt x="11412" y="10499"/>
                    <a:pt x="11410" y="10460"/>
                  </a:cubicBezTo>
                  <a:cubicBezTo>
                    <a:pt x="11402" y="10217"/>
                    <a:pt x="11321" y="9980"/>
                    <a:pt x="11208" y="9765"/>
                  </a:cubicBezTo>
                  <a:cubicBezTo>
                    <a:pt x="11486" y="9643"/>
                    <a:pt x="11751" y="9501"/>
                    <a:pt x="11999" y="9332"/>
                  </a:cubicBezTo>
                  <a:cubicBezTo>
                    <a:pt x="12084" y="9498"/>
                    <a:pt x="12173" y="9664"/>
                    <a:pt x="12281" y="9813"/>
                  </a:cubicBezTo>
                  <a:cubicBezTo>
                    <a:pt x="12295" y="9833"/>
                    <a:pt x="12314" y="9841"/>
                    <a:pt x="12333" y="9841"/>
                  </a:cubicBezTo>
                  <a:cubicBezTo>
                    <a:pt x="12385" y="9841"/>
                    <a:pt x="12437" y="9780"/>
                    <a:pt x="12409" y="9723"/>
                  </a:cubicBezTo>
                  <a:cubicBezTo>
                    <a:pt x="12332" y="9559"/>
                    <a:pt x="12228" y="9399"/>
                    <a:pt x="12122" y="9246"/>
                  </a:cubicBezTo>
                  <a:cubicBezTo>
                    <a:pt x="12299" y="9115"/>
                    <a:pt x="12465" y="8974"/>
                    <a:pt x="12619" y="8816"/>
                  </a:cubicBezTo>
                  <a:cubicBezTo>
                    <a:pt x="12757" y="9022"/>
                    <a:pt x="12870" y="9240"/>
                    <a:pt x="13015" y="9444"/>
                  </a:cubicBezTo>
                  <a:cubicBezTo>
                    <a:pt x="13026" y="9460"/>
                    <a:pt x="13043" y="9467"/>
                    <a:pt x="13059" y="9467"/>
                  </a:cubicBezTo>
                  <a:cubicBezTo>
                    <a:pt x="13098" y="9467"/>
                    <a:pt x="13139" y="9429"/>
                    <a:pt x="13129" y="9388"/>
                  </a:cubicBezTo>
                  <a:cubicBezTo>
                    <a:pt x="13067" y="9130"/>
                    <a:pt x="12911" y="8899"/>
                    <a:pt x="12738" y="8693"/>
                  </a:cubicBezTo>
                  <a:cubicBezTo>
                    <a:pt x="12903" y="8509"/>
                    <a:pt x="13050" y="8306"/>
                    <a:pt x="13179" y="8085"/>
                  </a:cubicBezTo>
                  <a:cubicBezTo>
                    <a:pt x="13308" y="8223"/>
                    <a:pt x="13444" y="8369"/>
                    <a:pt x="13597" y="8469"/>
                  </a:cubicBezTo>
                  <a:cubicBezTo>
                    <a:pt x="13610" y="8478"/>
                    <a:pt x="13624" y="8482"/>
                    <a:pt x="13637" y="8482"/>
                  </a:cubicBezTo>
                  <a:cubicBezTo>
                    <a:pt x="13695" y="8482"/>
                    <a:pt x="13741" y="8406"/>
                    <a:pt x="13696" y="8353"/>
                  </a:cubicBezTo>
                  <a:cubicBezTo>
                    <a:pt x="13572" y="8211"/>
                    <a:pt x="13400" y="8091"/>
                    <a:pt x="13243" y="7975"/>
                  </a:cubicBezTo>
                  <a:cubicBezTo>
                    <a:pt x="13284" y="7897"/>
                    <a:pt x="13324" y="7816"/>
                    <a:pt x="13362" y="7732"/>
                  </a:cubicBezTo>
                  <a:cubicBezTo>
                    <a:pt x="13400" y="7644"/>
                    <a:pt x="13434" y="7555"/>
                    <a:pt x="13465" y="7465"/>
                  </a:cubicBezTo>
                  <a:cubicBezTo>
                    <a:pt x="13555" y="7632"/>
                    <a:pt x="13675" y="7788"/>
                    <a:pt x="13824" y="7897"/>
                  </a:cubicBezTo>
                  <a:cubicBezTo>
                    <a:pt x="13839" y="7907"/>
                    <a:pt x="13854" y="7912"/>
                    <a:pt x="13869" y="7912"/>
                  </a:cubicBezTo>
                  <a:cubicBezTo>
                    <a:pt x="13937" y="7912"/>
                    <a:pt x="13998" y="7820"/>
                    <a:pt x="13939" y="7762"/>
                  </a:cubicBezTo>
                  <a:cubicBezTo>
                    <a:pt x="13780" y="7610"/>
                    <a:pt x="13640" y="7465"/>
                    <a:pt x="13525" y="7279"/>
                  </a:cubicBezTo>
                  <a:cubicBezTo>
                    <a:pt x="13574" y="7102"/>
                    <a:pt x="13610" y="6922"/>
                    <a:pt x="13631" y="6740"/>
                  </a:cubicBezTo>
                  <a:cubicBezTo>
                    <a:pt x="13822" y="6922"/>
                    <a:pt x="14035" y="7086"/>
                    <a:pt x="14250" y="7235"/>
                  </a:cubicBezTo>
                  <a:cubicBezTo>
                    <a:pt x="14265" y="7244"/>
                    <a:pt x="14280" y="7248"/>
                    <a:pt x="14294" y="7248"/>
                  </a:cubicBezTo>
                  <a:cubicBezTo>
                    <a:pt x="14365" y="7248"/>
                    <a:pt x="14428" y="7155"/>
                    <a:pt x="14365" y="7100"/>
                  </a:cubicBezTo>
                  <a:cubicBezTo>
                    <a:pt x="14150" y="6910"/>
                    <a:pt x="13919" y="6725"/>
                    <a:pt x="13671" y="6573"/>
                  </a:cubicBezTo>
                  <a:cubicBezTo>
                    <a:pt x="13662" y="6569"/>
                    <a:pt x="13654" y="6567"/>
                    <a:pt x="13645" y="6565"/>
                  </a:cubicBezTo>
                  <a:cubicBezTo>
                    <a:pt x="13655" y="6406"/>
                    <a:pt x="13654" y="6247"/>
                    <a:pt x="13641" y="6090"/>
                  </a:cubicBezTo>
                  <a:lnTo>
                    <a:pt x="13641" y="6090"/>
                  </a:lnTo>
                  <a:cubicBezTo>
                    <a:pt x="13905" y="6130"/>
                    <a:pt x="14164" y="6200"/>
                    <a:pt x="14426" y="6260"/>
                  </a:cubicBezTo>
                  <a:cubicBezTo>
                    <a:pt x="14431" y="6261"/>
                    <a:pt x="14436" y="6262"/>
                    <a:pt x="14441" y="6262"/>
                  </a:cubicBezTo>
                  <a:cubicBezTo>
                    <a:pt x="14503" y="6262"/>
                    <a:pt x="14548" y="6178"/>
                    <a:pt x="14483" y="6140"/>
                  </a:cubicBezTo>
                  <a:cubicBezTo>
                    <a:pt x="14221" y="5988"/>
                    <a:pt x="13922" y="5931"/>
                    <a:pt x="13620" y="5924"/>
                  </a:cubicBezTo>
                  <a:cubicBezTo>
                    <a:pt x="13600" y="5784"/>
                    <a:pt x="13576" y="5644"/>
                    <a:pt x="13539" y="5507"/>
                  </a:cubicBezTo>
                  <a:cubicBezTo>
                    <a:pt x="13844" y="5465"/>
                    <a:pt x="14137" y="5373"/>
                    <a:pt x="14399" y="5211"/>
                  </a:cubicBezTo>
                  <a:cubicBezTo>
                    <a:pt x="14482" y="5161"/>
                    <a:pt x="14441" y="5042"/>
                    <a:pt x="14362" y="5042"/>
                  </a:cubicBezTo>
                  <a:cubicBezTo>
                    <a:pt x="14350" y="5042"/>
                    <a:pt x="14336" y="5045"/>
                    <a:pt x="14321" y="5053"/>
                  </a:cubicBezTo>
                  <a:cubicBezTo>
                    <a:pt x="14056" y="5186"/>
                    <a:pt x="13788" y="5299"/>
                    <a:pt x="13499" y="5373"/>
                  </a:cubicBezTo>
                  <a:cubicBezTo>
                    <a:pt x="13437" y="5180"/>
                    <a:pt x="13359" y="4992"/>
                    <a:pt x="13263" y="4813"/>
                  </a:cubicBezTo>
                  <a:cubicBezTo>
                    <a:pt x="13522" y="4745"/>
                    <a:pt x="13780" y="4673"/>
                    <a:pt x="14031" y="4578"/>
                  </a:cubicBezTo>
                  <a:cubicBezTo>
                    <a:pt x="14105" y="4550"/>
                    <a:pt x="14068" y="4440"/>
                    <a:pt x="13999" y="4440"/>
                  </a:cubicBezTo>
                  <a:cubicBezTo>
                    <a:pt x="13994" y="4440"/>
                    <a:pt x="13990" y="4441"/>
                    <a:pt x="13985" y="4442"/>
                  </a:cubicBezTo>
                  <a:cubicBezTo>
                    <a:pt x="13705" y="4491"/>
                    <a:pt x="13435" y="4565"/>
                    <a:pt x="13165" y="4644"/>
                  </a:cubicBezTo>
                  <a:cubicBezTo>
                    <a:pt x="13151" y="4622"/>
                    <a:pt x="13136" y="4598"/>
                    <a:pt x="13121" y="4574"/>
                  </a:cubicBezTo>
                  <a:cubicBezTo>
                    <a:pt x="13129" y="4523"/>
                    <a:pt x="13114" y="4469"/>
                    <a:pt x="13064" y="4422"/>
                  </a:cubicBezTo>
                  <a:cubicBezTo>
                    <a:pt x="13007" y="4365"/>
                    <a:pt x="12951" y="4309"/>
                    <a:pt x="12896" y="4249"/>
                  </a:cubicBezTo>
                  <a:cubicBezTo>
                    <a:pt x="13165" y="4083"/>
                    <a:pt x="13411" y="3885"/>
                    <a:pt x="13613" y="3638"/>
                  </a:cubicBezTo>
                  <a:cubicBezTo>
                    <a:pt x="13651" y="3593"/>
                    <a:pt x="13601" y="3536"/>
                    <a:pt x="13552" y="3536"/>
                  </a:cubicBezTo>
                  <a:cubicBezTo>
                    <a:pt x="13538" y="3536"/>
                    <a:pt x="13524" y="3540"/>
                    <a:pt x="13512" y="3552"/>
                  </a:cubicBezTo>
                  <a:cubicBezTo>
                    <a:pt x="13284" y="3763"/>
                    <a:pt x="13057" y="3967"/>
                    <a:pt x="12806" y="4151"/>
                  </a:cubicBezTo>
                  <a:cubicBezTo>
                    <a:pt x="12665" y="3991"/>
                    <a:pt x="12534" y="3825"/>
                    <a:pt x="12407" y="3651"/>
                  </a:cubicBezTo>
                  <a:cubicBezTo>
                    <a:pt x="12592" y="3518"/>
                    <a:pt x="12774" y="3380"/>
                    <a:pt x="12937" y="3220"/>
                  </a:cubicBezTo>
                  <a:cubicBezTo>
                    <a:pt x="12973" y="3183"/>
                    <a:pt x="12945" y="3116"/>
                    <a:pt x="12898" y="3116"/>
                  </a:cubicBezTo>
                  <a:cubicBezTo>
                    <a:pt x="12889" y="3116"/>
                    <a:pt x="12880" y="3118"/>
                    <a:pt x="12870" y="3124"/>
                  </a:cubicBezTo>
                  <a:cubicBezTo>
                    <a:pt x="12674" y="3242"/>
                    <a:pt x="12493" y="3382"/>
                    <a:pt x="12316" y="3528"/>
                  </a:cubicBezTo>
                  <a:cubicBezTo>
                    <a:pt x="12225" y="3403"/>
                    <a:pt x="12139" y="3276"/>
                    <a:pt x="12052" y="3148"/>
                  </a:cubicBezTo>
                  <a:cubicBezTo>
                    <a:pt x="12075" y="3148"/>
                    <a:pt x="12098" y="3139"/>
                    <a:pt x="12116" y="3114"/>
                  </a:cubicBezTo>
                  <a:cubicBezTo>
                    <a:pt x="12275" y="2886"/>
                    <a:pt x="12479" y="2709"/>
                    <a:pt x="12683" y="2522"/>
                  </a:cubicBezTo>
                  <a:cubicBezTo>
                    <a:pt x="12732" y="2475"/>
                    <a:pt x="12693" y="2394"/>
                    <a:pt x="12636" y="2394"/>
                  </a:cubicBezTo>
                  <a:cubicBezTo>
                    <a:pt x="12626" y="2394"/>
                    <a:pt x="12615" y="2396"/>
                    <a:pt x="12604" y="2403"/>
                  </a:cubicBezTo>
                  <a:cubicBezTo>
                    <a:pt x="12337" y="2546"/>
                    <a:pt x="12143" y="2777"/>
                    <a:pt x="11983" y="3029"/>
                  </a:cubicBezTo>
                  <a:cubicBezTo>
                    <a:pt x="11982" y="3033"/>
                    <a:pt x="11980" y="3039"/>
                    <a:pt x="11977" y="3042"/>
                  </a:cubicBezTo>
                  <a:cubicBezTo>
                    <a:pt x="11891" y="2914"/>
                    <a:pt x="11804" y="2785"/>
                    <a:pt x="11715" y="2659"/>
                  </a:cubicBezTo>
                  <a:cubicBezTo>
                    <a:pt x="11926" y="2489"/>
                    <a:pt x="12103" y="2278"/>
                    <a:pt x="12188" y="2016"/>
                  </a:cubicBezTo>
                  <a:cubicBezTo>
                    <a:pt x="12204" y="1965"/>
                    <a:pt x="12162" y="1925"/>
                    <a:pt x="12120" y="1925"/>
                  </a:cubicBezTo>
                  <a:cubicBezTo>
                    <a:pt x="12099" y="1925"/>
                    <a:pt x="12077" y="1935"/>
                    <a:pt x="12062" y="1958"/>
                  </a:cubicBezTo>
                  <a:cubicBezTo>
                    <a:pt x="11926" y="2165"/>
                    <a:pt x="11796" y="2361"/>
                    <a:pt x="11623" y="2530"/>
                  </a:cubicBezTo>
                  <a:cubicBezTo>
                    <a:pt x="11495" y="2350"/>
                    <a:pt x="11361" y="2177"/>
                    <a:pt x="11222" y="2010"/>
                  </a:cubicBezTo>
                  <a:cubicBezTo>
                    <a:pt x="11378" y="1797"/>
                    <a:pt x="11529" y="1585"/>
                    <a:pt x="11664" y="1358"/>
                  </a:cubicBezTo>
                  <a:cubicBezTo>
                    <a:pt x="11698" y="1303"/>
                    <a:pt x="11653" y="1253"/>
                    <a:pt x="11604" y="1253"/>
                  </a:cubicBezTo>
                  <a:cubicBezTo>
                    <a:pt x="11584" y="1253"/>
                    <a:pt x="11563" y="1262"/>
                    <a:pt x="11548" y="1283"/>
                  </a:cubicBezTo>
                  <a:cubicBezTo>
                    <a:pt x="11395" y="1481"/>
                    <a:pt x="11259" y="1690"/>
                    <a:pt x="11126" y="1901"/>
                  </a:cubicBezTo>
                  <a:cubicBezTo>
                    <a:pt x="10998" y="1758"/>
                    <a:pt x="10862" y="1623"/>
                    <a:pt x="10716" y="1497"/>
                  </a:cubicBezTo>
                  <a:cubicBezTo>
                    <a:pt x="10872" y="1212"/>
                    <a:pt x="11019" y="891"/>
                    <a:pt x="11118" y="584"/>
                  </a:cubicBezTo>
                  <a:cubicBezTo>
                    <a:pt x="11140" y="516"/>
                    <a:pt x="11080" y="459"/>
                    <a:pt x="11022" y="459"/>
                  </a:cubicBezTo>
                  <a:cubicBezTo>
                    <a:pt x="10994" y="459"/>
                    <a:pt x="10966" y="472"/>
                    <a:pt x="10948" y="504"/>
                  </a:cubicBezTo>
                  <a:cubicBezTo>
                    <a:pt x="10795" y="770"/>
                    <a:pt x="10665" y="1078"/>
                    <a:pt x="10562" y="1371"/>
                  </a:cubicBezTo>
                  <a:cubicBezTo>
                    <a:pt x="10475" y="1304"/>
                    <a:pt x="10383" y="1241"/>
                    <a:pt x="10289" y="1181"/>
                  </a:cubicBezTo>
                  <a:cubicBezTo>
                    <a:pt x="10238" y="1150"/>
                    <a:pt x="10186" y="1123"/>
                    <a:pt x="10135" y="1096"/>
                  </a:cubicBezTo>
                  <a:cubicBezTo>
                    <a:pt x="10281" y="837"/>
                    <a:pt x="10383" y="525"/>
                    <a:pt x="10339" y="241"/>
                  </a:cubicBezTo>
                  <a:cubicBezTo>
                    <a:pt x="10332" y="199"/>
                    <a:pt x="10299" y="179"/>
                    <a:pt x="10264" y="179"/>
                  </a:cubicBezTo>
                  <a:cubicBezTo>
                    <a:pt x="10232" y="179"/>
                    <a:pt x="10198" y="197"/>
                    <a:pt x="10185" y="232"/>
                  </a:cubicBezTo>
                  <a:cubicBezTo>
                    <a:pt x="10128" y="383"/>
                    <a:pt x="10100" y="543"/>
                    <a:pt x="10051" y="698"/>
                  </a:cubicBezTo>
                  <a:cubicBezTo>
                    <a:pt x="10020" y="803"/>
                    <a:pt x="9979" y="902"/>
                    <a:pt x="9934" y="1000"/>
                  </a:cubicBezTo>
                  <a:cubicBezTo>
                    <a:pt x="9815" y="947"/>
                    <a:pt x="9691" y="909"/>
                    <a:pt x="9565" y="876"/>
                  </a:cubicBezTo>
                  <a:cubicBezTo>
                    <a:pt x="9665" y="613"/>
                    <a:pt x="9708" y="327"/>
                    <a:pt x="9631" y="53"/>
                  </a:cubicBezTo>
                  <a:cubicBezTo>
                    <a:pt x="9621" y="19"/>
                    <a:pt x="9590" y="1"/>
                    <a:pt x="95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89" name="Google Shape;789;p9"/>
            <p:cNvSpPr/>
            <p:nvPr/>
          </p:nvSpPr>
          <p:spPr>
            <a:xfrm>
              <a:off x="-146520" y="871920"/>
              <a:ext cx="1170720" cy="1156680"/>
            </a:xfrm>
            <a:custGeom>
              <a:rect b="b" l="l" r="r" t="t"/>
              <a:pathLst>
                <a:path extrusionOk="0" h="10766" w="10896">
                  <a:moveTo>
                    <a:pt x="7211" y="269"/>
                  </a:moveTo>
                  <a:cubicBezTo>
                    <a:pt x="7407" y="269"/>
                    <a:pt x="7615" y="330"/>
                    <a:pt x="7834" y="471"/>
                  </a:cubicBezTo>
                  <a:cubicBezTo>
                    <a:pt x="8282" y="757"/>
                    <a:pt x="8582" y="1242"/>
                    <a:pt x="8867" y="1671"/>
                  </a:cubicBezTo>
                  <a:cubicBezTo>
                    <a:pt x="9241" y="2236"/>
                    <a:pt x="9605" y="2807"/>
                    <a:pt x="9987" y="3367"/>
                  </a:cubicBezTo>
                  <a:cubicBezTo>
                    <a:pt x="10011" y="3404"/>
                    <a:pt x="10045" y="3424"/>
                    <a:pt x="10082" y="3431"/>
                  </a:cubicBezTo>
                  <a:cubicBezTo>
                    <a:pt x="10198" y="3627"/>
                    <a:pt x="10320" y="3824"/>
                    <a:pt x="10470" y="3986"/>
                  </a:cubicBezTo>
                  <a:cubicBezTo>
                    <a:pt x="10661" y="4679"/>
                    <a:pt x="10327" y="5533"/>
                    <a:pt x="9773" y="5992"/>
                  </a:cubicBezTo>
                  <a:cubicBezTo>
                    <a:pt x="8888" y="6727"/>
                    <a:pt x="7687" y="6855"/>
                    <a:pt x="6617" y="7158"/>
                  </a:cubicBezTo>
                  <a:cubicBezTo>
                    <a:pt x="5772" y="7395"/>
                    <a:pt x="4979" y="7746"/>
                    <a:pt x="4403" y="8433"/>
                  </a:cubicBezTo>
                  <a:cubicBezTo>
                    <a:pt x="3767" y="9193"/>
                    <a:pt x="3308" y="10426"/>
                    <a:pt x="2160" y="10477"/>
                  </a:cubicBezTo>
                  <a:cubicBezTo>
                    <a:pt x="2134" y="10478"/>
                    <a:pt x="2107" y="10479"/>
                    <a:pt x="2081" y="10479"/>
                  </a:cubicBezTo>
                  <a:cubicBezTo>
                    <a:pt x="1206" y="10479"/>
                    <a:pt x="403" y="9819"/>
                    <a:pt x="352" y="8927"/>
                  </a:cubicBezTo>
                  <a:cubicBezTo>
                    <a:pt x="296" y="8020"/>
                    <a:pt x="916" y="7201"/>
                    <a:pt x="1565" y="6634"/>
                  </a:cubicBezTo>
                  <a:cubicBezTo>
                    <a:pt x="2351" y="5948"/>
                    <a:pt x="3308" y="5476"/>
                    <a:pt x="4023" y="4708"/>
                  </a:cubicBezTo>
                  <a:cubicBezTo>
                    <a:pt x="4638" y="4047"/>
                    <a:pt x="4950" y="3216"/>
                    <a:pt x="5296" y="2399"/>
                  </a:cubicBezTo>
                  <a:cubicBezTo>
                    <a:pt x="5613" y="1645"/>
                    <a:pt x="6279" y="269"/>
                    <a:pt x="7211" y="269"/>
                  </a:cubicBezTo>
                  <a:close/>
                  <a:moveTo>
                    <a:pt x="7263" y="0"/>
                  </a:moveTo>
                  <a:cubicBezTo>
                    <a:pt x="6776" y="0"/>
                    <a:pt x="6310" y="273"/>
                    <a:pt x="5939" y="699"/>
                  </a:cubicBezTo>
                  <a:cubicBezTo>
                    <a:pt x="5120" y="1635"/>
                    <a:pt x="4915" y="2917"/>
                    <a:pt x="4254" y="3948"/>
                  </a:cubicBezTo>
                  <a:cubicBezTo>
                    <a:pt x="3495" y="5133"/>
                    <a:pt x="2140" y="5653"/>
                    <a:pt x="1164" y="6611"/>
                  </a:cubicBezTo>
                  <a:cubicBezTo>
                    <a:pt x="540" y="7220"/>
                    <a:pt x="0" y="8061"/>
                    <a:pt x="65" y="8966"/>
                  </a:cubicBezTo>
                  <a:cubicBezTo>
                    <a:pt x="122" y="9781"/>
                    <a:pt x="705" y="10434"/>
                    <a:pt x="1475" y="10674"/>
                  </a:cubicBezTo>
                  <a:cubicBezTo>
                    <a:pt x="1677" y="10736"/>
                    <a:pt x="1873" y="10765"/>
                    <a:pt x="2061" y="10765"/>
                  </a:cubicBezTo>
                  <a:cubicBezTo>
                    <a:pt x="2748" y="10765"/>
                    <a:pt x="3340" y="10376"/>
                    <a:pt x="3792" y="9797"/>
                  </a:cubicBezTo>
                  <a:cubicBezTo>
                    <a:pt x="4192" y="9282"/>
                    <a:pt x="4491" y="8686"/>
                    <a:pt x="4993" y="8258"/>
                  </a:cubicBezTo>
                  <a:cubicBezTo>
                    <a:pt x="5565" y="7766"/>
                    <a:pt x="6312" y="7543"/>
                    <a:pt x="7028" y="7362"/>
                  </a:cubicBezTo>
                  <a:cubicBezTo>
                    <a:pt x="8249" y="7055"/>
                    <a:pt x="9793" y="6805"/>
                    <a:pt x="10507" y="5623"/>
                  </a:cubicBezTo>
                  <a:cubicBezTo>
                    <a:pt x="10802" y="5137"/>
                    <a:pt x="10895" y="4521"/>
                    <a:pt x="10743" y="3995"/>
                  </a:cubicBezTo>
                  <a:cubicBezTo>
                    <a:pt x="10748" y="3971"/>
                    <a:pt x="10746" y="3945"/>
                    <a:pt x="10731" y="3917"/>
                  </a:cubicBezTo>
                  <a:cubicBezTo>
                    <a:pt x="10724" y="3903"/>
                    <a:pt x="10715" y="3892"/>
                    <a:pt x="10705" y="3877"/>
                  </a:cubicBezTo>
                  <a:cubicBezTo>
                    <a:pt x="10613" y="3629"/>
                    <a:pt x="10463" y="3405"/>
                    <a:pt x="10249" y="3233"/>
                  </a:cubicBezTo>
                  <a:cubicBezTo>
                    <a:pt x="9853" y="2605"/>
                    <a:pt x="9448" y="1981"/>
                    <a:pt x="9037" y="1363"/>
                  </a:cubicBezTo>
                  <a:cubicBezTo>
                    <a:pt x="8776" y="974"/>
                    <a:pt x="8499" y="577"/>
                    <a:pt x="8115" y="296"/>
                  </a:cubicBezTo>
                  <a:cubicBezTo>
                    <a:pt x="7833" y="91"/>
                    <a:pt x="7544" y="0"/>
                    <a:pt x="72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90" name="Google Shape;790;p9"/>
            <p:cNvSpPr/>
            <p:nvPr/>
          </p:nvSpPr>
          <p:spPr>
            <a:xfrm>
              <a:off x="-363600" y="1696680"/>
              <a:ext cx="106560" cy="23040"/>
            </a:xfrm>
            <a:custGeom>
              <a:rect b="b" l="l" r="r" t="t"/>
              <a:pathLst>
                <a:path extrusionOk="0" h="217" w="996">
                  <a:moveTo>
                    <a:pt x="886" y="1"/>
                  </a:moveTo>
                  <a:cubicBezTo>
                    <a:pt x="879" y="1"/>
                    <a:pt x="871" y="2"/>
                    <a:pt x="863" y="4"/>
                  </a:cubicBezTo>
                  <a:cubicBezTo>
                    <a:pt x="687" y="61"/>
                    <a:pt x="505" y="89"/>
                    <a:pt x="322" y="89"/>
                  </a:cubicBezTo>
                  <a:cubicBezTo>
                    <a:pt x="244" y="89"/>
                    <a:pt x="166" y="84"/>
                    <a:pt x="88" y="74"/>
                  </a:cubicBezTo>
                  <a:cubicBezTo>
                    <a:pt x="84" y="73"/>
                    <a:pt x="80" y="73"/>
                    <a:pt x="77" y="73"/>
                  </a:cubicBezTo>
                  <a:cubicBezTo>
                    <a:pt x="4" y="73"/>
                    <a:pt x="1" y="195"/>
                    <a:pt x="81" y="203"/>
                  </a:cubicBezTo>
                  <a:cubicBezTo>
                    <a:pt x="176" y="212"/>
                    <a:pt x="271" y="217"/>
                    <a:pt x="366" y="217"/>
                  </a:cubicBezTo>
                  <a:cubicBezTo>
                    <a:pt x="543" y="217"/>
                    <a:pt x="719" y="201"/>
                    <a:pt x="897" y="170"/>
                  </a:cubicBezTo>
                  <a:cubicBezTo>
                    <a:pt x="996" y="152"/>
                    <a:pt x="970" y="1"/>
                    <a:pt x="8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1500" lIns="91425" spcFirstLastPara="1" rIns="91425" wrap="square" tIns="11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91" name="Google Shape;791;p9"/>
            <p:cNvSpPr/>
            <p:nvPr/>
          </p:nvSpPr>
          <p:spPr>
            <a:xfrm>
              <a:off x="478440" y="1037880"/>
              <a:ext cx="55080" cy="51480"/>
            </a:xfrm>
            <a:custGeom>
              <a:rect b="b" l="l" r="r" t="t"/>
              <a:pathLst>
                <a:path extrusionOk="0" h="482" w="516">
                  <a:moveTo>
                    <a:pt x="189" y="1"/>
                  </a:moveTo>
                  <a:cubicBezTo>
                    <a:pt x="150" y="1"/>
                    <a:pt x="111" y="14"/>
                    <a:pt x="78" y="46"/>
                  </a:cubicBezTo>
                  <a:cubicBezTo>
                    <a:pt x="0" y="123"/>
                    <a:pt x="6" y="219"/>
                    <a:pt x="64" y="303"/>
                  </a:cubicBezTo>
                  <a:cubicBezTo>
                    <a:pt x="92" y="342"/>
                    <a:pt x="119" y="379"/>
                    <a:pt x="147" y="416"/>
                  </a:cubicBezTo>
                  <a:cubicBezTo>
                    <a:pt x="181" y="460"/>
                    <a:pt x="237" y="481"/>
                    <a:pt x="293" y="481"/>
                  </a:cubicBezTo>
                  <a:cubicBezTo>
                    <a:pt x="341" y="481"/>
                    <a:pt x="390" y="465"/>
                    <a:pt x="424" y="432"/>
                  </a:cubicBezTo>
                  <a:cubicBezTo>
                    <a:pt x="495" y="361"/>
                    <a:pt x="516" y="233"/>
                    <a:pt x="438" y="155"/>
                  </a:cubicBezTo>
                  <a:cubicBezTo>
                    <a:pt x="404" y="124"/>
                    <a:pt x="371" y="91"/>
                    <a:pt x="336" y="60"/>
                  </a:cubicBezTo>
                  <a:cubicBezTo>
                    <a:pt x="295" y="25"/>
                    <a:pt x="242" y="1"/>
                    <a:pt x="1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5900" lIns="91425" spcFirstLastPara="1" rIns="91425" wrap="square" tIns="25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92" name="Google Shape;792;p9"/>
            <p:cNvSpPr/>
            <p:nvPr/>
          </p:nvSpPr>
          <p:spPr>
            <a:xfrm>
              <a:off x="549000" y="981360"/>
              <a:ext cx="53280" cy="48600"/>
            </a:xfrm>
            <a:custGeom>
              <a:rect b="b" l="l" r="r" t="t"/>
              <a:pathLst>
                <a:path extrusionOk="0" h="455" w="500">
                  <a:moveTo>
                    <a:pt x="205" y="0"/>
                  </a:moveTo>
                  <a:cubicBezTo>
                    <a:pt x="162" y="0"/>
                    <a:pt x="119" y="15"/>
                    <a:pt x="84" y="50"/>
                  </a:cubicBezTo>
                  <a:cubicBezTo>
                    <a:pt x="0" y="131"/>
                    <a:pt x="0" y="242"/>
                    <a:pt x="67" y="331"/>
                  </a:cubicBezTo>
                  <a:lnTo>
                    <a:pt x="108" y="386"/>
                  </a:lnTo>
                  <a:cubicBezTo>
                    <a:pt x="142" y="432"/>
                    <a:pt x="201" y="454"/>
                    <a:pt x="260" y="454"/>
                  </a:cubicBezTo>
                  <a:cubicBezTo>
                    <a:pt x="312" y="454"/>
                    <a:pt x="364" y="437"/>
                    <a:pt x="398" y="402"/>
                  </a:cubicBezTo>
                  <a:cubicBezTo>
                    <a:pt x="474" y="330"/>
                    <a:pt x="499" y="192"/>
                    <a:pt x="414" y="111"/>
                  </a:cubicBezTo>
                  <a:lnTo>
                    <a:pt x="363" y="66"/>
                  </a:lnTo>
                  <a:cubicBezTo>
                    <a:pt x="320" y="26"/>
                    <a:pt x="262" y="0"/>
                    <a:pt x="2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4475" lIns="91425" spcFirstLastPara="1" rIns="91425" wrap="square" tIns="24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93" name="Google Shape;793;p9"/>
            <p:cNvSpPr/>
            <p:nvPr/>
          </p:nvSpPr>
          <p:spPr>
            <a:xfrm>
              <a:off x="610560" y="940320"/>
              <a:ext cx="34560" cy="24480"/>
            </a:xfrm>
            <a:custGeom>
              <a:rect b="b" l="l" r="r" t="t"/>
              <a:pathLst>
                <a:path extrusionOk="0" h="232" w="325">
                  <a:moveTo>
                    <a:pt x="168" y="1"/>
                  </a:moveTo>
                  <a:cubicBezTo>
                    <a:pt x="81" y="1"/>
                    <a:pt x="1" y="109"/>
                    <a:pt x="76" y="194"/>
                  </a:cubicBezTo>
                  <a:cubicBezTo>
                    <a:pt x="100" y="220"/>
                    <a:pt x="128" y="231"/>
                    <a:pt x="156" y="231"/>
                  </a:cubicBezTo>
                  <a:cubicBezTo>
                    <a:pt x="243" y="231"/>
                    <a:pt x="325" y="123"/>
                    <a:pt x="249" y="40"/>
                  </a:cubicBezTo>
                  <a:cubicBezTo>
                    <a:pt x="224" y="12"/>
                    <a:pt x="196" y="1"/>
                    <a:pt x="1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225" lIns="91425" spcFirstLastPara="1" rIns="91425" wrap="square" tIns="12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94" name="Google Shape;794;p9"/>
            <p:cNvSpPr/>
            <p:nvPr/>
          </p:nvSpPr>
          <p:spPr>
            <a:xfrm>
              <a:off x="470160" y="1093680"/>
              <a:ext cx="121320" cy="77760"/>
            </a:xfrm>
            <a:custGeom>
              <a:rect b="b" l="l" r="r" t="t"/>
              <a:pathLst>
                <a:path extrusionOk="0" h="728" w="1133">
                  <a:moveTo>
                    <a:pt x="791" y="1"/>
                  </a:moveTo>
                  <a:cubicBezTo>
                    <a:pt x="682" y="1"/>
                    <a:pt x="579" y="62"/>
                    <a:pt x="482" y="108"/>
                  </a:cubicBezTo>
                  <a:cubicBezTo>
                    <a:pt x="353" y="170"/>
                    <a:pt x="177" y="222"/>
                    <a:pt x="91" y="348"/>
                  </a:cubicBezTo>
                  <a:cubicBezTo>
                    <a:pt x="0" y="481"/>
                    <a:pt x="90" y="716"/>
                    <a:pt x="228" y="716"/>
                  </a:cubicBezTo>
                  <a:cubicBezTo>
                    <a:pt x="260" y="716"/>
                    <a:pt x="295" y="703"/>
                    <a:pt x="330" y="673"/>
                  </a:cubicBezTo>
                  <a:cubicBezTo>
                    <a:pt x="346" y="660"/>
                    <a:pt x="353" y="646"/>
                    <a:pt x="357" y="630"/>
                  </a:cubicBezTo>
                  <a:cubicBezTo>
                    <a:pt x="366" y="591"/>
                    <a:pt x="340" y="548"/>
                    <a:pt x="302" y="533"/>
                  </a:cubicBezTo>
                  <a:cubicBezTo>
                    <a:pt x="190" y="485"/>
                    <a:pt x="492" y="354"/>
                    <a:pt x="536" y="334"/>
                  </a:cubicBezTo>
                  <a:cubicBezTo>
                    <a:pt x="594" y="307"/>
                    <a:pt x="695" y="236"/>
                    <a:pt x="770" y="236"/>
                  </a:cubicBezTo>
                  <a:cubicBezTo>
                    <a:pt x="801" y="236"/>
                    <a:pt x="826" y="248"/>
                    <a:pt x="843" y="278"/>
                  </a:cubicBezTo>
                  <a:cubicBezTo>
                    <a:pt x="910" y="391"/>
                    <a:pt x="777" y="490"/>
                    <a:pt x="687" y="523"/>
                  </a:cubicBezTo>
                  <a:cubicBezTo>
                    <a:pt x="634" y="540"/>
                    <a:pt x="574" y="547"/>
                    <a:pt x="516" y="560"/>
                  </a:cubicBezTo>
                  <a:cubicBezTo>
                    <a:pt x="449" y="574"/>
                    <a:pt x="444" y="591"/>
                    <a:pt x="379" y="619"/>
                  </a:cubicBezTo>
                  <a:cubicBezTo>
                    <a:pt x="371" y="623"/>
                    <a:pt x="367" y="629"/>
                    <a:pt x="366" y="632"/>
                  </a:cubicBezTo>
                  <a:cubicBezTo>
                    <a:pt x="362" y="645"/>
                    <a:pt x="369" y="660"/>
                    <a:pt x="381" y="666"/>
                  </a:cubicBezTo>
                  <a:cubicBezTo>
                    <a:pt x="447" y="696"/>
                    <a:pt x="458" y="718"/>
                    <a:pt x="530" y="725"/>
                  </a:cubicBezTo>
                  <a:cubicBezTo>
                    <a:pt x="548" y="727"/>
                    <a:pt x="566" y="728"/>
                    <a:pt x="584" y="728"/>
                  </a:cubicBezTo>
                  <a:cubicBezTo>
                    <a:pt x="638" y="728"/>
                    <a:pt x="693" y="721"/>
                    <a:pt x="743" y="710"/>
                  </a:cubicBezTo>
                  <a:cubicBezTo>
                    <a:pt x="865" y="682"/>
                    <a:pt x="977" y="615"/>
                    <a:pt x="1037" y="503"/>
                  </a:cubicBezTo>
                  <a:cubicBezTo>
                    <a:pt x="1132" y="320"/>
                    <a:pt x="1070" y="44"/>
                    <a:pt x="842" y="6"/>
                  </a:cubicBezTo>
                  <a:cubicBezTo>
                    <a:pt x="825" y="2"/>
                    <a:pt x="808" y="1"/>
                    <a:pt x="7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8875" lIns="91425" spcFirstLastPara="1" rIns="91425" wrap="square" tIns="38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95" name="Google Shape;795;p9"/>
            <p:cNvSpPr/>
            <p:nvPr/>
          </p:nvSpPr>
          <p:spPr>
            <a:xfrm>
              <a:off x="649800" y="978840"/>
              <a:ext cx="90000" cy="120240"/>
            </a:xfrm>
            <a:custGeom>
              <a:rect b="b" l="l" r="r" t="t"/>
              <a:pathLst>
                <a:path extrusionOk="0" h="1122" w="841">
                  <a:moveTo>
                    <a:pt x="227" y="262"/>
                  </a:moveTo>
                  <a:cubicBezTo>
                    <a:pt x="417" y="359"/>
                    <a:pt x="557" y="549"/>
                    <a:pt x="559" y="772"/>
                  </a:cubicBezTo>
                  <a:cubicBezTo>
                    <a:pt x="560" y="845"/>
                    <a:pt x="570" y="905"/>
                    <a:pt x="486" y="905"/>
                  </a:cubicBezTo>
                  <a:cubicBezTo>
                    <a:pt x="480" y="905"/>
                    <a:pt x="473" y="904"/>
                    <a:pt x="465" y="903"/>
                  </a:cubicBezTo>
                  <a:cubicBezTo>
                    <a:pt x="411" y="898"/>
                    <a:pt x="353" y="858"/>
                    <a:pt x="309" y="826"/>
                  </a:cubicBezTo>
                  <a:cubicBezTo>
                    <a:pt x="233" y="766"/>
                    <a:pt x="175" y="687"/>
                    <a:pt x="141" y="599"/>
                  </a:cubicBezTo>
                  <a:cubicBezTo>
                    <a:pt x="160" y="589"/>
                    <a:pt x="176" y="572"/>
                    <a:pt x="182" y="544"/>
                  </a:cubicBezTo>
                  <a:cubicBezTo>
                    <a:pt x="203" y="451"/>
                    <a:pt x="216" y="358"/>
                    <a:pt x="227" y="262"/>
                  </a:cubicBezTo>
                  <a:close/>
                  <a:moveTo>
                    <a:pt x="139" y="1"/>
                  </a:moveTo>
                  <a:cubicBezTo>
                    <a:pt x="82" y="1"/>
                    <a:pt x="35" y="43"/>
                    <a:pt x="29" y="103"/>
                  </a:cubicBezTo>
                  <a:cubicBezTo>
                    <a:pt x="15" y="237"/>
                    <a:pt x="0" y="373"/>
                    <a:pt x="5" y="510"/>
                  </a:cubicBezTo>
                  <a:cubicBezTo>
                    <a:pt x="3" y="519"/>
                    <a:pt x="6" y="529"/>
                    <a:pt x="10" y="538"/>
                  </a:cubicBezTo>
                  <a:cubicBezTo>
                    <a:pt x="12" y="697"/>
                    <a:pt x="71" y="843"/>
                    <a:pt x="195" y="962"/>
                  </a:cubicBezTo>
                  <a:cubicBezTo>
                    <a:pt x="274" y="1040"/>
                    <a:pt x="414" y="1122"/>
                    <a:pt x="540" y="1122"/>
                  </a:cubicBezTo>
                  <a:cubicBezTo>
                    <a:pt x="607" y="1122"/>
                    <a:pt x="669" y="1099"/>
                    <a:pt x="716" y="1040"/>
                  </a:cubicBezTo>
                  <a:cubicBezTo>
                    <a:pt x="841" y="879"/>
                    <a:pt x="777" y="596"/>
                    <a:pt x="695" y="433"/>
                  </a:cubicBezTo>
                  <a:cubicBezTo>
                    <a:pt x="588" y="223"/>
                    <a:pt x="399" y="67"/>
                    <a:pt x="170" y="5"/>
                  </a:cubicBezTo>
                  <a:cubicBezTo>
                    <a:pt x="160" y="2"/>
                    <a:pt x="149" y="1"/>
                    <a:pt x="1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0100" lIns="91425" spcFirstLastPara="1" rIns="91425" wrap="square" tIns="60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96" name="Google Shape;796;p9"/>
            <p:cNvSpPr/>
            <p:nvPr/>
          </p:nvSpPr>
          <p:spPr>
            <a:xfrm>
              <a:off x="413640" y="1213920"/>
              <a:ext cx="26280" cy="18720"/>
            </a:xfrm>
            <a:custGeom>
              <a:rect b="b" l="l" r="r" t="t"/>
              <a:pathLst>
                <a:path extrusionOk="0" h="178" w="249">
                  <a:moveTo>
                    <a:pt x="129" y="0"/>
                  </a:moveTo>
                  <a:cubicBezTo>
                    <a:pt x="62" y="0"/>
                    <a:pt x="1" y="83"/>
                    <a:pt x="58" y="147"/>
                  </a:cubicBezTo>
                  <a:cubicBezTo>
                    <a:pt x="76" y="169"/>
                    <a:pt x="98" y="177"/>
                    <a:pt x="120" y="177"/>
                  </a:cubicBezTo>
                  <a:cubicBezTo>
                    <a:pt x="187" y="177"/>
                    <a:pt x="248" y="94"/>
                    <a:pt x="191" y="30"/>
                  </a:cubicBezTo>
                  <a:cubicBezTo>
                    <a:pt x="172" y="9"/>
                    <a:pt x="150" y="0"/>
                    <a:pt x="1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350" lIns="91425" spcFirstLastPara="1" rIns="91425" wrap="square" tIns="9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97" name="Google Shape;797;p9"/>
            <p:cNvSpPr/>
            <p:nvPr/>
          </p:nvSpPr>
          <p:spPr>
            <a:xfrm>
              <a:off x="605880" y="1080360"/>
              <a:ext cx="28440" cy="20520"/>
            </a:xfrm>
            <a:custGeom>
              <a:rect b="b" l="l" r="r" t="t"/>
              <a:pathLst>
                <a:path extrusionOk="0" h="193" w="267">
                  <a:moveTo>
                    <a:pt x="138" y="1"/>
                  </a:moveTo>
                  <a:cubicBezTo>
                    <a:pt x="66" y="1"/>
                    <a:pt x="0" y="91"/>
                    <a:pt x="61" y="160"/>
                  </a:cubicBezTo>
                  <a:cubicBezTo>
                    <a:pt x="81" y="183"/>
                    <a:pt x="105" y="192"/>
                    <a:pt x="128" y="192"/>
                  </a:cubicBezTo>
                  <a:cubicBezTo>
                    <a:pt x="201" y="192"/>
                    <a:pt x="267" y="101"/>
                    <a:pt x="206" y="33"/>
                  </a:cubicBezTo>
                  <a:cubicBezTo>
                    <a:pt x="185" y="10"/>
                    <a:pt x="161" y="1"/>
                    <a:pt x="1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0425" lIns="91425" spcFirstLastPara="1" rIns="91425" wrap="square" tIns="10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98" name="Google Shape;798;p9"/>
            <p:cNvSpPr/>
            <p:nvPr/>
          </p:nvSpPr>
          <p:spPr>
            <a:xfrm>
              <a:off x="478440" y="1198080"/>
              <a:ext cx="36000" cy="25920"/>
            </a:xfrm>
            <a:custGeom>
              <a:rect b="b" l="l" r="r" t="t"/>
              <a:pathLst>
                <a:path extrusionOk="0" h="243" w="340">
                  <a:moveTo>
                    <a:pt x="174" y="0"/>
                  </a:moveTo>
                  <a:cubicBezTo>
                    <a:pt x="83" y="0"/>
                    <a:pt x="0" y="114"/>
                    <a:pt x="78" y="203"/>
                  </a:cubicBezTo>
                  <a:cubicBezTo>
                    <a:pt x="104" y="231"/>
                    <a:pt x="134" y="243"/>
                    <a:pt x="163" y="243"/>
                  </a:cubicBezTo>
                  <a:cubicBezTo>
                    <a:pt x="255" y="243"/>
                    <a:pt x="340" y="129"/>
                    <a:pt x="259" y="41"/>
                  </a:cubicBezTo>
                  <a:cubicBezTo>
                    <a:pt x="234" y="12"/>
                    <a:pt x="203" y="0"/>
                    <a:pt x="1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950" lIns="91425" spcFirstLastPara="1" rIns="91425" wrap="square" tIns="12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99" name="Google Shape;799;p9"/>
            <p:cNvSpPr/>
            <p:nvPr/>
          </p:nvSpPr>
          <p:spPr>
            <a:xfrm>
              <a:off x="-64080" y="1601280"/>
              <a:ext cx="292680" cy="345960"/>
            </a:xfrm>
            <a:custGeom>
              <a:rect b="b" l="l" r="r" t="t"/>
              <a:pathLst>
                <a:path extrusionOk="0" h="3222" w="2728">
                  <a:moveTo>
                    <a:pt x="1338" y="255"/>
                  </a:moveTo>
                  <a:cubicBezTo>
                    <a:pt x="1588" y="255"/>
                    <a:pt x="1832" y="418"/>
                    <a:pt x="1979" y="602"/>
                  </a:cubicBezTo>
                  <a:cubicBezTo>
                    <a:pt x="2257" y="949"/>
                    <a:pt x="2447" y="1753"/>
                    <a:pt x="2262" y="2171"/>
                  </a:cubicBezTo>
                  <a:cubicBezTo>
                    <a:pt x="2261" y="2174"/>
                    <a:pt x="2261" y="2179"/>
                    <a:pt x="2260" y="2182"/>
                  </a:cubicBezTo>
                  <a:cubicBezTo>
                    <a:pt x="2019" y="2554"/>
                    <a:pt x="1602" y="2981"/>
                    <a:pt x="1202" y="2981"/>
                  </a:cubicBezTo>
                  <a:cubicBezTo>
                    <a:pt x="990" y="2981"/>
                    <a:pt x="783" y="2860"/>
                    <a:pt x="610" y="2546"/>
                  </a:cubicBezTo>
                  <a:cubicBezTo>
                    <a:pt x="355" y="2081"/>
                    <a:pt x="507" y="1533"/>
                    <a:pt x="653" y="1061"/>
                  </a:cubicBezTo>
                  <a:cubicBezTo>
                    <a:pt x="745" y="764"/>
                    <a:pt x="837" y="360"/>
                    <a:pt x="1204" y="272"/>
                  </a:cubicBezTo>
                  <a:cubicBezTo>
                    <a:pt x="1248" y="261"/>
                    <a:pt x="1293" y="255"/>
                    <a:pt x="1338" y="255"/>
                  </a:cubicBezTo>
                  <a:close/>
                  <a:moveTo>
                    <a:pt x="1397" y="0"/>
                  </a:moveTo>
                  <a:cubicBezTo>
                    <a:pt x="971" y="0"/>
                    <a:pt x="623" y="347"/>
                    <a:pt x="461" y="830"/>
                  </a:cubicBezTo>
                  <a:cubicBezTo>
                    <a:pt x="227" y="1530"/>
                    <a:pt x="1" y="2548"/>
                    <a:pt x="731" y="3048"/>
                  </a:cubicBezTo>
                  <a:cubicBezTo>
                    <a:pt x="907" y="3169"/>
                    <a:pt x="1080" y="3221"/>
                    <a:pt x="1245" y="3221"/>
                  </a:cubicBezTo>
                  <a:cubicBezTo>
                    <a:pt x="1727" y="3221"/>
                    <a:pt x="2143" y="2781"/>
                    <a:pt x="2376" y="2328"/>
                  </a:cubicBezTo>
                  <a:cubicBezTo>
                    <a:pt x="2379" y="2328"/>
                    <a:pt x="2383" y="2328"/>
                    <a:pt x="2386" y="2328"/>
                  </a:cubicBezTo>
                  <a:cubicBezTo>
                    <a:pt x="2426" y="2328"/>
                    <a:pt x="2467" y="2314"/>
                    <a:pt x="2493" y="2280"/>
                  </a:cubicBezTo>
                  <a:cubicBezTo>
                    <a:pt x="2727" y="1985"/>
                    <a:pt x="2615" y="1544"/>
                    <a:pt x="2542" y="1206"/>
                  </a:cubicBezTo>
                  <a:cubicBezTo>
                    <a:pt x="2459" y="829"/>
                    <a:pt x="2302" y="439"/>
                    <a:pt x="1978" y="208"/>
                  </a:cubicBezTo>
                  <a:cubicBezTo>
                    <a:pt x="1776" y="64"/>
                    <a:pt x="1579" y="0"/>
                    <a:pt x="13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00" name="Google Shape;800;p9"/>
            <p:cNvSpPr/>
            <p:nvPr/>
          </p:nvSpPr>
          <p:spPr>
            <a:xfrm>
              <a:off x="370080" y="1248120"/>
              <a:ext cx="286560" cy="219600"/>
            </a:xfrm>
            <a:custGeom>
              <a:rect b="b" l="l" r="r" t="t"/>
              <a:pathLst>
                <a:path extrusionOk="0" h="2047" w="2671">
                  <a:moveTo>
                    <a:pt x="1281" y="241"/>
                  </a:moveTo>
                  <a:cubicBezTo>
                    <a:pt x="1425" y="241"/>
                    <a:pt x="1573" y="271"/>
                    <a:pt x="1686" y="348"/>
                  </a:cubicBezTo>
                  <a:cubicBezTo>
                    <a:pt x="1940" y="518"/>
                    <a:pt x="1955" y="869"/>
                    <a:pt x="1879" y="1138"/>
                  </a:cubicBezTo>
                  <a:cubicBezTo>
                    <a:pt x="1761" y="1548"/>
                    <a:pt x="1425" y="1870"/>
                    <a:pt x="1005" y="1870"/>
                  </a:cubicBezTo>
                  <a:cubicBezTo>
                    <a:pt x="950" y="1870"/>
                    <a:pt x="895" y="1865"/>
                    <a:pt x="838" y="1853"/>
                  </a:cubicBezTo>
                  <a:cubicBezTo>
                    <a:pt x="715" y="1800"/>
                    <a:pt x="616" y="1724"/>
                    <a:pt x="539" y="1639"/>
                  </a:cubicBezTo>
                  <a:cubicBezTo>
                    <a:pt x="136" y="1190"/>
                    <a:pt x="372" y="407"/>
                    <a:pt x="1057" y="265"/>
                  </a:cubicBezTo>
                  <a:cubicBezTo>
                    <a:pt x="1126" y="250"/>
                    <a:pt x="1203" y="241"/>
                    <a:pt x="1281" y="241"/>
                  </a:cubicBezTo>
                  <a:close/>
                  <a:moveTo>
                    <a:pt x="1283" y="0"/>
                  </a:moveTo>
                  <a:cubicBezTo>
                    <a:pt x="769" y="0"/>
                    <a:pt x="237" y="336"/>
                    <a:pt x="119" y="853"/>
                  </a:cubicBezTo>
                  <a:cubicBezTo>
                    <a:pt x="1" y="1356"/>
                    <a:pt x="310" y="1927"/>
                    <a:pt x="824" y="2025"/>
                  </a:cubicBezTo>
                  <a:cubicBezTo>
                    <a:pt x="831" y="2026"/>
                    <a:pt x="836" y="2027"/>
                    <a:pt x="842" y="2027"/>
                  </a:cubicBezTo>
                  <a:cubicBezTo>
                    <a:pt x="856" y="2027"/>
                    <a:pt x="868" y="2023"/>
                    <a:pt x="880" y="2018"/>
                  </a:cubicBezTo>
                  <a:cubicBezTo>
                    <a:pt x="959" y="2037"/>
                    <a:pt x="1036" y="2047"/>
                    <a:pt x="1111" y="2047"/>
                  </a:cubicBezTo>
                  <a:cubicBezTo>
                    <a:pt x="2204" y="2047"/>
                    <a:pt x="2671" y="58"/>
                    <a:pt x="1330" y="1"/>
                  </a:cubicBezTo>
                  <a:cubicBezTo>
                    <a:pt x="1315" y="1"/>
                    <a:pt x="1299" y="0"/>
                    <a:pt x="12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01" name="Google Shape;801;p9"/>
            <p:cNvSpPr/>
            <p:nvPr/>
          </p:nvSpPr>
          <p:spPr>
            <a:xfrm>
              <a:off x="195840" y="1478880"/>
              <a:ext cx="88560" cy="96120"/>
            </a:xfrm>
            <a:custGeom>
              <a:rect b="b" l="l" r="r" t="t"/>
              <a:pathLst>
                <a:path extrusionOk="0" h="897" w="826">
                  <a:moveTo>
                    <a:pt x="392" y="1"/>
                  </a:moveTo>
                  <a:cubicBezTo>
                    <a:pt x="258" y="1"/>
                    <a:pt x="133" y="73"/>
                    <a:pt x="74" y="205"/>
                  </a:cubicBezTo>
                  <a:cubicBezTo>
                    <a:pt x="0" y="362"/>
                    <a:pt x="34" y="661"/>
                    <a:pt x="240" y="702"/>
                  </a:cubicBezTo>
                  <a:cubicBezTo>
                    <a:pt x="244" y="703"/>
                    <a:pt x="249" y="703"/>
                    <a:pt x="253" y="703"/>
                  </a:cubicBezTo>
                  <a:cubicBezTo>
                    <a:pt x="304" y="703"/>
                    <a:pt x="335" y="651"/>
                    <a:pt x="302" y="606"/>
                  </a:cubicBezTo>
                  <a:cubicBezTo>
                    <a:pt x="224" y="504"/>
                    <a:pt x="155" y="396"/>
                    <a:pt x="227" y="266"/>
                  </a:cubicBezTo>
                  <a:cubicBezTo>
                    <a:pt x="262" y="205"/>
                    <a:pt x="319" y="178"/>
                    <a:pt x="379" y="178"/>
                  </a:cubicBezTo>
                  <a:cubicBezTo>
                    <a:pt x="427" y="178"/>
                    <a:pt x="476" y="195"/>
                    <a:pt x="518" y="226"/>
                  </a:cubicBezTo>
                  <a:cubicBezTo>
                    <a:pt x="798" y="434"/>
                    <a:pt x="401" y="691"/>
                    <a:pt x="224" y="777"/>
                  </a:cubicBezTo>
                  <a:cubicBezTo>
                    <a:pt x="158" y="811"/>
                    <a:pt x="194" y="897"/>
                    <a:pt x="256" y="897"/>
                  </a:cubicBezTo>
                  <a:cubicBezTo>
                    <a:pt x="264" y="897"/>
                    <a:pt x="272" y="895"/>
                    <a:pt x="281" y="892"/>
                  </a:cubicBezTo>
                  <a:cubicBezTo>
                    <a:pt x="488" y="813"/>
                    <a:pt x="733" y="695"/>
                    <a:pt x="783" y="455"/>
                  </a:cubicBezTo>
                  <a:cubicBezTo>
                    <a:pt x="825" y="266"/>
                    <a:pt x="698" y="91"/>
                    <a:pt x="523" y="25"/>
                  </a:cubicBezTo>
                  <a:cubicBezTo>
                    <a:pt x="480" y="9"/>
                    <a:pt x="435" y="1"/>
                    <a:pt x="3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8225" lIns="91425" spcFirstLastPara="1" rIns="91425" wrap="square" tIns="48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02" name="Google Shape;802;p9"/>
            <p:cNvSpPr/>
            <p:nvPr/>
          </p:nvSpPr>
          <p:spPr>
            <a:xfrm>
              <a:off x="128520" y="1548000"/>
              <a:ext cx="28080" cy="20160"/>
            </a:xfrm>
            <a:custGeom>
              <a:rect b="b" l="l" r="r" t="t"/>
              <a:pathLst>
                <a:path extrusionOk="0" h="191" w="265">
                  <a:moveTo>
                    <a:pt x="137" y="1"/>
                  </a:moveTo>
                  <a:cubicBezTo>
                    <a:pt x="66" y="1"/>
                    <a:pt x="0" y="89"/>
                    <a:pt x="62" y="159"/>
                  </a:cubicBezTo>
                  <a:cubicBezTo>
                    <a:pt x="82" y="181"/>
                    <a:pt x="105" y="190"/>
                    <a:pt x="128" y="190"/>
                  </a:cubicBezTo>
                  <a:cubicBezTo>
                    <a:pt x="198" y="190"/>
                    <a:pt x="264" y="101"/>
                    <a:pt x="204" y="33"/>
                  </a:cubicBezTo>
                  <a:cubicBezTo>
                    <a:pt x="184" y="10"/>
                    <a:pt x="160" y="1"/>
                    <a:pt x="1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0075" lIns="91425" spcFirstLastPara="1" rIns="91425" wrap="square" tIns="100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03" name="Google Shape;803;p9"/>
            <p:cNvSpPr/>
            <p:nvPr/>
          </p:nvSpPr>
          <p:spPr>
            <a:xfrm>
              <a:off x="303120" y="1419480"/>
              <a:ext cx="38520" cy="34920"/>
            </a:xfrm>
            <a:custGeom>
              <a:rect b="b" l="l" r="r" t="t"/>
              <a:pathLst>
                <a:path extrusionOk="0" h="329" w="363">
                  <a:moveTo>
                    <a:pt x="190" y="0"/>
                  </a:moveTo>
                  <a:cubicBezTo>
                    <a:pt x="180" y="0"/>
                    <a:pt x="170" y="1"/>
                    <a:pt x="160" y="3"/>
                  </a:cubicBezTo>
                  <a:cubicBezTo>
                    <a:pt x="157" y="4"/>
                    <a:pt x="154" y="5"/>
                    <a:pt x="151" y="5"/>
                  </a:cubicBezTo>
                  <a:cubicBezTo>
                    <a:pt x="145" y="5"/>
                    <a:pt x="140" y="3"/>
                    <a:pt x="135" y="3"/>
                  </a:cubicBezTo>
                  <a:cubicBezTo>
                    <a:pt x="75" y="8"/>
                    <a:pt x="41" y="53"/>
                    <a:pt x="27" y="105"/>
                  </a:cubicBezTo>
                  <a:cubicBezTo>
                    <a:pt x="26" y="108"/>
                    <a:pt x="26" y="111"/>
                    <a:pt x="23" y="115"/>
                  </a:cubicBezTo>
                  <a:cubicBezTo>
                    <a:pt x="0" y="179"/>
                    <a:pt x="28" y="268"/>
                    <a:pt x="91" y="304"/>
                  </a:cubicBezTo>
                  <a:cubicBezTo>
                    <a:pt x="120" y="320"/>
                    <a:pt x="153" y="328"/>
                    <a:pt x="185" y="328"/>
                  </a:cubicBezTo>
                  <a:cubicBezTo>
                    <a:pt x="257" y="328"/>
                    <a:pt x="328" y="289"/>
                    <a:pt x="347" y="209"/>
                  </a:cubicBezTo>
                  <a:cubicBezTo>
                    <a:pt x="363" y="145"/>
                    <a:pt x="349" y="84"/>
                    <a:pt x="298" y="39"/>
                  </a:cubicBezTo>
                  <a:cubicBezTo>
                    <a:pt x="269" y="15"/>
                    <a:pt x="229" y="0"/>
                    <a:pt x="1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7625" lIns="91425" spcFirstLastPara="1" rIns="91425" wrap="square" tIns="176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04" name="Google Shape;804;p9"/>
            <p:cNvSpPr/>
            <p:nvPr/>
          </p:nvSpPr>
          <p:spPr>
            <a:xfrm>
              <a:off x="412920" y="1300680"/>
              <a:ext cx="125280" cy="114480"/>
            </a:xfrm>
            <a:custGeom>
              <a:rect b="b" l="l" r="r" t="t"/>
              <a:pathLst>
                <a:path extrusionOk="0" h="1069" w="1168">
                  <a:moveTo>
                    <a:pt x="695" y="0"/>
                  </a:moveTo>
                  <a:cubicBezTo>
                    <a:pt x="546" y="0"/>
                    <a:pt x="388" y="60"/>
                    <a:pt x="274" y="168"/>
                  </a:cubicBezTo>
                  <a:cubicBezTo>
                    <a:pt x="1" y="429"/>
                    <a:pt x="46" y="908"/>
                    <a:pt x="423" y="1044"/>
                  </a:cubicBezTo>
                  <a:cubicBezTo>
                    <a:pt x="470" y="1061"/>
                    <a:pt x="517" y="1069"/>
                    <a:pt x="562" y="1069"/>
                  </a:cubicBezTo>
                  <a:cubicBezTo>
                    <a:pt x="722" y="1069"/>
                    <a:pt x="865" y="971"/>
                    <a:pt x="937" y="834"/>
                  </a:cubicBezTo>
                  <a:cubicBezTo>
                    <a:pt x="1078" y="732"/>
                    <a:pt x="1167" y="575"/>
                    <a:pt x="1133" y="364"/>
                  </a:cubicBezTo>
                  <a:cubicBezTo>
                    <a:pt x="1093" y="113"/>
                    <a:pt x="902" y="0"/>
                    <a:pt x="69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57225" lIns="91425" spcFirstLastPara="1" rIns="91425" wrap="square" tIns="57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05" name="Google Shape;805;p9"/>
            <p:cNvSpPr/>
            <p:nvPr/>
          </p:nvSpPr>
          <p:spPr>
            <a:xfrm>
              <a:off x="20880" y="1673640"/>
              <a:ext cx="168840" cy="206280"/>
            </a:xfrm>
            <a:custGeom>
              <a:rect b="b" l="l" r="r" t="t"/>
              <a:pathLst>
                <a:path extrusionOk="0" h="1922" w="1573">
                  <a:moveTo>
                    <a:pt x="867" y="1"/>
                  </a:moveTo>
                  <a:cubicBezTo>
                    <a:pt x="796" y="1"/>
                    <a:pt x="723" y="14"/>
                    <a:pt x="650" y="42"/>
                  </a:cubicBezTo>
                  <a:cubicBezTo>
                    <a:pt x="149" y="232"/>
                    <a:pt x="1" y="799"/>
                    <a:pt x="131" y="1279"/>
                  </a:cubicBezTo>
                  <a:cubicBezTo>
                    <a:pt x="110" y="1475"/>
                    <a:pt x="152" y="1672"/>
                    <a:pt x="301" y="1801"/>
                  </a:cubicBezTo>
                  <a:cubicBezTo>
                    <a:pt x="398" y="1886"/>
                    <a:pt x="505" y="1922"/>
                    <a:pt x="612" y="1922"/>
                  </a:cubicBezTo>
                  <a:cubicBezTo>
                    <a:pt x="837" y="1922"/>
                    <a:pt x="1063" y="1764"/>
                    <a:pt x="1190" y="1570"/>
                  </a:cubicBezTo>
                  <a:cubicBezTo>
                    <a:pt x="1395" y="1258"/>
                    <a:pt x="1572" y="813"/>
                    <a:pt x="1443" y="443"/>
                  </a:cubicBezTo>
                  <a:cubicBezTo>
                    <a:pt x="1351" y="178"/>
                    <a:pt x="1126" y="1"/>
                    <a:pt x="86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06" name="Google Shape;806;p9"/>
            <p:cNvSpPr/>
            <p:nvPr/>
          </p:nvSpPr>
          <p:spPr>
            <a:xfrm>
              <a:off x="593640" y="1212480"/>
              <a:ext cx="27720" cy="19800"/>
            </a:xfrm>
            <a:custGeom>
              <a:rect b="b" l="l" r="r" t="t"/>
              <a:pathLst>
                <a:path extrusionOk="0" h="189" w="262">
                  <a:moveTo>
                    <a:pt x="136" y="1"/>
                  </a:moveTo>
                  <a:cubicBezTo>
                    <a:pt x="66" y="1"/>
                    <a:pt x="0" y="89"/>
                    <a:pt x="60" y="158"/>
                  </a:cubicBezTo>
                  <a:cubicBezTo>
                    <a:pt x="80" y="180"/>
                    <a:pt x="103" y="189"/>
                    <a:pt x="125" y="189"/>
                  </a:cubicBezTo>
                  <a:cubicBezTo>
                    <a:pt x="196" y="189"/>
                    <a:pt x="262" y="100"/>
                    <a:pt x="201" y="31"/>
                  </a:cubicBezTo>
                  <a:cubicBezTo>
                    <a:pt x="181" y="10"/>
                    <a:pt x="159" y="1"/>
                    <a:pt x="1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0075" lIns="91425" spcFirstLastPara="1" rIns="91425" wrap="square" tIns="100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07" name="Google Shape;807;p9"/>
            <p:cNvSpPr/>
            <p:nvPr/>
          </p:nvSpPr>
          <p:spPr>
            <a:xfrm>
              <a:off x="691200" y="1122120"/>
              <a:ext cx="43920" cy="31320"/>
            </a:xfrm>
            <a:custGeom>
              <a:rect b="b" l="l" r="r" t="t"/>
              <a:pathLst>
                <a:path extrusionOk="0" h="296" w="413">
                  <a:moveTo>
                    <a:pt x="213" y="1"/>
                  </a:moveTo>
                  <a:cubicBezTo>
                    <a:pt x="103" y="1"/>
                    <a:pt x="0" y="140"/>
                    <a:pt x="96" y="247"/>
                  </a:cubicBezTo>
                  <a:cubicBezTo>
                    <a:pt x="127" y="281"/>
                    <a:pt x="163" y="295"/>
                    <a:pt x="198" y="295"/>
                  </a:cubicBezTo>
                  <a:cubicBezTo>
                    <a:pt x="309" y="295"/>
                    <a:pt x="412" y="156"/>
                    <a:pt x="315" y="50"/>
                  </a:cubicBezTo>
                  <a:cubicBezTo>
                    <a:pt x="285" y="15"/>
                    <a:pt x="248" y="1"/>
                    <a:pt x="2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5825" lIns="91425" spcFirstLastPara="1" rIns="91425" wrap="square" tIns="15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08" name="Google Shape;808;p9"/>
            <p:cNvSpPr/>
            <p:nvPr/>
          </p:nvSpPr>
          <p:spPr>
            <a:xfrm>
              <a:off x="182880" y="1591200"/>
              <a:ext cx="51840" cy="37080"/>
            </a:xfrm>
            <a:custGeom>
              <a:rect b="b" l="l" r="r" t="t"/>
              <a:pathLst>
                <a:path extrusionOk="0" h="347" w="485">
                  <a:moveTo>
                    <a:pt x="252" y="0"/>
                  </a:moveTo>
                  <a:cubicBezTo>
                    <a:pt x="122" y="0"/>
                    <a:pt x="0" y="163"/>
                    <a:pt x="113" y="289"/>
                  </a:cubicBezTo>
                  <a:cubicBezTo>
                    <a:pt x="149" y="330"/>
                    <a:pt x="192" y="346"/>
                    <a:pt x="234" y="346"/>
                  </a:cubicBezTo>
                  <a:cubicBezTo>
                    <a:pt x="364" y="346"/>
                    <a:pt x="485" y="183"/>
                    <a:pt x="372" y="57"/>
                  </a:cubicBezTo>
                  <a:cubicBezTo>
                    <a:pt x="336" y="17"/>
                    <a:pt x="293" y="0"/>
                    <a:pt x="2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8700" lIns="91425" spcFirstLastPara="1" rIns="91425" wrap="square" tIns="18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09" name="Google Shape;809;p9"/>
            <p:cNvSpPr/>
            <p:nvPr/>
          </p:nvSpPr>
          <p:spPr>
            <a:xfrm>
              <a:off x="-85320" y="1869840"/>
              <a:ext cx="39960" cy="32400"/>
            </a:xfrm>
            <a:custGeom>
              <a:rect b="b" l="l" r="r" t="t"/>
              <a:pathLst>
                <a:path extrusionOk="0" h="306" w="374">
                  <a:moveTo>
                    <a:pt x="128" y="1"/>
                  </a:moveTo>
                  <a:cubicBezTo>
                    <a:pt x="59" y="1"/>
                    <a:pt x="1" y="71"/>
                    <a:pt x="27" y="143"/>
                  </a:cubicBezTo>
                  <a:cubicBezTo>
                    <a:pt x="21" y="232"/>
                    <a:pt x="97" y="305"/>
                    <a:pt x="178" y="305"/>
                  </a:cubicBezTo>
                  <a:cubicBezTo>
                    <a:pt x="210" y="305"/>
                    <a:pt x="242" y="294"/>
                    <a:pt x="271" y="269"/>
                  </a:cubicBezTo>
                  <a:cubicBezTo>
                    <a:pt x="373" y="177"/>
                    <a:pt x="299" y="18"/>
                    <a:pt x="175" y="12"/>
                  </a:cubicBezTo>
                  <a:cubicBezTo>
                    <a:pt x="159" y="4"/>
                    <a:pt x="143" y="1"/>
                    <a:pt x="1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6200" lIns="91425" spcFirstLastPara="1" rIns="91425" wrap="square" tIns="16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10" name="Google Shape;810;p9"/>
            <p:cNvSpPr/>
            <p:nvPr/>
          </p:nvSpPr>
          <p:spPr>
            <a:xfrm>
              <a:off x="669600" y="1186920"/>
              <a:ext cx="37440" cy="27000"/>
            </a:xfrm>
            <a:custGeom>
              <a:rect b="b" l="l" r="r" t="t"/>
              <a:pathLst>
                <a:path extrusionOk="0" h="253" w="353">
                  <a:moveTo>
                    <a:pt x="183" y="0"/>
                  </a:moveTo>
                  <a:cubicBezTo>
                    <a:pt x="88" y="0"/>
                    <a:pt x="1" y="118"/>
                    <a:pt x="83" y="210"/>
                  </a:cubicBezTo>
                  <a:cubicBezTo>
                    <a:pt x="110" y="240"/>
                    <a:pt x="141" y="253"/>
                    <a:pt x="172" y="253"/>
                  </a:cubicBezTo>
                  <a:cubicBezTo>
                    <a:pt x="266" y="253"/>
                    <a:pt x="353" y="135"/>
                    <a:pt x="272" y="42"/>
                  </a:cubicBezTo>
                  <a:cubicBezTo>
                    <a:pt x="245" y="12"/>
                    <a:pt x="214" y="0"/>
                    <a:pt x="1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3675" lIns="91425" spcFirstLastPara="1" rIns="91425" wrap="square" tIns="13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11" name="Google Shape;811;p9"/>
            <p:cNvSpPr/>
            <p:nvPr/>
          </p:nvSpPr>
          <p:spPr>
            <a:xfrm>
              <a:off x="637200" y="1252800"/>
              <a:ext cx="42120" cy="29880"/>
            </a:xfrm>
            <a:custGeom>
              <a:rect b="b" l="l" r="r" t="t"/>
              <a:pathLst>
                <a:path extrusionOk="0" h="281" w="394">
                  <a:moveTo>
                    <a:pt x="203" y="0"/>
                  </a:moveTo>
                  <a:cubicBezTo>
                    <a:pt x="98" y="0"/>
                    <a:pt x="0" y="132"/>
                    <a:pt x="91" y="234"/>
                  </a:cubicBezTo>
                  <a:cubicBezTo>
                    <a:pt x="121" y="267"/>
                    <a:pt x="156" y="281"/>
                    <a:pt x="190" y="281"/>
                  </a:cubicBezTo>
                  <a:cubicBezTo>
                    <a:pt x="296" y="281"/>
                    <a:pt x="393" y="149"/>
                    <a:pt x="301" y="47"/>
                  </a:cubicBezTo>
                  <a:cubicBezTo>
                    <a:pt x="272" y="14"/>
                    <a:pt x="237" y="0"/>
                    <a:pt x="2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5100" lIns="91425" spcFirstLastPara="1" rIns="91425" wrap="square" tIns="15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12" name="Google Shape;812;p9"/>
            <p:cNvSpPr/>
            <p:nvPr/>
          </p:nvSpPr>
          <p:spPr>
            <a:xfrm>
              <a:off x="344520" y="1520280"/>
              <a:ext cx="34920" cy="24840"/>
            </a:xfrm>
            <a:custGeom>
              <a:rect b="b" l="l" r="r" t="t"/>
              <a:pathLst>
                <a:path extrusionOk="0" h="236" w="329">
                  <a:moveTo>
                    <a:pt x="169" y="1"/>
                  </a:moveTo>
                  <a:cubicBezTo>
                    <a:pt x="81" y="1"/>
                    <a:pt x="0" y="111"/>
                    <a:pt x="76" y="197"/>
                  </a:cubicBezTo>
                  <a:cubicBezTo>
                    <a:pt x="101" y="224"/>
                    <a:pt x="130" y="236"/>
                    <a:pt x="159" y="236"/>
                  </a:cubicBezTo>
                  <a:cubicBezTo>
                    <a:pt x="247" y="236"/>
                    <a:pt x="329" y="125"/>
                    <a:pt x="250" y="39"/>
                  </a:cubicBezTo>
                  <a:cubicBezTo>
                    <a:pt x="226" y="12"/>
                    <a:pt x="197" y="1"/>
                    <a:pt x="1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600" lIns="91425" spcFirstLastPara="1" rIns="91425" wrap="square" tIns="12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13" name="Google Shape;813;p9"/>
            <p:cNvSpPr/>
            <p:nvPr/>
          </p:nvSpPr>
          <p:spPr>
            <a:xfrm>
              <a:off x="774720" y="1170000"/>
              <a:ext cx="41760" cy="29880"/>
            </a:xfrm>
            <a:custGeom>
              <a:rect b="b" l="l" r="r" t="t"/>
              <a:pathLst>
                <a:path extrusionOk="0" h="281" w="393">
                  <a:moveTo>
                    <a:pt x="203" y="1"/>
                  </a:moveTo>
                  <a:cubicBezTo>
                    <a:pt x="98" y="1"/>
                    <a:pt x="0" y="132"/>
                    <a:pt x="91" y="234"/>
                  </a:cubicBezTo>
                  <a:cubicBezTo>
                    <a:pt x="120" y="267"/>
                    <a:pt x="155" y="281"/>
                    <a:pt x="189" y="281"/>
                  </a:cubicBezTo>
                  <a:cubicBezTo>
                    <a:pt x="295" y="281"/>
                    <a:pt x="393" y="149"/>
                    <a:pt x="301" y="47"/>
                  </a:cubicBezTo>
                  <a:cubicBezTo>
                    <a:pt x="271" y="14"/>
                    <a:pt x="237" y="1"/>
                    <a:pt x="2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5100" lIns="91425" spcFirstLastPara="1" rIns="91425" wrap="square" tIns="15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14" name="Google Shape;814;p9"/>
            <p:cNvSpPr/>
            <p:nvPr/>
          </p:nvSpPr>
          <p:spPr>
            <a:xfrm>
              <a:off x="249120" y="1652760"/>
              <a:ext cx="123480" cy="61920"/>
            </a:xfrm>
            <a:custGeom>
              <a:rect b="b" l="l" r="r" t="t"/>
              <a:pathLst>
                <a:path extrusionOk="0" h="580" w="1154">
                  <a:moveTo>
                    <a:pt x="649" y="1"/>
                  </a:moveTo>
                  <a:cubicBezTo>
                    <a:pt x="598" y="1"/>
                    <a:pt x="548" y="5"/>
                    <a:pt x="496" y="14"/>
                  </a:cubicBezTo>
                  <a:cubicBezTo>
                    <a:pt x="323" y="42"/>
                    <a:pt x="97" y="141"/>
                    <a:pt x="24" y="313"/>
                  </a:cubicBezTo>
                  <a:cubicBezTo>
                    <a:pt x="1" y="368"/>
                    <a:pt x="52" y="409"/>
                    <a:pt x="100" y="409"/>
                  </a:cubicBezTo>
                  <a:cubicBezTo>
                    <a:pt x="110" y="409"/>
                    <a:pt x="120" y="407"/>
                    <a:pt x="129" y="403"/>
                  </a:cubicBezTo>
                  <a:cubicBezTo>
                    <a:pt x="142" y="401"/>
                    <a:pt x="155" y="395"/>
                    <a:pt x="168" y="389"/>
                  </a:cubicBezTo>
                  <a:cubicBezTo>
                    <a:pt x="285" y="335"/>
                    <a:pt x="382" y="255"/>
                    <a:pt x="518" y="229"/>
                  </a:cubicBezTo>
                  <a:cubicBezTo>
                    <a:pt x="565" y="220"/>
                    <a:pt x="613" y="215"/>
                    <a:pt x="661" y="215"/>
                  </a:cubicBezTo>
                  <a:cubicBezTo>
                    <a:pt x="723" y="215"/>
                    <a:pt x="786" y="223"/>
                    <a:pt x="846" y="240"/>
                  </a:cubicBezTo>
                  <a:cubicBezTo>
                    <a:pt x="713" y="353"/>
                    <a:pt x="548" y="416"/>
                    <a:pt x="376" y="416"/>
                  </a:cubicBezTo>
                  <a:cubicBezTo>
                    <a:pt x="320" y="416"/>
                    <a:pt x="264" y="410"/>
                    <a:pt x="209" y="396"/>
                  </a:cubicBezTo>
                  <a:cubicBezTo>
                    <a:pt x="201" y="395"/>
                    <a:pt x="194" y="394"/>
                    <a:pt x="188" y="394"/>
                  </a:cubicBezTo>
                  <a:cubicBezTo>
                    <a:pt x="181" y="394"/>
                    <a:pt x="175" y="395"/>
                    <a:pt x="169" y="396"/>
                  </a:cubicBezTo>
                  <a:cubicBezTo>
                    <a:pt x="107" y="413"/>
                    <a:pt x="85" y="513"/>
                    <a:pt x="163" y="537"/>
                  </a:cubicBezTo>
                  <a:cubicBezTo>
                    <a:pt x="253" y="565"/>
                    <a:pt x="345" y="579"/>
                    <a:pt x="436" y="579"/>
                  </a:cubicBezTo>
                  <a:cubicBezTo>
                    <a:pt x="696" y="579"/>
                    <a:pt x="947" y="466"/>
                    <a:pt x="1120" y="259"/>
                  </a:cubicBezTo>
                  <a:cubicBezTo>
                    <a:pt x="1154" y="218"/>
                    <a:pt x="1134" y="138"/>
                    <a:pt x="1089" y="113"/>
                  </a:cubicBezTo>
                  <a:cubicBezTo>
                    <a:pt x="948" y="40"/>
                    <a:pt x="801" y="1"/>
                    <a:pt x="6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0950" lIns="91425" spcFirstLastPara="1" rIns="91425" wrap="square" tIns="30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15" name="Google Shape;815;p9"/>
            <p:cNvSpPr/>
            <p:nvPr/>
          </p:nvSpPr>
          <p:spPr>
            <a:xfrm>
              <a:off x="322200" y="1606680"/>
              <a:ext cx="27720" cy="19800"/>
            </a:xfrm>
            <a:custGeom>
              <a:rect b="b" l="l" r="r" t="t"/>
              <a:pathLst>
                <a:path extrusionOk="0" h="186" w="260">
                  <a:moveTo>
                    <a:pt x="135" y="0"/>
                  </a:moveTo>
                  <a:cubicBezTo>
                    <a:pt x="66" y="0"/>
                    <a:pt x="1" y="87"/>
                    <a:pt x="62" y="155"/>
                  </a:cubicBezTo>
                  <a:cubicBezTo>
                    <a:pt x="81" y="176"/>
                    <a:pt x="104" y="185"/>
                    <a:pt x="126" y="185"/>
                  </a:cubicBezTo>
                  <a:cubicBezTo>
                    <a:pt x="195" y="185"/>
                    <a:pt x="260" y="98"/>
                    <a:pt x="200" y="30"/>
                  </a:cubicBezTo>
                  <a:cubicBezTo>
                    <a:pt x="180" y="9"/>
                    <a:pt x="158" y="0"/>
                    <a:pt x="1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0075" lIns="91425" spcFirstLastPara="1" rIns="91425" wrap="square" tIns="100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16" name="Google Shape;816;p9"/>
            <p:cNvSpPr/>
            <p:nvPr/>
          </p:nvSpPr>
          <p:spPr>
            <a:xfrm>
              <a:off x="572400" y="1248840"/>
              <a:ext cx="311400" cy="299520"/>
            </a:xfrm>
            <a:custGeom>
              <a:rect b="b" l="l" r="r" t="t"/>
              <a:pathLst>
                <a:path extrusionOk="0" h="2789" w="2901">
                  <a:moveTo>
                    <a:pt x="1796" y="0"/>
                  </a:moveTo>
                  <a:cubicBezTo>
                    <a:pt x="1482" y="0"/>
                    <a:pt x="1203" y="177"/>
                    <a:pt x="1142" y="612"/>
                  </a:cubicBezTo>
                  <a:cubicBezTo>
                    <a:pt x="1102" y="887"/>
                    <a:pt x="1357" y="1145"/>
                    <a:pt x="1062" y="1390"/>
                  </a:cubicBezTo>
                  <a:cubicBezTo>
                    <a:pt x="887" y="1537"/>
                    <a:pt x="582" y="1537"/>
                    <a:pt x="386" y="1682"/>
                  </a:cubicBezTo>
                  <a:cubicBezTo>
                    <a:pt x="80" y="1909"/>
                    <a:pt x="1" y="2303"/>
                    <a:pt x="308" y="2566"/>
                  </a:cubicBezTo>
                  <a:cubicBezTo>
                    <a:pt x="491" y="2723"/>
                    <a:pt x="719" y="2789"/>
                    <a:pt x="965" y="2789"/>
                  </a:cubicBezTo>
                  <a:cubicBezTo>
                    <a:pt x="1687" y="2789"/>
                    <a:pt x="2553" y="2216"/>
                    <a:pt x="2798" y="1686"/>
                  </a:cubicBezTo>
                  <a:cubicBezTo>
                    <a:pt x="2822" y="1631"/>
                    <a:pt x="2812" y="1581"/>
                    <a:pt x="2783" y="1545"/>
                  </a:cubicBezTo>
                  <a:cubicBezTo>
                    <a:pt x="2885" y="1277"/>
                    <a:pt x="2900" y="972"/>
                    <a:pt x="2788" y="674"/>
                  </a:cubicBezTo>
                  <a:cubicBezTo>
                    <a:pt x="2639" y="277"/>
                    <a:pt x="2190" y="0"/>
                    <a:pt x="17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17" name="Google Shape;817;p9"/>
            <p:cNvSpPr/>
            <p:nvPr/>
          </p:nvSpPr>
          <p:spPr>
            <a:xfrm>
              <a:off x="443520" y="1524240"/>
              <a:ext cx="72000" cy="98280"/>
            </a:xfrm>
            <a:custGeom>
              <a:rect b="b" l="l" r="r" t="t"/>
              <a:pathLst>
                <a:path extrusionOk="0" h="918" w="673">
                  <a:moveTo>
                    <a:pt x="332" y="169"/>
                  </a:moveTo>
                  <a:cubicBezTo>
                    <a:pt x="478" y="318"/>
                    <a:pt x="482" y="562"/>
                    <a:pt x="344" y="710"/>
                  </a:cubicBezTo>
                  <a:cubicBezTo>
                    <a:pt x="251" y="659"/>
                    <a:pt x="202" y="562"/>
                    <a:pt x="196" y="450"/>
                  </a:cubicBezTo>
                  <a:cubicBezTo>
                    <a:pt x="192" y="393"/>
                    <a:pt x="203" y="333"/>
                    <a:pt x="230" y="282"/>
                  </a:cubicBezTo>
                  <a:cubicBezTo>
                    <a:pt x="254" y="237"/>
                    <a:pt x="297" y="207"/>
                    <a:pt x="332" y="169"/>
                  </a:cubicBezTo>
                  <a:close/>
                  <a:moveTo>
                    <a:pt x="384" y="1"/>
                  </a:moveTo>
                  <a:cubicBezTo>
                    <a:pt x="360" y="1"/>
                    <a:pt x="336" y="13"/>
                    <a:pt x="318" y="32"/>
                  </a:cubicBezTo>
                  <a:cubicBezTo>
                    <a:pt x="304" y="23"/>
                    <a:pt x="287" y="20"/>
                    <a:pt x="271" y="20"/>
                  </a:cubicBezTo>
                  <a:cubicBezTo>
                    <a:pt x="88" y="37"/>
                    <a:pt x="1" y="287"/>
                    <a:pt x="3" y="441"/>
                  </a:cubicBezTo>
                  <a:cubicBezTo>
                    <a:pt x="5" y="621"/>
                    <a:pt x="90" y="811"/>
                    <a:pt x="259" y="890"/>
                  </a:cubicBezTo>
                  <a:cubicBezTo>
                    <a:pt x="296" y="909"/>
                    <a:pt x="328" y="917"/>
                    <a:pt x="357" y="917"/>
                  </a:cubicBezTo>
                  <a:cubicBezTo>
                    <a:pt x="410" y="917"/>
                    <a:pt x="453" y="889"/>
                    <a:pt x="502" y="834"/>
                  </a:cubicBezTo>
                  <a:cubicBezTo>
                    <a:pt x="567" y="761"/>
                    <a:pt x="610" y="672"/>
                    <a:pt x="630" y="577"/>
                  </a:cubicBezTo>
                  <a:cubicBezTo>
                    <a:pt x="672" y="363"/>
                    <a:pt x="599" y="152"/>
                    <a:pt x="429" y="16"/>
                  </a:cubicBezTo>
                  <a:cubicBezTo>
                    <a:pt x="415" y="5"/>
                    <a:pt x="399" y="1"/>
                    <a:pt x="3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9300" lIns="91425" spcFirstLastPara="1" rIns="91425" wrap="square" tIns="49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18" name="Google Shape;818;p9"/>
            <p:cNvSpPr/>
            <p:nvPr/>
          </p:nvSpPr>
          <p:spPr>
            <a:xfrm>
              <a:off x="491760" y="1495080"/>
              <a:ext cx="39960" cy="28800"/>
            </a:xfrm>
            <a:custGeom>
              <a:rect b="b" l="l" r="r" t="t"/>
              <a:pathLst>
                <a:path extrusionOk="0" h="270" w="376">
                  <a:moveTo>
                    <a:pt x="195" y="0"/>
                  </a:moveTo>
                  <a:cubicBezTo>
                    <a:pt x="94" y="0"/>
                    <a:pt x="1" y="127"/>
                    <a:pt x="88" y="225"/>
                  </a:cubicBezTo>
                  <a:cubicBezTo>
                    <a:pt x="116" y="256"/>
                    <a:pt x="149" y="269"/>
                    <a:pt x="181" y="269"/>
                  </a:cubicBezTo>
                  <a:cubicBezTo>
                    <a:pt x="282" y="269"/>
                    <a:pt x="376" y="142"/>
                    <a:pt x="289" y="45"/>
                  </a:cubicBezTo>
                  <a:cubicBezTo>
                    <a:pt x="261" y="13"/>
                    <a:pt x="227" y="0"/>
                    <a:pt x="1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4400" lIns="91425" spcFirstLastPara="1" rIns="91425" wrap="square" tIns="14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19" name="Google Shape;819;p9"/>
            <p:cNvSpPr/>
            <p:nvPr/>
          </p:nvSpPr>
          <p:spPr>
            <a:xfrm>
              <a:off x="250200" y="1745640"/>
              <a:ext cx="43200" cy="38160"/>
            </a:xfrm>
            <a:custGeom>
              <a:rect b="b" l="l" r="r" t="t"/>
              <a:pathLst>
                <a:path extrusionOk="0" h="360" w="405">
                  <a:moveTo>
                    <a:pt x="239" y="0"/>
                  </a:moveTo>
                  <a:cubicBezTo>
                    <a:pt x="202" y="0"/>
                    <a:pt x="164" y="14"/>
                    <a:pt x="129" y="37"/>
                  </a:cubicBezTo>
                  <a:lnTo>
                    <a:pt x="71" y="78"/>
                  </a:lnTo>
                  <a:cubicBezTo>
                    <a:pt x="0" y="126"/>
                    <a:pt x="3" y="249"/>
                    <a:pt x="58" y="305"/>
                  </a:cubicBezTo>
                  <a:cubicBezTo>
                    <a:pt x="89" y="337"/>
                    <a:pt x="140" y="359"/>
                    <a:pt x="189" y="359"/>
                  </a:cubicBezTo>
                  <a:cubicBezTo>
                    <a:pt x="225" y="359"/>
                    <a:pt x="260" y="347"/>
                    <a:pt x="285" y="317"/>
                  </a:cubicBezTo>
                  <a:lnTo>
                    <a:pt x="330" y="264"/>
                  </a:lnTo>
                  <a:cubicBezTo>
                    <a:pt x="386" y="203"/>
                    <a:pt x="404" y="118"/>
                    <a:pt x="343" y="50"/>
                  </a:cubicBezTo>
                  <a:cubicBezTo>
                    <a:pt x="313" y="15"/>
                    <a:pt x="277" y="0"/>
                    <a:pt x="2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9075" lIns="91425" spcFirstLastPara="1" rIns="91425" wrap="square" tIns="190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20" name="Google Shape;820;p9"/>
            <p:cNvSpPr/>
            <p:nvPr/>
          </p:nvSpPr>
          <p:spPr>
            <a:xfrm>
              <a:off x="862560" y="1258200"/>
              <a:ext cx="47520" cy="33840"/>
            </a:xfrm>
            <a:custGeom>
              <a:rect b="b" l="l" r="r" t="t"/>
              <a:pathLst>
                <a:path extrusionOk="0" h="319" w="444">
                  <a:moveTo>
                    <a:pt x="230" y="1"/>
                  </a:moveTo>
                  <a:cubicBezTo>
                    <a:pt x="111" y="1"/>
                    <a:pt x="0" y="150"/>
                    <a:pt x="103" y="265"/>
                  </a:cubicBezTo>
                  <a:cubicBezTo>
                    <a:pt x="137" y="303"/>
                    <a:pt x="177" y="318"/>
                    <a:pt x="216" y="318"/>
                  </a:cubicBezTo>
                  <a:cubicBezTo>
                    <a:pt x="335" y="318"/>
                    <a:pt x="444" y="169"/>
                    <a:pt x="340" y="53"/>
                  </a:cubicBezTo>
                  <a:cubicBezTo>
                    <a:pt x="307" y="16"/>
                    <a:pt x="268" y="1"/>
                    <a:pt x="2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6900" lIns="91425" spcFirstLastPara="1" rIns="91425" wrap="square" tIns="16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21" name="Google Shape;821;p9"/>
            <p:cNvSpPr/>
            <p:nvPr/>
          </p:nvSpPr>
          <p:spPr>
            <a:xfrm>
              <a:off x="136440" y="1927440"/>
              <a:ext cx="23400" cy="16560"/>
            </a:xfrm>
            <a:custGeom>
              <a:rect b="b" l="l" r="r" t="t"/>
              <a:pathLst>
                <a:path extrusionOk="0" h="157" w="220">
                  <a:moveTo>
                    <a:pt x="115" y="1"/>
                  </a:moveTo>
                  <a:cubicBezTo>
                    <a:pt x="56" y="1"/>
                    <a:pt x="0" y="75"/>
                    <a:pt x="52" y="131"/>
                  </a:cubicBezTo>
                  <a:cubicBezTo>
                    <a:pt x="68" y="148"/>
                    <a:pt x="88" y="156"/>
                    <a:pt x="106" y="156"/>
                  </a:cubicBezTo>
                  <a:cubicBezTo>
                    <a:pt x="165" y="156"/>
                    <a:pt x="220" y="84"/>
                    <a:pt x="168" y="26"/>
                  </a:cubicBezTo>
                  <a:cubicBezTo>
                    <a:pt x="152" y="8"/>
                    <a:pt x="133" y="1"/>
                    <a:pt x="1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8275" lIns="91425" spcFirstLastPara="1" rIns="91425" wrap="square" tIns="8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22" name="Google Shape;822;p9"/>
            <p:cNvSpPr/>
            <p:nvPr/>
          </p:nvSpPr>
          <p:spPr>
            <a:xfrm>
              <a:off x="554760" y="1564200"/>
              <a:ext cx="34200" cy="24480"/>
            </a:xfrm>
            <a:custGeom>
              <a:rect b="b" l="l" r="r" t="t"/>
              <a:pathLst>
                <a:path extrusionOk="0" h="231" w="322">
                  <a:moveTo>
                    <a:pt x="168" y="0"/>
                  </a:moveTo>
                  <a:cubicBezTo>
                    <a:pt x="81" y="0"/>
                    <a:pt x="1" y="108"/>
                    <a:pt x="76" y="192"/>
                  </a:cubicBezTo>
                  <a:cubicBezTo>
                    <a:pt x="99" y="219"/>
                    <a:pt x="127" y="231"/>
                    <a:pt x="155" y="231"/>
                  </a:cubicBezTo>
                  <a:cubicBezTo>
                    <a:pt x="241" y="231"/>
                    <a:pt x="321" y="122"/>
                    <a:pt x="248" y="38"/>
                  </a:cubicBezTo>
                  <a:cubicBezTo>
                    <a:pt x="224" y="11"/>
                    <a:pt x="196" y="0"/>
                    <a:pt x="1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225" lIns="91425" spcFirstLastPara="1" rIns="91425" wrap="square" tIns="12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23" name="Google Shape;823;p9"/>
            <p:cNvSpPr/>
            <p:nvPr/>
          </p:nvSpPr>
          <p:spPr>
            <a:xfrm>
              <a:off x="911160" y="1432080"/>
              <a:ext cx="27720" cy="19800"/>
            </a:xfrm>
            <a:custGeom>
              <a:rect b="b" l="l" r="r" t="t"/>
              <a:pathLst>
                <a:path extrusionOk="0" h="187" w="260">
                  <a:moveTo>
                    <a:pt x="133" y="1"/>
                  </a:moveTo>
                  <a:cubicBezTo>
                    <a:pt x="64" y="1"/>
                    <a:pt x="1" y="87"/>
                    <a:pt x="61" y="156"/>
                  </a:cubicBezTo>
                  <a:cubicBezTo>
                    <a:pt x="80" y="177"/>
                    <a:pt x="103" y="186"/>
                    <a:pt x="125" y="186"/>
                  </a:cubicBezTo>
                  <a:cubicBezTo>
                    <a:pt x="195" y="186"/>
                    <a:pt x="259" y="99"/>
                    <a:pt x="198" y="32"/>
                  </a:cubicBezTo>
                  <a:cubicBezTo>
                    <a:pt x="179" y="10"/>
                    <a:pt x="155" y="1"/>
                    <a:pt x="1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0075" lIns="91425" spcFirstLastPara="1" rIns="91425" wrap="square" tIns="100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824" name="Google Shape;824;p9"/>
          <p:cNvGrpSpPr/>
          <p:nvPr/>
        </p:nvGrpSpPr>
        <p:grpSpPr>
          <a:xfrm>
            <a:off x="-25920" y="2847960"/>
            <a:ext cx="851400" cy="463320"/>
            <a:chOff x="-25920" y="2847960"/>
            <a:chExt cx="851400" cy="463320"/>
          </a:xfrm>
        </p:grpSpPr>
        <p:sp>
          <p:nvSpPr>
            <p:cNvPr id="825" name="Google Shape;825;p9"/>
            <p:cNvSpPr/>
            <p:nvPr/>
          </p:nvSpPr>
          <p:spPr>
            <a:xfrm>
              <a:off x="40320" y="2924280"/>
              <a:ext cx="701640" cy="304200"/>
            </a:xfrm>
            <a:custGeom>
              <a:rect b="b" l="l" r="r" t="t"/>
              <a:pathLst>
                <a:path extrusionOk="0" h="6047" w="13935">
                  <a:moveTo>
                    <a:pt x="7748" y="234"/>
                  </a:moveTo>
                  <a:cubicBezTo>
                    <a:pt x="8219" y="234"/>
                    <a:pt x="8692" y="244"/>
                    <a:pt x="9163" y="281"/>
                  </a:cubicBezTo>
                  <a:cubicBezTo>
                    <a:pt x="9189" y="283"/>
                    <a:pt x="9214" y="286"/>
                    <a:pt x="9240" y="288"/>
                  </a:cubicBezTo>
                  <a:cubicBezTo>
                    <a:pt x="9777" y="334"/>
                    <a:pt x="10310" y="416"/>
                    <a:pt x="10832" y="558"/>
                  </a:cubicBezTo>
                  <a:cubicBezTo>
                    <a:pt x="11877" y="838"/>
                    <a:pt x="12938" y="1401"/>
                    <a:pt x="13464" y="2390"/>
                  </a:cubicBezTo>
                  <a:cubicBezTo>
                    <a:pt x="13745" y="2920"/>
                    <a:pt x="13774" y="3512"/>
                    <a:pt x="13514" y="4054"/>
                  </a:cubicBezTo>
                  <a:cubicBezTo>
                    <a:pt x="13293" y="4511"/>
                    <a:pt x="12890" y="4839"/>
                    <a:pt x="12448" y="5068"/>
                  </a:cubicBezTo>
                  <a:cubicBezTo>
                    <a:pt x="11990" y="5305"/>
                    <a:pt x="11489" y="5444"/>
                    <a:pt x="10988" y="5542"/>
                  </a:cubicBezTo>
                  <a:cubicBezTo>
                    <a:pt x="10304" y="5675"/>
                    <a:pt x="9617" y="5767"/>
                    <a:pt x="8921" y="5801"/>
                  </a:cubicBezTo>
                  <a:cubicBezTo>
                    <a:pt x="8645" y="5814"/>
                    <a:pt x="8370" y="5820"/>
                    <a:pt x="8094" y="5820"/>
                  </a:cubicBezTo>
                  <a:cubicBezTo>
                    <a:pt x="6975" y="5820"/>
                    <a:pt x="5857" y="5721"/>
                    <a:pt x="4746" y="5597"/>
                  </a:cubicBezTo>
                  <a:cubicBezTo>
                    <a:pt x="4410" y="5560"/>
                    <a:pt x="4074" y="5520"/>
                    <a:pt x="3737" y="5479"/>
                  </a:cubicBezTo>
                  <a:cubicBezTo>
                    <a:pt x="3727" y="5478"/>
                    <a:pt x="3719" y="5478"/>
                    <a:pt x="3707" y="5476"/>
                  </a:cubicBezTo>
                  <a:lnTo>
                    <a:pt x="3686" y="5476"/>
                  </a:lnTo>
                  <a:cubicBezTo>
                    <a:pt x="2721" y="5469"/>
                    <a:pt x="1672" y="5213"/>
                    <a:pt x="942" y="4547"/>
                  </a:cubicBezTo>
                  <a:cubicBezTo>
                    <a:pt x="624" y="4253"/>
                    <a:pt x="383" y="3885"/>
                    <a:pt x="286" y="3460"/>
                  </a:cubicBezTo>
                  <a:cubicBezTo>
                    <a:pt x="186" y="3016"/>
                    <a:pt x="251" y="2529"/>
                    <a:pt x="424" y="2107"/>
                  </a:cubicBezTo>
                  <a:cubicBezTo>
                    <a:pt x="733" y="1351"/>
                    <a:pt x="1487" y="930"/>
                    <a:pt x="2231" y="696"/>
                  </a:cubicBezTo>
                  <a:cubicBezTo>
                    <a:pt x="3048" y="441"/>
                    <a:pt x="3911" y="362"/>
                    <a:pt x="4763" y="317"/>
                  </a:cubicBezTo>
                  <a:cubicBezTo>
                    <a:pt x="5691" y="264"/>
                    <a:pt x="6621" y="242"/>
                    <a:pt x="7549" y="235"/>
                  </a:cubicBezTo>
                  <a:cubicBezTo>
                    <a:pt x="7615" y="234"/>
                    <a:pt x="7681" y="234"/>
                    <a:pt x="7748" y="234"/>
                  </a:cubicBezTo>
                  <a:close/>
                  <a:moveTo>
                    <a:pt x="7523" y="1"/>
                  </a:moveTo>
                  <a:cubicBezTo>
                    <a:pt x="7340" y="1"/>
                    <a:pt x="7158" y="2"/>
                    <a:pt x="6976" y="5"/>
                  </a:cubicBezTo>
                  <a:cubicBezTo>
                    <a:pt x="6917" y="6"/>
                    <a:pt x="6859" y="6"/>
                    <a:pt x="6801" y="8"/>
                  </a:cubicBezTo>
                  <a:cubicBezTo>
                    <a:pt x="6312" y="19"/>
                    <a:pt x="5823" y="36"/>
                    <a:pt x="5337" y="57"/>
                  </a:cubicBezTo>
                  <a:cubicBezTo>
                    <a:pt x="5290" y="59"/>
                    <a:pt x="5243" y="63"/>
                    <a:pt x="5195" y="64"/>
                  </a:cubicBezTo>
                  <a:lnTo>
                    <a:pt x="5187" y="64"/>
                  </a:lnTo>
                  <a:cubicBezTo>
                    <a:pt x="4725" y="86"/>
                    <a:pt x="4260" y="111"/>
                    <a:pt x="3798" y="162"/>
                  </a:cubicBezTo>
                  <a:cubicBezTo>
                    <a:pt x="3761" y="165"/>
                    <a:pt x="3720" y="171"/>
                    <a:pt x="3683" y="175"/>
                  </a:cubicBezTo>
                  <a:cubicBezTo>
                    <a:pt x="3353" y="212"/>
                    <a:pt x="3024" y="264"/>
                    <a:pt x="2701" y="335"/>
                  </a:cubicBezTo>
                  <a:cubicBezTo>
                    <a:pt x="2649" y="348"/>
                    <a:pt x="2595" y="361"/>
                    <a:pt x="2544" y="373"/>
                  </a:cubicBezTo>
                  <a:cubicBezTo>
                    <a:pt x="2538" y="375"/>
                    <a:pt x="2534" y="375"/>
                    <a:pt x="2530" y="376"/>
                  </a:cubicBezTo>
                  <a:cubicBezTo>
                    <a:pt x="2155" y="470"/>
                    <a:pt x="1773" y="596"/>
                    <a:pt x="1426" y="777"/>
                  </a:cubicBezTo>
                  <a:cubicBezTo>
                    <a:pt x="1375" y="803"/>
                    <a:pt x="1322" y="831"/>
                    <a:pt x="1273" y="862"/>
                  </a:cubicBezTo>
                  <a:cubicBezTo>
                    <a:pt x="934" y="1058"/>
                    <a:pt x="636" y="1312"/>
                    <a:pt x="415" y="1642"/>
                  </a:cubicBezTo>
                  <a:cubicBezTo>
                    <a:pt x="377" y="1698"/>
                    <a:pt x="342" y="1755"/>
                    <a:pt x="310" y="1815"/>
                  </a:cubicBezTo>
                  <a:cubicBezTo>
                    <a:pt x="289" y="1854"/>
                    <a:pt x="269" y="1893"/>
                    <a:pt x="249" y="1932"/>
                  </a:cubicBezTo>
                  <a:cubicBezTo>
                    <a:pt x="79" y="2289"/>
                    <a:pt x="0" y="2692"/>
                    <a:pt x="18" y="3087"/>
                  </a:cubicBezTo>
                  <a:cubicBezTo>
                    <a:pt x="20" y="3125"/>
                    <a:pt x="21" y="3165"/>
                    <a:pt x="27" y="3203"/>
                  </a:cubicBezTo>
                  <a:cubicBezTo>
                    <a:pt x="55" y="3538"/>
                    <a:pt x="154" y="3868"/>
                    <a:pt x="327" y="4154"/>
                  </a:cubicBezTo>
                  <a:cubicBezTo>
                    <a:pt x="346" y="4187"/>
                    <a:pt x="366" y="4217"/>
                    <a:pt x="387" y="4249"/>
                  </a:cubicBezTo>
                  <a:cubicBezTo>
                    <a:pt x="388" y="4251"/>
                    <a:pt x="388" y="4252"/>
                    <a:pt x="391" y="4253"/>
                  </a:cubicBezTo>
                  <a:cubicBezTo>
                    <a:pt x="616" y="4585"/>
                    <a:pt x="914" y="4851"/>
                    <a:pt x="1251" y="5060"/>
                  </a:cubicBezTo>
                  <a:cubicBezTo>
                    <a:pt x="1283" y="5080"/>
                    <a:pt x="1315" y="5099"/>
                    <a:pt x="1348" y="5118"/>
                  </a:cubicBezTo>
                  <a:cubicBezTo>
                    <a:pt x="1727" y="5338"/>
                    <a:pt x="2153" y="5489"/>
                    <a:pt x="2578" y="5583"/>
                  </a:cubicBezTo>
                  <a:cubicBezTo>
                    <a:pt x="2615" y="5591"/>
                    <a:pt x="2654" y="5598"/>
                    <a:pt x="2691" y="5605"/>
                  </a:cubicBezTo>
                  <a:cubicBezTo>
                    <a:pt x="2763" y="5620"/>
                    <a:pt x="2839" y="5634"/>
                    <a:pt x="2911" y="5642"/>
                  </a:cubicBezTo>
                  <a:cubicBezTo>
                    <a:pt x="3176" y="5682"/>
                    <a:pt x="3444" y="5703"/>
                    <a:pt x="3711" y="5703"/>
                  </a:cubicBezTo>
                  <a:cubicBezTo>
                    <a:pt x="3832" y="5717"/>
                    <a:pt x="3954" y="5731"/>
                    <a:pt x="4074" y="5746"/>
                  </a:cubicBezTo>
                  <a:cubicBezTo>
                    <a:pt x="4118" y="5751"/>
                    <a:pt x="4161" y="5756"/>
                    <a:pt x="4206" y="5761"/>
                  </a:cubicBezTo>
                  <a:cubicBezTo>
                    <a:pt x="4698" y="5818"/>
                    <a:pt x="5191" y="5873"/>
                    <a:pt x="5684" y="5919"/>
                  </a:cubicBezTo>
                  <a:cubicBezTo>
                    <a:pt x="5725" y="5923"/>
                    <a:pt x="5766" y="5928"/>
                    <a:pt x="5805" y="5931"/>
                  </a:cubicBezTo>
                  <a:cubicBezTo>
                    <a:pt x="6462" y="5989"/>
                    <a:pt x="7120" y="6032"/>
                    <a:pt x="7777" y="6043"/>
                  </a:cubicBezTo>
                  <a:cubicBezTo>
                    <a:pt x="7815" y="6045"/>
                    <a:pt x="7855" y="6045"/>
                    <a:pt x="7893" y="6045"/>
                  </a:cubicBezTo>
                  <a:cubicBezTo>
                    <a:pt x="7980" y="6046"/>
                    <a:pt x="8069" y="6046"/>
                    <a:pt x="8156" y="6046"/>
                  </a:cubicBezTo>
                  <a:cubicBezTo>
                    <a:pt x="8673" y="6045"/>
                    <a:pt x="9190" y="6022"/>
                    <a:pt x="9706" y="5967"/>
                  </a:cubicBezTo>
                  <a:lnTo>
                    <a:pt x="9818" y="5957"/>
                  </a:lnTo>
                  <a:cubicBezTo>
                    <a:pt x="9999" y="5936"/>
                    <a:pt x="10182" y="5911"/>
                    <a:pt x="10363" y="5883"/>
                  </a:cubicBezTo>
                  <a:cubicBezTo>
                    <a:pt x="10695" y="5832"/>
                    <a:pt x="11032" y="5774"/>
                    <a:pt x="11361" y="5692"/>
                  </a:cubicBezTo>
                  <a:cubicBezTo>
                    <a:pt x="11406" y="5683"/>
                    <a:pt x="11449" y="5671"/>
                    <a:pt x="11493" y="5659"/>
                  </a:cubicBezTo>
                  <a:cubicBezTo>
                    <a:pt x="11697" y="5607"/>
                    <a:pt x="11898" y="5546"/>
                    <a:pt x="12095" y="5469"/>
                  </a:cubicBezTo>
                  <a:cubicBezTo>
                    <a:pt x="12420" y="5345"/>
                    <a:pt x="12740" y="5189"/>
                    <a:pt x="13020" y="4979"/>
                  </a:cubicBezTo>
                  <a:cubicBezTo>
                    <a:pt x="13052" y="4955"/>
                    <a:pt x="13081" y="4932"/>
                    <a:pt x="13113" y="4908"/>
                  </a:cubicBezTo>
                  <a:cubicBezTo>
                    <a:pt x="13216" y="4825"/>
                    <a:pt x="13314" y="4731"/>
                    <a:pt x="13403" y="4629"/>
                  </a:cubicBezTo>
                  <a:cubicBezTo>
                    <a:pt x="13675" y="4317"/>
                    <a:pt x="13864" y="3925"/>
                    <a:pt x="13918" y="3514"/>
                  </a:cubicBezTo>
                  <a:cubicBezTo>
                    <a:pt x="13923" y="3473"/>
                    <a:pt x="13927" y="3432"/>
                    <a:pt x="13930" y="3392"/>
                  </a:cubicBezTo>
                  <a:cubicBezTo>
                    <a:pt x="13935" y="3297"/>
                    <a:pt x="13932" y="3198"/>
                    <a:pt x="13923" y="3098"/>
                  </a:cubicBezTo>
                  <a:cubicBezTo>
                    <a:pt x="13888" y="2744"/>
                    <a:pt x="13767" y="2421"/>
                    <a:pt x="13589" y="2126"/>
                  </a:cubicBezTo>
                  <a:cubicBezTo>
                    <a:pt x="13569" y="2092"/>
                    <a:pt x="13548" y="2061"/>
                    <a:pt x="13526" y="2029"/>
                  </a:cubicBezTo>
                  <a:cubicBezTo>
                    <a:pt x="13284" y="1667"/>
                    <a:pt x="12955" y="1355"/>
                    <a:pt x="12591" y="1103"/>
                  </a:cubicBezTo>
                  <a:cubicBezTo>
                    <a:pt x="12547" y="1071"/>
                    <a:pt x="12503" y="1041"/>
                    <a:pt x="12456" y="1012"/>
                  </a:cubicBezTo>
                  <a:cubicBezTo>
                    <a:pt x="12221" y="858"/>
                    <a:pt x="11973" y="729"/>
                    <a:pt x="11725" y="624"/>
                  </a:cubicBezTo>
                  <a:cubicBezTo>
                    <a:pt x="11520" y="538"/>
                    <a:pt x="11310" y="461"/>
                    <a:pt x="11100" y="396"/>
                  </a:cubicBezTo>
                  <a:cubicBezTo>
                    <a:pt x="11062" y="383"/>
                    <a:pt x="11024" y="373"/>
                    <a:pt x="10984" y="362"/>
                  </a:cubicBezTo>
                  <a:cubicBezTo>
                    <a:pt x="10375" y="185"/>
                    <a:pt x="9740" y="94"/>
                    <a:pt x="9105" y="49"/>
                  </a:cubicBezTo>
                  <a:cubicBezTo>
                    <a:pt x="9055" y="43"/>
                    <a:pt x="9006" y="40"/>
                    <a:pt x="8956" y="38"/>
                  </a:cubicBezTo>
                  <a:cubicBezTo>
                    <a:pt x="8762" y="26"/>
                    <a:pt x="8568" y="16"/>
                    <a:pt x="8374" y="12"/>
                  </a:cubicBezTo>
                  <a:cubicBezTo>
                    <a:pt x="8090" y="4"/>
                    <a:pt x="7806" y="1"/>
                    <a:pt x="7523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26" name="Google Shape;826;p9"/>
            <p:cNvSpPr/>
            <p:nvPr/>
          </p:nvSpPr>
          <p:spPr>
            <a:xfrm>
              <a:off x="423360" y="3135960"/>
              <a:ext cx="12960" cy="12960"/>
            </a:xfrm>
            <a:custGeom>
              <a:rect b="b" l="l" r="r" t="t"/>
              <a:pathLst>
                <a:path extrusionOk="0" h="262" w="264">
                  <a:moveTo>
                    <a:pt x="108" y="0"/>
                  </a:moveTo>
                  <a:cubicBezTo>
                    <a:pt x="95" y="0"/>
                    <a:pt x="82" y="3"/>
                    <a:pt x="72" y="9"/>
                  </a:cubicBezTo>
                  <a:cubicBezTo>
                    <a:pt x="58" y="15"/>
                    <a:pt x="45" y="22"/>
                    <a:pt x="35" y="34"/>
                  </a:cubicBezTo>
                  <a:cubicBezTo>
                    <a:pt x="28" y="43"/>
                    <a:pt x="22" y="49"/>
                    <a:pt x="16" y="57"/>
                  </a:cubicBezTo>
                  <a:cubicBezTo>
                    <a:pt x="7" y="76"/>
                    <a:pt x="1" y="94"/>
                    <a:pt x="1" y="115"/>
                  </a:cubicBezTo>
                  <a:cubicBezTo>
                    <a:pt x="2" y="125"/>
                    <a:pt x="4" y="135"/>
                    <a:pt x="7" y="146"/>
                  </a:cubicBezTo>
                  <a:cubicBezTo>
                    <a:pt x="9" y="165"/>
                    <a:pt x="21" y="183"/>
                    <a:pt x="35" y="197"/>
                  </a:cubicBezTo>
                  <a:cubicBezTo>
                    <a:pt x="45" y="206"/>
                    <a:pt x="53" y="213"/>
                    <a:pt x="63" y="221"/>
                  </a:cubicBezTo>
                  <a:lnTo>
                    <a:pt x="66" y="226"/>
                  </a:lnTo>
                  <a:cubicBezTo>
                    <a:pt x="77" y="238"/>
                    <a:pt x="90" y="246"/>
                    <a:pt x="104" y="250"/>
                  </a:cubicBezTo>
                  <a:cubicBezTo>
                    <a:pt x="116" y="257"/>
                    <a:pt x="133" y="261"/>
                    <a:pt x="148" y="261"/>
                  </a:cubicBezTo>
                  <a:cubicBezTo>
                    <a:pt x="164" y="261"/>
                    <a:pt x="179" y="257"/>
                    <a:pt x="192" y="250"/>
                  </a:cubicBezTo>
                  <a:cubicBezTo>
                    <a:pt x="206" y="246"/>
                    <a:pt x="219" y="238"/>
                    <a:pt x="229" y="226"/>
                  </a:cubicBezTo>
                  <a:cubicBezTo>
                    <a:pt x="235" y="219"/>
                    <a:pt x="242" y="212"/>
                    <a:pt x="247" y="203"/>
                  </a:cubicBezTo>
                  <a:cubicBezTo>
                    <a:pt x="257" y="185"/>
                    <a:pt x="263" y="165"/>
                    <a:pt x="263" y="144"/>
                  </a:cubicBezTo>
                  <a:cubicBezTo>
                    <a:pt x="262" y="135"/>
                    <a:pt x="260" y="125"/>
                    <a:pt x="257" y="114"/>
                  </a:cubicBezTo>
                  <a:cubicBezTo>
                    <a:pt x="255" y="94"/>
                    <a:pt x="243" y="77"/>
                    <a:pt x="229" y="63"/>
                  </a:cubicBezTo>
                  <a:cubicBezTo>
                    <a:pt x="219" y="54"/>
                    <a:pt x="211" y="47"/>
                    <a:pt x="201" y="37"/>
                  </a:cubicBezTo>
                  <a:lnTo>
                    <a:pt x="198" y="34"/>
                  </a:lnTo>
                  <a:cubicBezTo>
                    <a:pt x="186" y="22"/>
                    <a:pt x="174" y="15"/>
                    <a:pt x="160" y="9"/>
                  </a:cubicBezTo>
                  <a:cubicBezTo>
                    <a:pt x="150" y="3"/>
                    <a:pt x="137" y="0"/>
                    <a:pt x="124" y="0"/>
                  </a:cubicBezTo>
                  <a:cubicBezTo>
                    <a:pt x="121" y="0"/>
                    <a:pt x="118" y="0"/>
                    <a:pt x="116" y="0"/>
                  </a:cubicBezTo>
                  <a:cubicBezTo>
                    <a:pt x="113" y="0"/>
                    <a:pt x="110" y="0"/>
                    <a:pt x="108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475" lIns="91425" spcFirstLastPara="1" rIns="91425" wrap="square" tIns="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27" name="Google Shape;827;p9"/>
            <p:cNvSpPr/>
            <p:nvPr/>
          </p:nvSpPr>
          <p:spPr>
            <a:xfrm>
              <a:off x="316080" y="3071880"/>
              <a:ext cx="12600" cy="12960"/>
            </a:xfrm>
            <a:custGeom>
              <a:rect b="b" l="l" r="r" t="t"/>
              <a:pathLst>
                <a:path extrusionOk="0" h="262" w="260">
                  <a:moveTo>
                    <a:pt x="106" y="0"/>
                  </a:moveTo>
                  <a:cubicBezTo>
                    <a:pt x="94" y="0"/>
                    <a:pt x="82" y="3"/>
                    <a:pt x="70" y="9"/>
                  </a:cubicBezTo>
                  <a:cubicBezTo>
                    <a:pt x="56" y="15"/>
                    <a:pt x="43" y="22"/>
                    <a:pt x="33" y="35"/>
                  </a:cubicBezTo>
                  <a:cubicBezTo>
                    <a:pt x="28" y="43"/>
                    <a:pt x="20" y="49"/>
                    <a:pt x="15" y="57"/>
                  </a:cubicBezTo>
                  <a:cubicBezTo>
                    <a:pt x="6" y="74"/>
                    <a:pt x="1" y="94"/>
                    <a:pt x="1" y="115"/>
                  </a:cubicBezTo>
                  <a:cubicBezTo>
                    <a:pt x="2" y="124"/>
                    <a:pt x="2" y="135"/>
                    <a:pt x="5" y="145"/>
                  </a:cubicBezTo>
                  <a:cubicBezTo>
                    <a:pt x="9" y="165"/>
                    <a:pt x="20" y="183"/>
                    <a:pt x="35" y="198"/>
                  </a:cubicBezTo>
                  <a:lnTo>
                    <a:pt x="59" y="222"/>
                  </a:lnTo>
                  <a:lnTo>
                    <a:pt x="63" y="226"/>
                  </a:lnTo>
                  <a:cubicBezTo>
                    <a:pt x="73" y="237"/>
                    <a:pt x="86" y="244"/>
                    <a:pt x="100" y="250"/>
                  </a:cubicBezTo>
                  <a:cubicBezTo>
                    <a:pt x="113" y="257"/>
                    <a:pt x="128" y="261"/>
                    <a:pt x="144" y="261"/>
                  </a:cubicBezTo>
                  <a:cubicBezTo>
                    <a:pt x="161" y="261"/>
                    <a:pt x="175" y="257"/>
                    <a:pt x="189" y="250"/>
                  </a:cubicBezTo>
                  <a:cubicBezTo>
                    <a:pt x="203" y="244"/>
                    <a:pt x="215" y="237"/>
                    <a:pt x="226" y="226"/>
                  </a:cubicBezTo>
                  <a:cubicBezTo>
                    <a:pt x="232" y="219"/>
                    <a:pt x="239" y="212"/>
                    <a:pt x="244" y="202"/>
                  </a:cubicBezTo>
                  <a:cubicBezTo>
                    <a:pt x="254" y="183"/>
                    <a:pt x="260" y="165"/>
                    <a:pt x="260" y="144"/>
                  </a:cubicBezTo>
                  <a:cubicBezTo>
                    <a:pt x="260" y="134"/>
                    <a:pt x="256" y="122"/>
                    <a:pt x="253" y="114"/>
                  </a:cubicBezTo>
                  <a:cubicBezTo>
                    <a:pt x="249" y="94"/>
                    <a:pt x="239" y="77"/>
                    <a:pt x="225" y="63"/>
                  </a:cubicBezTo>
                  <a:lnTo>
                    <a:pt x="199" y="37"/>
                  </a:lnTo>
                  <a:lnTo>
                    <a:pt x="196" y="35"/>
                  </a:lnTo>
                  <a:cubicBezTo>
                    <a:pt x="185" y="22"/>
                    <a:pt x="172" y="15"/>
                    <a:pt x="158" y="9"/>
                  </a:cubicBezTo>
                  <a:cubicBezTo>
                    <a:pt x="146" y="3"/>
                    <a:pt x="133" y="0"/>
                    <a:pt x="121" y="0"/>
                  </a:cubicBezTo>
                  <a:cubicBezTo>
                    <a:pt x="119" y="0"/>
                    <a:pt x="116" y="0"/>
                    <a:pt x="114" y="1"/>
                  </a:cubicBezTo>
                  <a:cubicBezTo>
                    <a:pt x="111" y="0"/>
                    <a:pt x="109" y="0"/>
                    <a:pt x="106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475" lIns="91425" spcFirstLastPara="1" rIns="91425" wrap="square" tIns="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28" name="Google Shape;828;p9"/>
            <p:cNvSpPr/>
            <p:nvPr/>
          </p:nvSpPr>
          <p:spPr>
            <a:xfrm>
              <a:off x="279360" y="3136320"/>
              <a:ext cx="12600" cy="11880"/>
            </a:xfrm>
            <a:custGeom>
              <a:rect b="b" l="l" r="r" t="t"/>
              <a:pathLst>
                <a:path extrusionOk="0" h="244" w="258">
                  <a:moveTo>
                    <a:pt x="124" y="1"/>
                  </a:moveTo>
                  <a:cubicBezTo>
                    <a:pt x="59" y="1"/>
                    <a:pt x="1" y="58"/>
                    <a:pt x="1" y="118"/>
                  </a:cubicBezTo>
                  <a:cubicBezTo>
                    <a:pt x="1" y="145"/>
                    <a:pt x="11" y="172"/>
                    <a:pt x="38" y="195"/>
                  </a:cubicBezTo>
                  <a:cubicBezTo>
                    <a:pt x="45" y="200"/>
                    <a:pt x="51" y="208"/>
                    <a:pt x="58" y="213"/>
                  </a:cubicBezTo>
                  <a:cubicBezTo>
                    <a:pt x="82" y="235"/>
                    <a:pt x="108" y="244"/>
                    <a:pt x="134" y="244"/>
                  </a:cubicBezTo>
                  <a:cubicBezTo>
                    <a:pt x="199" y="244"/>
                    <a:pt x="257" y="186"/>
                    <a:pt x="257" y="125"/>
                  </a:cubicBezTo>
                  <a:cubicBezTo>
                    <a:pt x="257" y="100"/>
                    <a:pt x="245" y="73"/>
                    <a:pt x="222" y="50"/>
                  </a:cubicBezTo>
                  <a:cubicBezTo>
                    <a:pt x="215" y="45"/>
                    <a:pt x="208" y="38"/>
                    <a:pt x="201" y="32"/>
                  </a:cubicBezTo>
                  <a:cubicBezTo>
                    <a:pt x="176" y="10"/>
                    <a:pt x="150" y="1"/>
                    <a:pt x="124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100" lIns="91425" spcFirstLastPara="1" rIns="91425" wrap="square" tIns="6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29" name="Google Shape;829;p9"/>
            <p:cNvSpPr/>
            <p:nvPr/>
          </p:nvSpPr>
          <p:spPr>
            <a:xfrm>
              <a:off x="128160" y="3079080"/>
              <a:ext cx="12960" cy="12960"/>
            </a:xfrm>
            <a:custGeom>
              <a:rect b="b" l="l" r="r" t="t"/>
              <a:pathLst>
                <a:path extrusionOk="0" h="263" w="263">
                  <a:moveTo>
                    <a:pt x="115" y="0"/>
                  </a:moveTo>
                  <a:cubicBezTo>
                    <a:pt x="100" y="0"/>
                    <a:pt x="84" y="2"/>
                    <a:pt x="72" y="10"/>
                  </a:cubicBezTo>
                  <a:cubicBezTo>
                    <a:pt x="57" y="16"/>
                    <a:pt x="45" y="23"/>
                    <a:pt x="35" y="34"/>
                  </a:cubicBezTo>
                  <a:cubicBezTo>
                    <a:pt x="29" y="43"/>
                    <a:pt x="22" y="50"/>
                    <a:pt x="16" y="59"/>
                  </a:cubicBezTo>
                  <a:cubicBezTo>
                    <a:pt x="6" y="77"/>
                    <a:pt x="1" y="95"/>
                    <a:pt x="1" y="117"/>
                  </a:cubicBezTo>
                  <a:lnTo>
                    <a:pt x="6" y="149"/>
                  </a:lnTo>
                  <a:cubicBezTo>
                    <a:pt x="9" y="169"/>
                    <a:pt x="21" y="186"/>
                    <a:pt x="35" y="200"/>
                  </a:cubicBezTo>
                  <a:cubicBezTo>
                    <a:pt x="45" y="209"/>
                    <a:pt x="53" y="216"/>
                    <a:pt x="63" y="226"/>
                  </a:cubicBezTo>
                  <a:cubicBezTo>
                    <a:pt x="64" y="227"/>
                    <a:pt x="66" y="227"/>
                    <a:pt x="67" y="229"/>
                  </a:cubicBezTo>
                  <a:cubicBezTo>
                    <a:pt x="79" y="240"/>
                    <a:pt x="91" y="247"/>
                    <a:pt x="106" y="251"/>
                  </a:cubicBezTo>
                  <a:cubicBezTo>
                    <a:pt x="117" y="260"/>
                    <a:pt x="129" y="263"/>
                    <a:pt x="142" y="263"/>
                  </a:cubicBezTo>
                  <a:cubicBezTo>
                    <a:pt x="145" y="263"/>
                    <a:pt x="147" y="263"/>
                    <a:pt x="149" y="263"/>
                  </a:cubicBezTo>
                  <a:cubicBezTo>
                    <a:pt x="152" y="263"/>
                    <a:pt x="154" y="263"/>
                    <a:pt x="157" y="263"/>
                  </a:cubicBezTo>
                  <a:cubicBezTo>
                    <a:pt x="170" y="263"/>
                    <a:pt x="181" y="260"/>
                    <a:pt x="193" y="251"/>
                  </a:cubicBezTo>
                  <a:cubicBezTo>
                    <a:pt x="208" y="247"/>
                    <a:pt x="220" y="241"/>
                    <a:pt x="230" y="229"/>
                  </a:cubicBezTo>
                  <a:cubicBezTo>
                    <a:pt x="236" y="220"/>
                    <a:pt x="242" y="213"/>
                    <a:pt x="249" y="206"/>
                  </a:cubicBezTo>
                  <a:cubicBezTo>
                    <a:pt x="257" y="187"/>
                    <a:pt x="263" y="169"/>
                    <a:pt x="263" y="148"/>
                  </a:cubicBezTo>
                  <a:cubicBezTo>
                    <a:pt x="261" y="138"/>
                    <a:pt x="259" y="128"/>
                    <a:pt x="259" y="114"/>
                  </a:cubicBezTo>
                  <a:cubicBezTo>
                    <a:pt x="254" y="94"/>
                    <a:pt x="243" y="77"/>
                    <a:pt x="229" y="63"/>
                  </a:cubicBezTo>
                  <a:cubicBezTo>
                    <a:pt x="219" y="53"/>
                    <a:pt x="209" y="46"/>
                    <a:pt x="200" y="37"/>
                  </a:cubicBezTo>
                  <a:lnTo>
                    <a:pt x="198" y="34"/>
                  </a:lnTo>
                  <a:cubicBezTo>
                    <a:pt x="186" y="23"/>
                    <a:pt x="174" y="16"/>
                    <a:pt x="159" y="10"/>
                  </a:cubicBezTo>
                  <a:cubicBezTo>
                    <a:pt x="148" y="2"/>
                    <a:pt x="131" y="0"/>
                    <a:pt x="115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475" lIns="91425" spcFirstLastPara="1" rIns="91425" wrap="square" tIns="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30" name="Google Shape;830;p9"/>
            <p:cNvSpPr/>
            <p:nvPr/>
          </p:nvSpPr>
          <p:spPr>
            <a:xfrm>
              <a:off x="205920" y="2981520"/>
              <a:ext cx="14760" cy="11160"/>
            </a:xfrm>
            <a:custGeom>
              <a:rect b="b" l="l" r="r" t="t"/>
              <a:pathLst>
                <a:path extrusionOk="0" h="232" w="297">
                  <a:moveTo>
                    <a:pt x="148" y="0"/>
                  </a:moveTo>
                  <a:cubicBezTo>
                    <a:pt x="1" y="0"/>
                    <a:pt x="1" y="231"/>
                    <a:pt x="148" y="231"/>
                  </a:cubicBezTo>
                  <a:cubicBezTo>
                    <a:pt x="297" y="231"/>
                    <a:pt x="297" y="0"/>
                    <a:pt x="148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750" lIns="91425" spcFirstLastPara="1" rIns="91425" wrap="square" tIns="5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31" name="Google Shape;831;p9"/>
            <p:cNvSpPr/>
            <p:nvPr/>
          </p:nvSpPr>
          <p:spPr>
            <a:xfrm>
              <a:off x="394200" y="2986200"/>
              <a:ext cx="14760" cy="11160"/>
            </a:xfrm>
            <a:custGeom>
              <a:rect b="b" l="l" r="r" t="t"/>
              <a:pathLst>
                <a:path extrusionOk="0" h="232" w="297">
                  <a:moveTo>
                    <a:pt x="149" y="0"/>
                  </a:moveTo>
                  <a:cubicBezTo>
                    <a:pt x="0" y="0"/>
                    <a:pt x="0" y="231"/>
                    <a:pt x="149" y="231"/>
                  </a:cubicBezTo>
                  <a:cubicBezTo>
                    <a:pt x="295" y="231"/>
                    <a:pt x="296" y="0"/>
                    <a:pt x="149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750" lIns="91425" spcFirstLastPara="1" rIns="91425" wrap="square" tIns="5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32" name="Google Shape;832;p9"/>
            <p:cNvSpPr/>
            <p:nvPr/>
          </p:nvSpPr>
          <p:spPr>
            <a:xfrm>
              <a:off x="232200" y="3042720"/>
              <a:ext cx="12960" cy="12960"/>
            </a:xfrm>
            <a:custGeom>
              <a:rect b="b" l="l" r="r" t="t"/>
              <a:pathLst>
                <a:path extrusionOk="0" h="263" w="263">
                  <a:moveTo>
                    <a:pt x="115" y="0"/>
                  </a:moveTo>
                  <a:cubicBezTo>
                    <a:pt x="100" y="0"/>
                    <a:pt x="85" y="4"/>
                    <a:pt x="71" y="11"/>
                  </a:cubicBezTo>
                  <a:cubicBezTo>
                    <a:pt x="57" y="16"/>
                    <a:pt x="44" y="23"/>
                    <a:pt x="34" y="35"/>
                  </a:cubicBezTo>
                  <a:cubicBezTo>
                    <a:pt x="29" y="43"/>
                    <a:pt x="22" y="50"/>
                    <a:pt x="16" y="58"/>
                  </a:cubicBezTo>
                  <a:cubicBezTo>
                    <a:pt x="6" y="78"/>
                    <a:pt x="0" y="96"/>
                    <a:pt x="0" y="118"/>
                  </a:cubicBezTo>
                  <a:cubicBezTo>
                    <a:pt x="2" y="128"/>
                    <a:pt x="2" y="139"/>
                    <a:pt x="5" y="149"/>
                  </a:cubicBezTo>
                  <a:cubicBezTo>
                    <a:pt x="9" y="169"/>
                    <a:pt x="20" y="186"/>
                    <a:pt x="34" y="200"/>
                  </a:cubicBezTo>
                  <a:cubicBezTo>
                    <a:pt x="44" y="210"/>
                    <a:pt x="54" y="217"/>
                    <a:pt x="63" y="225"/>
                  </a:cubicBezTo>
                  <a:lnTo>
                    <a:pt x="67" y="228"/>
                  </a:lnTo>
                  <a:cubicBezTo>
                    <a:pt x="77" y="241"/>
                    <a:pt x="90" y="248"/>
                    <a:pt x="104" y="254"/>
                  </a:cubicBezTo>
                  <a:cubicBezTo>
                    <a:pt x="114" y="260"/>
                    <a:pt x="127" y="263"/>
                    <a:pt x="140" y="263"/>
                  </a:cubicBezTo>
                  <a:cubicBezTo>
                    <a:pt x="143" y="263"/>
                    <a:pt x="145" y="262"/>
                    <a:pt x="148" y="262"/>
                  </a:cubicBezTo>
                  <a:cubicBezTo>
                    <a:pt x="150" y="262"/>
                    <a:pt x="153" y="263"/>
                    <a:pt x="155" y="263"/>
                  </a:cubicBezTo>
                  <a:cubicBezTo>
                    <a:pt x="168" y="263"/>
                    <a:pt x="180" y="260"/>
                    <a:pt x="192" y="254"/>
                  </a:cubicBezTo>
                  <a:cubicBezTo>
                    <a:pt x="206" y="248"/>
                    <a:pt x="217" y="241"/>
                    <a:pt x="230" y="228"/>
                  </a:cubicBezTo>
                  <a:cubicBezTo>
                    <a:pt x="234" y="220"/>
                    <a:pt x="241" y="214"/>
                    <a:pt x="247" y="205"/>
                  </a:cubicBezTo>
                  <a:cubicBezTo>
                    <a:pt x="258" y="188"/>
                    <a:pt x="263" y="169"/>
                    <a:pt x="263" y="147"/>
                  </a:cubicBezTo>
                  <a:cubicBezTo>
                    <a:pt x="261" y="136"/>
                    <a:pt x="260" y="128"/>
                    <a:pt x="257" y="115"/>
                  </a:cubicBezTo>
                  <a:cubicBezTo>
                    <a:pt x="253" y="96"/>
                    <a:pt x="243" y="78"/>
                    <a:pt x="229" y="64"/>
                  </a:cubicBezTo>
                  <a:cubicBezTo>
                    <a:pt x="219" y="55"/>
                    <a:pt x="210" y="48"/>
                    <a:pt x="200" y="40"/>
                  </a:cubicBezTo>
                  <a:lnTo>
                    <a:pt x="197" y="35"/>
                  </a:lnTo>
                  <a:cubicBezTo>
                    <a:pt x="189" y="23"/>
                    <a:pt x="175" y="16"/>
                    <a:pt x="161" y="11"/>
                  </a:cubicBezTo>
                  <a:cubicBezTo>
                    <a:pt x="146" y="4"/>
                    <a:pt x="132" y="0"/>
                    <a:pt x="115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475" lIns="91425" spcFirstLastPara="1" rIns="91425" wrap="square" tIns="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33" name="Google Shape;833;p9"/>
            <p:cNvSpPr/>
            <p:nvPr/>
          </p:nvSpPr>
          <p:spPr>
            <a:xfrm>
              <a:off x="182520" y="3137040"/>
              <a:ext cx="13320" cy="13320"/>
            </a:xfrm>
            <a:custGeom>
              <a:rect b="b" l="l" r="r" t="t"/>
              <a:pathLst>
                <a:path extrusionOk="0" h="271" w="272">
                  <a:moveTo>
                    <a:pt x="107" y="1"/>
                  </a:moveTo>
                  <a:cubicBezTo>
                    <a:pt x="94" y="1"/>
                    <a:pt x="81" y="4"/>
                    <a:pt x="69" y="11"/>
                  </a:cubicBezTo>
                  <a:cubicBezTo>
                    <a:pt x="55" y="17"/>
                    <a:pt x="43" y="23"/>
                    <a:pt x="32" y="35"/>
                  </a:cubicBezTo>
                  <a:cubicBezTo>
                    <a:pt x="28" y="44"/>
                    <a:pt x="19" y="51"/>
                    <a:pt x="15" y="58"/>
                  </a:cubicBezTo>
                  <a:cubicBezTo>
                    <a:pt x="5" y="75"/>
                    <a:pt x="1" y="95"/>
                    <a:pt x="1" y="116"/>
                  </a:cubicBezTo>
                  <a:cubicBezTo>
                    <a:pt x="2" y="127"/>
                    <a:pt x="2" y="137"/>
                    <a:pt x="4" y="149"/>
                  </a:cubicBezTo>
                  <a:cubicBezTo>
                    <a:pt x="9" y="167"/>
                    <a:pt x="21" y="185"/>
                    <a:pt x="35" y="200"/>
                  </a:cubicBezTo>
                  <a:cubicBezTo>
                    <a:pt x="38" y="201"/>
                    <a:pt x="42" y="205"/>
                    <a:pt x="43" y="207"/>
                  </a:cubicBezTo>
                  <a:lnTo>
                    <a:pt x="49" y="212"/>
                  </a:lnTo>
                  <a:cubicBezTo>
                    <a:pt x="52" y="215"/>
                    <a:pt x="57" y="221"/>
                    <a:pt x="60" y="222"/>
                  </a:cubicBezTo>
                  <a:lnTo>
                    <a:pt x="70" y="231"/>
                  </a:lnTo>
                  <a:cubicBezTo>
                    <a:pt x="72" y="234"/>
                    <a:pt x="73" y="234"/>
                    <a:pt x="74" y="235"/>
                  </a:cubicBezTo>
                  <a:cubicBezTo>
                    <a:pt x="86" y="248"/>
                    <a:pt x="99" y="255"/>
                    <a:pt x="113" y="259"/>
                  </a:cubicBezTo>
                  <a:cubicBezTo>
                    <a:pt x="124" y="266"/>
                    <a:pt x="141" y="271"/>
                    <a:pt x="157" y="271"/>
                  </a:cubicBezTo>
                  <a:cubicBezTo>
                    <a:pt x="172" y="271"/>
                    <a:pt x="186" y="266"/>
                    <a:pt x="201" y="259"/>
                  </a:cubicBezTo>
                  <a:cubicBezTo>
                    <a:pt x="215" y="255"/>
                    <a:pt x="227" y="248"/>
                    <a:pt x="237" y="235"/>
                  </a:cubicBezTo>
                  <a:cubicBezTo>
                    <a:pt x="243" y="228"/>
                    <a:pt x="250" y="221"/>
                    <a:pt x="256" y="212"/>
                  </a:cubicBezTo>
                  <a:cubicBezTo>
                    <a:pt x="266" y="194"/>
                    <a:pt x="271" y="174"/>
                    <a:pt x="271" y="153"/>
                  </a:cubicBezTo>
                  <a:cubicBezTo>
                    <a:pt x="270" y="143"/>
                    <a:pt x="269" y="132"/>
                    <a:pt x="264" y="123"/>
                  </a:cubicBezTo>
                  <a:cubicBezTo>
                    <a:pt x="260" y="103"/>
                    <a:pt x="250" y="86"/>
                    <a:pt x="236" y="72"/>
                  </a:cubicBezTo>
                  <a:cubicBezTo>
                    <a:pt x="230" y="68"/>
                    <a:pt x="227" y="64"/>
                    <a:pt x="222" y="59"/>
                  </a:cubicBezTo>
                  <a:cubicBezTo>
                    <a:pt x="218" y="54"/>
                    <a:pt x="213" y="51"/>
                    <a:pt x="208" y="45"/>
                  </a:cubicBezTo>
                  <a:cubicBezTo>
                    <a:pt x="206" y="45"/>
                    <a:pt x="202" y="42"/>
                    <a:pt x="201" y="40"/>
                  </a:cubicBezTo>
                  <a:lnTo>
                    <a:pt x="195" y="35"/>
                  </a:lnTo>
                  <a:cubicBezTo>
                    <a:pt x="185" y="24"/>
                    <a:pt x="172" y="17"/>
                    <a:pt x="158" y="11"/>
                  </a:cubicBezTo>
                  <a:cubicBezTo>
                    <a:pt x="146" y="4"/>
                    <a:pt x="133" y="1"/>
                    <a:pt x="121" y="1"/>
                  </a:cubicBezTo>
                  <a:cubicBezTo>
                    <a:pt x="119" y="1"/>
                    <a:pt x="116" y="1"/>
                    <a:pt x="114" y="1"/>
                  </a:cubicBezTo>
                  <a:cubicBezTo>
                    <a:pt x="112" y="1"/>
                    <a:pt x="109" y="1"/>
                    <a:pt x="107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25" lIns="91425" spcFirstLastPara="1" rIns="91425" wrap="square" tIns="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34" name="Google Shape;834;p9"/>
            <p:cNvSpPr/>
            <p:nvPr/>
          </p:nvSpPr>
          <p:spPr>
            <a:xfrm>
              <a:off x="481320" y="3036600"/>
              <a:ext cx="14760" cy="11160"/>
            </a:xfrm>
            <a:custGeom>
              <a:rect b="b" l="l" r="r" t="t"/>
              <a:pathLst>
                <a:path extrusionOk="0" h="232" w="299">
                  <a:moveTo>
                    <a:pt x="150" y="1"/>
                  </a:moveTo>
                  <a:cubicBezTo>
                    <a:pt x="2" y="1"/>
                    <a:pt x="1" y="232"/>
                    <a:pt x="150" y="232"/>
                  </a:cubicBezTo>
                  <a:cubicBezTo>
                    <a:pt x="298" y="232"/>
                    <a:pt x="298" y="1"/>
                    <a:pt x="150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750" lIns="91425" spcFirstLastPara="1" rIns="91425" wrap="square" tIns="5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35" name="Google Shape;835;p9"/>
            <p:cNvSpPr/>
            <p:nvPr/>
          </p:nvSpPr>
          <p:spPr>
            <a:xfrm>
              <a:off x="510480" y="3129840"/>
              <a:ext cx="14760" cy="11160"/>
            </a:xfrm>
            <a:custGeom>
              <a:rect b="b" l="l" r="r" t="t"/>
              <a:pathLst>
                <a:path extrusionOk="0" h="230" w="298">
                  <a:moveTo>
                    <a:pt x="149" y="0"/>
                  </a:moveTo>
                  <a:cubicBezTo>
                    <a:pt x="0" y="0"/>
                    <a:pt x="0" y="230"/>
                    <a:pt x="149" y="230"/>
                  </a:cubicBezTo>
                  <a:cubicBezTo>
                    <a:pt x="296" y="230"/>
                    <a:pt x="298" y="0"/>
                    <a:pt x="149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750" lIns="91425" spcFirstLastPara="1" rIns="91425" wrap="square" tIns="5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36" name="Google Shape;836;p9"/>
            <p:cNvSpPr/>
            <p:nvPr/>
          </p:nvSpPr>
          <p:spPr>
            <a:xfrm>
              <a:off x="547560" y="3012480"/>
              <a:ext cx="135000" cy="115560"/>
            </a:xfrm>
            <a:custGeom>
              <a:rect b="b" l="l" r="r" t="t"/>
              <a:pathLst>
                <a:path extrusionOk="0" h="2304" w="2685">
                  <a:moveTo>
                    <a:pt x="1283" y="111"/>
                  </a:moveTo>
                  <a:cubicBezTo>
                    <a:pt x="1446" y="111"/>
                    <a:pt x="1611" y="141"/>
                    <a:pt x="1765" y="195"/>
                  </a:cubicBezTo>
                  <a:cubicBezTo>
                    <a:pt x="2120" y="318"/>
                    <a:pt x="2448" y="593"/>
                    <a:pt x="2524" y="976"/>
                  </a:cubicBezTo>
                  <a:cubicBezTo>
                    <a:pt x="2613" y="1421"/>
                    <a:pt x="2348" y="1856"/>
                    <a:pt x="1962" y="2058"/>
                  </a:cubicBezTo>
                  <a:cubicBezTo>
                    <a:pt x="1930" y="2072"/>
                    <a:pt x="1901" y="2087"/>
                    <a:pt x="1871" y="2099"/>
                  </a:cubicBezTo>
                  <a:cubicBezTo>
                    <a:pt x="1848" y="2109"/>
                    <a:pt x="1823" y="2116"/>
                    <a:pt x="1800" y="2125"/>
                  </a:cubicBezTo>
                  <a:cubicBezTo>
                    <a:pt x="1669" y="2167"/>
                    <a:pt x="1536" y="2186"/>
                    <a:pt x="1402" y="2186"/>
                  </a:cubicBezTo>
                  <a:cubicBezTo>
                    <a:pt x="1264" y="2186"/>
                    <a:pt x="1125" y="2165"/>
                    <a:pt x="988" y="2128"/>
                  </a:cubicBezTo>
                  <a:cubicBezTo>
                    <a:pt x="879" y="2099"/>
                    <a:pt x="768" y="2064"/>
                    <a:pt x="669" y="2010"/>
                  </a:cubicBezTo>
                  <a:cubicBezTo>
                    <a:pt x="615" y="1983"/>
                    <a:pt x="513" y="1936"/>
                    <a:pt x="502" y="1867"/>
                  </a:cubicBezTo>
                  <a:cubicBezTo>
                    <a:pt x="506" y="1854"/>
                    <a:pt x="510" y="1840"/>
                    <a:pt x="505" y="1826"/>
                  </a:cubicBezTo>
                  <a:lnTo>
                    <a:pt x="506" y="1824"/>
                  </a:lnTo>
                  <a:cubicBezTo>
                    <a:pt x="524" y="1781"/>
                    <a:pt x="489" y="1756"/>
                    <a:pt x="454" y="1756"/>
                  </a:cubicBezTo>
                  <a:cubicBezTo>
                    <a:pt x="452" y="1756"/>
                    <a:pt x="450" y="1756"/>
                    <a:pt x="448" y="1756"/>
                  </a:cubicBezTo>
                  <a:cubicBezTo>
                    <a:pt x="243" y="1523"/>
                    <a:pt x="133" y="1219"/>
                    <a:pt x="209" y="908"/>
                  </a:cubicBezTo>
                  <a:cubicBezTo>
                    <a:pt x="218" y="872"/>
                    <a:pt x="227" y="841"/>
                    <a:pt x="241" y="807"/>
                  </a:cubicBezTo>
                  <a:cubicBezTo>
                    <a:pt x="255" y="769"/>
                    <a:pt x="271" y="729"/>
                    <a:pt x="291" y="694"/>
                  </a:cubicBezTo>
                  <a:cubicBezTo>
                    <a:pt x="369" y="540"/>
                    <a:pt x="483" y="403"/>
                    <a:pt x="622" y="307"/>
                  </a:cubicBezTo>
                  <a:cubicBezTo>
                    <a:pt x="817" y="171"/>
                    <a:pt x="1048" y="111"/>
                    <a:pt x="1283" y="111"/>
                  </a:cubicBezTo>
                  <a:close/>
                  <a:moveTo>
                    <a:pt x="1281" y="1"/>
                  </a:moveTo>
                  <a:cubicBezTo>
                    <a:pt x="1064" y="1"/>
                    <a:pt x="851" y="46"/>
                    <a:pt x="669" y="144"/>
                  </a:cubicBezTo>
                  <a:cubicBezTo>
                    <a:pt x="407" y="283"/>
                    <a:pt x="206" y="533"/>
                    <a:pt x="116" y="817"/>
                  </a:cubicBezTo>
                  <a:cubicBezTo>
                    <a:pt x="0" y="1190"/>
                    <a:pt x="125" y="1572"/>
                    <a:pt x="383" y="1854"/>
                  </a:cubicBezTo>
                  <a:cubicBezTo>
                    <a:pt x="373" y="2037"/>
                    <a:pt x="671" y="2145"/>
                    <a:pt x="805" y="2193"/>
                  </a:cubicBezTo>
                  <a:cubicBezTo>
                    <a:pt x="1000" y="2259"/>
                    <a:pt x="1205" y="2304"/>
                    <a:pt x="1411" y="2304"/>
                  </a:cubicBezTo>
                  <a:cubicBezTo>
                    <a:pt x="1455" y="2304"/>
                    <a:pt x="1498" y="2302"/>
                    <a:pt x="1542" y="2298"/>
                  </a:cubicBezTo>
                  <a:cubicBezTo>
                    <a:pt x="1842" y="2265"/>
                    <a:pt x="2133" y="2143"/>
                    <a:pt x="2341" y="1924"/>
                  </a:cubicBezTo>
                  <a:cubicBezTo>
                    <a:pt x="2530" y="1725"/>
                    <a:pt x="2646" y="1450"/>
                    <a:pt x="2657" y="1175"/>
                  </a:cubicBezTo>
                  <a:cubicBezTo>
                    <a:pt x="2684" y="449"/>
                    <a:pt x="1960" y="1"/>
                    <a:pt x="1281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7950" lIns="91425" spcFirstLastPara="1" rIns="91425" wrap="square" tIns="57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37" name="Google Shape;837;p9"/>
            <p:cNvSpPr/>
            <p:nvPr/>
          </p:nvSpPr>
          <p:spPr>
            <a:xfrm>
              <a:off x="555120" y="3045600"/>
              <a:ext cx="91800" cy="72720"/>
            </a:xfrm>
            <a:custGeom>
              <a:rect b="b" l="l" r="r" t="t"/>
              <a:pathLst>
                <a:path extrusionOk="0" h="1452" w="1831">
                  <a:moveTo>
                    <a:pt x="84" y="1"/>
                  </a:moveTo>
                  <a:cubicBezTo>
                    <a:pt x="40" y="1"/>
                    <a:pt x="1" y="59"/>
                    <a:pt x="41" y="100"/>
                  </a:cubicBezTo>
                  <a:cubicBezTo>
                    <a:pt x="116" y="172"/>
                    <a:pt x="179" y="256"/>
                    <a:pt x="247" y="334"/>
                  </a:cubicBezTo>
                  <a:cubicBezTo>
                    <a:pt x="304" y="399"/>
                    <a:pt x="364" y="469"/>
                    <a:pt x="445" y="504"/>
                  </a:cubicBezTo>
                  <a:cubicBezTo>
                    <a:pt x="535" y="542"/>
                    <a:pt x="632" y="561"/>
                    <a:pt x="719" y="607"/>
                  </a:cubicBezTo>
                  <a:cubicBezTo>
                    <a:pt x="811" y="657"/>
                    <a:pt x="870" y="746"/>
                    <a:pt x="924" y="833"/>
                  </a:cubicBezTo>
                  <a:cubicBezTo>
                    <a:pt x="1019" y="990"/>
                    <a:pt x="1118" y="1136"/>
                    <a:pt x="1274" y="1238"/>
                  </a:cubicBezTo>
                  <a:cubicBezTo>
                    <a:pt x="1416" y="1333"/>
                    <a:pt x="1580" y="1384"/>
                    <a:pt x="1738" y="1448"/>
                  </a:cubicBezTo>
                  <a:cubicBezTo>
                    <a:pt x="1745" y="1451"/>
                    <a:pt x="1752" y="1452"/>
                    <a:pt x="1759" y="1452"/>
                  </a:cubicBezTo>
                  <a:cubicBezTo>
                    <a:pt x="1814" y="1452"/>
                    <a:pt x="1831" y="1360"/>
                    <a:pt x="1769" y="1336"/>
                  </a:cubicBezTo>
                  <a:cubicBezTo>
                    <a:pt x="1614" y="1274"/>
                    <a:pt x="1454" y="1224"/>
                    <a:pt x="1317" y="1128"/>
                  </a:cubicBezTo>
                  <a:cubicBezTo>
                    <a:pt x="1159" y="1017"/>
                    <a:pt x="1083" y="853"/>
                    <a:pt x="975" y="698"/>
                  </a:cubicBezTo>
                  <a:cubicBezTo>
                    <a:pt x="924" y="626"/>
                    <a:pt x="863" y="556"/>
                    <a:pt x="785" y="513"/>
                  </a:cubicBezTo>
                  <a:cubicBezTo>
                    <a:pt x="707" y="469"/>
                    <a:pt x="618" y="447"/>
                    <a:pt x="535" y="415"/>
                  </a:cubicBezTo>
                  <a:cubicBezTo>
                    <a:pt x="357" y="350"/>
                    <a:pt x="253" y="147"/>
                    <a:pt x="124" y="18"/>
                  </a:cubicBezTo>
                  <a:cubicBezTo>
                    <a:pt x="111" y="6"/>
                    <a:pt x="98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350" lIns="91425" spcFirstLastPara="1" rIns="91425" wrap="square" tIns="36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38" name="Google Shape;838;p9"/>
            <p:cNvSpPr/>
            <p:nvPr/>
          </p:nvSpPr>
          <p:spPr>
            <a:xfrm>
              <a:off x="591120" y="3029400"/>
              <a:ext cx="74160" cy="56160"/>
            </a:xfrm>
            <a:custGeom>
              <a:rect b="b" l="l" r="r" t="t"/>
              <a:pathLst>
                <a:path extrusionOk="0" h="1122" w="1481">
                  <a:moveTo>
                    <a:pt x="82" y="1"/>
                  </a:moveTo>
                  <a:cubicBezTo>
                    <a:pt x="39" y="1"/>
                    <a:pt x="0" y="59"/>
                    <a:pt x="40" y="100"/>
                  </a:cubicBezTo>
                  <a:cubicBezTo>
                    <a:pt x="102" y="165"/>
                    <a:pt x="146" y="248"/>
                    <a:pt x="211" y="310"/>
                  </a:cubicBezTo>
                  <a:cubicBezTo>
                    <a:pt x="278" y="371"/>
                    <a:pt x="357" y="404"/>
                    <a:pt x="438" y="438"/>
                  </a:cubicBezTo>
                  <a:cubicBezTo>
                    <a:pt x="524" y="474"/>
                    <a:pt x="605" y="521"/>
                    <a:pt x="655" y="606"/>
                  </a:cubicBezTo>
                  <a:cubicBezTo>
                    <a:pt x="694" y="677"/>
                    <a:pt x="723" y="755"/>
                    <a:pt x="765" y="827"/>
                  </a:cubicBezTo>
                  <a:cubicBezTo>
                    <a:pt x="849" y="970"/>
                    <a:pt x="1067" y="1121"/>
                    <a:pt x="1259" y="1121"/>
                  </a:cubicBezTo>
                  <a:cubicBezTo>
                    <a:pt x="1322" y="1121"/>
                    <a:pt x="1382" y="1105"/>
                    <a:pt x="1434" y="1067"/>
                  </a:cubicBezTo>
                  <a:cubicBezTo>
                    <a:pt x="1481" y="1030"/>
                    <a:pt x="1450" y="957"/>
                    <a:pt x="1404" y="957"/>
                  </a:cubicBezTo>
                  <a:cubicBezTo>
                    <a:pt x="1394" y="957"/>
                    <a:pt x="1384" y="960"/>
                    <a:pt x="1373" y="968"/>
                  </a:cubicBezTo>
                  <a:cubicBezTo>
                    <a:pt x="1339" y="992"/>
                    <a:pt x="1301" y="1002"/>
                    <a:pt x="1261" y="1002"/>
                  </a:cubicBezTo>
                  <a:cubicBezTo>
                    <a:pt x="1183" y="1002"/>
                    <a:pt x="1100" y="965"/>
                    <a:pt x="1037" y="931"/>
                  </a:cubicBezTo>
                  <a:cubicBezTo>
                    <a:pt x="920" y="863"/>
                    <a:pt x="853" y="771"/>
                    <a:pt x="799" y="650"/>
                  </a:cubicBezTo>
                  <a:cubicBezTo>
                    <a:pt x="768" y="582"/>
                    <a:pt x="740" y="513"/>
                    <a:pt x="683" y="457"/>
                  </a:cubicBezTo>
                  <a:cubicBezTo>
                    <a:pt x="625" y="401"/>
                    <a:pt x="551" y="364"/>
                    <a:pt x="477" y="331"/>
                  </a:cubicBezTo>
                  <a:cubicBezTo>
                    <a:pt x="407" y="302"/>
                    <a:pt x="333" y="272"/>
                    <a:pt x="279" y="215"/>
                  </a:cubicBezTo>
                  <a:cubicBezTo>
                    <a:pt x="220" y="154"/>
                    <a:pt x="180" y="80"/>
                    <a:pt x="120" y="18"/>
                  </a:cubicBezTo>
                  <a:cubicBezTo>
                    <a:pt x="109" y="6"/>
                    <a:pt x="95" y="1"/>
                    <a:pt x="82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8075" lIns="91425" spcFirstLastPara="1" rIns="91425" wrap="square" tIns="280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39" name="Google Shape;839;p9"/>
            <p:cNvSpPr/>
            <p:nvPr/>
          </p:nvSpPr>
          <p:spPr>
            <a:xfrm>
              <a:off x="421560" y="3030480"/>
              <a:ext cx="16920" cy="17640"/>
            </a:xfrm>
            <a:custGeom>
              <a:rect b="b" l="l" r="r" t="t"/>
              <a:pathLst>
                <a:path extrusionOk="0" h="359" w="341">
                  <a:moveTo>
                    <a:pt x="275" y="1"/>
                  </a:moveTo>
                  <a:cubicBezTo>
                    <a:pt x="248" y="1"/>
                    <a:pt x="226" y="18"/>
                    <a:pt x="218" y="43"/>
                  </a:cubicBezTo>
                  <a:cubicBezTo>
                    <a:pt x="218" y="45"/>
                    <a:pt x="215" y="47"/>
                    <a:pt x="215" y="50"/>
                  </a:cubicBezTo>
                  <a:lnTo>
                    <a:pt x="214" y="55"/>
                  </a:lnTo>
                  <a:lnTo>
                    <a:pt x="208" y="66"/>
                  </a:lnTo>
                  <a:cubicBezTo>
                    <a:pt x="204" y="76"/>
                    <a:pt x="197" y="87"/>
                    <a:pt x="190" y="96"/>
                  </a:cubicBezTo>
                  <a:cubicBezTo>
                    <a:pt x="190" y="96"/>
                    <a:pt x="187" y="97"/>
                    <a:pt x="187" y="100"/>
                  </a:cubicBezTo>
                  <a:cubicBezTo>
                    <a:pt x="186" y="100"/>
                    <a:pt x="186" y="101"/>
                    <a:pt x="186" y="101"/>
                  </a:cubicBezTo>
                  <a:lnTo>
                    <a:pt x="184" y="103"/>
                  </a:lnTo>
                  <a:cubicBezTo>
                    <a:pt x="180" y="107"/>
                    <a:pt x="177" y="113"/>
                    <a:pt x="171" y="117"/>
                  </a:cubicBezTo>
                  <a:cubicBezTo>
                    <a:pt x="163" y="128"/>
                    <a:pt x="154" y="137"/>
                    <a:pt x="143" y="148"/>
                  </a:cubicBezTo>
                  <a:cubicBezTo>
                    <a:pt x="105" y="186"/>
                    <a:pt x="62" y="222"/>
                    <a:pt x="23" y="261"/>
                  </a:cubicBezTo>
                  <a:cubicBezTo>
                    <a:pt x="1" y="283"/>
                    <a:pt x="0" y="321"/>
                    <a:pt x="23" y="342"/>
                  </a:cubicBezTo>
                  <a:cubicBezTo>
                    <a:pt x="34" y="353"/>
                    <a:pt x="49" y="359"/>
                    <a:pt x="64" y="359"/>
                  </a:cubicBezTo>
                  <a:cubicBezTo>
                    <a:pt x="78" y="359"/>
                    <a:pt x="93" y="353"/>
                    <a:pt x="105" y="342"/>
                  </a:cubicBezTo>
                  <a:cubicBezTo>
                    <a:pt x="186" y="259"/>
                    <a:pt x="293" y="188"/>
                    <a:pt x="332" y="73"/>
                  </a:cubicBezTo>
                  <a:cubicBezTo>
                    <a:pt x="340" y="43"/>
                    <a:pt x="319" y="8"/>
                    <a:pt x="289" y="2"/>
                  </a:cubicBezTo>
                  <a:cubicBezTo>
                    <a:pt x="284" y="1"/>
                    <a:pt x="280" y="1"/>
                    <a:pt x="275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000" lIns="91425" spcFirstLastPara="1" rIns="91425" wrap="square" tIns="9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40" name="Google Shape;840;p9"/>
            <p:cNvSpPr/>
            <p:nvPr/>
          </p:nvSpPr>
          <p:spPr>
            <a:xfrm>
              <a:off x="519120" y="2977560"/>
              <a:ext cx="47160" cy="14040"/>
            </a:xfrm>
            <a:custGeom>
              <a:rect b="b" l="l" r="r" t="t"/>
              <a:pathLst>
                <a:path extrusionOk="0" h="284" w="940">
                  <a:moveTo>
                    <a:pt x="87" y="1"/>
                  </a:moveTo>
                  <a:cubicBezTo>
                    <a:pt x="25" y="1"/>
                    <a:pt x="0" y="101"/>
                    <a:pt x="68" y="114"/>
                  </a:cubicBezTo>
                  <a:cubicBezTo>
                    <a:pt x="214" y="142"/>
                    <a:pt x="359" y="182"/>
                    <a:pt x="503" y="216"/>
                  </a:cubicBezTo>
                  <a:cubicBezTo>
                    <a:pt x="558" y="230"/>
                    <a:pt x="612" y="237"/>
                    <a:pt x="669" y="239"/>
                  </a:cubicBezTo>
                  <a:cubicBezTo>
                    <a:pt x="724" y="243"/>
                    <a:pt x="781" y="243"/>
                    <a:pt x="828" y="274"/>
                  </a:cubicBezTo>
                  <a:cubicBezTo>
                    <a:pt x="838" y="281"/>
                    <a:pt x="849" y="284"/>
                    <a:pt x="859" y="284"/>
                  </a:cubicBezTo>
                  <a:cubicBezTo>
                    <a:pt x="908" y="284"/>
                    <a:pt x="939" y="209"/>
                    <a:pt x="887" y="175"/>
                  </a:cubicBezTo>
                  <a:cubicBezTo>
                    <a:pt x="784" y="108"/>
                    <a:pt x="658" y="138"/>
                    <a:pt x="544" y="110"/>
                  </a:cubicBezTo>
                  <a:cubicBezTo>
                    <a:pt x="472" y="90"/>
                    <a:pt x="398" y="76"/>
                    <a:pt x="326" y="57"/>
                  </a:cubicBezTo>
                  <a:cubicBezTo>
                    <a:pt x="249" y="37"/>
                    <a:pt x="174" y="16"/>
                    <a:pt x="99" y="2"/>
                  </a:cubicBezTo>
                  <a:cubicBezTo>
                    <a:pt x="95" y="1"/>
                    <a:pt x="91" y="1"/>
                    <a:pt x="87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200" lIns="91425" spcFirstLastPara="1" rIns="91425" wrap="square" tIns="7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41" name="Google Shape;841;p9"/>
            <p:cNvSpPr/>
            <p:nvPr/>
          </p:nvSpPr>
          <p:spPr>
            <a:xfrm>
              <a:off x="591120" y="3157200"/>
              <a:ext cx="27000" cy="16560"/>
            </a:xfrm>
            <a:custGeom>
              <a:rect b="b" l="l" r="r" t="t"/>
              <a:pathLst>
                <a:path extrusionOk="0" h="334" w="545">
                  <a:moveTo>
                    <a:pt x="69" y="0"/>
                  </a:moveTo>
                  <a:cubicBezTo>
                    <a:pt x="48" y="0"/>
                    <a:pt x="26" y="12"/>
                    <a:pt x="16" y="29"/>
                  </a:cubicBezTo>
                  <a:cubicBezTo>
                    <a:pt x="0" y="59"/>
                    <a:pt x="13" y="91"/>
                    <a:pt x="37" y="108"/>
                  </a:cubicBezTo>
                  <a:cubicBezTo>
                    <a:pt x="100" y="155"/>
                    <a:pt x="175" y="183"/>
                    <a:pt x="246" y="212"/>
                  </a:cubicBezTo>
                  <a:cubicBezTo>
                    <a:pt x="248" y="214"/>
                    <a:pt x="253" y="214"/>
                    <a:pt x="258" y="217"/>
                  </a:cubicBezTo>
                  <a:cubicBezTo>
                    <a:pt x="258" y="217"/>
                    <a:pt x="261" y="217"/>
                    <a:pt x="263" y="219"/>
                  </a:cubicBezTo>
                  <a:cubicBezTo>
                    <a:pt x="273" y="222"/>
                    <a:pt x="280" y="226"/>
                    <a:pt x="288" y="231"/>
                  </a:cubicBezTo>
                  <a:cubicBezTo>
                    <a:pt x="305" y="239"/>
                    <a:pt x="321" y="247"/>
                    <a:pt x="339" y="256"/>
                  </a:cubicBezTo>
                  <a:cubicBezTo>
                    <a:pt x="375" y="275"/>
                    <a:pt x="396" y="290"/>
                    <a:pt x="423" y="316"/>
                  </a:cubicBezTo>
                  <a:cubicBezTo>
                    <a:pt x="435" y="328"/>
                    <a:pt x="448" y="333"/>
                    <a:pt x="461" y="333"/>
                  </a:cubicBezTo>
                  <a:cubicBezTo>
                    <a:pt x="506" y="333"/>
                    <a:pt x="545" y="276"/>
                    <a:pt x="502" y="234"/>
                  </a:cubicBezTo>
                  <a:cubicBezTo>
                    <a:pt x="444" y="176"/>
                    <a:pt x="369" y="141"/>
                    <a:pt x="294" y="108"/>
                  </a:cubicBezTo>
                  <a:lnTo>
                    <a:pt x="240" y="87"/>
                  </a:lnTo>
                  <a:lnTo>
                    <a:pt x="230" y="83"/>
                  </a:lnTo>
                  <a:cubicBezTo>
                    <a:pt x="227" y="83"/>
                    <a:pt x="227" y="80"/>
                    <a:pt x="226" y="80"/>
                  </a:cubicBezTo>
                  <a:lnTo>
                    <a:pt x="224" y="78"/>
                  </a:lnTo>
                  <a:lnTo>
                    <a:pt x="224" y="80"/>
                  </a:lnTo>
                  <a:lnTo>
                    <a:pt x="222" y="78"/>
                  </a:lnTo>
                  <a:cubicBezTo>
                    <a:pt x="213" y="76"/>
                    <a:pt x="205" y="70"/>
                    <a:pt x="196" y="66"/>
                  </a:cubicBezTo>
                  <a:cubicBezTo>
                    <a:pt x="161" y="50"/>
                    <a:pt x="127" y="30"/>
                    <a:pt x="94" y="8"/>
                  </a:cubicBezTo>
                  <a:cubicBezTo>
                    <a:pt x="87" y="2"/>
                    <a:pt x="78" y="0"/>
                    <a:pt x="69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275" lIns="91425" spcFirstLastPara="1" rIns="91425" wrap="square" tIns="8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42" name="Google Shape;842;p9"/>
            <p:cNvSpPr/>
            <p:nvPr/>
          </p:nvSpPr>
          <p:spPr>
            <a:xfrm>
              <a:off x="665640" y="3121920"/>
              <a:ext cx="29880" cy="17640"/>
            </a:xfrm>
            <a:custGeom>
              <a:rect b="b" l="l" r="r" t="t"/>
              <a:pathLst>
                <a:path extrusionOk="0" h="355" w="600">
                  <a:moveTo>
                    <a:pt x="532" y="0"/>
                  </a:moveTo>
                  <a:cubicBezTo>
                    <a:pt x="527" y="0"/>
                    <a:pt x="522" y="1"/>
                    <a:pt x="517" y="2"/>
                  </a:cubicBezTo>
                  <a:cubicBezTo>
                    <a:pt x="431" y="14"/>
                    <a:pt x="344" y="54"/>
                    <a:pt x="266" y="95"/>
                  </a:cubicBezTo>
                  <a:cubicBezTo>
                    <a:pt x="185" y="139"/>
                    <a:pt x="105" y="193"/>
                    <a:pt x="39" y="257"/>
                  </a:cubicBezTo>
                  <a:cubicBezTo>
                    <a:pt x="0" y="297"/>
                    <a:pt x="39" y="355"/>
                    <a:pt x="82" y="355"/>
                  </a:cubicBezTo>
                  <a:cubicBezTo>
                    <a:pt x="95" y="355"/>
                    <a:pt x="109" y="350"/>
                    <a:pt x="120" y="338"/>
                  </a:cubicBezTo>
                  <a:cubicBezTo>
                    <a:pt x="181" y="279"/>
                    <a:pt x="249" y="235"/>
                    <a:pt x="327" y="194"/>
                  </a:cubicBezTo>
                  <a:cubicBezTo>
                    <a:pt x="398" y="158"/>
                    <a:pt x="469" y="125"/>
                    <a:pt x="551" y="114"/>
                  </a:cubicBezTo>
                  <a:cubicBezTo>
                    <a:pt x="584" y="109"/>
                    <a:pt x="599" y="71"/>
                    <a:pt x="588" y="43"/>
                  </a:cubicBezTo>
                  <a:cubicBezTo>
                    <a:pt x="581" y="14"/>
                    <a:pt x="558" y="0"/>
                    <a:pt x="532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000" lIns="91425" spcFirstLastPara="1" rIns="91425" wrap="square" tIns="9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43" name="Google Shape;843;p9"/>
            <p:cNvSpPr/>
            <p:nvPr/>
          </p:nvSpPr>
          <p:spPr>
            <a:xfrm>
              <a:off x="448200" y="3173400"/>
              <a:ext cx="21600" cy="19440"/>
            </a:xfrm>
            <a:custGeom>
              <a:rect b="b" l="l" r="r" t="t"/>
              <a:pathLst>
                <a:path extrusionOk="0" h="396" w="436">
                  <a:moveTo>
                    <a:pt x="366" y="0"/>
                  </a:moveTo>
                  <a:cubicBezTo>
                    <a:pt x="357" y="0"/>
                    <a:pt x="348" y="3"/>
                    <a:pt x="341" y="8"/>
                  </a:cubicBezTo>
                  <a:cubicBezTo>
                    <a:pt x="230" y="86"/>
                    <a:pt x="121" y="167"/>
                    <a:pt x="23" y="260"/>
                  </a:cubicBezTo>
                  <a:cubicBezTo>
                    <a:pt x="2" y="281"/>
                    <a:pt x="0" y="322"/>
                    <a:pt x="23" y="341"/>
                  </a:cubicBezTo>
                  <a:lnTo>
                    <a:pt x="32" y="351"/>
                  </a:lnTo>
                  <a:cubicBezTo>
                    <a:pt x="36" y="354"/>
                    <a:pt x="39" y="355"/>
                    <a:pt x="40" y="359"/>
                  </a:cubicBezTo>
                  <a:lnTo>
                    <a:pt x="44" y="362"/>
                  </a:lnTo>
                  <a:lnTo>
                    <a:pt x="46" y="365"/>
                  </a:lnTo>
                  <a:lnTo>
                    <a:pt x="46" y="366"/>
                  </a:lnTo>
                  <a:cubicBezTo>
                    <a:pt x="59" y="383"/>
                    <a:pt x="78" y="395"/>
                    <a:pt x="99" y="395"/>
                  </a:cubicBezTo>
                  <a:cubicBezTo>
                    <a:pt x="107" y="395"/>
                    <a:pt x="117" y="393"/>
                    <a:pt x="125" y="388"/>
                  </a:cubicBezTo>
                  <a:cubicBezTo>
                    <a:pt x="151" y="372"/>
                    <a:pt x="165" y="334"/>
                    <a:pt x="146" y="308"/>
                  </a:cubicBezTo>
                  <a:cubicBezTo>
                    <a:pt x="180" y="276"/>
                    <a:pt x="216" y="247"/>
                    <a:pt x="251" y="219"/>
                  </a:cubicBezTo>
                  <a:cubicBezTo>
                    <a:pt x="256" y="218"/>
                    <a:pt x="258" y="213"/>
                    <a:pt x="260" y="212"/>
                  </a:cubicBezTo>
                  <a:cubicBezTo>
                    <a:pt x="260" y="212"/>
                    <a:pt x="260" y="210"/>
                    <a:pt x="263" y="210"/>
                  </a:cubicBezTo>
                  <a:cubicBezTo>
                    <a:pt x="267" y="205"/>
                    <a:pt x="273" y="202"/>
                    <a:pt x="280" y="196"/>
                  </a:cubicBezTo>
                  <a:cubicBezTo>
                    <a:pt x="292" y="185"/>
                    <a:pt x="305" y="176"/>
                    <a:pt x="318" y="168"/>
                  </a:cubicBezTo>
                  <a:cubicBezTo>
                    <a:pt x="343" y="148"/>
                    <a:pt x="370" y="128"/>
                    <a:pt x="399" y="110"/>
                  </a:cubicBezTo>
                  <a:cubicBezTo>
                    <a:pt x="421" y="91"/>
                    <a:pt x="435" y="57"/>
                    <a:pt x="420" y="29"/>
                  </a:cubicBezTo>
                  <a:cubicBezTo>
                    <a:pt x="409" y="12"/>
                    <a:pt x="387" y="0"/>
                    <a:pt x="366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44" name="Google Shape;844;p9"/>
            <p:cNvSpPr/>
            <p:nvPr/>
          </p:nvSpPr>
          <p:spPr>
            <a:xfrm>
              <a:off x="327960" y="3119760"/>
              <a:ext cx="23760" cy="23040"/>
            </a:xfrm>
            <a:custGeom>
              <a:rect b="b" l="l" r="r" t="t"/>
              <a:pathLst>
                <a:path extrusionOk="0" h="462" w="477">
                  <a:moveTo>
                    <a:pt x="415" y="0"/>
                  </a:moveTo>
                  <a:cubicBezTo>
                    <a:pt x="400" y="0"/>
                    <a:pt x="386" y="6"/>
                    <a:pt x="375" y="16"/>
                  </a:cubicBezTo>
                  <a:cubicBezTo>
                    <a:pt x="256" y="131"/>
                    <a:pt x="141" y="250"/>
                    <a:pt x="23" y="364"/>
                  </a:cubicBezTo>
                  <a:cubicBezTo>
                    <a:pt x="2" y="385"/>
                    <a:pt x="0" y="423"/>
                    <a:pt x="23" y="444"/>
                  </a:cubicBezTo>
                  <a:cubicBezTo>
                    <a:pt x="36" y="455"/>
                    <a:pt x="51" y="461"/>
                    <a:pt x="66" y="461"/>
                  </a:cubicBezTo>
                  <a:cubicBezTo>
                    <a:pt x="80" y="461"/>
                    <a:pt x="94" y="456"/>
                    <a:pt x="105" y="444"/>
                  </a:cubicBezTo>
                  <a:cubicBezTo>
                    <a:pt x="223" y="330"/>
                    <a:pt x="338" y="210"/>
                    <a:pt x="454" y="97"/>
                  </a:cubicBezTo>
                  <a:cubicBezTo>
                    <a:pt x="475" y="79"/>
                    <a:pt x="477" y="38"/>
                    <a:pt x="455" y="16"/>
                  </a:cubicBezTo>
                  <a:cubicBezTo>
                    <a:pt x="444" y="6"/>
                    <a:pt x="429" y="0"/>
                    <a:pt x="415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500" lIns="91425" spcFirstLastPara="1" rIns="91425" wrap="square" tIns="11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45" name="Google Shape;845;p9"/>
            <p:cNvSpPr/>
            <p:nvPr/>
          </p:nvSpPr>
          <p:spPr>
            <a:xfrm>
              <a:off x="315360" y="2986560"/>
              <a:ext cx="30960" cy="24840"/>
            </a:xfrm>
            <a:custGeom>
              <a:rect b="b" l="l" r="r" t="t"/>
              <a:pathLst>
                <a:path extrusionOk="0" h="499" w="622">
                  <a:moveTo>
                    <a:pt x="86" y="1"/>
                  </a:moveTo>
                  <a:cubicBezTo>
                    <a:pt x="35" y="1"/>
                    <a:pt x="0" y="77"/>
                    <a:pt x="54" y="108"/>
                  </a:cubicBezTo>
                  <a:cubicBezTo>
                    <a:pt x="223" y="208"/>
                    <a:pt x="392" y="328"/>
                    <a:pt x="515" y="482"/>
                  </a:cubicBezTo>
                  <a:cubicBezTo>
                    <a:pt x="525" y="494"/>
                    <a:pt x="539" y="499"/>
                    <a:pt x="554" y="499"/>
                  </a:cubicBezTo>
                  <a:cubicBezTo>
                    <a:pt x="570" y="499"/>
                    <a:pt x="586" y="493"/>
                    <a:pt x="597" y="482"/>
                  </a:cubicBezTo>
                  <a:cubicBezTo>
                    <a:pt x="621" y="459"/>
                    <a:pt x="617" y="427"/>
                    <a:pt x="597" y="400"/>
                  </a:cubicBezTo>
                  <a:cubicBezTo>
                    <a:pt x="468" y="238"/>
                    <a:pt x="291" y="114"/>
                    <a:pt x="114" y="9"/>
                  </a:cubicBezTo>
                  <a:cubicBezTo>
                    <a:pt x="104" y="3"/>
                    <a:pt x="95" y="1"/>
                    <a:pt x="86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600" lIns="91425" spcFirstLastPara="1" rIns="91425" wrap="square" tIns="12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46" name="Google Shape;846;p9"/>
            <p:cNvSpPr/>
            <p:nvPr/>
          </p:nvSpPr>
          <p:spPr>
            <a:xfrm>
              <a:off x="212400" y="3086280"/>
              <a:ext cx="21600" cy="17640"/>
            </a:xfrm>
            <a:custGeom>
              <a:rect b="b" l="l" r="r" t="t"/>
              <a:pathLst>
                <a:path extrusionOk="0" h="358" w="435">
                  <a:moveTo>
                    <a:pt x="372" y="0"/>
                  </a:moveTo>
                  <a:cubicBezTo>
                    <a:pt x="361" y="0"/>
                    <a:pt x="351" y="3"/>
                    <a:pt x="341" y="8"/>
                  </a:cubicBezTo>
                  <a:cubicBezTo>
                    <a:pt x="218" y="64"/>
                    <a:pt x="118" y="159"/>
                    <a:pt x="23" y="259"/>
                  </a:cubicBezTo>
                  <a:cubicBezTo>
                    <a:pt x="2" y="281"/>
                    <a:pt x="1" y="320"/>
                    <a:pt x="23" y="341"/>
                  </a:cubicBezTo>
                  <a:cubicBezTo>
                    <a:pt x="36" y="352"/>
                    <a:pt x="52" y="358"/>
                    <a:pt x="67" y="358"/>
                  </a:cubicBezTo>
                  <a:cubicBezTo>
                    <a:pt x="81" y="358"/>
                    <a:pt x="95" y="352"/>
                    <a:pt x="106" y="341"/>
                  </a:cubicBezTo>
                  <a:cubicBezTo>
                    <a:pt x="149" y="294"/>
                    <a:pt x="196" y="246"/>
                    <a:pt x="246" y="206"/>
                  </a:cubicBezTo>
                  <a:cubicBezTo>
                    <a:pt x="250" y="201"/>
                    <a:pt x="257" y="196"/>
                    <a:pt x="263" y="192"/>
                  </a:cubicBezTo>
                  <a:cubicBezTo>
                    <a:pt x="264" y="189"/>
                    <a:pt x="269" y="188"/>
                    <a:pt x="270" y="186"/>
                  </a:cubicBezTo>
                  <a:cubicBezTo>
                    <a:pt x="270" y="186"/>
                    <a:pt x="271" y="186"/>
                    <a:pt x="274" y="185"/>
                  </a:cubicBezTo>
                  <a:cubicBezTo>
                    <a:pt x="287" y="174"/>
                    <a:pt x="298" y="165"/>
                    <a:pt x="312" y="157"/>
                  </a:cubicBezTo>
                  <a:cubicBezTo>
                    <a:pt x="339" y="138"/>
                    <a:pt x="368" y="121"/>
                    <a:pt x="399" y="107"/>
                  </a:cubicBezTo>
                  <a:cubicBezTo>
                    <a:pt x="426" y="94"/>
                    <a:pt x="434" y="52"/>
                    <a:pt x="419" y="29"/>
                  </a:cubicBezTo>
                  <a:cubicBezTo>
                    <a:pt x="408" y="9"/>
                    <a:pt x="390" y="0"/>
                    <a:pt x="372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000" lIns="91425" spcFirstLastPara="1" rIns="91425" wrap="square" tIns="9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47" name="Google Shape;847;p9"/>
            <p:cNvSpPr/>
            <p:nvPr/>
          </p:nvSpPr>
          <p:spPr>
            <a:xfrm>
              <a:off x="137520" y="3003480"/>
              <a:ext cx="25200" cy="24480"/>
            </a:xfrm>
            <a:custGeom>
              <a:rect b="b" l="l" r="r" t="t"/>
              <a:pathLst>
                <a:path extrusionOk="0" h="494" w="506">
                  <a:moveTo>
                    <a:pt x="62" y="0"/>
                  </a:moveTo>
                  <a:cubicBezTo>
                    <a:pt x="47" y="0"/>
                    <a:pt x="32" y="5"/>
                    <a:pt x="22" y="16"/>
                  </a:cubicBezTo>
                  <a:cubicBezTo>
                    <a:pt x="1" y="37"/>
                    <a:pt x="1" y="74"/>
                    <a:pt x="22" y="97"/>
                  </a:cubicBezTo>
                  <a:cubicBezTo>
                    <a:pt x="147" y="226"/>
                    <a:pt x="274" y="350"/>
                    <a:pt x="402" y="478"/>
                  </a:cubicBezTo>
                  <a:cubicBezTo>
                    <a:pt x="412" y="489"/>
                    <a:pt x="427" y="494"/>
                    <a:pt x="443" y="494"/>
                  </a:cubicBezTo>
                  <a:cubicBezTo>
                    <a:pt x="458" y="494"/>
                    <a:pt x="473" y="489"/>
                    <a:pt x="484" y="478"/>
                  </a:cubicBezTo>
                  <a:cubicBezTo>
                    <a:pt x="505" y="455"/>
                    <a:pt x="505" y="420"/>
                    <a:pt x="484" y="396"/>
                  </a:cubicBezTo>
                  <a:cubicBezTo>
                    <a:pt x="358" y="268"/>
                    <a:pt x="229" y="142"/>
                    <a:pt x="103" y="16"/>
                  </a:cubicBezTo>
                  <a:cubicBezTo>
                    <a:pt x="92" y="5"/>
                    <a:pt x="77" y="0"/>
                    <a:pt x="62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225" lIns="91425" spcFirstLastPara="1" rIns="91425" wrap="square" tIns="12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48" name="Google Shape;848;p9"/>
            <p:cNvSpPr/>
            <p:nvPr/>
          </p:nvSpPr>
          <p:spPr>
            <a:xfrm>
              <a:off x="94320" y="3089880"/>
              <a:ext cx="10440" cy="32040"/>
            </a:xfrm>
            <a:custGeom>
              <a:rect b="b" l="l" r="r" t="t"/>
              <a:pathLst>
                <a:path extrusionOk="0" h="645" w="216">
                  <a:moveTo>
                    <a:pt x="149" y="0"/>
                  </a:moveTo>
                  <a:cubicBezTo>
                    <a:pt x="124" y="0"/>
                    <a:pt x="96" y="16"/>
                    <a:pt x="91" y="43"/>
                  </a:cubicBezTo>
                  <a:cubicBezTo>
                    <a:pt x="75" y="149"/>
                    <a:pt x="46" y="253"/>
                    <a:pt x="32" y="359"/>
                  </a:cubicBezTo>
                  <a:cubicBezTo>
                    <a:pt x="16" y="448"/>
                    <a:pt x="0" y="611"/>
                    <a:pt x="118" y="642"/>
                  </a:cubicBezTo>
                  <a:cubicBezTo>
                    <a:pt x="123" y="644"/>
                    <a:pt x="128" y="644"/>
                    <a:pt x="133" y="644"/>
                  </a:cubicBezTo>
                  <a:cubicBezTo>
                    <a:pt x="194" y="644"/>
                    <a:pt x="215" y="550"/>
                    <a:pt x="152" y="532"/>
                  </a:cubicBezTo>
                  <a:lnTo>
                    <a:pt x="149" y="530"/>
                  </a:lnTo>
                  <a:cubicBezTo>
                    <a:pt x="149" y="530"/>
                    <a:pt x="149" y="531"/>
                    <a:pt x="148" y="531"/>
                  </a:cubicBezTo>
                  <a:cubicBezTo>
                    <a:pt x="148" y="531"/>
                    <a:pt x="148" y="531"/>
                    <a:pt x="148" y="530"/>
                  </a:cubicBezTo>
                  <a:lnTo>
                    <a:pt x="146" y="529"/>
                  </a:lnTo>
                  <a:cubicBezTo>
                    <a:pt x="146" y="525"/>
                    <a:pt x="146" y="525"/>
                    <a:pt x="145" y="523"/>
                  </a:cubicBezTo>
                  <a:lnTo>
                    <a:pt x="142" y="522"/>
                  </a:lnTo>
                  <a:lnTo>
                    <a:pt x="142" y="519"/>
                  </a:lnTo>
                  <a:cubicBezTo>
                    <a:pt x="142" y="516"/>
                    <a:pt x="141" y="512"/>
                    <a:pt x="141" y="509"/>
                  </a:cubicBezTo>
                  <a:cubicBezTo>
                    <a:pt x="139" y="503"/>
                    <a:pt x="139" y="498"/>
                    <a:pt x="136" y="494"/>
                  </a:cubicBezTo>
                  <a:lnTo>
                    <a:pt x="136" y="491"/>
                  </a:lnTo>
                  <a:cubicBezTo>
                    <a:pt x="136" y="468"/>
                    <a:pt x="136" y="445"/>
                    <a:pt x="139" y="420"/>
                  </a:cubicBezTo>
                  <a:cubicBezTo>
                    <a:pt x="141" y="389"/>
                    <a:pt x="142" y="375"/>
                    <a:pt x="148" y="348"/>
                  </a:cubicBezTo>
                  <a:cubicBezTo>
                    <a:pt x="162" y="255"/>
                    <a:pt x="189" y="165"/>
                    <a:pt x="203" y="73"/>
                  </a:cubicBezTo>
                  <a:cubicBezTo>
                    <a:pt x="206" y="43"/>
                    <a:pt x="193" y="12"/>
                    <a:pt x="162" y="2"/>
                  </a:cubicBezTo>
                  <a:cubicBezTo>
                    <a:pt x="158" y="1"/>
                    <a:pt x="153" y="0"/>
                    <a:pt x="149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6200" lIns="91425" spcFirstLastPara="1" rIns="91425" wrap="square" tIns="16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49" name="Google Shape;849;p9"/>
            <p:cNvSpPr/>
            <p:nvPr/>
          </p:nvSpPr>
          <p:spPr>
            <a:xfrm>
              <a:off x="88560" y="3029400"/>
              <a:ext cx="19800" cy="11520"/>
            </a:xfrm>
            <a:custGeom>
              <a:rect b="b" l="l" r="r" t="t"/>
              <a:pathLst>
                <a:path extrusionOk="0" h="239" w="402">
                  <a:moveTo>
                    <a:pt x="65" y="0"/>
                  </a:moveTo>
                  <a:cubicBezTo>
                    <a:pt x="40" y="0"/>
                    <a:pt x="14" y="19"/>
                    <a:pt x="8" y="43"/>
                  </a:cubicBezTo>
                  <a:cubicBezTo>
                    <a:pt x="1" y="75"/>
                    <a:pt x="16" y="103"/>
                    <a:pt x="49" y="114"/>
                  </a:cubicBezTo>
                  <a:cubicBezTo>
                    <a:pt x="53" y="116"/>
                    <a:pt x="57" y="117"/>
                    <a:pt x="63" y="120"/>
                  </a:cubicBezTo>
                  <a:lnTo>
                    <a:pt x="64" y="121"/>
                  </a:lnTo>
                  <a:cubicBezTo>
                    <a:pt x="66" y="121"/>
                    <a:pt x="66" y="123"/>
                    <a:pt x="67" y="123"/>
                  </a:cubicBezTo>
                  <a:cubicBezTo>
                    <a:pt x="70" y="123"/>
                    <a:pt x="70" y="126"/>
                    <a:pt x="71" y="126"/>
                  </a:cubicBezTo>
                  <a:cubicBezTo>
                    <a:pt x="81" y="128"/>
                    <a:pt x="93" y="135"/>
                    <a:pt x="103" y="141"/>
                  </a:cubicBezTo>
                  <a:cubicBezTo>
                    <a:pt x="127" y="154"/>
                    <a:pt x="148" y="165"/>
                    <a:pt x="169" y="178"/>
                  </a:cubicBezTo>
                  <a:cubicBezTo>
                    <a:pt x="217" y="205"/>
                    <a:pt x="268" y="228"/>
                    <a:pt x="324" y="236"/>
                  </a:cubicBezTo>
                  <a:cubicBezTo>
                    <a:pt x="330" y="238"/>
                    <a:pt x="336" y="239"/>
                    <a:pt x="342" y="239"/>
                  </a:cubicBezTo>
                  <a:cubicBezTo>
                    <a:pt x="351" y="239"/>
                    <a:pt x="359" y="237"/>
                    <a:pt x="368" y="232"/>
                  </a:cubicBezTo>
                  <a:cubicBezTo>
                    <a:pt x="380" y="225"/>
                    <a:pt x="390" y="211"/>
                    <a:pt x="395" y="196"/>
                  </a:cubicBezTo>
                  <a:cubicBezTo>
                    <a:pt x="402" y="169"/>
                    <a:pt x="385" y="130"/>
                    <a:pt x="355" y="123"/>
                  </a:cubicBezTo>
                  <a:cubicBezTo>
                    <a:pt x="328" y="120"/>
                    <a:pt x="305" y="110"/>
                    <a:pt x="280" y="101"/>
                  </a:cubicBezTo>
                  <a:lnTo>
                    <a:pt x="276" y="100"/>
                  </a:lnTo>
                  <a:cubicBezTo>
                    <a:pt x="273" y="100"/>
                    <a:pt x="273" y="99"/>
                    <a:pt x="271" y="99"/>
                  </a:cubicBezTo>
                  <a:cubicBezTo>
                    <a:pt x="267" y="94"/>
                    <a:pt x="261" y="92"/>
                    <a:pt x="256" y="89"/>
                  </a:cubicBezTo>
                  <a:cubicBezTo>
                    <a:pt x="241" y="84"/>
                    <a:pt x="232" y="77"/>
                    <a:pt x="220" y="72"/>
                  </a:cubicBezTo>
                  <a:cubicBezTo>
                    <a:pt x="173" y="46"/>
                    <a:pt x="130" y="18"/>
                    <a:pt x="79" y="2"/>
                  </a:cubicBezTo>
                  <a:cubicBezTo>
                    <a:pt x="74" y="1"/>
                    <a:pt x="70" y="0"/>
                    <a:pt x="65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750" lIns="91425" spcFirstLastPara="1" rIns="91425" wrap="square" tIns="5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50" name="Google Shape;850;p9"/>
            <p:cNvSpPr/>
            <p:nvPr/>
          </p:nvSpPr>
          <p:spPr>
            <a:xfrm>
              <a:off x="161640" y="3199680"/>
              <a:ext cx="26280" cy="91080"/>
            </a:xfrm>
            <a:custGeom>
              <a:rect b="b" l="l" r="r" t="t"/>
              <a:pathLst>
                <a:path extrusionOk="0" h="1816" w="531">
                  <a:moveTo>
                    <a:pt x="278" y="0"/>
                  </a:moveTo>
                  <a:cubicBezTo>
                    <a:pt x="275" y="0"/>
                    <a:pt x="271" y="1"/>
                    <a:pt x="267" y="1"/>
                  </a:cubicBezTo>
                  <a:cubicBezTo>
                    <a:pt x="100" y="31"/>
                    <a:pt x="176" y="269"/>
                    <a:pt x="210" y="370"/>
                  </a:cubicBezTo>
                  <a:cubicBezTo>
                    <a:pt x="234" y="442"/>
                    <a:pt x="260" y="514"/>
                    <a:pt x="288" y="585"/>
                  </a:cubicBezTo>
                  <a:cubicBezTo>
                    <a:pt x="331" y="694"/>
                    <a:pt x="396" y="844"/>
                    <a:pt x="305" y="946"/>
                  </a:cubicBezTo>
                  <a:cubicBezTo>
                    <a:pt x="249" y="1013"/>
                    <a:pt x="156" y="1037"/>
                    <a:pt x="91" y="1095"/>
                  </a:cubicBezTo>
                  <a:cubicBezTo>
                    <a:pt x="33" y="1149"/>
                    <a:pt x="1" y="1226"/>
                    <a:pt x="8" y="1305"/>
                  </a:cubicBezTo>
                  <a:cubicBezTo>
                    <a:pt x="23" y="1496"/>
                    <a:pt x="196" y="1634"/>
                    <a:pt x="291" y="1788"/>
                  </a:cubicBezTo>
                  <a:cubicBezTo>
                    <a:pt x="303" y="1808"/>
                    <a:pt x="321" y="1816"/>
                    <a:pt x="339" y="1816"/>
                  </a:cubicBezTo>
                  <a:cubicBezTo>
                    <a:pt x="378" y="1816"/>
                    <a:pt x="418" y="1774"/>
                    <a:pt x="390" y="1730"/>
                  </a:cubicBezTo>
                  <a:cubicBezTo>
                    <a:pt x="307" y="1595"/>
                    <a:pt x="147" y="1468"/>
                    <a:pt x="122" y="1305"/>
                  </a:cubicBezTo>
                  <a:cubicBezTo>
                    <a:pt x="100" y="1143"/>
                    <a:pt x="341" y="1104"/>
                    <a:pt x="416" y="993"/>
                  </a:cubicBezTo>
                  <a:cubicBezTo>
                    <a:pt x="531" y="816"/>
                    <a:pt x="417" y="613"/>
                    <a:pt x="356" y="442"/>
                  </a:cubicBezTo>
                  <a:cubicBezTo>
                    <a:pt x="341" y="394"/>
                    <a:pt x="233" y="125"/>
                    <a:pt x="297" y="115"/>
                  </a:cubicBezTo>
                  <a:cubicBezTo>
                    <a:pt x="368" y="100"/>
                    <a:pt x="342" y="0"/>
                    <a:pt x="278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51" name="Google Shape;851;p9"/>
            <p:cNvSpPr/>
            <p:nvPr/>
          </p:nvSpPr>
          <p:spPr>
            <a:xfrm>
              <a:off x="234000" y="3207960"/>
              <a:ext cx="21240" cy="94680"/>
            </a:xfrm>
            <a:custGeom>
              <a:rect b="b" l="l" r="r" t="t"/>
              <a:pathLst>
                <a:path extrusionOk="0" h="1890" w="431">
                  <a:moveTo>
                    <a:pt x="347" y="1"/>
                  </a:moveTo>
                  <a:cubicBezTo>
                    <a:pt x="334" y="1"/>
                    <a:pt x="320" y="6"/>
                    <a:pt x="308" y="18"/>
                  </a:cubicBezTo>
                  <a:cubicBezTo>
                    <a:pt x="206" y="120"/>
                    <a:pt x="146" y="262"/>
                    <a:pt x="99" y="397"/>
                  </a:cubicBezTo>
                  <a:cubicBezTo>
                    <a:pt x="53" y="531"/>
                    <a:pt x="10" y="680"/>
                    <a:pt x="7" y="825"/>
                  </a:cubicBezTo>
                  <a:cubicBezTo>
                    <a:pt x="0" y="1183"/>
                    <a:pt x="191" y="1512"/>
                    <a:pt x="279" y="1849"/>
                  </a:cubicBezTo>
                  <a:cubicBezTo>
                    <a:pt x="287" y="1878"/>
                    <a:pt x="309" y="1890"/>
                    <a:pt x="332" y="1890"/>
                  </a:cubicBezTo>
                  <a:cubicBezTo>
                    <a:pt x="366" y="1890"/>
                    <a:pt x="401" y="1862"/>
                    <a:pt x="391" y="1820"/>
                  </a:cubicBezTo>
                  <a:cubicBezTo>
                    <a:pt x="308" y="1504"/>
                    <a:pt x="135" y="1202"/>
                    <a:pt x="123" y="869"/>
                  </a:cubicBezTo>
                  <a:cubicBezTo>
                    <a:pt x="121" y="736"/>
                    <a:pt x="156" y="601"/>
                    <a:pt x="194" y="475"/>
                  </a:cubicBezTo>
                  <a:cubicBezTo>
                    <a:pt x="237" y="343"/>
                    <a:pt x="291" y="198"/>
                    <a:pt x="390" y="99"/>
                  </a:cubicBezTo>
                  <a:cubicBezTo>
                    <a:pt x="430" y="59"/>
                    <a:pt x="392" y="1"/>
                    <a:pt x="347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500" lIns="91425" spcFirstLastPara="1" rIns="91425" wrap="square" tIns="47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52" name="Google Shape;852;p9"/>
            <p:cNvSpPr/>
            <p:nvPr/>
          </p:nvSpPr>
          <p:spPr>
            <a:xfrm>
              <a:off x="324360" y="3217320"/>
              <a:ext cx="22320" cy="91440"/>
            </a:xfrm>
            <a:custGeom>
              <a:rect b="b" l="l" r="r" t="t"/>
              <a:pathLst>
                <a:path extrusionOk="0" h="1821" w="449">
                  <a:moveTo>
                    <a:pt x="137" y="0"/>
                  </a:moveTo>
                  <a:cubicBezTo>
                    <a:pt x="119" y="0"/>
                    <a:pt x="101" y="8"/>
                    <a:pt x="88" y="25"/>
                  </a:cubicBezTo>
                  <a:cubicBezTo>
                    <a:pt x="0" y="145"/>
                    <a:pt x="12" y="308"/>
                    <a:pt x="33" y="448"/>
                  </a:cubicBezTo>
                  <a:cubicBezTo>
                    <a:pt x="56" y="599"/>
                    <a:pt x="88" y="743"/>
                    <a:pt x="101" y="896"/>
                  </a:cubicBezTo>
                  <a:cubicBezTo>
                    <a:pt x="124" y="1197"/>
                    <a:pt x="125" y="1547"/>
                    <a:pt x="316" y="1796"/>
                  </a:cubicBezTo>
                  <a:cubicBezTo>
                    <a:pt x="330" y="1813"/>
                    <a:pt x="348" y="1820"/>
                    <a:pt x="365" y="1820"/>
                  </a:cubicBezTo>
                  <a:cubicBezTo>
                    <a:pt x="408" y="1820"/>
                    <a:pt x="449" y="1779"/>
                    <a:pt x="416" y="1738"/>
                  </a:cubicBezTo>
                  <a:cubicBezTo>
                    <a:pt x="237" y="1504"/>
                    <a:pt x="237" y="1175"/>
                    <a:pt x="216" y="893"/>
                  </a:cubicBezTo>
                  <a:cubicBezTo>
                    <a:pt x="206" y="763"/>
                    <a:pt x="186" y="637"/>
                    <a:pt x="160" y="508"/>
                  </a:cubicBezTo>
                  <a:cubicBezTo>
                    <a:pt x="135" y="373"/>
                    <a:pt x="100" y="202"/>
                    <a:pt x="187" y="81"/>
                  </a:cubicBezTo>
                  <a:cubicBezTo>
                    <a:pt x="218" y="41"/>
                    <a:pt x="178" y="0"/>
                    <a:pt x="137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53" name="Google Shape;853;p9"/>
            <p:cNvSpPr/>
            <p:nvPr/>
          </p:nvSpPr>
          <p:spPr>
            <a:xfrm>
              <a:off x="426960" y="3220920"/>
              <a:ext cx="21600" cy="90360"/>
            </a:xfrm>
            <a:custGeom>
              <a:rect b="b" l="l" r="r" t="t"/>
              <a:pathLst>
                <a:path extrusionOk="0" h="1800" w="436">
                  <a:moveTo>
                    <a:pt x="154" y="1"/>
                  </a:moveTo>
                  <a:cubicBezTo>
                    <a:pt x="125" y="1"/>
                    <a:pt x="96" y="19"/>
                    <a:pt x="95" y="57"/>
                  </a:cubicBezTo>
                  <a:cubicBezTo>
                    <a:pt x="88" y="233"/>
                    <a:pt x="166" y="396"/>
                    <a:pt x="213" y="559"/>
                  </a:cubicBezTo>
                  <a:cubicBezTo>
                    <a:pt x="265" y="726"/>
                    <a:pt x="305" y="956"/>
                    <a:pt x="199" y="1111"/>
                  </a:cubicBezTo>
                  <a:cubicBezTo>
                    <a:pt x="119" y="1226"/>
                    <a:pt x="0" y="1307"/>
                    <a:pt x="45" y="1461"/>
                  </a:cubicBezTo>
                  <a:cubicBezTo>
                    <a:pt x="84" y="1597"/>
                    <a:pt x="197" y="1724"/>
                    <a:pt x="322" y="1792"/>
                  </a:cubicBezTo>
                  <a:cubicBezTo>
                    <a:pt x="331" y="1797"/>
                    <a:pt x="341" y="1799"/>
                    <a:pt x="350" y="1799"/>
                  </a:cubicBezTo>
                  <a:cubicBezTo>
                    <a:pt x="401" y="1799"/>
                    <a:pt x="435" y="1723"/>
                    <a:pt x="380" y="1692"/>
                  </a:cubicBezTo>
                  <a:cubicBezTo>
                    <a:pt x="322" y="1660"/>
                    <a:pt x="269" y="1616"/>
                    <a:pt x="230" y="1565"/>
                  </a:cubicBezTo>
                  <a:cubicBezTo>
                    <a:pt x="191" y="1517"/>
                    <a:pt x="133" y="1433"/>
                    <a:pt x="152" y="1369"/>
                  </a:cubicBezTo>
                  <a:cubicBezTo>
                    <a:pt x="167" y="1311"/>
                    <a:pt x="233" y="1257"/>
                    <a:pt x="268" y="1211"/>
                  </a:cubicBezTo>
                  <a:cubicBezTo>
                    <a:pt x="316" y="1148"/>
                    <a:pt x="344" y="1090"/>
                    <a:pt x="360" y="1012"/>
                  </a:cubicBezTo>
                  <a:cubicBezTo>
                    <a:pt x="390" y="851"/>
                    <a:pt x="374" y="696"/>
                    <a:pt x="329" y="539"/>
                  </a:cubicBezTo>
                  <a:cubicBezTo>
                    <a:pt x="282" y="382"/>
                    <a:pt x="203" y="223"/>
                    <a:pt x="210" y="56"/>
                  </a:cubicBezTo>
                  <a:cubicBezTo>
                    <a:pt x="211" y="19"/>
                    <a:pt x="182" y="1"/>
                    <a:pt x="154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350" lIns="91425" spcFirstLastPara="1" rIns="91425" wrap="square" tIns="45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54" name="Google Shape;854;p9"/>
            <p:cNvSpPr/>
            <p:nvPr/>
          </p:nvSpPr>
          <p:spPr>
            <a:xfrm>
              <a:off x="525960" y="3214440"/>
              <a:ext cx="51120" cy="73800"/>
            </a:xfrm>
            <a:custGeom>
              <a:rect b="b" l="l" r="r" t="t"/>
              <a:pathLst>
                <a:path extrusionOk="0" h="1471" w="1020">
                  <a:moveTo>
                    <a:pt x="78" y="0"/>
                  </a:moveTo>
                  <a:cubicBezTo>
                    <a:pt x="41" y="0"/>
                    <a:pt x="0" y="43"/>
                    <a:pt x="21" y="88"/>
                  </a:cubicBezTo>
                  <a:cubicBezTo>
                    <a:pt x="149" y="383"/>
                    <a:pt x="97" y="726"/>
                    <a:pt x="301" y="992"/>
                  </a:cubicBezTo>
                  <a:cubicBezTo>
                    <a:pt x="388" y="1103"/>
                    <a:pt x="487" y="1205"/>
                    <a:pt x="597" y="1293"/>
                  </a:cubicBezTo>
                  <a:cubicBezTo>
                    <a:pt x="689" y="1368"/>
                    <a:pt x="799" y="1449"/>
                    <a:pt x="919" y="1470"/>
                  </a:cubicBezTo>
                  <a:cubicBezTo>
                    <a:pt x="923" y="1471"/>
                    <a:pt x="927" y="1471"/>
                    <a:pt x="930" y="1471"/>
                  </a:cubicBezTo>
                  <a:cubicBezTo>
                    <a:pt x="996" y="1471"/>
                    <a:pt x="1020" y="1370"/>
                    <a:pt x="950" y="1358"/>
                  </a:cubicBezTo>
                  <a:cubicBezTo>
                    <a:pt x="837" y="1341"/>
                    <a:pt x="735" y="1262"/>
                    <a:pt x="650" y="1188"/>
                  </a:cubicBezTo>
                  <a:cubicBezTo>
                    <a:pt x="549" y="1103"/>
                    <a:pt x="451" y="1005"/>
                    <a:pt x="373" y="897"/>
                  </a:cubicBezTo>
                  <a:cubicBezTo>
                    <a:pt x="193" y="648"/>
                    <a:pt x="239" y="307"/>
                    <a:pt x="118" y="30"/>
                  </a:cubicBezTo>
                  <a:cubicBezTo>
                    <a:pt x="110" y="9"/>
                    <a:pt x="94" y="0"/>
                    <a:pt x="78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7075" lIns="91425" spcFirstLastPara="1" rIns="91425" wrap="square" tIns="370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55" name="Google Shape;855;p9"/>
            <p:cNvSpPr/>
            <p:nvPr/>
          </p:nvSpPr>
          <p:spPr>
            <a:xfrm>
              <a:off x="608760" y="3204720"/>
              <a:ext cx="73440" cy="60480"/>
            </a:xfrm>
            <a:custGeom>
              <a:rect b="b" l="l" r="r" t="t"/>
              <a:pathLst>
                <a:path extrusionOk="0" h="1207" w="1462">
                  <a:moveTo>
                    <a:pt x="84" y="0"/>
                  </a:moveTo>
                  <a:cubicBezTo>
                    <a:pt x="40" y="0"/>
                    <a:pt x="0" y="57"/>
                    <a:pt x="41" y="96"/>
                  </a:cubicBezTo>
                  <a:cubicBezTo>
                    <a:pt x="160" y="216"/>
                    <a:pt x="286" y="327"/>
                    <a:pt x="408" y="442"/>
                  </a:cubicBezTo>
                  <a:cubicBezTo>
                    <a:pt x="528" y="554"/>
                    <a:pt x="641" y="670"/>
                    <a:pt x="766" y="777"/>
                  </a:cubicBezTo>
                  <a:cubicBezTo>
                    <a:pt x="871" y="867"/>
                    <a:pt x="986" y="947"/>
                    <a:pt x="1085" y="1043"/>
                  </a:cubicBezTo>
                  <a:cubicBezTo>
                    <a:pt x="1171" y="1125"/>
                    <a:pt x="1262" y="1202"/>
                    <a:pt x="1388" y="1206"/>
                  </a:cubicBezTo>
                  <a:cubicBezTo>
                    <a:pt x="1389" y="1206"/>
                    <a:pt x="1389" y="1206"/>
                    <a:pt x="1390" y="1206"/>
                  </a:cubicBezTo>
                  <a:cubicBezTo>
                    <a:pt x="1462" y="1206"/>
                    <a:pt x="1462" y="1093"/>
                    <a:pt x="1388" y="1090"/>
                  </a:cubicBezTo>
                  <a:cubicBezTo>
                    <a:pt x="1272" y="1087"/>
                    <a:pt x="1198" y="986"/>
                    <a:pt x="1119" y="916"/>
                  </a:cubicBezTo>
                  <a:cubicBezTo>
                    <a:pt x="1014" y="823"/>
                    <a:pt x="899" y="741"/>
                    <a:pt x="795" y="649"/>
                  </a:cubicBezTo>
                  <a:cubicBezTo>
                    <a:pt x="684" y="553"/>
                    <a:pt x="582" y="446"/>
                    <a:pt x="471" y="344"/>
                  </a:cubicBezTo>
                  <a:cubicBezTo>
                    <a:pt x="355" y="237"/>
                    <a:pt x="236" y="129"/>
                    <a:pt x="123" y="17"/>
                  </a:cubicBezTo>
                  <a:cubicBezTo>
                    <a:pt x="111" y="5"/>
                    <a:pt x="97" y="0"/>
                    <a:pt x="84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0225" lIns="91425" spcFirstLastPara="1" rIns="91425" wrap="square" tIns="30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56" name="Google Shape;856;p9"/>
            <p:cNvSpPr/>
            <p:nvPr/>
          </p:nvSpPr>
          <p:spPr>
            <a:xfrm>
              <a:off x="690120" y="3164760"/>
              <a:ext cx="87120" cy="71280"/>
            </a:xfrm>
            <a:custGeom>
              <a:rect b="b" l="l" r="r" t="t"/>
              <a:pathLst>
                <a:path extrusionOk="0" h="1420" w="1740">
                  <a:moveTo>
                    <a:pt x="83" y="0"/>
                  </a:moveTo>
                  <a:cubicBezTo>
                    <a:pt x="39" y="0"/>
                    <a:pt x="1" y="58"/>
                    <a:pt x="39" y="101"/>
                  </a:cubicBezTo>
                  <a:cubicBezTo>
                    <a:pt x="84" y="150"/>
                    <a:pt x="115" y="207"/>
                    <a:pt x="152" y="264"/>
                  </a:cubicBezTo>
                  <a:cubicBezTo>
                    <a:pt x="183" y="315"/>
                    <a:pt x="226" y="359"/>
                    <a:pt x="268" y="403"/>
                  </a:cubicBezTo>
                  <a:cubicBezTo>
                    <a:pt x="351" y="488"/>
                    <a:pt x="443" y="564"/>
                    <a:pt x="538" y="631"/>
                  </a:cubicBezTo>
                  <a:cubicBezTo>
                    <a:pt x="671" y="723"/>
                    <a:pt x="811" y="787"/>
                    <a:pt x="961" y="848"/>
                  </a:cubicBezTo>
                  <a:cubicBezTo>
                    <a:pt x="1109" y="906"/>
                    <a:pt x="1258" y="964"/>
                    <a:pt x="1391" y="1052"/>
                  </a:cubicBezTo>
                  <a:cubicBezTo>
                    <a:pt x="1493" y="1120"/>
                    <a:pt x="1589" y="1217"/>
                    <a:pt x="1544" y="1349"/>
                  </a:cubicBezTo>
                  <a:cubicBezTo>
                    <a:pt x="1530" y="1392"/>
                    <a:pt x="1565" y="1419"/>
                    <a:pt x="1600" y="1419"/>
                  </a:cubicBezTo>
                  <a:cubicBezTo>
                    <a:pt x="1623" y="1419"/>
                    <a:pt x="1646" y="1407"/>
                    <a:pt x="1656" y="1379"/>
                  </a:cubicBezTo>
                  <a:cubicBezTo>
                    <a:pt x="1739" y="1132"/>
                    <a:pt x="1501" y="968"/>
                    <a:pt x="1313" y="872"/>
                  </a:cubicBezTo>
                  <a:cubicBezTo>
                    <a:pt x="1079" y="754"/>
                    <a:pt x="827" y="686"/>
                    <a:pt x="607" y="537"/>
                  </a:cubicBezTo>
                  <a:cubicBezTo>
                    <a:pt x="508" y="471"/>
                    <a:pt x="416" y="390"/>
                    <a:pt x="335" y="303"/>
                  </a:cubicBezTo>
                  <a:cubicBezTo>
                    <a:pt x="253" y="217"/>
                    <a:pt x="202" y="106"/>
                    <a:pt x="122" y="19"/>
                  </a:cubicBezTo>
                  <a:cubicBezTo>
                    <a:pt x="110" y="6"/>
                    <a:pt x="96" y="0"/>
                    <a:pt x="83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5625" lIns="91425" spcFirstLastPara="1" rIns="91425" wrap="square" tIns="356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57" name="Google Shape;857;p9"/>
            <p:cNvSpPr/>
            <p:nvPr/>
          </p:nvSpPr>
          <p:spPr>
            <a:xfrm>
              <a:off x="733320" y="3093840"/>
              <a:ext cx="92160" cy="16560"/>
            </a:xfrm>
            <a:custGeom>
              <a:rect b="b" l="l" r="r" t="t"/>
              <a:pathLst>
                <a:path extrusionOk="0" h="333" w="1837">
                  <a:moveTo>
                    <a:pt x="86" y="0"/>
                  </a:moveTo>
                  <a:cubicBezTo>
                    <a:pt x="34" y="0"/>
                    <a:pt x="0" y="77"/>
                    <a:pt x="58" y="107"/>
                  </a:cubicBezTo>
                  <a:cubicBezTo>
                    <a:pt x="181" y="174"/>
                    <a:pt x="307" y="234"/>
                    <a:pt x="438" y="281"/>
                  </a:cubicBezTo>
                  <a:cubicBezTo>
                    <a:pt x="516" y="307"/>
                    <a:pt x="609" y="333"/>
                    <a:pt x="698" y="333"/>
                  </a:cubicBezTo>
                  <a:cubicBezTo>
                    <a:pt x="742" y="333"/>
                    <a:pt x="785" y="326"/>
                    <a:pt x="825" y="311"/>
                  </a:cubicBezTo>
                  <a:cubicBezTo>
                    <a:pt x="881" y="288"/>
                    <a:pt x="911" y="232"/>
                    <a:pt x="965" y="205"/>
                  </a:cubicBezTo>
                  <a:cubicBezTo>
                    <a:pt x="1008" y="184"/>
                    <a:pt x="1057" y="178"/>
                    <a:pt x="1106" y="178"/>
                  </a:cubicBezTo>
                  <a:cubicBezTo>
                    <a:pt x="1149" y="178"/>
                    <a:pt x="1191" y="182"/>
                    <a:pt x="1231" y="188"/>
                  </a:cubicBezTo>
                  <a:cubicBezTo>
                    <a:pt x="1407" y="209"/>
                    <a:pt x="1579" y="261"/>
                    <a:pt x="1744" y="327"/>
                  </a:cubicBezTo>
                  <a:cubicBezTo>
                    <a:pt x="1752" y="330"/>
                    <a:pt x="1759" y="331"/>
                    <a:pt x="1765" y="331"/>
                  </a:cubicBezTo>
                  <a:cubicBezTo>
                    <a:pt x="1818" y="331"/>
                    <a:pt x="1836" y="241"/>
                    <a:pt x="1774" y="215"/>
                  </a:cubicBezTo>
                  <a:cubicBezTo>
                    <a:pt x="1620" y="154"/>
                    <a:pt x="1458" y="104"/>
                    <a:pt x="1294" y="80"/>
                  </a:cubicBezTo>
                  <a:cubicBezTo>
                    <a:pt x="1234" y="71"/>
                    <a:pt x="1167" y="61"/>
                    <a:pt x="1101" y="61"/>
                  </a:cubicBezTo>
                  <a:cubicBezTo>
                    <a:pt x="1014" y="61"/>
                    <a:pt x="928" y="78"/>
                    <a:pt x="860" y="134"/>
                  </a:cubicBezTo>
                  <a:cubicBezTo>
                    <a:pt x="837" y="154"/>
                    <a:pt x="818" y="182"/>
                    <a:pt x="792" y="198"/>
                  </a:cubicBezTo>
                  <a:cubicBezTo>
                    <a:pt x="767" y="213"/>
                    <a:pt x="733" y="213"/>
                    <a:pt x="703" y="215"/>
                  </a:cubicBezTo>
                  <a:cubicBezTo>
                    <a:pt x="698" y="215"/>
                    <a:pt x="693" y="215"/>
                    <a:pt x="688" y="215"/>
                  </a:cubicBezTo>
                  <a:cubicBezTo>
                    <a:pt x="623" y="215"/>
                    <a:pt x="559" y="199"/>
                    <a:pt x="499" y="179"/>
                  </a:cubicBezTo>
                  <a:cubicBezTo>
                    <a:pt x="364" y="140"/>
                    <a:pt x="238" y="73"/>
                    <a:pt x="115" y="8"/>
                  </a:cubicBezTo>
                  <a:cubicBezTo>
                    <a:pt x="105" y="3"/>
                    <a:pt x="95" y="0"/>
                    <a:pt x="86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275" lIns="91425" spcFirstLastPara="1" rIns="91425" wrap="square" tIns="8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58" name="Google Shape;858;p9"/>
            <p:cNvSpPr/>
            <p:nvPr/>
          </p:nvSpPr>
          <p:spPr>
            <a:xfrm>
              <a:off x="715680" y="2993040"/>
              <a:ext cx="65880" cy="45000"/>
            </a:xfrm>
            <a:custGeom>
              <a:rect b="b" l="l" r="r" t="t"/>
              <a:pathLst>
                <a:path extrusionOk="0" h="902" w="1317">
                  <a:moveTo>
                    <a:pt x="1200" y="51"/>
                  </a:moveTo>
                  <a:cubicBezTo>
                    <a:pt x="1199" y="53"/>
                    <a:pt x="1199" y="55"/>
                    <a:pt x="1199" y="56"/>
                  </a:cubicBezTo>
                  <a:lnTo>
                    <a:pt x="1199" y="52"/>
                  </a:lnTo>
                  <a:cubicBezTo>
                    <a:pt x="1199" y="52"/>
                    <a:pt x="1199" y="52"/>
                    <a:pt x="1200" y="51"/>
                  </a:cubicBezTo>
                  <a:close/>
                  <a:moveTo>
                    <a:pt x="156" y="793"/>
                  </a:moveTo>
                  <a:lnTo>
                    <a:pt x="156" y="793"/>
                  </a:lnTo>
                  <a:cubicBezTo>
                    <a:pt x="156" y="794"/>
                    <a:pt x="155" y="795"/>
                    <a:pt x="155" y="795"/>
                  </a:cubicBezTo>
                  <a:lnTo>
                    <a:pt x="155" y="795"/>
                  </a:lnTo>
                  <a:cubicBezTo>
                    <a:pt x="155" y="794"/>
                    <a:pt x="156" y="794"/>
                    <a:pt x="156" y="793"/>
                  </a:cubicBezTo>
                  <a:close/>
                  <a:moveTo>
                    <a:pt x="147" y="806"/>
                  </a:moveTo>
                  <a:cubicBezTo>
                    <a:pt x="147" y="807"/>
                    <a:pt x="147" y="807"/>
                    <a:pt x="147" y="807"/>
                  </a:cubicBezTo>
                  <a:lnTo>
                    <a:pt x="147" y="807"/>
                  </a:lnTo>
                  <a:cubicBezTo>
                    <a:pt x="147" y="807"/>
                    <a:pt x="147" y="807"/>
                    <a:pt x="147" y="808"/>
                  </a:cubicBezTo>
                  <a:lnTo>
                    <a:pt x="147" y="808"/>
                  </a:lnTo>
                  <a:cubicBezTo>
                    <a:pt x="147" y="807"/>
                    <a:pt x="147" y="807"/>
                    <a:pt x="147" y="806"/>
                  </a:cubicBezTo>
                  <a:close/>
                  <a:moveTo>
                    <a:pt x="1259" y="0"/>
                  </a:moveTo>
                  <a:cubicBezTo>
                    <a:pt x="1232" y="0"/>
                    <a:pt x="1204" y="17"/>
                    <a:pt x="1200" y="51"/>
                  </a:cubicBezTo>
                  <a:lnTo>
                    <a:pt x="1200" y="51"/>
                  </a:lnTo>
                  <a:cubicBezTo>
                    <a:pt x="1198" y="54"/>
                    <a:pt x="1194" y="61"/>
                    <a:pt x="1192" y="63"/>
                  </a:cubicBezTo>
                  <a:cubicBezTo>
                    <a:pt x="1193" y="63"/>
                    <a:pt x="1193" y="62"/>
                    <a:pt x="1193" y="62"/>
                  </a:cubicBezTo>
                  <a:lnTo>
                    <a:pt x="1193" y="62"/>
                  </a:lnTo>
                  <a:cubicBezTo>
                    <a:pt x="1194" y="62"/>
                    <a:pt x="1173" y="84"/>
                    <a:pt x="1167" y="88"/>
                  </a:cubicBezTo>
                  <a:cubicBezTo>
                    <a:pt x="1140" y="112"/>
                    <a:pt x="1100" y="136"/>
                    <a:pt x="1067" y="156"/>
                  </a:cubicBezTo>
                  <a:cubicBezTo>
                    <a:pt x="963" y="218"/>
                    <a:pt x="852" y="270"/>
                    <a:pt x="743" y="326"/>
                  </a:cubicBezTo>
                  <a:cubicBezTo>
                    <a:pt x="622" y="384"/>
                    <a:pt x="502" y="442"/>
                    <a:pt x="383" y="504"/>
                  </a:cubicBezTo>
                  <a:cubicBezTo>
                    <a:pt x="289" y="554"/>
                    <a:pt x="193" y="605"/>
                    <a:pt x="112" y="674"/>
                  </a:cubicBezTo>
                  <a:cubicBezTo>
                    <a:pt x="49" y="728"/>
                    <a:pt x="0" y="807"/>
                    <a:pt x="61" y="881"/>
                  </a:cubicBezTo>
                  <a:cubicBezTo>
                    <a:pt x="72" y="896"/>
                    <a:pt x="86" y="902"/>
                    <a:pt x="99" y="902"/>
                  </a:cubicBezTo>
                  <a:cubicBezTo>
                    <a:pt x="137" y="902"/>
                    <a:pt x="173" y="850"/>
                    <a:pt x="147" y="808"/>
                  </a:cubicBezTo>
                  <a:lnTo>
                    <a:pt x="147" y="808"/>
                  </a:lnTo>
                  <a:cubicBezTo>
                    <a:pt x="147" y="808"/>
                    <a:pt x="147" y="808"/>
                    <a:pt x="147" y="808"/>
                  </a:cubicBezTo>
                  <a:cubicBezTo>
                    <a:pt x="147" y="808"/>
                    <a:pt x="147" y="808"/>
                    <a:pt x="146" y="807"/>
                  </a:cubicBezTo>
                  <a:lnTo>
                    <a:pt x="146" y="809"/>
                  </a:lnTo>
                  <a:cubicBezTo>
                    <a:pt x="145" y="810"/>
                    <a:pt x="145" y="810"/>
                    <a:pt x="145" y="810"/>
                  </a:cubicBezTo>
                  <a:cubicBezTo>
                    <a:pt x="144" y="810"/>
                    <a:pt x="145" y="808"/>
                    <a:pt x="147" y="807"/>
                  </a:cubicBezTo>
                  <a:lnTo>
                    <a:pt x="147" y="807"/>
                  </a:lnTo>
                  <a:cubicBezTo>
                    <a:pt x="145" y="805"/>
                    <a:pt x="144" y="802"/>
                    <a:pt x="142" y="800"/>
                  </a:cubicBezTo>
                  <a:lnTo>
                    <a:pt x="142" y="800"/>
                  </a:lnTo>
                  <a:cubicBezTo>
                    <a:pt x="144" y="801"/>
                    <a:pt x="146" y="804"/>
                    <a:pt x="147" y="806"/>
                  </a:cubicBezTo>
                  <a:lnTo>
                    <a:pt x="147" y="806"/>
                  </a:lnTo>
                  <a:cubicBezTo>
                    <a:pt x="147" y="806"/>
                    <a:pt x="148" y="805"/>
                    <a:pt x="148" y="805"/>
                  </a:cubicBezTo>
                  <a:lnTo>
                    <a:pt x="148" y="805"/>
                  </a:lnTo>
                  <a:cubicBezTo>
                    <a:pt x="148" y="806"/>
                    <a:pt x="147" y="807"/>
                    <a:pt x="147" y="807"/>
                  </a:cubicBezTo>
                  <a:cubicBezTo>
                    <a:pt x="147" y="807"/>
                    <a:pt x="147" y="807"/>
                    <a:pt x="148" y="806"/>
                  </a:cubicBezTo>
                  <a:cubicBezTo>
                    <a:pt x="148" y="805"/>
                    <a:pt x="148" y="805"/>
                    <a:pt x="148" y="805"/>
                  </a:cubicBezTo>
                  <a:lnTo>
                    <a:pt x="148" y="805"/>
                  </a:lnTo>
                  <a:cubicBezTo>
                    <a:pt x="148" y="805"/>
                    <a:pt x="148" y="805"/>
                    <a:pt x="148" y="805"/>
                  </a:cubicBezTo>
                  <a:lnTo>
                    <a:pt x="148" y="805"/>
                  </a:lnTo>
                  <a:cubicBezTo>
                    <a:pt x="150" y="803"/>
                    <a:pt x="153" y="798"/>
                    <a:pt x="155" y="795"/>
                  </a:cubicBezTo>
                  <a:lnTo>
                    <a:pt x="155" y="795"/>
                  </a:lnTo>
                  <a:cubicBezTo>
                    <a:pt x="157" y="793"/>
                    <a:pt x="164" y="784"/>
                    <a:pt x="166" y="782"/>
                  </a:cubicBezTo>
                  <a:cubicBezTo>
                    <a:pt x="170" y="778"/>
                    <a:pt x="176" y="772"/>
                    <a:pt x="183" y="766"/>
                  </a:cubicBezTo>
                  <a:cubicBezTo>
                    <a:pt x="197" y="752"/>
                    <a:pt x="210" y="744"/>
                    <a:pt x="226" y="732"/>
                  </a:cubicBezTo>
                  <a:cubicBezTo>
                    <a:pt x="316" y="669"/>
                    <a:pt x="416" y="618"/>
                    <a:pt x="515" y="568"/>
                  </a:cubicBezTo>
                  <a:cubicBezTo>
                    <a:pt x="729" y="460"/>
                    <a:pt x="954" y="367"/>
                    <a:pt x="1157" y="236"/>
                  </a:cubicBezTo>
                  <a:cubicBezTo>
                    <a:pt x="1219" y="198"/>
                    <a:pt x="1311" y="141"/>
                    <a:pt x="1315" y="56"/>
                  </a:cubicBezTo>
                  <a:cubicBezTo>
                    <a:pt x="1316" y="19"/>
                    <a:pt x="1288" y="0"/>
                    <a:pt x="1259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2675" lIns="91425" spcFirstLastPara="1" rIns="91425" wrap="square" tIns="22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59" name="Google Shape;859;p9"/>
            <p:cNvSpPr/>
            <p:nvPr/>
          </p:nvSpPr>
          <p:spPr>
            <a:xfrm>
              <a:off x="666720" y="2919600"/>
              <a:ext cx="47520" cy="61560"/>
            </a:xfrm>
            <a:custGeom>
              <a:rect b="b" l="l" r="r" t="t"/>
              <a:pathLst>
                <a:path extrusionOk="0" h="1228" w="954">
                  <a:moveTo>
                    <a:pt x="862" y="1"/>
                  </a:moveTo>
                  <a:cubicBezTo>
                    <a:pt x="827" y="1"/>
                    <a:pt x="792" y="29"/>
                    <a:pt x="807" y="70"/>
                  </a:cubicBezTo>
                  <a:cubicBezTo>
                    <a:pt x="871" y="253"/>
                    <a:pt x="675" y="379"/>
                    <a:pt x="542" y="467"/>
                  </a:cubicBezTo>
                  <a:cubicBezTo>
                    <a:pt x="376" y="578"/>
                    <a:pt x="165" y="683"/>
                    <a:pt x="63" y="863"/>
                  </a:cubicBezTo>
                  <a:cubicBezTo>
                    <a:pt x="4" y="964"/>
                    <a:pt x="1" y="1082"/>
                    <a:pt x="46" y="1188"/>
                  </a:cubicBezTo>
                  <a:cubicBezTo>
                    <a:pt x="57" y="1215"/>
                    <a:pt x="82" y="1227"/>
                    <a:pt x="105" y="1227"/>
                  </a:cubicBezTo>
                  <a:cubicBezTo>
                    <a:pt x="141" y="1227"/>
                    <a:pt x="175" y="1200"/>
                    <a:pt x="158" y="1158"/>
                  </a:cubicBezTo>
                  <a:cubicBezTo>
                    <a:pt x="123" y="1073"/>
                    <a:pt x="121" y="991"/>
                    <a:pt x="169" y="912"/>
                  </a:cubicBezTo>
                  <a:cubicBezTo>
                    <a:pt x="219" y="831"/>
                    <a:pt x="300" y="768"/>
                    <a:pt x="378" y="715"/>
                  </a:cubicBezTo>
                  <a:cubicBezTo>
                    <a:pt x="545" y="598"/>
                    <a:pt x="750" y="502"/>
                    <a:pt x="872" y="335"/>
                  </a:cubicBezTo>
                  <a:cubicBezTo>
                    <a:pt x="935" y="247"/>
                    <a:pt x="953" y="143"/>
                    <a:pt x="918" y="40"/>
                  </a:cubicBezTo>
                  <a:cubicBezTo>
                    <a:pt x="908" y="13"/>
                    <a:pt x="885" y="1"/>
                    <a:pt x="862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0950" lIns="91425" spcFirstLastPara="1" rIns="91425" wrap="square" tIns="30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60" name="Google Shape;860;p9"/>
            <p:cNvSpPr/>
            <p:nvPr/>
          </p:nvSpPr>
          <p:spPr>
            <a:xfrm>
              <a:off x="593280" y="2884680"/>
              <a:ext cx="24840" cy="69120"/>
            </a:xfrm>
            <a:custGeom>
              <a:rect b="b" l="l" r="r" t="t"/>
              <a:pathLst>
                <a:path extrusionOk="0" h="1377" w="498">
                  <a:moveTo>
                    <a:pt x="332" y="1"/>
                  </a:moveTo>
                  <a:cubicBezTo>
                    <a:pt x="286" y="1"/>
                    <a:pt x="246" y="59"/>
                    <a:pt x="288" y="98"/>
                  </a:cubicBezTo>
                  <a:cubicBezTo>
                    <a:pt x="370" y="175"/>
                    <a:pt x="381" y="247"/>
                    <a:pt x="323" y="344"/>
                  </a:cubicBezTo>
                  <a:cubicBezTo>
                    <a:pt x="271" y="431"/>
                    <a:pt x="200" y="507"/>
                    <a:pt x="146" y="593"/>
                  </a:cubicBezTo>
                  <a:cubicBezTo>
                    <a:pt x="10" y="815"/>
                    <a:pt x="0" y="1068"/>
                    <a:pt x="16" y="1321"/>
                  </a:cubicBezTo>
                  <a:cubicBezTo>
                    <a:pt x="18" y="1358"/>
                    <a:pt x="48" y="1377"/>
                    <a:pt x="77" y="1377"/>
                  </a:cubicBezTo>
                  <a:cubicBezTo>
                    <a:pt x="106" y="1377"/>
                    <a:pt x="133" y="1358"/>
                    <a:pt x="131" y="1321"/>
                  </a:cubicBezTo>
                  <a:cubicBezTo>
                    <a:pt x="122" y="1177"/>
                    <a:pt x="116" y="1028"/>
                    <a:pt x="149" y="886"/>
                  </a:cubicBezTo>
                  <a:cubicBezTo>
                    <a:pt x="177" y="760"/>
                    <a:pt x="240" y="651"/>
                    <a:pt x="316" y="550"/>
                  </a:cubicBezTo>
                  <a:cubicBezTo>
                    <a:pt x="376" y="472"/>
                    <a:pt x="448" y="390"/>
                    <a:pt x="471" y="294"/>
                  </a:cubicBezTo>
                  <a:cubicBezTo>
                    <a:pt x="498" y="183"/>
                    <a:pt x="448" y="90"/>
                    <a:pt x="370" y="16"/>
                  </a:cubicBezTo>
                  <a:cubicBezTo>
                    <a:pt x="358" y="5"/>
                    <a:pt x="344" y="1"/>
                    <a:pt x="332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550" lIns="91425" spcFirstLastPara="1" rIns="91425" wrap="square" tIns="345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61" name="Google Shape;861;p9"/>
            <p:cNvSpPr/>
            <p:nvPr/>
          </p:nvSpPr>
          <p:spPr>
            <a:xfrm>
              <a:off x="49680" y="2936160"/>
              <a:ext cx="684360" cy="281160"/>
            </a:xfrm>
            <a:custGeom>
              <a:rect b="b" l="l" r="r" t="t"/>
              <a:pathLst>
                <a:path extrusionOk="0" h="5587" w="13590">
                  <a:moveTo>
                    <a:pt x="9408" y="819"/>
                  </a:moveTo>
                  <a:cubicBezTo>
                    <a:pt x="9412" y="819"/>
                    <a:pt x="9416" y="819"/>
                    <a:pt x="9420" y="820"/>
                  </a:cubicBezTo>
                  <a:cubicBezTo>
                    <a:pt x="9495" y="834"/>
                    <a:pt x="9570" y="855"/>
                    <a:pt x="9647" y="875"/>
                  </a:cubicBezTo>
                  <a:cubicBezTo>
                    <a:pt x="9719" y="894"/>
                    <a:pt x="9793" y="908"/>
                    <a:pt x="9865" y="928"/>
                  </a:cubicBezTo>
                  <a:cubicBezTo>
                    <a:pt x="9979" y="956"/>
                    <a:pt x="10105" y="926"/>
                    <a:pt x="10208" y="993"/>
                  </a:cubicBezTo>
                  <a:cubicBezTo>
                    <a:pt x="10259" y="1027"/>
                    <a:pt x="10228" y="1102"/>
                    <a:pt x="10179" y="1102"/>
                  </a:cubicBezTo>
                  <a:cubicBezTo>
                    <a:pt x="10170" y="1102"/>
                    <a:pt x="10159" y="1099"/>
                    <a:pt x="10149" y="1092"/>
                  </a:cubicBezTo>
                  <a:cubicBezTo>
                    <a:pt x="10102" y="1061"/>
                    <a:pt x="10045" y="1061"/>
                    <a:pt x="9990" y="1057"/>
                  </a:cubicBezTo>
                  <a:cubicBezTo>
                    <a:pt x="9933" y="1055"/>
                    <a:pt x="9879" y="1048"/>
                    <a:pt x="9824" y="1034"/>
                  </a:cubicBezTo>
                  <a:cubicBezTo>
                    <a:pt x="9680" y="1000"/>
                    <a:pt x="9535" y="960"/>
                    <a:pt x="9389" y="932"/>
                  </a:cubicBezTo>
                  <a:cubicBezTo>
                    <a:pt x="9321" y="919"/>
                    <a:pt x="9346" y="819"/>
                    <a:pt x="9408" y="819"/>
                  </a:cubicBezTo>
                  <a:close/>
                  <a:moveTo>
                    <a:pt x="3250" y="899"/>
                  </a:moveTo>
                  <a:cubicBezTo>
                    <a:pt x="3399" y="899"/>
                    <a:pt x="3399" y="1130"/>
                    <a:pt x="3250" y="1130"/>
                  </a:cubicBezTo>
                  <a:cubicBezTo>
                    <a:pt x="3101" y="1130"/>
                    <a:pt x="3101" y="899"/>
                    <a:pt x="3250" y="899"/>
                  </a:cubicBezTo>
                  <a:close/>
                  <a:moveTo>
                    <a:pt x="6990" y="991"/>
                  </a:moveTo>
                  <a:cubicBezTo>
                    <a:pt x="7137" y="991"/>
                    <a:pt x="7136" y="1222"/>
                    <a:pt x="6990" y="1222"/>
                  </a:cubicBezTo>
                  <a:cubicBezTo>
                    <a:pt x="6841" y="1222"/>
                    <a:pt x="6841" y="991"/>
                    <a:pt x="6990" y="991"/>
                  </a:cubicBezTo>
                  <a:close/>
                  <a:moveTo>
                    <a:pt x="5361" y="998"/>
                  </a:moveTo>
                  <a:cubicBezTo>
                    <a:pt x="5370" y="998"/>
                    <a:pt x="5380" y="1001"/>
                    <a:pt x="5390" y="1007"/>
                  </a:cubicBezTo>
                  <a:cubicBezTo>
                    <a:pt x="5567" y="1112"/>
                    <a:pt x="5744" y="1238"/>
                    <a:pt x="5873" y="1400"/>
                  </a:cubicBezTo>
                  <a:cubicBezTo>
                    <a:pt x="5893" y="1424"/>
                    <a:pt x="5897" y="1456"/>
                    <a:pt x="5873" y="1480"/>
                  </a:cubicBezTo>
                  <a:cubicBezTo>
                    <a:pt x="5862" y="1491"/>
                    <a:pt x="5846" y="1498"/>
                    <a:pt x="5829" y="1498"/>
                  </a:cubicBezTo>
                  <a:cubicBezTo>
                    <a:pt x="5815" y="1498"/>
                    <a:pt x="5800" y="1493"/>
                    <a:pt x="5791" y="1480"/>
                  </a:cubicBezTo>
                  <a:cubicBezTo>
                    <a:pt x="5668" y="1326"/>
                    <a:pt x="5499" y="1208"/>
                    <a:pt x="5330" y="1106"/>
                  </a:cubicBezTo>
                  <a:cubicBezTo>
                    <a:pt x="5278" y="1074"/>
                    <a:pt x="5311" y="998"/>
                    <a:pt x="5361" y="998"/>
                  </a:cubicBezTo>
                  <a:close/>
                  <a:moveTo>
                    <a:pt x="1808" y="1334"/>
                  </a:moveTo>
                  <a:cubicBezTo>
                    <a:pt x="1823" y="1334"/>
                    <a:pt x="1838" y="1339"/>
                    <a:pt x="1849" y="1350"/>
                  </a:cubicBezTo>
                  <a:cubicBezTo>
                    <a:pt x="1975" y="1476"/>
                    <a:pt x="2104" y="1602"/>
                    <a:pt x="2230" y="1730"/>
                  </a:cubicBezTo>
                  <a:cubicBezTo>
                    <a:pt x="2251" y="1754"/>
                    <a:pt x="2251" y="1789"/>
                    <a:pt x="2230" y="1812"/>
                  </a:cubicBezTo>
                  <a:cubicBezTo>
                    <a:pt x="2219" y="1823"/>
                    <a:pt x="2204" y="1828"/>
                    <a:pt x="2189" y="1828"/>
                  </a:cubicBezTo>
                  <a:cubicBezTo>
                    <a:pt x="2173" y="1828"/>
                    <a:pt x="2158" y="1823"/>
                    <a:pt x="2148" y="1812"/>
                  </a:cubicBezTo>
                  <a:cubicBezTo>
                    <a:pt x="2020" y="1684"/>
                    <a:pt x="1893" y="1560"/>
                    <a:pt x="1768" y="1431"/>
                  </a:cubicBezTo>
                  <a:cubicBezTo>
                    <a:pt x="1747" y="1408"/>
                    <a:pt x="1747" y="1371"/>
                    <a:pt x="1768" y="1350"/>
                  </a:cubicBezTo>
                  <a:cubicBezTo>
                    <a:pt x="1778" y="1339"/>
                    <a:pt x="1793" y="1334"/>
                    <a:pt x="1808" y="1334"/>
                  </a:cubicBezTo>
                  <a:close/>
                  <a:moveTo>
                    <a:pt x="836" y="1848"/>
                  </a:moveTo>
                  <a:cubicBezTo>
                    <a:pt x="841" y="1848"/>
                    <a:pt x="845" y="1849"/>
                    <a:pt x="850" y="1850"/>
                  </a:cubicBezTo>
                  <a:cubicBezTo>
                    <a:pt x="901" y="1866"/>
                    <a:pt x="944" y="1894"/>
                    <a:pt x="991" y="1920"/>
                  </a:cubicBezTo>
                  <a:cubicBezTo>
                    <a:pt x="1003" y="1925"/>
                    <a:pt x="1012" y="1932"/>
                    <a:pt x="1027" y="1937"/>
                  </a:cubicBezTo>
                  <a:cubicBezTo>
                    <a:pt x="1032" y="1940"/>
                    <a:pt x="1038" y="1942"/>
                    <a:pt x="1042" y="1947"/>
                  </a:cubicBezTo>
                  <a:cubicBezTo>
                    <a:pt x="1044" y="1947"/>
                    <a:pt x="1044" y="1948"/>
                    <a:pt x="1047" y="1948"/>
                  </a:cubicBezTo>
                  <a:lnTo>
                    <a:pt x="1051" y="1949"/>
                  </a:lnTo>
                  <a:cubicBezTo>
                    <a:pt x="1076" y="1958"/>
                    <a:pt x="1099" y="1968"/>
                    <a:pt x="1126" y="1971"/>
                  </a:cubicBezTo>
                  <a:cubicBezTo>
                    <a:pt x="1156" y="1978"/>
                    <a:pt x="1173" y="2017"/>
                    <a:pt x="1166" y="2044"/>
                  </a:cubicBezTo>
                  <a:cubicBezTo>
                    <a:pt x="1161" y="2059"/>
                    <a:pt x="1151" y="2073"/>
                    <a:pt x="1139" y="2080"/>
                  </a:cubicBezTo>
                  <a:cubicBezTo>
                    <a:pt x="1130" y="2085"/>
                    <a:pt x="1122" y="2087"/>
                    <a:pt x="1113" y="2087"/>
                  </a:cubicBezTo>
                  <a:cubicBezTo>
                    <a:pt x="1107" y="2087"/>
                    <a:pt x="1101" y="2086"/>
                    <a:pt x="1095" y="2084"/>
                  </a:cubicBezTo>
                  <a:cubicBezTo>
                    <a:pt x="1039" y="2076"/>
                    <a:pt x="988" y="2053"/>
                    <a:pt x="940" y="2026"/>
                  </a:cubicBezTo>
                  <a:cubicBezTo>
                    <a:pt x="919" y="2013"/>
                    <a:pt x="898" y="2002"/>
                    <a:pt x="874" y="1989"/>
                  </a:cubicBezTo>
                  <a:cubicBezTo>
                    <a:pt x="864" y="1983"/>
                    <a:pt x="852" y="1976"/>
                    <a:pt x="842" y="1974"/>
                  </a:cubicBezTo>
                  <a:cubicBezTo>
                    <a:pt x="841" y="1974"/>
                    <a:pt x="841" y="1971"/>
                    <a:pt x="838" y="1971"/>
                  </a:cubicBezTo>
                  <a:cubicBezTo>
                    <a:pt x="837" y="1971"/>
                    <a:pt x="837" y="1969"/>
                    <a:pt x="835" y="1969"/>
                  </a:cubicBezTo>
                  <a:lnTo>
                    <a:pt x="834" y="1968"/>
                  </a:lnTo>
                  <a:cubicBezTo>
                    <a:pt x="828" y="1965"/>
                    <a:pt x="824" y="1964"/>
                    <a:pt x="820" y="1962"/>
                  </a:cubicBezTo>
                  <a:cubicBezTo>
                    <a:pt x="787" y="1951"/>
                    <a:pt x="772" y="1923"/>
                    <a:pt x="779" y="1891"/>
                  </a:cubicBezTo>
                  <a:cubicBezTo>
                    <a:pt x="785" y="1867"/>
                    <a:pt x="811" y="1848"/>
                    <a:pt x="836" y="1848"/>
                  </a:cubicBezTo>
                  <a:close/>
                  <a:moveTo>
                    <a:pt x="8722" y="1991"/>
                  </a:moveTo>
                  <a:cubicBezTo>
                    <a:pt x="8870" y="1991"/>
                    <a:pt x="8870" y="2222"/>
                    <a:pt x="8722" y="2222"/>
                  </a:cubicBezTo>
                  <a:cubicBezTo>
                    <a:pt x="8573" y="2222"/>
                    <a:pt x="8574" y="1991"/>
                    <a:pt x="8722" y="1991"/>
                  </a:cubicBezTo>
                  <a:close/>
                  <a:moveTo>
                    <a:pt x="7656" y="1869"/>
                  </a:moveTo>
                  <a:cubicBezTo>
                    <a:pt x="7661" y="1869"/>
                    <a:pt x="7665" y="1869"/>
                    <a:pt x="7670" y="1870"/>
                  </a:cubicBezTo>
                  <a:cubicBezTo>
                    <a:pt x="7700" y="1876"/>
                    <a:pt x="7721" y="1911"/>
                    <a:pt x="7713" y="1941"/>
                  </a:cubicBezTo>
                  <a:cubicBezTo>
                    <a:pt x="7674" y="2056"/>
                    <a:pt x="7567" y="2127"/>
                    <a:pt x="7486" y="2210"/>
                  </a:cubicBezTo>
                  <a:cubicBezTo>
                    <a:pt x="7474" y="2221"/>
                    <a:pt x="7459" y="2227"/>
                    <a:pt x="7445" y="2227"/>
                  </a:cubicBezTo>
                  <a:cubicBezTo>
                    <a:pt x="7430" y="2227"/>
                    <a:pt x="7415" y="2221"/>
                    <a:pt x="7404" y="2210"/>
                  </a:cubicBezTo>
                  <a:cubicBezTo>
                    <a:pt x="7381" y="2189"/>
                    <a:pt x="7382" y="2151"/>
                    <a:pt x="7404" y="2129"/>
                  </a:cubicBezTo>
                  <a:cubicBezTo>
                    <a:pt x="7443" y="2090"/>
                    <a:pt x="7486" y="2054"/>
                    <a:pt x="7524" y="2016"/>
                  </a:cubicBezTo>
                  <a:cubicBezTo>
                    <a:pt x="7535" y="2005"/>
                    <a:pt x="7544" y="1996"/>
                    <a:pt x="7552" y="1985"/>
                  </a:cubicBezTo>
                  <a:cubicBezTo>
                    <a:pt x="7558" y="1981"/>
                    <a:pt x="7561" y="1975"/>
                    <a:pt x="7565" y="1971"/>
                  </a:cubicBezTo>
                  <a:lnTo>
                    <a:pt x="7567" y="1969"/>
                  </a:lnTo>
                  <a:cubicBezTo>
                    <a:pt x="7567" y="1969"/>
                    <a:pt x="7565" y="1969"/>
                    <a:pt x="7567" y="1968"/>
                  </a:cubicBezTo>
                  <a:lnTo>
                    <a:pt x="7568" y="1968"/>
                  </a:lnTo>
                  <a:cubicBezTo>
                    <a:pt x="7568" y="1965"/>
                    <a:pt x="7571" y="1964"/>
                    <a:pt x="7571" y="1964"/>
                  </a:cubicBezTo>
                  <a:cubicBezTo>
                    <a:pt x="7578" y="1955"/>
                    <a:pt x="7585" y="1944"/>
                    <a:pt x="7589" y="1934"/>
                  </a:cubicBezTo>
                  <a:lnTo>
                    <a:pt x="7595" y="1923"/>
                  </a:lnTo>
                  <a:lnTo>
                    <a:pt x="7596" y="1918"/>
                  </a:lnTo>
                  <a:cubicBezTo>
                    <a:pt x="7596" y="1915"/>
                    <a:pt x="7599" y="1913"/>
                    <a:pt x="7599" y="1911"/>
                  </a:cubicBezTo>
                  <a:cubicBezTo>
                    <a:pt x="7607" y="1886"/>
                    <a:pt x="7629" y="1869"/>
                    <a:pt x="7656" y="1869"/>
                  </a:cubicBezTo>
                  <a:close/>
                  <a:moveTo>
                    <a:pt x="3735" y="2111"/>
                  </a:moveTo>
                  <a:cubicBezTo>
                    <a:pt x="3750" y="2111"/>
                    <a:pt x="3765" y="2115"/>
                    <a:pt x="3779" y="2122"/>
                  </a:cubicBezTo>
                  <a:cubicBezTo>
                    <a:pt x="3793" y="2127"/>
                    <a:pt x="3807" y="2134"/>
                    <a:pt x="3817" y="2146"/>
                  </a:cubicBezTo>
                  <a:lnTo>
                    <a:pt x="3820" y="2151"/>
                  </a:lnTo>
                  <a:cubicBezTo>
                    <a:pt x="3828" y="2159"/>
                    <a:pt x="3838" y="2166"/>
                    <a:pt x="3848" y="2175"/>
                  </a:cubicBezTo>
                  <a:cubicBezTo>
                    <a:pt x="3862" y="2189"/>
                    <a:pt x="3871" y="2207"/>
                    <a:pt x="3876" y="2226"/>
                  </a:cubicBezTo>
                  <a:cubicBezTo>
                    <a:pt x="3878" y="2237"/>
                    <a:pt x="3881" y="2246"/>
                    <a:pt x="3882" y="2256"/>
                  </a:cubicBezTo>
                  <a:cubicBezTo>
                    <a:pt x="3884" y="2278"/>
                    <a:pt x="3876" y="2297"/>
                    <a:pt x="3867" y="2316"/>
                  </a:cubicBezTo>
                  <a:cubicBezTo>
                    <a:pt x="3861" y="2325"/>
                    <a:pt x="3854" y="2331"/>
                    <a:pt x="3848" y="2339"/>
                  </a:cubicBezTo>
                  <a:cubicBezTo>
                    <a:pt x="3837" y="2352"/>
                    <a:pt x="3825" y="2359"/>
                    <a:pt x="3811" y="2365"/>
                  </a:cubicBezTo>
                  <a:cubicBezTo>
                    <a:pt x="3799" y="2371"/>
                    <a:pt x="3788" y="2374"/>
                    <a:pt x="3775" y="2374"/>
                  </a:cubicBezTo>
                  <a:cubicBezTo>
                    <a:pt x="3773" y="2374"/>
                    <a:pt x="3770" y="2373"/>
                    <a:pt x="3767" y="2373"/>
                  </a:cubicBezTo>
                  <a:cubicBezTo>
                    <a:pt x="3765" y="2373"/>
                    <a:pt x="3762" y="2374"/>
                    <a:pt x="3759" y="2374"/>
                  </a:cubicBezTo>
                  <a:cubicBezTo>
                    <a:pt x="3746" y="2374"/>
                    <a:pt x="3733" y="2371"/>
                    <a:pt x="3723" y="2365"/>
                  </a:cubicBezTo>
                  <a:cubicBezTo>
                    <a:pt x="3709" y="2359"/>
                    <a:pt x="3697" y="2352"/>
                    <a:pt x="3685" y="2339"/>
                  </a:cubicBezTo>
                  <a:lnTo>
                    <a:pt x="3682" y="2336"/>
                  </a:lnTo>
                  <a:cubicBezTo>
                    <a:pt x="3672" y="2328"/>
                    <a:pt x="3664" y="2321"/>
                    <a:pt x="3654" y="2311"/>
                  </a:cubicBezTo>
                  <a:cubicBezTo>
                    <a:pt x="3640" y="2297"/>
                    <a:pt x="3628" y="2280"/>
                    <a:pt x="3623" y="2260"/>
                  </a:cubicBezTo>
                  <a:cubicBezTo>
                    <a:pt x="3621" y="2250"/>
                    <a:pt x="3621" y="2239"/>
                    <a:pt x="3620" y="2229"/>
                  </a:cubicBezTo>
                  <a:cubicBezTo>
                    <a:pt x="3620" y="2207"/>
                    <a:pt x="3626" y="2189"/>
                    <a:pt x="3636" y="2169"/>
                  </a:cubicBezTo>
                  <a:cubicBezTo>
                    <a:pt x="3641" y="2161"/>
                    <a:pt x="3648" y="2154"/>
                    <a:pt x="3654" y="2146"/>
                  </a:cubicBezTo>
                  <a:cubicBezTo>
                    <a:pt x="3664" y="2134"/>
                    <a:pt x="3677" y="2127"/>
                    <a:pt x="3691" y="2122"/>
                  </a:cubicBezTo>
                  <a:cubicBezTo>
                    <a:pt x="3705" y="2115"/>
                    <a:pt x="3719" y="2111"/>
                    <a:pt x="3735" y="2111"/>
                  </a:cubicBezTo>
                  <a:close/>
                  <a:moveTo>
                    <a:pt x="5416" y="2688"/>
                  </a:moveTo>
                  <a:cubicBezTo>
                    <a:pt x="5428" y="2688"/>
                    <a:pt x="5440" y="2692"/>
                    <a:pt x="5451" y="2698"/>
                  </a:cubicBezTo>
                  <a:cubicBezTo>
                    <a:pt x="5465" y="2703"/>
                    <a:pt x="5478" y="2710"/>
                    <a:pt x="5489" y="2722"/>
                  </a:cubicBezTo>
                  <a:lnTo>
                    <a:pt x="5492" y="2726"/>
                  </a:lnTo>
                  <a:lnTo>
                    <a:pt x="5518" y="2750"/>
                  </a:lnTo>
                  <a:cubicBezTo>
                    <a:pt x="5532" y="2764"/>
                    <a:pt x="5542" y="2783"/>
                    <a:pt x="5546" y="2803"/>
                  </a:cubicBezTo>
                  <a:lnTo>
                    <a:pt x="5550" y="2834"/>
                  </a:lnTo>
                  <a:cubicBezTo>
                    <a:pt x="5550" y="2855"/>
                    <a:pt x="5546" y="2873"/>
                    <a:pt x="5535" y="2892"/>
                  </a:cubicBezTo>
                  <a:cubicBezTo>
                    <a:pt x="5529" y="2902"/>
                    <a:pt x="5522" y="2909"/>
                    <a:pt x="5518" y="2916"/>
                  </a:cubicBezTo>
                  <a:cubicBezTo>
                    <a:pt x="5510" y="2926"/>
                    <a:pt x="5496" y="2934"/>
                    <a:pt x="5482" y="2939"/>
                  </a:cubicBezTo>
                  <a:cubicBezTo>
                    <a:pt x="5468" y="2946"/>
                    <a:pt x="5454" y="2949"/>
                    <a:pt x="5437" y="2949"/>
                  </a:cubicBezTo>
                  <a:cubicBezTo>
                    <a:pt x="5421" y="2949"/>
                    <a:pt x="5406" y="2946"/>
                    <a:pt x="5393" y="2939"/>
                  </a:cubicBezTo>
                  <a:cubicBezTo>
                    <a:pt x="5379" y="2933"/>
                    <a:pt x="5366" y="2926"/>
                    <a:pt x="5356" y="2913"/>
                  </a:cubicBezTo>
                  <a:lnTo>
                    <a:pt x="5352" y="2910"/>
                  </a:lnTo>
                  <a:lnTo>
                    <a:pt x="5328" y="2885"/>
                  </a:lnTo>
                  <a:cubicBezTo>
                    <a:pt x="5313" y="2871"/>
                    <a:pt x="5302" y="2854"/>
                    <a:pt x="5298" y="2834"/>
                  </a:cubicBezTo>
                  <a:cubicBezTo>
                    <a:pt x="5295" y="2824"/>
                    <a:pt x="5295" y="2812"/>
                    <a:pt x="5294" y="2804"/>
                  </a:cubicBezTo>
                  <a:cubicBezTo>
                    <a:pt x="5294" y="2783"/>
                    <a:pt x="5299" y="2763"/>
                    <a:pt x="5308" y="2746"/>
                  </a:cubicBezTo>
                  <a:cubicBezTo>
                    <a:pt x="5313" y="2736"/>
                    <a:pt x="5321" y="2732"/>
                    <a:pt x="5326" y="2722"/>
                  </a:cubicBezTo>
                  <a:cubicBezTo>
                    <a:pt x="5336" y="2710"/>
                    <a:pt x="5349" y="2703"/>
                    <a:pt x="5363" y="2698"/>
                  </a:cubicBezTo>
                  <a:cubicBezTo>
                    <a:pt x="5374" y="2692"/>
                    <a:pt x="5385" y="2688"/>
                    <a:pt x="5397" y="2688"/>
                  </a:cubicBezTo>
                  <a:cubicBezTo>
                    <a:pt x="5400" y="2688"/>
                    <a:pt x="5404" y="2689"/>
                    <a:pt x="5407" y="2689"/>
                  </a:cubicBezTo>
                  <a:cubicBezTo>
                    <a:pt x="5410" y="2689"/>
                    <a:pt x="5413" y="2688"/>
                    <a:pt x="5416" y="2688"/>
                  </a:cubicBezTo>
                  <a:close/>
                  <a:moveTo>
                    <a:pt x="1670" y="2841"/>
                  </a:moveTo>
                  <a:cubicBezTo>
                    <a:pt x="1686" y="2841"/>
                    <a:pt x="1701" y="2842"/>
                    <a:pt x="1714" y="2852"/>
                  </a:cubicBezTo>
                  <a:cubicBezTo>
                    <a:pt x="1728" y="2856"/>
                    <a:pt x="1741" y="2863"/>
                    <a:pt x="1751" y="2875"/>
                  </a:cubicBezTo>
                  <a:lnTo>
                    <a:pt x="1755" y="2878"/>
                  </a:lnTo>
                  <a:cubicBezTo>
                    <a:pt x="1764" y="2888"/>
                    <a:pt x="1772" y="2895"/>
                    <a:pt x="1783" y="2903"/>
                  </a:cubicBezTo>
                  <a:cubicBezTo>
                    <a:pt x="1798" y="2917"/>
                    <a:pt x="1807" y="2934"/>
                    <a:pt x="1813" y="2954"/>
                  </a:cubicBezTo>
                  <a:cubicBezTo>
                    <a:pt x="1815" y="2966"/>
                    <a:pt x="1815" y="2975"/>
                    <a:pt x="1817" y="2987"/>
                  </a:cubicBezTo>
                  <a:cubicBezTo>
                    <a:pt x="1819" y="3008"/>
                    <a:pt x="1813" y="3026"/>
                    <a:pt x="1803" y="3046"/>
                  </a:cubicBezTo>
                  <a:cubicBezTo>
                    <a:pt x="1796" y="3053"/>
                    <a:pt x="1790" y="3060"/>
                    <a:pt x="1785" y="3069"/>
                  </a:cubicBezTo>
                  <a:cubicBezTo>
                    <a:pt x="1775" y="3082"/>
                    <a:pt x="1762" y="3087"/>
                    <a:pt x="1748" y="3093"/>
                  </a:cubicBezTo>
                  <a:cubicBezTo>
                    <a:pt x="1736" y="3100"/>
                    <a:pt x="1724" y="3103"/>
                    <a:pt x="1712" y="3103"/>
                  </a:cubicBezTo>
                  <a:cubicBezTo>
                    <a:pt x="1709" y="3103"/>
                    <a:pt x="1707" y="3103"/>
                    <a:pt x="1704" y="3103"/>
                  </a:cubicBezTo>
                  <a:cubicBezTo>
                    <a:pt x="1701" y="3103"/>
                    <a:pt x="1699" y="3103"/>
                    <a:pt x="1696" y="3103"/>
                  </a:cubicBezTo>
                  <a:cubicBezTo>
                    <a:pt x="1682" y="3103"/>
                    <a:pt x="1671" y="3100"/>
                    <a:pt x="1659" y="3093"/>
                  </a:cubicBezTo>
                  <a:cubicBezTo>
                    <a:pt x="1645" y="3087"/>
                    <a:pt x="1633" y="3080"/>
                    <a:pt x="1622" y="3069"/>
                  </a:cubicBezTo>
                  <a:cubicBezTo>
                    <a:pt x="1620" y="3068"/>
                    <a:pt x="1618" y="3068"/>
                    <a:pt x="1616" y="3066"/>
                  </a:cubicBezTo>
                  <a:cubicBezTo>
                    <a:pt x="1608" y="3058"/>
                    <a:pt x="1599" y="3051"/>
                    <a:pt x="1588" y="3041"/>
                  </a:cubicBezTo>
                  <a:cubicBezTo>
                    <a:pt x="1574" y="3026"/>
                    <a:pt x="1564" y="3009"/>
                    <a:pt x="1559" y="2990"/>
                  </a:cubicBezTo>
                  <a:lnTo>
                    <a:pt x="1555" y="2958"/>
                  </a:lnTo>
                  <a:cubicBezTo>
                    <a:pt x="1555" y="2937"/>
                    <a:pt x="1559" y="2917"/>
                    <a:pt x="1571" y="2899"/>
                  </a:cubicBezTo>
                  <a:cubicBezTo>
                    <a:pt x="1575" y="2890"/>
                    <a:pt x="1584" y="2883"/>
                    <a:pt x="1588" y="2875"/>
                  </a:cubicBezTo>
                  <a:cubicBezTo>
                    <a:pt x="1599" y="2863"/>
                    <a:pt x="1611" y="2856"/>
                    <a:pt x="1626" y="2852"/>
                  </a:cubicBezTo>
                  <a:cubicBezTo>
                    <a:pt x="1637" y="2842"/>
                    <a:pt x="1654" y="2841"/>
                    <a:pt x="1670" y="2841"/>
                  </a:cubicBezTo>
                  <a:close/>
                  <a:moveTo>
                    <a:pt x="3603" y="2979"/>
                  </a:moveTo>
                  <a:cubicBezTo>
                    <a:pt x="3621" y="2979"/>
                    <a:pt x="3639" y="2988"/>
                    <a:pt x="3650" y="3008"/>
                  </a:cubicBezTo>
                  <a:cubicBezTo>
                    <a:pt x="3665" y="3031"/>
                    <a:pt x="3657" y="3073"/>
                    <a:pt x="3630" y="3086"/>
                  </a:cubicBezTo>
                  <a:cubicBezTo>
                    <a:pt x="3599" y="3100"/>
                    <a:pt x="3570" y="3117"/>
                    <a:pt x="3543" y="3136"/>
                  </a:cubicBezTo>
                  <a:cubicBezTo>
                    <a:pt x="3529" y="3144"/>
                    <a:pt x="3518" y="3153"/>
                    <a:pt x="3505" y="3164"/>
                  </a:cubicBezTo>
                  <a:cubicBezTo>
                    <a:pt x="3502" y="3165"/>
                    <a:pt x="3501" y="3165"/>
                    <a:pt x="3501" y="3165"/>
                  </a:cubicBezTo>
                  <a:cubicBezTo>
                    <a:pt x="3500" y="3167"/>
                    <a:pt x="3495" y="3168"/>
                    <a:pt x="3494" y="3171"/>
                  </a:cubicBezTo>
                  <a:cubicBezTo>
                    <a:pt x="3488" y="3175"/>
                    <a:pt x="3481" y="3180"/>
                    <a:pt x="3477" y="3185"/>
                  </a:cubicBezTo>
                  <a:cubicBezTo>
                    <a:pt x="3427" y="3225"/>
                    <a:pt x="3380" y="3273"/>
                    <a:pt x="3337" y="3320"/>
                  </a:cubicBezTo>
                  <a:cubicBezTo>
                    <a:pt x="3326" y="3331"/>
                    <a:pt x="3312" y="3337"/>
                    <a:pt x="3298" y="3337"/>
                  </a:cubicBezTo>
                  <a:cubicBezTo>
                    <a:pt x="3283" y="3337"/>
                    <a:pt x="3267" y="3331"/>
                    <a:pt x="3254" y="3320"/>
                  </a:cubicBezTo>
                  <a:cubicBezTo>
                    <a:pt x="3232" y="3299"/>
                    <a:pt x="3233" y="3260"/>
                    <a:pt x="3254" y="3238"/>
                  </a:cubicBezTo>
                  <a:cubicBezTo>
                    <a:pt x="3349" y="3138"/>
                    <a:pt x="3449" y="3043"/>
                    <a:pt x="3572" y="2987"/>
                  </a:cubicBezTo>
                  <a:cubicBezTo>
                    <a:pt x="3582" y="2982"/>
                    <a:pt x="3592" y="2979"/>
                    <a:pt x="3603" y="2979"/>
                  </a:cubicBezTo>
                  <a:close/>
                  <a:moveTo>
                    <a:pt x="1036" y="3056"/>
                  </a:moveTo>
                  <a:cubicBezTo>
                    <a:pt x="1041" y="3056"/>
                    <a:pt x="1045" y="3057"/>
                    <a:pt x="1049" y="3058"/>
                  </a:cubicBezTo>
                  <a:cubicBezTo>
                    <a:pt x="1082" y="3066"/>
                    <a:pt x="1095" y="3097"/>
                    <a:pt x="1090" y="3128"/>
                  </a:cubicBezTo>
                  <a:cubicBezTo>
                    <a:pt x="1076" y="3221"/>
                    <a:pt x="1049" y="3310"/>
                    <a:pt x="1035" y="3402"/>
                  </a:cubicBezTo>
                  <a:cubicBezTo>
                    <a:pt x="1031" y="3429"/>
                    <a:pt x="1028" y="3443"/>
                    <a:pt x="1027" y="3476"/>
                  </a:cubicBezTo>
                  <a:cubicBezTo>
                    <a:pt x="1025" y="3500"/>
                    <a:pt x="1025" y="3522"/>
                    <a:pt x="1025" y="3547"/>
                  </a:cubicBezTo>
                  <a:lnTo>
                    <a:pt x="1025" y="3548"/>
                  </a:lnTo>
                  <a:cubicBezTo>
                    <a:pt x="1025" y="3554"/>
                    <a:pt x="1027" y="3558"/>
                    <a:pt x="1027" y="3564"/>
                  </a:cubicBezTo>
                  <a:cubicBezTo>
                    <a:pt x="1027" y="3568"/>
                    <a:pt x="1028" y="3571"/>
                    <a:pt x="1028" y="3575"/>
                  </a:cubicBezTo>
                  <a:lnTo>
                    <a:pt x="1028" y="3576"/>
                  </a:lnTo>
                  <a:lnTo>
                    <a:pt x="1031" y="3578"/>
                  </a:lnTo>
                  <a:cubicBezTo>
                    <a:pt x="1032" y="3579"/>
                    <a:pt x="1032" y="3579"/>
                    <a:pt x="1032" y="3583"/>
                  </a:cubicBezTo>
                  <a:lnTo>
                    <a:pt x="1034" y="3585"/>
                  </a:lnTo>
                  <a:cubicBezTo>
                    <a:pt x="1034" y="3585"/>
                    <a:pt x="1034" y="3585"/>
                    <a:pt x="1034" y="3585"/>
                  </a:cubicBezTo>
                  <a:cubicBezTo>
                    <a:pt x="1035" y="3585"/>
                    <a:pt x="1035" y="3585"/>
                    <a:pt x="1035" y="3585"/>
                  </a:cubicBezTo>
                  <a:lnTo>
                    <a:pt x="1038" y="3586"/>
                  </a:lnTo>
                  <a:cubicBezTo>
                    <a:pt x="1104" y="3603"/>
                    <a:pt x="1080" y="3699"/>
                    <a:pt x="1020" y="3699"/>
                  </a:cubicBezTo>
                  <a:cubicBezTo>
                    <a:pt x="1015" y="3699"/>
                    <a:pt x="1010" y="3698"/>
                    <a:pt x="1005" y="3697"/>
                  </a:cubicBezTo>
                  <a:cubicBezTo>
                    <a:pt x="889" y="3667"/>
                    <a:pt x="905" y="3504"/>
                    <a:pt x="919" y="3413"/>
                  </a:cubicBezTo>
                  <a:cubicBezTo>
                    <a:pt x="933" y="3307"/>
                    <a:pt x="963" y="3204"/>
                    <a:pt x="978" y="3097"/>
                  </a:cubicBezTo>
                  <a:cubicBezTo>
                    <a:pt x="983" y="3071"/>
                    <a:pt x="1012" y="3056"/>
                    <a:pt x="1036" y="3056"/>
                  </a:cubicBezTo>
                  <a:close/>
                  <a:moveTo>
                    <a:pt x="11160" y="1510"/>
                  </a:moveTo>
                  <a:cubicBezTo>
                    <a:pt x="11840" y="1510"/>
                    <a:pt x="12565" y="1958"/>
                    <a:pt x="12535" y="2685"/>
                  </a:cubicBezTo>
                  <a:cubicBezTo>
                    <a:pt x="12525" y="2958"/>
                    <a:pt x="12408" y="3235"/>
                    <a:pt x="12220" y="3433"/>
                  </a:cubicBezTo>
                  <a:cubicBezTo>
                    <a:pt x="12014" y="3654"/>
                    <a:pt x="11723" y="3775"/>
                    <a:pt x="11423" y="3806"/>
                  </a:cubicBezTo>
                  <a:cubicBezTo>
                    <a:pt x="11376" y="3811"/>
                    <a:pt x="11330" y="3813"/>
                    <a:pt x="11284" y="3813"/>
                  </a:cubicBezTo>
                  <a:cubicBezTo>
                    <a:pt x="11081" y="3813"/>
                    <a:pt x="10880" y="3769"/>
                    <a:pt x="10686" y="3702"/>
                  </a:cubicBezTo>
                  <a:cubicBezTo>
                    <a:pt x="10551" y="3654"/>
                    <a:pt x="10254" y="3548"/>
                    <a:pt x="10263" y="3364"/>
                  </a:cubicBezTo>
                  <a:cubicBezTo>
                    <a:pt x="10004" y="3082"/>
                    <a:pt x="9878" y="2699"/>
                    <a:pt x="9997" y="2325"/>
                  </a:cubicBezTo>
                  <a:cubicBezTo>
                    <a:pt x="10086" y="2042"/>
                    <a:pt x="10288" y="1792"/>
                    <a:pt x="10550" y="1652"/>
                  </a:cubicBezTo>
                  <a:cubicBezTo>
                    <a:pt x="10731" y="1555"/>
                    <a:pt x="10944" y="1510"/>
                    <a:pt x="11160" y="1510"/>
                  </a:cubicBezTo>
                  <a:close/>
                  <a:moveTo>
                    <a:pt x="12757" y="3688"/>
                  </a:moveTo>
                  <a:cubicBezTo>
                    <a:pt x="12783" y="3688"/>
                    <a:pt x="12806" y="3702"/>
                    <a:pt x="12813" y="3731"/>
                  </a:cubicBezTo>
                  <a:cubicBezTo>
                    <a:pt x="12824" y="3759"/>
                    <a:pt x="12809" y="3797"/>
                    <a:pt x="12776" y="3802"/>
                  </a:cubicBezTo>
                  <a:cubicBezTo>
                    <a:pt x="12694" y="3813"/>
                    <a:pt x="12623" y="3846"/>
                    <a:pt x="12552" y="3882"/>
                  </a:cubicBezTo>
                  <a:cubicBezTo>
                    <a:pt x="12474" y="3923"/>
                    <a:pt x="12406" y="3967"/>
                    <a:pt x="12345" y="4026"/>
                  </a:cubicBezTo>
                  <a:cubicBezTo>
                    <a:pt x="12334" y="4038"/>
                    <a:pt x="12320" y="4043"/>
                    <a:pt x="12307" y="4043"/>
                  </a:cubicBezTo>
                  <a:cubicBezTo>
                    <a:pt x="12264" y="4043"/>
                    <a:pt x="12225" y="3985"/>
                    <a:pt x="12264" y="3945"/>
                  </a:cubicBezTo>
                  <a:cubicBezTo>
                    <a:pt x="12330" y="3881"/>
                    <a:pt x="12410" y="3827"/>
                    <a:pt x="12491" y="3783"/>
                  </a:cubicBezTo>
                  <a:cubicBezTo>
                    <a:pt x="12569" y="3742"/>
                    <a:pt x="12656" y="3702"/>
                    <a:pt x="12742" y="3690"/>
                  </a:cubicBezTo>
                  <a:cubicBezTo>
                    <a:pt x="12747" y="3689"/>
                    <a:pt x="12752" y="3688"/>
                    <a:pt x="12757" y="3688"/>
                  </a:cubicBezTo>
                  <a:close/>
                  <a:moveTo>
                    <a:pt x="9297" y="3844"/>
                  </a:moveTo>
                  <a:cubicBezTo>
                    <a:pt x="9446" y="3844"/>
                    <a:pt x="9444" y="4074"/>
                    <a:pt x="9297" y="4074"/>
                  </a:cubicBezTo>
                  <a:cubicBezTo>
                    <a:pt x="9148" y="4074"/>
                    <a:pt x="9148" y="3844"/>
                    <a:pt x="9297" y="3844"/>
                  </a:cubicBezTo>
                  <a:close/>
                  <a:moveTo>
                    <a:pt x="5942" y="3645"/>
                  </a:moveTo>
                  <a:cubicBezTo>
                    <a:pt x="5956" y="3645"/>
                    <a:pt x="5971" y="3651"/>
                    <a:pt x="5982" y="3661"/>
                  </a:cubicBezTo>
                  <a:cubicBezTo>
                    <a:pt x="6004" y="3683"/>
                    <a:pt x="6002" y="3724"/>
                    <a:pt x="5981" y="3742"/>
                  </a:cubicBezTo>
                  <a:cubicBezTo>
                    <a:pt x="5865" y="3855"/>
                    <a:pt x="5750" y="3975"/>
                    <a:pt x="5632" y="4089"/>
                  </a:cubicBezTo>
                  <a:cubicBezTo>
                    <a:pt x="5621" y="4101"/>
                    <a:pt x="5607" y="4106"/>
                    <a:pt x="5593" y="4106"/>
                  </a:cubicBezTo>
                  <a:cubicBezTo>
                    <a:pt x="5578" y="4106"/>
                    <a:pt x="5563" y="4100"/>
                    <a:pt x="5550" y="4089"/>
                  </a:cubicBezTo>
                  <a:cubicBezTo>
                    <a:pt x="5527" y="4068"/>
                    <a:pt x="5529" y="4030"/>
                    <a:pt x="5550" y="4009"/>
                  </a:cubicBezTo>
                  <a:cubicBezTo>
                    <a:pt x="5668" y="3895"/>
                    <a:pt x="5783" y="3776"/>
                    <a:pt x="5902" y="3661"/>
                  </a:cubicBezTo>
                  <a:cubicBezTo>
                    <a:pt x="5913" y="3651"/>
                    <a:pt x="5927" y="3645"/>
                    <a:pt x="5942" y="3645"/>
                  </a:cubicBezTo>
                  <a:close/>
                  <a:moveTo>
                    <a:pt x="4682" y="3972"/>
                  </a:moveTo>
                  <a:cubicBezTo>
                    <a:pt x="4708" y="3972"/>
                    <a:pt x="4735" y="3981"/>
                    <a:pt x="4759" y="4003"/>
                  </a:cubicBezTo>
                  <a:cubicBezTo>
                    <a:pt x="4766" y="4009"/>
                    <a:pt x="4774" y="4016"/>
                    <a:pt x="4781" y="4021"/>
                  </a:cubicBezTo>
                  <a:cubicBezTo>
                    <a:pt x="4805" y="4044"/>
                    <a:pt x="4817" y="4071"/>
                    <a:pt x="4817" y="4096"/>
                  </a:cubicBezTo>
                  <a:cubicBezTo>
                    <a:pt x="4817" y="4157"/>
                    <a:pt x="4758" y="4215"/>
                    <a:pt x="4693" y="4215"/>
                  </a:cubicBezTo>
                  <a:cubicBezTo>
                    <a:pt x="4667" y="4215"/>
                    <a:pt x="4640" y="4206"/>
                    <a:pt x="4616" y="4184"/>
                  </a:cubicBezTo>
                  <a:cubicBezTo>
                    <a:pt x="4609" y="4179"/>
                    <a:pt x="4603" y="4171"/>
                    <a:pt x="4596" y="4166"/>
                  </a:cubicBezTo>
                  <a:cubicBezTo>
                    <a:pt x="4569" y="4143"/>
                    <a:pt x="4558" y="4116"/>
                    <a:pt x="4558" y="4089"/>
                  </a:cubicBezTo>
                  <a:cubicBezTo>
                    <a:pt x="4558" y="4029"/>
                    <a:pt x="4617" y="3972"/>
                    <a:pt x="4682" y="3972"/>
                  </a:cubicBezTo>
                  <a:close/>
                  <a:moveTo>
                    <a:pt x="7541" y="3967"/>
                  </a:moveTo>
                  <a:cubicBezTo>
                    <a:pt x="7554" y="3967"/>
                    <a:pt x="7567" y="3970"/>
                    <a:pt x="7577" y="3976"/>
                  </a:cubicBezTo>
                  <a:cubicBezTo>
                    <a:pt x="7591" y="3982"/>
                    <a:pt x="7603" y="3989"/>
                    <a:pt x="7615" y="4001"/>
                  </a:cubicBezTo>
                  <a:lnTo>
                    <a:pt x="7618" y="4004"/>
                  </a:lnTo>
                  <a:cubicBezTo>
                    <a:pt x="7628" y="4014"/>
                    <a:pt x="7636" y="4021"/>
                    <a:pt x="7646" y="4030"/>
                  </a:cubicBezTo>
                  <a:cubicBezTo>
                    <a:pt x="7660" y="4044"/>
                    <a:pt x="7672" y="4061"/>
                    <a:pt x="7674" y="4081"/>
                  </a:cubicBezTo>
                  <a:lnTo>
                    <a:pt x="7680" y="4113"/>
                  </a:lnTo>
                  <a:cubicBezTo>
                    <a:pt x="7680" y="4132"/>
                    <a:pt x="7673" y="4152"/>
                    <a:pt x="7664" y="4170"/>
                  </a:cubicBezTo>
                  <a:cubicBezTo>
                    <a:pt x="7659" y="4179"/>
                    <a:pt x="7652" y="4186"/>
                    <a:pt x="7646" y="4193"/>
                  </a:cubicBezTo>
                  <a:cubicBezTo>
                    <a:pt x="7636" y="4205"/>
                    <a:pt x="7623" y="4213"/>
                    <a:pt x="7609" y="4217"/>
                  </a:cubicBezTo>
                  <a:cubicBezTo>
                    <a:pt x="7596" y="4224"/>
                    <a:pt x="7581" y="4228"/>
                    <a:pt x="7565" y="4228"/>
                  </a:cubicBezTo>
                  <a:cubicBezTo>
                    <a:pt x="7550" y="4228"/>
                    <a:pt x="7533" y="4224"/>
                    <a:pt x="7521" y="4217"/>
                  </a:cubicBezTo>
                  <a:cubicBezTo>
                    <a:pt x="7507" y="4213"/>
                    <a:pt x="7494" y="4205"/>
                    <a:pt x="7483" y="4193"/>
                  </a:cubicBezTo>
                  <a:lnTo>
                    <a:pt x="7480" y="4188"/>
                  </a:lnTo>
                  <a:cubicBezTo>
                    <a:pt x="7470" y="4180"/>
                    <a:pt x="7462" y="4173"/>
                    <a:pt x="7452" y="4164"/>
                  </a:cubicBezTo>
                  <a:cubicBezTo>
                    <a:pt x="7438" y="4150"/>
                    <a:pt x="7426" y="4132"/>
                    <a:pt x="7424" y="4113"/>
                  </a:cubicBezTo>
                  <a:cubicBezTo>
                    <a:pt x="7421" y="4102"/>
                    <a:pt x="7419" y="4092"/>
                    <a:pt x="7418" y="4082"/>
                  </a:cubicBezTo>
                  <a:cubicBezTo>
                    <a:pt x="7418" y="4061"/>
                    <a:pt x="7424" y="4043"/>
                    <a:pt x="7433" y="4024"/>
                  </a:cubicBezTo>
                  <a:cubicBezTo>
                    <a:pt x="7439" y="4016"/>
                    <a:pt x="7445" y="4010"/>
                    <a:pt x="7452" y="4001"/>
                  </a:cubicBezTo>
                  <a:cubicBezTo>
                    <a:pt x="7462" y="3989"/>
                    <a:pt x="7475" y="3982"/>
                    <a:pt x="7489" y="3976"/>
                  </a:cubicBezTo>
                  <a:cubicBezTo>
                    <a:pt x="7499" y="3970"/>
                    <a:pt x="7512" y="3967"/>
                    <a:pt x="7525" y="3967"/>
                  </a:cubicBezTo>
                  <a:cubicBezTo>
                    <a:pt x="7527" y="3967"/>
                    <a:pt x="7530" y="3967"/>
                    <a:pt x="7533" y="3967"/>
                  </a:cubicBezTo>
                  <a:cubicBezTo>
                    <a:pt x="7535" y="3967"/>
                    <a:pt x="7538" y="3967"/>
                    <a:pt x="7541" y="3967"/>
                  </a:cubicBezTo>
                  <a:close/>
                  <a:moveTo>
                    <a:pt x="2763" y="3986"/>
                  </a:moveTo>
                  <a:cubicBezTo>
                    <a:pt x="2775" y="3986"/>
                    <a:pt x="2787" y="3990"/>
                    <a:pt x="2798" y="3997"/>
                  </a:cubicBezTo>
                  <a:cubicBezTo>
                    <a:pt x="2812" y="4003"/>
                    <a:pt x="2825" y="4010"/>
                    <a:pt x="2835" y="4021"/>
                  </a:cubicBezTo>
                  <a:lnTo>
                    <a:pt x="2841" y="4026"/>
                  </a:lnTo>
                  <a:cubicBezTo>
                    <a:pt x="2842" y="4028"/>
                    <a:pt x="2846" y="4031"/>
                    <a:pt x="2848" y="4031"/>
                  </a:cubicBezTo>
                  <a:cubicBezTo>
                    <a:pt x="2853" y="4037"/>
                    <a:pt x="2858" y="4040"/>
                    <a:pt x="2862" y="4045"/>
                  </a:cubicBezTo>
                  <a:cubicBezTo>
                    <a:pt x="2867" y="4050"/>
                    <a:pt x="2870" y="4054"/>
                    <a:pt x="2876" y="4058"/>
                  </a:cubicBezTo>
                  <a:cubicBezTo>
                    <a:pt x="2890" y="4072"/>
                    <a:pt x="2900" y="4089"/>
                    <a:pt x="2904" y="4109"/>
                  </a:cubicBezTo>
                  <a:lnTo>
                    <a:pt x="2910" y="4142"/>
                  </a:lnTo>
                  <a:cubicBezTo>
                    <a:pt x="2911" y="4160"/>
                    <a:pt x="2906" y="4180"/>
                    <a:pt x="2896" y="4198"/>
                  </a:cubicBezTo>
                  <a:cubicBezTo>
                    <a:pt x="2890" y="4207"/>
                    <a:pt x="2883" y="4214"/>
                    <a:pt x="2877" y="4221"/>
                  </a:cubicBezTo>
                  <a:cubicBezTo>
                    <a:pt x="2867" y="4234"/>
                    <a:pt x="2855" y="4241"/>
                    <a:pt x="2841" y="4245"/>
                  </a:cubicBezTo>
                  <a:cubicBezTo>
                    <a:pt x="2826" y="4252"/>
                    <a:pt x="2812" y="4257"/>
                    <a:pt x="2797" y="4257"/>
                  </a:cubicBezTo>
                  <a:cubicBezTo>
                    <a:pt x="2780" y="4257"/>
                    <a:pt x="2764" y="4252"/>
                    <a:pt x="2751" y="4245"/>
                  </a:cubicBezTo>
                  <a:cubicBezTo>
                    <a:pt x="2739" y="4240"/>
                    <a:pt x="2726" y="4234"/>
                    <a:pt x="2714" y="4221"/>
                  </a:cubicBezTo>
                  <a:cubicBezTo>
                    <a:pt x="2713" y="4220"/>
                    <a:pt x="2712" y="4220"/>
                    <a:pt x="2709" y="4217"/>
                  </a:cubicBezTo>
                  <a:lnTo>
                    <a:pt x="2700" y="4208"/>
                  </a:lnTo>
                  <a:cubicBezTo>
                    <a:pt x="2697" y="4207"/>
                    <a:pt x="2692" y="4201"/>
                    <a:pt x="2688" y="4198"/>
                  </a:cubicBezTo>
                  <a:lnTo>
                    <a:pt x="2683" y="4193"/>
                  </a:lnTo>
                  <a:cubicBezTo>
                    <a:pt x="2680" y="4190"/>
                    <a:pt x="2678" y="4187"/>
                    <a:pt x="2673" y="4186"/>
                  </a:cubicBezTo>
                  <a:cubicBezTo>
                    <a:pt x="2661" y="4171"/>
                    <a:pt x="2649" y="4153"/>
                    <a:pt x="2644" y="4135"/>
                  </a:cubicBezTo>
                  <a:cubicBezTo>
                    <a:pt x="2642" y="4123"/>
                    <a:pt x="2642" y="4113"/>
                    <a:pt x="2641" y="4102"/>
                  </a:cubicBezTo>
                  <a:cubicBezTo>
                    <a:pt x="2641" y="4081"/>
                    <a:pt x="2645" y="4061"/>
                    <a:pt x="2655" y="4044"/>
                  </a:cubicBezTo>
                  <a:cubicBezTo>
                    <a:pt x="2659" y="4037"/>
                    <a:pt x="2666" y="4030"/>
                    <a:pt x="2672" y="4021"/>
                  </a:cubicBezTo>
                  <a:cubicBezTo>
                    <a:pt x="2683" y="4009"/>
                    <a:pt x="2695" y="4003"/>
                    <a:pt x="2709" y="3997"/>
                  </a:cubicBezTo>
                  <a:cubicBezTo>
                    <a:pt x="2721" y="3990"/>
                    <a:pt x="2733" y="3987"/>
                    <a:pt x="2746" y="3987"/>
                  </a:cubicBezTo>
                  <a:cubicBezTo>
                    <a:pt x="2749" y="3987"/>
                    <a:pt x="2751" y="3987"/>
                    <a:pt x="2754" y="3987"/>
                  </a:cubicBezTo>
                  <a:cubicBezTo>
                    <a:pt x="2757" y="3987"/>
                    <a:pt x="2760" y="3986"/>
                    <a:pt x="2763" y="3986"/>
                  </a:cubicBezTo>
                  <a:close/>
                  <a:moveTo>
                    <a:pt x="10818" y="4385"/>
                  </a:moveTo>
                  <a:cubicBezTo>
                    <a:pt x="10827" y="4385"/>
                    <a:pt x="10836" y="4387"/>
                    <a:pt x="10843" y="4393"/>
                  </a:cubicBezTo>
                  <a:cubicBezTo>
                    <a:pt x="10876" y="4415"/>
                    <a:pt x="10910" y="4435"/>
                    <a:pt x="10945" y="4451"/>
                  </a:cubicBezTo>
                  <a:cubicBezTo>
                    <a:pt x="10954" y="4455"/>
                    <a:pt x="10962" y="4461"/>
                    <a:pt x="10971" y="4463"/>
                  </a:cubicBezTo>
                  <a:lnTo>
                    <a:pt x="10973" y="4463"/>
                  </a:lnTo>
                  <a:lnTo>
                    <a:pt x="10975" y="4465"/>
                  </a:lnTo>
                  <a:cubicBezTo>
                    <a:pt x="10976" y="4465"/>
                    <a:pt x="10976" y="4468"/>
                    <a:pt x="10979" y="4468"/>
                  </a:cubicBezTo>
                  <a:lnTo>
                    <a:pt x="10989" y="4472"/>
                  </a:lnTo>
                  <a:lnTo>
                    <a:pt x="11043" y="4493"/>
                  </a:lnTo>
                  <a:cubicBezTo>
                    <a:pt x="11118" y="4526"/>
                    <a:pt x="11193" y="4561"/>
                    <a:pt x="11251" y="4619"/>
                  </a:cubicBezTo>
                  <a:cubicBezTo>
                    <a:pt x="11294" y="4661"/>
                    <a:pt x="11255" y="4718"/>
                    <a:pt x="11210" y="4718"/>
                  </a:cubicBezTo>
                  <a:cubicBezTo>
                    <a:pt x="11197" y="4718"/>
                    <a:pt x="11184" y="4713"/>
                    <a:pt x="11172" y="4701"/>
                  </a:cubicBezTo>
                  <a:cubicBezTo>
                    <a:pt x="11145" y="4675"/>
                    <a:pt x="11124" y="4660"/>
                    <a:pt x="11088" y="4641"/>
                  </a:cubicBezTo>
                  <a:cubicBezTo>
                    <a:pt x="11070" y="4632"/>
                    <a:pt x="11054" y="4624"/>
                    <a:pt x="11037" y="4616"/>
                  </a:cubicBezTo>
                  <a:cubicBezTo>
                    <a:pt x="11029" y="4611"/>
                    <a:pt x="11022" y="4607"/>
                    <a:pt x="11012" y="4604"/>
                  </a:cubicBezTo>
                  <a:cubicBezTo>
                    <a:pt x="11010" y="4602"/>
                    <a:pt x="11007" y="4602"/>
                    <a:pt x="11007" y="4602"/>
                  </a:cubicBezTo>
                  <a:cubicBezTo>
                    <a:pt x="11002" y="4599"/>
                    <a:pt x="10997" y="4599"/>
                    <a:pt x="10995" y="4597"/>
                  </a:cubicBezTo>
                  <a:cubicBezTo>
                    <a:pt x="10924" y="4568"/>
                    <a:pt x="10849" y="4540"/>
                    <a:pt x="10786" y="4493"/>
                  </a:cubicBezTo>
                  <a:cubicBezTo>
                    <a:pt x="10762" y="4476"/>
                    <a:pt x="10749" y="4444"/>
                    <a:pt x="10765" y="4414"/>
                  </a:cubicBezTo>
                  <a:cubicBezTo>
                    <a:pt x="10775" y="4397"/>
                    <a:pt x="10797" y="4385"/>
                    <a:pt x="10818" y="4385"/>
                  </a:cubicBezTo>
                  <a:close/>
                  <a:moveTo>
                    <a:pt x="8278" y="4705"/>
                  </a:moveTo>
                  <a:cubicBezTo>
                    <a:pt x="8299" y="4705"/>
                    <a:pt x="8321" y="4717"/>
                    <a:pt x="8332" y="4734"/>
                  </a:cubicBezTo>
                  <a:cubicBezTo>
                    <a:pt x="8347" y="4762"/>
                    <a:pt x="8333" y="4796"/>
                    <a:pt x="8311" y="4815"/>
                  </a:cubicBezTo>
                  <a:cubicBezTo>
                    <a:pt x="8282" y="4833"/>
                    <a:pt x="8255" y="4853"/>
                    <a:pt x="8230" y="4873"/>
                  </a:cubicBezTo>
                  <a:cubicBezTo>
                    <a:pt x="8217" y="4881"/>
                    <a:pt x="8204" y="4890"/>
                    <a:pt x="8192" y="4901"/>
                  </a:cubicBezTo>
                  <a:cubicBezTo>
                    <a:pt x="8185" y="4907"/>
                    <a:pt x="8179" y="4910"/>
                    <a:pt x="8175" y="4915"/>
                  </a:cubicBezTo>
                  <a:cubicBezTo>
                    <a:pt x="8172" y="4915"/>
                    <a:pt x="8172" y="4917"/>
                    <a:pt x="8172" y="4917"/>
                  </a:cubicBezTo>
                  <a:cubicBezTo>
                    <a:pt x="8170" y="4918"/>
                    <a:pt x="8168" y="4923"/>
                    <a:pt x="8163" y="4924"/>
                  </a:cubicBezTo>
                  <a:cubicBezTo>
                    <a:pt x="8128" y="4952"/>
                    <a:pt x="8092" y="4981"/>
                    <a:pt x="8058" y="5013"/>
                  </a:cubicBezTo>
                  <a:cubicBezTo>
                    <a:pt x="8077" y="5039"/>
                    <a:pt x="8063" y="5077"/>
                    <a:pt x="8037" y="5093"/>
                  </a:cubicBezTo>
                  <a:cubicBezTo>
                    <a:pt x="8029" y="5098"/>
                    <a:pt x="8019" y="5100"/>
                    <a:pt x="8011" y="5100"/>
                  </a:cubicBezTo>
                  <a:cubicBezTo>
                    <a:pt x="7990" y="5100"/>
                    <a:pt x="7971" y="5088"/>
                    <a:pt x="7958" y="5071"/>
                  </a:cubicBezTo>
                  <a:lnTo>
                    <a:pt x="7958" y="5070"/>
                  </a:lnTo>
                  <a:lnTo>
                    <a:pt x="7956" y="5067"/>
                  </a:lnTo>
                  <a:lnTo>
                    <a:pt x="7952" y="5064"/>
                  </a:lnTo>
                  <a:cubicBezTo>
                    <a:pt x="7951" y="5060"/>
                    <a:pt x="7948" y="5059"/>
                    <a:pt x="7944" y="5056"/>
                  </a:cubicBezTo>
                  <a:lnTo>
                    <a:pt x="7935" y="5046"/>
                  </a:lnTo>
                  <a:cubicBezTo>
                    <a:pt x="7912" y="5027"/>
                    <a:pt x="7914" y="4986"/>
                    <a:pt x="7935" y="4965"/>
                  </a:cubicBezTo>
                  <a:cubicBezTo>
                    <a:pt x="8033" y="4872"/>
                    <a:pt x="8142" y="4791"/>
                    <a:pt x="8253" y="4713"/>
                  </a:cubicBezTo>
                  <a:cubicBezTo>
                    <a:pt x="8260" y="4708"/>
                    <a:pt x="8269" y="4705"/>
                    <a:pt x="8278" y="4705"/>
                  </a:cubicBezTo>
                  <a:close/>
                  <a:moveTo>
                    <a:pt x="7563" y="0"/>
                  </a:moveTo>
                  <a:cubicBezTo>
                    <a:pt x="7497" y="0"/>
                    <a:pt x="7430" y="1"/>
                    <a:pt x="7364" y="1"/>
                  </a:cubicBezTo>
                  <a:cubicBezTo>
                    <a:pt x="6436" y="7"/>
                    <a:pt x="5505" y="32"/>
                    <a:pt x="4578" y="83"/>
                  </a:cubicBezTo>
                  <a:cubicBezTo>
                    <a:pt x="3726" y="131"/>
                    <a:pt x="2863" y="211"/>
                    <a:pt x="2046" y="464"/>
                  </a:cubicBezTo>
                  <a:cubicBezTo>
                    <a:pt x="1302" y="695"/>
                    <a:pt x="548" y="1118"/>
                    <a:pt x="239" y="1874"/>
                  </a:cubicBezTo>
                  <a:cubicBezTo>
                    <a:pt x="66" y="2294"/>
                    <a:pt x="1" y="2783"/>
                    <a:pt x="101" y="3228"/>
                  </a:cubicBezTo>
                  <a:cubicBezTo>
                    <a:pt x="198" y="3650"/>
                    <a:pt x="437" y="4021"/>
                    <a:pt x="757" y="4313"/>
                  </a:cubicBezTo>
                  <a:cubicBezTo>
                    <a:pt x="1487" y="4979"/>
                    <a:pt x="2536" y="5236"/>
                    <a:pt x="3501" y="5243"/>
                  </a:cubicBezTo>
                  <a:cubicBezTo>
                    <a:pt x="3504" y="5242"/>
                    <a:pt x="3508" y="5242"/>
                    <a:pt x="3512" y="5242"/>
                  </a:cubicBezTo>
                  <a:cubicBezTo>
                    <a:pt x="3515" y="5242"/>
                    <a:pt x="3519" y="5242"/>
                    <a:pt x="3522" y="5243"/>
                  </a:cubicBezTo>
                  <a:cubicBezTo>
                    <a:pt x="3534" y="5243"/>
                    <a:pt x="3543" y="5244"/>
                    <a:pt x="3553" y="5247"/>
                  </a:cubicBezTo>
                  <a:cubicBezTo>
                    <a:pt x="3888" y="5287"/>
                    <a:pt x="4224" y="5326"/>
                    <a:pt x="4561" y="5363"/>
                  </a:cubicBezTo>
                  <a:cubicBezTo>
                    <a:pt x="5671" y="5487"/>
                    <a:pt x="6789" y="5587"/>
                    <a:pt x="7908" y="5587"/>
                  </a:cubicBezTo>
                  <a:cubicBezTo>
                    <a:pt x="8184" y="5587"/>
                    <a:pt x="8460" y="5581"/>
                    <a:pt x="8736" y="5567"/>
                  </a:cubicBezTo>
                  <a:cubicBezTo>
                    <a:pt x="9432" y="5533"/>
                    <a:pt x="10117" y="5441"/>
                    <a:pt x="10803" y="5308"/>
                  </a:cubicBezTo>
                  <a:cubicBezTo>
                    <a:pt x="11305" y="5212"/>
                    <a:pt x="11805" y="5070"/>
                    <a:pt x="12263" y="4836"/>
                  </a:cubicBezTo>
                  <a:cubicBezTo>
                    <a:pt x="12708" y="4607"/>
                    <a:pt x="13109" y="4279"/>
                    <a:pt x="13329" y="3820"/>
                  </a:cubicBezTo>
                  <a:cubicBezTo>
                    <a:pt x="13589" y="3277"/>
                    <a:pt x="13560" y="2685"/>
                    <a:pt x="13279" y="2158"/>
                  </a:cubicBezTo>
                  <a:cubicBezTo>
                    <a:pt x="12753" y="1167"/>
                    <a:pt x="11692" y="606"/>
                    <a:pt x="10647" y="324"/>
                  </a:cubicBezTo>
                  <a:cubicBezTo>
                    <a:pt x="10126" y="182"/>
                    <a:pt x="9593" y="100"/>
                    <a:pt x="9055" y="55"/>
                  </a:cubicBezTo>
                  <a:cubicBezTo>
                    <a:pt x="9045" y="63"/>
                    <a:pt x="9032" y="69"/>
                    <a:pt x="9019" y="69"/>
                  </a:cubicBezTo>
                  <a:cubicBezTo>
                    <a:pt x="9006" y="69"/>
                    <a:pt x="8992" y="63"/>
                    <a:pt x="8980" y="51"/>
                  </a:cubicBezTo>
                  <a:cubicBezTo>
                    <a:pt x="8978" y="49"/>
                    <a:pt x="8978" y="49"/>
                    <a:pt x="8978" y="48"/>
                  </a:cubicBezTo>
                  <a:cubicBezTo>
                    <a:pt x="8508" y="10"/>
                    <a:pt x="8035" y="0"/>
                    <a:pt x="7563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62" name="Google Shape;862;p9"/>
            <p:cNvSpPr/>
            <p:nvPr/>
          </p:nvSpPr>
          <p:spPr>
            <a:xfrm>
              <a:off x="471600" y="2879640"/>
              <a:ext cx="35640" cy="59760"/>
            </a:xfrm>
            <a:custGeom>
              <a:rect b="b" l="l" r="r" t="t"/>
              <a:pathLst>
                <a:path extrusionOk="0" h="1192" w="715">
                  <a:moveTo>
                    <a:pt x="85" y="0"/>
                  </a:moveTo>
                  <a:cubicBezTo>
                    <a:pt x="24" y="0"/>
                    <a:pt x="1" y="97"/>
                    <a:pt x="68" y="111"/>
                  </a:cubicBezTo>
                  <a:cubicBezTo>
                    <a:pt x="279" y="153"/>
                    <a:pt x="282" y="383"/>
                    <a:pt x="299" y="557"/>
                  </a:cubicBezTo>
                  <a:cubicBezTo>
                    <a:pt x="308" y="663"/>
                    <a:pt x="318" y="772"/>
                    <a:pt x="363" y="869"/>
                  </a:cubicBezTo>
                  <a:cubicBezTo>
                    <a:pt x="373" y="890"/>
                    <a:pt x="384" y="909"/>
                    <a:pt x="394" y="928"/>
                  </a:cubicBezTo>
                  <a:cubicBezTo>
                    <a:pt x="449" y="1018"/>
                    <a:pt x="529" y="1096"/>
                    <a:pt x="603" y="1171"/>
                  </a:cubicBezTo>
                  <a:cubicBezTo>
                    <a:pt x="603" y="1172"/>
                    <a:pt x="603" y="1172"/>
                    <a:pt x="605" y="1174"/>
                  </a:cubicBezTo>
                  <a:cubicBezTo>
                    <a:pt x="617" y="1186"/>
                    <a:pt x="631" y="1192"/>
                    <a:pt x="644" y="1192"/>
                  </a:cubicBezTo>
                  <a:cubicBezTo>
                    <a:pt x="657" y="1192"/>
                    <a:pt x="670" y="1186"/>
                    <a:pt x="679" y="1178"/>
                  </a:cubicBezTo>
                  <a:cubicBezTo>
                    <a:pt x="705" y="1157"/>
                    <a:pt x="714" y="1121"/>
                    <a:pt x="686" y="1093"/>
                  </a:cubicBezTo>
                  <a:cubicBezTo>
                    <a:pt x="638" y="1043"/>
                    <a:pt x="587" y="994"/>
                    <a:pt x="543" y="938"/>
                  </a:cubicBezTo>
                  <a:cubicBezTo>
                    <a:pt x="502" y="889"/>
                    <a:pt x="469" y="833"/>
                    <a:pt x="449" y="774"/>
                  </a:cubicBezTo>
                  <a:cubicBezTo>
                    <a:pt x="417" y="675"/>
                    <a:pt x="415" y="567"/>
                    <a:pt x="406" y="462"/>
                  </a:cubicBezTo>
                  <a:cubicBezTo>
                    <a:pt x="386" y="258"/>
                    <a:pt x="328" y="47"/>
                    <a:pt x="98" y="2"/>
                  </a:cubicBezTo>
                  <a:cubicBezTo>
                    <a:pt x="93" y="1"/>
                    <a:pt x="89" y="0"/>
                    <a:pt x="85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9875" lIns="91425" spcFirstLastPara="1" rIns="91425" wrap="square" tIns="29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63" name="Google Shape;863;p9"/>
            <p:cNvSpPr/>
            <p:nvPr/>
          </p:nvSpPr>
          <p:spPr>
            <a:xfrm>
              <a:off x="326880" y="2847960"/>
              <a:ext cx="72000" cy="84240"/>
            </a:xfrm>
            <a:custGeom>
              <a:rect b="b" l="l" r="r" t="t"/>
              <a:pathLst>
                <a:path extrusionOk="0" h="1679" w="1434">
                  <a:moveTo>
                    <a:pt x="126" y="0"/>
                  </a:moveTo>
                  <a:cubicBezTo>
                    <a:pt x="107" y="0"/>
                    <a:pt x="88" y="2"/>
                    <a:pt x="69" y="5"/>
                  </a:cubicBezTo>
                  <a:cubicBezTo>
                    <a:pt x="0" y="17"/>
                    <a:pt x="24" y="118"/>
                    <a:pt x="89" y="118"/>
                  </a:cubicBezTo>
                  <a:cubicBezTo>
                    <a:pt x="92" y="118"/>
                    <a:pt x="95" y="117"/>
                    <a:pt x="99" y="117"/>
                  </a:cubicBezTo>
                  <a:cubicBezTo>
                    <a:pt x="109" y="115"/>
                    <a:pt x="119" y="114"/>
                    <a:pt x="129" y="114"/>
                  </a:cubicBezTo>
                  <a:cubicBezTo>
                    <a:pt x="262" y="114"/>
                    <a:pt x="368" y="249"/>
                    <a:pt x="436" y="348"/>
                  </a:cubicBezTo>
                  <a:cubicBezTo>
                    <a:pt x="528" y="482"/>
                    <a:pt x="596" y="633"/>
                    <a:pt x="660" y="783"/>
                  </a:cubicBezTo>
                  <a:cubicBezTo>
                    <a:pt x="730" y="944"/>
                    <a:pt x="802" y="1103"/>
                    <a:pt x="897" y="1252"/>
                  </a:cubicBezTo>
                  <a:cubicBezTo>
                    <a:pt x="1000" y="1419"/>
                    <a:pt x="1132" y="1589"/>
                    <a:pt x="1315" y="1673"/>
                  </a:cubicBezTo>
                  <a:cubicBezTo>
                    <a:pt x="1324" y="1677"/>
                    <a:pt x="1333" y="1679"/>
                    <a:pt x="1341" y="1679"/>
                  </a:cubicBezTo>
                  <a:cubicBezTo>
                    <a:pt x="1396" y="1679"/>
                    <a:pt x="1433" y="1601"/>
                    <a:pt x="1374" y="1574"/>
                  </a:cubicBezTo>
                  <a:cubicBezTo>
                    <a:pt x="1173" y="1481"/>
                    <a:pt x="1041" y="1280"/>
                    <a:pt x="936" y="1093"/>
                  </a:cubicBezTo>
                  <a:cubicBezTo>
                    <a:pt x="853" y="944"/>
                    <a:pt x="792" y="788"/>
                    <a:pt x="721" y="633"/>
                  </a:cubicBezTo>
                  <a:cubicBezTo>
                    <a:pt x="614" y="395"/>
                    <a:pt x="432" y="0"/>
                    <a:pt x="126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2100" lIns="91425" spcFirstLastPara="1" rIns="91425" wrap="square" tIns="42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64" name="Google Shape;864;p9"/>
            <p:cNvSpPr/>
            <p:nvPr/>
          </p:nvSpPr>
          <p:spPr>
            <a:xfrm>
              <a:off x="279720" y="2867760"/>
              <a:ext cx="33120" cy="66240"/>
            </a:xfrm>
            <a:custGeom>
              <a:rect b="b" l="l" r="r" t="t"/>
              <a:pathLst>
                <a:path extrusionOk="0" h="1322" w="664">
                  <a:moveTo>
                    <a:pt x="110" y="1"/>
                  </a:moveTo>
                  <a:cubicBezTo>
                    <a:pt x="96" y="1"/>
                    <a:pt x="83" y="2"/>
                    <a:pt x="68" y="5"/>
                  </a:cubicBezTo>
                  <a:cubicBezTo>
                    <a:pt x="0" y="18"/>
                    <a:pt x="23" y="118"/>
                    <a:pt x="86" y="118"/>
                  </a:cubicBezTo>
                  <a:cubicBezTo>
                    <a:pt x="90" y="118"/>
                    <a:pt x="94" y="118"/>
                    <a:pt x="98" y="117"/>
                  </a:cubicBezTo>
                  <a:cubicBezTo>
                    <a:pt x="101" y="116"/>
                    <a:pt x="105" y="116"/>
                    <a:pt x="108" y="116"/>
                  </a:cubicBezTo>
                  <a:cubicBezTo>
                    <a:pt x="173" y="116"/>
                    <a:pt x="211" y="241"/>
                    <a:pt x="226" y="287"/>
                  </a:cubicBezTo>
                  <a:cubicBezTo>
                    <a:pt x="260" y="389"/>
                    <a:pt x="277" y="495"/>
                    <a:pt x="292" y="602"/>
                  </a:cubicBezTo>
                  <a:cubicBezTo>
                    <a:pt x="305" y="721"/>
                    <a:pt x="311" y="841"/>
                    <a:pt x="339" y="956"/>
                  </a:cubicBezTo>
                  <a:cubicBezTo>
                    <a:pt x="371" y="1094"/>
                    <a:pt x="448" y="1203"/>
                    <a:pt x="544" y="1303"/>
                  </a:cubicBezTo>
                  <a:cubicBezTo>
                    <a:pt x="556" y="1316"/>
                    <a:pt x="570" y="1322"/>
                    <a:pt x="583" y="1322"/>
                  </a:cubicBezTo>
                  <a:cubicBezTo>
                    <a:pt x="625" y="1322"/>
                    <a:pt x="664" y="1265"/>
                    <a:pt x="624" y="1222"/>
                  </a:cubicBezTo>
                  <a:cubicBezTo>
                    <a:pt x="517" y="1115"/>
                    <a:pt x="458" y="1001"/>
                    <a:pt x="435" y="850"/>
                  </a:cubicBezTo>
                  <a:cubicBezTo>
                    <a:pt x="417" y="732"/>
                    <a:pt x="410" y="612"/>
                    <a:pt x="390" y="493"/>
                  </a:cubicBezTo>
                  <a:cubicBezTo>
                    <a:pt x="367" y="342"/>
                    <a:pt x="312" y="1"/>
                    <a:pt x="110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3100" lIns="91425" spcFirstLastPara="1" rIns="91425" wrap="square" tIns="33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65" name="Google Shape;865;p9"/>
            <p:cNvSpPr/>
            <p:nvPr/>
          </p:nvSpPr>
          <p:spPr>
            <a:xfrm>
              <a:off x="218520" y="2895840"/>
              <a:ext cx="18720" cy="46800"/>
            </a:xfrm>
            <a:custGeom>
              <a:rect b="b" l="l" r="r" t="t"/>
              <a:pathLst>
                <a:path extrusionOk="0" h="934" w="381">
                  <a:moveTo>
                    <a:pt x="88" y="0"/>
                  </a:moveTo>
                  <a:cubicBezTo>
                    <a:pt x="42" y="0"/>
                    <a:pt x="0" y="57"/>
                    <a:pt x="45" y="96"/>
                  </a:cubicBezTo>
                  <a:cubicBezTo>
                    <a:pt x="113" y="154"/>
                    <a:pt x="154" y="225"/>
                    <a:pt x="165" y="314"/>
                  </a:cubicBezTo>
                  <a:cubicBezTo>
                    <a:pt x="178" y="398"/>
                    <a:pt x="168" y="483"/>
                    <a:pt x="157" y="565"/>
                  </a:cubicBezTo>
                  <a:cubicBezTo>
                    <a:pt x="141" y="685"/>
                    <a:pt x="118" y="905"/>
                    <a:pt x="283" y="932"/>
                  </a:cubicBezTo>
                  <a:cubicBezTo>
                    <a:pt x="287" y="933"/>
                    <a:pt x="290" y="933"/>
                    <a:pt x="294" y="933"/>
                  </a:cubicBezTo>
                  <a:cubicBezTo>
                    <a:pt x="358" y="933"/>
                    <a:pt x="381" y="832"/>
                    <a:pt x="312" y="820"/>
                  </a:cubicBezTo>
                  <a:cubicBezTo>
                    <a:pt x="256" y="812"/>
                    <a:pt x="263" y="741"/>
                    <a:pt x="263" y="695"/>
                  </a:cubicBezTo>
                  <a:cubicBezTo>
                    <a:pt x="263" y="619"/>
                    <a:pt x="277" y="544"/>
                    <a:pt x="283" y="466"/>
                  </a:cubicBezTo>
                  <a:cubicBezTo>
                    <a:pt x="295" y="296"/>
                    <a:pt x="260" y="131"/>
                    <a:pt x="127" y="15"/>
                  </a:cubicBezTo>
                  <a:cubicBezTo>
                    <a:pt x="115" y="5"/>
                    <a:pt x="101" y="0"/>
                    <a:pt x="88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3400" lIns="91425" spcFirstLastPara="1" rIns="91425" wrap="square" tIns="23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66" name="Google Shape;866;p9"/>
            <p:cNvSpPr/>
            <p:nvPr/>
          </p:nvSpPr>
          <p:spPr>
            <a:xfrm>
              <a:off x="142920" y="2882160"/>
              <a:ext cx="35640" cy="63720"/>
            </a:xfrm>
            <a:custGeom>
              <a:rect b="b" l="l" r="r" t="t"/>
              <a:pathLst>
                <a:path extrusionOk="0" h="1274" w="712">
                  <a:moveTo>
                    <a:pt x="70" y="0"/>
                  </a:moveTo>
                  <a:cubicBezTo>
                    <a:pt x="0" y="0"/>
                    <a:pt x="2" y="111"/>
                    <a:pt x="76" y="115"/>
                  </a:cubicBezTo>
                  <a:cubicBezTo>
                    <a:pt x="268" y="132"/>
                    <a:pt x="309" y="353"/>
                    <a:pt x="331" y="509"/>
                  </a:cubicBezTo>
                  <a:cubicBezTo>
                    <a:pt x="355" y="703"/>
                    <a:pt x="341" y="920"/>
                    <a:pt x="417" y="1105"/>
                  </a:cubicBezTo>
                  <a:cubicBezTo>
                    <a:pt x="452" y="1188"/>
                    <a:pt x="515" y="1260"/>
                    <a:pt x="608" y="1273"/>
                  </a:cubicBezTo>
                  <a:cubicBezTo>
                    <a:pt x="612" y="1274"/>
                    <a:pt x="616" y="1274"/>
                    <a:pt x="619" y="1274"/>
                  </a:cubicBezTo>
                  <a:cubicBezTo>
                    <a:pt x="686" y="1274"/>
                    <a:pt x="711" y="1173"/>
                    <a:pt x="641" y="1163"/>
                  </a:cubicBezTo>
                  <a:cubicBezTo>
                    <a:pt x="573" y="1153"/>
                    <a:pt x="539" y="1107"/>
                    <a:pt x="516" y="1041"/>
                  </a:cubicBezTo>
                  <a:cubicBezTo>
                    <a:pt x="486" y="950"/>
                    <a:pt x="478" y="852"/>
                    <a:pt x="468" y="757"/>
                  </a:cubicBezTo>
                  <a:cubicBezTo>
                    <a:pt x="451" y="560"/>
                    <a:pt x="452" y="327"/>
                    <a:pt x="341" y="155"/>
                  </a:cubicBezTo>
                  <a:cubicBezTo>
                    <a:pt x="280" y="62"/>
                    <a:pt x="187" y="9"/>
                    <a:pt x="76" y="1"/>
                  </a:cubicBezTo>
                  <a:cubicBezTo>
                    <a:pt x="74" y="0"/>
                    <a:pt x="72" y="0"/>
                    <a:pt x="70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2025" lIns="91425" spcFirstLastPara="1" rIns="91425" wrap="square" tIns="32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67" name="Google Shape;867;p9"/>
            <p:cNvSpPr/>
            <p:nvPr/>
          </p:nvSpPr>
          <p:spPr>
            <a:xfrm>
              <a:off x="50040" y="2939760"/>
              <a:ext cx="64800" cy="29160"/>
            </a:xfrm>
            <a:custGeom>
              <a:rect b="b" l="l" r="r" t="t"/>
              <a:pathLst>
                <a:path extrusionOk="0" h="585" w="1296">
                  <a:moveTo>
                    <a:pt x="196" y="1"/>
                  </a:moveTo>
                  <a:cubicBezTo>
                    <a:pt x="146" y="1"/>
                    <a:pt x="98" y="12"/>
                    <a:pt x="54" y="38"/>
                  </a:cubicBezTo>
                  <a:cubicBezTo>
                    <a:pt x="0" y="71"/>
                    <a:pt x="33" y="146"/>
                    <a:pt x="83" y="146"/>
                  </a:cubicBezTo>
                  <a:cubicBezTo>
                    <a:pt x="92" y="146"/>
                    <a:pt x="102" y="144"/>
                    <a:pt x="112" y="138"/>
                  </a:cubicBezTo>
                  <a:cubicBezTo>
                    <a:pt x="138" y="122"/>
                    <a:pt x="167" y="116"/>
                    <a:pt x="196" y="116"/>
                  </a:cubicBezTo>
                  <a:cubicBezTo>
                    <a:pt x="246" y="116"/>
                    <a:pt x="297" y="134"/>
                    <a:pt x="340" y="152"/>
                  </a:cubicBezTo>
                  <a:cubicBezTo>
                    <a:pt x="444" y="193"/>
                    <a:pt x="542" y="252"/>
                    <a:pt x="635" y="311"/>
                  </a:cubicBezTo>
                  <a:cubicBezTo>
                    <a:pt x="811" y="420"/>
                    <a:pt x="1006" y="571"/>
                    <a:pt x="1222" y="584"/>
                  </a:cubicBezTo>
                  <a:cubicBezTo>
                    <a:pt x="1223" y="584"/>
                    <a:pt x="1225" y="584"/>
                    <a:pt x="1227" y="584"/>
                  </a:cubicBezTo>
                  <a:cubicBezTo>
                    <a:pt x="1295" y="584"/>
                    <a:pt x="1294" y="473"/>
                    <a:pt x="1222" y="469"/>
                  </a:cubicBezTo>
                  <a:cubicBezTo>
                    <a:pt x="1123" y="464"/>
                    <a:pt x="1025" y="408"/>
                    <a:pt x="940" y="360"/>
                  </a:cubicBezTo>
                  <a:cubicBezTo>
                    <a:pt x="832" y="301"/>
                    <a:pt x="729" y="233"/>
                    <a:pt x="622" y="169"/>
                  </a:cubicBezTo>
                  <a:cubicBezTo>
                    <a:pt x="506" y="101"/>
                    <a:pt x="345" y="1"/>
                    <a:pt x="196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4750" lIns="91425" spcFirstLastPara="1" rIns="91425" wrap="square" tIns="14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68" name="Google Shape;868;p9"/>
            <p:cNvSpPr/>
            <p:nvPr/>
          </p:nvSpPr>
          <p:spPr>
            <a:xfrm>
              <a:off x="-5400" y="2990520"/>
              <a:ext cx="66960" cy="31320"/>
            </a:xfrm>
            <a:custGeom>
              <a:rect b="b" l="l" r="r" t="t"/>
              <a:pathLst>
                <a:path extrusionOk="0" h="626" w="1337">
                  <a:moveTo>
                    <a:pt x="87" y="1"/>
                  </a:moveTo>
                  <a:cubicBezTo>
                    <a:pt x="41" y="1"/>
                    <a:pt x="1" y="58"/>
                    <a:pt x="43" y="98"/>
                  </a:cubicBezTo>
                  <a:cubicBezTo>
                    <a:pt x="138" y="185"/>
                    <a:pt x="254" y="179"/>
                    <a:pt x="365" y="233"/>
                  </a:cubicBezTo>
                  <a:cubicBezTo>
                    <a:pt x="475" y="285"/>
                    <a:pt x="572" y="368"/>
                    <a:pt x="678" y="431"/>
                  </a:cubicBezTo>
                  <a:cubicBezTo>
                    <a:pt x="822" y="516"/>
                    <a:pt x="1001" y="625"/>
                    <a:pt x="1176" y="625"/>
                  </a:cubicBezTo>
                  <a:cubicBezTo>
                    <a:pt x="1207" y="625"/>
                    <a:pt x="1238" y="622"/>
                    <a:pt x="1269" y="614"/>
                  </a:cubicBezTo>
                  <a:cubicBezTo>
                    <a:pt x="1337" y="596"/>
                    <a:pt x="1316" y="500"/>
                    <a:pt x="1256" y="500"/>
                  </a:cubicBezTo>
                  <a:cubicBezTo>
                    <a:pt x="1250" y="500"/>
                    <a:pt x="1245" y="501"/>
                    <a:pt x="1239" y="502"/>
                  </a:cubicBezTo>
                  <a:cubicBezTo>
                    <a:pt x="1218" y="508"/>
                    <a:pt x="1197" y="510"/>
                    <a:pt x="1176" y="510"/>
                  </a:cubicBezTo>
                  <a:cubicBezTo>
                    <a:pt x="1102" y="510"/>
                    <a:pt x="1026" y="481"/>
                    <a:pt x="960" y="451"/>
                  </a:cubicBezTo>
                  <a:cubicBezTo>
                    <a:pt x="871" y="410"/>
                    <a:pt x="784" y="363"/>
                    <a:pt x="702" y="311"/>
                  </a:cubicBezTo>
                  <a:cubicBezTo>
                    <a:pt x="613" y="254"/>
                    <a:pt x="529" y="185"/>
                    <a:pt x="431" y="137"/>
                  </a:cubicBezTo>
                  <a:cubicBezTo>
                    <a:pt x="334" y="90"/>
                    <a:pt x="206" y="91"/>
                    <a:pt x="125" y="16"/>
                  </a:cubicBezTo>
                  <a:cubicBezTo>
                    <a:pt x="113" y="5"/>
                    <a:pt x="100" y="1"/>
                    <a:pt x="87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5825" lIns="91425" spcFirstLastPara="1" rIns="91425" wrap="square" tIns="15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69" name="Google Shape;869;p9"/>
            <p:cNvSpPr/>
            <p:nvPr/>
          </p:nvSpPr>
          <p:spPr>
            <a:xfrm>
              <a:off x="-25920" y="3066840"/>
              <a:ext cx="77760" cy="19440"/>
            </a:xfrm>
            <a:custGeom>
              <a:rect b="b" l="l" r="r" t="t"/>
              <a:pathLst>
                <a:path extrusionOk="0" h="396" w="1552">
                  <a:moveTo>
                    <a:pt x="136" y="1"/>
                  </a:moveTo>
                  <a:cubicBezTo>
                    <a:pt x="116" y="1"/>
                    <a:pt x="96" y="1"/>
                    <a:pt x="75" y="3"/>
                  </a:cubicBezTo>
                  <a:cubicBezTo>
                    <a:pt x="2" y="7"/>
                    <a:pt x="0" y="118"/>
                    <a:pt x="70" y="118"/>
                  </a:cubicBezTo>
                  <a:cubicBezTo>
                    <a:pt x="72" y="118"/>
                    <a:pt x="73" y="118"/>
                    <a:pt x="75" y="118"/>
                  </a:cubicBezTo>
                  <a:cubicBezTo>
                    <a:pt x="92" y="117"/>
                    <a:pt x="108" y="116"/>
                    <a:pt x="123" y="116"/>
                  </a:cubicBezTo>
                  <a:cubicBezTo>
                    <a:pt x="254" y="116"/>
                    <a:pt x="366" y="157"/>
                    <a:pt x="482" y="220"/>
                  </a:cubicBezTo>
                  <a:cubicBezTo>
                    <a:pt x="594" y="281"/>
                    <a:pt x="703" y="330"/>
                    <a:pt x="828" y="357"/>
                  </a:cubicBezTo>
                  <a:cubicBezTo>
                    <a:pt x="935" y="378"/>
                    <a:pt x="1045" y="395"/>
                    <a:pt x="1153" y="395"/>
                  </a:cubicBezTo>
                  <a:cubicBezTo>
                    <a:pt x="1169" y="395"/>
                    <a:pt x="1184" y="395"/>
                    <a:pt x="1199" y="394"/>
                  </a:cubicBezTo>
                  <a:cubicBezTo>
                    <a:pt x="1310" y="390"/>
                    <a:pt x="1437" y="369"/>
                    <a:pt x="1514" y="281"/>
                  </a:cubicBezTo>
                  <a:cubicBezTo>
                    <a:pt x="1552" y="239"/>
                    <a:pt x="1512" y="180"/>
                    <a:pt x="1470" y="180"/>
                  </a:cubicBezTo>
                  <a:cubicBezTo>
                    <a:pt x="1457" y="180"/>
                    <a:pt x="1444" y="185"/>
                    <a:pt x="1433" y="199"/>
                  </a:cubicBezTo>
                  <a:cubicBezTo>
                    <a:pt x="1372" y="269"/>
                    <a:pt x="1268" y="280"/>
                    <a:pt x="1175" y="280"/>
                  </a:cubicBezTo>
                  <a:cubicBezTo>
                    <a:pt x="1160" y="280"/>
                    <a:pt x="1144" y="280"/>
                    <a:pt x="1130" y="279"/>
                  </a:cubicBezTo>
                  <a:cubicBezTo>
                    <a:pt x="1018" y="275"/>
                    <a:pt x="904" y="260"/>
                    <a:pt x="795" y="231"/>
                  </a:cubicBezTo>
                  <a:cubicBezTo>
                    <a:pt x="673" y="201"/>
                    <a:pt x="573" y="133"/>
                    <a:pt x="461" y="78"/>
                  </a:cubicBezTo>
                  <a:cubicBezTo>
                    <a:pt x="357" y="28"/>
                    <a:pt x="249" y="1"/>
                    <a:pt x="136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70" name="Google Shape;870;p9"/>
            <p:cNvSpPr/>
            <p:nvPr/>
          </p:nvSpPr>
          <p:spPr>
            <a:xfrm>
              <a:off x="7200" y="3130560"/>
              <a:ext cx="57600" cy="43560"/>
            </a:xfrm>
            <a:custGeom>
              <a:rect b="b" l="l" r="r" t="t"/>
              <a:pathLst>
                <a:path extrusionOk="0" h="872" w="1147">
                  <a:moveTo>
                    <a:pt x="1064" y="1"/>
                  </a:moveTo>
                  <a:cubicBezTo>
                    <a:pt x="1052" y="1"/>
                    <a:pt x="1038" y="6"/>
                    <a:pt x="1027" y="18"/>
                  </a:cubicBezTo>
                  <a:cubicBezTo>
                    <a:pt x="942" y="103"/>
                    <a:pt x="854" y="191"/>
                    <a:pt x="752" y="257"/>
                  </a:cubicBezTo>
                  <a:cubicBezTo>
                    <a:pt x="648" y="325"/>
                    <a:pt x="535" y="354"/>
                    <a:pt x="420" y="393"/>
                  </a:cubicBezTo>
                  <a:cubicBezTo>
                    <a:pt x="327" y="427"/>
                    <a:pt x="232" y="467"/>
                    <a:pt x="157" y="531"/>
                  </a:cubicBezTo>
                  <a:cubicBezTo>
                    <a:pt x="74" y="599"/>
                    <a:pt x="29" y="697"/>
                    <a:pt x="9" y="800"/>
                  </a:cubicBezTo>
                  <a:cubicBezTo>
                    <a:pt x="1" y="843"/>
                    <a:pt x="38" y="871"/>
                    <a:pt x="71" y="871"/>
                  </a:cubicBezTo>
                  <a:cubicBezTo>
                    <a:pt x="94" y="871"/>
                    <a:pt x="116" y="859"/>
                    <a:pt x="121" y="830"/>
                  </a:cubicBezTo>
                  <a:cubicBezTo>
                    <a:pt x="138" y="732"/>
                    <a:pt x="179" y="648"/>
                    <a:pt x="263" y="592"/>
                  </a:cubicBezTo>
                  <a:cubicBezTo>
                    <a:pt x="342" y="538"/>
                    <a:pt x="436" y="505"/>
                    <a:pt x="528" y="477"/>
                  </a:cubicBezTo>
                  <a:cubicBezTo>
                    <a:pt x="641" y="441"/>
                    <a:pt x="748" y="400"/>
                    <a:pt x="845" y="332"/>
                  </a:cubicBezTo>
                  <a:cubicBezTo>
                    <a:pt x="940" y="264"/>
                    <a:pt x="1027" y="181"/>
                    <a:pt x="1108" y="100"/>
                  </a:cubicBezTo>
                  <a:cubicBezTo>
                    <a:pt x="1147" y="58"/>
                    <a:pt x="1108" y="1"/>
                    <a:pt x="1064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1950" lIns="91425" spcFirstLastPara="1" rIns="91425" wrap="square" tIns="21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71" name="Google Shape;871;p9"/>
            <p:cNvSpPr/>
            <p:nvPr/>
          </p:nvSpPr>
          <p:spPr>
            <a:xfrm>
              <a:off x="74880" y="3174120"/>
              <a:ext cx="36000" cy="73800"/>
            </a:xfrm>
            <a:custGeom>
              <a:rect b="b" l="l" r="r" t="t"/>
              <a:pathLst>
                <a:path extrusionOk="0" h="1473" w="724">
                  <a:moveTo>
                    <a:pt x="653" y="0"/>
                  </a:moveTo>
                  <a:cubicBezTo>
                    <a:pt x="630" y="0"/>
                    <a:pt x="606" y="11"/>
                    <a:pt x="595" y="37"/>
                  </a:cubicBezTo>
                  <a:cubicBezTo>
                    <a:pt x="545" y="158"/>
                    <a:pt x="433" y="246"/>
                    <a:pt x="339" y="331"/>
                  </a:cubicBezTo>
                  <a:cubicBezTo>
                    <a:pt x="239" y="423"/>
                    <a:pt x="142" y="522"/>
                    <a:pt x="97" y="651"/>
                  </a:cubicBezTo>
                  <a:cubicBezTo>
                    <a:pt x="1" y="919"/>
                    <a:pt x="145" y="1185"/>
                    <a:pt x="229" y="1433"/>
                  </a:cubicBezTo>
                  <a:cubicBezTo>
                    <a:pt x="239" y="1461"/>
                    <a:pt x="262" y="1473"/>
                    <a:pt x="285" y="1473"/>
                  </a:cubicBezTo>
                  <a:cubicBezTo>
                    <a:pt x="320" y="1473"/>
                    <a:pt x="355" y="1445"/>
                    <a:pt x="341" y="1404"/>
                  </a:cubicBezTo>
                  <a:cubicBezTo>
                    <a:pt x="260" y="1167"/>
                    <a:pt x="99" y="885"/>
                    <a:pt x="229" y="635"/>
                  </a:cubicBezTo>
                  <a:cubicBezTo>
                    <a:pt x="347" y="412"/>
                    <a:pt x="609" y="307"/>
                    <a:pt x="706" y="69"/>
                  </a:cubicBezTo>
                  <a:cubicBezTo>
                    <a:pt x="724" y="27"/>
                    <a:pt x="689" y="0"/>
                    <a:pt x="653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7075" lIns="91425" spcFirstLastPara="1" rIns="91425" wrap="square" tIns="370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872" name="Google Shape;872;p9"/>
          <p:cNvGrpSpPr/>
          <p:nvPr/>
        </p:nvGrpSpPr>
        <p:grpSpPr>
          <a:xfrm>
            <a:off x="1774440" y="164520"/>
            <a:ext cx="331920" cy="335160"/>
            <a:chOff x="1774440" y="164520"/>
            <a:chExt cx="331920" cy="335160"/>
          </a:xfrm>
        </p:grpSpPr>
        <p:sp>
          <p:nvSpPr>
            <p:cNvPr id="873" name="Google Shape;873;p9"/>
            <p:cNvSpPr/>
            <p:nvPr/>
          </p:nvSpPr>
          <p:spPr>
            <a:xfrm>
              <a:off x="1819080" y="196560"/>
              <a:ext cx="255960" cy="266040"/>
            </a:xfrm>
            <a:custGeom>
              <a:rect b="b" l="l" r="r" t="t"/>
              <a:pathLst>
                <a:path extrusionOk="0" h="5291" w="5087">
                  <a:moveTo>
                    <a:pt x="2568" y="232"/>
                  </a:moveTo>
                  <a:cubicBezTo>
                    <a:pt x="2697" y="232"/>
                    <a:pt x="2828" y="256"/>
                    <a:pt x="2960" y="313"/>
                  </a:cubicBezTo>
                  <a:cubicBezTo>
                    <a:pt x="3331" y="473"/>
                    <a:pt x="3634" y="796"/>
                    <a:pt x="3895" y="1128"/>
                  </a:cubicBezTo>
                  <a:cubicBezTo>
                    <a:pt x="3899" y="1136"/>
                    <a:pt x="3906" y="1146"/>
                    <a:pt x="3914" y="1153"/>
                  </a:cubicBezTo>
                  <a:cubicBezTo>
                    <a:pt x="4003" y="1268"/>
                    <a:pt x="4088" y="1384"/>
                    <a:pt x="4166" y="1495"/>
                  </a:cubicBezTo>
                  <a:cubicBezTo>
                    <a:pt x="4466" y="1913"/>
                    <a:pt x="4754" y="2401"/>
                    <a:pt x="4819" y="2922"/>
                  </a:cubicBezTo>
                  <a:cubicBezTo>
                    <a:pt x="4856" y="3232"/>
                    <a:pt x="4845" y="3555"/>
                    <a:pt x="4803" y="3863"/>
                  </a:cubicBezTo>
                  <a:cubicBezTo>
                    <a:pt x="4764" y="4181"/>
                    <a:pt x="4693" y="4520"/>
                    <a:pt x="4521" y="4792"/>
                  </a:cubicBezTo>
                  <a:cubicBezTo>
                    <a:pt x="4417" y="4960"/>
                    <a:pt x="4273" y="5059"/>
                    <a:pt x="4102" y="5059"/>
                  </a:cubicBezTo>
                  <a:cubicBezTo>
                    <a:pt x="4038" y="5059"/>
                    <a:pt x="3969" y="5045"/>
                    <a:pt x="3898" y="5015"/>
                  </a:cubicBezTo>
                  <a:cubicBezTo>
                    <a:pt x="3666" y="4917"/>
                    <a:pt x="3467" y="4743"/>
                    <a:pt x="3250" y="4621"/>
                  </a:cubicBezTo>
                  <a:cubicBezTo>
                    <a:pt x="3007" y="4486"/>
                    <a:pt x="2747" y="4405"/>
                    <a:pt x="2467" y="4405"/>
                  </a:cubicBezTo>
                  <a:cubicBezTo>
                    <a:pt x="2157" y="4405"/>
                    <a:pt x="1814" y="4474"/>
                    <a:pt x="1492" y="4474"/>
                  </a:cubicBezTo>
                  <a:cubicBezTo>
                    <a:pt x="1142" y="4474"/>
                    <a:pt x="816" y="4393"/>
                    <a:pt x="583" y="4054"/>
                  </a:cubicBezTo>
                  <a:cubicBezTo>
                    <a:pt x="425" y="3821"/>
                    <a:pt x="341" y="3544"/>
                    <a:pt x="296" y="3267"/>
                  </a:cubicBezTo>
                  <a:cubicBezTo>
                    <a:pt x="240" y="2943"/>
                    <a:pt x="182" y="2566"/>
                    <a:pt x="359" y="2270"/>
                  </a:cubicBezTo>
                  <a:cubicBezTo>
                    <a:pt x="376" y="2239"/>
                    <a:pt x="381" y="2209"/>
                    <a:pt x="371" y="2182"/>
                  </a:cubicBezTo>
                  <a:cubicBezTo>
                    <a:pt x="555" y="1645"/>
                    <a:pt x="980" y="1188"/>
                    <a:pt x="1390" y="813"/>
                  </a:cubicBezTo>
                  <a:cubicBezTo>
                    <a:pt x="1712" y="517"/>
                    <a:pt x="2128" y="232"/>
                    <a:pt x="2568" y="232"/>
                  </a:cubicBezTo>
                  <a:close/>
                  <a:moveTo>
                    <a:pt x="2555" y="0"/>
                  </a:moveTo>
                  <a:cubicBezTo>
                    <a:pt x="2496" y="0"/>
                    <a:pt x="2436" y="5"/>
                    <a:pt x="2376" y="14"/>
                  </a:cubicBezTo>
                  <a:cubicBezTo>
                    <a:pt x="2261" y="31"/>
                    <a:pt x="2149" y="62"/>
                    <a:pt x="2044" y="104"/>
                  </a:cubicBezTo>
                  <a:cubicBezTo>
                    <a:pt x="2005" y="119"/>
                    <a:pt x="1965" y="136"/>
                    <a:pt x="1928" y="155"/>
                  </a:cubicBezTo>
                  <a:cubicBezTo>
                    <a:pt x="1758" y="236"/>
                    <a:pt x="1601" y="341"/>
                    <a:pt x="1455" y="456"/>
                  </a:cubicBezTo>
                  <a:cubicBezTo>
                    <a:pt x="1361" y="531"/>
                    <a:pt x="1271" y="607"/>
                    <a:pt x="1184" y="690"/>
                  </a:cubicBezTo>
                  <a:cubicBezTo>
                    <a:pt x="1142" y="728"/>
                    <a:pt x="1101" y="768"/>
                    <a:pt x="1059" y="810"/>
                  </a:cubicBezTo>
                  <a:cubicBezTo>
                    <a:pt x="931" y="940"/>
                    <a:pt x="809" y="1076"/>
                    <a:pt x="691" y="1218"/>
                  </a:cubicBezTo>
                  <a:cubicBezTo>
                    <a:pt x="640" y="1281"/>
                    <a:pt x="589" y="1341"/>
                    <a:pt x="541" y="1408"/>
                  </a:cubicBezTo>
                  <a:lnTo>
                    <a:pt x="539" y="1408"/>
                  </a:lnTo>
                  <a:cubicBezTo>
                    <a:pt x="512" y="1444"/>
                    <a:pt x="486" y="1479"/>
                    <a:pt x="461" y="1516"/>
                  </a:cubicBezTo>
                  <a:cubicBezTo>
                    <a:pt x="344" y="1686"/>
                    <a:pt x="243" y="1863"/>
                    <a:pt x="170" y="2057"/>
                  </a:cubicBezTo>
                  <a:cubicBezTo>
                    <a:pt x="155" y="2095"/>
                    <a:pt x="143" y="2132"/>
                    <a:pt x="131" y="2169"/>
                  </a:cubicBezTo>
                  <a:cubicBezTo>
                    <a:pt x="128" y="2180"/>
                    <a:pt x="127" y="2189"/>
                    <a:pt x="123" y="2199"/>
                  </a:cubicBezTo>
                  <a:cubicBezTo>
                    <a:pt x="120" y="2212"/>
                    <a:pt x="117" y="2224"/>
                    <a:pt x="117" y="2234"/>
                  </a:cubicBezTo>
                  <a:cubicBezTo>
                    <a:pt x="1" y="2485"/>
                    <a:pt x="7" y="2754"/>
                    <a:pt x="35" y="3025"/>
                  </a:cubicBezTo>
                  <a:cubicBezTo>
                    <a:pt x="36" y="3053"/>
                    <a:pt x="39" y="3082"/>
                    <a:pt x="43" y="3110"/>
                  </a:cubicBezTo>
                  <a:cubicBezTo>
                    <a:pt x="45" y="3120"/>
                    <a:pt x="45" y="3130"/>
                    <a:pt x="46" y="3140"/>
                  </a:cubicBezTo>
                  <a:cubicBezTo>
                    <a:pt x="79" y="3399"/>
                    <a:pt x="131" y="3654"/>
                    <a:pt x="236" y="3895"/>
                  </a:cubicBezTo>
                  <a:cubicBezTo>
                    <a:pt x="284" y="4004"/>
                    <a:pt x="342" y="4111"/>
                    <a:pt x="413" y="4208"/>
                  </a:cubicBezTo>
                  <a:cubicBezTo>
                    <a:pt x="435" y="4239"/>
                    <a:pt x="457" y="4268"/>
                    <a:pt x="484" y="4296"/>
                  </a:cubicBezTo>
                  <a:cubicBezTo>
                    <a:pt x="561" y="4388"/>
                    <a:pt x="651" y="4470"/>
                    <a:pt x="753" y="4533"/>
                  </a:cubicBezTo>
                  <a:cubicBezTo>
                    <a:pt x="901" y="4622"/>
                    <a:pt x="1065" y="4672"/>
                    <a:pt x="1234" y="4696"/>
                  </a:cubicBezTo>
                  <a:cubicBezTo>
                    <a:pt x="1271" y="4700"/>
                    <a:pt x="1312" y="4706"/>
                    <a:pt x="1351" y="4707"/>
                  </a:cubicBezTo>
                  <a:cubicBezTo>
                    <a:pt x="1400" y="4711"/>
                    <a:pt x="1449" y="4713"/>
                    <a:pt x="1498" y="4713"/>
                  </a:cubicBezTo>
                  <a:cubicBezTo>
                    <a:pt x="1564" y="4713"/>
                    <a:pt x="1631" y="4710"/>
                    <a:pt x="1699" y="4706"/>
                  </a:cubicBezTo>
                  <a:cubicBezTo>
                    <a:pt x="1769" y="4700"/>
                    <a:pt x="1842" y="4692"/>
                    <a:pt x="1914" y="4683"/>
                  </a:cubicBezTo>
                  <a:lnTo>
                    <a:pt x="2090" y="4662"/>
                  </a:lnTo>
                  <a:cubicBezTo>
                    <a:pt x="2207" y="4647"/>
                    <a:pt x="2326" y="4636"/>
                    <a:pt x="2443" y="4636"/>
                  </a:cubicBezTo>
                  <a:cubicBezTo>
                    <a:pt x="2544" y="4636"/>
                    <a:pt x="2644" y="4644"/>
                    <a:pt x="2743" y="4667"/>
                  </a:cubicBezTo>
                  <a:cubicBezTo>
                    <a:pt x="2849" y="4692"/>
                    <a:pt x="2948" y="4728"/>
                    <a:pt x="3045" y="4777"/>
                  </a:cubicBezTo>
                  <a:cubicBezTo>
                    <a:pt x="3080" y="4792"/>
                    <a:pt x="3113" y="4812"/>
                    <a:pt x="3147" y="4832"/>
                  </a:cubicBezTo>
                  <a:cubicBezTo>
                    <a:pt x="3301" y="4917"/>
                    <a:pt x="3446" y="5019"/>
                    <a:pt x="3595" y="5114"/>
                  </a:cubicBezTo>
                  <a:cubicBezTo>
                    <a:pt x="3762" y="5218"/>
                    <a:pt x="3947" y="5291"/>
                    <a:pt x="4128" y="5291"/>
                  </a:cubicBezTo>
                  <a:cubicBezTo>
                    <a:pt x="4152" y="5291"/>
                    <a:pt x="4176" y="5289"/>
                    <a:pt x="4200" y="5287"/>
                  </a:cubicBezTo>
                  <a:cubicBezTo>
                    <a:pt x="4237" y="5284"/>
                    <a:pt x="4275" y="5274"/>
                    <a:pt x="4313" y="5263"/>
                  </a:cubicBezTo>
                  <a:cubicBezTo>
                    <a:pt x="4387" y="5239"/>
                    <a:pt x="4459" y="5200"/>
                    <a:pt x="4527" y="5142"/>
                  </a:cubicBezTo>
                  <a:cubicBezTo>
                    <a:pt x="4714" y="4982"/>
                    <a:pt x="4828" y="4747"/>
                    <a:pt x="4903" y="4506"/>
                  </a:cubicBezTo>
                  <a:cubicBezTo>
                    <a:pt x="4915" y="4469"/>
                    <a:pt x="4925" y="4429"/>
                    <a:pt x="4934" y="4391"/>
                  </a:cubicBezTo>
                  <a:cubicBezTo>
                    <a:pt x="4951" y="4334"/>
                    <a:pt x="4962" y="4279"/>
                    <a:pt x="4975" y="4224"/>
                  </a:cubicBezTo>
                  <a:cubicBezTo>
                    <a:pt x="5054" y="3854"/>
                    <a:pt x="5087" y="3467"/>
                    <a:pt x="5063" y="3092"/>
                  </a:cubicBezTo>
                  <a:cubicBezTo>
                    <a:pt x="5061" y="3056"/>
                    <a:pt x="5059" y="3021"/>
                    <a:pt x="5054" y="2984"/>
                  </a:cubicBezTo>
                  <a:cubicBezTo>
                    <a:pt x="5050" y="2926"/>
                    <a:pt x="5040" y="2869"/>
                    <a:pt x="5030" y="2810"/>
                  </a:cubicBezTo>
                  <a:cubicBezTo>
                    <a:pt x="5030" y="2810"/>
                    <a:pt x="5027" y="2808"/>
                    <a:pt x="5030" y="2808"/>
                  </a:cubicBezTo>
                  <a:cubicBezTo>
                    <a:pt x="4979" y="2516"/>
                    <a:pt x="4873" y="2236"/>
                    <a:pt x="4735" y="1972"/>
                  </a:cubicBezTo>
                  <a:cubicBezTo>
                    <a:pt x="4711" y="1924"/>
                    <a:pt x="4684" y="1877"/>
                    <a:pt x="4658" y="1830"/>
                  </a:cubicBezTo>
                  <a:cubicBezTo>
                    <a:pt x="4629" y="1781"/>
                    <a:pt x="4599" y="1731"/>
                    <a:pt x="4571" y="1683"/>
                  </a:cubicBezTo>
                  <a:cubicBezTo>
                    <a:pt x="4415" y="1432"/>
                    <a:pt x="4235" y="1197"/>
                    <a:pt x="4048" y="967"/>
                  </a:cubicBezTo>
                  <a:cubicBezTo>
                    <a:pt x="4024" y="939"/>
                    <a:pt x="4000" y="909"/>
                    <a:pt x="3976" y="881"/>
                  </a:cubicBezTo>
                  <a:cubicBezTo>
                    <a:pt x="3972" y="877"/>
                    <a:pt x="3969" y="872"/>
                    <a:pt x="3965" y="870"/>
                  </a:cubicBezTo>
                  <a:cubicBezTo>
                    <a:pt x="3775" y="640"/>
                    <a:pt x="3566" y="419"/>
                    <a:pt x="3318" y="250"/>
                  </a:cubicBezTo>
                  <a:cubicBezTo>
                    <a:pt x="3290" y="233"/>
                    <a:pt x="3263" y="215"/>
                    <a:pt x="3235" y="199"/>
                  </a:cubicBezTo>
                  <a:cubicBezTo>
                    <a:pt x="3199" y="178"/>
                    <a:pt x="3164" y="158"/>
                    <a:pt x="3128" y="141"/>
                  </a:cubicBezTo>
                  <a:cubicBezTo>
                    <a:pt x="2950" y="50"/>
                    <a:pt x="2756" y="0"/>
                    <a:pt x="2555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74" name="Google Shape;874;p9"/>
            <p:cNvSpPr/>
            <p:nvPr/>
          </p:nvSpPr>
          <p:spPr>
            <a:xfrm>
              <a:off x="1879200" y="242640"/>
              <a:ext cx="121680" cy="92520"/>
            </a:xfrm>
            <a:custGeom>
              <a:rect b="b" l="l" r="r" t="t"/>
              <a:pathLst>
                <a:path extrusionOk="0" h="1843" w="2424">
                  <a:moveTo>
                    <a:pt x="1917" y="1"/>
                  </a:moveTo>
                  <a:cubicBezTo>
                    <a:pt x="1904" y="1"/>
                    <a:pt x="1890" y="1"/>
                    <a:pt x="1877" y="2"/>
                  </a:cubicBezTo>
                  <a:cubicBezTo>
                    <a:pt x="1671" y="22"/>
                    <a:pt x="1541" y="194"/>
                    <a:pt x="1432" y="354"/>
                  </a:cubicBezTo>
                  <a:cubicBezTo>
                    <a:pt x="1388" y="418"/>
                    <a:pt x="1361" y="491"/>
                    <a:pt x="1324" y="562"/>
                  </a:cubicBezTo>
                  <a:cubicBezTo>
                    <a:pt x="1290" y="629"/>
                    <a:pt x="1248" y="717"/>
                    <a:pt x="1177" y="752"/>
                  </a:cubicBezTo>
                  <a:cubicBezTo>
                    <a:pt x="1163" y="759"/>
                    <a:pt x="1149" y="762"/>
                    <a:pt x="1135" y="762"/>
                  </a:cubicBezTo>
                  <a:cubicBezTo>
                    <a:pt x="1066" y="762"/>
                    <a:pt x="997" y="691"/>
                    <a:pt x="953" y="647"/>
                  </a:cubicBezTo>
                  <a:cubicBezTo>
                    <a:pt x="884" y="578"/>
                    <a:pt x="821" y="503"/>
                    <a:pt x="740" y="447"/>
                  </a:cubicBezTo>
                  <a:cubicBezTo>
                    <a:pt x="668" y="398"/>
                    <a:pt x="590" y="376"/>
                    <a:pt x="512" y="376"/>
                  </a:cubicBezTo>
                  <a:cubicBezTo>
                    <a:pt x="290" y="376"/>
                    <a:pt x="74" y="556"/>
                    <a:pt x="33" y="786"/>
                  </a:cubicBezTo>
                  <a:cubicBezTo>
                    <a:pt x="1" y="970"/>
                    <a:pt x="93" y="1136"/>
                    <a:pt x="259" y="1220"/>
                  </a:cubicBezTo>
                  <a:cubicBezTo>
                    <a:pt x="365" y="1275"/>
                    <a:pt x="488" y="1305"/>
                    <a:pt x="582" y="1383"/>
                  </a:cubicBezTo>
                  <a:cubicBezTo>
                    <a:pt x="708" y="1488"/>
                    <a:pt x="687" y="1629"/>
                    <a:pt x="648" y="1771"/>
                  </a:cubicBezTo>
                  <a:cubicBezTo>
                    <a:pt x="645" y="1780"/>
                    <a:pt x="645" y="1787"/>
                    <a:pt x="645" y="1792"/>
                  </a:cubicBezTo>
                  <a:cubicBezTo>
                    <a:pt x="649" y="1823"/>
                    <a:pt x="677" y="1842"/>
                    <a:pt x="705" y="1842"/>
                  </a:cubicBezTo>
                  <a:cubicBezTo>
                    <a:pt x="729" y="1842"/>
                    <a:pt x="751" y="1830"/>
                    <a:pt x="759" y="1801"/>
                  </a:cubicBezTo>
                  <a:cubicBezTo>
                    <a:pt x="759" y="1799"/>
                    <a:pt x="762" y="1799"/>
                    <a:pt x="762" y="1798"/>
                  </a:cubicBezTo>
                  <a:cubicBezTo>
                    <a:pt x="787" y="1700"/>
                    <a:pt x="813" y="1597"/>
                    <a:pt x="787" y="1496"/>
                  </a:cubicBezTo>
                  <a:cubicBezTo>
                    <a:pt x="763" y="1395"/>
                    <a:pt x="692" y="1316"/>
                    <a:pt x="606" y="1261"/>
                  </a:cubicBezTo>
                  <a:cubicBezTo>
                    <a:pt x="460" y="1169"/>
                    <a:pt x="230" y="1143"/>
                    <a:pt x="159" y="965"/>
                  </a:cubicBezTo>
                  <a:cubicBezTo>
                    <a:pt x="67" y="731"/>
                    <a:pt x="292" y="499"/>
                    <a:pt x="515" y="499"/>
                  </a:cubicBezTo>
                  <a:cubicBezTo>
                    <a:pt x="579" y="499"/>
                    <a:pt x="643" y="518"/>
                    <a:pt x="699" y="562"/>
                  </a:cubicBezTo>
                  <a:cubicBezTo>
                    <a:pt x="830" y="664"/>
                    <a:pt x="935" y="856"/>
                    <a:pt x="1113" y="878"/>
                  </a:cubicBezTo>
                  <a:cubicBezTo>
                    <a:pt x="1122" y="879"/>
                    <a:pt x="1131" y="880"/>
                    <a:pt x="1139" y="880"/>
                  </a:cubicBezTo>
                  <a:cubicBezTo>
                    <a:pt x="1286" y="880"/>
                    <a:pt x="1379" y="716"/>
                    <a:pt x="1438" y="600"/>
                  </a:cubicBezTo>
                  <a:cubicBezTo>
                    <a:pt x="1516" y="445"/>
                    <a:pt x="1595" y="272"/>
                    <a:pt x="1744" y="171"/>
                  </a:cubicBezTo>
                  <a:cubicBezTo>
                    <a:pt x="1799" y="134"/>
                    <a:pt x="1862" y="117"/>
                    <a:pt x="1926" y="117"/>
                  </a:cubicBezTo>
                  <a:cubicBezTo>
                    <a:pt x="2068" y="117"/>
                    <a:pt x="2211" y="202"/>
                    <a:pt x="2260" y="341"/>
                  </a:cubicBezTo>
                  <a:cubicBezTo>
                    <a:pt x="2320" y="511"/>
                    <a:pt x="2200" y="701"/>
                    <a:pt x="2152" y="858"/>
                  </a:cubicBezTo>
                  <a:cubicBezTo>
                    <a:pt x="2098" y="1033"/>
                    <a:pt x="2118" y="1190"/>
                    <a:pt x="2274" y="1299"/>
                  </a:cubicBezTo>
                  <a:cubicBezTo>
                    <a:pt x="2284" y="1307"/>
                    <a:pt x="2294" y="1309"/>
                    <a:pt x="2303" y="1309"/>
                  </a:cubicBezTo>
                  <a:cubicBezTo>
                    <a:pt x="2306" y="1309"/>
                    <a:pt x="2308" y="1309"/>
                    <a:pt x="2311" y="1309"/>
                  </a:cubicBezTo>
                  <a:cubicBezTo>
                    <a:pt x="2353" y="1302"/>
                    <a:pt x="2380" y="1232"/>
                    <a:pt x="2329" y="1198"/>
                  </a:cubicBezTo>
                  <a:cubicBezTo>
                    <a:pt x="2315" y="1189"/>
                    <a:pt x="2302" y="1177"/>
                    <a:pt x="2292" y="1164"/>
                  </a:cubicBezTo>
                  <a:cubicBezTo>
                    <a:pt x="2187" y="1055"/>
                    <a:pt x="2254" y="895"/>
                    <a:pt x="2303" y="765"/>
                  </a:cubicBezTo>
                  <a:cubicBezTo>
                    <a:pt x="2360" y="612"/>
                    <a:pt x="2424" y="443"/>
                    <a:pt x="2359" y="284"/>
                  </a:cubicBezTo>
                  <a:cubicBezTo>
                    <a:pt x="2286" y="110"/>
                    <a:pt x="2103" y="1"/>
                    <a:pt x="1917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425" lIns="91425" spcFirstLastPara="1" rIns="91425" wrap="square" tIns="46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75" name="Google Shape;875;p9"/>
            <p:cNvSpPr/>
            <p:nvPr/>
          </p:nvSpPr>
          <p:spPr>
            <a:xfrm>
              <a:off x="1982520" y="301320"/>
              <a:ext cx="64080" cy="62280"/>
            </a:xfrm>
            <a:custGeom>
              <a:rect b="b" l="l" r="r" t="t"/>
              <a:pathLst>
                <a:path extrusionOk="0" h="1245" w="1276">
                  <a:moveTo>
                    <a:pt x="239" y="0"/>
                  </a:moveTo>
                  <a:cubicBezTo>
                    <a:pt x="189" y="2"/>
                    <a:pt x="159" y="75"/>
                    <a:pt x="210" y="109"/>
                  </a:cubicBezTo>
                  <a:cubicBezTo>
                    <a:pt x="226" y="119"/>
                    <a:pt x="240" y="131"/>
                    <a:pt x="254" y="143"/>
                  </a:cubicBezTo>
                  <a:cubicBezTo>
                    <a:pt x="322" y="196"/>
                    <a:pt x="376" y="264"/>
                    <a:pt x="454" y="303"/>
                  </a:cubicBezTo>
                  <a:cubicBezTo>
                    <a:pt x="557" y="357"/>
                    <a:pt x="667" y="364"/>
                    <a:pt x="780" y="372"/>
                  </a:cubicBezTo>
                  <a:cubicBezTo>
                    <a:pt x="879" y="379"/>
                    <a:pt x="973" y="397"/>
                    <a:pt x="1039" y="479"/>
                  </a:cubicBezTo>
                  <a:cubicBezTo>
                    <a:pt x="1089" y="543"/>
                    <a:pt x="1123" y="624"/>
                    <a:pt x="1137" y="703"/>
                  </a:cubicBezTo>
                  <a:cubicBezTo>
                    <a:pt x="1150" y="775"/>
                    <a:pt x="1147" y="860"/>
                    <a:pt x="1099" y="921"/>
                  </a:cubicBezTo>
                  <a:cubicBezTo>
                    <a:pt x="1067" y="966"/>
                    <a:pt x="1020" y="990"/>
                    <a:pt x="969" y="990"/>
                  </a:cubicBezTo>
                  <a:cubicBezTo>
                    <a:pt x="946" y="990"/>
                    <a:pt x="922" y="985"/>
                    <a:pt x="899" y="975"/>
                  </a:cubicBezTo>
                  <a:cubicBezTo>
                    <a:pt x="755" y="915"/>
                    <a:pt x="649" y="767"/>
                    <a:pt x="483" y="767"/>
                  </a:cubicBezTo>
                  <a:cubicBezTo>
                    <a:pt x="475" y="767"/>
                    <a:pt x="466" y="767"/>
                    <a:pt x="457" y="768"/>
                  </a:cubicBezTo>
                  <a:cubicBezTo>
                    <a:pt x="261" y="788"/>
                    <a:pt x="61" y="964"/>
                    <a:pt x="15" y="1157"/>
                  </a:cubicBezTo>
                  <a:cubicBezTo>
                    <a:pt x="12" y="1162"/>
                    <a:pt x="12" y="1167"/>
                    <a:pt x="10" y="1172"/>
                  </a:cubicBezTo>
                  <a:cubicBezTo>
                    <a:pt x="1" y="1216"/>
                    <a:pt x="37" y="1245"/>
                    <a:pt x="70" y="1245"/>
                  </a:cubicBezTo>
                  <a:cubicBezTo>
                    <a:pt x="86" y="1245"/>
                    <a:pt x="102" y="1238"/>
                    <a:pt x="111" y="1223"/>
                  </a:cubicBezTo>
                  <a:cubicBezTo>
                    <a:pt x="114" y="1216"/>
                    <a:pt x="118" y="1212"/>
                    <a:pt x="120" y="1202"/>
                  </a:cubicBezTo>
                  <a:cubicBezTo>
                    <a:pt x="149" y="1058"/>
                    <a:pt x="314" y="882"/>
                    <a:pt x="476" y="882"/>
                  </a:cubicBezTo>
                  <a:cubicBezTo>
                    <a:pt x="499" y="882"/>
                    <a:pt x="521" y="886"/>
                    <a:pt x="543" y="893"/>
                  </a:cubicBezTo>
                  <a:cubicBezTo>
                    <a:pt x="695" y="942"/>
                    <a:pt x="800" y="1108"/>
                    <a:pt x="968" y="1108"/>
                  </a:cubicBezTo>
                  <a:cubicBezTo>
                    <a:pt x="978" y="1108"/>
                    <a:pt x="989" y="1107"/>
                    <a:pt x="1000" y="1106"/>
                  </a:cubicBezTo>
                  <a:cubicBezTo>
                    <a:pt x="1191" y="1081"/>
                    <a:pt x="1276" y="889"/>
                    <a:pt x="1257" y="712"/>
                  </a:cubicBezTo>
                  <a:cubicBezTo>
                    <a:pt x="1238" y="542"/>
                    <a:pt x="1140" y="347"/>
                    <a:pt x="968" y="286"/>
                  </a:cubicBezTo>
                  <a:cubicBezTo>
                    <a:pt x="844" y="244"/>
                    <a:pt x="709" y="267"/>
                    <a:pt x="584" y="231"/>
                  </a:cubicBezTo>
                  <a:cubicBezTo>
                    <a:pt x="454" y="194"/>
                    <a:pt x="380" y="80"/>
                    <a:pt x="270" y="9"/>
                  </a:cubicBezTo>
                  <a:cubicBezTo>
                    <a:pt x="260" y="2"/>
                    <a:pt x="248" y="0"/>
                    <a:pt x="239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1300" lIns="91425" spcFirstLastPara="1" rIns="91425" wrap="square" tIns="31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76" name="Google Shape;876;p9"/>
            <p:cNvSpPr/>
            <p:nvPr/>
          </p:nvSpPr>
          <p:spPr>
            <a:xfrm>
              <a:off x="1946160" y="357480"/>
              <a:ext cx="63000" cy="60120"/>
            </a:xfrm>
            <a:custGeom>
              <a:rect b="b" l="l" r="r" t="t"/>
              <a:pathLst>
                <a:path extrusionOk="0" h="1200" w="1259">
                  <a:moveTo>
                    <a:pt x="791" y="0"/>
                  </a:moveTo>
                  <a:cubicBezTo>
                    <a:pt x="770" y="0"/>
                    <a:pt x="748" y="11"/>
                    <a:pt x="737" y="35"/>
                  </a:cubicBezTo>
                  <a:cubicBezTo>
                    <a:pt x="736" y="37"/>
                    <a:pt x="736" y="38"/>
                    <a:pt x="733" y="39"/>
                  </a:cubicBezTo>
                  <a:cubicBezTo>
                    <a:pt x="665" y="229"/>
                    <a:pt x="750" y="392"/>
                    <a:pt x="866" y="540"/>
                  </a:cubicBezTo>
                  <a:cubicBezTo>
                    <a:pt x="960" y="659"/>
                    <a:pt x="1097" y="793"/>
                    <a:pt x="1094" y="956"/>
                  </a:cubicBezTo>
                  <a:cubicBezTo>
                    <a:pt x="1094" y="1054"/>
                    <a:pt x="1015" y="1085"/>
                    <a:pt x="928" y="1085"/>
                  </a:cubicBezTo>
                  <a:cubicBezTo>
                    <a:pt x="867" y="1085"/>
                    <a:pt x="802" y="1070"/>
                    <a:pt x="759" y="1053"/>
                  </a:cubicBezTo>
                  <a:cubicBezTo>
                    <a:pt x="587" y="987"/>
                    <a:pt x="481" y="815"/>
                    <a:pt x="424" y="647"/>
                  </a:cubicBezTo>
                  <a:cubicBezTo>
                    <a:pt x="367" y="479"/>
                    <a:pt x="302" y="295"/>
                    <a:pt x="115" y="241"/>
                  </a:cubicBezTo>
                  <a:cubicBezTo>
                    <a:pt x="105" y="236"/>
                    <a:pt x="94" y="234"/>
                    <a:pt x="84" y="231"/>
                  </a:cubicBezTo>
                  <a:cubicBezTo>
                    <a:pt x="80" y="230"/>
                    <a:pt x="76" y="230"/>
                    <a:pt x="72" y="230"/>
                  </a:cubicBezTo>
                  <a:cubicBezTo>
                    <a:pt x="25" y="230"/>
                    <a:pt x="1" y="283"/>
                    <a:pt x="20" y="319"/>
                  </a:cubicBezTo>
                  <a:cubicBezTo>
                    <a:pt x="24" y="330"/>
                    <a:pt x="36" y="340"/>
                    <a:pt x="54" y="343"/>
                  </a:cubicBezTo>
                  <a:cubicBezTo>
                    <a:pt x="61" y="343"/>
                    <a:pt x="68" y="347"/>
                    <a:pt x="75" y="348"/>
                  </a:cubicBezTo>
                  <a:lnTo>
                    <a:pt x="77" y="348"/>
                  </a:lnTo>
                  <a:cubicBezTo>
                    <a:pt x="255" y="398"/>
                    <a:pt x="278" y="605"/>
                    <a:pt x="342" y="755"/>
                  </a:cubicBezTo>
                  <a:cubicBezTo>
                    <a:pt x="418" y="935"/>
                    <a:pt x="543" y="1094"/>
                    <a:pt x="729" y="1163"/>
                  </a:cubicBezTo>
                  <a:cubicBezTo>
                    <a:pt x="786" y="1185"/>
                    <a:pt x="858" y="1200"/>
                    <a:pt x="928" y="1200"/>
                  </a:cubicBezTo>
                  <a:cubicBezTo>
                    <a:pt x="1032" y="1200"/>
                    <a:pt x="1133" y="1168"/>
                    <a:pt x="1182" y="1077"/>
                  </a:cubicBezTo>
                  <a:cubicBezTo>
                    <a:pt x="1259" y="938"/>
                    <a:pt x="1177" y="759"/>
                    <a:pt x="1093" y="640"/>
                  </a:cubicBezTo>
                  <a:cubicBezTo>
                    <a:pt x="977" y="477"/>
                    <a:pt x="780" y="319"/>
                    <a:pt x="835" y="102"/>
                  </a:cubicBezTo>
                  <a:cubicBezTo>
                    <a:pt x="838" y="92"/>
                    <a:pt x="841" y="81"/>
                    <a:pt x="845" y="71"/>
                  </a:cubicBezTo>
                  <a:cubicBezTo>
                    <a:pt x="861" y="28"/>
                    <a:pt x="826" y="0"/>
                    <a:pt x="791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0225" lIns="91425" spcFirstLastPara="1" rIns="91425" wrap="square" tIns="30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77" name="Google Shape;877;p9"/>
            <p:cNvSpPr/>
            <p:nvPr/>
          </p:nvSpPr>
          <p:spPr>
            <a:xfrm>
              <a:off x="1884960" y="329760"/>
              <a:ext cx="69480" cy="70200"/>
            </a:xfrm>
            <a:custGeom>
              <a:rect b="b" l="l" r="r" t="t"/>
              <a:pathLst>
                <a:path extrusionOk="0" h="1403" w="1389">
                  <a:moveTo>
                    <a:pt x="597" y="0"/>
                  </a:moveTo>
                  <a:cubicBezTo>
                    <a:pt x="568" y="0"/>
                    <a:pt x="536" y="19"/>
                    <a:pt x="531" y="56"/>
                  </a:cubicBezTo>
                  <a:cubicBezTo>
                    <a:pt x="531" y="58"/>
                    <a:pt x="531" y="59"/>
                    <a:pt x="530" y="62"/>
                  </a:cubicBezTo>
                  <a:cubicBezTo>
                    <a:pt x="520" y="151"/>
                    <a:pt x="513" y="247"/>
                    <a:pt x="475" y="328"/>
                  </a:cubicBezTo>
                  <a:cubicBezTo>
                    <a:pt x="435" y="416"/>
                    <a:pt x="364" y="484"/>
                    <a:pt x="298" y="552"/>
                  </a:cubicBezTo>
                  <a:cubicBezTo>
                    <a:pt x="163" y="694"/>
                    <a:pt x="0" y="867"/>
                    <a:pt x="18" y="1078"/>
                  </a:cubicBezTo>
                  <a:cubicBezTo>
                    <a:pt x="33" y="1251"/>
                    <a:pt x="162" y="1402"/>
                    <a:pt x="338" y="1402"/>
                  </a:cubicBezTo>
                  <a:cubicBezTo>
                    <a:pt x="347" y="1402"/>
                    <a:pt x="356" y="1402"/>
                    <a:pt x="364" y="1401"/>
                  </a:cubicBezTo>
                  <a:cubicBezTo>
                    <a:pt x="449" y="1394"/>
                    <a:pt x="529" y="1358"/>
                    <a:pt x="595" y="1303"/>
                  </a:cubicBezTo>
                  <a:cubicBezTo>
                    <a:pt x="663" y="1247"/>
                    <a:pt x="709" y="1170"/>
                    <a:pt x="762" y="1099"/>
                  </a:cubicBezTo>
                  <a:cubicBezTo>
                    <a:pt x="826" y="1018"/>
                    <a:pt x="897" y="933"/>
                    <a:pt x="988" y="880"/>
                  </a:cubicBezTo>
                  <a:cubicBezTo>
                    <a:pt x="1031" y="854"/>
                    <a:pt x="1075" y="841"/>
                    <a:pt x="1118" y="841"/>
                  </a:cubicBezTo>
                  <a:cubicBezTo>
                    <a:pt x="1158" y="841"/>
                    <a:pt x="1198" y="851"/>
                    <a:pt x="1237" y="871"/>
                  </a:cubicBezTo>
                  <a:cubicBezTo>
                    <a:pt x="1251" y="878"/>
                    <a:pt x="1264" y="885"/>
                    <a:pt x="1278" y="894"/>
                  </a:cubicBezTo>
                  <a:cubicBezTo>
                    <a:pt x="1283" y="898"/>
                    <a:pt x="1288" y="899"/>
                    <a:pt x="1294" y="901"/>
                  </a:cubicBezTo>
                  <a:cubicBezTo>
                    <a:pt x="1298" y="902"/>
                    <a:pt x="1302" y="902"/>
                    <a:pt x="1306" y="902"/>
                  </a:cubicBezTo>
                  <a:cubicBezTo>
                    <a:pt x="1356" y="902"/>
                    <a:pt x="1388" y="827"/>
                    <a:pt x="1332" y="792"/>
                  </a:cubicBezTo>
                  <a:cubicBezTo>
                    <a:pt x="1331" y="792"/>
                    <a:pt x="1331" y="792"/>
                    <a:pt x="1329" y="789"/>
                  </a:cubicBezTo>
                  <a:cubicBezTo>
                    <a:pt x="1260" y="746"/>
                    <a:pt x="1190" y="726"/>
                    <a:pt x="1120" y="726"/>
                  </a:cubicBezTo>
                  <a:cubicBezTo>
                    <a:pt x="1026" y="726"/>
                    <a:pt x="933" y="763"/>
                    <a:pt x="849" y="833"/>
                  </a:cubicBezTo>
                  <a:cubicBezTo>
                    <a:pt x="778" y="889"/>
                    <a:pt x="723" y="957"/>
                    <a:pt x="669" y="1028"/>
                  </a:cubicBezTo>
                  <a:cubicBezTo>
                    <a:pt x="616" y="1096"/>
                    <a:pt x="573" y="1174"/>
                    <a:pt x="503" y="1225"/>
                  </a:cubicBezTo>
                  <a:cubicBezTo>
                    <a:pt x="455" y="1261"/>
                    <a:pt x="393" y="1286"/>
                    <a:pt x="331" y="1286"/>
                  </a:cubicBezTo>
                  <a:cubicBezTo>
                    <a:pt x="316" y="1286"/>
                    <a:pt x="302" y="1285"/>
                    <a:pt x="288" y="1282"/>
                  </a:cubicBezTo>
                  <a:cubicBezTo>
                    <a:pt x="203" y="1262"/>
                    <a:pt x="153" y="1184"/>
                    <a:pt x="135" y="1102"/>
                  </a:cubicBezTo>
                  <a:cubicBezTo>
                    <a:pt x="91" y="902"/>
                    <a:pt x="285" y="726"/>
                    <a:pt x="411" y="598"/>
                  </a:cubicBezTo>
                  <a:cubicBezTo>
                    <a:pt x="482" y="524"/>
                    <a:pt x="551" y="446"/>
                    <a:pt x="588" y="350"/>
                  </a:cubicBezTo>
                  <a:cubicBezTo>
                    <a:pt x="626" y="262"/>
                    <a:pt x="631" y="165"/>
                    <a:pt x="643" y="72"/>
                  </a:cubicBezTo>
                  <a:cubicBezTo>
                    <a:pt x="643" y="70"/>
                    <a:pt x="645" y="70"/>
                    <a:pt x="645" y="69"/>
                  </a:cubicBezTo>
                  <a:cubicBezTo>
                    <a:pt x="645" y="65"/>
                    <a:pt x="648" y="59"/>
                    <a:pt x="648" y="56"/>
                  </a:cubicBezTo>
                  <a:cubicBezTo>
                    <a:pt x="652" y="19"/>
                    <a:pt x="626" y="0"/>
                    <a:pt x="597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5275" lIns="91425" spcFirstLastPara="1" rIns="91425" wrap="square" tIns="35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78" name="Google Shape;878;p9"/>
            <p:cNvSpPr/>
            <p:nvPr/>
          </p:nvSpPr>
          <p:spPr>
            <a:xfrm>
              <a:off x="1931040" y="335520"/>
              <a:ext cx="23760" cy="22320"/>
            </a:xfrm>
            <a:custGeom>
              <a:rect b="b" l="l" r="r" t="t"/>
              <a:pathLst>
                <a:path extrusionOk="0" h="451" w="478">
                  <a:moveTo>
                    <a:pt x="201" y="128"/>
                  </a:moveTo>
                  <a:lnTo>
                    <a:pt x="201" y="128"/>
                  </a:lnTo>
                  <a:cubicBezTo>
                    <a:pt x="200" y="128"/>
                    <a:pt x="199" y="128"/>
                    <a:pt x="198" y="129"/>
                  </a:cubicBezTo>
                  <a:lnTo>
                    <a:pt x="198" y="129"/>
                  </a:lnTo>
                  <a:cubicBezTo>
                    <a:pt x="202" y="128"/>
                    <a:pt x="202" y="128"/>
                    <a:pt x="201" y="128"/>
                  </a:cubicBezTo>
                  <a:close/>
                  <a:moveTo>
                    <a:pt x="198" y="129"/>
                  </a:moveTo>
                  <a:cubicBezTo>
                    <a:pt x="197" y="129"/>
                    <a:pt x="196" y="129"/>
                    <a:pt x="195" y="129"/>
                  </a:cubicBezTo>
                  <a:cubicBezTo>
                    <a:pt x="196" y="129"/>
                    <a:pt x="197" y="129"/>
                    <a:pt x="198" y="129"/>
                  </a:cubicBezTo>
                  <a:close/>
                  <a:moveTo>
                    <a:pt x="333" y="137"/>
                  </a:moveTo>
                  <a:cubicBezTo>
                    <a:pt x="333" y="137"/>
                    <a:pt x="334" y="138"/>
                    <a:pt x="335" y="139"/>
                  </a:cubicBezTo>
                  <a:cubicBezTo>
                    <a:pt x="334" y="138"/>
                    <a:pt x="333" y="137"/>
                    <a:pt x="333" y="137"/>
                  </a:cubicBezTo>
                  <a:close/>
                  <a:moveTo>
                    <a:pt x="335" y="139"/>
                  </a:moveTo>
                  <a:cubicBezTo>
                    <a:pt x="336" y="140"/>
                    <a:pt x="336" y="140"/>
                    <a:pt x="337" y="141"/>
                  </a:cubicBezTo>
                  <a:lnTo>
                    <a:pt x="337" y="141"/>
                  </a:lnTo>
                  <a:cubicBezTo>
                    <a:pt x="336" y="140"/>
                    <a:pt x="336" y="140"/>
                    <a:pt x="335" y="139"/>
                  </a:cubicBezTo>
                  <a:close/>
                  <a:moveTo>
                    <a:pt x="337" y="141"/>
                  </a:moveTo>
                  <a:cubicBezTo>
                    <a:pt x="337" y="142"/>
                    <a:pt x="337" y="143"/>
                    <a:pt x="338" y="143"/>
                  </a:cubicBezTo>
                  <a:cubicBezTo>
                    <a:pt x="338" y="142"/>
                    <a:pt x="337" y="142"/>
                    <a:pt x="337" y="141"/>
                  </a:cubicBezTo>
                  <a:close/>
                  <a:moveTo>
                    <a:pt x="119" y="197"/>
                  </a:moveTo>
                  <a:lnTo>
                    <a:pt x="119" y="197"/>
                  </a:lnTo>
                  <a:cubicBezTo>
                    <a:pt x="119" y="197"/>
                    <a:pt x="119" y="197"/>
                    <a:pt x="118" y="197"/>
                  </a:cubicBezTo>
                  <a:lnTo>
                    <a:pt x="118" y="197"/>
                  </a:lnTo>
                  <a:cubicBezTo>
                    <a:pt x="119" y="197"/>
                    <a:pt x="119" y="197"/>
                    <a:pt x="119" y="197"/>
                  </a:cubicBezTo>
                  <a:close/>
                  <a:moveTo>
                    <a:pt x="317" y="334"/>
                  </a:moveTo>
                  <a:lnTo>
                    <a:pt x="317" y="334"/>
                  </a:lnTo>
                  <a:cubicBezTo>
                    <a:pt x="317" y="334"/>
                    <a:pt x="318" y="334"/>
                    <a:pt x="318" y="334"/>
                  </a:cubicBezTo>
                  <a:lnTo>
                    <a:pt x="318" y="334"/>
                  </a:lnTo>
                  <a:lnTo>
                    <a:pt x="318" y="334"/>
                  </a:lnTo>
                  <a:lnTo>
                    <a:pt x="318" y="334"/>
                  </a:lnTo>
                  <a:cubicBezTo>
                    <a:pt x="318" y="334"/>
                    <a:pt x="317" y="334"/>
                    <a:pt x="317" y="334"/>
                  </a:cubicBezTo>
                  <a:close/>
                  <a:moveTo>
                    <a:pt x="318" y="334"/>
                  </a:moveTo>
                  <a:cubicBezTo>
                    <a:pt x="318" y="334"/>
                    <a:pt x="318" y="334"/>
                    <a:pt x="318" y="334"/>
                  </a:cubicBezTo>
                  <a:lnTo>
                    <a:pt x="318" y="334"/>
                  </a:lnTo>
                  <a:cubicBezTo>
                    <a:pt x="318" y="334"/>
                    <a:pt x="317" y="334"/>
                    <a:pt x="317" y="334"/>
                  </a:cubicBezTo>
                  <a:lnTo>
                    <a:pt x="317" y="334"/>
                  </a:lnTo>
                  <a:lnTo>
                    <a:pt x="318" y="334"/>
                  </a:lnTo>
                  <a:close/>
                  <a:moveTo>
                    <a:pt x="317" y="334"/>
                  </a:moveTo>
                  <a:lnTo>
                    <a:pt x="317" y="334"/>
                  </a:lnTo>
                  <a:cubicBezTo>
                    <a:pt x="317" y="334"/>
                    <a:pt x="317" y="334"/>
                    <a:pt x="317" y="334"/>
                  </a:cubicBezTo>
                  <a:lnTo>
                    <a:pt x="317" y="334"/>
                  </a:lnTo>
                  <a:cubicBezTo>
                    <a:pt x="317" y="334"/>
                    <a:pt x="317" y="334"/>
                    <a:pt x="317" y="334"/>
                  </a:cubicBezTo>
                  <a:lnTo>
                    <a:pt x="317" y="334"/>
                  </a:lnTo>
                  <a:cubicBezTo>
                    <a:pt x="317" y="334"/>
                    <a:pt x="317" y="334"/>
                    <a:pt x="317" y="334"/>
                  </a:cubicBezTo>
                  <a:lnTo>
                    <a:pt x="317" y="334"/>
                  </a:lnTo>
                  <a:cubicBezTo>
                    <a:pt x="317" y="334"/>
                    <a:pt x="317" y="334"/>
                    <a:pt x="317" y="334"/>
                  </a:cubicBezTo>
                  <a:lnTo>
                    <a:pt x="317" y="334"/>
                  </a:lnTo>
                  <a:lnTo>
                    <a:pt x="317" y="334"/>
                  </a:lnTo>
                  <a:lnTo>
                    <a:pt x="317" y="334"/>
                  </a:lnTo>
                  <a:cubicBezTo>
                    <a:pt x="317" y="334"/>
                    <a:pt x="317" y="334"/>
                    <a:pt x="317" y="334"/>
                  </a:cubicBezTo>
                  <a:lnTo>
                    <a:pt x="317" y="334"/>
                  </a:lnTo>
                  <a:cubicBezTo>
                    <a:pt x="317" y="334"/>
                    <a:pt x="317" y="334"/>
                    <a:pt x="316" y="335"/>
                  </a:cubicBezTo>
                  <a:lnTo>
                    <a:pt x="316" y="335"/>
                  </a:lnTo>
                  <a:cubicBezTo>
                    <a:pt x="317" y="334"/>
                    <a:pt x="317" y="334"/>
                    <a:pt x="317" y="334"/>
                  </a:cubicBezTo>
                  <a:close/>
                  <a:moveTo>
                    <a:pt x="317" y="335"/>
                  </a:moveTo>
                  <a:lnTo>
                    <a:pt x="317" y="335"/>
                  </a:lnTo>
                  <a:lnTo>
                    <a:pt x="316" y="335"/>
                  </a:lnTo>
                  <a:cubicBezTo>
                    <a:pt x="317" y="335"/>
                    <a:pt x="317" y="335"/>
                    <a:pt x="317" y="335"/>
                  </a:cubicBezTo>
                  <a:close/>
                  <a:moveTo>
                    <a:pt x="318" y="334"/>
                  </a:moveTo>
                  <a:lnTo>
                    <a:pt x="318" y="334"/>
                  </a:lnTo>
                  <a:cubicBezTo>
                    <a:pt x="318" y="335"/>
                    <a:pt x="318" y="335"/>
                    <a:pt x="318" y="335"/>
                  </a:cubicBezTo>
                  <a:lnTo>
                    <a:pt x="318" y="335"/>
                  </a:lnTo>
                  <a:cubicBezTo>
                    <a:pt x="318" y="335"/>
                    <a:pt x="318" y="335"/>
                    <a:pt x="318" y="335"/>
                  </a:cubicBezTo>
                  <a:lnTo>
                    <a:pt x="318" y="335"/>
                  </a:lnTo>
                  <a:cubicBezTo>
                    <a:pt x="318" y="335"/>
                    <a:pt x="318" y="335"/>
                    <a:pt x="318" y="334"/>
                  </a:cubicBezTo>
                  <a:close/>
                  <a:moveTo>
                    <a:pt x="320" y="334"/>
                  </a:moveTo>
                  <a:lnTo>
                    <a:pt x="320" y="334"/>
                  </a:lnTo>
                  <a:cubicBezTo>
                    <a:pt x="321" y="334"/>
                    <a:pt x="322" y="335"/>
                    <a:pt x="323" y="335"/>
                  </a:cubicBezTo>
                  <a:lnTo>
                    <a:pt x="321" y="335"/>
                  </a:lnTo>
                  <a:cubicBezTo>
                    <a:pt x="321" y="335"/>
                    <a:pt x="321" y="335"/>
                    <a:pt x="321" y="335"/>
                  </a:cubicBezTo>
                  <a:lnTo>
                    <a:pt x="321" y="335"/>
                  </a:lnTo>
                  <a:cubicBezTo>
                    <a:pt x="321" y="335"/>
                    <a:pt x="321" y="335"/>
                    <a:pt x="320" y="334"/>
                  </a:cubicBezTo>
                  <a:close/>
                  <a:moveTo>
                    <a:pt x="314" y="335"/>
                  </a:moveTo>
                  <a:cubicBezTo>
                    <a:pt x="313" y="336"/>
                    <a:pt x="312" y="336"/>
                    <a:pt x="312" y="336"/>
                  </a:cubicBezTo>
                  <a:cubicBezTo>
                    <a:pt x="312" y="336"/>
                    <a:pt x="313" y="335"/>
                    <a:pt x="314" y="335"/>
                  </a:cubicBezTo>
                  <a:close/>
                  <a:moveTo>
                    <a:pt x="315" y="337"/>
                  </a:moveTo>
                  <a:cubicBezTo>
                    <a:pt x="315" y="337"/>
                    <a:pt x="315" y="337"/>
                    <a:pt x="315" y="337"/>
                  </a:cubicBezTo>
                  <a:lnTo>
                    <a:pt x="315" y="337"/>
                  </a:lnTo>
                  <a:lnTo>
                    <a:pt x="314" y="338"/>
                  </a:lnTo>
                  <a:cubicBezTo>
                    <a:pt x="314" y="337"/>
                    <a:pt x="315" y="337"/>
                    <a:pt x="315" y="337"/>
                  </a:cubicBezTo>
                  <a:close/>
                  <a:moveTo>
                    <a:pt x="322" y="336"/>
                  </a:moveTo>
                  <a:lnTo>
                    <a:pt x="322" y="336"/>
                  </a:lnTo>
                  <a:cubicBezTo>
                    <a:pt x="323" y="337"/>
                    <a:pt x="325" y="338"/>
                    <a:pt x="327" y="339"/>
                  </a:cubicBezTo>
                  <a:cubicBezTo>
                    <a:pt x="325" y="338"/>
                    <a:pt x="323" y="338"/>
                    <a:pt x="322" y="336"/>
                  </a:cubicBezTo>
                  <a:close/>
                  <a:moveTo>
                    <a:pt x="274" y="1"/>
                  </a:moveTo>
                  <a:cubicBezTo>
                    <a:pt x="231" y="1"/>
                    <a:pt x="187" y="12"/>
                    <a:pt x="147" y="29"/>
                  </a:cubicBezTo>
                  <a:cubicBezTo>
                    <a:pt x="68" y="65"/>
                    <a:pt x="2" y="142"/>
                    <a:pt x="1" y="233"/>
                  </a:cubicBezTo>
                  <a:cubicBezTo>
                    <a:pt x="1" y="262"/>
                    <a:pt x="26" y="291"/>
                    <a:pt x="59" y="291"/>
                  </a:cubicBezTo>
                  <a:cubicBezTo>
                    <a:pt x="83" y="288"/>
                    <a:pt x="110" y="262"/>
                    <a:pt x="110" y="231"/>
                  </a:cubicBezTo>
                  <a:lnTo>
                    <a:pt x="110" y="221"/>
                  </a:lnTo>
                  <a:cubicBezTo>
                    <a:pt x="111" y="214"/>
                    <a:pt x="114" y="210"/>
                    <a:pt x="116" y="203"/>
                  </a:cubicBezTo>
                  <a:cubicBezTo>
                    <a:pt x="116" y="200"/>
                    <a:pt x="118" y="198"/>
                    <a:pt x="118" y="197"/>
                  </a:cubicBezTo>
                  <a:lnTo>
                    <a:pt x="118" y="197"/>
                  </a:lnTo>
                  <a:cubicBezTo>
                    <a:pt x="118" y="198"/>
                    <a:pt x="116" y="200"/>
                    <a:pt x="113" y="204"/>
                  </a:cubicBezTo>
                  <a:cubicBezTo>
                    <a:pt x="116" y="200"/>
                    <a:pt x="117" y="199"/>
                    <a:pt x="117" y="196"/>
                  </a:cubicBezTo>
                  <a:cubicBezTo>
                    <a:pt x="121" y="190"/>
                    <a:pt x="123" y="184"/>
                    <a:pt x="128" y="179"/>
                  </a:cubicBezTo>
                  <a:lnTo>
                    <a:pt x="128" y="179"/>
                  </a:lnTo>
                  <a:cubicBezTo>
                    <a:pt x="127" y="179"/>
                    <a:pt x="127" y="179"/>
                    <a:pt x="127" y="179"/>
                  </a:cubicBezTo>
                  <a:cubicBezTo>
                    <a:pt x="128" y="179"/>
                    <a:pt x="128" y="179"/>
                    <a:pt x="130" y="177"/>
                  </a:cubicBezTo>
                  <a:cubicBezTo>
                    <a:pt x="131" y="176"/>
                    <a:pt x="133" y="172"/>
                    <a:pt x="137" y="170"/>
                  </a:cubicBezTo>
                  <a:cubicBezTo>
                    <a:pt x="143" y="165"/>
                    <a:pt x="145" y="160"/>
                    <a:pt x="151" y="156"/>
                  </a:cubicBezTo>
                  <a:cubicBezTo>
                    <a:pt x="152" y="155"/>
                    <a:pt x="155" y="153"/>
                    <a:pt x="157" y="151"/>
                  </a:cubicBezTo>
                  <a:lnTo>
                    <a:pt x="157" y="151"/>
                  </a:lnTo>
                  <a:cubicBezTo>
                    <a:pt x="157" y="151"/>
                    <a:pt x="158" y="150"/>
                    <a:pt x="158" y="150"/>
                  </a:cubicBezTo>
                  <a:cubicBezTo>
                    <a:pt x="162" y="148"/>
                    <a:pt x="171" y="142"/>
                    <a:pt x="178" y="139"/>
                  </a:cubicBezTo>
                  <a:cubicBezTo>
                    <a:pt x="182" y="135"/>
                    <a:pt x="188" y="132"/>
                    <a:pt x="195" y="129"/>
                  </a:cubicBezTo>
                  <a:cubicBezTo>
                    <a:pt x="197" y="128"/>
                    <a:pt x="200" y="128"/>
                    <a:pt x="201" y="128"/>
                  </a:cubicBezTo>
                  <a:cubicBezTo>
                    <a:pt x="201" y="128"/>
                    <a:pt x="201" y="128"/>
                    <a:pt x="201" y="128"/>
                  </a:cubicBezTo>
                  <a:lnTo>
                    <a:pt x="201" y="128"/>
                  </a:lnTo>
                  <a:cubicBezTo>
                    <a:pt x="203" y="127"/>
                    <a:pt x="204" y="126"/>
                    <a:pt x="206" y="126"/>
                  </a:cubicBezTo>
                  <a:cubicBezTo>
                    <a:pt x="218" y="121"/>
                    <a:pt x="232" y="119"/>
                    <a:pt x="245" y="116"/>
                  </a:cubicBezTo>
                  <a:lnTo>
                    <a:pt x="245" y="116"/>
                  </a:lnTo>
                  <a:cubicBezTo>
                    <a:pt x="245" y="116"/>
                    <a:pt x="245" y="116"/>
                    <a:pt x="246" y="116"/>
                  </a:cubicBezTo>
                  <a:cubicBezTo>
                    <a:pt x="247" y="116"/>
                    <a:pt x="251" y="115"/>
                    <a:pt x="253" y="115"/>
                  </a:cubicBezTo>
                  <a:lnTo>
                    <a:pt x="250" y="115"/>
                  </a:lnTo>
                  <a:cubicBezTo>
                    <a:pt x="249" y="115"/>
                    <a:pt x="247" y="116"/>
                    <a:pt x="245" y="116"/>
                  </a:cubicBezTo>
                  <a:lnTo>
                    <a:pt x="245" y="116"/>
                  </a:lnTo>
                  <a:cubicBezTo>
                    <a:pt x="246" y="116"/>
                    <a:pt x="247" y="116"/>
                    <a:pt x="249" y="115"/>
                  </a:cubicBezTo>
                  <a:lnTo>
                    <a:pt x="250" y="115"/>
                  </a:lnTo>
                  <a:cubicBezTo>
                    <a:pt x="252" y="115"/>
                    <a:pt x="253" y="115"/>
                    <a:pt x="254" y="115"/>
                  </a:cubicBezTo>
                  <a:cubicBezTo>
                    <a:pt x="254" y="115"/>
                    <a:pt x="254" y="115"/>
                    <a:pt x="253" y="115"/>
                  </a:cubicBezTo>
                  <a:lnTo>
                    <a:pt x="279" y="115"/>
                  </a:lnTo>
                  <a:cubicBezTo>
                    <a:pt x="279" y="115"/>
                    <a:pt x="280" y="115"/>
                    <a:pt x="280" y="115"/>
                  </a:cubicBezTo>
                  <a:lnTo>
                    <a:pt x="280" y="115"/>
                  </a:lnTo>
                  <a:cubicBezTo>
                    <a:pt x="281" y="115"/>
                    <a:pt x="282" y="115"/>
                    <a:pt x="284" y="115"/>
                  </a:cubicBezTo>
                  <a:cubicBezTo>
                    <a:pt x="285" y="115"/>
                    <a:pt x="286" y="115"/>
                    <a:pt x="287" y="115"/>
                  </a:cubicBezTo>
                  <a:lnTo>
                    <a:pt x="288" y="115"/>
                  </a:lnTo>
                  <a:lnTo>
                    <a:pt x="288" y="115"/>
                  </a:lnTo>
                  <a:cubicBezTo>
                    <a:pt x="286" y="116"/>
                    <a:pt x="284" y="116"/>
                    <a:pt x="283" y="116"/>
                  </a:cubicBezTo>
                  <a:lnTo>
                    <a:pt x="283" y="116"/>
                  </a:lnTo>
                  <a:cubicBezTo>
                    <a:pt x="282" y="116"/>
                    <a:pt x="281" y="115"/>
                    <a:pt x="280" y="115"/>
                  </a:cubicBezTo>
                  <a:lnTo>
                    <a:pt x="280" y="115"/>
                  </a:lnTo>
                  <a:cubicBezTo>
                    <a:pt x="280" y="116"/>
                    <a:pt x="280" y="116"/>
                    <a:pt x="281" y="116"/>
                  </a:cubicBezTo>
                  <a:cubicBezTo>
                    <a:pt x="282" y="116"/>
                    <a:pt x="282" y="116"/>
                    <a:pt x="283" y="116"/>
                  </a:cubicBezTo>
                  <a:lnTo>
                    <a:pt x="283" y="116"/>
                  </a:lnTo>
                  <a:cubicBezTo>
                    <a:pt x="284" y="116"/>
                    <a:pt x="285" y="116"/>
                    <a:pt x="285" y="116"/>
                  </a:cubicBezTo>
                  <a:cubicBezTo>
                    <a:pt x="286" y="116"/>
                    <a:pt x="287" y="116"/>
                    <a:pt x="288" y="115"/>
                  </a:cubicBezTo>
                  <a:lnTo>
                    <a:pt x="288" y="115"/>
                  </a:lnTo>
                  <a:lnTo>
                    <a:pt x="308" y="121"/>
                  </a:lnTo>
                  <a:cubicBezTo>
                    <a:pt x="311" y="122"/>
                    <a:pt x="313" y="122"/>
                    <a:pt x="313" y="122"/>
                  </a:cubicBezTo>
                  <a:lnTo>
                    <a:pt x="313" y="122"/>
                  </a:lnTo>
                  <a:lnTo>
                    <a:pt x="328" y="133"/>
                  </a:lnTo>
                  <a:cubicBezTo>
                    <a:pt x="330" y="135"/>
                    <a:pt x="331" y="135"/>
                    <a:pt x="331" y="135"/>
                  </a:cubicBezTo>
                  <a:cubicBezTo>
                    <a:pt x="331" y="135"/>
                    <a:pt x="331" y="135"/>
                    <a:pt x="330" y="135"/>
                  </a:cubicBezTo>
                  <a:lnTo>
                    <a:pt x="330" y="135"/>
                  </a:lnTo>
                  <a:cubicBezTo>
                    <a:pt x="331" y="135"/>
                    <a:pt x="332" y="136"/>
                    <a:pt x="334" y="136"/>
                  </a:cubicBezTo>
                  <a:lnTo>
                    <a:pt x="338" y="143"/>
                  </a:lnTo>
                  <a:cubicBezTo>
                    <a:pt x="341" y="148"/>
                    <a:pt x="343" y="152"/>
                    <a:pt x="345" y="156"/>
                  </a:cubicBezTo>
                  <a:lnTo>
                    <a:pt x="345" y="156"/>
                  </a:lnTo>
                  <a:cubicBezTo>
                    <a:pt x="345" y="156"/>
                    <a:pt x="345" y="156"/>
                    <a:pt x="345" y="156"/>
                  </a:cubicBezTo>
                  <a:cubicBezTo>
                    <a:pt x="345" y="160"/>
                    <a:pt x="348" y="162"/>
                    <a:pt x="350" y="165"/>
                  </a:cubicBezTo>
                  <a:cubicBezTo>
                    <a:pt x="351" y="170"/>
                    <a:pt x="352" y="177"/>
                    <a:pt x="355" y="183"/>
                  </a:cubicBezTo>
                  <a:cubicBezTo>
                    <a:pt x="355" y="185"/>
                    <a:pt x="356" y="188"/>
                    <a:pt x="356" y="190"/>
                  </a:cubicBezTo>
                  <a:lnTo>
                    <a:pt x="356" y="190"/>
                  </a:lnTo>
                  <a:cubicBezTo>
                    <a:pt x="357" y="190"/>
                    <a:pt x="357" y="191"/>
                    <a:pt x="357" y="192"/>
                  </a:cubicBezTo>
                  <a:cubicBezTo>
                    <a:pt x="358" y="204"/>
                    <a:pt x="358" y="214"/>
                    <a:pt x="357" y="227"/>
                  </a:cubicBezTo>
                  <a:cubicBezTo>
                    <a:pt x="357" y="232"/>
                    <a:pt x="356" y="236"/>
                    <a:pt x="355" y="241"/>
                  </a:cubicBezTo>
                  <a:lnTo>
                    <a:pt x="355" y="241"/>
                  </a:lnTo>
                  <a:cubicBezTo>
                    <a:pt x="356" y="239"/>
                    <a:pt x="355" y="238"/>
                    <a:pt x="355" y="238"/>
                  </a:cubicBezTo>
                  <a:lnTo>
                    <a:pt x="355" y="238"/>
                  </a:lnTo>
                  <a:cubicBezTo>
                    <a:pt x="354" y="238"/>
                    <a:pt x="352" y="252"/>
                    <a:pt x="352" y="257"/>
                  </a:cubicBezTo>
                  <a:cubicBezTo>
                    <a:pt x="350" y="270"/>
                    <a:pt x="348" y="282"/>
                    <a:pt x="342" y="292"/>
                  </a:cubicBezTo>
                  <a:cubicBezTo>
                    <a:pt x="342" y="292"/>
                    <a:pt x="342" y="293"/>
                    <a:pt x="341" y="294"/>
                  </a:cubicBezTo>
                  <a:lnTo>
                    <a:pt x="341" y="294"/>
                  </a:lnTo>
                  <a:cubicBezTo>
                    <a:pt x="342" y="294"/>
                    <a:pt x="342" y="294"/>
                    <a:pt x="342" y="294"/>
                  </a:cubicBezTo>
                  <a:lnTo>
                    <a:pt x="342" y="294"/>
                  </a:lnTo>
                  <a:cubicBezTo>
                    <a:pt x="342" y="294"/>
                    <a:pt x="341" y="295"/>
                    <a:pt x="340" y="298"/>
                  </a:cubicBezTo>
                  <a:cubicBezTo>
                    <a:pt x="339" y="299"/>
                    <a:pt x="339" y="299"/>
                    <a:pt x="339" y="300"/>
                  </a:cubicBezTo>
                  <a:lnTo>
                    <a:pt x="339" y="300"/>
                  </a:lnTo>
                  <a:cubicBezTo>
                    <a:pt x="339" y="298"/>
                    <a:pt x="341" y="296"/>
                    <a:pt x="341" y="294"/>
                  </a:cubicBezTo>
                  <a:lnTo>
                    <a:pt x="341" y="294"/>
                  </a:lnTo>
                  <a:cubicBezTo>
                    <a:pt x="341" y="294"/>
                    <a:pt x="338" y="299"/>
                    <a:pt x="338" y="301"/>
                  </a:cubicBezTo>
                  <a:lnTo>
                    <a:pt x="338" y="301"/>
                  </a:lnTo>
                  <a:cubicBezTo>
                    <a:pt x="338" y="301"/>
                    <a:pt x="338" y="300"/>
                    <a:pt x="339" y="300"/>
                  </a:cubicBezTo>
                  <a:lnTo>
                    <a:pt x="339" y="300"/>
                  </a:lnTo>
                  <a:cubicBezTo>
                    <a:pt x="338" y="301"/>
                    <a:pt x="338" y="302"/>
                    <a:pt x="338" y="302"/>
                  </a:cubicBezTo>
                  <a:cubicBezTo>
                    <a:pt x="338" y="302"/>
                    <a:pt x="338" y="302"/>
                    <a:pt x="338" y="301"/>
                  </a:cubicBezTo>
                  <a:lnTo>
                    <a:pt x="338" y="301"/>
                  </a:lnTo>
                  <a:cubicBezTo>
                    <a:pt x="336" y="306"/>
                    <a:pt x="335" y="312"/>
                    <a:pt x="331" y="316"/>
                  </a:cubicBezTo>
                  <a:cubicBezTo>
                    <a:pt x="331" y="317"/>
                    <a:pt x="329" y="319"/>
                    <a:pt x="328" y="321"/>
                  </a:cubicBezTo>
                  <a:lnTo>
                    <a:pt x="328" y="321"/>
                  </a:lnTo>
                  <a:cubicBezTo>
                    <a:pt x="328" y="320"/>
                    <a:pt x="328" y="320"/>
                    <a:pt x="328" y="320"/>
                  </a:cubicBezTo>
                  <a:lnTo>
                    <a:pt x="328" y="320"/>
                  </a:lnTo>
                  <a:cubicBezTo>
                    <a:pt x="327" y="320"/>
                    <a:pt x="325" y="322"/>
                    <a:pt x="323" y="328"/>
                  </a:cubicBezTo>
                  <a:cubicBezTo>
                    <a:pt x="323" y="326"/>
                    <a:pt x="326" y="323"/>
                    <a:pt x="328" y="321"/>
                  </a:cubicBezTo>
                  <a:lnTo>
                    <a:pt x="328" y="321"/>
                  </a:lnTo>
                  <a:cubicBezTo>
                    <a:pt x="327" y="322"/>
                    <a:pt x="327" y="323"/>
                    <a:pt x="325" y="325"/>
                  </a:cubicBezTo>
                  <a:cubicBezTo>
                    <a:pt x="324" y="326"/>
                    <a:pt x="323" y="330"/>
                    <a:pt x="320" y="332"/>
                  </a:cubicBezTo>
                  <a:lnTo>
                    <a:pt x="319" y="332"/>
                  </a:lnTo>
                  <a:lnTo>
                    <a:pt x="319" y="332"/>
                  </a:lnTo>
                  <a:cubicBezTo>
                    <a:pt x="320" y="332"/>
                    <a:pt x="320" y="332"/>
                    <a:pt x="321" y="332"/>
                  </a:cubicBezTo>
                  <a:lnTo>
                    <a:pt x="321" y="332"/>
                  </a:lnTo>
                  <a:cubicBezTo>
                    <a:pt x="321" y="332"/>
                    <a:pt x="321" y="333"/>
                    <a:pt x="320" y="333"/>
                  </a:cubicBezTo>
                  <a:lnTo>
                    <a:pt x="320" y="333"/>
                  </a:lnTo>
                  <a:cubicBezTo>
                    <a:pt x="319" y="333"/>
                    <a:pt x="319" y="333"/>
                    <a:pt x="319" y="333"/>
                  </a:cubicBezTo>
                  <a:lnTo>
                    <a:pt x="319" y="333"/>
                  </a:lnTo>
                  <a:lnTo>
                    <a:pt x="318" y="334"/>
                  </a:lnTo>
                  <a:lnTo>
                    <a:pt x="318" y="334"/>
                  </a:lnTo>
                  <a:cubicBezTo>
                    <a:pt x="318" y="334"/>
                    <a:pt x="318" y="334"/>
                    <a:pt x="317" y="333"/>
                  </a:cubicBezTo>
                  <a:lnTo>
                    <a:pt x="317" y="333"/>
                  </a:lnTo>
                  <a:cubicBezTo>
                    <a:pt x="318" y="333"/>
                    <a:pt x="318" y="333"/>
                    <a:pt x="319" y="333"/>
                  </a:cubicBezTo>
                  <a:lnTo>
                    <a:pt x="319" y="333"/>
                  </a:lnTo>
                  <a:cubicBezTo>
                    <a:pt x="319" y="333"/>
                    <a:pt x="319" y="333"/>
                    <a:pt x="319" y="333"/>
                  </a:cubicBezTo>
                  <a:lnTo>
                    <a:pt x="319" y="333"/>
                  </a:lnTo>
                  <a:lnTo>
                    <a:pt x="319" y="332"/>
                  </a:lnTo>
                  <a:lnTo>
                    <a:pt x="319" y="332"/>
                  </a:lnTo>
                  <a:cubicBezTo>
                    <a:pt x="319" y="332"/>
                    <a:pt x="319" y="332"/>
                    <a:pt x="319" y="333"/>
                  </a:cubicBezTo>
                  <a:lnTo>
                    <a:pt x="319" y="333"/>
                  </a:lnTo>
                  <a:cubicBezTo>
                    <a:pt x="319" y="333"/>
                    <a:pt x="319" y="333"/>
                    <a:pt x="318" y="332"/>
                  </a:cubicBezTo>
                  <a:lnTo>
                    <a:pt x="318" y="332"/>
                  </a:lnTo>
                  <a:cubicBezTo>
                    <a:pt x="318" y="333"/>
                    <a:pt x="318" y="333"/>
                    <a:pt x="318" y="333"/>
                  </a:cubicBezTo>
                  <a:lnTo>
                    <a:pt x="318" y="333"/>
                  </a:lnTo>
                  <a:cubicBezTo>
                    <a:pt x="318" y="333"/>
                    <a:pt x="318" y="332"/>
                    <a:pt x="318" y="332"/>
                  </a:cubicBezTo>
                  <a:lnTo>
                    <a:pt x="318" y="332"/>
                  </a:lnTo>
                  <a:cubicBezTo>
                    <a:pt x="318" y="332"/>
                    <a:pt x="318" y="332"/>
                    <a:pt x="318" y="332"/>
                  </a:cubicBezTo>
                  <a:lnTo>
                    <a:pt x="318" y="332"/>
                  </a:lnTo>
                  <a:cubicBezTo>
                    <a:pt x="320" y="331"/>
                    <a:pt x="321" y="330"/>
                    <a:pt x="321" y="330"/>
                  </a:cubicBezTo>
                  <a:lnTo>
                    <a:pt x="321" y="330"/>
                  </a:lnTo>
                  <a:cubicBezTo>
                    <a:pt x="321" y="330"/>
                    <a:pt x="320" y="331"/>
                    <a:pt x="318" y="332"/>
                  </a:cubicBezTo>
                  <a:lnTo>
                    <a:pt x="318" y="332"/>
                  </a:lnTo>
                  <a:cubicBezTo>
                    <a:pt x="314" y="329"/>
                    <a:pt x="309" y="325"/>
                    <a:pt x="308" y="323"/>
                  </a:cubicBezTo>
                  <a:cubicBezTo>
                    <a:pt x="299" y="312"/>
                    <a:pt x="284" y="306"/>
                    <a:pt x="269" y="306"/>
                  </a:cubicBezTo>
                  <a:cubicBezTo>
                    <a:pt x="253" y="306"/>
                    <a:pt x="237" y="312"/>
                    <a:pt x="228" y="323"/>
                  </a:cubicBezTo>
                  <a:cubicBezTo>
                    <a:pt x="204" y="347"/>
                    <a:pt x="206" y="380"/>
                    <a:pt x="228" y="404"/>
                  </a:cubicBezTo>
                  <a:cubicBezTo>
                    <a:pt x="250" y="431"/>
                    <a:pt x="284" y="451"/>
                    <a:pt x="321" y="451"/>
                  </a:cubicBezTo>
                  <a:cubicBezTo>
                    <a:pt x="355" y="451"/>
                    <a:pt x="386" y="432"/>
                    <a:pt x="408" y="408"/>
                  </a:cubicBezTo>
                  <a:cubicBezTo>
                    <a:pt x="454" y="359"/>
                    <a:pt x="473" y="285"/>
                    <a:pt x="476" y="219"/>
                  </a:cubicBezTo>
                  <a:cubicBezTo>
                    <a:pt x="477" y="143"/>
                    <a:pt x="449" y="65"/>
                    <a:pt x="379" y="27"/>
                  </a:cubicBezTo>
                  <a:cubicBezTo>
                    <a:pt x="346" y="8"/>
                    <a:pt x="310" y="1"/>
                    <a:pt x="274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150" lIns="91425" spcFirstLastPara="1" rIns="91425" wrap="square" tIns="111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79" name="Google Shape;879;p9"/>
            <p:cNvSpPr/>
            <p:nvPr/>
          </p:nvSpPr>
          <p:spPr>
            <a:xfrm>
              <a:off x="1960200" y="304920"/>
              <a:ext cx="26280" cy="23040"/>
            </a:xfrm>
            <a:custGeom>
              <a:rect b="b" l="l" r="r" t="t"/>
              <a:pathLst>
                <a:path extrusionOk="0" h="461" w="532">
                  <a:moveTo>
                    <a:pt x="265" y="115"/>
                  </a:moveTo>
                  <a:cubicBezTo>
                    <a:pt x="266" y="115"/>
                    <a:pt x="263" y="115"/>
                    <a:pt x="260" y="116"/>
                  </a:cubicBezTo>
                  <a:lnTo>
                    <a:pt x="260" y="116"/>
                  </a:lnTo>
                  <a:cubicBezTo>
                    <a:pt x="264" y="115"/>
                    <a:pt x="265" y="115"/>
                    <a:pt x="265" y="115"/>
                  </a:cubicBezTo>
                  <a:close/>
                  <a:moveTo>
                    <a:pt x="376" y="135"/>
                  </a:moveTo>
                  <a:lnTo>
                    <a:pt x="376" y="135"/>
                  </a:lnTo>
                  <a:cubicBezTo>
                    <a:pt x="376" y="135"/>
                    <a:pt x="377" y="135"/>
                    <a:pt x="377" y="136"/>
                  </a:cubicBezTo>
                  <a:cubicBezTo>
                    <a:pt x="379" y="137"/>
                    <a:pt x="379" y="137"/>
                    <a:pt x="379" y="137"/>
                  </a:cubicBezTo>
                  <a:cubicBezTo>
                    <a:pt x="379" y="137"/>
                    <a:pt x="378" y="136"/>
                    <a:pt x="376" y="135"/>
                  </a:cubicBezTo>
                  <a:close/>
                  <a:moveTo>
                    <a:pt x="143" y="175"/>
                  </a:moveTo>
                  <a:lnTo>
                    <a:pt x="143" y="175"/>
                  </a:lnTo>
                  <a:cubicBezTo>
                    <a:pt x="141" y="177"/>
                    <a:pt x="140" y="179"/>
                    <a:pt x="140" y="179"/>
                  </a:cubicBezTo>
                  <a:cubicBezTo>
                    <a:pt x="140" y="179"/>
                    <a:pt x="141" y="178"/>
                    <a:pt x="142" y="177"/>
                  </a:cubicBezTo>
                  <a:cubicBezTo>
                    <a:pt x="142" y="176"/>
                    <a:pt x="143" y="175"/>
                    <a:pt x="143" y="175"/>
                  </a:cubicBezTo>
                  <a:close/>
                  <a:moveTo>
                    <a:pt x="415" y="208"/>
                  </a:moveTo>
                  <a:lnTo>
                    <a:pt x="415" y="208"/>
                  </a:lnTo>
                  <a:cubicBezTo>
                    <a:pt x="415" y="209"/>
                    <a:pt x="415" y="211"/>
                    <a:pt x="416" y="212"/>
                  </a:cubicBezTo>
                  <a:cubicBezTo>
                    <a:pt x="415" y="211"/>
                    <a:pt x="415" y="209"/>
                    <a:pt x="415" y="208"/>
                  </a:cubicBezTo>
                  <a:close/>
                  <a:moveTo>
                    <a:pt x="413" y="247"/>
                  </a:moveTo>
                  <a:cubicBezTo>
                    <a:pt x="412" y="252"/>
                    <a:pt x="411" y="255"/>
                    <a:pt x="411" y="257"/>
                  </a:cubicBezTo>
                  <a:lnTo>
                    <a:pt x="411" y="257"/>
                  </a:lnTo>
                  <a:cubicBezTo>
                    <a:pt x="411" y="256"/>
                    <a:pt x="411" y="256"/>
                    <a:pt x="411" y="256"/>
                  </a:cubicBezTo>
                  <a:cubicBezTo>
                    <a:pt x="413" y="253"/>
                    <a:pt x="413" y="249"/>
                    <a:pt x="413" y="247"/>
                  </a:cubicBezTo>
                  <a:close/>
                  <a:moveTo>
                    <a:pt x="351" y="343"/>
                  </a:moveTo>
                  <a:cubicBezTo>
                    <a:pt x="351" y="343"/>
                    <a:pt x="352" y="343"/>
                    <a:pt x="354" y="344"/>
                  </a:cubicBezTo>
                  <a:lnTo>
                    <a:pt x="354" y="344"/>
                  </a:lnTo>
                  <a:cubicBezTo>
                    <a:pt x="353" y="344"/>
                    <a:pt x="351" y="343"/>
                    <a:pt x="351" y="343"/>
                  </a:cubicBezTo>
                  <a:close/>
                  <a:moveTo>
                    <a:pt x="292" y="0"/>
                  </a:moveTo>
                  <a:cubicBezTo>
                    <a:pt x="262" y="0"/>
                    <a:pt x="231" y="5"/>
                    <a:pt x="202" y="14"/>
                  </a:cubicBezTo>
                  <a:cubicBezTo>
                    <a:pt x="138" y="31"/>
                    <a:pt x="81" y="66"/>
                    <a:pt x="44" y="121"/>
                  </a:cubicBezTo>
                  <a:cubicBezTo>
                    <a:pt x="7" y="175"/>
                    <a:pt x="0" y="247"/>
                    <a:pt x="23" y="307"/>
                  </a:cubicBezTo>
                  <a:cubicBezTo>
                    <a:pt x="31" y="331"/>
                    <a:pt x="53" y="350"/>
                    <a:pt x="79" y="350"/>
                  </a:cubicBezTo>
                  <a:cubicBezTo>
                    <a:pt x="84" y="350"/>
                    <a:pt x="89" y="349"/>
                    <a:pt x="94" y="348"/>
                  </a:cubicBezTo>
                  <a:cubicBezTo>
                    <a:pt x="119" y="334"/>
                    <a:pt x="142" y="303"/>
                    <a:pt x="131" y="272"/>
                  </a:cubicBezTo>
                  <a:cubicBezTo>
                    <a:pt x="128" y="262"/>
                    <a:pt x="124" y="250"/>
                    <a:pt x="122" y="240"/>
                  </a:cubicBezTo>
                  <a:lnTo>
                    <a:pt x="122" y="233"/>
                  </a:lnTo>
                  <a:lnTo>
                    <a:pt x="122" y="221"/>
                  </a:lnTo>
                  <a:lnTo>
                    <a:pt x="124" y="215"/>
                  </a:lnTo>
                  <a:cubicBezTo>
                    <a:pt x="126" y="211"/>
                    <a:pt x="126" y="206"/>
                    <a:pt x="128" y="201"/>
                  </a:cubicBezTo>
                  <a:cubicBezTo>
                    <a:pt x="128" y="200"/>
                    <a:pt x="128" y="200"/>
                    <a:pt x="128" y="199"/>
                  </a:cubicBezTo>
                  <a:lnTo>
                    <a:pt x="128" y="199"/>
                  </a:lnTo>
                  <a:cubicBezTo>
                    <a:pt x="131" y="193"/>
                    <a:pt x="134" y="189"/>
                    <a:pt x="136" y="184"/>
                  </a:cubicBezTo>
                  <a:cubicBezTo>
                    <a:pt x="138" y="183"/>
                    <a:pt x="142" y="175"/>
                    <a:pt x="143" y="175"/>
                  </a:cubicBezTo>
                  <a:lnTo>
                    <a:pt x="143" y="175"/>
                  </a:lnTo>
                  <a:cubicBezTo>
                    <a:pt x="143" y="175"/>
                    <a:pt x="143" y="175"/>
                    <a:pt x="143" y="175"/>
                  </a:cubicBezTo>
                  <a:lnTo>
                    <a:pt x="143" y="175"/>
                  </a:lnTo>
                  <a:cubicBezTo>
                    <a:pt x="144" y="173"/>
                    <a:pt x="147" y="170"/>
                    <a:pt x="148" y="170"/>
                  </a:cubicBezTo>
                  <a:lnTo>
                    <a:pt x="158" y="158"/>
                  </a:lnTo>
                  <a:cubicBezTo>
                    <a:pt x="159" y="157"/>
                    <a:pt x="162" y="155"/>
                    <a:pt x="165" y="154"/>
                  </a:cubicBezTo>
                  <a:cubicBezTo>
                    <a:pt x="165" y="153"/>
                    <a:pt x="165" y="153"/>
                    <a:pt x="166" y="152"/>
                  </a:cubicBezTo>
                  <a:lnTo>
                    <a:pt x="166" y="152"/>
                  </a:lnTo>
                  <a:cubicBezTo>
                    <a:pt x="169" y="151"/>
                    <a:pt x="174" y="148"/>
                    <a:pt x="176" y="147"/>
                  </a:cubicBezTo>
                  <a:cubicBezTo>
                    <a:pt x="180" y="143"/>
                    <a:pt x="186" y="141"/>
                    <a:pt x="192" y="137"/>
                  </a:cubicBezTo>
                  <a:cubicBezTo>
                    <a:pt x="197" y="136"/>
                    <a:pt x="200" y="133"/>
                    <a:pt x="206" y="130"/>
                  </a:cubicBezTo>
                  <a:lnTo>
                    <a:pt x="206" y="130"/>
                  </a:lnTo>
                  <a:cubicBezTo>
                    <a:pt x="204" y="131"/>
                    <a:pt x="202" y="133"/>
                    <a:pt x="202" y="133"/>
                  </a:cubicBezTo>
                  <a:cubicBezTo>
                    <a:pt x="206" y="130"/>
                    <a:pt x="209" y="128"/>
                    <a:pt x="213" y="128"/>
                  </a:cubicBezTo>
                  <a:cubicBezTo>
                    <a:pt x="223" y="126"/>
                    <a:pt x="234" y="121"/>
                    <a:pt x="244" y="120"/>
                  </a:cubicBezTo>
                  <a:cubicBezTo>
                    <a:pt x="250" y="119"/>
                    <a:pt x="255" y="119"/>
                    <a:pt x="260" y="116"/>
                  </a:cubicBezTo>
                  <a:cubicBezTo>
                    <a:pt x="260" y="116"/>
                    <a:pt x="260" y="116"/>
                    <a:pt x="260" y="116"/>
                  </a:cubicBezTo>
                  <a:lnTo>
                    <a:pt x="260" y="116"/>
                  </a:lnTo>
                  <a:cubicBezTo>
                    <a:pt x="263" y="116"/>
                    <a:pt x="266" y="116"/>
                    <a:pt x="271" y="114"/>
                  </a:cubicBezTo>
                  <a:cubicBezTo>
                    <a:pt x="277" y="114"/>
                    <a:pt x="282" y="114"/>
                    <a:pt x="288" y="114"/>
                  </a:cubicBezTo>
                  <a:cubicBezTo>
                    <a:pt x="299" y="114"/>
                    <a:pt x="311" y="114"/>
                    <a:pt x="322" y="114"/>
                  </a:cubicBezTo>
                  <a:cubicBezTo>
                    <a:pt x="326" y="114"/>
                    <a:pt x="329" y="116"/>
                    <a:pt x="333" y="116"/>
                  </a:cubicBezTo>
                  <a:lnTo>
                    <a:pt x="353" y="121"/>
                  </a:lnTo>
                  <a:lnTo>
                    <a:pt x="353" y="121"/>
                  </a:lnTo>
                  <a:cubicBezTo>
                    <a:pt x="352" y="121"/>
                    <a:pt x="352" y="121"/>
                    <a:pt x="351" y="121"/>
                  </a:cubicBezTo>
                  <a:lnTo>
                    <a:pt x="351" y="121"/>
                  </a:lnTo>
                  <a:cubicBezTo>
                    <a:pt x="351" y="121"/>
                    <a:pt x="351" y="121"/>
                    <a:pt x="352" y="121"/>
                  </a:cubicBezTo>
                  <a:cubicBezTo>
                    <a:pt x="355" y="123"/>
                    <a:pt x="357" y="123"/>
                    <a:pt x="359" y="126"/>
                  </a:cubicBezTo>
                  <a:cubicBezTo>
                    <a:pt x="363" y="128"/>
                    <a:pt x="367" y="130"/>
                    <a:pt x="372" y="133"/>
                  </a:cubicBezTo>
                  <a:lnTo>
                    <a:pt x="372" y="133"/>
                  </a:lnTo>
                  <a:cubicBezTo>
                    <a:pt x="372" y="133"/>
                    <a:pt x="372" y="133"/>
                    <a:pt x="373" y="134"/>
                  </a:cubicBezTo>
                  <a:cubicBezTo>
                    <a:pt x="376" y="136"/>
                    <a:pt x="377" y="137"/>
                    <a:pt x="380" y="140"/>
                  </a:cubicBezTo>
                  <a:cubicBezTo>
                    <a:pt x="386" y="143"/>
                    <a:pt x="390" y="148"/>
                    <a:pt x="393" y="154"/>
                  </a:cubicBezTo>
                  <a:cubicBezTo>
                    <a:pt x="394" y="155"/>
                    <a:pt x="394" y="156"/>
                    <a:pt x="394" y="156"/>
                  </a:cubicBezTo>
                  <a:cubicBezTo>
                    <a:pt x="395" y="156"/>
                    <a:pt x="389" y="148"/>
                    <a:pt x="389" y="148"/>
                  </a:cubicBezTo>
                  <a:lnTo>
                    <a:pt x="389" y="148"/>
                  </a:lnTo>
                  <a:cubicBezTo>
                    <a:pt x="390" y="148"/>
                    <a:pt x="390" y="148"/>
                    <a:pt x="391" y="150"/>
                  </a:cubicBezTo>
                  <a:cubicBezTo>
                    <a:pt x="393" y="151"/>
                    <a:pt x="394" y="155"/>
                    <a:pt x="397" y="157"/>
                  </a:cubicBezTo>
                  <a:cubicBezTo>
                    <a:pt x="400" y="162"/>
                    <a:pt x="401" y="167"/>
                    <a:pt x="404" y="171"/>
                  </a:cubicBezTo>
                  <a:lnTo>
                    <a:pt x="404" y="171"/>
                  </a:lnTo>
                  <a:cubicBezTo>
                    <a:pt x="405" y="173"/>
                    <a:pt x="406" y="176"/>
                    <a:pt x="407" y="177"/>
                  </a:cubicBezTo>
                  <a:cubicBezTo>
                    <a:pt x="408" y="182"/>
                    <a:pt x="411" y="187"/>
                    <a:pt x="413" y="194"/>
                  </a:cubicBezTo>
                  <a:cubicBezTo>
                    <a:pt x="413" y="197"/>
                    <a:pt x="414" y="200"/>
                    <a:pt x="414" y="203"/>
                  </a:cubicBezTo>
                  <a:lnTo>
                    <a:pt x="414" y="203"/>
                  </a:lnTo>
                  <a:cubicBezTo>
                    <a:pt x="414" y="204"/>
                    <a:pt x="414" y="205"/>
                    <a:pt x="414" y="206"/>
                  </a:cubicBezTo>
                  <a:lnTo>
                    <a:pt x="414" y="218"/>
                  </a:lnTo>
                  <a:cubicBezTo>
                    <a:pt x="414" y="229"/>
                    <a:pt x="414" y="240"/>
                    <a:pt x="413" y="253"/>
                  </a:cubicBezTo>
                  <a:cubicBezTo>
                    <a:pt x="413" y="255"/>
                    <a:pt x="411" y="259"/>
                    <a:pt x="411" y="259"/>
                  </a:cubicBezTo>
                  <a:cubicBezTo>
                    <a:pt x="411" y="259"/>
                    <a:pt x="411" y="259"/>
                    <a:pt x="411" y="257"/>
                  </a:cubicBezTo>
                  <a:lnTo>
                    <a:pt x="411" y="257"/>
                  </a:lnTo>
                  <a:cubicBezTo>
                    <a:pt x="408" y="262"/>
                    <a:pt x="408" y="268"/>
                    <a:pt x="407" y="274"/>
                  </a:cubicBezTo>
                  <a:lnTo>
                    <a:pt x="401" y="290"/>
                  </a:lnTo>
                  <a:cubicBezTo>
                    <a:pt x="401" y="291"/>
                    <a:pt x="401" y="294"/>
                    <a:pt x="400" y="295"/>
                  </a:cubicBezTo>
                  <a:lnTo>
                    <a:pt x="400" y="295"/>
                  </a:lnTo>
                  <a:cubicBezTo>
                    <a:pt x="401" y="294"/>
                    <a:pt x="401" y="293"/>
                    <a:pt x="401" y="293"/>
                  </a:cubicBezTo>
                  <a:lnTo>
                    <a:pt x="401" y="293"/>
                  </a:lnTo>
                  <a:cubicBezTo>
                    <a:pt x="401" y="294"/>
                    <a:pt x="401" y="295"/>
                    <a:pt x="400" y="296"/>
                  </a:cubicBezTo>
                  <a:lnTo>
                    <a:pt x="400" y="296"/>
                  </a:lnTo>
                  <a:cubicBezTo>
                    <a:pt x="400" y="296"/>
                    <a:pt x="400" y="295"/>
                    <a:pt x="400" y="295"/>
                  </a:cubicBezTo>
                  <a:lnTo>
                    <a:pt x="400" y="295"/>
                  </a:lnTo>
                  <a:cubicBezTo>
                    <a:pt x="400" y="297"/>
                    <a:pt x="399" y="298"/>
                    <a:pt x="399" y="299"/>
                  </a:cubicBezTo>
                  <a:lnTo>
                    <a:pt x="399" y="299"/>
                  </a:lnTo>
                  <a:cubicBezTo>
                    <a:pt x="399" y="298"/>
                    <a:pt x="400" y="297"/>
                    <a:pt x="400" y="296"/>
                  </a:cubicBezTo>
                  <a:lnTo>
                    <a:pt x="400" y="296"/>
                  </a:lnTo>
                  <a:cubicBezTo>
                    <a:pt x="400" y="296"/>
                    <a:pt x="400" y="297"/>
                    <a:pt x="400" y="297"/>
                  </a:cubicBezTo>
                  <a:cubicBezTo>
                    <a:pt x="400" y="299"/>
                    <a:pt x="400" y="299"/>
                    <a:pt x="399" y="300"/>
                  </a:cubicBezTo>
                  <a:cubicBezTo>
                    <a:pt x="397" y="302"/>
                    <a:pt x="397" y="303"/>
                    <a:pt x="397" y="303"/>
                  </a:cubicBezTo>
                  <a:cubicBezTo>
                    <a:pt x="397" y="303"/>
                    <a:pt x="398" y="301"/>
                    <a:pt x="399" y="299"/>
                  </a:cubicBezTo>
                  <a:lnTo>
                    <a:pt x="399" y="299"/>
                  </a:lnTo>
                  <a:cubicBezTo>
                    <a:pt x="395" y="307"/>
                    <a:pt x="392" y="315"/>
                    <a:pt x="387" y="321"/>
                  </a:cubicBezTo>
                  <a:cubicBezTo>
                    <a:pt x="386" y="324"/>
                    <a:pt x="384" y="327"/>
                    <a:pt x="383" y="328"/>
                  </a:cubicBezTo>
                  <a:cubicBezTo>
                    <a:pt x="383" y="329"/>
                    <a:pt x="382" y="329"/>
                    <a:pt x="382" y="329"/>
                  </a:cubicBezTo>
                  <a:lnTo>
                    <a:pt x="382" y="329"/>
                  </a:lnTo>
                  <a:cubicBezTo>
                    <a:pt x="380" y="332"/>
                    <a:pt x="378" y="335"/>
                    <a:pt x="376" y="338"/>
                  </a:cubicBezTo>
                  <a:cubicBezTo>
                    <a:pt x="374" y="339"/>
                    <a:pt x="371" y="341"/>
                    <a:pt x="370" y="342"/>
                  </a:cubicBezTo>
                  <a:lnTo>
                    <a:pt x="370" y="342"/>
                  </a:lnTo>
                  <a:cubicBezTo>
                    <a:pt x="370" y="342"/>
                    <a:pt x="370" y="342"/>
                    <a:pt x="370" y="342"/>
                  </a:cubicBezTo>
                  <a:lnTo>
                    <a:pt x="370" y="342"/>
                  </a:lnTo>
                  <a:cubicBezTo>
                    <a:pt x="369" y="342"/>
                    <a:pt x="369" y="342"/>
                    <a:pt x="369" y="342"/>
                  </a:cubicBezTo>
                  <a:cubicBezTo>
                    <a:pt x="369" y="342"/>
                    <a:pt x="369" y="342"/>
                    <a:pt x="370" y="342"/>
                  </a:cubicBezTo>
                  <a:lnTo>
                    <a:pt x="370" y="342"/>
                  </a:lnTo>
                  <a:cubicBezTo>
                    <a:pt x="370" y="342"/>
                    <a:pt x="368" y="344"/>
                    <a:pt x="365" y="345"/>
                  </a:cubicBezTo>
                  <a:lnTo>
                    <a:pt x="361" y="345"/>
                  </a:lnTo>
                  <a:cubicBezTo>
                    <a:pt x="366" y="343"/>
                    <a:pt x="369" y="342"/>
                    <a:pt x="369" y="342"/>
                  </a:cubicBezTo>
                  <a:lnTo>
                    <a:pt x="369" y="342"/>
                  </a:lnTo>
                  <a:cubicBezTo>
                    <a:pt x="369" y="342"/>
                    <a:pt x="370" y="342"/>
                    <a:pt x="370" y="342"/>
                  </a:cubicBezTo>
                  <a:lnTo>
                    <a:pt x="370" y="342"/>
                  </a:lnTo>
                  <a:cubicBezTo>
                    <a:pt x="372" y="340"/>
                    <a:pt x="375" y="337"/>
                    <a:pt x="375" y="337"/>
                  </a:cubicBezTo>
                  <a:lnTo>
                    <a:pt x="375" y="337"/>
                  </a:lnTo>
                  <a:cubicBezTo>
                    <a:pt x="375" y="337"/>
                    <a:pt x="374" y="338"/>
                    <a:pt x="372" y="340"/>
                  </a:cubicBezTo>
                  <a:cubicBezTo>
                    <a:pt x="369" y="341"/>
                    <a:pt x="364" y="342"/>
                    <a:pt x="360" y="345"/>
                  </a:cubicBezTo>
                  <a:lnTo>
                    <a:pt x="358" y="345"/>
                  </a:lnTo>
                  <a:cubicBezTo>
                    <a:pt x="356" y="344"/>
                    <a:pt x="355" y="343"/>
                    <a:pt x="355" y="342"/>
                  </a:cubicBezTo>
                  <a:cubicBezTo>
                    <a:pt x="346" y="338"/>
                    <a:pt x="336" y="335"/>
                    <a:pt x="326" y="335"/>
                  </a:cubicBezTo>
                  <a:cubicBezTo>
                    <a:pt x="305" y="335"/>
                    <a:pt x="285" y="345"/>
                    <a:pt x="274" y="364"/>
                  </a:cubicBezTo>
                  <a:cubicBezTo>
                    <a:pt x="260" y="391"/>
                    <a:pt x="267" y="427"/>
                    <a:pt x="295" y="444"/>
                  </a:cubicBezTo>
                  <a:cubicBezTo>
                    <a:pt x="316" y="456"/>
                    <a:pt x="339" y="461"/>
                    <a:pt x="361" y="461"/>
                  </a:cubicBezTo>
                  <a:cubicBezTo>
                    <a:pt x="400" y="461"/>
                    <a:pt x="438" y="444"/>
                    <a:pt x="465" y="412"/>
                  </a:cubicBezTo>
                  <a:cubicBezTo>
                    <a:pt x="506" y="364"/>
                    <a:pt x="528" y="300"/>
                    <a:pt x="529" y="236"/>
                  </a:cubicBezTo>
                  <a:cubicBezTo>
                    <a:pt x="532" y="171"/>
                    <a:pt x="508" y="102"/>
                    <a:pt x="458" y="58"/>
                  </a:cubicBezTo>
                  <a:cubicBezTo>
                    <a:pt x="413" y="18"/>
                    <a:pt x="353" y="0"/>
                    <a:pt x="292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500" lIns="91425" spcFirstLastPara="1" rIns="91425" wrap="square" tIns="11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80" name="Google Shape;880;p9"/>
            <p:cNvSpPr/>
            <p:nvPr/>
          </p:nvSpPr>
          <p:spPr>
            <a:xfrm>
              <a:off x="1922040" y="291960"/>
              <a:ext cx="18720" cy="21240"/>
            </a:xfrm>
            <a:custGeom>
              <a:rect b="b" l="l" r="r" t="t"/>
              <a:pathLst>
                <a:path extrusionOk="0" h="429" w="378">
                  <a:moveTo>
                    <a:pt x="249" y="137"/>
                  </a:moveTo>
                  <a:cubicBezTo>
                    <a:pt x="250" y="138"/>
                    <a:pt x="251" y="141"/>
                    <a:pt x="253" y="144"/>
                  </a:cubicBezTo>
                  <a:cubicBezTo>
                    <a:pt x="252" y="140"/>
                    <a:pt x="252" y="138"/>
                    <a:pt x="249" y="137"/>
                  </a:cubicBezTo>
                  <a:close/>
                  <a:moveTo>
                    <a:pt x="263" y="238"/>
                  </a:moveTo>
                  <a:cubicBezTo>
                    <a:pt x="263" y="238"/>
                    <a:pt x="262" y="240"/>
                    <a:pt x="263" y="245"/>
                  </a:cubicBezTo>
                  <a:lnTo>
                    <a:pt x="263" y="245"/>
                  </a:lnTo>
                  <a:cubicBezTo>
                    <a:pt x="263" y="244"/>
                    <a:pt x="263" y="244"/>
                    <a:pt x="263" y="243"/>
                  </a:cubicBezTo>
                  <a:cubicBezTo>
                    <a:pt x="264" y="240"/>
                    <a:pt x="264" y="238"/>
                    <a:pt x="263" y="238"/>
                  </a:cubicBezTo>
                  <a:close/>
                  <a:moveTo>
                    <a:pt x="256" y="271"/>
                  </a:moveTo>
                  <a:lnTo>
                    <a:pt x="256" y="271"/>
                  </a:lnTo>
                  <a:cubicBezTo>
                    <a:pt x="256" y="271"/>
                    <a:pt x="256" y="272"/>
                    <a:pt x="255" y="274"/>
                  </a:cubicBezTo>
                  <a:lnTo>
                    <a:pt x="255" y="274"/>
                  </a:lnTo>
                  <a:cubicBezTo>
                    <a:pt x="255" y="273"/>
                    <a:pt x="255" y="272"/>
                    <a:pt x="256" y="271"/>
                  </a:cubicBezTo>
                  <a:close/>
                  <a:moveTo>
                    <a:pt x="121" y="270"/>
                  </a:moveTo>
                  <a:cubicBezTo>
                    <a:pt x="121" y="270"/>
                    <a:pt x="121" y="271"/>
                    <a:pt x="122" y="273"/>
                  </a:cubicBezTo>
                  <a:lnTo>
                    <a:pt x="122" y="273"/>
                  </a:lnTo>
                  <a:cubicBezTo>
                    <a:pt x="122" y="273"/>
                    <a:pt x="122" y="273"/>
                    <a:pt x="122" y="273"/>
                  </a:cubicBezTo>
                  <a:lnTo>
                    <a:pt x="122" y="273"/>
                  </a:lnTo>
                  <a:cubicBezTo>
                    <a:pt x="122" y="274"/>
                    <a:pt x="122" y="274"/>
                    <a:pt x="122" y="274"/>
                  </a:cubicBezTo>
                  <a:lnTo>
                    <a:pt x="122" y="274"/>
                  </a:lnTo>
                  <a:cubicBezTo>
                    <a:pt x="122" y="273"/>
                    <a:pt x="121" y="273"/>
                    <a:pt x="121" y="273"/>
                  </a:cubicBezTo>
                  <a:cubicBezTo>
                    <a:pt x="121" y="271"/>
                    <a:pt x="121" y="270"/>
                    <a:pt x="121" y="270"/>
                  </a:cubicBezTo>
                  <a:close/>
                  <a:moveTo>
                    <a:pt x="221" y="307"/>
                  </a:moveTo>
                  <a:cubicBezTo>
                    <a:pt x="221" y="307"/>
                    <a:pt x="222" y="308"/>
                    <a:pt x="222" y="308"/>
                  </a:cubicBezTo>
                  <a:lnTo>
                    <a:pt x="222" y="308"/>
                  </a:lnTo>
                  <a:cubicBezTo>
                    <a:pt x="222" y="308"/>
                    <a:pt x="221" y="308"/>
                    <a:pt x="221" y="308"/>
                  </a:cubicBezTo>
                  <a:cubicBezTo>
                    <a:pt x="220" y="308"/>
                    <a:pt x="220" y="308"/>
                    <a:pt x="220" y="308"/>
                  </a:cubicBezTo>
                  <a:lnTo>
                    <a:pt x="220" y="308"/>
                  </a:lnTo>
                  <a:cubicBezTo>
                    <a:pt x="220" y="307"/>
                    <a:pt x="220" y="307"/>
                    <a:pt x="221" y="307"/>
                  </a:cubicBezTo>
                  <a:close/>
                  <a:moveTo>
                    <a:pt x="220" y="308"/>
                  </a:moveTo>
                  <a:cubicBezTo>
                    <a:pt x="219" y="308"/>
                    <a:pt x="218" y="308"/>
                    <a:pt x="218" y="308"/>
                  </a:cubicBezTo>
                  <a:cubicBezTo>
                    <a:pt x="217" y="308"/>
                    <a:pt x="216" y="308"/>
                    <a:pt x="215" y="308"/>
                  </a:cubicBezTo>
                  <a:lnTo>
                    <a:pt x="215" y="308"/>
                  </a:lnTo>
                  <a:cubicBezTo>
                    <a:pt x="217" y="308"/>
                    <a:pt x="218" y="308"/>
                    <a:pt x="220" y="308"/>
                  </a:cubicBezTo>
                  <a:close/>
                  <a:moveTo>
                    <a:pt x="185" y="308"/>
                  </a:moveTo>
                  <a:cubicBezTo>
                    <a:pt x="186" y="308"/>
                    <a:pt x="189" y="308"/>
                    <a:pt x="195" y="309"/>
                  </a:cubicBezTo>
                  <a:lnTo>
                    <a:pt x="191" y="309"/>
                  </a:lnTo>
                  <a:cubicBezTo>
                    <a:pt x="187" y="309"/>
                    <a:pt x="182" y="308"/>
                    <a:pt x="185" y="308"/>
                  </a:cubicBezTo>
                  <a:close/>
                  <a:moveTo>
                    <a:pt x="239" y="0"/>
                  </a:moveTo>
                  <a:cubicBezTo>
                    <a:pt x="211" y="0"/>
                    <a:pt x="185" y="13"/>
                    <a:pt x="162" y="32"/>
                  </a:cubicBezTo>
                  <a:cubicBezTo>
                    <a:pt x="140" y="51"/>
                    <a:pt x="141" y="94"/>
                    <a:pt x="162" y="114"/>
                  </a:cubicBezTo>
                  <a:cubicBezTo>
                    <a:pt x="174" y="125"/>
                    <a:pt x="188" y="130"/>
                    <a:pt x="202" y="130"/>
                  </a:cubicBezTo>
                  <a:cubicBezTo>
                    <a:pt x="215" y="130"/>
                    <a:pt x="227" y="126"/>
                    <a:pt x="238" y="118"/>
                  </a:cubicBezTo>
                  <a:lnTo>
                    <a:pt x="238" y="118"/>
                  </a:lnTo>
                  <a:cubicBezTo>
                    <a:pt x="242" y="124"/>
                    <a:pt x="246" y="130"/>
                    <a:pt x="249" y="136"/>
                  </a:cubicBezTo>
                  <a:cubicBezTo>
                    <a:pt x="249" y="137"/>
                    <a:pt x="249" y="137"/>
                    <a:pt x="249" y="137"/>
                  </a:cubicBezTo>
                  <a:lnTo>
                    <a:pt x="249" y="137"/>
                  </a:lnTo>
                  <a:cubicBezTo>
                    <a:pt x="248" y="134"/>
                    <a:pt x="248" y="133"/>
                    <a:pt x="248" y="133"/>
                  </a:cubicBezTo>
                  <a:lnTo>
                    <a:pt x="248" y="133"/>
                  </a:lnTo>
                  <a:cubicBezTo>
                    <a:pt x="249" y="133"/>
                    <a:pt x="250" y="135"/>
                    <a:pt x="252" y="138"/>
                  </a:cubicBezTo>
                  <a:cubicBezTo>
                    <a:pt x="253" y="144"/>
                    <a:pt x="255" y="146"/>
                    <a:pt x="256" y="152"/>
                  </a:cubicBezTo>
                  <a:cubicBezTo>
                    <a:pt x="260" y="163"/>
                    <a:pt x="262" y="172"/>
                    <a:pt x="263" y="182"/>
                  </a:cubicBezTo>
                  <a:cubicBezTo>
                    <a:pt x="263" y="182"/>
                    <a:pt x="263" y="182"/>
                    <a:pt x="263" y="182"/>
                  </a:cubicBezTo>
                  <a:lnTo>
                    <a:pt x="263" y="182"/>
                  </a:lnTo>
                  <a:cubicBezTo>
                    <a:pt x="263" y="182"/>
                    <a:pt x="263" y="182"/>
                    <a:pt x="263" y="182"/>
                  </a:cubicBezTo>
                  <a:lnTo>
                    <a:pt x="263" y="182"/>
                  </a:lnTo>
                  <a:cubicBezTo>
                    <a:pt x="264" y="185"/>
                    <a:pt x="264" y="189"/>
                    <a:pt x="264" y="191"/>
                  </a:cubicBezTo>
                  <a:lnTo>
                    <a:pt x="264" y="191"/>
                  </a:lnTo>
                  <a:cubicBezTo>
                    <a:pt x="263" y="188"/>
                    <a:pt x="263" y="185"/>
                    <a:pt x="263" y="182"/>
                  </a:cubicBezTo>
                  <a:lnTo>
                    <a:pt x="263" y="182"/>
                  </a:lnTo>
                  <a:cubicBezTo>
                    <a:pt x="263" y="190"/>
                    <a:pt x="263" y="192"/>
                    <a:pt x="264" y="192"/>
                  </a:cubicBezTo>
                  <a:cubicBezTo>
                    <a:pt x="264" y="192"/>
                    <a:pt x="264" y="192"/>
                    <a:pt x="264" y="191"/>
                  </a:cubicBezTo>
                  <a:lnTo>
                    <a:pt x="264" y="191"/>
                  </a:lnTo>
                  <a:cubicBezTo>
                    <a:pt x="264" y="194"/>
                    <a:pt x="265" y="198"/>
                    <a:pt x="265" y="202"/>
                  </a:cubicBezTo>
                  <a:lnTo>
                    <a:pt x="265" y="231"/>
                  </a:lnTo>
                  <a:cubicBezTo>
                    <a:pt x="265" y="237"/>
                    <a:pt x="263" y="243"/>
                    <a:pt x="263" y="248"/>
                  </a:cubicBezTo>
                  <a:cubicBezTo>
                    <a:pt x="263" y="247"/>
                    <a:pt x="263" y="246"/>
                    <a:pt x="263" y="245"/>
                  </a:cubicBezTo>
                  <a:lnTo>
                    <a:pt x="263" y="245"/>
                  </a:lnTo>
                  <a:cubicBezTo>
                    <a:pt x="262" y="248"/>
                    <a:pt x="262" y="251"/>
                    <a:pt x="262" y="253"/>
                  </a:cubicBezTo>
                  <a:cubicBezTo>
                    <a:pt x="261" y="259"/>
                    <a:pt x="258" y="265"/>
                    <a:pt x="256" y="271"/>
                  </a:cubicBezTo>
                  <a:lnTo>
                    <a:pt x="256" y="271"/>
                  </a:lnTo>
                  <a:cubicBezTo>
                    <a:pt x="256" y="270"/>
                    <a:pt x="256" y="270"/>
                    <a:pt x="256" y="270"/>
                  </a:cubicBezTo>
                  <a:lnTo>
                    <a:pt x="256" y="270"/>
                  </a:lnTo>
                  <a:cubicBezTo>
                    <a:pt x="255" y="270"/>
                    <a:pt x="254" y="272"/>
                    <a:pt x="254" y="276"/>
                  </a:cubicBezTo>
                  <a:lnTo>
                    <a:pt x="254" y="276"/>
                  </a:lnTo>
                  <a:cubicBezTo>
                    <a:pt x="254" y="276"/>
                    <a:pt x="254" y="275"/>
                    <a:pt x="255" y="274"/>
                  </a:cubicBezTo>
                  <a:cubicBezTo>
                    <a:pt x="255" y="274"/>
                    <a:pt x="255" y="274"/>
                    <a:pt x="255" y="274"/>
                  </a:cubicBezTo>
                  <a:lnTo>
                    <a:pt x="255" y="274"/>
                  </a:lnTo>
                  <a:cubicBezTo>
                    <a:pt x="254" y="276"/>
                    <a:pt x="254" y="278"/>
                    <a:pt x="253" y="280"/>
                  </a:cubicBezTo>
                  <a:cubicBezTo>
                    <a:pt x="253" y="278"/>
                    <a:pt x="253" y="277"/>
                    <a:pt x="254" y="276"/>
                  </a:cubicBezTo>
                  <a:lnTo>
                    <a:pt x="254" y="276"/>
                  </a:lnTo>
                  <a:cubicBezTo>
                    <a:pt x="253" y="278"/>
                    <a:pt x="252" y="280"/>
                    <a:pt x="250" y="281"/>
                  </a:cubicBezTo>
                  <a:cubicBezTo>
                    <a:pt x="249" y="285"/>
                    <a:pt x="246" y="291"/>
                    <a:pt x="243" y="294"/>
                  </a:cubicBezTo>
                  <a:cubicBezTo>
                    <a:pt x="243" y="294"/>
                    <a:pt x="243" y="294"/>
                    <a:pt x="243" y="294"/>
                  </a:cubicBezTo>
                  <a:lnTo>
                    <a:pt x="243" y="294"/>
                  </a:lnTo>
                  <a:lnTo>
                    <a:pt x="242" y="295"/>
                  </a:lnTo>
                  <a:lnTo>
                    <a:pt x="239" y="298"/>
                  </a:lnTo>
                  <a:lnTo>
                    <a:pt x="239" y="298"/>
                  </a:lnTo>
                  <a:cubicBezTo>
                    <a:pt x="240" y="298"/>
                    <a:pt x="240" y="298"/>
                    <a:pt x="240" y="298"/>
                  </a:cubicBezTo>
                  <a:lnTo>
                    <a:pt x="240" y="298"/>
                  </a:lnTo>
                  <a:cubicBezTo>
                    <a:pt x="240" y="298"/>
                    <a:pt x="240" y="298"/>
                    <a:pt x="239" y="299"/>
                  </a:cubicBezTo>
                  <a:lnTo>
                    <a:pt x="239" y="299"/>
                  </a:lnTo>
                  <a:lnTo>
                    <a:pt x="239" y="298"/>
                  </a:lnTo>
                  <a:lnTo>
                    <a:pt x="239" y="298"/>
                  </a:lnTo>
                  <a:cubicBezTo>
                    <a:pt x="236" y="300"/>
                    <a:pt x="234" y="301"/>
                    <a:pt x="234" y="302"/>
                  </a:cubicBezTo>
                  <a:lnTo>
                    <a:pt x="234" y="302"/>
                  </a:lnTo>
                  <a:cubicBezTo>
                    <a:pt x="235" y="301"/>
                    <a:pt x="238" y="300"/>
                    <a:pt x="239" y="299"/>
                  </a:cubicBezTo>
                  <a:lnTo>
                    <a:pt x="239" y="299"/>
                  </a:lnTo>
                  <a:lnTo>
                    <a:pt x="238" y="301"/>
                  </a:lnTo>
                  <a:cubicBezTo>
                    <a:pt x="236" y="303"/>
                    <a:pt x="234" y="304"/>
                    <a:pt x="234" y="304"/>
                  </a:cubicBezTo>
                  <a:cubicBezTo>
                    <a:pt x="233" y="304"/>
                    <a:pt x="233" y="303"/>
                    <a:pt x="234" y="302"/>
                  </a:cubicBezTo>
                  <a:lnTo>
                    <a:pt x="234" y="302"/>
                  </a:lnTo>
                  <a:cubicBezTo>
                    <a:pt x="232" y="303"/>
                    <a:pt x="231" y="304"/>
                    <a:pt x="231" y="305"/>
                  </a:cubicBezTo>
                  <a:cubicBezTo>
                    <a:pt x="228" y="305"/>
                    <a:pt x="226" y="307"/>
                    <a:pt x="225" y="307"/>
                  </a:cubicBezTo>
                  <a:cubicBezTo>
                    <a:pt x="224" y="307"/>
                    <a:pt x="222" y="307"/>
                    <a:pt x="221" y="307"/>
                  </a:cubicBezTo>
                  <a:lnTo>
                    <a:pt x="221" y="307"/>
                  </a:lnTo>
                  <a:cubicBezTo>
                    <a:pt x="219" y="307"/>
                    <a:pt x="218" y="307"/>
                    <a:pt x="216" y="307"/>
                  </a:cubicBezTo>
                  <a:cubicBezTo>
                    <a:pt x="212" y="307"/>
                    <a:pt x="212" y="308"/>
                    <a:pt x="215" y="308"/>
                  </a:cubicBezTo>
                  <a:cubicBezTo>
                    <a:pt x="215" y="308"/>
                    <a:pt x="215" y="308"/>
                    <a:pt x="215" y="308"/>
                  </a:cubicBezTo>
                  <a:lnTo>
                    <a:pt x="215" y="308"/>
                  </a:lnTo>
                  <a:cubicBezTo>
                    <a:pt x="213" y="309"/>
                    <a:pt x="211" y="309"/>
                    <a:pt x="209" y="309"/>
                  </a:cubicBezTo>
                  <a:lnTo>
                    <a:pt x="195" y="309"/>
                  </a:lnTo>
                  <a:cubicBezTo>
                    <a:pt x="191" y="308"/>
                    <a:pt x="185" y="308"/>
                    <a:pt x="182" y="308"/>
                  </a:cubicBezTo>
                  <a:cubicBezTo>
                    <a:pt x="177" y="307"/>
                    <a:pt x="170" y="305"/>
                    <a:pt x="164" y="302"/>
                  </a:cubicBezTo>
                  <a:cubicBezTo>
                    <a:pt x="161" y="301"/>
                    <a:pt x="160" y="301"/>
                    <a:pt x="155" y="299"/>
                  </a:cubicBezTo>
                  <a:cubicBezTo>
                    <a:pt x="150" y="295"/>
                    <a:pt x="145" y="294"/>
                    <a:pt x="140" y="291"/>
                  </a:cubicBezTo>
                  <a:cubicBezTo>
                    <a:pt x="138" y="288"/>
                    <a:pt x="134" y="287"/>
                    <a:pt x="133" y="285"/>
                  </a:cubicBezTo>
                  <a:lnTo>
                    <a:pt x="127" y="280"/>
                  </a:lnTo>
                  <a:cubicBezTo>
                    <a:pt x="126" y="279"/>
                    <a:pt x="126" y="279"/>
                    <a:pt x="125" y="278"/>
                  </a:cubicBezTo>
                  <a:lnTo>
                    <a:pt x="125" y="278"/>
                  </a:lnTo>
                  <a:cubicBezTo>
                    <a:pt x="125" y="276"/>
                    <a:pt x="124" y="274"/>
                    <a:pt x="124" y="273"/>
                  </a:cubicBezTo>
                  <a:cubicBezTo>
                    <a:pt x="124" y="271"/>
                    <a:pt x="126" y="270"/>
                    <a:pt x="126" y="267"/>
                  </a:cubicBezTo>
                  <a:cubicBezTo>
                    <a:pt x="134" y="238"/>
                    <a:pt x="114" y="203"/>
                    <a:pt x="85" y="196"/>
                  </a:cubicBezTo>
                  <a:cubicBezTo>
                    <a:pt x="83" y="196"/>
                    <a:pt x="82" y="196"/>
                    <a:pt x="81" y="196"/>
                  </a:cubicBezTo>
                  <a:cubicBezTo>
                    <a:pt x="51" y="196"/>
                    <a:pt x="20" y="213"/>
                    <a:pt x="12" y="243"/>
                  </a:cubicBezTo>
                  <a:cubicBezTo>
                    <a:pt x="1" y="278"/>
                    <a:pt x="7" y="319"/>
                    <a:pt x="29" y="349"/>
                  </a:cubicBezTo>
                  <a:cubicBezTo>
                    <a:pt x="55" y="382"/>
                    <a:pt x="86" y="403"/>
                    <a:pt x="123" y="414"/>
                  </a:cubicBezTo>
                  <a:cubicBezTo>
                    <a:pt x="148" y="423"/>
                    <a:pt x="175" y="429"/>
                    <a:pt x="202" y="429"/>
                  </a:cubicBezTo>
                  <a:cubicBezTo>
                    <a:pt x="244" y="429"/>
                    <a:pt x="285" y="416"/>
                    <a:pt x="317" y="386"/>
                  </a:cubicBezTo>
                  <a:cubicBezTo>
                    <a:pt x="361" y="345"/>
                    <a:pt x="378" y="280"/>
                    <a:pt x="378" y="221"/>
                  </a:cubicBezTo>
                  <a:cubicBezTo>
                    <a:pt x="378" y="168"/>
                    <a:pt x="367" y="108"/>
                    <a:pt x="335" y="61"/>
                  </a:cubicBezTo>
                  <a:cubicBezTo>
                    <a:pt x="318" y="36"/>
                    <a:pt x="296" y="12"/>
                    <a:pt x="263" y="3"/>
                  </a:cubicBezTo>
                  <a:cubicBezTo>
                    <a:pt x="255" y="1"/>
                    <a:pt x="247" y="0"/>
                    <a:pt x="239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800" lIns="91425" spcFirstLastPara="1" rIns="91425" wrap="square" tIns="10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81" name="Google Shape;881;p9"/>
            <p:cNvSpPr/>
            <p:nvPr/>
          </p:nvSpPr>
          <p:spPr>
            <a:xfrm>
              <a:off x="1964880" y="264600"/>
              <a:ext cx="18000" cy="19800"/>
            </a:xfrm>
            <a:custGeom>
              <a:rect b="b" l="l" r="r" t="t"/>
              <a:pathLst>
                <a:path extrusionOk="0" h="400" w="363">
                  <a:moveTo>
                    <a:pt x="167" y="115"/>
                  </a:moveTo>
                  <a:cubicBezTo>
                    <a:pt x="168" y="116"/>
                    <a:pt x="170" y="117"/>
                    <a:pt x="172" y="117"/>
                  </a:cubicBezTo>
                  <a:lnTo>
                    <a:pt x="172" y="117"/>
                  </a:lnTo>
                  <a:cubicBezTo>
                    <a:pt x="169" y="117"/>
                    <a:pt x="167" y="116"/>
                    <a:pt x="167" y="115"/>
                  </a:cubicBezTo>
                  <a:close/>
                  <a:moveTo>
                    <a:pt x="194" y="127"/>
                  </a:moveTo>
                  <a:lnTo>
                    <a:pt x="194" y="127"/>
                  </a:lnTo>
                  <a:cubicBezTo>
                    <a:pt x="195" y="127"/>
                    <a:pt x="196" y="128"/>
                    <a:pt x="196" y="128"/>
                  </a:cubicBezTo>
                  <a:cubicBezTo>
                    <a:pt x="199" y="129"/>
                    <a:pt x="200" y="131"/>
                    <a:pt x="200" y="131"/>
                  </a:cubicBezTo>
                  <a:lnTo>
                    <a:pt x="200" y="131"/>
                  </a:lnTo>
                  <a:cubicBezTo>
                    <a:pt x="198" y="129"/>
                    <a:pt x="195" y="128"/>
                    <a:pt x="194" y="127"/>
                  </a:cubicBezTo>
                  <a:close/>
                  <a:moveTo>
                    <a:pt x="216" y="154"/>
                  </a:moveTo>
                  <a:cubicBezTo>
                    <a:pt x="217" y="154"/>
                    <a:pt x="218" y="157"/>
                    <a:pt x="219" y="160"/>
                  </a:cubicBezTo>
                  <a:cubicBezTo>
                    <a:pt x="219" y="161"/>
                    <a:pt x="219" y="161"/>
                    <a:pt x="219" y="161"/>
                  </a:cubicBezTo>
                  <a:lnTo>
                    <a:pt x="219" y="161"/>
                  </a:lnTo>
                  <a:cubicBezTo>
                    <a:pt x="216" y="156"/>
                    <a:pt x="216" y="154"/>
                    <a:pt x="216" y="154"/>
                  </a:cubicBezTo>
                  <a:close/>
                  <a:moveTo>
                    <a:pt x="223" y="218"/>
                  </a:moveTo>
                  <a:cubicBezTo>
                    <a:pt x="223" y="218"/>
                    <a:pt x="222" y="219"/>
                    <a:pt x="222" y="224"/>
                  </a:cubicBezTo>
                  <a:lnTo>
                    <a:pt x="222" y="224"/>
                  </a:lnTo>
                  <a:cubicBezTo>
                    <a:pt x="223" y="220"/>
                    <a:pt x="223" y="218"/>
                    <a:pt x="223" y="218"/>
                  </a:cubicBezTo>
                  <a:close/>
                  <a:moveTo>
                    <a:pt x="206" y="270"/>
                  </a:moveTo>
                  <a:lnTo>
                    <a:pt x="206" y="270"/>
                  </a:lnTo>
                  <a:cubicBezTo>
                    <a:pt x="203" y="272"/>
                    <a:pt x="203" y="273"/>
                    <a:pt x="203" y="273"/>
                  </a:cubicBezTo>
                  <a:cubicBezTo>
                    <a:pt x="204" y="273"/>
                    <a:pt x="205" y="272"/>
                    <a:pt x="206" y="270"/>
                  </a:cubicBezTo>
                  <a:close/>
                  <a:moveTo>
                    <a:pt x="205" y="274"/>
                  </a:moveTo>
                  <a:cubicBezTo>
                    <a:pt x="205" y="274"/>
                    <a:pt x="205" y="274"/>
                    <a:pt x="204" y="274"/>
                  </a:cubicBezTo>
                  <a:lnTo>
                    <a:pt x="204" y="274"/>
                  </a:lnTo>
                  <a:cubicBezTo>
                    <a:pt x="205" y="274"/>
                    <a:pt x="205" y="274"/>
                    <a:pt x="205" y="274"/>
                  </a:cubicBezTo>
                  <a:close/>
                  <a:moveTo>
                    <a:pt x="194" y="281"/>
                  </a:moveTo>
                  <a:cubicBezTo>
                    <a:pt x="192" y="282"/>
                    <a:pt x="191" y="282"/>
                    <a:pt x="187" y="284"/>
                  </a:cubicBezTo>
                  <a:lnTo>
                    <a:pt x="194" y="281"/>
                  </a:lnTo>
                  <a:close/>
                  <a:moveTo>
                    <a:pt x="176" y="284"/>
                  </a:moveTo>
                  <a:lnTo>
                    <a:pt x="176" y="284"/>
                  </a:lnTo>
                  <a:cubicBezTo>
                    <a:pt x="176" y="284"/>
                    <a:pt x="176" y="285"/>
                    <a:pt x="176" y="285"/>
                  </a:cubicBezTo>
                  <a:lnTo>
                    <a:pt x="176" y="285"/>
                  </a:lnTo>
                  <a:cubicBezTo>
                    <a:pt x="176" y="285"/>
                    <a:pt x="176" y="285"/>
                    <a:pt x="176" y="285"/>
                  </a:cubicBezTo>
                  <a:lnTo>
                    <a:pt x="176" y="285"/>
                  </a:lnTo>
                  <a:cubicBezTo>
                    <a:pt x="176" y="285"/>
                    <a:pt x="176" y="285"/>
                    <a:pt x="176" y="284"/>
                  </a:cubicBezTo>
                  <a:close/>
                  <a:moveTo>
                    <a:pt x="179" y="284"/>
                  </a:moveTo>
                  <a:cubicBezTo>
                    <a:pt x="180" y="284"/>
                    <a:pt x="182" y="284"/>
                    <a:pt x="184" y="285"/>
                  </a:cubicBezTo>
                  <a:lnTo>
                    <a:pt x="179" y="285"/>
                  </a:lnTo>
                  <a:cubicBezTo>
                    <a:pt x="179" y="285"/>
                    <a:pt x="179" y="285"/>
                    <a:pt x="179" y="285"/>
                  </a:cubicBezTo>
                  <a:lnTo>
                    <a:pt x="179" y="285"/>
                  </a:lnTo>
                  <a:cubicBezTo>
                    <a:pt x="179" y="285"/>
                    <a:pt x="180" y="285"/>
                    <a:pt x="180" y="285"/>
                  </a:cubicBezTo>
                  <a:lnTo>
                    <a:pt x="180" y="285"/>
                  </a:lnTo>
                  <a:cubicBezTo>
                    <a:pt x="179" y="285"/>
                    <a:pt x="179" y="285"/>
                    <a:pt x="178" y="285"/>
                  </a:cubicBezTo>
                  <a:lnTo>
                    <a:pt x="178" y="285"/>
                  </a:lnTo>
                  <a:cubicBezTo>
                    <a:pt x="179" y="285"/>
                    <a:pt x="179" y="285"/>
                    <a:pt x="179" y="285"/>
                  </a:cubicBezTo>
                  <a:lnTo>
                    <a:pt x="179" y="285"/>
                  </a:lnTo>
                  <a:cubicBezTo>
                    <a:pt x="178" y="285"/>
                    <a:pt x="177" y="284"/>
                    <a:pt x="176" y="284"/>
                  </a:cubicBezTo>
                  <a:lnTo>
                    <a:pt x="176" y="284"/>
                  </a:lnTo>
                  <a:cubicBezTo>
                    <a:pt x="176" y="284"/>
                    <a:pt x="176" y="284"/>
                    <a:pt x="176" y="284"/>
                  </a:cubicBezTo>
                  <a:lnTo>
                    <a:pt x="176" y="284"/>
                  </a:lnTo>
                  <a:cubicBezTo>
                    <a:pt x="176" y="284"/>
                    <a:pt x="176" y="284"/>
                    <a:pt x="176" y="284"/>
                  </a:cubicBezTo>
                  <a:lnTo>
                    <a:pt x="176" y="284"/>
                  </a:lnTo>
                  <a:cubicBezTo>
                    <a:pt x="176" y="284"/>
                    <a:pt x="176" y="284"/>
                    <a:pt x="176" y="284"/>
                  </a:cubicBezTo>
                  <a:lnTo>
                    <a:pt x="176" y="284"/>
                  </a:lnTo>
                  <a:cubicBezTo>
                    <a:pt x="177" y="284"/>
                    <a:pt x="178" y="284"/>
                    <a:pt x="179" y="284"/>
                  </a:cubicBezTo>
                  <a:close/>
                  <a:moveTo>
                    <a:pt x="176" y="285"/>
                  </a:moveTo>
                  <a:lnTo>
                    <a:pt x="176" y="285"/>
                  </a:lnTo>
                  <a:cubicBezTo>
                    <a:pt x="177" y="285"/>
                    <a:pt x="178" y="285"/>
                    <a:pt x="178" y="285"/>
                  </a:cubicBezTo>
                  <a:lnTo>
                    <a:pt x="178" y="285"/>
                  </a:lnTo>
                  <a:cubicBezTo>
                    <a:pt x="177" y="285"/>
                    <a:pt x="176" y="285"/>
                    <a:pt x="176" y="285"/>
                  </a:cubicBezTo>
                  <a:lnTo>
                    <a:pt x="176" y="285"/>
                  </a:lnTo>
                  <a:cubicBezTo>
                    <a:pt x="176" y="285"/>
                    <a:pt x="175" y="285"/>
                    <a:pt x="175" y="285"/>
                  </a:cubicBezTo>
                  <a:cubicBezTo>
                    <a:pt x="174" y="286"/>
                    <a:pt x="173" y="286"/>
                    <a:pt x="172" y="286"/>
                  </a:cubicBezTo>
                  <a:cubicBezTo>
                    <a:pt x="172" y="286"/>
                    <a:pt x="173" y="285"/>
                    <a:pt x="176" y="285"/>
                  </a:cubicBezTo>
                  <a:lnTo>
                    <a:pt x="176" y="285"/>
                  </a:lnTo>
                  <a:cubicBezTo>
                    <a:pt x="176" y="285"/>
                    <a:pt x="176" y="285"/>
                    <a:pt x="176" y="285"/>
                  </a:cubicBezTo>
                  <a:lnTo>
                    <a:pt x="176" y="285"/>
                  </a:lnTo>
                  <a:cubicBezTo>
                    <a:pt x="176" y="285"/>
                    <a:pt x="176" y="285"/>
                    <a:pt x="176" y="285"/>
                  </a:cubicBezTo>
                  <a:close/>
                  <a:moveTo>
                    <a:pt x="163" y="0"/>
                  </a:moveTo>
                  <a:cubicBezTo>
                    <a:pt x="134" y="0"/>
                    <a:pt x="107" y="28"/>
                    <a:pt x="107" y="58"/>
                  </a:cubicBezTo>
                  <a:cubicBezTo>
                    <a:pt x="109" y="91"/>
                    <a:pt x="131" y="115"/>
                    <a:pt x="165" y="118"/>
                  </a:cubicBezTo>
                  <a:lnTo>
                    <a:pt x="174" y="118"/>
                  </a:lnTo>
                  <a:cubicBezTo>
                    <a:pt x="174" y="118"/>
                    <a:pt x="174" y="118"/>
                    <a:pt x="174" y="118"/>
                  </a:cubicBezTo>
                  <a:lnTo>
                    <a:pt x="174" y="118"/>
                  </a:lnTo>
                  <a:cubicBezTo>
                    <a:pt x="176" y="118"/>
                    <a:pt x="178" y="119"/>
                    <a:pt x="179" y="119"/>
                  </a:cubicBezTo>
                  <a:cubicBezTo>
                    <a:pt x="179" y="119"/>
                    <a:pt x="179" y="119"/>
                    <a:pt x="179" y="119"/>
                  </a:cubicBezTo>
                  <a:lnTo>
                    <a:pt x="179" y="119"/>
                  </a:lnTo>
                  <a:cubicBezTo>
                    <a:pt x="179" y="119"/>
                    <a:pt x="179" y="119"/>
                    <a:pt x="179" y="119"/>
                  </a:cubicBezTo>
                  <a:lnTo>
                    <a:pt x="179" y="119"/>
                  </a:lnTo>
                  <a:cubicBezTo>
                    <a:pt x="183" y="120"/>
                    <a:pt x="186" y="122"/>
                    <a:pt x="188" y="123"/>
                  </a:cubicBezTo>
                  <a:lnTo>
                    <a:pt x="188" y="123"/>
                  </a:lnTo>
                  <a:cubicBezTo>
                    <a:pt x="185" y="121"/>
                    <a:pt x="182" y="120"/>
                    <a:pt x="179" y="119"/>
                  </a:cubicBezTo>
                  <a:lnTo>
                    <a:pt x="179" y="119"/>
                  </a:lnTo>
                  <a:cubicBezTo>
                    <a:pt x="185" y="122"/>
                    <a:pt x="188" y="123"/>
                    <a:pt x="188" y="123"/>
                  </a:cubicBezTo>
                  <a:cubicBezTo>
                    <a:pt x="188" y="123"/>
                    <a:pt x="188" y="123"/>
                    <a:pt x="188" y="123"/>
                  </a:cubicBezTo>
                  <a:lnTo>
                    <a:pt x="188" y="123"/>
                  </a:lnTo>
                  <a:cubicBezTo>
                    <a:pt x="189" y="124"/>
                    <a:pt x="191" y="125"/>
                    <a:pt x="192" y="126"/>
                  </a:cubicBezTo>
                  <a:cubicBezTo>
                    <a:pt x="192" y="126"/>
                    <a:pt x="193" y="126"/>
                    <a:pt x="193" y="127"/>
                  </a:cubicBezTo>
                  <a:lnTo>
                    <a:pt x="193" y="127"/>
                  </a:lnTo>
                  <a:cubicBezTo>
                    <a:pt x="193" y="126"/>
                    <a:pt x="193" y="126"/>
                    <a:pt x="192" y="125"/>
                  </a:cubicBezTo>
                  <a:lnTo>
                    <a:pt x="192" y="125"/>
                  </a:lnTo>
                  <a:cubicBezTo>
                    <a:pt x="193" y="126"/>
                    <a:pt x="193" y="126"/>
                    <a:pt x="194" y="127"/>
                  </a:cubicBezTo>
                  <a:lnTo>
                    <a:pt x="194" y="127"/>
                  </a:lnTo>
                  <a:cubicBezTo>
                    <a:pt x="193" y="127"/>
                    <a:pt x="193" y="127"/>
                    <a:pt x="193" y="127"/>
                  </a:cubicBezTo>
                  <a:lnTo>
                    <a:pt x="193" y="127"/>
                  </a:lnTo>
                  <a:cubicBezTo>
                    <a:pt x="196" y="130"/>
                    <a:pt x="198" y="132"/>
                    <a:pt x="199" y="132"/>
                  </a:cubicBezTo>
                  <a:cubicBezTo>
                    <a:pt x="199" y="132"/>
                    <a:pt x="200" y="132"/>
                    <a:pt x="200" y="131"/>
                  </a:cubicBezTo>
                  <a:lnTo>
                    <a:pt x="200" y="131"/>
                  </a:lnTo>
                  <a:cubicBezTo>
                    <a:pt x="200" y="132"/>
                    <a:pt x="200" y="133"/>
                    <a:pt x="201" y="133"/>
                  </a:cubicBezTo>
                  <a:cubicBezTo>
                    <a:pt x="203" y="134"/>
                    <a:pt x="204" y="137"/>
                    <a:pt x="207" y="139"/>
                  </a:cubicBezTo>
                  <a:lnTo>
                    <a:pt x="207" y="139"/>
                  </a:lnTo>
                  <a:cubicBezTo>
                    <a:pt x="207" y="140"/>
                    <a:pt x="208" y="141"/>
                    <a:pt x="208" y="142"/>
                  </a:cubicBezTo>
                  <a:cubicBezTo>
                    <a:pt x="213" y="149"/>
                    <a:pt x="215" y="157"/>
                    <a:pt x="220" y="162"/>
                  </a:cubicBezTo>
                  <a:lnTo>
                    <a:pt x="220" y="162"/>
                  </a:lnTo>
                  <a:cubicBezTo>
                    <a:pt x="220" y="163"/>
                    <a:pt x="221" y="164"/>
                    <a:pt x="221" y="165"/>
                  </a:cubicBezTo>
                  <a:cubicBezTo>
                    <a:pt x="222" y="170"/>
                    <a:pt x="225" y="176"/>
                    <a:pt x="225" y="179"/>
                  </a:cubicBezTo>
                  <a:cubicBezTo>
                    <a:pt x="226" y="183"/>
                    <a:pt x="226" y="189"/>
                    <a:pt x="226" y="192"/>
                  </a:cubicBezTo>
                  <a:cubicBezTo>
                    <a:pt x="227" y="193"/>
                    <a:pt x="227" y="194"/>
                    <a:pt x="227" y="194"/>
                  </a:cubicBezTo>
                  <a:cubicBezTo>
                    <a:pt x="227" y="194"/>
                    <a:pt x="225" y="184"/>
                    <a:pt x="225" y="184"/>
                  </a:cubicBezTo>
                  <a:lnTo>
                    <a:pt x="225" y="192"/>
                  </a:lnTo>
                  <a:cubicBezTo>
                    <a:pt x="225" y="200"/>
                    <a:pt x="226" y="210"/>
                    <a:pt x="225" y="218"/>
                  </a:cubicBezTo>
                  <a:cubicBezTo>
                    <a:pt x="225" y="221"/>
                    <a:pt x="222" y="226"/>
                    <a:pt x="222" y="228"/>
                  </a:cubicBezTo>
                  <a:cubicBezTo>
                    <a:pt x="222" y="227"/>
                    <a:pt x="222" y="225"/>
                    <a:pt x="222" y="224"/>
                  </a:cubicBezTo>
                  <a:lnTo>
                    <a:pt x="222" y="224"/>
                  </a:lnTo>
                  <a:cubicBezTo>
                    <a:pt x="222" y="224"/>
                    <a:pt x="222" y="224"/>
                    <a:pt x="222" y="224"/>
                  </a:cubicBezTo>
                  <a:cubicBezTo>
                    <a:pt x="222" y="226"/>
                    <a:pt x="222" y="227"/>
                    <a:pt x="221" y="228"/>
                  </a:cubicBezTo>
                  <a:cubicBezTo>
                    <a:pt x="219" y="236"/>
                    <a:pt x="216" y="243"/>
                    <a:pt x="215" y="250"/>
                  </a:cubicBezTo>
                  <a:lnTo>
                    <a:pt x="215" y="250"/>
                  </a:lnTo>
                  <a:cubicBezTo>
                    <a:pt x="213" y="253"/>
                    <a:pt x="213" y="254"/>
                    <a:pt x="213" y="255"/>
                  </a:cubicBezTo>
                  <a:lnTo>
                    <a:pt x="208" y="267"/>
                  </a:lnTo>
                  <a:cubicBezTo>
                    <a:pt x="208" y="268"/>
                    <a:pt x="206" y="268"/>
                    <a:pt x="206" y="269"/>
                  </a:cubicBezTo>
                  <a:cubicBezTo>
                    <a:pt x="206" y="270"/>
                    <a:pt x="206" y="270"/>
                    <a:pt x="206" y="270"/>
                  </a:cubicBezTo>
                  <a:lnTo>
                    <a:pt x="206" y="270"/>
                  </a:lnTo>
                  <a:cubicBezTo>
                    <a:pt x="207" y="269"/>
                    <a:pt x="207" y="269"/>
                    <a:pt x="208" y="269"/>
                  </a:cubicBezTo>
                  <a:lnTo>
                    <a:pt x="208" y="269"/>
                  </a:lnTo>
                  <a:cubicBezTo>
                    <a:pt x="205" y="271"/>
                    <a:pt x="204" y="274"/>
                    <a:pt x="201" y="275"/>
                  </a:cubicBezTo>
                  <a:cubicBezTo>
                    <a:pt x="199" y="276"/>
                    <a:pt x="198" y="277"/>
                    <a:pt x="198" y="278"/>
                  </a:cubicBezTo>
                  <a:lnTo>
                    <a:pt x="198" y="278"/>
                  </a:lnTo>
                  <a:cubicBezTo>
                    <a:pt x="197" y="279"/>
                    <a:pt x="195" y="280"/>
                    <a:pt x="194" y="281"/>
                  </a:cubicBezTo>
                  <a:cubicBezTo>
                    <a:pt x="194" y="281"/>
                    <a:pt x="194" y="281"/>
                    <a:pt x="194" y="281"/>
                  </a:cubicBezTo>
                  <a:lnTo>
                    <a:pt x="194" y="281"/>
                  </a:lnTo>
                  <a:cubicBezTo>
                    <a:pt x="191" y="281"/>
                    <a:pt x="184" y="284"/>
                    <a:pt x="179" y="284"/>
                  </a:cubicBezTo>
                  <a:cubicBezTo>
                    <a:pt x="178" y="284"/>
                    <a:pt x="177" y="284"/>
                    <a:pt x="176" y="284"/>
                  </a:cubicBezTo>
                  <a:lnTo>
                    <a:pt x="176" y="284"/>
                  </a:lnTo>
                  <a:cubicBezTo>
                    <a:pt x="176" y="284"/>
                    <a:pt x="176" y="284"/>
                    <a:pt x="176" y="284"/>
                  </a:cubicBezTo>
                  <a:cubicBezTo>
                    <a:pt x="176" y="284"/>
                    <a:pt x="176" y="284"/>
                    <a:pt x="176" y="284"/>
                  </a:cubicBezTo>
                  <a:lnTo>
                    <a:pt x="176" y="284"/>
                  </a:lnTo>
                  <a:cubicBezTo>
                    <a:pt x="174" y="284"/>
                    <a:pt x="173" y="284"/>
                    <a:pt x="172" y="284"/>
                  </a:cubicBezTo>
                  <a:cubicBezTo>
                    <a:pt x="171" y="284"/>
                    <a:pt x="170" y="282"/>
                    <a:pt x="168" y="282"/>
                  </a:cubicBezTo>
                  <a:cubicBezTo>
                    <a:pt x="166" y="282"/>
                    <a:pt x="165" y="281"/>
                    <a:pt x="164" y="281"/>
                  </a:cubicBezTo>
                  <a:lnTo>
                    <a:pt x="164" y="281"/>
                  </a:lnTo>
                  <a:cubicBezTo>
                    <a:pt x="155" y="277"/>
                    <a:pt x="147" y="273"/>
                    <a:pt x="140" y="267"/>
                  </a:cubicBezTo>
                  <a:cubicBezTo>
                    <a:pt x="137" y="264"/>
                    <a:pt x="129" y="257"/>
                    <a:pt x="128" y="257"/>
                  </a:cubicBezTo>
                  <a:lnTo>
                    <a:pt x="128" y="257"/>
                  </a:lnTo>
                  <a:cubicBezTo>
                    <a:pt x="128" y="257"/>
                    <a:pt x="130" y="258"/>
                    <a:pt x="134" y="262"/>
                  </a:cubicBezTo>
                  <a:cubicBezTo>
                    <a:pt x="130" y="260"/>
                    <a:pt x="126" y="255"/>
                    <a:pt x="121" y="252"/>
                  </a:cubicBezTo>
                  <a:lnTo>
                    <a:pt x="116" y="246"/>
                  </a:lnTo>
                  <a:lnTo>
                    <a:pt x="116" y="246"/>
                  </a:lnTo>
                  <a:cubicBezTo>
                    <a:pt x="115" y="237"/>
                    <a:pt x="113" y="227"/>
                    <a:pt x="107" y="218"/>
                  </a:cubicBezTo>
                  <a:cubicBezTo>
                    <a:pt x="98" y="201"/>
                    <a:pt x="78" y="188"/>
                    <a:pt x="59" y="188"/>
                  </a:cubicBezTo>
                  <a:cubicBezTo>
                    <a:pt x="50" y="188"/>
                    <a:pt x="41" y="191"/>
                    <a:pt x="33" y="197"/>
                  </a:cubicBezTo>
                  <a:cubicBezTo>
                    <a:pt x="14" y="211"/>
                    <a:pt x="1" y="228"/>
                    <a:pt x="1" y="255"/>
                  </a:cubicBezTo>
                  <a:cubicBezTo>
                    <a:pt x="1" y="271"/>
                    <a:pt x="7" y="288"/>
                    <a:pt x="15" y="302"/>
                  </a:cubicBezTo>
                  <a:cubicBezTo>
                    <a:pt x="33" y="326"/>
                    <a:pt x="56" y="347"/>
                    <a:pt x="80" y="363"/>
                  </a:cubicBezTo>
                  <a:cubicBezTo>
                    <a:pt x="104" y="380"/>
                    <a:pt x="130" y="391"/>
                    <a:pt x="157" y="397"/>
                  </a:cubicBezTo>
                  <a:cubicBezTo>
                    <a:pt x="165" y="398"/>
                    <a:pt x="174" y="399"/>
                    <a:pt x="182" y="399"/>
                  </a:cubicBezTo>
                  <a:cubicBezTo>
                    <a:pt x="206" y="399"/>
                    <a:pt x="228" y="393"/>
                    <a:pt x="250" y="381"/>
                  </a:cubicBezTo>
                  <a:cubicBezTo>
                    <a:pt x="352" y="330"/>
                    <a:pt x="362" y="189"/>
                    <a:pt x="318" y="98"/>
                  </a:cubicBezTo>
                  <a:cubicBezTo>
                    <a:pt x="290" y="40"/>
                    <a:pt x="229" y="2"/>
                    <a:pt x="165" y="0"/>
                  </a:cubicBezTo>
                  <a:cubicBezTo>
                    <a:pt x="165" y="0"/>
                    <a:pt x="164" y="0"/>
                    <a:pt x="163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075" lIns="91425" spcFirstLastPara="1" rIns="91425" wrap="square" tIns="100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82" name="Google Shape;882;p9"/>
            <p:cNvSpPr/>
            <p:nvPr/>
          </p:nvSpPr>
          <p:spPr>
            <a:xfrm>
              <a:off x="1960920" y="354600"/>
              <a:ext cx="16200" cy="19800"/>
            </a:xfrm>
            <a:custGeom>
              <a:rect b="b" l="l" r="r" t="t"/>
              <a:pathLst>
                <a:path extrusionOk="0" h="399" w="327">
                  <a:moveTo>
                    <a:pt x="176" y="113"/>
                  </a:moveTo>
                  <a:lnTo>
                    <a:pt x="176" y="113"/>
                  </a:lnTo>
                  <a:cubicBezTo>
                    <a:pt x="174" y="113"/>
                    <a:pt x="172" y="114"/>
                    <a:pt x="169" y="114"/>
                  </a:cubicBezTo>
                  <a:lnTo>
                    <a:pt x="169" y="114"/>
                  </a:lnTo>
                  <a:cubicBezTo>
                    <a:pt x="171" y="114"/>
                    <a:pt x="174" y="113"/>
                    <a:pt x="176" y="113"/>
                  </a:cubicBezTo>
                  <a:close/>
                  <a:moveTo>
                    <a:pt x="169" y="114"/>
                  </a:moveTo>
                  <a:lnTo>
                    <a:pt x="169" y="114"/>
                  </a:lnTo>
                  <a:cubicBezTo>
                    <a:pt x="166" y="114"/>
                    <a:pt x="162" y="115"/>
                    <a:pt x="159" y="115"/>
                  </a:cubicBezTo>
                  <a:cubicBezTo>
                    <a:pt x="162" y="114"/>
                    <a:pt x="166" y="114"/>
                    <a:pt x="169" y="114"/>
                  </a:cubicBezTo>
                  <a:close/>
                  <a:moveTo>
                    <a:pt x="184" y="114"/>
                  </a:moveTo>
                  <a:cubicBezTo>
                    <a:pt x="188" y="114"/>
                    <a:pt x="191" y="114"/>
                    <a:pt x="193" y="115"/>
                  </a:cubicBezTo>
                  <a:cubicBezTo>
                    <a:pt x="190" y="115"/>
                    <a:pt x="187" y="114"/>
                    <a:pt x="184" y="114"/>
                  </a:cubicBezTo>
                  <a:close/>
                  <a:moveTo>
                    <a:pt x="144" y="119"/>
                  </a:moveTo>
                  <a:cubicBezTo>
                    <a:pt x="144" y="119"/>
                    <a:pt x="144" y="119"/>
                    <a:pt x="143" y="119"/>
                  </a:cubicBezTo>
                  <a:lnTo>
                    <a:pt x="143" y="119"/>
                  </a:lnTo>
                  <a:lnTo>
                    <a:pt x="144" y="119"/>
                  </a:lnTo>
                  <a:cubicBezTo>
                    <a:pt x="144" y="119"/>
                    <a:pt x="144" y="119"/>
                    <a:pt x="144" y="119"/>
                  </a:cubicBezTo>
                  <a:close/>
                  <a:moveTo>
                    <a:pt x="138" y="123"/>
                  </a:moveTo>
                  <a:lnTo>
                    <a:pt x="138" y="123"/>
                  </a:lnTo>
                  <a:cubicBezTo>
                    <a:pt x="138" y="124"/>
                    <a:pt x="137" y="124"/>
                    <a:pt x="137" y="125"/>
                  </a:cubicBezTo>
                  <a:lnTo>
                    <a:pt x="137" y="125"/>
                  </a:lnTo>
                  <a:cubicBezTo>
                    <a:pt x="137" y="124"/>
                    <a:pt x="138" y="124"/>
                    <a:pt x="138" y="123"/>
                  </a:cubicBezTo>
                  <a:close/>
                  <a:moveTo>
                    <a:pt x="208" y="125"/>
                  </a:moveTo>
                  <a:cubicBezTo>
                    <a:pt x="208" y="126"/>
                    <a:pt x="209" y="126"/>
                    <a:pt x="209" y="127"/>
                  </a:cubicBezTo>
                  <a:lnTo>
                    <a:pt x="209" y="127"/>
                  </a:lnTo>
                  <a:lnTo>
                    <a:pt x="209" y="126"/>
                  </a:lnTo>
                  <a:cubicBezTo>
                    <a:pt x="209" y="126"/>
                    <a:pt x="208" y="125"/>
                    <a:pt x="208" y="125"/>
                  </a:cubicBezTo>
                  <a:close/>
                  <a:moveTo>
                    <a:pt x="212" y="123"/>
                  </a:moveTo>
                  <a:lnTo>
                    <a:pt x="212" y="128"/>
                  </a:lnTo>
                  <a:cubicBezTo>
                    <a:pt x="212" y="128"/>
                    <a:pt x="212" y="128"/>
                    <a:pt x="212" y="128"/>
                  </a:cubicBezTo>
                  <a:lnTo>
                    <a:pt x="212" y="128"/>
                  </a:lnTo>
                  <a:cubicBezTo>
                    <a:pt x="212" y="127"/>
                    <a:pt x="211" y="127"/>
                    <a:pt x="211" y="127"/>
                  </a:cubicBezTo>
                  <a:lnTo>
                    <a:pt x="211" y="127"/>
                  </a:lnTo>
                  <a:cubicBezTo>
                    <a:pt x="211" y="127"/>
                    <a:pt x="211" y="126"/>
                    <a:pt x="211" y="126"/>
                  </a:cubicBezTo>
                  <a:lnTo>
                    <a:pt x="211" y="126"/>
                  </a:lnTo>
                  <a:cubicBezTo>
                    <a:pt x="212" y="126"/>
                    <a:pt x="212" y="126"/>
                    <a:pt x="212" y="126"/>
                  </a:cubicBezTo>
                  <a:cubicBezTo>
                    <a:pt x="212" y="126"/>
                    <a:pt x="212" y="126"/>
                    <a:pt x="211" y="126"/>
                  </a:cubicBezTo>
                  <a:lnTo>
                    <a:pt x="211" y="126"/>
                  </a:lnTo>
                  <a:cubicBezTo>
                    <a:pt x="211" y="126"/>
                    <a:pt x="211" y="126"/>
                    <a:pt x="211" y="126"/>
                  </a:cubicBezTo>
                  <a:lnTo>
                    <a:pt x="211" y="126"/>
                  </a:lnTo>
                  <a:cubicBezTo>
                    <a:pt x="211" y="126"/>
                    <a:pt x="211" y="126"/>
                    <a:pt x="211" y="126"/>
                  </a:cubicBezTo>
                  <a:lnTo>
                    <a:pt x="211" y="126"/>
                  </a:lnTo>
                  <a:cubicBezTo>
                    <a:pt x="211" y="126"/>
                    <a:pt x="211" y="126"/>
                    <a:pt x="211" y="126"/>
                  </a:cubicBezTo>
                  <a:lnTo>
                    <a:pt x="211" y="126"/>
                  </a:lnTo>
                  <a:cubicBezTo>
                    <a:pt x="211" y="126"/>
                    <a:pt x="211" y="126"/>
                    <a:pt x="211" y="126"/>
                  </a:cubicBezTo>
                  <a:lnTo>
                    <a:pt x="211" y="126"/>
                  </a:lnTo>
                  <a:cubicBezTo>
                    <a:pt x="212" y="125"/>
                    <a:pt x="212" y="124"/>
                    <a:pt x="212" y="123"/>
                  </a:cubicBezTo>
                  <a:close/>
                  <a:moveTo>
                    <a:pt x="211" y="128"/>
                  </a:moveTo>
                  <a:cubicBezTo>
                    <a:pt x="211" y="129"/>
                    <a:pt x="211" y="129"/>
                    <a:pt x="211" y="129"/>
                  </a:cubicBezTo>
                  <a:lnTo>
                    <a:pt x="211" y="129"/>
                  </a:lnTo>
                  <a:cubicBezTo>
                    <a:pt x="211" y="129"/>
                    <a:pt x="211" y="129"/>
                    <a:pt x="211" y="129"/>
                  </a:cubicBezTo>
                  <a:lnTo>
                    <a:pt x="211" y="129"/>
                  </a:lnTo>
                  <a:cubicBezTo>
                    <a:pt x="211" y="129"/>
                    <a:pt x="211" y="129"/>
                    <a:pt x="211" y="129"/>
                  </a:cubicBezTo>
                  <a:lnTo>
                    <a:pt x="211" y="129"/>
                  </a:lnTo>
                  <a:cubicBezTo>
                    <a:pt x="211" y="129"/>
                    <a:pt x="211" y="129"/>
                    <a:pt x="211" y="129"/>
                  </a:cubicBezTo>
                  <a:lnTo>
                    <a:pt x="211" y="129"/>
                  </a:lnTo>
                  <a:cubicBezTo>
                    <a:pt x="211" y="129"/>
                    <a:pt x="211" y="129"/>
                    <a:pt x="211" y="129"/>
                  </a:cubicBezTo>
                  <a:lnTo>
                    <a:pt x="211" y="129"/>
                  </a:lnTo>
                  <a:cubicBezTo>
                    <a:pt x="211" y="129"/>
                    <a:pt x="211" y="129"/>
                    <a:pt x="211" y="129"/>
                  </a:cubicBezTo>
                  <a:lnTo>
                    <a:pt x="211" y="129"/>
                  </a:lnTo>
                  <a:cubicBezTo>
                    <a:pt x="211" y="129"/>
                    <a:pt x="211" y="129"/>
                    <a:pt x="211" y="128"/>
                  </a:cubicBezTo>
                  <a:close/>
                  <a:moveTo>
                    <a:pt x="210" y="129"/>
                  </a:moveTo>
                  <a:cubicBezTo>
                    <a:pt x="210" y="129"/>
                    <a:pt x="211" y="130"/>
                    <a:pt x="211" y="130"/>
                  </a:cubicBezTo>
                  <a:lnTo>
                    <a:pt x="211" y="130"/>
                  </a:lnTo>
                  <a:cubicBezTo>
                    <a:pt x="211" y="130"/>
                    <a:pt x="211" y="130"/>
                    <a:pt x="211" y="130"/>
                  </a:cubicBezTo>
                  <a:lnTo>
                    <a:pt x="211" y="130"/>
                  </a:lnTo>
                  <a:cubicBezTo>
                    <a:pt x="210" y="130"/>
                    <a:pt x="210" y="129"/>
                    <a:pt x="210" y="129"/>
                  </a:cubicBezTo>
                  <a:close/>
                  <a:moveTo>
                    <a:pt x="131" y="132"/>
                  </a:moveTo>
                  <a:cubicBezTo>
                    <a:pt x="131" y="132"/>
                    <a:pt x="131" y="132"/>
                    <a:pt x="130" y="132"/>
                  </a:cubicBezTo>
                  <a:cubicBezTo>
                    <a:pt x="130" y="132"/>
                    <a:pt x="131" y="132"/>
                    <a:pt x="131" y="132"/>
                  </a:cubicBezTo>
                  <a:lnTo>
                    <a:pt x="131" y="132"/>
                  </a:lnTo>
                  <a:close/>
                  <a:moveTo>
                    <a:pt x="133" y="133"/>
                  </a:moveTo>
                  <a:lnTo>
                    <a:pt x="133" y="133"/>
                  </a:lnTo>
                  <a:cubicBezTo>
                    <a:pt x="132" y="135"/>
                    <a:pt x="131" y="138"/>
                    <a:pt x="131" y="139"/>
                  </a:cubicBezTo>
                  <a:cubicBezTo>
                    <a:pt x="131" y="140"/>
                    <a:pt x="130" y="141"/>
                    <a:pt x="130" y="142"/>
                  </a:cubicBezTo>
                  <a:lnTo>
                    <a:pt x="130" y="142"/>
                  </a:lnTo>
                  <a:cubicBezTo>
                    <a:pt x="131" y="141"/>
                    <a:pt x="132" y="138"/>
                    <a:pt x="133" y="133"/>
                  </a:cubicBezTo>
                  <a:close/>
                  <a:moveTo>
                    <a:pt x="129" y="142"/>
                  </a:moveTo>
                  <a:cubicBezTo>
                    <a:pt x="129" y="143"/>
                    <a:pt x="129" y="145"/>
                    <a:pt x="129" y="147"/>
                  </a:cubicBezTo>
                  <a:lnTo>
                    <a:pt x="129" y="147"/>
                  </a:lnTo>
                  <a:cubicBezTo>
                    <a:pt x="129" y="146"/>
                    <a:pt x="129" y="144"/>
                    <a:pt x="129" y="142"/>
                  </a:cubicBezTo>
                  <a:close/>
                  <a:moveTo>
                    <a:pt x="129" y="176"/>
                  </a:moveTo>
                  <a:cubicBezTo>
                    <a:pt x="129" y="178"/>
                    <a:pt x="129" y="180"/>
                    <a:pt x="129" y="181"/>
                  </a:cubicBezTo>
                  <a:cubicBezTo>
                    <a:pt x="129" y="179"/>
                    <a:pt x="129" y="177"/>
                    <a:pt x="129" y="176"/>
                  </a:cubicBezTo>
                  <a:close/>
                  <a:moveTo>
                    <a:pt x="156" y="241"/>
                  </a:moveTo>
                  <a:cubicBezTo>
                    <a:pt x="156" y="241"/>
                    <a:pt x="157" y="242"/>
                    <a:pt x="158" y="243"/>
                  </a:cubicBezTo>
                  <a:lnTo>
                    <a:pt x="158" y="243"/>
                  </a:lnTo>
                  <a:cubicBezTo>
                    <a:pt x="157" y="242"/>
                    <a:pt x="157" y="241"/>
                    <a:pt x="156" y="241"/>
                  </a:cubicBezTo>
                  <a:close/>
                  <a:moveTo>
                    <a:pt x="194" y="275"/>
                  </a:moveTo>
                  <a:cubicBezTo>
                    <a:pt x="194" y="275"/>
                    <a:pt x="197" y="276"/>
                    <a:pt x="199" y="277"/>
                  </a:cubicBezTo>
                  <a:lnTo>
                    <a:pt x="199" y="277"/>
                  </a:lnTo>
                  <a:cubicBezTo>
                    <a:pt x="198" y="276"/>
                    <a:pt x="198" y="276"/>
                    <a:pt x="198" y="276"/>
                  </a:cubicBezTo>
                  <a:cubicBezTo>
                    <a:pt x="195" y="275"/>
                    <a:pt x="194" y="275"/>
                    <a:pt x="194" y="275"/>
                  </a:cubicBezTo>
                  <a:close/>
                  <a:moveTo>
                    <a:pt x="178" y="0"/>
                  </a:moveTo>
                  <a:cubicBezTo>
                    <a:pt x="161" y="0"/>
                    <a:pt x="144" y="2"/>
                    <a:pt x="128" y="7"/>
                  </a:cubicBezTo>
                  <a:cubicBezTo>
                    <a:pt x="77" y="21"/>
                    <a:pt x="36" y="59"/>
                    <a:pt x="18" y="111"/>
                  </a:cubicBezTo>
                  <a:cubicBezTo>
                    <a:pt x="1" y="167"/>
                    <a:pt x="15" y="231"/>
                    <a:pt x="42" y="282"/>
                  </a:cubicBezTo>
                  <a:cubicBezTo>
                    <a:pt x="74" y="346"/>
                    <a:pt x="135" y="393"/>
                    <a:pt x="207" y="398"/>
                  </a:cubicBezTo>
                  <a:cubicBezTo>
                    <a:pt x="208" y="398"/>
                    <a:pt x="209" y="398"/>
                    <a:pt x="209" y="398"/>
                  </a:cubicBezTo>
                  <a:cubicBezTo>
                    <a:pt x="238" y="398"/>
                    <a:pt x="266" y="369"/>
                    <a:pt x="266" y="339"/>
                  </a:cubicBezTo>
                  <a:cubicBezTo>
                    <a:pt x="270" y="306"/>
                    <a:pt x="247" y="283"/>
                    <a:pt x="215" y="281"/>
                  </a:cubicBezTo>
                  <a:cubicBezTo>
                    <a:pt x="212" y="281"/>
                    <a:pt x="207" y="281"/>
                    <a:pt x="206" y="279"/>
                  </a:cubicBezTo>
                  <a:cubicBezTo>
                    <a:pt x="212" y="279"/>
                    <a:pt x="216" y="281"/>
                    <a:pt x="222" y="281"/>
                  </a:cubicBezTo>
                  <a:cubicBezTo>
                    <a:pt x="214" y="279"/>
                    <a:pt x="208" y="278"/>
                    <a:pt x="201" y="277"/>
                  </a:cubicBezTo>
                  <a:lnTo>
                    <a:pt x="201" y="277"/>
                  </a:lnTo>
                  <a:cubicBezTo>
                    <a:pt x="199" y="276"/>
                    <a:pt x="197" y="273"/>
                    <a:pt x="195" y="273"/>
                  </a:cubicBezTo>
                  <a:lnTo>
                    <a:pt x="185" y="269"/>
                  </a:lnTo>
                  <a:cubicBezTo>
                    <a:pt x="185" y="266"/>
                    <a:pt x="176" y="262"/>
                    <a:pt x="173" y="259"/>
                  </a:cubicBezTo>
                  <a:cubicBezTo>
                    <a:pt x="172" y="258"/>
                    <a:pt x="162" y="248"/>
                    <a:pt x="158" y="243"/>
                  </a:cubicBezTo>
                  <a:lnTo>
                    <a:pt x="158" y="243"/>
                  </a:lnTo>
                  <a:cubicBezTo>
                    <a:pt x="160" y="245"/>
                    <a:pt x="162" y="249"/>
                    <a:pt x="162" y="249"/>
                  </a:cubicBezTo>
                  <a:cubicBezTo>
                    <a:pt x="162" y="249"/>
                    <a:pt x="161" y="248"/>
                    <a:pt x="159" y="245"/>
                  </a:cubicBezTo>
                  <a:cubicBezTo>
                    <a:pt x="158" y="244"/>
                    <a:pt x="158" y="244"/>
                    <a:pt x="158" y="243"/>
                  </a:cubicBezTo>
                  <a:lnTo>
                    <a:pt x="158" y="243"/>
                  </a:lnTo>
                  <a:cubicBezTo>
                    <a:pt x="158" y="243"/>
                    <a:pt x="158" y="243"/>
                    <a:pt x="158" y="243"/>
                  </a:cubicBezTo>
                  <a:lnTo>
                    <a:pt x="158" y="243"/>
                  </a:lnTo>
                  <a:cubicBezTo>
                    <a:pt x="158" y="243"/>
                    <a:pt x="158" y="243"/>
                    <a:pt x="158" y="243"/>
                  </a:cubicBezTo>
                  <a:lnTo>
                    <a:pt x="158" y="243"/>
                  </a:lnTo>
                  <a:cubicBezTo>
                    <a:pt x="158" y="243"/>
                    <a:pt x="158" y="243"/>
                    <a:pt x="158" y="243"/>
                  </a:cubicBezTo>
                  <a:lnTo>
                    <a:pt x="158" y="243"/>
                  </a:lnTo>
                  <a:cubicBezTo>
                    <a:pt x="157" y="242"/>
                    <a:pt x="156" y="241"/>
                    <a:pt x="156" y="241"/>
                  </a:cubicBezTo>
                  <a:cubicBezTo>
                    <a:pt x="154" y="237"/>
                    <a:pt x="151" y="234"/>
                    <a:pt x="149" y="230"/>
                  </a:cubicBezTo>
                  <a:cubicBezTo>
                    <a:pt x="148" y="227"/>
                    <a:pt x="144" y="222"/>
                    <a:pt x="142" y="217"/>
                  </a:cubicBezTo>
                  <a:cubicBezTo>
                    <a:pt x="141" y="216"/>
                    <a:pt x="138" y="208"/>
                    <a:pt x="137" y="208"/>
                  </a:cubicBezTo>
                  <a:lnTo>
                    <a:pt x="137" y="208"/>
                  </a:lnTo>
                  <a:cubicBezTo>
                    <a:pt x="137" y="208"/>
                    <a:pt x="137" y="208"/>
                    <a:pt x="137" y="208"/>
                  </a:cubicBezTo>
                  <a:lnTo>
                    <a:pt x="137" y="208"/>
                  </a:lnTo>
                  <a:cubicBezTo>
                    <a:pt x="137" y="207"/>
                    <a:pt x="137" y="206"/>
                    <a:pt x="137" y="205"/>
                  </a:cubicBezTo>
                  <a:cubicBezTo>
                    <a:pt x="135" y="201"/>
                    <a:pt x="135" y="198"/>
                    <a:pt x="132" y="193"/>
                  </a:cubicBezTo>
                  <a:lnTo>
                    <a:pt x="129" y="169"/>
                  </a:lnTo>
                  <a:lnTo>
                    <a:pt x="129" y="169"/>
                  </a:lnTo>
                  <a:cubicBezTo>
                    <a:pt x="128" y="164"/>
                    <a:pt x="128" y="159"/>
                    <a:pt x="129" y="155"/>
                  </a:cubicBezTo>
                  <a:lnTo>
                    <a:pt x="129" y="155"/>
                  </a:lnTo>
                  <a:cubicBezTo>
                    <a:pt x="129" y="150"/>
                    <a:pt x="130" y="146"/>
                    <a:pt x="130" y="142"/>
                  </a:cubicBezTo>
                  <a:lnTo>
                    <a:pt x="130" y="142"/>
                  </a:lnTo>
                  <a:cubicBezTo>
                    <a:pt x="130" y="143"/>
                    <a:pt x="130" y="143"/>
                    <a:pt x="130" y="143"/>
                  </a:cubicBezTo>
                  <a:cubicBezTo>
                    <a:pt x="129" y="143"/>
                    <a:pt x="130" y="139"/>
                    <a:pt x="131" y="136"/>
                  </a:cubicBezTo>
                  <a:cubicBezTo>
                    <a:pt x="132" y="135"/>
                    <a:pt x="133" y="134"/>
                    <a:pt x="133" y="133"/>
                  </a:cubicBezTo>
                  <a:lnTo>
                    <a:pt x="133" y="133"/>
                  </a:lnTo>
                  <a:cubicBezTo>
                    <a:pt x="133" y="133"/>
                    <a:pt x="133" y="133"/>
                    <a:pt x="133" y="133"/>
                  </a:cubicBezTo>
                  <a:lnTo>
                    <a:pt x="133" y="133"/>
                  </a:lnTo>
                  <a:cubicBezTo>
                    <a:pt x="133" y="133"/>
                    <a:pt x="133" y="133"/>
                    <a:pt x="133" y="133"/>
                  </a:cubicBezTo>
                  <a:lnTo>
                    <a:pt x="133" y="133"/>
                  </a:lnTo>
                  <a:cubicBezTo>
                    <a:pt x="135" y="131"/>
                    <a:pt x="135" y="130"/>
                    <a:pt x="135" y="129"/>
                  </a:cubicBezTo>
                  <a:cubicBezTo>
                    <a:pt x="135" y="128"/>
                    <a:pt x="135" y="128"/>
                    <a:pt x="136" y="128"/>
                  </a:cubicBezTo>
                  <a:lnTo>
                    <a:pt x="136" y="128"/>
                  </a:lnTo>
                  <a:lnTo>
                    <a:pt x="142" y="122"/>
                  </a:lnTo>
                  <a:lnTo>
                    <a:pt x="142" y="122"/>
                  </a:lnTo>
                  <a:cubicBezTo>
                    <a:pt x="143" y="122"/>
                    <a:pt x="143" y="122"/>
                    <a:pt x="144" y="122"/>
                  </a:cubicBezTo>
                  <a:cubicBezTo>
                    <a:pt x="147" y="122"/>
                    <a:pt x="149" y="120"/>
                    <a:pt x="150" y="118"/>
                  </a:cubicBezTo>
                  <a:lnTo>
                    <a:pt x="150" y="118"/>
                  </a:lnTo>
                  <a:cubicBezTo>
                    <a:pt x="157" y="117"/>
                    <a:pt x="163" y="115"/>
                    <a:pt x="169" y="114"/>
                  </a:cubicBezTo>
                  <a:lnTo>
                    <a:pt x="169" y="114"/>
                  </a:lnTo>
                  <a:cubicBezTo>
                    <a:pt x="172" y="114"/>
                    <a:pt x="174" y="114"/>
                    <a:pt x="177" y="114"/>
                  </a:cubicBezTo>
                  <a:cubicBezTo>
                    <a:pt x="178" y="114"/>
                    <a:pt x="179" y="114"/>
                    <a:pt x="180" y="114"/>
                  </a:cubicBezTo>
                  <a:lnTo>
                    <a:pt x="180" y="114"/>
                  </a:lnTo>
                  <a:cubicBezTo>
                    <a:pt x="186" y="115"/>
                    <a:pt x="192" y="116"/>
                    <a:pt x="197" y="117"/>
                  </a:cubicBezTo>
                  <a:lnTo>
                    <a:pt x="197" y="117"/>
                  </a:lnTo>
                  <a:cubicBezTo>
                    <a:pt x="195" y="117"/>
                    <a:pt x="193" y="116"/>
                    <a:pt x="193" y="116"/>
                  </a:cubicBezTo>
                  <a:lnTo>
                    <a:pt x="193" y="116"/>
                  </a:lnTo>
                  <a:cubicBezTo>
                    <a:pt x="193" y="116"/>
                    <a:pt x="193" y="116"/>
                    <a:pt x="195" y="116"/>
                  </a:cubicBezTo>
                  <a:cubicBezTo>
                    <a:pt x="197" y="117"/>
                    <a:pt x="198" y="117"/>
                    <a:pt x="199" y="118"/>
                  </a:cubicBezTo>
                  <a:lnTo>
                    <a:pt x="199" y="118"/>
                  </a:lnTo>
                  <a:cubicBezTo>
                    <a:pt x="198" y="118"/>
                    <a:pt x="198" y="118"/>
                    <a:pt x="197" y="117"/>
                  </a:cubicBezTo>
                  <a:lnTo>
                    <a:pt x="197" y="117"/>
                  </a:lnTo>
                  <a:cubicBezTo>
                    <a:pt x="198" y="118"/>
                    <a:pt x="199" y="118"/>
                    <a:pt x="199" y="118"/>
                  </a:cubicBezTo>
                  <a:lnTo>
                    <a:pt x="199" y="118"/>
                  </a:lnTo>
                  <a:cubicBezTo>
                    <a:pt x="199" y="118"/>
                    <a:pt x="199" y="118"/>
                    <a:pt x="199" y="118"/>
                  </a:cubicBezTo>
                  <a:lnTo>
                    <a:pt x="199" y="118"/>
                  </a:lnTo>
                  <a:cubicBezTo>
                    <a:pt x="200" y="118"/>
                    <a:pt x="201" y="119"/>
                    <a:pt x="202" y="119"/>
                  </a:cubicBezTo>
                  <a:cubicBezTo>
                    <a:pt x="203" y="119"/>
                    <a:pt x="203" y="120"/>
                    <a:pt x="203" y="120"/>
                  </a:cubicBezTo>
                  <a:cubicBezTo>
                    <a:pt x="203" y="120"/>
                    <a:pt x="201" y="119"/>
                    <a:pt x="199" y="118"/>
                  </a:cubicBezTo>
                  <a:lnTo>
                    <a:pt x="199" y="118"/>
                  </a:lnTo>
                  <a:cubicBezTo>
                    <a:pt x="200" y="118"/>
                    <a:pt x="200" y="119"/>
                    <a:pt x="200" y="119"/>
                  </a:cubicBezTo>
                  <a:cubicBezTo>
                    <a:pt x="203" y="121"/>
                    <a:pt x="205" y="122"/>
                    <a:pt x="207" y="123"/>
                  </a:cubicBezTo>
                  <a:lnTo>
                    <a:pt x="207" y="123"/>
                  </a:lnTo>
                  <a:cubicBezTo>
                    <a:pt x="206" y="123"/>
                    <a:pt x="206" y="122"/>
                    <a:pt x="206" y="122"/>
                  </a:cubicBezTo>
                  <a:lnTo>
                    <a:pt x="206" y="122"/>
                  </a:lnTo>
                  <a:cubicBezTo>
                    <a:pt x="206" y="122"/>
                    <a:pt x="207" y="123"/>
                    <a:pt x="207" y="123"/>
                  </a:cubicBezTo>
                  <a:lnTo>
                    <a:pt x="207" y="123"/>
                  </a:lnTo>
                  <a:cubicBezTo>
                    <a:pt x="207" y="123"/>
                    <a:pt x="207" y="123"/>
                    <a:pt x="207" y="123"/>
                  </a:cubicBezTo>
                  <a:lnTo>
                    <a:pt x="207" y="123"/>
                  </a:lnTo>
                  <a:cubicBezTo>
                    <a:pt x="207" y="123"/>
                    <a:pt x="207" y="123"/>
                    <a:pt x="207" y="123"/>
                  </a:cubicBezTo>
                  <a:lnTo>
                    <a:pt x="207" y="123"/>
                  </a:lnTo>
                  <a:cubicBezTo>
                    <a:pt x="203" y="121"/>
                    <a:pt x="202" y="120"/>
                    <a:pt x="201" y="120"/>
                  </a:cubicBezTo>
                  <a:lnTo>
                    <a:pt x="201" y="120"/>
                  </a:lnTo>
                  <a:cubicBezTo>
                    <a:pt x="201" y="120"/>
                    <a:pt x="205" y="123"/>
                    <a:pt x="208" y="125"/>
                  </a:cubicBezTo>
                  <a:lnTo>
                    <a:pt x="208" y="125"/>
                  </a:lnTo>
                  <a:cubicBezTo>
                    <a:pt x="207" y="125"/>
                    <a:pt x="207" y="124"/>
                    <a:pt x="207" y="123"/>
                  </a:cubicBezTo>
                  <a:lnTo>
                    <a:pt x="207" y="123"/>
                  </a:lnTo>
                  <a:cubicBezTo>
                    <a:pt x="207" y="123"/>
                    <a:pt x="207" y="123"/>
                    <a:pt x="207" y="123"/>
                  </a:cubicBezTo>
                  <a:lnTo>
                    <a:pt x="207" y="123"/>
                  </a:lnTo>
                  <a:cubicBezTo>
                    <a:pt x="207" y="123"/>
                    <a:pt x="207" y="123"/>
                    <a:pt x="207" y="123"/>
                  </a:cubicBezTo>
                  <a:lnTo>
                    <a:pt x="207" y="123"/>
                  </a:lnTo>
                  <a:cubicBezTo>
                    <a:pt x="208" y="123"/>
                    <a:pt x="208" y="124"/>
                    <a:pt x="209" y="124"/>
                  </a:cubicBezTo>
                  <a:lnTo>
                    <a:pt x="209" y="124"/>
                  </a:lnTo>
                  <a:cubicBezTo>
                    <a:pt x="209" y="124"/>
                    <a:pt x="209" y="124"/>
                    <a:pt x="209" y="124"/>
                  </a:cubicBezTo>
                  <a:lnTo>
                    <a:pt x="209" y="124"/>
                  </a:lnTo>
                  <a:cubicBezTo>
                    <a:pt x="208" y="124"/>
                    <a:pt x="208" y="124"/>
                    <a:pt x="207" y="123"/>
                  </a:cubicBezTo>
                  <a:lnTo>
                    <a:pt x="207" y="123"/>
                  </a:lnTo>
                  <a:cubicBezTo>
                    <a:pt x="208" y="124"/>
                    <a:pt x="208" y="125"/>
                    <a:pt x="209" y="126"/>
                  </a:cubicBezTo>
                  <a:cubicBezTo>
                    <a:pt x="209" y="126"/>
                    <a:pt x="209" y="126"/>
                    <a:pt x="209" y="126"/>
                  </a:cubicBezTo>
                  <a:lnTo>
                    <a:pt x="209" y="126"/>
                  </a:lnTo>
                  <a:cubicBezTo>
                    <a:pt x="209" y="126"/>
                    <a:pt x="209" y="127"/>
                    <a:pt x="210" y="127"/>
                  </a:cubicBezTo>
                  <a:lnTo>
                    <a:pt x="210" y="127"/>
                  </a:lnTo>
                  <a:cubicBezTo>
                    <a:pt x="210" y="127"/>
                    <a:pt x="210" y="127"/>
                    <a:pt x="210" y="127"/>
                  </a:cubicBezTo>
                  <a:lnTo>
                    <a:pt x="210" y="127"/>
                  </a:lnTo>
                  <a:cubicBezTo>
                    <a:pt x="210" y="127"/>
                    <a:pt x="210" y="128"/>
                    <a:pt x="211" y="128"/>
                  </a:cubicBezTo>
                  <a:lnTo>
                    <a:pt x="211" y="128"/>
                  </a:lnTo>
                  <a:cubicBezTo>
                    <a:pt x="211" y="128"/>
                    <a:pt x="211" y="128"/>
                    <a:pt x="211" y="128"/>
                  </a:cubicBezTo>
                  <a:lnTo>
                    <a:pt x="211" y="128"/>
                  </a:lnTo>
                  <a:cubicBezTo>
                    <a:pt x="210" y="128"/>
                    <a:pt x="210" y="128"/>
                    <a:pt x="210" y="127"/>
                  </a:cubicBezTo>
                  <a:lnTo>
                    <a:pt x="210" y="127"/>
                  </a:lnTo>
                  <a:cubicBezTo>
                    <a:pt x="210" y="128"/>
                    <a:pt x="210" y="128"/>
                    <a:pt x="210" y="129"/>
                  </a:cubicBezTo>
                  <a:lnTo>
                    <a:pt x="210" y="129"/>
                  </a:lnTo>
                  <a:cubicBezTo>
                    <a:pt x="210" y="129"/>
                    <a:pt x="209" y="128"/>
                    <a:pt x="209" y="127"/>
                  </a:cubicBezTo>
                  <a:lnTo>
                    <a:pt x="209" y="127"/>
                  </a:lnTo>
                  <a:lnTo>
                    <a:pt x="209" y="139"/>
                  </a:lnTo>
                  <a:cubicBezTo>
                    <a:pt x="209" y="136"/>
                    <a:pt x="210" y="133"/>
                    <a:pt x="211" y="130"/>
                  </a:cubicBezTo>
                  <a:lnTo>
                    <a:pt x="211" y="130"/>
                  </a:lnTo>
                  <a:cubicBezTo>
                    <a:pt x="211" y="130"/>
                    <a:pt x="211" y="131"/>
                    <a:pt x="211" y="131"/>
                  </a:cubicBezTo>
                  <a:lnTo>
                    <a:pt x="211" y="131"/>
                  </a:lnTo>
                  <a:cubicBezTo>
                    <a:pt x="211" y="131"/>
                    <a:pt x="211" y="131"/>
                    <a:pt x="211" y="130"/>
                  </a:cubicBezTo>
                  <a:lnTo>
                    <a:pt x="211" y="130"/>
                  </a:lnTo>
                  <a:cubicBezTo>
                    <a:pt x="211" y="130"/>
                    <a:pt x="211" y="131"/>
                    <a:pt x="211" y="131"/>
                  </a:cubicBezTo>
                  <a:lnTo>
                    <a:pt x="211" y="131"/>
                  </a:lnTo>
                  <a:cubicBezTo>
                    <a:pt x="211" y="130"/>
                    <a:pt x="211" y="130"/>
                    <a:pt x="211" y="130"/>
                  </a:cubicBezTo>
                  <a:lnTo>
                    <a:pt x="211" y="130"/>
                  </a:lnTo>
                  <a:cubicBezTo>
                    <a:pt x="211" y="129"/>
                    <a:pt x="211" y="129"/>
                    <a:pt x="211" y="129"/>
                  </a:cubicBezTo>
                  <a:lnTo>
                    <a:pt x="211" y="129"/>
                  </a:lnTo>
                  <a:cubicBezTo>
                    <a:pt x="212" y="130"/>
                    <a:pt x="212" y="131"/>
                    <a:pt x="212" y="131"/>
                  </a:cubicBezTo>
                  <a:cubicBezTo>
                    <a:pt x="212" y="131"/>
                    <a:pt x="212" y="131"/>
                    <a:pt x="211" y="131"/>
                  </a:cubicBezTo>
                  <a:lnTo>
                    <a:pt x="211" y="131"/>
                  </a:lnTo>
                  <a:cubicBezTo>
                    <a:pt x="212" y="133"/>
                    <a:pt x="212" y="135"/>
                    <a:pt x="212" y="137"/>
                  </a:cubicBezTo>
                  <a:cubicBezTo>
                    <a:pt x="212" y="135"/>
                    <a:pt x="211" y="133"/>
                    <a:pt x="211" y="131"/>
                  </a:cubicBezTo>
                  <a:lnTo>
                    <a:pt x="211" y="131"/>
                  </a:lnTo>
                  <a:cubicBezTo>
                    <a:pt x="208" y="145"/>
                    <a:pt x="209" y="158"/>
                    <a:pt x="216" y="171"/>
                  </a:cubicBezTo>
                  <a:cubicBezTo>
                    <a:pt x="223" y="184"/>
                    <a:pt x="237" y="194"/>
                    <a:pt x="250" y="198"/>
                  </a:cubicBezTo>
                  <a:cubicBezTo>
                    <a:pt x="254" y="199"/>
                    <a:pt x="258" y="200"/>
                    <a:pt x="262" y="200"/>
                  </a:cubicBezTo>
                  <a:cubicBezTo>
                    <a:pt x="288" y="200"/>
                    <a:pt x="316" y="184"/>
                    <a:pt x="321" y="157"/>
                  </a:cubicBezTo>
                  <a:cubicBezTo>
                    <a:pt x="326" y="128"/>
                    <a:pt x="325" y="98"/>
                    <a:pt x="311" y="72"/>
                  </a:cubicBezTo>
                  <a:cubicBezTo>
                    <a:pt x="300" y="51"/>
                    <a:pt x="283" y="34"/>
                    <a:pt x="263" y="23"/>
                  </a:cubicBezTo>
                  <a:cubicBezTo>
                    <a:pt x="237" y="7"/>
                    <a:pt x="208" y="0"/>
                    <a:pt x="178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075" lIns="91425" spcFirstLastPara="1" rIns="91425" wrap="square" tIns="100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83" name="Google Shape;883;p9"/>
            <p:cNvSpPr/>
            <p:nvPr/>
          </p:nvSpPr>
          <p:spPr>
            <a:xfrm>
              <a:off x="1774440" y="295920"/>
              <a:ext cx="57240" cy="19080"/>
            </a:xfrm>
            <a:custGeom>
              <a:rect b="b" l="l" r="r" t="t"/>
              <a:pathLst>
                <a:path extrusionOk="0" h="383" w="1143">
                  <a:moveTo>
                    <a:pt x="102" y="1"/>
                  </a:moveTo>
                  <a:cubicBezTo>
                    <a:pt x="89" y="1"/>
                    <a:pt x="75" y="3"/>
                    <a:pt x="60" y="9"/>
                  </a:cubicBezTo>
                  <a:cubicBezTo>
                    <a:pt x="0" y="34"/>
                    <a:pt x="17" y="125"/>
                    <a:pt x="70" y="125"/>
                  </a:cubicBezTo>
                  <a:cubicBezTo>
                    <a:pt x="76" y="125"/>
                    <a:pt x="83" y="124"/>
                    <a:pt x="90" y="121"/>
                  </a:cubicBezTo>
                  <a:cubicBezTo>
                    <a:pt x="93" y="120"/>
                    <a:pt x="96" y="119"/>
                    <a:pt x="99" y="119"/>
                  </a:cubicBezTo>
                  <a:cubicBezTo>
                    <a:pt x="128" y="119"/>
                    <a:pt x="158" y="165"/>
                    <a:pt x="172" y="182"/>
                  </a:cubicBezTo>
                  <a:cubicBezTo>
                    <a:pt x="202" y="218"/>
                    <a:pt x="230" y="252"/>
                    <a:pt x="267" y="282"/>
                  </a:cubicBezTo>
                  <a:cubicBezTo>
                    <a:pt x="340" y="343"/>
                    <a:pt x="424" y="383"/>
                    <a:pt x="517" y="383"/>
                  </a:cubicBezTo>
                  <a:cubicBezTo>
                    <a:pt x="530" y="383"/>
                    <a:pt x="543" y="382"/>
                    <a:pt x="556" y="381"/>
                  </a:cubicBezTo>
                  <a:cubicBezTo>
                    <a:pt x="656" y="371"/>
                    <a:pt x="734" y="331"/>
                    <a:pt x="818" y="277"/>
                  </a:cubicBezTo>
                  <a:cubicBezTo>
                    <a:pt x="861" y="249"/>
                    <a:pt x="932" y="189"/>
                    <a:pt x="992" y="189"/>
                  </a:cubicBezTo>
                  <a:cubicBezTo>
                    <a:pt x="1008" y="189"/>
                    <a:pt x="1023" y="193"/>
                    <a:pt x="1036" y="204"/>
                  </a:cubicBezTo>
                  <a:cubicBezTo>
                    <a:pt x="1046" y="211"/>
                    <a:pt x="1056" y="214"/>
                    <a:pt x="1066" y="214"/>
                  </a:cubicBezTo>
                  <a:cubicBezTo>
                    <a:pt x="1112" y="214"/>
                    <a:pt x="1143" y="139"/>
                    <a:pt x="1094" y="103"/>
                  </a:cubicBezTo>
                  <a:cubicBezTo>
                    <a:pt x="1066" y="81"/>
                    <a:pt x="1034" y="72"/>
                    <a:pt x="1002" y="72"/>
                  </a:cubicBezTo>
                  <a:cubicBezTo>
                    <a:pt x="943" y="72"/>
                    <a:pt x="882" y="101"/>
                    <a:pt x="832" y="130"/>
                  </a:cubicBezTo>
                  <a:cubicBezTo>
                    <a:pt x="744" y="181"/>
                    <a:pt x="673" y="243"/>
                    <a:pt x="569" y="263"/>
                  </a:cubicBezTo>
                  <a:cubicBezTo>
                    <a:pt x="554" y="266"/>
                    <a:pt x="539" y="267"/>
                    <a:pt x="525" y="267"/>
                  </a:cubicBezTo>
                  <a:cubicBezTo>
                    <a:pt x="433" y="267"/>
                    <a:pt x="355" y="218"/>
                    <a:pt x="294" y="147"/>
                  </a:cubicBezTo>
                  <a:cubicBezTo>
                    <a:pt x="245" y="92"/>
                    <a:pt x="182" y="1"/>
                    <a:pt x="102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84" name="Google Shape;884;p9"/>
            <p:cNvSpPr/>
            <p:nvPr/>
          </p:nvSpPr>
          <p:spPr>
            <a:xfrm>
              <a:off x="1780920" y="348840"/>
              <a:ext cx="48240" cy="34200"/>
            </a:xfrm>
            <a:custGeom>
              <a:rect b="b" l="l" r="r" t="t"/>
              <a:pathLst>
                <a:path extrusionOk="0" h="689" w="968">
                  <a:moveTo>
                    <a:pt x="769" y="0"/>
                  </a:moveTo>
                  <a:cubicBezTo>
                    <a:pt x="591" y="0"/>
                    <a:pt x="411" y="60"/>
                    <a:pt x="274" y="174"/>
                  </a:cubicBezTo>
                  <a:cubicBezTo>
                    <a:pt x="138" y="287"/>
                    <a:pt x="78" y="457"/>
                    <a:pt x="17" y="619"/>
                  </a:cubicBezTo>
                  <a:cubicBezTo>
                    <a:pt x="0" y="661"/>
                    <a:pt x="35" y="688"/>
                    <a:pt x="70" y="688"/>
                  </a:cubicBezTo>
                  <a:cubicBezTo>
                    <a:pt x="93" y="688"/>
                    <a:pt x="117" y="676"/>
                    <a:pt x="127" y="649"/>
                  </a:cubicBezTo>
                  <a:cubicBezTo>
                    <a:pt x="180" y="513"/>
                    <a:pt x="231" y="368"/>
                    <a:pt x="343" y="269"/>
                  </a:cubicBezTo>
                  <a:cubicBezTo>
                    <a:pt x="454" y="169"/>
                    <a:pt x="614" y="114"/>
                    <a:pt x="766" y="114"/>
                  </a:cubicBezTo>
                  <a:cubicBezTo>
                    <a:pt x="801" y="114"/>
                    <a:pt x="835" y="117"/>
                    <a:pt x="868" y="123"/>
                  </a:cubicBezTo>
                  <a:cubicBezTo>
                    <a:pt x="872" y="124"/>
                    <a:pt x="876" y="124"/>
                    <a:pt x="880" y="124"/>
                  </a:cubicBezTo>
                  <a:cubicBezTo>
                    <a:pt x="944" y="124"/>
                    <a:pt x="968" y="23"/>
                    <a:pt x="898" y="11"/>
                  </a:cubicBezTo>
                  <a:cubicBezTo>
                    <a:pt x="855" y="4"/>
                    <a:pt x="812" y="0"/>
                    <a:pt x="769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7275" lIns="91425" spcFirstLastPara="1" rIns="91425" wrap="square" tIns="17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85" name="Google Shape;885;p9"/>
            <p:cNvSpPr/>
            <p:nvPr/>
          </p:nvSpPr>
          <p:spPr>
            <a:xfrm>
              <a:off x="1813680" y="407880"/>
              <a:ext cx="30960" cy="50760"/>
            </a:xfrm>
            <a:custGeom>
              <a:rect b="b" l="l" r="r" t="t"/>
              <a:pathLst>
                <a:path extrusionOk="0" h="1018" w="619">
                  <a:moveTo>
                    <a:pt x="549" y="0"/>
                  </a:moveTo>
                  <a:cubicBezTo>
                    <a:pt x="527" y="0"/>
                    <a:pt x="508" y="15"/>
                    <a:pt x="499" y="34"/>
                  </a:cubicBezTo>
                  <a:lnTo>
                    <a:pt x="499" y="34"/>
                  </a:lnTo>
                  <a:cubicBezTo>
                    <a:pt x="501" y="28"/>
                    <a:pt x="502" y="26"/>
                    <a:pt x="502" y="26"/>
                  </a:cubicBezTo>
                  <a:lnTo>
                    <a:pt x="502" y="26"/>
                  </a:lnTo>
                  <a:cubicBezTo>
                    <a:pt x="501" y="26"/>
                    <a:pt x="496" y="30"/>
                    <a:pt x="488" y="35"/>
                  </a:cubicBezTo>
                  <a:cubicBezTo>
                    <a:pt x="474" y="45"/>
                    <a:pt x="457" y="55"/>
                    <a:pt x="444" y="64"/>
                  </a:cubicBezTo>
                  <a:cubicBezTo>
                    <a:pt x="412" y="84"/>
                    <a:pt x="378" y="105"/>
                    <a:pt x="348" y="126"/>
                  </a:cubicBezTo>
                  <a:cubicBezTo>
                    <a:pt x="274" y="181"/>
                    <a:pt x="219" y="268"/>
                    <a:pt x="178" y="350"/>
                  </a:cubicBezTo>
                  <a:cubicBezTo>
                    <a:pt x="83" y="534"/>
                    <a:pt x="43" y="741"/>
                    <a:pt x="8" y="945"/>
                  </a:cubicBezTo>
                  <a:cubicBezTo>
                    <a:pt x="0" y="989"/>
                    <a:pt x="37" y="1017"/>
                    <a:pt x="71" y="1017"/>
                  </a:cubicBezTo>
                  <a:cubicBezTo>
                    <a:pt x="94" y="1017"/>
                    <a:pt x="115" y="1004"/>
                    <a:pt x="120" y="975"/>
                  </a:cubicBezTo>
                  <a:cubicBezTo>
                    <a:pt x="155" y="772"/>
                    <a:pt x="188" y="564"/>
                    <a:pt x="291" y="383"/>
                  </a:cubicBezTo>
                  <a:cubicBezTo>
                    <a:pt x="334" y="307"/>
                    <a:pt x="383" y="239"/>
                    <a:pt x="455" y="191"/>
                  </a:cubicBezTo>
                  <a:cubicBezTo>
                    <a:pt x="505" y="160"/>
                    <a:pt x="583" y="130"/>
                    <a:pt x="606" y="74"/>
                  </a:cubicBezTo>
                  <a:cubicBezTo>
                    <a:pt x="618" y="45"/>
                    <a:pt x="594" y="10"/>
                    <a:pt x="566" y="3"/>
                  </a:cubicBezTo>
                  <a:cubicBezTo>
                    <a:pt x="560" y="1"/>
                    <a:pt x="555" y="0"/>
                    <a:pt x="549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5550" lIns="91425" spcFirstLastPara="1" rIns="91425" wrap="square" tIns="255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86" name="Google Shape;886;p9"/>
            <p:cNvSpPr/>
            <p:nvPr/>
          </p:nvSpPr>
          <p:spPr>
            <a:xfrm>
              <a:off x="1854360" y="428400"/>
              <a:ext cx="33480" cy="55800"/>
            </a:xfrm>
            <a:custGeom>
              <a:rect b="b" l="l" r="r" t="t"/>
              <a:pathLst>
                <a:path extrusionOk="0" h="1118" w="674">
                  <a:moveTo>
                    <a:pt x="587" y="0"/>
                  </a:moveTo>
                  <a:cubicBezTo>
                    <a:pt x="559" y="0"/>
                    <a:pt x="531" y="19"/>
                    <a:pt x="533" y="56"/>
                  </a:cubicBezTo>
                  <a:cubicBezTo>
                    <a:pt x="555" y="414"/>
                    <a:pt x="487" y="912"/>
                    <a:pt x="69" y="1004"/>
                  </a:cubicBezTo>
                  <a:cubicBezTo>
                    <a:pt x="1" y="1018"/>
                    <a:pt x="23" y="1117"/>
                    <a:pt x="86" y="1117"/>
                  </a:cubicBezTo>
                  <a:cubicBezTo>
                    <a:pt x="90" y="1117"/>
                    <a:pt x="95" y="1117"/>
                    <a:pt x="100" y="1116"/>
                  </a:cubicBezTo>
                  <a:cubicBezTo>
                    <a:pt x="569" y="1012"/>
                    <a:pt x="674" y="467"/>
                    <a:pt x="647" y="56"/>
                  </a:cubicBezTo>
                  <a:cubicBezTo>
                    <a:pt x="645" y="19"/>
                    <a:pt x="616" y="0"/>
                    <a:pt x="587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8075" lIns="91425" spcFirstLastPara="1" rIns="91425" wrap="square" tIns="280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87" name="Google Shape;887;p9"/>
            <p:cNvSpPr/>
            <p:nvPr/>
          </p:nvSpPr>
          <p:spPr>
            <a:xfrm>
              <a:off x="1913400" y="426240"/>
              <a:ext cx="14760" cy="45720"/>
            </a:xfrm>
            <a:custGeom>
              <a:rect b="b" l="l" r="r" t="t"/>
              <a:pathLst>
                <a:path extrusionOk="0" h="915" w="298">
                  <a:moveTo>
                    <a:pt x="156" y="131"/>
                  </a:moveTo>
                  <a:cubicBezTo>
                    <a:pt x="156" y="132"/>
                    <a:pt x="155" y="132"/>
                    <a:pt x="155" y="132"/>
                  </a:cubicBezTo>
                  <a:cubicBezTo>
                    <a:pt x="155" y="132"/>
                    <a:pt x="156" y="132"/>
                    <a:pt x="156" y="131"/>
                  </a:cubicBezTo>
                  <a:close/>
                  <a:moveTo>
                    <a:pt x="176" y="1"/>
                  </a:moveTo>
                  <a:cubicBezTo>
                    <a:pt x="170" y="1"/>
                    <a:pt x="164" y="2"/>
                    <a:pt x="157" y="4"/>
                  </a:cubicBezTo>
                  <a:cubicBezTo>
                    <a:pt x="109" y="19"/>
                    <a:pt x="62" y="46"/>
                    <a:pt x="45" y="99"/>
                  </a:cubicBezTo>
                  <a:cubicBezTo>
                    <a:pt x="34" y="144"/>
                    <a:pt x="48" y="188"/>
                    <a:pt x="67" y="226"/>
                  </a:cubicBezTo>
                  <a:cubicBezTo>
                    <a:pt x="87" y="266"/>
                    <a:pt x="115" y="300"/>
                    <a:pt x="140" y="335"/>
                  </a:cubicBezTo>
                  <a:cubicBezTo>
                    <a:pt x="150" y="349"/>
                    <a:pt x="162" y="364"/>
                    <a:pt x="169" y="379"/>
                  </a:cubicBezTo>
                  <a:cubicBezTo>
                    <a:pt x="170" y="383"/>
                    <a:pt x="172" y="388"/>
                    <a:pt x="174" y="392"/>
                  </a:cubicBezTo>
                  <a:lnTo>
                    <a:pt x="174" y="392"/>
                  </a:lnTo>
                  <a:cubicBezTo>
                    <a:pt x="173" y="393"/>
                    <a:pt x="177" y="402"/>
                    <a:pt x="177" y="403"/>
                  </a:cubicBezTo>
                  <a:cubicBezTo>
                    <a:pt x="191" y="471"/>
                    <a:pt x="173" y="565"/>
                    <a:pt x="155" y="640"/>
                  </a:cubicBezTo>
                  <a:cubicBezTo>
                    <a:pt x="143" y="680"/>
                    <a:pt x="129" y="721"/>
                    <a:pt x="109" y="758"/>
                  </a:cubicBezTo>
                  <a:cubicBezTo>
                    <a:pt x="101" y="775"/>
                    <a:pt x="94" y="785"/>
                    <a:pt x="85" y="793"/>
                  </a:cubicBezTo>
                  <a:cubicBezTo>
                    <a:pt x="74" y="804"/>
                    <a:pt x="81" y="800"/>
                    <a:pt x="69" y="803"/>
                  </a:cubicBezTo>
                  <a:cubicBezTo>
                    <a:pt x="0" y="816"/>
                    <a:pt x="24" y="915"/>
                    <a:pt x="87" y="915"/>
                  </a:cubicBezTo>
                  <a:cubicBezTo>
                    <a:pt x="91" y="915"/>
                    <a:pt x="95" y="914"/>
                    <a:pt x="99" y="913"/>
                  </a:cubicBezTo>
                  <a:cubicBezTo>
                    <a:pt x="179" y="899"/>
                    <a:pt x="220" y="803"/>
                    <a:pt x="244" y="736"/>
                  </a:cubicBezTo>
                  <a:cubicBezTo>
                    <a:pt x="276" y="650"/>
                    <a:pt x="296" y="555"/>
                    <a:pt x="298" y="460"/>
                  </a:cubicBezTo>
                  <a:cubicBezTo>
                    <a:pt x="298" y="425"/>
                    <a:pt x="296" y="388"/>
                    <a:pt x="283" y="354"/>
                  </a:cubicBezTo>
                  <a:cubicBezTo>
                    <a:pt x="276" y="334"/>
                    <a:pt x="276" y="331"/>
                    <a:pt x="262" y="308"/>
                  </a:cubicBezTo>
                  <a:cubicBezTo>
                    <a:pt x="254" y="293"/>
                    <a:pt x="241" y="276"/>
                    <a:pt x="230" y="262"/>
                  </a:cubicBezTo>
                  <a:cubicBezTo>
                    <a:pt x="207" y="230"/>
                    <a:pt x="179" y="196"/>
                    <a:pt x="163" y="161"/>
                  </a:cubicBezTo>
                  <a:cubicBezTo>
                    <a:pt x="159" y="153"/>
                    <a:pt x="156" y="144"/>
                    <a:pt x="156" y="135"/>
                  </a:cubicBezTo>
                  <a:lnTo>
                    <a:pt x="156" y="135"/>
                  </a:lnTo>
                  <a:cubicBezTo>
                    <a:pt x="156" y="135"/>
                    <a:pt x="156" y="132"/>
                    <a:pt x="157" y="130"/>
                  </a:cubicBezTo>
                  <a:lnTo>
                    <a:pt x="157" y="130"/>
                  </a:lnTo>
                  <a:cubicBezTo>
                    <a:pt x="157" y="129"/>
                    <a:pt x="158" y="128"/>
                    <a:pt x="159" y="127"/>
                  </a:cubicBezTo>
                  <a:cubicBezTo>
                    <a:pt x="169" y="120"/>
                    <a:pt x="179" y="117"/>
                    <a:pt x="187" y="114"/>
                  </a:cubicBezTo>
                  <a:cubicBezTo>
                    <a:pt x="251" y="92"/>
                    <a:pt x="233" y="1"/>
                    <a:pt x="176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3025" lIns="91425" spcFirstLastPara="1" rIns="91425" wrap="square" tIns="23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88" name="Google Shape;888;p9"/>
            <p:cNvSpPr/>
            <p:nvPr/>
          </p:nvSpPr>
          <p:spPr>
            <a:xfrm>
              <a:off x="1968480" y="433080"/>
              <a:ext cx="17640" cy="66600"/>
            </a:xfrm>
            <a:custGeom>
              <a:rect b="b" l="l" r="r" t="t"/>
              <a:pathLst>
                <a:path extrusionOk="0" h="1330" w="358">
                  <a:moveTo>
                    <a:pt x="142" y="0"/>
                  </a:moveTo>
                  <a:cubicBezTo>
                    <a:pt x="125" y="0"/>
                    <a:pt x="108" y="9"/>
                    <a:pt x="98" y="29"/>
                  </a:cubicBezTo>
                  <a:cubicBezTo>
                    <a:pt x="49" y="131"/>
                    <a:pt x="17" y="242"/>
                    <a:pt x="30" y="357"/>
                  </a:cubicBezTo>
                  <a:cubicBezTo>
                    <a:pt x="42" y="473"/>
                    <a:pt x="97" y="563"/>
                    <a:pt x="152" y="664"/>
                  </a:cubicBezTo>
                  <a:cubicBezTo>
                    <a:pt x="196" y="745"/>
                    <a:pt x="197" y="820"/>
                    <a:pt x="169" y="906"/>
                  </a:cubicBezTo>
                  <a:cubicBezTo>
                    <a:pt x="129" y="1028"/>
                    <a:pt x="56" y="1137"/>
                    <a:pt x="15" y="1259"/>
                  </a:cubicBezTo>
                  <a:cubicBezTo>
                    <a:pt x="0" y="1302"/>
                    <a:pt x="35" y="1330"/>
                    <a:pt x="70" y="1330"/>
                  </a:cubicBezTo>
                  <a:cubicBezTo>
                    <a:pt x="93" y="1330"/>
                    <a:pt x="117" y="1317"/>
                    <a:pt x="127" y="1289"/>
                  </a:cubicBezTo>
                  <a:cubicBezTo>
                    <a:pt x="190" y="1103"/>
                    <a:pt x="358" y="905"/>
                    <a:pt x="294" y="698"/>
                  </a:cubicBezTo>
                  <a:cubicBezTo>
                    <a:pt x="265" y="606"/>
                    <a:pt x="197" y="534"/>
                    <a:pt x="168" y="443"/>
                  </a:cubicBezTo>
                  <a:cubicBezTo>
                    <a:pt x="125" y="321"/>
                    <a:pt x="145" y="201"/>
                    <a:pt x="199" y="87"/>
                  </a:cubicBezTo>
                  <a:cubicBezTo>
                    <a:pt x="220" y="42"/>
                    <a:pt x="180" y="0"/>
                    <a:pt x="142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3475" lIns="91425" spcFirstLastPara="1" rIns="91425" wrap="square" tIns="33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89" name="Google Shape;889;p9"/>
            <p:cNvSpPr/>
            <p:nvPr/>
          </p:nvSpPr>
          <p:spPr>
            <a:xfrm>
              <a:off x="2030040" y="455760"/>
              <a:ext cx="37080" cy="37800"/>
            </a:xfrm>
            <a:custGeom>
              <a:rect b="b" l="l" r="r" t="t"/>
              <a:pathLst>
                <a:path extrusionOk="0" h="758" w="742">
                  <a:moveTo>
                    <a:pt x="64" y="1"/>
                  </a:moveTo>
                  <a:cubicBezTo>
                    <a:pt x="35" y="1"/>
                    <a:pt x="5" y="19"/>
                    <a:pt x="5" y="56"/>
                  </a:cubicBezTo>
                  <a:cubicBezTo>
                    <a:pt x="0" y="152"/>
                    <a:pt x="42" y="245"/>
                    <a:pt x="107" y="311"/>
                  </a:cubicBezTo>
                  <a:cubicBezTo>
                    <a:pt x="172" y="381"/>
                    <a:pt x="257" y="416"/>
                    <a:pt x="350" y="422"/>
                  </a:cubicBezTo>
                  <a:cubicBezTo>
                    <a:pt x="355" y="422"/>
                    <a:pt x="360" y="422"/>
                    <a:pt x="364" y="422"/>
                  </a:cubicBezTo>
                  <a:cubicBezTo>
                    <a:pt x="392" y="422"/>
                    <a:pt x="419" y="419"/>
                    <a:pt x="447" y="419"/>
                  </a:cubicBezTo>
                  <a:cubicBezTo>
                    <a:pt x="448" y="419"/>
                    <a:pt x="455" y="420"/>
                    <a:pt x="457" y="420"/>
                  </a:cubicBezTo>
                  <a:cubicBezTo>
                    <a:pt x="458" y="420"/>
                    <a:pt x="457" y="420"/>
                    <a:pt x="454" y="419"/>
                  </a:cubicBezTo>
                  <a:lnTo>
                    <a:pt x="454" y="419"/>
                  </a:lnTo>
                  <a:lnTo>
                    <a:pt x="473" y="424"/>
                  </a:lnTo>
                  <a:lnTo>
                    <a:pt x="473" y="424"/>
                  </a:lnTo>
                  <a:cubicBezTo>
                    <a:pt x="473" y="424"/>
                    <a:pt x="473" y="424"/>
                    <a:pt x="473" y="424"/>
                  </a:cubicBezTo>
                  <a:lnTo>
                    <a:pt x="473" y="424"/>
                  </a:lnTo>
                  <a:cubicBezTo>
                    <a:pt x="471" y="424"/>
                    <a:pt x="481" y="429"/>
                    <a:pt x="482" y="430"/>
                  </a:cubicBezTo>
                  <a:cubicBezTo>
                    <a:pt x="482" y="430"/>
                    <a:pt x="482" y="430"/>
                    <a:pt x="482" y="430"/>
                  </a:cubicBezTo>
                  <a:lnTo>
                    <a:pt x="482" y="430"/>
                  </a:lnTo>
                  <a:cubicBezTo>
                    <a:pt x="482" y="430"/>
                    <a:pt x="495" y="442"/>
                    <a:pt x="496" y="444"/>
                  </a:cubicBezTo>
                  <a:cubicBezTo>
                    <a:pt x="563" y="515"/>
                    <a:pt x="598" y="623"/>
                    <a:pt x="620" y="715"/>
                  </a:cubicBezTo>
                  <a:cubicBezTo>
                    <a:pt x="627" y="745"/>
                    <a:pt x="648" y="757"/>
                    <a:pt x="671" y="757"/>
                  </a:cubicBezTo>
                  <a:cubicBezTo>
                    <a:pt x="705" y="757"/>
                    <a:pt x="741" y="729"/>
                    <a:pt x="732" y="685"/>
                  </a:cubicBezTo>
                  <a:cubicBezTo>
                    <a:pt x="710" y="585"/>
                    <a:pt x="672" y="486"/>
                    <a:pt x="610" y="402"/>
                  </a:cubicBezTo>
                  <a:cubicBezTo>
                    <a:pt x="564" y="339"/>
                    <a:pt x="509" y="304"/>
                    <a:pt x="432" y="304"/>
                  </a:cubicBezTo>
                  <a:cubicBezTo>
                    <a:pt x="430" y="304"/>
                    <a:pt x="429" y="304"/>
                    <a:pt x="427" y="304"/>
                  </a:cubicBezTo>
                  <a:cubicBezTo>
                    <a:pt x="412" y="305"/>
                    <a:pt x="398" y="305"/>
                    <a:pt x="384" y="305"/>
                  </a:cubicBezTo>
                  <a:cubicBezTo>
                    <a:pt x="326" y="305"/>
                    <a:pt x="272" y="298"/>
                    <a:pt x="222" y="260"/>
                  </a:cubicBezTo>
                  <a:cubicBezTo>
                    <a:pt x="158" y="212"/>
                    <a:pt x="117" y="134"/>
                    <a:pt x="119" y="55"/>
                  </a:cubicBezTo>
                  <a:cubicBezTo>
                    <a:pt x="120" y="19"/>
                    <a:pt x="92" y="1"/>
                    <a:pt x="64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9075" lIns="91425" spcFirstLastPara="1" rIns="91425" wrap="square" tIns="190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90" name="Google Shape;890;p9"/>
            <p:cNvSpPr/>
            <p:nvPr/>
          </p:nvSpPr>
          <p:spPr>
            <a:xfrm>
              <a:off x="2059200" y="417600"/>
              <a:ext cx="41400" cy="19080"/>
            </a:xfrm>
            <a:custGeom>
              <a:rect b="b" l="l" r="r" t="t"/>
              <a:pathLst>
                <a:path extrusionOk="0" h="388" w="828">
                  <a:moveTo>
                    <a:pt x="138" y="0"/>
                  </a:moveTo>
                  <a:cubicBezTo>
                    <a:pt x="107" y="0"/>
                    <a:pt x="77" y="6"/>
                    <a:pt x="52" y="22"/>
                  </a:cubicBezTo>
                  <a:cubicBezTo>
                    <a:pt x="1" y="55"/>
                    <a:pt x="32" y="130"/>
                    <a:pt x="81" y="130"/>
                  </a:cubicBezTo>
                  <a:cubicBezTo>
                    <a:pt x="91" y="130"/>
                    <a:pt x="101" y="127"/>
                    <a:pt x="111" y="121"/>
                  </a:cubicBezTo>
                  <a:lnTo>
                    <a:pt x="111" y="121"/>
                  </a:lnTo>
                  <a:cubicBezTo>
                    <a:pt x="111" y="121"/>
                    <a:pt x="113" y="120"/>
                    <a:pt x="115" y="119"/>
                  </a:cubicBezTo>
                  <a:cubicBezTo>
                    <a:pt x="115" y="119"/>
                    <a:pt x="125" y="118"/>
                    <a:pt x="125" y="118"/>
                  </a:cubicBezTo>
                  <a:lnTo>
                    <a:pt x="125" y="118"/>
                  </a:lnTo>
                  <a:cubicBezTo>
                    <a:pt x="125" y="118"/>
                    <a:pt x="124" y="118"/>
                    <a:pt x="123" y="118"/>
                  </a:cubicBezTo>
                  <a:cubicBezTo>
                    <a:pt x="127" y="117"/>
                    <a:pt x="131" y="117"/>
                    <a:pt x="135" y="117"/>
                  </a:cubicBezTo>
                  <a:cubicBezTo>
                    <a:pt x="143" y="117"/>
                    <a:pt x="151" y="118"/>
                    <a:pt x="159" y="118"/>
                  </a:cubicBezTo>
                  <a:cubicBezTo>
                    <a:pt x="188" y="119"/>
                    <a:pt x="215" y="126"/>
                    <a:pt x="243" y="132"/>
                  </a:cubicBezTo>
                  <a:cubicBezTo>
                    <a:pt x="301" y="143"/>
                    <a:pt x="358" y="162"/>
                    <a:pt x="416" y="173"/>
                  </a:cubicBezTo>
                  <a:cubicBezTo>
                    <a:pt x="473" y="183"/>
                    <a:pt x="528" y="202"/>
                    <a:pt x="575" y="237"/>
                  </a:cubicBezTo>
                  <a:cubicBezTo>
                    <a:pt x="621" y="274"/>
                    <a:pt x="664" y="325"/>
                    <a:pt x="706" y="369"/>
                  </a:cubicBezTo>
                  <a:cubicBezTo>
                    <a:pt x="718" y="382"/>
                    <a:pt x="732" y="387"/>
                    <a:pt x="746" y="387"/>
                  </a:cubicBezTo>
                  <a:cubicBezTo>
                    <a:pt x="789" y="387"/>
                    <a:pt x="828" y="330"/>
                    <a:pt x="789" y="288"/>
                  </a:cubicBezTo>
                  <a:cubicBezTo>
                    <a:pt x="739" y="234"/>
                    <a:pt x="691" y="179"/>
                    <a:pt x="633" y="138"/>
                  </a:cubicBezTo>
                  <a:cubicBezTo>
                    <a:pt x="575" y="95"/>
                    <a:pt x="507" y="73"/>
                    <a:pt x="436" y="61"/>
                  </a:cubicBezTo>
                  <a:cubicBezTo>
                    <a:pt x="372" y="48"/>
                    <a:pt x="308" y="27"/>
                    <a:pt x="243" y="14"/>
                  </a:cubicBezTo>
                  <a:cubicBezTo>
                    <a:pt x="210" y="8"/>
                    <a:pt x="174" y="0"/>
                    <a:pt x="138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91" name="Google Shape;891;p9"/>
            <p:cNvSpPr/>
            <p:nvPr/>
          </p:nvSpPr>
          <p:spPr>
            <a:xfrm>
              <a:off x="2068560" y="329760"/>
              <a:ext cx="37800" cy="17280"/>
            </a:xfrm>
            <a:custGeom>
              <a:rect b="b" l="l" r="r" t="t"/>
              <a:pathLst>
                <a:path extrusionOk="0" h="353" w="754">
                  <a:moveTo>
                    <a:pt x="693" y="1"/>
                  </a:moveTo>
                  <a:cubicBezTo>
                    <a:pt x="667" y="1"/>
                    <a:pt x="641" y="16"/>
                    <a:pt x="636" y="43"/>
                  </a:cubicBezTo>
                  <a:cubicBezTo>
                    <a:pt x="633" y="67"/>
                    <a:pt x="629" y="90"/>
                    <a:pt x="621" y="111"/>
                  </a:cubicBezTo>
                  <a:lnTo>
                    <a:pt x="621" y="111"/>
                  </a:lnTo>
                  <a:cubicBezTo>
                    <a:pt x="520" y="96"/>
                    <a:pt x="416" y="65"/>
                    <a:pt x="312" y="65"/>
                  </a:cubicBezTo>
                  <a:cubicBezTo>
                    <a:pt x="310" y="65"/>
                    <a:pt x="308" y="65"/>
                    <a:pt x="306" y="65"/>
                  </a:cubicBezTo>
                  <a:cubicBezTo>
                    <a:pt x="171" y="68"/>
                    <a:pt x="66" y="141"/>
                    <a:pt x="12" y="264"/>
                  </a:cubicBezTo>
                  <a:cubicBezTo>
                    <a:pt x="1" y="293"/>
                    <a:pt x="4" y="327"/>
                    <a:pt x="33" y="344"/>
                  </a:cubicBezTo>
                  <a:cubicBezTo>
                    <a:pt x="42" y="349"/>
                    <a:pt x="53" y="352"/>
                    <a:pt x="64" y="352"/>
                  </a:cubicBezTo>
                  <a:cubicBezTo>
                    <a:pt x="84" y="352"/>
                    <a:pt x="104" y="343"/>
                    <a:pt x="111" y="324"/>
                  </a:cubicBezTo>
                  <a:cubicBezTo>
                    <a:pt x="133" y="274"/>
                    <a:pt x="161" y="228"/>
                    <a:pt x="208" y="204"/>
                  </a:cubicBezTo>
                  <a:cubicBezTo>
                    <a:pt x="240" y="185"/>
                    <a:pt x="278" y="179"/>
                    <a:pt x="318" y="179"/>
                  </a:cubicBezTo>
                  <a:cubicBezTo>
                    <a:pt x="323" y="179"/>
                    <a:pt x="329" y="179"/>
                    <a:pt x="334" y="179"/>
                  </a:cubicBezTo>
                  <a:cubicBezTo>
                    <a:pt x="442" y="185"/>
                    <a:pt x="548" y="219"/>
                    <a:pt x="656" y="230"/>
                  </a:cubicBezTo>
                  <a:cubicBezTo>
                    <a:pt x="657" y="231"/>
                    <a:pt x="659" y="231"/>
                    <a:pt x="661" y="231"/>
                  </a:cubicBezTo>
                  <a:cubicBezTo>
                    <a:pt x="679" y="231"/>
                    <a:pt x="697" y="218"/>
                    <a:pt x="705" y="202"/>
                  </a:cubicBezTo>
                  <a:cubicBezTo>
                    <a:pt x="731" y="164"/>
                    <a:pt x="739" y="117"/>
                    <a:pt x="748" y="73"/>
                  </a:cubicBezTo>
                  <a:cubicBezTo>
                    <a:pt x="753" y="43"/>
                    <a:pt x="739" y="11"/>
                    <a:pt x="707" y="2"/>
                  </a:cubicBezTo>
                  <a:cubicBezTo>
                    <a:pt x="702" y="1"/>
                    <a:pt x="697" y="1"/>
                    <a:pt x="693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625" lIns="91425" spcFirstLastPara="1" rIns="91425" wrap="square" tIns="86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92" name="Google Shape;892;p9"/>
            <p:cNvSpPr/>
            <p:nvPr/>
          </p:nvSpPr>
          <p:spPr>
            <a:xfrm>
              <a:off x="2052000" y="270000"/>
              <a:ext cx="35640" cy="27720"/>
            </a:xfrm>
            <a:custGeom>
              <a:rect b="b" l="l" r="r" t="t"/>
              <a:pathLst>
                <a:path extrusionOk="0" h="560" w="717">
                  <a:moveTo>
                    <a:pt x="660" y="0"/>
                  </a:moveTo>
                  <a:cubicBezTo>
                    <a:pt x="631" y="0"/>
                    <a:pt x="601" y="19"/>
                    <a:pt x="600" y="56"/>
                  </a:cubicBezTo>
                  <a:cubicBezTo>
                    <a:pt x="599" y="61"/>
                    <a:pt x="599" y="63"/>
                    <a:pt x="599" y="63"/>
                  </a:cubicBezTo>
                  <a:cubicBezTo>
                    <a:pt x="599" y="63"/>
                    <a:pt x="600" y="60"/>
                    <a:pt x="600" y="60"/>
                  </a:cubicBezTo>
                  <a:lnTo>
                    <a:pt x="600" y="60"/>
                  </a:lnTo>
                  <a:cubicBezTo>
                    <a:pt x="600" y="60"/>
                    <a:pt x="600" y="61"/>
                    <a:pt x="600" y="63"/>
                  </a:cubicBezTo>
                  <a:cubicBezTo>
                    <a:pt x="598" y="68"/>
                    <a:pt x="598" y="74"/>
                    <a:pt x="595" y="81"/>
                  </a:cubicBezTo>
                  <a:cubicBezTo>
                    <a:pt x="595" y="82"/>
                    <a:pt x="594" y="84"/>
                    <a:pt x="593" y="86"/>
                  </a:cubicBezTo>
                  <a:lnTo>
                    <a:pt x="593" y="86"/>
                  </a:lnTo>
                  <a:cubicBezTo>
                    <a:pt x="590" y="91"/>
                    <a:pt x="588" y="97"/>
                    <a:pt x="585" y="102"/>
                  </a:cubicBezTo>
                  <a:cubicBezTo>
                    <a:pt x="585" y="103"/>
                    <a:pt x="585" y="104"/>
                    <a:pt x="584" y="104"/>
                  </a:cubicBezTo>
                  <a:lnTo>
                    <a:pt x="584" y="104"/>
                  </a:lnTo>
                  <a:cubicBezTo>
                    <a:pt x="585" y="103"/>
                    <a:pt x="585" y="103"/>
                    <a:pt x="584" y="103"/>
                  </a:cubicBezTo>
                  <a:lnTo>
                    <a:pt x="584" y="103"/>
                  </a:lnTo>
                  <a:cubicBezTo>
                    <a:pt x="584" y="103"/>
                    <a:pt x="583" y="103"/>
                    <a:pt x="581" y="105"/>
                  </a:cubicBezTo>
                  <a:lnTo>
                    <a:pt x="571" y="117"/>
                  </a:lnTo>
                  <a:lnTo>
                    <a:pt x="568" y="119"/>
                  </a:lnTo>
                  <a:lnTo>
                    <a:pt x="568" y="119"/>
                  </a:lnTo>
                  <a:cubicBezTo>
                    <a:pt x="568" y="119"/>
                    <a:pt x="567" y="119"/>
                    <a:pt x="567" y="119"/>
                  </a:cubicBezTo>
                  <a:lnTo>
                    <a:pt x="551" y="131"/>
                  </a:lnTo>
                  <a:lnTo>
                    <a:pt x="520" y="146"/>
                  </a:lnTo>
                  <a:cubicBezTo>
                    <a:pt x="517" y="147"/>
                    <a:pt x="517" y="147"/>
                    <a:pt x="517" y="147"/>
                  </a:cubicBezTo>
                  <a:cubicBezTo>
                    <a:pt x="517" y="147"/>
                    <a:pt x="519" y="147"/>
                    <a:pt x="519" y="147"/>
                  </a:cubicBezTo>
                  <a:lnTo>
                    <a:pt x="519" y="147"/>
                  </a:lnTo>
                  <a:cubicBezTo>
                    <a:pt x="519" y="147"/>
                    <a:pt x="519" y="148"/>
                    <a:pt x="513" y="149"/>
                  </a:cubicBezTo>
                  <a:cubicBezTo>
                    <a:pt x="506" y="152"/>
                    <a:pt x="499" y="155"/>
                    <a:pt x="493" y="156"/>
                  </a:cubicBezTo>
                  <a:cubicBezTo>
                    <a:pt x="466" y="166"/>
                    <a:pt x="439" y="173"/>
                    <a:pt x="414" y="180"/>
                  </a:cubicBezTo>
                  <a:cubicBezTo>
                    <a:pt x="301" y="209"/>
                    <a:pt x="174" y="227"/>
                    <a:pt x="85" y="309"/>
                  </a:cubicBezTo>
                  <a:cubicBezTo>
                    <a:pt x="31" y="360"/>
                    <a:pt x="6" y="430"/>
                    <a:pt x="4" y="503"/>
                  </a:cubicBezTo>
                  <a:cubicBezTo>
                    <a:pt x="1" y="541"/>
                    <a:pt x="28" y="560"/>
                    <a:pt x="56" y="560"/>
                  </a:cubicBezTo>
                  <a:cubicBezTo>
                    <a:pt x="85" y="560"/>
                    <a:pt x="114" y="542"/>
                    <a:pt x="116" y="505"/>
                  </a:cubicBezTo>
                  <a:cubicBezTo>
                    <a:pt x="116" y="498"/>
                    <a:pt x="116" y="488"/>
                    <a:pt x="118" y="481"/>
                  </a:cubicBezTo>
                  <a:lnTo>
                    <a:pt x="118" y="481"/>
                  </a:lnTo>
                  <a:cubicBezTo>
                    <a:pt x="117" y="483"/>
                    <a:pt x="117" y="484"/>
                    <a:pt x="117" y="484"/>
                  </a:cubicBezTo>
                  <a:cubicBezTo>
                    <a:pt x="117" y="484"/>
                    <a:pt x="119" y="472"/>
                    <a:pt x="119" y="469"/>
                  </a:cubicBezTo>
                  <a:cubicBezTo>
                    <a:pt x="121" y="462"/>
                    <a:pt x="123" y="455"/>
                    <a:pt x="125" y="450"/>
                  </a:cubicBezTo>
                  <a:cubicBezTo>
                    <a:pt x="126" y="447"/>
                    <a:pt x="126" y="445"/>
                    <a:pt x="126" y="443"/>
                  </a:cubicBezTo>
                  <a:lnTo>
                    <a:pt x="126" y="443"/>
                  </a:lnTo>
                  <a:cubicBezTo>
                    <a:pt x="126" y="444"/>
                    <a:pt x="126" y="444"/>
                    <a:pt x="126" y="444"/>
                  </a:cubicBezTo>
                  <a:cubicBezTo>
                    <a:pt x="126" y="444"/>
                    <a:pt x="126" y="444"/>
                    <a:pt x="127" y="443"/>
                  </a:cubicBezTo>
                  <a:lnTo>
                    <a:pt x="127" y="443"/>
                  </a:lnTo>
                  <a:cubicBezTo>
                    <a:pt x="127" y="443"/>
                    <a:pt x="127" y="443"/>
                    <a:pt x="126" y="443"/>
                  </a:cubicBezTo>
                  <a:lnTo>
                    <a:pt x="126" y="443"/>
                  </a:lnTo>
                  <a:cubicBezTo>
                    <a:pt x="127" y="443"/>
                    <a:pt x="127" y="443"/>
                    <a:pt x="127" y="443"/>
                  </a:cubicBezTo>
                  <a:lnTo>
                    <a:pt x="127" y="443"/>
                  </a:lnTo>
                  <a:cubicBezTo>
                    <a:pt x="127" y="443"/>
                    <a:pt x="127" y="443"/>
                    <a:pt x="127" y="443"/>
                  </a:cubicBezTo>
                  <a:lnTo>
                    <a:pt x="127" y="443"/>
                  </a:lnTo>
                  <a:cubicBezTo>
                    <a:pt x="127" y="442"/>
                    <a:pt x="127" y="442"/>
                    <a:pt x="128" y="441"/>
                  </a:cubicBezTo>
                  <a:lnTo>
                    <a:pt x="128" y="441"/>
                  </a:lnTo>
                  <a:cubicBezTo>
                    <a:pt x="127" y="442"/>
                    <a:pt x="127" y="443"/>
                    <a:pt x="127" y="443"/>
                  </a:cubicBezTo>
                  <a:lnTo>
                    <a:pt x="127" y="443"/>
                  </a:lnTo>
                  <a:cubicBezTo>
                    <a:pt x="127" y="442"/>
                    <a:pt x="129" y="440"/>
                    <a:pt x="130" y="438"/>
                  </a:cubicBezTo>
                  <a:cubicBezTo>
                    <a:pt x="133" y="433"/>
                    <a:pt x="135" y="428"/>
                    <a:pt x="139" y="423"/>
                  </a:cubicBezTo>
                  <a:cubicBezTo>
                    <a:pt x="140" y="422"/>
                    <a:pt x="145" y="414"/>
                    <a:pt x="146" y="412"/>
                  </a:cubicBezTo>
                  <a:lnTo>
                    <a:pt x="146" y="412"/>
                  </a:lnTo>
                  <a:cubicBezTo>
                    <a:pt x="148" y="409"/>
                    <a:pt x="154" y="402"/>
                    <a:pt x="155" y="401"/>
                  </a:cubicBezTo>
                  <a:cubicBezTo>
                    <a:pt x="160" y="396"/>
                    <a:pt x="166" y="393"/>
                    <a:pt x="170" y="387"/>
                  </a:cubicBezTo>
                  <a:cubicBezTo>
                    <a:pt x="173" y="385"/>
                    <a:pt x="174" y="384"/>
                    <a:pt x="174" y="384"/>
                  </a:cubicBezTo>
                  <a:lnTo>
                    <a:pt x="174" y="384"/>
                  </a:lnTo>
                  <a:cubicBezTo>
                    <a:pt x="174" y="384"/>
                    <a:pt x="172" y="386"/>
                    <a:pt x="170" y="387"/>
                  </a:cubicBezTo>
                  <a:cubicBezTo>
                    <a:pt x="173" y="386"/>
                    <a:pt x="176" y="383"/>
                    <a:pt x="177" y="382"/>
                  </a:cubicBezTo>
                  <a:lnTo>
                    <a:pt x="193" y="372"/>
                  </a:lnTo>
                  <a:cubicBezTo>
                    <a:pt x="206" y="365"/>
                    <a:pt x="218" y="359"/>
                    <a:pt x="231" y="352"/>
                  </a:cubicBezTo>
                  <a:cubicBezTo>
                    <a:pt x="236" y="350"/>
                    <a:pt x="237" y="349"/>
                    <a:pt x="236" y="349"/>
                  </a:cubicBezTo>
                  <a:lnTo>
                    <a:pt x="236" y="349"/>
                  </a:lnTo>
                  <a:cubicBezTo>
                    <a:pt x="236" y="349"/>
                    <a:pt x="235" y="349"/>
                    <a:pt x="235" y="349"/>
                  </a:cubicBezTo>
                  <a:cubicBezTo>
                    <a:pt x="234" y="349"/>
                    <a:pt x="235" y="349"/>
                    <a:pt x="240" y="348"/>
                  </a:cubicBezTo>
                  <a:cubicBezTo>
                    <a:pt x="247" y="346"/>
                    <a:pt x="252" y="343"/>
                    <a:pt x="259" y="340"/>
                  </a:cubicBezTo>
                  <a:cubicBezTo>
                    <a:pt x="274" y="336"/>
                    <a:pt x="288" y="332"/>
                    <a:pt x="302" y="326"/>
                  </a:cubicBezTo>
                  <a:cubicBezTo>
                    <a:pt x="408" y="297"/>
                    <a:pt x="530" y="288"/>
                    <a:pt x="622" y="223"/>
                  </a:cubicBezTo>
                  <a:cubicBezTo>
                    <a:pt x="679" y="182"/>
                    <a:pt x="711" y="125"/>
                    <a:pt x="714" y="56"/>
                  </a:cubicBezTo>
                  <a:cubicBezTo>
                    <a:pt x="716" y="19"/>
                    <a:pt x="688" y="0"/>
                    <a:pt x="660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4025" lIns="91425" spcFirstLastPara="1" rIns="91425" wrap="square" tIns="14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93" name="Google Shape;893;p9"/>
            <p:cNvSpPr/>
            <p:nvPr/>
          </p:nvSpPr>
          <p:spPr>
            <a:xfrm>
              <a:off x="1828080" y="208080"/>
              <a:ext cx="235440" cy="243000"/>
            </a:xfrm>
            <a:custGeom>
              <a:rect b="b" l="l" r="r" t="t"/>
              <a:pathLst>
                <a:path extrusionOk="0" h="4829" w="4679">
                  <a:moveTo>
                    <a:pt x="2931" y="687"/>
                  </a:moveTo>
                  <a:cubicBezTo>
                    <a:pt x="3116" y="687"/>
                    <a:pt x="3297" y="796"/>
                    <a:pt x="3369" y="969"/>
                  </a:cubicBezTo>
                  <a:cubicBezTo>
                    <a:pt x="3435" y="1129"/>
                    <a:pt x="3371" y="1298"/>
                    <a:pt x="3314" y="1450"/>
                  </a:cubicBezTo>
                  <a:cubicBezTo>
                    <a:pt x="3264" y="1581"/>
                    <a:pt x="3198" y="1740"/>
                    <a:pt x="3301" y="1851"/>
                  </a:cubicBezTo>
                  <a:cubicBezTo>
                    <a:pt x="3313" y="1851"/>
                    <a:pt x="3323" y="1852"/>
                    <a:pt x="3334" y="1859"/>
                  </a:cubicBezTo>
                  <a:cubicBezTo>
                    <a:pt x="3443" y="1930"/>
                    <a:pt x="3518" y="2045"/>
                    <a:pt x="3647" y="2082"/>
                  </a:cubicBezTo>
                  <a:cubicBezTo>
                    <a:pt x="3773" y="2117"/>
                    <a:pt x="3908" y="2094"/>
                    <a:pt x="4031" y="2137"/>
                  </a:cubicBezTo>
                  <a:cubicBezTo>
                    <a:pt x="4204" y="2198"/>
                    <a:pt x="4300" y="2392"/>
                    <a:pt x="4320" y="2562"/>
                  </a:cubicBezTo>
                  <a:cubicBezTo>
                    <a:pt x="4343" y="2738"/>
                    <a:pt x="4258" y="2930"/>
                    <a:pt x="4067" y="2955"/>
                  </a:cubicBezTo>
                  <a:cubicBezTo>
                    <a:pt x="4056" y="2956"/>
                    <a:pt x="4045" y="2957"/>
                    <a:pt x="4035" y="2957"/>
                  </a:cubicBezTo>
                  <a:cubicBezTo>
                    <a:pt x="3867" y="2957"/>
                    <a:pt x="3762" y="2791"/>
                    <a:pt x="3610" y="2742"/>
                  </a:cubicBezTo>
                  <a:cubicBezTo>
                    <a:pt x="3588" y="2735"/>
                    <a:pt x="3566" y="2731"/>
                    <a:pt x="3543" y="2731"/>
                  </a:cubicBezTo>
                  <a:cubicBezTo>
                    <a:pt x="3381" y="2731"/>
                    <a:pt x="3216" y="2907"/>
                    <a:pt x="3187" y="3051"/>
                  </a:cubicBezTo>
                  <a:cubicBezTo>
                    <a:pt x="3185" y="3061"/>
                    <a:pt x="3181" y="3065"/>
                    <a:pt x="3178" y="3072"/>
                  </a:cubicBezTo>
                  <a:cubicBezTo>
                    <a:pt x="3123" y="3289"/>
                    <a:pt x="3320" y="3448"/>
                    <a:pt x="3436" y="3611"/>
                  </a:cubicBezTo>
                  <a:cubicBezTo>
                    <a:pt x="3520" y="3728"/>
                    <a:pt x="3602" y="3907"/>
                    <a:pt x="3525" y="4046"/>
                  </a:cubicBezTo>
                  <a:cubicBezTo>
                    <a:pt x="3476" y="4137"/>
                    <a:pt x="3375" y="4169"/>
                    <a:pt x="3271" y="4169"/>
                  </a:cubicBezTo>
                  <a:cubicBezTo>
                    <a:pt x="3201" y="4169"/>
                    <a:pt x="3129" y="4154"/>
                    <a:pt x="3072" y="4132"/>
                  </a:cubicBezTo>
                  <a:cubicBezTo>
                    <a:pt x="2886" y="4063"/>
                    <a:pt x="2761" y="3904"/>
                    <a:pt x="2685" y="3724"/>
                  </a:cubicBezTo>
                  <a:cubicBezTo>
                    <a:pt x="2621" y="3574"/>
                    <a:pt x="2598" y="3367"/>
                    <a:pt x="2420" y="3317"/>
                  </a:cubicBezTo>
                  <a:lnTo>
                    <a:pt x="2418" y="3317"/>
                  </a:lnTo>
                  <a:cubicBezTo>
                    <a:pt x="2411" y="3315"/>
                    <a:pt x="2404" y="3312"/>
                    <a:pt x="2397" y="3312"/>
                  </a:cubicBezTo>
                  <a:cubicBezTo>
                    <a:pt x="2379" y="3307"/>
                    <a:pt x="2369" y="3299"/>
                    <a:pt x="2363" y="3286"/>
                  </a:cubicBezTo>
                  <a:cubicBezTo>
                    <a:pt x="2324" y="3267"/>
                    <a:pt x="2285" y="3258"/>
                    <a:pt x="2245" y="3258"/>
                  </a:cubicBezTo>
                  <a:cubicBezTo>
                    <a:pt x="2201" y="3258"/>
                    <a:pt x="2157" y="3270"/>
                    <a:pt x="2114" y="3296"/>
                  </a:cubicBezTo>
                  <a:cubicBezTo>
                    <a:pt x="2023" y="3349"/>
                    <a:pt x="1952" y="3434"/>
                    <a:pt x="1888" y="3516"/>
                  </a:cubicBezTo>
                  <a:cubicBezTo>
                    <a:pt x="1835" y="3587"/>
                    <a:pt x="1789" y="3662"/>
                    <a:pt x="1721" y="3718"/>
                  </a:cubicBezTo>
                  <a:cubicBezTo>
                    <a:pt x="1655" y="3774"/>
                    <a:pt x="1575" y="3809"/>
                    <a:pt x="1490" y="3816"/>
                  </a:cubicBezTo>
                  <a:cubicBezTo>
                    <a:pt x="1482" y="3817"/>
                    <a:pt x="1473" y="3817"/>
                    <a:pt x="1464" y="3817"/>
                  </a:cubicBezTo>
                  <a:cubicBezTo>
                    <a:pt x="1288" y="3817"/>
                    <a:pt x="1159" y="3666"/>
                    <a:pt x="1144" y="3494"/>
                  </a:cubicBezTo>
                  <a:cubicBezTo>
                    <a:pt x="1126" y="3283"/>
                    <a:pt x="1289" y="3109"/>
                    <a:pt x="1424" y="2967"/>
                  </a:cubicBezTo>
                  <a:cubicBezTo>
                    <a:pt x="1490" y="2901"/>
                    <a:pt x="1561" y="2831"/>
                    <a:pt x="1601" y="2745"/>
                  </a:cubicBezTo>
                  <a:cubicBezTo>
                    <a:pt x="1639" y="2663"/>
                    <a:pt x="1646" y="2568"/>
                    <a:pt x="1656" y="2477"/>
                  </a:cubicBezTo>
                  <a:cubicBezTo>
                    <a:pt x="1656" y="2471"/>
                    <a:pt x="1656" y="2464"/>
                    <a:pt x="1657" y="2456"/>
                  </a:cubicBezTo>
                  <a:cubicBezTo>
                    <a:pt x="1697" y="2314"/>
                    <a:pt x="1718" y="2172"/>
                    <a:pt x="1592" y="2067"/>
                  </a:cubicBezTo>
                  <a:cubicBezTo>
                    <a:pt x="1499" y="1991"/>
                    <a:pt x="1374" y="1960"/>
                    <a:pt x="1268" y="1904"/>
                  </a:cubicBezTo>
                  <a:cubicBezTo>
                    <a:pt x="1103" y="1822"/>
                    <a:pt x="1011" y="1655"/>
                    <a:pt x="1044" y="1471"/>
                  </a:cubicBezTo>
                  <a:cubicBezTo>
                    <a:pt x="1084" y="1241"/>
                    <a:pt x="1300" y="1061"/>
                    <a:pt x="1522" y="1061"/>
                  </a:cubicBezTo>
                  <a:cubicBezTo>
                    <a:pt x="1600" y="1061"/>
                    <a:pt x="1678" y="1083"/>
                    <a:pt x="1750" y="1132"/>
                  </a:cubicBezTo>
                  <a:cubicBezTo>
                    <a:pt x="1832" y="1187"/>
                    <a:pt x="1894" y="1264"/>
                    <a:pt x="1962" y="1333"/>
                  </a:cubicBezTo>
                  <a:cubicBezTo>
                    <a:pt x="2007" y="1376"/>
                    <a:pt x="2075" y="1447"/>
                    <a:pt x="2145" y="1447"/>
                  </a:cubicBezTo>
                  <a:cubicBezTo>
                    <a:pt x="2159" y="1447"/>
                    <a:pt x="2173" y="1444"/>
                    <a:pt x="2187" y="1437"/>
                  </a:cubicBezTo>
                  <a:cubicBezTo>
                    <a:pt x="2258" y="1401"/>
                    <a:pt x="2301" y="1314"/>
                    <a:pt x="2335" y="1248"/>
                  </a:cubicBezTo>
                  <a:cubicBezTo>
                    <a:pt x="2372" y="1178"/>
                    <a:pt x="2399" y="1102"/>
                    <a:pt x="2443" y="1039"/>
                  </a:cubicBezTo>
                  <a:cubicBezTo>
                    <a:pt x="2550" y="880"/>
                    <a:pt x="2682" y="707"/>
                    <a:pt x="2888" y="689"/>
                  </a:cubicBezTo>
                  <a:cubicBezTo>
                    <a:pt x="2902" y="687"/>
                    <a:pt x="2916" y="687"/>
                    <a:pt x="2931" y="687"/>
                  </a:cubicBezTo>
                  <a:close/>
                  <a:moveTo>
                    <a:pt x="2387" y="0"/>
                  </a:moveTo>
                  <a:cubicBezTo>
                    <a:pt x="1948" y="0"/>
                    <a:pt x="1531" y="287"/>
                    <a:pt x="1210" y="582"/>
                  </a:cubicBezTo>
                  <a:cubicBezTo>
                    <a:pt x="799" y="958"/>
                    <a:pt x="375" y="1414"/>
                    <a:pt x="191" y="1951"/>
                  </a:cubicBezTo>
                  <a:cubicBezTo>
                    <a:pt x="201" y="1978"/>
                    <a:pt x="198" y="2009"/>
                    <a:pt x="178" y="2041"/>
                  </a:cubicBezTo>
                  <a:cubicBezTo>
                    <a:pt x="1" y="2335"/>
                    <a:pt x="60" y="2714"/>
                    <a:pt x="114" y="3037"/>
                  </a:cubicBezTo>
                  <a:cubicBezTo>
                    <a:pt x="161" y="3313"/>
                    <a:pt x="245" y="3589"/>
                    <a:pt x="403" y="3823"/>
                  </a:cubicBezTo>
                  <a:cubicBezTo>
                    <a:pt x="635" y="4162"/>
                    <a:pt x="962" y="4243"/>
                    <a:pt x="1313" y="4243"/>
                  </a:cubicBezTo>
                  <a:cubicBezTo>
                    <a:pt x="1635" y="4243"/>
                    <a:pt x="1978" y="4175"/>
                    <a:pt x="2287" y="4175"/>
                  </a:cubicBezTo>
                  <a:cubicBezTo>
                    <a:pt x="2566" y="4175"/>
                    <a:pt x="2827" y="4255"/>
                    <a:pt x="3069" y="4390"/>
                  </a:cubicBezTo>
                  <a:cubicBezTo>
                    <a:pt x="3287" y="4512"/>
                    <a:pt x="3486" y="4686"/>
                    <a:pt x="3718" y="4784"/>
                  </a:cubicBezTo>
                  <a:cubicBezTo>
                    <a:pt x="3789" y="4814"/>
                    <a:pt x="3858" y="4828"/>
                    <a:pt x="3922" y="4828"/>
                  </a:cubicBezTo>
                  <a:cubicBezTo>
                    <a:pt x="4092" y="4828"/>
                    <a:pt x="4236" y="4729"/>
                    <a:pt x="4341" y="4562"/>
                  </a:cubicBezTo>
                  <a:cubicBezTo>
                    <a:pt x="4513" y="4289"/>
                    <a:pt x="4584" y="3951"/>
                    <a:pt x="4623" y="3635"/>
                  </a:cubicBezTo>
                  <a:cubicBezTo>
                    <a:pt x="4665" y="3324"/>
                    <a:pt x="4679" y="3001"/>
                    <a:pt x="4639" y="2692"/>
                  </a:cubicBezTo>
                  <a:cubicBezTo>
                    <a:pt x="4575" y="2171"/>
                    <a:pt x="4289" y="1681"/>
                    <a:pt x="3986" y="1264"/>
                  </a:cubicBezTo>
                  <a:cubicBezTo>
                    <a:pt x="3906" y="1155"/>
                    <a:pt x="3823" y="1037"/>
                    <a:pt x="3734" y="922"/>
                  </a:cubicBezTo>
                  <a:cubicBezTo>
                    <a:pt x="3725" y="917"/>
                    <a:pt x="3718" y="908"/>
                    <a:pt x="3714" y="897"/>
                  </a:cubicBezTo>
                  <a:cubicBezTo>
                    <a:pt x="3454" y="567"/>
                    <a:pt x="3151" y="242"/>
                    <a:pt x="2780" y="82"/>
                  </a:cubicBezTo>
                  <a:cubicBezTo>
                    <a:pt x="2648" y="25"/>
                    <a:pt x="2517" y="0"/>
                    <a:pt x="2387" y="0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94" name="Google Shape;894;p9"/>
            <p:cNvSpPr/>
            <p:nvPr/>
          </p:nvSpPr>
          <p:spPr>
            <a:xfrm>
              <a:off x="2014920" y="204840"/>
              <a:ext cx="18720" cy="49680"/>
            </a:xfrm>
            <a:custGeom>
              <a:rect b="b" l="l" r="r" t="t"/>
              <a:pathLst>
                <a:path extrusionOk="0" h="996" w="379">
                  <a:moveTo>
                    <a:pt x="266" y="0"/>
                  </a:moveTo>
                  <a:cubicBezTo>
                    <a:pt x="231" y="0"/>
                    <a:pt x="196" y="28"/>
                    <a:pt x="212" y="71"/>
                  </a:cubicBezTo>
                  <a:cubicBezTo>
                    <a:pt x="263" y="218"/>
                    <a:pt x="237" y="354"/>
                    <a:pt x="172" y="493"/>
                  </a:cubicBezTo>
                  <a:cubicBezTo>
                    <a:pt x="141" y="561"/>
                    <a:pt x="107" y="629"/>
                    <a:pt x="76" y="696"/>
                  </a:cubicBezTo>
                  <a:cubicBezTo>
                    <a:pt x="44" y="769"/>
                    <a:pt x="16" y="843"/>
                    <a:pt x="2" y="922"/>
                  </a:cubicBezTo>
                  <a:cubicBezTo>
                    <a:pt x="0" y="935"/>
                    <a:pt x="0" y="947"/>
                    <a:pt x="5" y="957"/>
                  </a:cubicBezTo>
                  <a:cubicBezTo>
                    <a:pt x="10" y="965"/>
                    <a:pt x="17" y="972"/>
                    <a:pt x="25" y="982"/>
                  </a:cubicBezTo>
                  <a:cubicBezTo>
                    <a:pt x="35" y="991"/>
                    <a:pt x="49" y="995"/>
                    <a:pt x="63" y="995"/>
                  </a:cubicBezTo>
                  <a:cubicBezTo>
                    <a:pt x="85" y="995"/>
                    <a:pt x="106" y="983"/>
                    <a:pt x="111" y="954"/>
                  </a:cubicBezTo>
                  <a:cubicBezTo>
                    <a:pt x="122" y="900"/>
                    <a:pt x="138" y="849"/>
                    <a:pt x="159" y="798"/>
                  </a:cubicBezTo>
                  <a:cubicBezTo>
                    <a:pt x="197" y="700"/>
                    <a:pt x="248" y="608"/>
                    <a:pt x="291" y="510"/>
                  </a:cubicBezTo>
                  <a:cubicBezTo>
                    <a:pt x="356" y="360"/>
                    <a:pt x="379" y="203"/>
                    <a:pt x="321" y="40"/>
                  </a:cubicBezTo>
                  <a:cubicBezTo>
                    <a:pt x="312" y="12"/>
                    <a:pt x="289" y="0"/>
                    <a:pt x="266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4825" lIns="91425" spcFirstLastPara="1" rIns="91425" wrap="square" tIns="24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95" name="Google Shape;895;p9"/>
            <p:cNvSpPr/>
            <p:nvPr/>
          </p:nvSpPr>
          <p:spPr>
            <a:xfrm>
              <a:off x="1975320" y="171000"/>
              <a:ext cx="19080" cy="41040"/>
            </a:xfrm>
            <a:custGeom>
              <a:rect b="b" l="l" r="r" t="t"/>
              <a:pathLst>
                <a:path extrusionOk="0" h="825" w="386">
                  <a:moveTo>
                    <a:pt x="272" y="0"/>
                  </a:moveTo>
                  <a:cubicBezTo>
                    <a:pt x="231" y="0"/>
                    <a:pt x="190" y="41"/>
                    <a:pt x="220" y="85"/>
                  </a:cubicBezTo>
                  <a:cubicBezTo>
                    <a:pt x="239" y="113"/>
                    <a:pt x="256" y="142"/>
                    <a:pt x="260" y="177"/>
                  </a:cubicBezTo>
                  <a:cubicBezTo>
                    <a:pt x="264" y="200"/>
                    <a:pt x="261" y="224"/>
                    <a:pt x="256" y="248"/>
                  </a:cubicBezTo>
                  <a:cubicBezTo>
                    <a:pt x="239" y="299"/>
                    <a:pt x="202" y="350"/>
                    <a:pt x="168" y="398"/>
                  </a:cubicBezTo>
                  <a:cubicBezTo>
                    <a:pt x="88" y="507"/>
                    <a:pt x="1" y="622"/>
                    <a:pt x="16" y="767"/>
                  </a:cubicBezTo>
                  <a:cubicBezTo>
                    <a:pt x="19" y="796"/>
                    <a:pt x="40" y="825"/>
                    <a:pt x="74" y="825"/>
                  </a:cubicBezTo>
                  <a:cubicBezTo>
                    <a:pt x="104" y="825"/>
                    <a:pt x="137" y="798"/>
                    <a:pt x="132" y="767"/>
                  </a:cubicBezTo>
                  <a:cubicBezTo>
                    <a:pt x="118" y="631"/>
                    <a:pt x="222" y="526"/>
                    <a:pt x="294" y="419"/>
                  </a:cubicBezTo>
                  <a:cubicBezTo>
                    <a:pt x="329" y="368"/>
                    <a:pt x="363" y="309"/>
                    <a:pt x="373" y="245"/>
                  </a:cubicBezTo>
                  <a:cubicBezTo>
                    <a:pt x="386" y="166"/>
                    <a:pt x="365" y="91"/>
                    <a:pt x="319" y="25"/>
                  </a:cubicBezTo>
                  <a:cubicBezTo>
                    <a:pt x="307" y="8"/>
                    <a:pt x="290" y="0"/>
                    <a:pt x="272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96" name="Google Shape;896;p9"/>
            <p:cNvSpPr/>
            <p:nvPr/>
          </p:nvSpPr>
          <p:spPr>
            <a:xfrm>
              <a:off x="1895040" y="164520"/>
              <a:ext cx="34200" cy="46080"/>
            </a:xfrm>
            <a:custGeom>
              <a:rect b="b" l="l" r="r" t="t"/>
              <a:pathLst>
                <a:path extrusionOk="0" h="922" w="683">
                  <a:moveTo>
                    <a:pt x="87" y="0"/>
                  </a:moveTo>
                  <a:cubicBezTo>
                    <a:pt x="23" y="0"/>
                    <a:pt x="1" y="100"/>
                    <a:pt x="69" y="114"/>
                  </a:cubicBezTo>
                  <a:cubicBezTo>
                    <a:pt x="144" y="128"/>
                    <a:pt x="201" y="165"/>
                    <a:pt x="225" y="240"/>
                  </a:cubicBezTo>
                  <a:cubicBezTo>
                    <a:pt x="250" y="312"/>
                    <a:pt x="252" y="389"/>
                    <a:pt x="257" y="465"/>
                  </a:cubicBezTo>
                  <a:cubicBezTo>
                    <a:pt x="266" y="567"/>
                    <a:pt x="298" y="652"/>
                    <a:pt x="366" y="730"/>
                  </a:cubicBezTo>
                  <a:cubicBezTo>
                    <a:pt x="430" y="802"/>
                    <a:pt x="512" y="856"/>
                    <a:pt x="589" y="913"/>
                  </a:cubicBezTo>
                  <a:cubicBezTo>
                    <a:pt x="596" y="919"/>
                    <a:pt x="605" y="922"/>
                    <a:pt x="614" y="922"/>
                  </a:cubicBezTo>
                  <a:cubicBezTo>
                    <a:pt x="635" y="922"/>
                    <a:pt x="657" y="908"/>
                    <a:pt x="668" y="892"/>
                  </a:cubicBezTo>
                  <a:cubicBezTo>
                    <a:pt x="682" y="863"/>
                    <a:pt x="670" y="834"/>
                    <a:pt x="645" y="814"/>
                  </a:cubicBezTo>
                  <a:cubicBezTo>
                    <a:pt x="569" y="757"/>
                    <a:pt x="485" y="703"/>
                    <a:pt x="429" y="625"/>
                  </a:cubicBezTo>
                  <a:cubicBezTo>
                    <a:pt x="373" y="552"/>
                    <a:pt x="372" y="469"/>
                    <a:pt x="365" y="381"/>
                  </a:cubicBezTo>
                  <a:cubicBezTo>
                    <a:pt x="358" y="302"/>
                    <a:pt x="348" y="220"/>
                    <a:pt x="310" y="148"/>
                  </a:cubicBezTo>
                  <a:cubicBezTo>
                    <a:pt x="266" y="65"/>
                    <a:pt x="188" y="19"/>
                    <a:pt x="100" y="2"/>
                  </a:cubicBezTo>
                  <a:cubicBezTo>
                    <a:pt x="96" y="1"/>
                    <a:pt x="91" y="0"/>
                    <a:pt x="87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3025" lIns="91425" spcFirstLastPara="1" rIns="91425" wrap="square" tIns="23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97" name="Google Shape;897;p9"/>
            <p:cNvSpPr/>
            <p:nvPr/>
          </p:nvSpPr>
          <p:spPr>
            <a:xfrm>
              <a:off x="1839600" y="201240"/>
              <a:ext cx="40320" cy="36360"/>
            </a:xfrm>
            <a:custGeom>
              <a:rect b="b" l="l" r="r" t="t"/>
              <a:pathLst>
                <a:path extrusionOk="0" h="729" w="806">
                  <a:moveTo>
                    <a:pt x="98" y="118"/>
                  </a:moveTo>
                  <a:cubicBezTo>
                    <a:pt x="100" y="119"/>
                    <a:pt x="101" y="120"/>
                    <a:pt x="101" y="120"/>
                  </a:cubicBezTo>
                  <a:cubicBezTo>
                    <a:pt x="102" y="120"/>
                    <a:pt x="101" y="120"/>
                    <a:pt x="99" y="118"/>
                  </a:cubicBezTo>
                  <a:cubicBezTo>
                    <a:pt x="99" y="118"/>
                    <a:pt x="98" y="118"/>
                    <a:pt x="98" y="118"/>
                  </a:cubicBezTo>
                  <a:close/>
                  <a:moveTo>
                    <a:pt x="713" y="616"/>
                  </a:moveTo>
                  <a:cubicBezTo>
                    <a:pt x="714" y="616"/>
                    <a:pt x="712" y="617"/>
                    <a:pt x="710" y="617"/>
                  </a:cubicBezTo>
                  <a:lnTo>
                    <a:pt x="710" y="617"/>
                  </a:lnTo>
                  <a:cubicBezTo>
                    <a:pt x="712" y="616"/>
                    <a:pt x="713" y="616"/>
                    <a:pt x="713" y="616"/>
                  </a:cubicBezTo>
                  <a:close/>
                  <a:moveTo>
                    <a:pt x="704" y="615"/>
                  </a:moveTo>
                  <a:cubicBezTo>
                    <a:pt x="705" y="616"/>
                    <a:pt x="706" y="616"/>
                    <a:pt x="707" y="617"/>
                  </a:cubicBezTo>
                  <a:lnTo>
                    <a:pt x="707" y="617"/>
                  </a:lnTo>
                  <a:cubicBezTo>
                    <a:pt x="707" y="617"/>
                    <a:pt x="707" y="617"/>
                    <a:pt x="707" y="617"/>
                  </a:cubicBezTo>
                  <a:lnTo>
                    <a:pt x="707" y="617"/>
                  </a:lnTo>
                  <a:cubicBezTo>
                    <a:pt x="707" y="617"/>
                    <a:pt x="708" y="617"/>
                    <a:pt x="708" y="617"/>
                  </a:cubicBezTo>
                  <a:lnTo>
                    <a:pt x="708" y="617"/>
                  </a:lnTo>
                  <a:cubicBezTo>
                    <a:pt x="708" y="617"/>
                    <a:pt x="709" y="617"/>
                    <a:pt x="709" y="617"/>
                  </a:cubicBezTo>
                  <a:lnTo>
                    <a:pt x="709" y="617"/>
                  </a:lnTo>
                  <a:cubicBezTo>
                    <a:pt x="713" y="617"/>
                    <a:pt x="721" y="618"/>
                    <a:pt x="714" y="620"/>
                  </a:cubicBezTo>
                  <a:cubicBezTo>
                    <a:pt x="713" y="620"/>
                    <a:pt x="712" y="619"/>
                    <a:pt x="711" y="619"/>
                  </a:cubicBezTo>
                  <a:lnTo>
                    <a:pt x="711" y="619"/>
                  </a:lnTo>
                  <a:cubicBezTo>
                    <a:pt x="711" y="619"/>
                    <a:pt x="711" y="619"/>
                    <a:pt x="711" y="619"/>
                  </a:cubicBezTo>
                  <a:cubicBezTo>
                    <a:pt x="710" y="619"/>
                    <a:pt x="709" y="619"/>
                    <a:pt x="707" y="618"/>
                  </a:cubicBezTo>
                  <a:lnTo>
                    <a:pt x="707" y="618"/>
                  </a:lnTo>
                  <a:cubicBezTo>
                    <a:pt x="707" y="617"/>
                    <a:pt x="707" y="617"/>
                    <a:pt x="708" y="617"/>
                  </a:cubicBezTo>
                  <a:lnTo>
                    <a:pt x="708" y="617"/>
                  </a:lnTo>
                  <a:cubicBezTo>
                    <a:pt x="709" y="618"/>
                    <a:pt x="710" y="619"/>
                    <a:pt x="711" y="619"/>
                  </a:cubicBezTo>
                  <a:lnTo>
                    <a:pt x="711" y="619"/>
                  </a:lnTo>
                  <a:cubicBezTo>
                    <a:pt x="710" y="619"/>
                    <a:pt x="709" y="618"/>
                    <a:pt x="708" y="617"/>
                  </a:cubicBezTo>
                  <a:lnTo>
                    <a:pt x="708" y="617"/>
                  </a:lnTo>
                  <a:cubicBezTo>
                    <a:pt x="708" y="617"/>
                    <a:pt x="708" y="617"/>
                    <a:pt x="708" y="617"/>
                  </a:cubicBezTo>
                  <a:lnTo>
                    <a:pt x="708" y="617"/>
                  </a:lnTo>
                  <a:cubicBezTo>
                    <a:pt x="706" y="617"/>
                    <a:pt x="705" y="616"/>
                    <a:pt x="704" y="615"/>
                  </a:cubicBezTo>
                  <a:close/>
                  <a:moveTo>
                    <a:pt x="688" y="628"/>
                  </a:moveTo>
                  <a:cubicBezTo>
                    <a:pt x="687" y="628"/>
                    <a:pt x="687" y="629"/>
                    <a:pt x="687" y="630"/>
                  </a:cubicBezTo>
                  <a:cubicBezTo>
                    <a:pt x="687" y="629"/>
                    <a:pt x="687" y="629"/>
                    <a:pt x="688" y="628"/>
                  </a:cubicBezTo>
                  <a:close/>
                  <a:moveTo>
                    <a:pt x="95" y="1"/>
                  </a:moveTo>
                  <a:cubicBezTo>
                    <a:pt x="86" y="1"/>
                    <a:pt x="76" y="2"/>
                    <a:pt x="66" y="5"/>
                  </a:cubicBezTo>
                  <a:cubicBezTo>
                    <a:pt x="1" y="23"/>
                    <a:pt x="21" y="119"/>
                    <a:pt x="80" y="119"/>
                  </a:cubicBezTo>
                  <a:cubicBezTo>
                    <a:pt x="85" y="119"/>
                    <a:pt x="90" y="118"/>
                    <a:pt x="94" y="117"/>
                  </a:cubicBezTo>
                  <a:lnTo>
                    <a:pt x="94" y="117"/>
                  </a:lnTo>
                  <a:cubicBezTo>
                    <a:pt x="96" y="117"/>
                    <a:pt x="97" y="118"/>
                    <a:pt x="98" y="118"/>
                  </a:cubicBezTo>
                  <a:lnTo>
                    <a:pt x="98" y="118"/>
                  </a:lnTo>
                  <a:cubicBezTo>
                    <a:pt x="97" y="118"/>
                    <a:pt x="97" y="117"/>
                    <a:pt x="96" y="117"/>
                  </a:cubicBezTo>
                  <a:lnTo>
                    <a:pt x="96" y="117"/>
                  </a:lnTo>
                  <a:cubicBezTo>
                    <a:pt x="102" y="119"/>
                    <a:pt x="106" y="121"/>
                    <a:pt x="112" y="125"/>
                  </a:cubicBezTo>
                  <a:lnTo>
                    <a:pt x="124" y="133"/>
                  </a:lnTo>
                  <a:lnTo>
                    <a:pt x="124" y="133"/>
                  </a:lnTo>
                  <a:cubicBezTo>
                    <a:pt x="127" y="135"/>
                    <a:pt x="133" y="140"/>
                    <a:pt x="134" y="141"/>
                  </a:cubicBezTo>
                  <a:cubicBezTo>
                    <a:pt x="147" y="152"/>
                    <a:pt x="160" y="163"/>
                    <a:pt x="172" y="175"/>
                  </a:cubicBezTo>
                  <a:cubicBezTo>
                    <a:pt x="229" y="231"/>
                    <a:pt x="279" y="295"/>
                    <a:pt x="328" y="359"/>
                  </a:cubicBezTo>
                  <a:cubicBezTo>
                    <a:pt x="382" y="428"/>
                    <a:pt x="436" y="499"/>
                    <a:pt x="493" y="566"/>
                  </a:cubicBezTo>
                  <a:cubicBezTo>
                    <a:pt x="535" y="617"/>
                    <a:pt x="579" y="671"/>
                    <a:pt x="634" y="706"/>
                  </a:cubicBezTo>
                  <a:cubicBezTo>
                    <a:pt x="657" y="721"/>
                    <a:pt x="681" y="729"/>
                    <a:pt x="703" y="729"/>
                  </a:cubicBezTo>
                  <a:cubicBezTo>
                    <a:pt x="743" y="729"/>
                    <a:pt x="779" y="704"/>
                    <a:pt x="796" y="658"/>
                  </a:cubicBezTo>
                  <a:cubicBezTo>
                    <a:pt x="806" y="630"/>
                    <a:pt x="783" y="594"/>
                    <a:pt x="755" y="587"/>
                  </a:cubicBezTo>
                  <a:cubicBezTo>
                    <a:pt x="751" y="586"/>
                    <a:pt x="747" y="586"/>
                    <a:pt x="743" y="586"/>
                  </a:cubicBezTo>
                  <a:cubicBezTo>
                    <a:pt x="725" y="586"/>
                    <a:pt x="709" y="596"/>
                    <a:pt x="697" y="611"/>
                  </a:cubicBezTo>
                  <a:lnTo>
                    <a:pt x="697" y="611"/>
                  </a:lnTo>
                  <a:cubicBezTo>
                    <a:pt x="695" y="610"/>
                    <a:pt x="693" y="608"/>
                    <a:pt x="691" y="607"/>
                  </a:cubicBezTo>
                  <a:cubicBezTo>
                    <a:pt x="690" y="606"/>
                    <a:pt x="689" y="606"/>
                    <a:pt x="688" y="605"/>
                  </a:cubicBezTo>
                  <a:lnTo>
                    <a:pt x="688" y="605"/>
                  </a:lnTo>
                  <a:cubicBezTo>
                    <a:pt x="688" y="605"/>
                    <a:pt x="686" y="603"/>
                    <a:pt x="684" y="601"/>
                  </a:cubicBezTo>
                  <a:cubicBezTo>
                    <a:pt x="633" y="555"/>
                    <a:pt x="588" y="504"/>
                    <a:pt x="545" y="451"/>
                  </a:cubicBezTo>
                  <a:cubicBezTo>
                    <a:pt x="445" y="326"/>
                    <a:pt x="355" y="190"/>
                    <a:pt x="238" y="78"/>
                  </a:cubicBezTo>
                  <a:cubicBezTo>
                    <a:pt x="200" y="42"/>
                    <a:pt x="150" y="1"/>
                    <a:pt x="95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350" lIns="91425" spcFirstLastPara="1" rIns="91425" wrap="square" tIns="18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98" name="Google Shape;898;p9"/>
            <p:cNvSpPr/>
            <p:nvPr/>
          </p:nvSpPr>
          <p:spPr>
            <a:xfrm>
              <a:off x="1800360" y="240480"/>
              <a:ext cx="50400" cy="32760"/>
            </a:xfrm>
            <a:custGeom>
              <a:rect b="b" l="l" r="r" t="t"/>
              <a:pathLst>
                <a:path extrusionOk="0" h="654" w="1009">
                  <a:moveTo>
                    <a:pt x="187" y="0"/>
                  </a:moveTo>
                  <a:cubicBezTo>
                    <a:pt x="100" y="0"/>
                    <a:pt x="44" y="65"/>
                    <a:pt x="14" y="143"/>
                  </a:cubicBezTo>
                  <a:cubicBezTo>
                    <a:pt x="1" y="171"/>
                    <a:pt x="26" y="207"/>
                    <a:pt x="55" y="214"/>
                  </a:cubicBezTo>
                  <a:cubicBezTo>
                    <a:pt x="60" y="215"/>
                    <a:pt x="64" y="216"/>
                    <a:pt x="69" y="216"/>
                  </a:cubicBezTo>
                  <a:cubicBezTo>
                    <a:pt x="94" y="216"/>
                    <a:pt x="116" y="198"/>
                    <a:pt x="125" y="173"/>
                  </a:cubicBezTo>
                  <a:cubicBezTo>
                    <a:pt x="128" y="166"/>
                    <a:pt x="138" y="147"/>
                    <a:pt x="145" y="136"/>
                  </a:cubicBezTo>
                  <a:lnTo>
                    <a:pt x="145" y="136"/>
                  </a:lnTo>
                  <a:cubicBezTo>
                    <a:pt x="148" y="134"/>
                    <a:pt x="154" y="126"/>
                    <a:pt x="155" y="124"/>
                  </a:cubicBezTo>
                  <a:cubicBezTo>
                    <a:pt x="158" y="122"/>
                    <a:pt x="158" y="122"/>
                    <a:pt x="158" y="122"/>
                  </a:cubicBezTo>
                  <a:lnTo>
                    <a:pt x="158" y="122"/>
                  </a:lnTo>
                  <a:cubicBezTo>
                    <a:pt x="158" y="122"/>
                    <a:pt x="157" y="122"/>
                    <a:pt x="157" y="122"/>
                  </a:cubicBezTo>
                  <a:cubicBezTo>
                    <a:pt x="157" y="122"/>
                    <a:pt x="158" y="121"/>
                    <a:pt x="164" y="117"/>
                  </a:cubicBezTo>
                  <a:cubicBezTo>
                    <a:pt x="165" y="117"/>
                    <a:pt x="165" y="116"/>
                    <a:pt x="166" y="116"/>
                  </a:cubicBezTo>
                  <a:lnTo>
                    <a:pt x="166" y="116"/>
                  </a:lnTo>
                  <a:cubicBezTo>
                    <a:pt x="167" y="116"/>
                    <a:pt x="168" y="115"/>
                    <a:pt x="171" y="114"/>
                  </a:cubicBezTo>
                  <a:cubicBezTo>
                    <a:pt x="174" y="114"/>
                    <a:pt x="176" y="113"/>
                    <a:pt x="181" y="113"/>
                  </a:cubicBezTo>
                  <a:lnTo>
                    <a:pt x="199" y="113"/>
                  </a:lnTo>
                  <a:cubicBezTo>
                    <a:pt x="203" y="114"/>
                    <a:pt x="209" y="115"/>
                    <a:pt x="212" y="116"/>
                  </a:cubicBezTo>
                  <a:cubicBezTo>
                    <a:pt x="233" y="122"/>
                    <a:pt x="232" y="122"/>
                    <a:pt x="246" y="129"/>
                  </a:cubicBezTo>
                  <a:cubicBezTo>
                    <a:pt x="262" y="137"/>
                    <a:pt x="277" y="146"/>
                    <a:pt x="294" y="157"/>
                  </a:cubicBezTo>
                  <a:cubicBezTo>
                    <a:pt x="327" y="180"/>
                    <a:pt x="355" y="201"/>
                    <a:pt x="388" y="229"/>
                  </a:cubicBezTo>
                  <a:cubicBezTo>
                    <a:pt x="521" y="347"/>
                    <a:pt x="631" y="489"/>
                    <a:pt x="773" y="596"/>
                  </a:cubicBezTo>
                  <a:cubicBezTo>
                    <a:pt x="808" y="622"/>
                    <a:pt x="857" y="653"/>
                    <a:pt x="903" y="653"/>
                  </a:cubicBezTo>
                  <a:cubicBezTo>
                    <a:pt x="923" y="653"/>
                    <a:pt x="942" y="648"/>
                    <a:pt x="960" y="635"/>
                  </a:cubicBezTo>
                  <a:cubicBezTo>
                    <a:pt x="1008" y="602"/>
                    <a:pt x="977" y="527"/>
                    <a:pt x="931" y="527"/>
                  </a:cubicBezTo>
                  <a:cubicBezTo>
                    <a:pt x="922" y="527"/>
                    <a:pt x="911" y="530"/>
                    <a:pt x="901" y="538"/>
                  </a:cubicBezTo>
                  <a:cubicBezTo>
                    <a:pt x="901" y="538"/>
                    <a:pt x="901" y="538"/>
                    <a:pt x="901" y="538"/>
                  </a:cubicBezTo>
                  <a:lnTo>
                    <a:pt x="901" y="538"/>
                  </a:lnTo>
                  <a:cubicBezTo>
                    <a:pt x="899" y="538"/>
                    <a:pt x="898" y="539"/>
                    <a:pt x="897" y="539"/>
                  </a:cubicBezTo>
                  <a:lnTo>
                    <a:pt x="897" y="539"/>
                  </a:lnTo>
                  <a:cubicBezTo>
                    <a:pt x="893" y="538"/>
                    <a:pt x="888" y="536"/>
                    <a:pt x="887" y="536"/>
                  </a:cubicBezTo>
                  <a:lnTo>
                    <a:pt x="887" y="536"/>
                  </a:lnTo>
                  <a:cubicBezTo>
                    <a:pt x="860" y="522"/>
                    <a:pt x="841" y="506"/>
                    <a:pt x="821" y="491"/>
                  </a:cubicBezTo>
                  <a:cubicBezTo>
                    <a:pt x="752" y="435"/>
                    <a:pt x="692" y="370"/>
                    <a:pt x="629" y="306"/>
                  </a:cubicBezTo>
                  <a:cubicBezTo>
                    <a:pt x="561" y="238"/>
                    <a:pt x="494" y="170"/>
                    <a:pt x="419" y="110"/>
                  </a:cubicBezTo>
                  <a:cubicBezTo>
                    <a:pt x="358" y="61"/>
                    <a:pt x="287" y="10"/>
                    <a:pt x="203" y="1"/>
                  </a:cubicBezTo>
                  <a:cubicBezTo>
                    <a:pt x="198" y="1"/>
                    <a:pt x="193" y="0"/>
                    <a:pt x="187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6550" lIns="91425" spcFirstLastPara="1" rIns="91425" wrap="square" tIns="165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899" name="Google Shape;899;p9"/>
          <p:cNvGrpSpPr/>
          <p:nvPr/>
        </p:nvGrpSpPr>
        <p:grpSpPr>
          <a:xfrm>
            <a:off x="3791520" y="4522680"/>
            <a:ext cx="499320" cy="648360"/>
            <a:chOff x="3791520" y="4522680"/>
            <a:chExt cx="499320" cy="648360"/>
          </a:xfrm>
        </p:grpSpPr>
        <p:sp>
          <p:nvSpPr>
            <p:cNvPr id="900" name="Google Shape;900;p9"/>
            <p:cNvSpPr/>
            <p:nvPr/>
          </p:nvSpPr>
          <p:spPr>
            <a:xfrm>
              <a:off x="3826080" y="4570200"/>
              <a:ext cx="406800" cy="551520"/>
            </a:xfrm>
            <a:custGeom>
              <a:rect b="b" l="l" r="r" t="t"/>
              <a:pathLst>
                <a:path extrusionOk="0" h="10953" w="8085">
                  <a:moveTo>
                    <a:pt x="2625" y="237"/>
                  </a:moveTo>
                  <a:cubicBezTo>
                    <a:pt x="2859" y="237"/>
                    <a:pt x="3095" y="292"/>
                    <a:pt x="3323" y="418"/>
                  </a:cubicBezTo>
                  <a:cubicBezTo>
                    <a:pt x="4330" y="976"/>
                    <a:pt x="4477" y="2208"/>
                    <a:pt x="4741" y="3212"/>
                  </a:cubicBezTo>
                  <a:cubicBezTo>
                    <a:pt x="4881" y="3748"/>
                    <a:pt x="5075" y="4254"/>
                    <a:pt x="5422" y="4691"/>
                  </a:cubicBezTo>
                  <a:cubicBezTo>
                    <a:pt x="5774" y="5134"/>
                    <a:pt x="6223" y="5477"/>
                    <a:pt x="6657" y="5831"/>
                  </a:cubicBezTo>
                  <a:cubicBezTo>
                    <a:pt x="7038" y="6142"/>
                    <a:pt x="7388" y="6452"/>
                    <a:pt x="7605" y="6900"/>
                  </a:cubicBezTo>
                  <a:cubicBezTo>
                    <a:pt x="7785" y="7273"/>
                    <a:pt x="7864" y="7688"/>
                    <a:pt x="7851" y="8099"/>
                  </a:cubicBezTo>
                  <a:cubicBezTo>
                    <a:pt x="7829" y="8928"/>
                    <a:pt x="7423" y="9755"/>
                    <a:pt x="6746" y="10244"/>
                  </a:cubicBezTo>
                  <a:cubicBezTo>
                    <a:pt x="6318" y="10552"/>
                    <a:pt x="5775" y="10727"/>
                    <a:pt x="5238" y="10727"/>
                  </a:cubicBezTo>
                  <a:cubicBezTo>
                    <a:pt x="4846" y="10727"/>
                    <a:pt x="4458" y="10634"/>
                    <a:pt x="4118" y="10434"/>
                  </a:cubicBezTo>
                  <a:cubicBezTo>
                    <a:pt x="3754" y="10217"/>
                    <a:pt x="3423" y="9826"/>
                    <a:pt x="3427" y="9383"/>
                  </a:cubicBezTo>
                  <a:cubicBezTo>
                    <a:pt x="3428" y="8916"/>
                    <a:pt x="3604" y="8457"/>
                    <a:pt x="3640" y="7990"/>
                  </a:cubicBezTo>
                  <a:cubicBezTo>
                    <a:pt x="3662" y="7698"/>
                    <a:pt x="3644" y="7404"/>
                    <a:pt x="3591" y="7115"/>
                  </a:cubicBezTo>
                  <a:cubicBezTo>
                    <a:pt x="3587" y="7095"/>
                    <a:pt x="3579" y="7077"/>
                    <a:pt x="3569" y="7064"/>
                  </a:cubicBezTo>
                  <a:lnTo>
                    <a:pt x="3566" y="7063"/>
                  </a:lnTo>
                  <a:cubicBezTo>
                    <a:pt x="3168" y="6247"/>
                    <a:pt x="2367" y="5769"/>
                    <a:pt x="1656" y="5256"/>
                  </a:cubicBezTo>
                  <a:cubicBezTo>
                    <a:pt x="950" y="4744"/>
                    <a:pt x="284" y="4092"/>
                    <a:pt x="244" y="3166"/>
                  </a:cubicBezTo>
                  <a:cubicBezTo>
                    <a:pt x="207" y="2323"/>
                    <a:pt x="622" y="1468"/>
                    <a:pt x="1215" y="886"/>
                  </a:cubicBezTo>
                  <a:cubicBezTo>
                    <a:pt x="1600" y="509"/>
                    <a:pt x="2107" y="237"/>
                    <a:pt x="2625" y="237"/>
                  </a:cubicBezTo>
                  <a:close/>
                  <a:moveTo>
                    <a:pt x="2614" y="1"/>
                  </a:moveTo>
                  <a:cubicBezTo>
                    <a:pt x="2321" y="1"/>
                    <a:pt x="2031" y="78"/>
                    <a:pt x="1768" y="208"/>
                  </a:cubicBezTo>
                  <a:cubicBezTo>
                    <a:pt x="1732" y="224"/>
                    <a:pt x="1699" y="244"/>
                    <a:pt x="1664" y="262"/>
                  </a:cubicBezTo>
                  <a:cubicBezTo>
                    <a:pt x="1658" y="265"/>
                    <a:pt x="1654" y="268"/>
                    <a:pt x="1650" y="269"/>
                  </a:cubicBezTo>
                  <a:cubicBezTo>
                    <a:pt x="1456" y="380"/>
                    <a:pt x="1276" y="513"/>
                    <a:pt x="1109" y="666"/>
                  </a:cubicBezTo>
                  <a:cubicBezTo>
                    <a:pt x="1077" y="697"/>
                    <a:pt x="1045" y="727"/>
                    <a:pt x="1015" y="758"/>
                  </a:cubicBezTo>
                  <a:cubicBezTo>
                    <a:pt x="829" y="945"/>
                    <a:pt x="665" y="1155"/>
                    <a:pt x="526" y="1384"/>
                  </a:cubicBezTo>
                  <a:cubicBezTo>
                    <a:pt x="499" y="1424"/>
                    <a:pt x="475" y="1465"/>
                    <a:pt x="454" y="1508"/>
                  </a:cubicBezTo>
                  <a:cubicBezTo>
                    <a:pt x="348" y="1693"/>
                    <a:pt x="258" y="1890"/>
                    <a:pt x="192" y="2090"/>
                  </a:cubicBezTo>
                  <a:cubicBezTo>
                    <a:pt x="177" y="2128"/>
                    <a:pt x="165" y="2165"/>
                    <a:pt x="155" y="2201"/>
                  </a:cubicBezTo>
                  <a:cubicBezTo>
                    <a:pt x="138" y="2252"/>
                    <a:pt x="124" y="2303"/>
                    <a:pt x="109" y="2355"/>
                  </a:cubicBezTo>
                  <a:cubicBezTo>
                    <a:pt x="36" y="2639"/>
                    <a:pt x="0" y="2938"/>
                    <a:pt x="22" y="3231"/>
                  </a:cubicBezTo>
                  <a:cubicBezTo>
                    <a:pt x="23" y="3273"/>
                    <a:pt x="29" y="3316"/>
                    <a:pt x="34" y="3358"/>
                  </a:cubicBezTo>
                  <a:cubicBezTo>
                    <a:pt x="44" y="3446"/>
                    <a:pt x="61" y="3533"/>
                    <a:pt x="83" y="3616"/>
                  </a:cubicBezTo>
                  <a:cubicBezTo>
                    <a:pt x="155" y="3900"/>
                    <a:pt x="275" y="4162"/>
                    <a:pt x="437" y="4399"/>
                  </a:cubicBezTo>
                  <a:cubicBezTo>
                    <a:pt x="460" y="4434"/>
                    <a:pt x="484" y="4469"/>
                    <a:pt x="509" y="4503"/>
                  </a:cubicBezTo>
                  <a:cubicBezTo>
                    <a:pt x="590" y="4613"/>
                    <a:pt x="679" y="4717"/>
                    <a:pt x="777" y="4817"/>
                  </a:cubicBezTo>
                  <a:cubicBezTo>
                    <a:pt x="968" y="5014"/>
                    <a:pt x="1178" y="5185"/>
                    <a:pt x="1398" y="5347"/>
                  </a:cubicBezTo>
                  <a:cubicBezTo>
                    <a:pt x="1437" y="5378"/>
                    <a:pt x="1476" y="5405"/>
                    <a:pt x="1515" y="5433"/>
                  </a:cubicBezTo>
                  <a:cubicBezTo>
                    <a:pt x="1770" y="5617"/>
                    <a:pt x="2034" y="5794"/>
                    <a:pt x="2288" y="5984"/>
                  </a:cubicBezTo>
                  <a:cubicBezTo>
                    <a:pt x="2324" y="6013"/>
                    <a:pt x="2364" y="6042"/>
                    <a:pt x="2401" y="6071"/>
                  </a:cubicBezTo>
                  <a:cubicBezTo>
                    <a:pt x="2616" y="6237"/>
                    <a:pt x="2822" y="6418"/>
                    <a:pt x="3003" y="6626"/>
                  </a:cubicBezTo>
                  <a:cubicBezTo>
                    <a:pt x="3041" y="6672"/>
                    <a:pt x="3080" y="6717"/>
                    <a:pt x="3115" y="6764"/>
                  </a:cubicBezTo>
                  <a:cubicBezTo>
                    <a:pt x="3141" y="6799"/>
                    <a:pt x="3166" y="6835"/>
                    <a:pt x="3189" y="6870"/>
                  </a:cubicBezTo>
                  <a:cubicBezTo>
                    <a:pt x="3257" y="6969"/>
                    <a:pt x="3318" y="7073"/>
                    <a:pt x="3372" y="7182"/>
                  </a:cubicBezTo>
                  <a:cubicBezTo>
                    <a:pt x="3380" y="7229"/>
                    <a:pt x="3386" y="7275"/>
                    <a:pt x="3393" y="7321"/>
                  </a:cubicBezTo>
                  <a:cubicBezTo>
                    <a:pt x="3399" y="7362"/>
                    <a:pt x="3401" y="7404"/>
                    <a:pt x="3406" y="7447"/>
                  </a:cubicBezTo>
                  <a:cubicBezTo>
                    <a:pt x="3423" y="7666"/>
                    <a:pt x="3414" y="7880"/>
                    <a:pt x="3387" y="8096"/>
                  </a:cubicBezTo>
                  <a:cubicBezTo>
                    <a:pt x="3384" y="8131"/>
                    <a:pt x="3379" y="8167"/>
                    <a:pt x="3373" y="8204"/>
                  </a:cubicBezTo>
                  <a:cubicBezTo>
                    <a:pt x="3359" y="8320"/>
                    <a:pt x="3339" y="8436"/>
                    <a:pt x="3318" y="8551"/>
                  </a:cubicBezTo>
                  <a:lnTo>
                    <a:pt x="3297" y="8664"/>
                  </a:lnTo>
                  <a:cubicBezTo>
                    <a:pt x="3281" y="8751"/>
                    <a:pt x="3264" y="8840"/>
                    <a:pt x="3247" y="8928"/>
                  </a:cubicBezTo>
                  <a:cubicBezTo>
                    <a:pt x="3226" y="9041"/>
                    <a:pt x="3207" y="9156"/>
                    <a:pt x="3200" y="9272"/>
                  </a:cubicBezTo>
                  <a:cubicBezTo>
                    <a:pt x="3196" y="9316"/>
                    <a:pt x="3195" y="9360"/>
                    <a:pt x="3195" y="9404"/>
                  </a:cubicBezTo>
                  <a:cubicBezTo>
                    <a:pt x="3196" y="9452"/>
                    <a:pt x="3200" y="9503"/>
                    <a:pt x="3204" y="9551"/>
                  </a:cubicBezTo>
                  <a:cubicBezTo>
                    <a:pt x="3223" y="9692"/>
                    <a:pt x="3274" y="9828"/>
                    <a:pt x="3342" y="9954"/>
                  </a:cubicBezTo>
                  <a:cubicBezTo>
                    <a:pt x="3360" y="9989"/>
                    <a:pt x="3382" y="10025"/>
                    <a:pt x="3403" y="10059"/>
                  </a:cubicBezTo>
                  <a:cubicBezTo>
                    <a:pt x="3428" y="10098"/>
                    <a:pt x="3455" y="10138"/>
                    <a:pt x="3484" y="10175"/>
                  </a:cubicBezTo>
                  <a:cubicBezTo>
                    <a:pt x="3577" y="10299"/>
                    <a:pt x="3686" y="10409"/>
                    <a:pt x="3805" y="10499"/>
                  </a:cubicBezTo>
                  <a:cubicBezTo>
                    <a:pt x="3838" y="10528"/>
                    <a:pt x="3871" y="10550"/>
                    <a:pt x="3906" y="10573"/>
                  </a:cubicBezTo>
                  <a:cubicBezTo>
                    <a:pt x="4130" y="10726"/>
                    <a:pt x="4385" y="10828"/>
                    <a:pt x="4654" y="10889"/>
                  </a:cubicBezTo>
                  <a:cubicBezTo>
                    <a:pt x="4691" y="10897"/>
                    <a:pt x="4728" y="10906"/>
                    <a:pt x="4768" y="10912"/>
                  </a:cubicBezTo>
                  <a:cubicBezTo>
                    <a:pt x="4921" y="10939"/>
                    <a:pt x="5078" y="10953"/>
                    <a:pt x="5233" y="10953"/>
                  </a:cubicBezTo>
                  <a:cubicBezTo>
                    <a:pt x="5284" y="10953"/>
                    <a:pt x="5335" y="10951"/>
                    <a:pt x="5385" y="10948"/>
                  </a:cubicBezTo>
                  <a:cubicBezTo>
                    <a:pt x="5426" y="10947"/>
                    <a:pt x="5469" y="10944"/>
                    <a:pt x="5510" y="10940"/>
                  </a:cubicBezTo>
                  <a:cubicBezTo>
                    <a:pt x="5745" y="10919"/>
                    <a:pt x="5975" y="10869"/>
                    <a:pt x="6187" y="10793"/>
                  </a:cubicBezTo>
                  <a:cubicBezTo>
                    <a:pt x="6236" y="10776"/>
                    <a:pt x="6284" y="10757"/>
                    <a:pt x="6329" y="10736"/>
                  </a:cubicBezTo>
                  <a:cubicBezTo>
                    <a:pt x="6365" y="10722"/>
                    <a:pt x="6400" y="10706"/>
                    <a:pt x="6435" y="10689"/>
                  </a:cubicBezTo>
                  <a:cubicBezTo>
                    <a:pt x="6780" y="10526"/>
                    <a:pt x="7077" y="10294"/>
                    <a:pt x="7321" y="10013"/>
                  </a:cubicBezTo>
                  <a:cubicBezTo>
                    <a:pt x="7354" y="9976"/>
                    <a:pt x="7384" y="9940"/>
                    <a:pt x="7413" y="9903"/>
                  </a:cubicBezTo>
                  <a:cubicBezTo>
                    <a:pt x="7573" y="9700"/>
                    <a:pt x="7709" y="9479"/>
                    <a:pt x="7813" y="9241"/>
                  </a:cubicBezTo>
                  <a:cubicBezTo>
                    <a:pt x="7829" y="9205"/>
                    <a:pt x="7844" y="9170"/>
                    <a:pt x="7857" y="9133"/>
                  </a:cubicBezTo>
                  <a:cubicBezTo>
                    <a:pt x="7979" y="8830"/>
                    <a:pt x="8054" y="8508"/>
                    <a:pt x="8072" y="8182"/>
                  </a:cubicBezTo>
                  <a:cubicBezTo>
                    <a:pt x="8077" y="8136"/>
                    <a:pt x="8078" y="8092"/>
                    <a:pt x="8078" y="8046"/>
                  </a:cubicBezTo>
                  <a:cubicBezTo>
                    <a:pt x="8085" y="7835"/>
                    <a:pt x="8065" y="7621"/>
                    <a:pt x="8021" y="7411"/>
                  </a:cubicBezTo>
                  <a:cubicBezTo>
                    <a:pt x="8014" y="7373"/>
                    <a:pt x="8006" y="7333"/>
                    <a:pt x="7994" y="7297"/>
                  </a:cubicBezTo>
                  <a:cubicBezTo>
                    <a:pt x="7923" y="7022"/>
                    <a:pt x="7813" y="6757"/>
                    <a:pt x="7649" y="6512"/>
                  </a:cubicBezTo>
                  <a:cubicBezTo>
                    <a:pt x="7630" y="6479"/>
                    <a:pt x="7607" y="6446"/>
                    <a:pt x="7583" y="6415"/>
                  </a:cubicBezTo>
                  <a:cubicBezTo>
                    <a:pt x="7578" y="6405"/>
                    <a:pt x="7573" y="6401"/>
                    <a:pt x="7568" y="6391"/>
                  </a:cubicBezTo>
                  <a:cubicBezTo>
                    <a:pt x="7446" y="6225"/>
                    <a:pt x="7301" y="6079"/>
                    <a:pt x="7150" y="5942"/>
                  </a:cubicBezTo>
                  <a:cubicBezTo>
                    <a:pt x="7116" y="5909"/>
                    <a:pt x="7082" y="5879"/>
                    <a:pt x="7045" y="5851"/>
                  </a:cubicBezTo>
                  <a:cubicBezTo>
                    <a:pt x="6837" y="5671"/>
                    <a:pt x="6611" y="5503"/>
                    <a:pt x="6399" y="5325"/>
                  </a:cubicBezTo>
                  <a:lnTo>
                    <a:pt x="6345" y="5283"/>
                  </a:lnTo>
                  <a:cubicBezTo>
                    <a:pt x="6333" y="5270"/>
                    <a:pt x="6319" y="5262"/>
                    <a:pt x="6307" y="5249"/>
                  </a:cubicBezTo>
                  <a:cubicBezTo>
                    <a:pt x="6067" y="5045"/>
                    <a:pt x="5837" y="4831"/>
                    <a:pt x="5639" y="4590"/>
                  </a:cubicBezTo>
                  <a:cubicBezTo>
                    <a:pt x="5614" y="4562"/>
                    <a:pt x="5591" y="4532"/>
                    <a:pt x="5568" y="4499"/>
                  </a:cubicBezTo>
                  <a:cubicBezTo>
                    <a:pt x="5429" y="4321"/>
                    <a:pt x="5309" y="4127"/>
                    <a:pt x="5215" y="3914"/>
                  </a:cubicBezTo>
                  <a:cubicBezTo>
                    <a:pt x="5194" y="3864"/>
                    <a:pt x="5173" y="3812"/>
                    <a:pt x="5153" y="3762"/>
                  </a:cubicBezTo>
                  <a:cubicBezTo>
                    <a:pt x="5139" y="3727"/>
                    <a:pt x="5125" y="3690"/>
                    <a:pt x="5112" y="3653"/>
                  </a:cubicBezTo>
                  <a:cubicBezTo>
                    <a:pt x="5024" y="3404"/>
                    <a:pt x="4956" y="3146"/>
                    <a:pt x="4892" y="2888"/>
                  </a:cubicBezTo>
                  <a:cubicBezTo>
                    <a:pt x="4881" y="2834"/>
                    <a:pt x="4868" y="2780"/>
                    <a:pt x="4855" y="2728"/>
                  </a:cubicBezTo>
                  <a:cubicBezTo>
                    <a:pt x="4807" y="2525"/>
                    <a:pt x="4760" y="2320"/>
                    <a:pt x="4705" y="2118"/>
                  </a:cubicBezTo>
                  <a:cubicBezTo>
                    <a:pt x="4692" y="2073"/>
                    <a:pt x="4680" y="2025"/>
                    <a:pt x="4666" y="1980"/>
                  </a:cubicBezTo>
                  <a:cubicBezTo>
                    <a:pt x="4606" y="1770"/>
                    <a:pt x="4535" y="1566"/>
                    <a:pt x="4446" y="1372"/>
                  </a:cubicBezTo>
                  <a:cubicBezTo>
                    <a:pt x="4425" y="1321"/>
                    <a:pt x="4401" y="1271"/>
                    <a:pt x="4374" y="1221"/>
                  </a:cubicBezTo>
                  <a:cubicBezTo>
                    <a:pt x="4283" y="1041"/>
                    <a:pt x="4172" y="871"/>
                    <a:pt x="4035" y="713"/>
                  </a:cubicBezTo>
                  <a:cubicBezTo>
                    <a:pt x="4025" y="699"/>
                    <a:pt x="4012" y="684"/>
                    <a:pt x="3999" y="670"/>
                  </a:cubicBezTo>
                  <a:cubicBezTo>
                    <a:pt x="3984" y="652"/>
                    <a:pt x="3968" y="635"/>
                    <a:pt x="3953" y="619"/>
                  </a:cubicBezTo>
                  <a:cubicBezTo>
                    <a:pt x="3720" y="374"/>
                    <a:pt x="3430" y="180"/>
                    <a:pt x="3110" y="78"/>
                  </a:cubicBezTo>
                  <a:cubicBezTo>
                    <a:pt x="3071" y="66"/>
                    <a:pt x="3033" y="55"/>
                    <a:pt x="2993" y="47"/>
                  </a:cubicBezTo>
                  <a:cubicBezTo>
                    <a:pt x="2937" y="32"/>
                    <a:pt x="2880" y="21"/>
                    <a:pt x="2820" y="14"/>
                  </a:cubicBezTo>
                  <a:cubicBezTo>
                    <a:pt x="2751" y="5"/>
                    <a:pt x="2682" y="1"/>
                    <a:pt x="2614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01" name="Google Shape;901;p9"/>
            <p:cNvSpPr/>
            <p:nvPr/>
          </p:nvSpPr>
          <p:spPr>
            <a:xfrm>
              <a:off x="3891240" y="4868280"/>
              <a:ext cx="63000" cy="28080"/>
            </a:xfrm>
            <a:custGeom>
              <a:rect b="b" l="l" r="r" t="t"/>
              <a:pathLst>
                <a:path extrusionOk="0" h="564" w="1260">
                  <a:moveTo>
                    <a:pt x="1191" y="0"/>
                  </a:moveTo>
                  <a:cubicBezTo>
                    <a:pt x="1185" y="0"/>
                    <a:pt x="1178" y="2"/>
                    <a:pt x="1170" y="5"/>
                  </a:cubicBezTo>
                  <a:cubicBezTo>
                    <a:pt x="1050" y="56"/>
                    <a:pt x="917" y="74"/>
                    <a:pt x="793" y="124"/>
                  </a:cubicBezTo>
                  <a:cubicBezTo>
                    <a:pt x="693" y="163"/>
                    <a:pt x="606" y="224"/>
                    <a:pt x="500" y="254"/>
                  </a:cubicBezTo>
                  <a:cubicBezTo>
                    <a:pt x="449" y="268"/>
                    <a:pt x="394" y="282"/>
                    <a:pt x="338" y="287"/>
                  </a:cubicBezTo>
                  <a:cubicBezTo>
                    <a:pt x="295" y="288"/>
                    <a:pt x="248" y="289"/>
                    <a:pt x="205" y="302"/>
                  </a:cubicBezTo>
                  <a:cubicBezTo>
                    <a:pt x="109" y="328"/>
                    <a:pt x="47" y="399"/>
                    <a:pt x="14" y="494"/>
                  </a:cubicBezTo>
                  <a:cubicBezTo>
                    <a:pt x="0" y="536"/>
                    <a:pt x="35" y="564"/>
                    <a:pt x="70" y="564"/>
                  </a:cubicBezTo>
                  <a:cubicBezTo>
                    <a:pt x="93" y="564"/>
                    <a:pt x="116" y="552"/>
                    <a:pt x="126" y="523"/>
                  </a:cubicBezTo>
                  <a:cubicBezTo>
                    <a:pt x="154" y="438"/>
                    <a:pt x="219" y="406"/>
                    <a:pt x="307" y="401"/>
                  </a:cubicBezTo>
                  <a:cubicBezTo>
                    <a:pt x="404" y="396"/>
                    <a:pt x="500" y="377"/>
                    <a:pt x="591" y="346"/>
                  </a:cubicBezTo>
                  <a:cubicBezTo>
                    <a:pt x="684" y="312"/>
                    <a:pt x="768" y="253"/>
                    <a:pt x="861" y="220"/>
                  </a:cubicBezTo>
                  <a:cubicBezTo>
                    <a:pt x="973" y="182"/>
                    <a:pt x="1090" y="162"/>
                    <a:pt x="1200" y="115"/>
                  </a:cubicBezTo>
                  <a:cubicBezTo>
                    <a:pt x="1259" y="91"/>
                    <a:pt x="1242" y="0"/>
                    <a:pt x="1191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4025" lIns="91425" spcFirstLastPara="1" rIns="91425" wrap="square" tIns="14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02" name="Google Shape;902;p9"/>
            <p:cNvSpPr/>
            <p:nvPr/>
          </p:nvSpPr>
          <p:spPr>
            <a:xfrm>
              <a:off x="3934800" y="4910400"/>
              <a:ext cx="61560" cy="21600"/>
            </a:xfrm>
            <a:custGeom>
              <a:rect b="b" l="l" r="r" t="t"/>
              <a:pathLst>
                <a:path extrusionOk="0" h="433" w="1232">
                  <a:moveTo>
                    <a:pt x="1029" y="1"/>
                  </a:moveTo>
                  <a:cubicBezTo>
                    <a:pt x="909" y="1"/>
                    <a:pt x="780" y="67"/>
                    <a:pt x="675" y="109"/>
                  </a:cubicBezTo>
                  <a:cubicBezTo>
                    <a:pt x="475" y="190"/>
                    <a:pt x="275" y="263"/>
                    <a:pt x="66" y="319"/>
                  </a:cubicBezTo>
                  <a:cubicBezTo>
                    <a:pt x="0" y="337"/>
                    <a:pt x="22" y="433"/>
                    <a:pt x="81" y="433"/>
                  </a:cubicBezTo>
                  <a:cubicBezTo>
                    <a:pt x="86" y="433"/>
                    <a:pt x="91" y="432"/>
                    <a:pt x="97" y="430"/>
                  </a:cubicBezTo>
                  <a:cubicBezTo>
                    <a:pt x="278" y="382"/>
                    <a:pt x="455" y="319"/>
                    <a:pt x="631" y="249"/>
                  </a:cubicBezTo>
                  <a:cubicBezTo>
                    <a:pt x="717" y="215"/>
                    <a:pt x="802" y="177"/>
                    <a:pt x="890" y="148"/>
                  </a:cubicBezTo>
                  <a:cubicBezTo>
                    <a:pt x="931" y="135"/>
                    <a:pt x="985" y="113"/>
                    <a:pt x="1034" y="113"/>
                  </a:cubicBezTo>
                  <a:cubicBezTo>
                    <a:pt x="1059" y="113"/>
                    <a:pt x="1083" y="119"/>
                    <a:pt x="1103" y="134"/>
                  </a:cubicBezTo>
                  <a:cubicBezTo>
                    <a:pt x="1115" y="143"/>
                    <a:pt x="1128" y="147"/>
                    <a:pt x="1140" y="147"/>
                  </a:cubicBezTo>
                  <a:cubicBezTo>
                    <a:pt x="1189" y="147"/>
                    <a:pt x="1231" y="88"/>
                    <a:pt x="1185" y="52"/>
                  </a:cubicBezTo>
                  <a:cubicBezTo>
                    <a:pt x="1137" y="15"/>
                    <a:pt x="1084" y="1"/>
                    <a:pt x="1029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800" lIns="91425" spcFirstLastPara="1" rIns="91425" wrap="square" tIns="10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03" name="Google Shape;903;p9"/>
            <p:cNvSpPr/>
            <p:nvPr/>
          </p:nvSpPr>
          <p:spPr>
            <a:xfrm>
              <a:off x="3952800" y="4934520"/>
              <a:ext cx="52920" cy="21240"/>
            </a:xfrm>
            <a:custGeom>
              <a:rect b="b" l="l" r="r" t="t"/>
              <a:pathLst>
                <a:path extrusionOk="0" h="431" w="1057">
                  <a:moveTo>
                    <a:pt x="979" y="1"/>
                  </a:moveTo>
                  <a:cubicBezTo>
                    <a:pt x="961" y="1"/>
                    <a:pt x="944" y="10"/>
                    <a:pt x="933" y="30"/>
                  </a:cubicBezTo>
                  <a:cubicBezTo>
                    <a:pt x="898" y="97"/>
                    <a:pt x="827" y="120"/>
                    <a:pt x="757" y="140"/>
                  </a:cubicBezTo>
                  <a:cubicBezTo>
                    <a:pt x="689" y="159"/>
                    <a:pt x="620" y="176"/>
                    <a:pt x="552" y="203"/>
                  </a:cubicBezTo>
                  <a:cubicBezTo>
                    <a:pt x="460" y="240"/>
                    <a:pt x="334" y="316"/>
                    <a:pt x="223" y="316"/>
                  </a:cubicBezTo>
                  <a:cubicBezTo>
                    <a:pt x="181" y="316"/>
                    <a:pt x="142" y="305"/>
                    <a:pt x="107" y="278"/>
                  </a:cubicBezTo>
                  <a:cubicBezTo>
                    <a:pt x="96" y="270"/>
                    <a:pt x="86" y="267"/>
                    <a:pt x="76" y="267"/>
                  </a:cubicBezTo>
                  <a:cubicBezTo>
                    <a:pt x="32" y="267"/>
                    <a:pt x="1" y="340"/>
                    <a:pt x="49" y="378"/>
                  </a:cubicBezTo>
                  <a:cubicBezTo>
                    <a:pt x="99" y="416"/>
                    <a:pt x="154" y="431"/>
                    <a:pt x="211" y="431"/>
                  </a:cubicBezTo>
                  <a:cubicBezTo>
                    <a:pt x="338" y="431"/>
                    <a:pt x="474" y="359"/>
                    <a:pt x="584" y="314"/>
                  </a:cubicBezTo>
                  <a:cubicBezTo>
                    <a:pt x="735" y="251"/>
                    <a:pt x="951" y="247"/>
                    <a:pt x="1034" y="87"/>
                  </a:cubicBezTo>
                  <a:cubicBezTo>
                    <a:pt x="1057" y="42"/>
                    <a:pt x="1017" y="1"/>
                    <a:pt x="979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800" lIns="91425" spcFirstLastPara="1" rIns="91425" wrap="square" tIns="10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04" name="Google Shape;904;p9"/>
            <p:cNvSpPr/>
            <p:nvPr/>
          </p:nvSpPr>
          <p:spPr>
            <a:xfrm>
              <a:off x="3943800" y="4972680"/>
              <a:ext cx="55440" cy="10440"/>
            </a:xfrm>
            <a:custGeom>
              <a:rect b="b" l="l" r="r" t="t"/>
              <a:pathLst>
                <a:path extrusionOk="0" h="213" w="1110">
                  <a:moveTo>
                    <a:pt x="359" y="0"/>
                  </a:moveTo>
                  <a:cubicBezTo>
                    <a:pt x="258" y="0"/>
                    <a:pt x="157" y="13"/>
                    <a:pt x="63" y="49"/>
                  </a:cubicBezTo>
                  <a:cubicBezTo>
                    <a:pt x="1" y="73"/>
                    <a:pt x="18" y="165"/>
                    <a:pt x="72" y="165"/>
                  </a:cubicBezTo>
                  <a:cubicBezTo>
                    <a:pt x="78" y="165"/>
                    <a:pt x="85" y="164"/>
                    <a:pt x="93" y="161"/>
                  </a:cubicBezTo>
                  <a:cubicBezTo>
                    <a:pt x="178" y="128"/>
                    <a:pt x="268" y="117"/>
                    <a:pt x="358" y="117"/>
                  </a:cubicBezTo>
                  <a:cubicBezTo>
                    <a:pt x="424" y="117"/>
                    <a:pt x="489" y="123"/>
                    <a:pt x="553" y="131"/>
                  </a:cubicBezTo>
                  <a:cubicBezTo>
                    <a:pt x="706" y="148"/>
                    <a:pt x="857" y="184"/>
                    <a:pt x="1008" y="212"/>
                  </a:cubicBezTo>
                  <a:cubicBezTo>
                    <a:pt x="1012" y="213"/>
                    <a:pt x="1015" y="213"/>
                    <a:pt x="1019" y="213"/>
                  </a:cubicBezTo>
                  <a:cubicBezTo>
                    <a:pt x="1086" y="213"/>
                    <a:pt x="1110" y="112"/>
                    <a:pt x="1041" y="99"/>
                  </a:cubicBezTo>
                  <a:cubicBezTo>
                    <a:pt x="879" y="70"/>
                    <a:pt x="718" y="33"/>
                    <a:pt x="555" y="14"/>
                  </a:cubicBezTo>
                  <a:cubicBezTo>
                    <a:pt x="490" y="6"/>
                    <a:pt x="424" y="0"/>
                    <a:pt x="359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00" lIns="91425" spcFirstLastPara="1" rIns="91425" wrap="square" tIns="5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05" name="Google Shape;905;p9"/>
            <p:cNvSpPr/>
            <p:nvPr/>
          </p:nvSpPr>
          <p:spPr>
            <a:xfrm>
              <a:off x="3929400" y="4998960"/>
              <a:ext cx="70200" cy="19080"/>
            </a:xfrm>
            <a:custGeom>
              <a:rect b="b" l="l" r="r" t="t"/>
              <a:pathLst>
                <a:path extrusionOk="0" h="387" w="1399">
                  <a:moveTo>
                    <a:pt x="883" y="0"/>
                  </a:moveTo>
                  <a:cubicBezTo>
                    <a:pt x="577" y="0"/>
                    <a:pt x="276" y="71"/>
                    <a:pt x="43" y="289"/>
                  </a:cubicBezTo>
                  <a:cubicBezTo>
                    <a:pt x="0" y="328"/>
                    <a:pt x="40" y="386"/>
                    <a:pt x="85" y="386"/>
                  </a:cubicBezTo>
                  <a:cubicBezTo>
                    <a:pt x="98" y="386"/>
                    <a:pt x="112" y="381"/>
                    <a:pt x="124" y="370"/>
                  </a:cubicBezTo>
                  <a:cubicBezTo>
                    <a:pt x="332" y="176"/>
                    <a:pt x="604" y="113"/>
                    <a:pt x="879" y="113"/>
                  </a:cubicBezTo>
                  <a:cubicBezTo>
                    <a:pt x="1020" y="113"/>
                    <a:pt x="1163" y="130"/>
                    <a:pt x="1299" y="154"/>
                  </a:cubicBezTo>
                  <a:cubicBezTo>
                    <a:pt x="1303" y="155"/>
                    <a:pt x="1306" y="155"/>
                    <a:pt x="1310" y="155"/>
                  </a:cubicBezTo>
                  <a:cubicBezTo>
                    <a:pt x="1373" y="155"/>
                    <a:pt x="1398" y="54"/>
                    <a:pt x="1329" y="42"/>
                  </a:cubicBezTo>
                  <a:cubicBezTo>
                    <a:pt x="1184" y="17"/>
                    <a:pt x="1033" y="0"/>
                    <a:pt x="883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06" name="Google Shape;906;p9"/>
            <p:cNvSpPr/>
            <p:nvPr/>
          </p:nvSpPr>
          <p:spPr>
            <a:xfrm>
              <a:off x="3936960" y="5034240"/>
              <a:ext cx="61200" cy="27360"/>
            </a:xfrm>
            <a:custGeom>
              <a:rect b="b" l="l" r="r" t="t"/>
              <a:pathLst>
                <a:path extrusionOk="0" h="549" w="1222">
                  <a:moveTo>
                    <a:pt x="1142" y="1"/>
                  </a:moveTo>
                  <a:cubicBezTo>
                    <a:pt x="1137" y="1"/>
                    <a:pt x="1132" y="1"/>
                    <a:pt x="1126" y="3"/>
                  </a:cubicBezTo>
                  <a:cubicBezTo>
                    <a:pt x="998" y="36"/>
                    <a:pt x="895" y="126"/>
                    <a:pt x="782" y="190"/>
                  </a:cubicBezTo>
                  <a:cubicBezTo>
                    <a:pt x="732" y="220"/>
                    <a:pt x="680" y="248"/>
                    <a:pt x="620" y="252"/>
                  </a:cubicBezTo>
                  <a:cubicBezTo>
                    <a:pt x="598" y="254"/>
                    <a:pt x="576" y="254"/>
                    <a:pt x="553" y="254"/>
                  </a:cubicBezTo>
                  <a:cubicBezTo>
                    <a:pt x="531" y="254"/>
                    <a:pt x="508" y="254"/>
                    <a:pt x="485" y="254"/>
                  </a:cubicBezTo>
                  <a:cubicBezTo>
                    <a:pt x="303" y="254"/>
                    <a:pt x="73" y="267"/>
                    <a:pt x="12" y="478"/>
                  </a:cubicBezTo>
                  <a:cubicBezTo>
                    <a:pt x="0" y="520"/>
                    <a:pt x="35" y="549"/>
                    <a:pt x="70" y="549"/>
                  </a:cubicBezTo>
                  <a:cubicBezTo>
                    <a:pt x="93" y="549"/>
                    <a:pt x="116" y="536"/>
                    <a:pt x="124" y="508"/>
                  </a:cubicBezTo>
                  <a:cubicBezTo>
                    <a:pt x="158" y="383"/>
                    <a:pt x="300" y="366"/>
                    <a:pt x="427" y="366"/>
                  </a:cubicBezTo>
                  <a:cubicBezTo>
                    <a:pt x="473" y="366"/>
                    <a:pt x="517" y="369"/>
                    <a:pt x="553" y="369"/>
                  </a:cubicBezTo>
                  <a:cubicBezTo>
                    <a:pt x="593" y="369"/>
                    <a:pt x="634" y="369"/>
                    <a:pt x="672" y="362"/>
                  </a:cubicBezTo>
                  <a:cubicBezTo>
                    <a:pt x="728" y="352"/>
                    <a:pt x="783" y="322"/>
                    <a:pt x="830" y="295"/>
                  </a:cubicBezTo>
                  <a:cubicBezTo>
                    <a:pt x="936" y="234"/>
                    <a:pt x="1035" y="145"/>
                    <a:pt x="1154" y="114"/>
                  </a:cubicBezTo>
                  <a:cubicBezTo>
                    <a:pt x="1222" y="95"/>
                    <a:pt x="1201" y="1"/>
                    <a:pt x="1142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3675" lIns="91425" spcFirstLastPara="1" rIns="91425" wrap="square" tIns="13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07" name="Google Shape;907;p9"/>
            <p:cNvSpPr/>
            <p:nvPr/>
          </p:nvSpPr>
          <p:spPr>
            <a:xfrm>
              <a:off x="3947040" y="5066640"/>
              <a:ext cx="56160" cy="30600"/>
            </a:xfrm>
            <a:custGeom>
              <a:rect b="b" l="l" r="r" t="t"/>
              <a:pathLst>
                <a:path extrusionOk="0" h="614" w="1120">
                  <a:moveTo>
                    <a:pt x="1041" y="1"/>
                  </a:moveTo>
                  <a:cubicBezTo>
                    <a:pt x="1023" y="1"/>
                    <a:pt x="1006" y="9"/>
                    <a:pt x="995" y="29"/>
                  </a:cubicBezTo>
                  <a:cubicBezTo>
                    <a:pt x="956" y="95"/>
                    <a:pt x="898" y="147"/>
                    <a:pt x="841" y="195"/>
                  </a:cubicBezTo>
                  <a:cubicBezTo>
                    <a:pt x="762" y="263"/>
                    <a:pt x="676" y="321"/>
                    <a:pt x="585" y="372"/>
                  </a:cubicBezTo>
                  <a:cubicBezTo>
                    <a:pt x="500" y="421"/>
                    <a:pt x="409" y="462"/>
                    <a:pt x="314" y="484"/>
                  </a:cubicBezTo>
                  <a:cubicBezTo>
                    <a:pt x="286" y="491"/>
                    <a:pt x="252" y="497"/>
                    <a:pt x="220" y="497"/>
                  </a:cubicBezTo>
                  <a:cubicBezTo>
                    <a:pt x="185" y="497"/>
                    <a:pt x="151" y="490"/>
                    <a:pt x="127" y="472"/>
                  </a:cubicBezTo>
                  <a:cubicBezTo>
                    <a:pt x="116" y="462"/>
                    <a:pt x="103" y="458"/>
                    <a:pt x="90" y="458"/>
                  </a:cubicBezTo>
                  <a:cubicBezTo>
                    <a:pt x="43" y="458"/>
                    <a:pt x="0" y="517"/>
                    <a:pt x="46" y="554"/>
                  </a:cubicBezTo>
                  <a:cubicBezTo>
                    <a:pt x="99" y="597"/>
                    <a:pt x="162" y="613"/>
                    <a:pt x="227" y="613"/>
                  </a:cubicBezTo>
                  <a:cubicBezTo>
                    <a:pt x="361" y="613"/>
                    <a:pt x="508" y="544"/>
                    <a:pt x="613" y="489"/>
                  </a:cubicBezTo>
                  <a:cubicBezTo>
                    <a:pt x="717" y="433"/>
                    <a:pt x="817" y="365"/>
                    <a:pt x="907" y="292"/>
                  </a:cubicBezTo>
                  <a:cubicBezTo>
                    <a:pt x="978" y="232"/>
                    <a:pt x="1048" y="167"/>
                    <a:pt x="1094" y="88"/>
                  </a:cubicBezTo>
                  <a:cubicBezTo>
                    <a:pt x="1119" y="43"/>
                    <a:pt x="1080" y="1"/>
                    <a:pt x="1041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5475" lIns="91425" spcFirstLastPara="1" rIns="91425" wrap="square" tIns="15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08" name="Google Shape;908;p9"/>
            <p:cNvSpPr/>
            <p:nvPr/>
          </p:nvSpPr>
          <p:spPr>
            <a:xfrm>
              <a:off x="3982320" y="5095080"/>
              <a:ext cx="46440" cy="35640"/>
            </a:xfrm>
            <a:custGeom>
              <a:rect b="b" l="l" r="r" t="t"/>
              <a:pathLst>
                <a:path extrusionOk="0" h="713" w="931">
                  <a:moveTo>
                    <a:pt x="869" y="1"/>
                  </a:moveTo>
                  <a:cubicBezTo>
                    <a:pt x="859" y="1"/>
                    <a:pt x="848" y="3"/>
                    <a:pt x="839" y="7"/>
                  </a:cubicBezTo>
                  <a:cubicBezTo>
                    <a:pt x="742" y="50"/>
                    <a:pt x="657" y="112"/>
                    <a:pt x="572" y="169"/>
                  </a:cubicBezTo>
                  <a:cubicBezTo>
                    <a:pt x="532" y="196"/>
                    <a:pt x="491" y="228"/>
                    <a:pt x="446" y="248"/>
                  </a:cubicBezTo>
                  <a:cubicBezTo>
                    <a:pt x="413" y="264"/>
                    <a:pt x="378" y="274"/>
                    <a:pt x="343" y="288"/>
                  </a:cubicBezTo>
                  <a:cubicBezTo>
                    <a:pt x="265" y="319"/>
                    <a:pt x="187" y="359"/>
                    <a:pt x="124" y="418"/>
                  </a:cubicBezTo>
                  <a:cubicBezTo>
                    <a:pt x="96" y="447"/>
                    <a:pt x="69" y="481"/>
                    <a:pt x="58" y="518"/>
                  </a:cubicBezTo>
                  <a:cubicBezTo>
                    <a:pt x="45" y="553"/>
                    <a:pt x="48" y="597"/>
                    <a:pt x="29" y="628"/>
                  </a:cubicBezTo>
                  <a:cubicBezTo>
                    <a:pt x="1" y="671"/>
                    <a:pt x="41" y="713"/>
                    <a:pt x="82" y="713"/>
                  </a:cubicBezTo>
                  <a:cubicBezTo>
                    <a:pt x="99" y="713"/>
                    <a:pt x="117" y="705"/>
                    <a:pt x="129" y="686"/>
                  </a:cubicBezTo>
                  <a:cubicBezTo>
                    <a:pt x="150" y="652"/>
                    <a:pt x="153" y="615"/>
                    <a:pt x="160" y="579"/>
                  </a:cubicBezTo>
                  <a:cubicBezTo>
                    <a:pt x="167" y="540"/>
                    <a:pt x="187" y="518"/>
                    <a:pt x="214" y="492"/>
                  </a:cubicBezTo>
                  <a:cubicBezTo>
                    <a:pt x="267" y="441"/>
                    <a:pt x="341" y="410"/>
                    <a:pt x="409" y="383"/>
                  </a:cubicBezTo>
                  <a:cubicBezTo>
                    <a:pt x="445" y="370"/>
                    <a:pt x="480" y="360"/>
                    <a:pt x="513" y="342"/>
                  </a:cubicBezTo>
                  <a:cubicBezTo>
                    <a:pt x="557" y="318"/>
                    <a:pt x="599" y="287"/>
                    <a:pt x="640" y="261"/>
                  </a:cubicBezTo>
                  <a:cubicBezTo>
                    <a:pt x="721" y="206"/>
                    <a:pt x="803" y="148"/>
                    <a:pt x="895" y="107"/>
                  </a:cubicBezTo>
                  <a:cubicBezTo>
                    <a:pt x="924" y="94"/>
                    <a:pt x="931" y="53"/>
                    <a:pt x="916" y="27"/>
                  </a:cubicBezTo>
                  <a:cubicBezTo>
                    <a:pt x="905" y="9"/>
                    <a:pt x="888" y="1"/>
                    <a:pt x="869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09" name="Google Shape;909;p9"/>
            <p:cNvSpPr/>
            <p:nvPr/>
          </p:nvSpPr>
          <p:spPr>
            <a:xfrm>
              <a:off x="4035960" y="5115600"/>
              <a:ext cx="30240" cy="50400"/>
            </a:xfrm>
            <a:custGeom>
              <a:rect b="b" l="l" r="r" t="t"/>
              <a:pathLst>
                <a:path extrusionOk="0" h="1008" w="606">
                  <a:moveTo>
                    <a:pt x="549" y="0"/>
                  </a:moveTo>
                  <a:cubicBezTo>
                    <a:pt x="521" y="0"/>
                    <a:pt x="492" y="19"/>
                    <a:pt x="489" y="55"/>
                  </a:cubicBezTo>
                  <a:cubicBezTo>
                    <a:pt x="488" y="77"/>
                    <a:pt x="480" y="111"/>
                    <a:pt x="473" y="143"/>
                  </a:cubicBezTo>
                  <a:cubicBezTo>
                    <a:pt x="465" y="186"/>
                    <a:pt x="452" y="228"/>
                    <a:pt x="439" y="268"/>
                  </a:cubicBezTo>
                  <a:cubicBezTo>
                    <a:pt x="411" y="364"/>
                    <a:pt x="378" y="458"/>
                    <a:pt x="339" y="548"/>
                  </a:cubicBezTo>
                  <a:cubicBezTo>
                    <a:pt x="302" y="635"/>
                    <a:pt x="257" y="721"/>
                    <a:pt x="201" y="798"/>
                  </a:cubicBezTo>
                  <a:cubicBezTo>
                    <a:pt x="183" y="823"/>
                    <a:pt x="155" y="853"/>
                    <a:pt x="135" y="869"/>
                  </a:cubicBezTo>
                  <a:lnTo>
                    <a:pt x="119" y="880"/>
                  </a:lnTo>
                  <a:cubicBezTo>
                    <a:pt x="118" y="881"/>
                    <a:pt x="106" y="887"/>
                    <a:pt x="104" y="888"/>
                  </a:cubicBezTo>
                  <a:lnTo>
                    <a:pt x="104" y="888"/>
                  </a:lnTo>
                  <a:cubicBezTo>
                    <a:pt x="98" y="889"/>
                    <a:pt x="92" y="891"/>
                    <a:pt x="85" y="891"/>
                  </a:cubicBezTo>
                  <a:cubicBezTo>
                    <a:pt x="89" y="891"/>
                    <a:pt x="90" y="891"/>
                    <a:pt x="89" y="891"/>
                  </a:cubicBezTo>
                  <a:cubicBezTo>
                    <a:pt x="87" y="891"/>
                    <a:pt x="77" y="891"/>
                    <a:pt x="75" y="891"/>
                  </a:cubicBezTo>
                  <a:cubicBezTo>
                    <a:pt x="74" y="891"/>
                    <a:pt x="73" y="891"/>
                    <a:pt x="72" y="891"/>
                  </a:cubicBezTo>
                  <a:cubicBezTo>
                    <a:pt x="0" y="891"/>
                    <a:pt x="1" y="1003"/>
                    <a:pt x="75" y="1008"/>
                  </a:cubicBezTo>
                  <a:cubicBezTo>
                    <a:pt x="78" y="1008"/>
                    <a:pt x="81" y="1008"/>
                    <a:pt x="84" y="1008"/>
                  </a:cubicBezTo>
                  <a:cubicBezTo>
                    <a:pt x="214" y="1008"/>
                    <a:pt x="306" y="857"/>
                    <a:pt x="361" y="760"/>
                  </a:cubicBezTo>
                  <a:cubicBezTo>
                    <a:pt x="446" y="608"/>
                    <a:pt x="510" y="442"/>
                    <a:pt x="557" y="275"/>
                  </a:cubicBezTo>
                  <a:cubicBezTo>
                    <a:pt x="575" y="204"/>
                    <a:pt x="594" y="132"/>
                    <a:pt x="601" y="58"/>
                  </a:cubicBezTo>
                  <a:cubicBezTo>
                    <a:pt x="605" y="20"/>
                    <a:pt x="578" y="0"/>
                    <a:pt x="549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5200" lIns="91425" spcFirstLastPara="1" rIns="91425" wrap="square" tIns="25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10" name="Google Shape;910;p9"/>
            <p:cNvSpPr/>
            <p:nvPr/>
          </p:nvSpPr>
          <p:spPr>
            <a:xfrm>
              <a:off x="4094280" y="5114520"/>
              <a:ext cx="12240" cy="56520"/>
            </a:xfrm>
            <a:custGeom>
              <a:rect b="b" l="l" r="r" t="t"/>
              <a:pathLst>
                <a:path extrusionOk="0" h="1126" w="248">
                  <a:moveTo>
                    <a:pt x="82" y="1"/>
                  </a:moveTo>
                  <a:cubicBezTo>
                    <a:pt x="40" y="1"/>
                    <a:pt x="1" y="59"/>
                    <a:pt x="37" y="102"/>
                  </a:cubicBezTo>
                  <a:cubicBezTo>
                    <a:pt x="151" y="232"/>
                    <a:pt x="127" y="429"/>
                    <a:pt x="111" y="586"/>
                  </a:cubicBezTo>
                  <a:cubicBezTo>
                    <a:pt x="93" y="749"/>
                    <a:pt x="59" y="929"/>
                    <a:pt x="118" y="1087"/>
                  </a:cubicBezTo>
                  <a:cubicBezTo>
                    <a:pt x="128" y="1114"/>
                    <a:pt x="152" y="1125"/>
                    <a:pt x="175" y="1125"/>
                  </a:cubicBezTo>
                  <a:cubicBezTo>
                    <a:pt x="211" y="1125"/>
                    <a:pt x="245" y="1098"/>
                    <a:pt x="229" y="1057"/>
                  </a:cubicBezTo>
                  <a:cubicBezTo>
                    <a:pt x="166" y="894"/>
                    <a:pt x="216" y="700"/>
                    <a:pt x="232" y="531"/>
                  </a:cubicBezTo>
                  <a:cubicBezTo>
                    <a:pt x="247" y="353"/>
                    <a:pt x="243" y="163"/>
                    <a:pt x="120" y="20"/>
                  </a:cubicBezTo>
                  <a:cubicBezTo>
                    <a:pt x="108" y="6"/>
                    <a:pt x="95" y="1"/>
                    <a:pt x="82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8425" lIns="91425" spcFirstLastPara="1" rIns="91425" wrap="square" tIns="28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11" name="Google Shape;911;p9"/>
            <p:cNvSpPr/>
            <p:nvPr/>
          </p:nvSpPr>
          <p:spPr>
            <a:xfrm>
              <a:off x="4144320" y="5106600"/>
              <a:ext cx="28080" cy="58680"/>
            </a:xfrm>
            <a:custGeom>
              <a:rect b="b" l="l" r="r" t="t"/>
              <a:pathLst>
                <a:path extrusionOk="0" h="1172" w="568">
                  <a:moveTo>
                    <a:pt x="73" y="1"/>
                  </a:moveTo>
                  <a:cubicBezTo>
                    <a:pt x="38" y="1"/>
                    <a:pt x="0" y="30"/>
                    <a:pt x="9" y="74"/>
                  </a:cubicBezTo>
                  <a:cubicBezTo>
                    <a:pt x="22" y="136"/>
                    <a:pt x="56" y="190"/>
                    <a:pt x="84" y="245"/>
                  </a:cubicBezTo>
                  <a:cubicBezTo>
                    <a:pt x="108" y="295"/>
                    <a:pt x="142" y="334"/>
                    <a:pt x="186" y="367"/>
                  </a:cubicBezTo>
                  <a:cubicBezTo>
                    <a:pt x="226" y="395"/>
                    <a:pt x="271" y="415"/>
                    <a:pt x="308" y="445"/>
                  </a:cubicBezTo>
                  <a:cubicBezTo>
                    <a:pt x="342" y="472"/>
                    <a:pt x="369" y="513"/>
                    <a:pt x="386" y="551"/>
                  </a:cubicBezTo>
                  <a:cubicBezTo>
                    <a:pt x="455" y="720"/>
                    <a:pt x="400" y="927"/>
                    <a:pt x="370" y="1098"/>
                  </a:cubicBezTo>
                  <a:cubicBezTo>
                    <a:pt x="362" y="1142"/>
                    <a:pt x="399" y="1171"/>
                    <a:pt x="433" y="1171"/>
                  </a:cubicBezTo>
                  <a:cubicBezTo>
                    <a:pt x="455" y="1171"/>
                    <a:pt x="476" y="1159"/>
                    <a:pt x="482" y="1129"/>
                  </a:cubicBezTo>
                  <a:cubicBezTo>
                    <a:pt x="515" y="941"/>
                    <a:pt x="567" y="733"/>
                    <a:pt x="506" y="543"/>
                  </a:cubicBezTo>
                  <a:cubicBezTo>
                    <a:pt x="476" y="449"/>
                    <a:pt x="415" y="371"/>
                    <a:pt x="333" y="319"/>
                  </a:cubicBezTo>
                  <a:cubicBezTo>
                    <a:pt x="289" y="293"/>
                    <a:pt x="240" y="268"/>
                    <a:pt x="207" y="224"/>
                  </a:cubicBezTo>
                  <a:cubicBezTo>
                    <a:pt x="172" y="173"/>
                    <a:pt x="135" y="99"/>
                    <a:pt x="124" y="40"/>
                  </a:cubicBezTo>
                  <a:cubicBezTo>
                    <a:pt x="117" y="12"/>
                    <a:pt x="96" y="1"/>
                    <a:pt x="73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9500" lIns="91425" spcFirstLastPara="1" rIns="91425" wrap="square" tIns="29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12" name="Google Shape;912;p9"/>
            <p:cNvSpPr/>
            <p:nvPr/>
          </p:nvSpPr>
          <p:spPr>
            <a:xfrm>
              <a:off x="4188600" y="5068440"/>
              <a:ext cx="61920" cy="39600"/>
            </a:xfrm>
            <a:custGeom>
              <a:rect b="b" l="l" r="r" t="t"/>
              <a:pathLst>
                <a:path extrusionOk="0" h="792" w="1235">
                  <a:moveTo>
                    <a:pt x="77" y="1"/>
                  </a:moveTo>
                  <a:cubicBezTo>
                    <a:pt x="20" y="1"/>
                    <a:pt x="0" y="95"/>
                    <a:pt x="66" y="113"/>
                  </a:cubicBezTo>
                  <a:cubicBezTo>
                    <a:pt x="99" y="122"/>
                    <a:pt x="131" y="125"/>
                    <a:pt x="164" y="125"/>
                  </a:cubicBezTo>
                  <a:cubicBezTo>
                    <a:pt x="216" y="125"/>
                    <a:pt x="268" y="117"/>
                    <a:pt x="321" y="117"/>
                  </a:cubicBezTo>
                  <a:cubicBezTo>
                    <a:pt x="332" y="117"/>
                    <a:pt x="344" y="118"/>
                    <a:pt x="355" y="118"/>
                  </a:cubicBezTo>
                  <a:cubicBezTo>
                    <a:pt x="461" y="127"/>
                    <a:pt x="558" y="218"/>
                    <a:pt x="633" y="287"/>
                  </a:cubicBezTo>
                  <a:cubicBezTo>
                    <a:pt x="802" y="441"/>
                    <a:pt x="942" y="623"/>
                    <a:pt x="1109" y="776"/>
                  </a:cubicBezTo>
                  <a:cubicBezTo>
                    <a:pt x="1121" y="787"/>
                    <a:pt x="1134" y="791"/>
                    <a:pt x="1147" y="791"/>
                  </a:cubicBezTo>
                  <a:cubicBezTo>
                    <a:pt x="1194" y="791"/>
                    <a:pt x="1235" y="733"/>
                    <a:pt x="1191" y="694"/>
                  </a:cubicBezTo>
                  <a:cubicBezTo>
                    <a:pt x="1013" y="535"/>
                    <a:pt x="868" y="342"/>
                    <a:pt x="688" y="184"/>
                  </a:cubicBezTo>
                  <a:cubicBezTo>
                    <a:pt x="609" y="116"/>
                    <a:pt x="512" y="33"/>
                    <a:pt x="406" y="12"/>
                  </a:cubicBezTo>
                  <a:cubicBezTo>
                    <a:pt x="383" y="7"/>
                    <a:pt x="359" y="6"/>
                    <a:pt x="336" y="6"/>
                  </a:cubicBezTo>
                  <a:cubicBezTo>
                    <a:pt x="284" y="6"/>
                    <a:pt x="232" y="14"/>
                    <a:pt x="180" y="14"/>
                  </a:cubicBezTo>
                  <a:cubicBezTo>
                    <a:pt x="152" y="14"/>
                    <a:pt x="123" y="11"/>
                    <a:pt x="94" y="4"/>
                  </a:cubicBezTo>
                  <a:cubicBezTo>
                    <a:pt x="88" y="2"/>
                    <a:pt x="83" y="1"/>
                    <a:pt x="77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9800" lIns="91425" spcFirstLastPara="1" rIns="91425" wrap="square" tIns="19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13" name="Google Shape;913;p9"/>
            <p:cNvSpPr/>
            <p:nvPr/>
          </p:nvSpPr>
          <p:spPr>
            <a:xfrm>
              <a:off x="4216680" y="5030280"/>
              <a:ext cx="68400" cy="42480"/>
            </a:xfrm>
            <a:custGeom>
              <a:rect b="b" l="l" r="r" t="t"/>
              <a:pathLst>
                <a:path extrusionOk="0" h="847" w="1366">
                  <a:moveTo>
                    <a:pt x="91" y="1"/>
                  </a:moveTo>
                  <a:cubicBezTo>
                    <a:pt x="26" y="1"/>
                    <a:pt x="1" y="102"/>
                    <a:pt x="71" y="113"/>
                  </a:cubicBezTo>
                  <a:cubicBezTo>
                    <a:pt x="191" y="134"/>
                    <a:pt x="324" y="145"/>
                    <a:pt x="435" y="202"/>
                  </a:cubicBezTo>
                  <a:cubicBezTo>
                    <a:pt x="551" y="261"/>
                    <a:pt x="616" y="372"/>
                    <a:pt x="690" y="477"/>
                  </a:cubicBezTo>
                  <a:cubicBezTo>
                    <a:pt x="813" y="650"/>
                    <a:pt x="976" y="847"/>
                    <a:pt x="1197" y="847"/>
                  </a:cubicBezTo>
                  <a:cubicBezTo>
                    <a:pt x="1230" y="847"/>
                    <a:pt x="1265" y="842"/>
                    <a:pt x="1301" y="832"/>
                  </a:cubicBezTo>
                  <a:cubicBezTo>
                    <a:pt x="1366" y="814"/>
                    <a:pt x="1346" y="718"/>
                    <a:pt x="1287" y="718"/>
                  </a:cubicBezTo>
                  <a:cubicBezTo>
                    <a:pt x="1282" y="718"/>
                    <a:pt x="1277" y="719"/>
                    <a:pt x="1271" y="720"/>
                  </a:cubicBezTo>
                  <a:cubicBezTo>
                    <a:pt x="1245" y="728"/>
                    <a:pt x="1219" y="731"/>
                    <a:pt x="1195" y="731"/>
                  </a:cubicBezTo>
                  <a:cubicBezTo>
                    <a:pt x="981" y="731"/>
                    <a:pt x="833" y="479"/>
                    <a:pt x="723" y="322"/>
                  </a:cubicBezTo>
                  <a:cubicBezTo>
                    <a:pt x="655" y="223"/>
                    <a:pt x="574" y="138"/>
                    <a:pt x="463" y="88"/>
                  </a:cubicBezTo>
                  <a:cubicBezTo>
                    <a:pt x="350" y="37"/>
                    <a:pt x="224" y="23"/>
                    <a:pt x="102" y="2"/>
                  </a:cubicBezTo>
                  <a:cubicBezTo>
                    <a:pt x="98" y="1"/>
                    <a:pt x="94" y="1"/>
                    <a:pt x="91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14" name="Google Shape;914;p9"/>
            <p:cNvSpPr/>
            <p:nvPr/>
          </p:nvSpPr>
          <p:spPr>
            <a:xfrm>
              <a:off x="4227480" y="4973400"/>
              <a:ext cx="63360" cy="19080"/>
            </a:xfrm>
            <a:custGeom>
              <a:rect b="b" l="l" r="r" t="t"/>
              <a:pathLst>
                <a:path extrusionOk="0" h="383" w="1266">
                  <a:moveTo>
                    <a:pt x="313" y="1"/>
                  </a:moveTo>
                  <a:cubicBezTo>
                    <a:pt x="220" y="1"/>
                    <a:pt x="130" y="21"/>
                    <a:pt x="50" y="78"/>
                  </a:cubicBezTo>
                  <a:cubicBezTo>
                    <a:pt x="0" y="117"/>
                    <a:pt x="31" y="190"/>
                    <a:pt x="77" y="190"/>
                  </a:cubicBezTo>
                  <a:cubicBezTo>
                    <a:pt x="87" y="190"/>
                    <a:pt x="98" y="187"/>
                    <a:pt x="109" y="179"/>
                  </a:cubicBezTo>
                  <a:cubicBezTo>
                    <a:pt x="172" y="133"/>
                    <a:pt x="243" y="116"/>
                    <a:pt x="317" y="116"/>
                  </a:cubicBezTo>
                  <a:cubicBezTo>
                    <a:pt x="426" y="116"/>
                    <a:pt x="540" y="153"/>
                    <a:pt x="640" y="189"/>
                  </a:cubicBezTo>
                  <a:cubicBezTo>
                    <a:pt x="818" y="252"/>
                    <a:pt x="991" y="347"/>
                    <a:pt x="1180" y="381"/>
                  </a:cubicBezTo>
                  <a:cubicBezTo>
                    <a:pt x="1184" y="382"/>
                    <a:pt x="1187" y="382"/>
                    <a:pt x="1191" y="382"/>
                  </a:cubicBezTo>
                  <a:cubicBezTo>
                    <a:pt x="1217" y="382"/>
                    <a:pt x="1246" y="370"/>
                    <a:pt x="1251" y="340"/>
                  </a:cubicBezTo>
                  <a:cubicBezTo>
                    <a:pt x="1252" y="328"/>
                    <a:pt x="1256" y="315"/>
                    <a:pt x="1258" y="303"/>
                  </a:cubicBezTo>
                  <a:cubicBezTo>
                    <a:pt x="1265" y="259"/>
                    <a:pt x="1229" y="230"/>
                    <a:pt x="1195" y="230"/>
                  </a:cubicBezTo>
                  <a:cubicBezTo>
                    <a:pt x="1177" y="230"/>
                    <a:pt x="1160" y="238"/>
                    <a:pt x="1151" y="257"/>
                  </a:cubicBezTo>
                  <a:lnTo>
                    <a:pt x="1151" y="257"/>
                  </a:lnTo>
                  <a:cubicBezTo>
                    <a:pt x="972" y="212"/>
                    <a:pt x="804" y="117"/>
                    <a:pt x="627" y="60"/>
                  </a:cubicBezTo>
                  <a:cubicBezTo>
                    <a:pt x="529" y="28"/>
                    <a:pt x="419" y="1"/>
                    <a:pt x="313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15" name="Google Shape;915;p9"/>
            <p:cNvSpPr/>
            <p:nvPr/>
          </p:nvSpPr>
          <p:spPr>
            <a:xfrm>
              <a:off x="4224240" y="4930920"/>
              <a:ext cx="55800" cy="12600"/>
            </a:xfrm>
            <a:custGeom>
              <a:rect b="b" l="l" r="r" t="t"/>
              <a:pathLst>
                <a:path extrusionOk="0" h="259" w="1112">
                  <a:moveTo>
                    <a:pt x="1041" y="0"/>
                  </a:moveTo>
                  <a:cubicBezTo>
                    <a:pt x="1018" y="0"/>
                    <a:pt x="996" y="13"/>
                    <a:pt x="988" y="42"/>
                  </a:cubicBezTo>
                  <a:cubicBezTo>
                    <a:pt x="972" y="103"/>
                    <a:pt x="924" y="124"/>
                    <a:pt x="864" y="133"/>
                  </a:cubicBezTo>
                  <a:cubicBezTo>
                    <a:pt x="837" y="136"/>
                    <a:pt x="810" y="138"/>
                    <a:pt x="782" y="138"/>
                  </a:cubicBezTo>
                  <a:cubicBezTo>
                    <a:pt x="717" y="138"/>
                    <a:pt x="651" y="130"/>
                    <a:pt x="590" y="123"/>
                  </a:cubicBezTo>
                  <a:cubicBezTo>
                    <a:pt x="498" y="113"/>
                    <a:pt x="394" y="94"/>
                    <a:pt x="293" y="94"/>
                  </a:cubicBezTo>
                  <a:cubicBezTo>
                    <a:pt x="208" y="94"/>
                    <a:pt x="125" y="107"/>
                    <a:pt x="54" y="151"/>
                  </a:cubicBezTo>
                  <a:cubicBezTo>
                    <a:pt x="0" y="183"/>
                    <a:pt x="32" y="259"/>
                    <a:pt x="82" y="259"/>
                  </a:cubicBezTo>
                  <a:cubicBezTo>
                    <a:pt x="91" y="259"/>
                    <a:pt x="101" y="256"/>
                    <a:pt x="111" y="250"/>
                  </a:cubicBezTo>
                  <a:cubicBezTo>
                    <a:pt x="162" y="220"/>
                    <a:pt x="224" y="213"/>
                    <a:pt x="285" y="213"/>
                  </a:cubicBezTo>
                  <a:cubicBezTo>
                    <a:pt x="309" y="213"/>
                    <a:pt x="333" y="214"/>
                    <a:pt x="356" y="215"/>
                  </a:cubicBezTo>
                  <a:cubicBezTo>
                    <a:pt x="458" y="219"/>
                    <a:pt x="561" y="235"/>
                    <a:pt x="663" y="245"/>
                  </a:cubicBezTo>
                  <a:cubicBezTo>
                    <a:pt x="701" y="248"/>
                    <a:pt x="741" y="251"/>
                    <a:pt x="783" y="251"/>
                  </a:cubicBezTo>
                  <a:cubicBezTo>
                    <a:pt x="919" y="251"/>
                    <a:pt x="1061" y="220"/>
                    <a:pt x="1100" y="73"/>
                  </a:cubicBezTo>
                  <a:cubicBezTo>
                    <a:pt x="1112" y="29"/>
                    <a:pt x="1076" y="0"/>
                    <a:pt x="1041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475" lIns="91425" spcFirstLastPara="1" rIns="91425" wrap="square" tIns="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16" name="Google Shape;916;p9"/>
            <p:cNvSpPr/>
            <p:nvPr/>
          </p:nvSpPr>
          <p:spPr>
            <a:xfrm>
              <a:off x="4201560" y="4880880"/>
              <a:ext cx="39960" cy="19440"/>
            </a:xfrm>
            <a:custGeom>
              <a:rect b="b" l="l" r="r" t="t"/>
              <a:pathLst>
                <a:path extrusionOk="0" h="391" w="800">
                  <a:moveTo>
                    <a:pt x="719" y="0"/>
                  </a:moveTo>
                  <a:cubicBezTo>
                    <a:pt x="702" y="0"/>
                    <a:pt x="684" y="8"/>
                    <a:pt x="671" y="27"/>
                  </a:cubicBezTo>
                  <a:cubicBezTo>
                    <a:pt x="666" y="35"/>
                    <a:pt x="650" y="48"/>
                    <a:pt x="637" y="55"/>
                  </a:cubicBezTo>
                  <a:cubicBezTo>
                    <a:pt x="619" y="65"/>
                    <a:pt x="599" y="75"/>
                    <a:pt x="578" y="84"/>
                  </a:cubicBezTo>
                  <a:cubicBezTo>
                    <a:pt x="527" y="101"/>
                    <a:pt x="473" y="113"/>
                    <a:pt x="422" y="129"/>
                  </a:cubicBezTo>
                  <a:cubicBezTo>
                    <a:pt x="294" y="164"/>
                    <a:pt x="175" y="225"/>
                    <a:pt x="59" y="285"/>
                  </a:cubicBezTo>
                  <a:cubicBezTo>
                    <a:pt x="1" y="313"/>
                    <a:pt x="35" y="391"/>
                    <a:pt x="89" y="391"/>
                  </a:cubicBezTo>
                  <a:cubicBezTo>
                    <a:pt x="97" y="391"/>
                    <a:pt x="107" y="389"/>
                    <a:pt x="116" y="384"/>
                  </a:cubicBezTo>
                  <a:cubicBezTo>
                    <a:pt x="234" y="325"/>
                    <a:pt x="353" y="268"/>
                    <a:pt x="482" y="232"/>
                  </a:cubicBezTo>
                  <a:cubicBezTo>
                    <a:pt x="584" y="205"/>
                    <a:pt x="708" y="179"/>
                    <a:pt x="771" y="85"/>
                  </a:cubicBezTo>
                  <a:cubicBezTo>
                    <a:pt x="799" y="42"/>
                    <a:pt x="760" y="0"/>
                    <a:pt x="719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17" name="Google Shape;917;p9"/>
            <p:cNvSpPr/>
            <p:nvPr/>
          </p:nvSpPr>
          <p:spPr>
            <a:xfrm>
              <a:off x="4169520" y="4853520"/>
              <a:ext cx="55080" cy="17640"/>
            </a:xfrm>
            <a:custGeom>
              <a:rect b="b" l="l" r="r" t="t"/>
              <a:pathLst>
                <a:path extrusionOk="0" h="354" w="1099">
                  <a:moveTo>
                    <a:pt x="132" y="236"/>
                  </a:moveTo>
                  <a:cubicBezTo>
                    <a:pt x="132" y="236"/>
                    <a:pt x="133" y="236"/>
                    <a:pt x="136" y="237"/>
                  </a:cubicBezTo>
                  <a:lnTo>
                    <a:pt x="136" y="237"/>
                  </a:lnTo>
                  <a:cubicBezTo>
                    <a:pt x="135" y="236"/>
                    <a:pt x="133" y="236"/>
                    <a:pt x="132" y="236"/>
                  </a:cubicBezTo>
                  <a:close/>
                  <a:moveTo>
                    <a:pt x="1042" y="0"/>
                  </a:moveTo>
                  <a:cubicBezTo>
                    <a:pt x="1014" y="0"/>
                    <a:pt x="984" y="19"/>
                    <a:pt x="983" y="55"/>
                  </a:cubicBezTo>
                  <a:cubicBezTo>
                    <a:pt x="980" y="91"/>
                    <a:pt x="977" y="138"/>
                    <a:pt x="943" y="159"/>
                  </a:cubicBezTo>
                  <a:cubicBezTo>
                    <a:pt x="925" y="170"/>
                    <a:pt x="903" y="173"/>
                    <a:pt x="881" y="173"/>
                  </a:cubicBezTo>
                  <a:cubicBezTo>
                    <a:pt x="870" y="173"/>
                    <a:pt x="859" y="172"/>
                    <a:pt x="850" y="172"/>
                  </a:cubicBezTo>
                  <a:cubicBezTo>
                    <a:pt x="760" y="166"/>
                    <a:pt x="672" y="132"/>
                    <a:pt x="583" y="132"/>
                  </a:cubicBezTo>
                  <a:cubicBezTo>
                    <a:pt x="497" y="132"/>
                    <a:pt x="409" y="172"/>
                    <a:pt x="328" y="196"/>
                  </a:cubicBezTo>
                  <a:cubicBezTo>
                    <a:pt x="284" y="210"/>
                    <a:pt x="239" y="223"/>
                    <a:pt x="193" y="231"/>
                  </a:cubicBezTo>
                  <a:cubicBezTo>
                    <a:pt x="179" y="235"/>
                    <a:pt x="164" y="237"/>
                    <a:pt x="150" y="237"/>
                  </a:cubicBezTo>
                  <a:cubicBezTo>
                    <a:pt x="147" y="237"/>
                    <a:pt x="144" y="237"/>
                    <a:pt x="141" y="237"/>
                  </a:cubicBezTo>
                  <a:cubicBezTo>
                    <a:pt x="139" y="237"/>
                    <a:pt x="137" y="237"/>
                    <a:pt x="136" y="237"/>
                  </a:cubicBezTo>
                  <a:lnTo>
                    <a:pt x="136" y="237"/>
                  </a:lnTo>
                  <a:cubicBezTo>
                    <a:pt x="137" y="237"/>
                    <a:pt x="136" y="237"/>
                    <a:pt x="128" y="237"/>
                  </a:cubicBezTo>
                  <a:cubicBezTo>
                    <a:pt x="124" y="237"/>
                    <a:pt x="123" y="235"/>
                    <a:pt x="123" y="235"/>
                  </a:cubicBezTo>
                  <a:lnTo>
                    <a:pt x="123" y="235"/>
                  </a:lnTo>
                  <a:cubicBezTo>
                    <a:pt x="123" y="235"/>
                    <a:pt x="123" y="236"/>
                    <a:pt x="124" y="237"/>
                  </a:cubicBezTo>
                  <a:cubicBezTo>
                    <a:pt x="112" y="225"/>
                    <a:pt x="98" y="221"/>
                    <a:pt x="85" y="221"/>
                  </a:cubicBezTo>
                  <a:cubicBezTo>
                    <a:pt x="40" y="221"/>
                    <a:pt x="0" y="278"/>
                    <a:pt x="43" y="318"/>
                  </a:cubicBezTo>
                  <a:cubicBezTo>
                    <a:pt x="72" y="345"/>
                    <a:pt x="109" y="354"/>
                    <a:pt x="148" y="354"/>
                  </a:cubicBezTo>
                  <a:cubicBezTo>
                    <a:pt x="205" y="354"/>
                    <a:pt x="268" y="334"/>
                    <a:pt x="317" y="320"/>
                  </a:cubicBezTo>
                  <a:cubicBezTo>
                    <a:pt x="400" y="296"/>
                    <a:pt x="495" y="249"/>
                    <a:pt x="582" y="249"/>
                  </a:cubicBezTo>
                  <a:cubicBezTo>
                    <a:pt x="592" y="249"/>
                    <a:pt x="602" y="250"/>
                    <a:pt x="611" y="251"/>
                  </a:cubicBezTo>
                  <a:cubicBezTo>
                    <a:pt x="698" y="262"/>
                    <a:pt x="784" y="288"/>
                    <a:pt x="870" y="288"/>
                  </a:cubicBezTo>
                  <a:cubicBezTo>
                    <a:pt x="887" y="288"/>
                    <a:pt x="904" y="287"/>
                    <a:pt x="920" y="285"/>
                  </a:cubicBezTo>
                  <a:cubicBezTo>
                    <a:pt x="1042" y="268"/>
                    <a:pt x="1092" y="169"/>
                    <a:pt x="1098" y="55"/>
                  </a:cubicBezTo>
                  <a:cubicBezTo>
                    <a:pt x="1099" y="19"/>
                    <a:pt x="1071" y="0"/>
                    <a:pt x="1042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000" lIns="91425" spcFirstLastPara="1" rIns="91425" wrap="square" tIns="9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18" name="Google Shape;918;p9"/>
            <p:cNvSpPr/>
            <p:nvPr/>
          </p:nvSpPr>
          <p:spPr>
            <a:xfrm>
              <a:off x="4139280" y="4801680"/>
              <a:ext cx="63720" cy="38520"/>
            </a:xfrm>
            <a:custGeom>
              <a:rect b="b" l="l" r="r" t="t"/>
              <a:pathLst>
                <a:path extrusionOk="0" h="772" w="1274">
                  <a:moveTo>
                    <a:pt x="1218" y="0"/>
                  </a:moveTo>
                  <a:cubicBezTo>
                    <a:pt x="1189" y="0"/>
                    <a:pt x="1159" y="19"/>
                    <a:pt x="1156" y="56"/>
                  </a:cubicBezTo>
                  <a:cubicBezTo>
                    <a:pt x="1142" y="268"/>
                    <a:pt x="854" y="238"/>
                    <a:pt x="704" y="247"/>
                  </a:cubicBezTo>
                  <a:cubicBezTo>
                    <a:pt x="585" y="254"/>
                    <a:pt x="479" y="294"/>
                    <a:pt x="384" y="365"/>
                  </a:cubicBezTo>
                  <a:cubicBezTo>
                    <a:pt x="327" y="407"/>
                    <a:pt x="276" y="457"/>
                    <a:pt x="228" y="508"/>
                  </a:cubicBezTo>
                  <a:cubicBezTo>
                    <a:pt x="185" y="553"/>
                    <a:pt x="131" y="644"/>
                    <a:pt x="66" y="658"/>
                  </a:cubicBezTo>
                  <a:cubicBezTo>
                    <a:pt x="0" y="673"/>
                    <a:pt x="22" y="771"/>
                    <a:pt x="85" y="771"/>
                  </a:cubicBezTo>
                  <a:cubicBezTo>
                    <a:pt x="89" y="771"/>
                    <a:pt x="94" y="771"/>
                    <a:pt x="99" y="770"/>
                  </a:cubicBezTo>
                  <a:cubicBezTo>
                    <a:pt x="180" y="751"/>
                    <a:pt x="226" y="679"/>
                    <a:pt x="279" y="623"/>
                  </a:cubicBezTo>
                  <a:cubicBezTo>
                    <a:pt x="334" y="563"/>
                    <a:pt x="389" y="502"/>
                    <a:pt x="455" y="454"/>
                  </a:cubicBezTo>
                  <a:cubicBezTo>
                    <a:pt x="557" y="380"/>
                    <a:pt x="659" y="363"/>
                    <a:pt x="780" y="359"/>
                  </a:cubicBezTo>
                  <a:cubicBezTo>
                    <a:pt x="885" y="355"/>
                    <a:pt x="996" y="352"/>
                    <a:pt x="1094" y="311"/>
                  </a:cubicBezTo>
                  <a:cubicBezTo>
                    <a:pt x="1204" y="265"/>
                    <a:pt x="1262" y="173"/>
                    <a:pt x="1271" y="56"/>
                  </a:cubicBezTo>
                  <a:cubicBezTo>
                    <a:pt x="1274" y="19"/>
                    <a:pt x="1246" y="0"/>
                    <a:pt x="1218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9425" lIns="91425" spcFirstLastPara="1" rIns="91425" wrap="square" tIns="19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19" name="Google Shape;919;p9"/>
            <p:cNvSpPr/>
            <p:nvPr/>
          </p:nvSpPr>
          <p:spPr>
            <a:xfrm>
              <a:off x="4103280" y="4768560"/>
              <a:ext cx="63720" cy="33840"/>
            </a:xfrm>
            <a:custGeom>
              <a:rect b="b" l="l" r="r" t="t"/>
              <a:pathLst>
                <a:path extrusionOk="0" h="678" w="1270">
                  <a:moveTo>
                    <a:pt x="1212" y="0"/>
                  </a:moveTo>
                  <a:cubicBezTo>
                    <a:pt x="1183" y="0"/>
                    <a:pt x="1154" y="19"/>
                    <a:pt x="1152" y="56"/>
                  </a:cubicBezTo>
                  <a:cubicBezTo>
                    <a:pt x="1148" y="133"/>
                    <a:pt x="1055" y="169"/>
                    <a:pt x="992" y="189"/>
                  </a:cubicBezTo>
                  <a:cubicBezTo>
                    <a:pt x="889" y="223"/>
                    <a:pt x="777" y="237"/>
                    <a:pt x="669" y="251"/>
                  </a:cubicBezTo>
                  <a:cubicBezTo>
                    <a:pt x="580" y="264"/>
                    <a:pt x="488" y="272"/>
                    <a:pt x="404" y="311"/>
                  </a:cubicBezTo>
                  <a:cubicBezTo>
                    <a:pt x="337" y="342"/>
                    <a:pt x="279" y="389"/>
                    <a:pt x="223" y="437"/>
                  </a:cubicBezTo>
                  <a:cubicBezTo>
                    <a:pt x="173" y="479"/>
                    <a:pt x="123" y="535"/>
                    <a:pt x="61" y="561"/>
                  </a:cubicBezTo>
                  <a:cubicBezTo>
                    <a:pt x="1" y="587"/>
                    <a:pt x="17" y="678"/>
                    <a:pt x="70" y="678"/>
                  </a:cubicBezTo>
                  <a:cubicBezTo>
                    <a:pt x="76" y="678"/>
                    <a:pt x="83" y="677"/>
                    <a:pt x="91" y="673"/>
                  </a:cubicBezTo>
                  <a:cubicBezTo>
                    <a:pt x="234" y="612"/>
                    <a:pt x="323" y="465"/>
                    <a:pt x="471" y="407"/>
                  </a:cubicBezTo>
                  <a:cubicBezTo>
                    <a:pt x="560" y="372"/>
                    <a:pt x="663" y="369"/>
                    <a:pt x="757" y="355"/>
                  </a:cubicBezTo>
                  <a:cubicBezTo>
                    <a:pt x="935" y="328"/>
                    <a:pt x="1254" y="292"/>
                    <a:pt x="1267" y="56"/>
                  </a:cubicBezTo>
                  <a:cubicBezTo>
                    <a:pt x="1269" y="19"/>
                    <a:pt x="1241" y="0"/>
                    <a:pt x="1212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6900" lIns="91425" spcFirstLastPara="1" rIns="91425" wrap="square" tIns="16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20" name="Google Shape;920;p9"/>
            <p:cNvSpPr/>
            <p:nvPr/>
          </p:nvSpPr>
          <p:spPr>
            <a:xfrm>
              <a:off x="4075920" y="4739040"/>
              <a:ext cx="51120" cy="21960"/>
            </a:xfrm>
            <a:custGeom>
              <a:rect b="b" l="l" r="r" t="t"/>
              <a:pathLst>
                <a:path extrusionOk="0" h="443" w="1020">
                  <a:moveTo>
                    <a:pt x="964" y="0"/>
                  </a:moveTo>
                  <a:cubicBezTo>
                    <a:pt x="935" y="0"/>
                    <a:pt x="903" y="19"/>
                    <a:pt x="900" y="56"/>
                  </a:cubicBezTo>
                  <a:cubicBezTo>
                    <a:pt x="896" y="105"/>
                    <a:pt x="822" y="108"/>
                    <a:pt x="772" y="108"/>
                  </a:cubicBezTo>
                  <a:cubicBezTo>
                    <a:pt x="768" y="108"/>
                    <a:pt x="765" y="108"/>
                    <a:pt x="761" y="108"/>
                  </a:cubicBezTo>
                  <a:cubicBezTo>
                    <a:pt x="684" y="108"/>
                    <a:pt x="606" y="96"/>
                    <a:pt x="529" y="96"/>
                  </a:cubicBezTo>
                  <a:cubicBezTo>
                    <a:pt x="495" y="96"/>
                    <a:pt x="459" y="96"/>
                    <a:pt x="428" y="108"/>
                  </a:cubicBezTo>
                  <a:cubicBezTo>
                    <a:pt x="380" y="127"/>
                    <a:pt x="339" y="159"/>
                    <a:pt x="298" y="190"/>
                  </a:cubicBezTo>
                  <a:cubicBezTo>
                    <a:pt x="255" y="222"/>
                    <a:pt x="215" y="257"/>
                    <a:pt x="170" y="287"/>
                  </a:cubicBezTo>
                  <a:cubicBezTo>
                    <a:pt x="141" y="308"/>
                    <a:pt x="109" y="329"/>
                    <a:pt x="73" y="329"/>
                  </a:cubicBezTo>
                  <a:cubicBezTo>
                    <a:pt x="68" y="329"/>
                    <a:pt x="64" y="329"/>
                    <a:pt x="60" y="328"/>
                  </a:cubicBezTo>
                  <a:cubicBezTo>
                    <a:pt x="58" y="328"/>
                    <a:pt x="57" y="328"/>
                    <a:pt x="56" y="328"/>
                  </a:cubicBezTo>
                  <a:cubicBezTo>
                    <a:pt x="25" y="328"/>
                    <a:pt x="3" y="359"/>
                    <a:pt x="0" y="386"/>
                  </a:cubicBezTo>
                  <a:cubicBezTo>
                    <a:pt x="4" y="419"/>
                    <a:pt x="31" y="438"/>
                    <a:pt x="62" y="441"/>
                  </a:cubicBezTo>
                  <a:cubicBezTo>
                    <a:pt x="70" y="442"/>
                    <a:pt x="77" y="443"/>
                    <a:pt x="84" y="443"/>
                  </a:cubicBezTo>
                  <a:cubicBezTo>
                    <a:pt x="185" y="443"/>
                    <a:pt x="276" y="355"/>
                    <a:pt x="349" y="298"/>
                  </a:cubicBezTo>
                  <a:cubicBezTo>
                    <a:pt x="387" y="268"/>
                    <a:pt x="431" y="224"/>
                    <a:pt x="479" y="213"/>
                  </a:cubicBezTo>
                  <a:cubicBezTo>
                    <a:pt x="489" y="211"/>
                    <a:pt x="503" y="210"/>
                    <a:pt x="518" y="210"/>
                  </a:cubicBezTo>
                  <a:cubicBezTo>
                    <a:pt x="539" y="210"/>
                    <a:pt x="563" y="212"/>
                    <a:pt x="581" y="213"/>
                  </a:cubicBezTo>
                  <a:cubicBezTo>
                    <a:pt x="633" y="216"/>
                    <a:pt x="697" y="223"/>
                    <a:pt x="761" y="223"/>
                  </a:cubicBezTo>
                  <a:cubicBezTo>
                    <a:pt x="883" y="223"/>
                    <a:pt x="1002" y="196"/>
                    <a:pt x="1016" y="56"/>
                  </a:cubicBezTo>
                  <a:cubicBezTo>
                    <a:pt x="1020" y="18"/>
                    <a:pt x="993" y="0"/>
                    <a:pt x="964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150" lIns="91425" spcFirstLastPara="1" rIns="91425" wrap="square" tIns="111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21" name="Google Shape;921;p9"/>
            <p:cNvSpPr/>
            <p:nvPr/>
          </p:nvSpPr>
          <p:spPr>
            <a:xfrm>
              <a:off x="4066560" y="4682160"/>
              <a:ext cx="61200" cy="34920"/>
            </a:xfrm>
            <a:custGeom>
              <a:rect b="b" l="l" r="r" t="t"/>
              <a:pathLst>
                <a:path extrusionOk="0" h="701" w="1221">
                  <a:moveTo>
                    <a:pt x="1151" y="1"/>
                  </a:moveTo>
                  <a:cubicBezTo>
                    <a:pt x="1128" y="1"/>
                    <a:pt x="1104" y="13"/>
                    <a:pt x="1095" y="41"/>
                  </a:cubicBezTo>
                  <a:cubicBezTo>
                    <a:pt x="1057" y="155"/>
                    <a:pt x="1020" y="274"/>
                    <a:pt x="928" y="355"/>
                  </a:cubicBezTo>
                  <a:cubicBezTo>
                    <a:pt x="884" y="394"/>
                    <a:pt x="831" y="407"/>
                    <a:pt x="775" y="407"/>
                  </a:cubicBezTo>
                  <a:cubicBezTo>
                    <a:pt x="693" y="407"/>
                    <a:pt x="604" y="380"/>
                    <a:pt x="529" y="374"/>
                  </a:cubicBezTo>
                  <a:cubicBezTo>
                    <a:pt x="493" y="371"/>
                    <a:pt x="456" y="369"/>
                    <a:pt x="420" y="369"/>
                  </a:cubicBezTo>
                  <a:cubicBezTo>
                    <a:pt x="352" y="369"/>
                    <a:pt x="284" y="377"/>
                    <a:pt x="220" y="404"/>
                  </a:cubicBezTo>
                  <a:cubicBezTo>
                    <a:pt x="118" y="447"/>
                    <a:pt x="55" y="530"/>
                    <a:pt x="16" y="631"/>
                  </a:cubicBezTo>
                  <a:cubicBezTo>
                    <a:pt x="0" y="673"/>
                    <a:pt x="34" y="700"/>
                    <a:pt x="70" y="700"/>
                  </a:cubicBezTo>
                  <a:cubicBezTo>
                    <a:pt x="93" y="700"/>
                    <a:pt x="117" y="688"/>
                    <a:pt x="127" y="661"/>
                  </a:cubicBezTo>
                  <a:cubicBezTo>
                    <a:pt x="183" y="520"/>
                    <a:pt x="299" y="484"/>
                    <a:pt x="426" y="484"/>
                  </a:cubicBezTo>
                  <a:cubicBezTo>
                    <a:pt x="523" y="484"/>
                    <a:pt x="627" y="505"/>
                    <a:pt x="716" y="516"/>
                  </a:cubicBezTo>
                  <a:cubicBezTo>
                    <a:pt x="736" y="518"/>
                    <a:pt x="755" y="520"/>
                    <a:pt x="775" y="520"/>
                  </a:cubicBezTo>
                  <a:cubicBezTo>
                    <a:pt x="885" y="520"/>
                    <a:pt x="981" y="480"/>
                    <a:pt x="1056" y="389"/>
                  </a:cubicBezTo>
                  <a:cubicBezTo>
                    <a:pt x="1132" y="296"/>
                    <a:pt x="1170" y="183"/>
                    <a:pt x="1206" y="71"/>
                  </a:cubicBezTo>
                  <a:cubicBezTo>
                    <a:pt x="1220" y="29"/>
                    <a:pt x="1186" y="1"/>
                    <a:pt x="1151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7625" lIns="91425" spcFirstLastPara="1" rIns="91425" wrap="square" tIns="176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22" name="Google Shape;922;p9"/>
            <p:cNvSpPr/>
            <p:nvPr/>
          </p:nvSpPr>
          <p:spPr>
            <a:xfrm>
              <a:off x="4056120" y="4654800"/>
              <a:ext cx="45360" cy="24120"/>
            </a:xfrm>
            <a:custGeom>
              <a:rect b="b" l="l" r="r" t="t"/>
              <a:pathLst>
                <a:path extrusionOk="0" h="488" w="907">
                  <a:moveTo>
                    <a:pt x="836" y="0"/>
                  </a:moveTo>
                  <a:cubicBezTo>
                    <a:pt x="813" y="0"/>
                    <a:pt x="791" y="13"/>
                    <a:pt x="786" y="42"/>
                  </a:cubicBezTo>
                  <a:cubicBezTo>
                    <a:pt x="774" y="101"/>
                    <a:pt x="739" y="109"/>
                    <a:pt x="680" y="109"/>
                  </a:cubicBezTo>
                  <a:cubicBezTo>
                    <a:pt x="621" y="109"/>
                    <a:pt x="561" y="96"/>
                    <a:pt x="501" y="96"/>
                  </a:cubicBezTo>
                  <a:cubicBezTo>
                    <a:pt x="493" y="96"/>
                    <a:pt x="485" y="97"/>
                    <a:pt x="477" y="97"/>
                  </a:cubicBezTo>
                  <a:cubicBezTo>
                    <a:pt x="389" y="101"/>
                    <a:pt x="301" y="141"/>
                    <a:pt x="229" y="186"/>
                  </a:cubicBezTo>
                  <a:cubicBezTo>
                    <a:pt x="145" y="240"/>
                    <a:pt x="69" y="311"/>
                    <a:pt x="23" y="399"/>
                  </a:cubicBezTo>
                  <a:cubicBezTo>
                    <a:pt x="1" y="445"/>
                    <a:pt x="41" y="487"/>
                    <a:pt x="80" y="487"/>
                  </a:cubicBezTo>
                  <a:cubicBezTo>
                    <a:pt x="97" y="487"/>
                    <a:pt x="114" y="479"/>
                    <a:pt x="124" y="459"/>
                  </a:cubicBezTo>
                  <a:cubicBezTo>
                    <a:pt x="168" y="369"/>
                    <a:pt x="247" y="304"/>
                    <a:pt x="332" y="260"/>
                  </a:cubicBezTo>
                  <a:cubicBezTo>
                    <a:pt x="396" y="227"/>
                    <a:pt x="449" y="212"/>
                    <a:pt x="512" y="212"/>
                  </a:cubicBezTo>
                  <a:cubicBezTo>
                    <a:pt x="522" y="212"/>
                    <a:pt x="533" y="213"/>
                    <a:pt x="543" y="213"/>
                  </a:cubicBezTo>
                  <a:cubicBezTo>
                    <a:pt x="590" y="217"/>
                    <a:pt x="637" y="224"/>
                    <a:pt x="684" y="224"/>
                  </a:cubicBezTo>
                  <a:cubicBezTo>
                    <a:pt x="707" y="224"/>
                    <a:pt x="731" y="222"/>
                    <a:pt x="755" y="218"/>
                  </a:cubicBezTo>
                  <a:cubicBezTo>
                    <a:pt x="831" y="203"/>
                    <a:pt x="882" y="147"/>
                    <a:pt x="898" y="72"/>
                  </a:cubicBezTo>
                  <a:cubicBezTo>
                    <a:pt x="906" y="28"/>
                    <a:pt x="869" y="0"/>
                    <a:pt x="836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225" lIns="91425" spcFirstLastPara="1" rIns="91425" wrap="square" tIns="12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23" name="Google Shape;923;p9"/>
            <p:cNvSpPr/>
            <p:nvPr/>
          </p:nvSpPr>
          <p:spPr>
            <a:xfrm>
              <a:off x="4045320" y="4614480"/>
              <a:ext cx="38520" cy="24840"/>
            </a:xfrm>
            <a:custGeom>
              <a:rect b="b" l="l" r="r" t="t"/>
              <a:pathLst>
                <a:path extrusionOk="0" h="503" w="774">
                  <a:moveTo>
                    <a:pt x="612" y="151"/>
                  </a:moveTo>
                  <a:cubicBezTo>
                    <a:pt x="612" y="151"/>
                    <a:pt x="612" y="152"/>
                    <a:pt x="611" y="152"/>
                  </a:cubicBezTo>
                  <a:lnTo>
                    <a:pt x="611" y="152"/>
                  </a:lnTo>
                  <a:cubicBezTo>
                    <a:pt x="612" y="152"/>
                    <a:pt x="612" y="151"/>
                    <a:pt x="612" y="151"/>
                  </a:cubicBezTo>
                  <a:close/>
                  <a:moveTo>
                    <a:pt x="186" y="332"/>
                  </a:moveTo>
                  <a:lnTo>
                    <a:pt x="186" y="332"/>
                  </a:lnTo>
                  <a:cubicBezTo>
                    <a:pt x="185" y="333"/>
                    <a:pt x="184" y="333"/>
                    <a:pt x="182" y="334"/>
                  </a:cubicBezTo>
                  <a:cubicBezTo>
                    <a:pt x="183" y="334"/>
                    <a:pt x="185" y="333"/>
                    <a:pt x="186" y="332"/>
                  </a:cubicBezTo>
                  <a:close/>
                  <a:moveTo>
                    <a:pt x="127" y="385"/>
                  </a:moveTo>
                  <a:cubicBezTo>
                    <a:pt x="127" y="386"/>
                    <a:pt x="127" y="387"/>
                    <a:pt x="127" y="387"/>
                  </a:cubicBezTo>
                  <a:cubicBezTo>
                    <a:pt x="127" y="387"/>
                    <a:pt x="127" y="386"/>
                    <a:pt x="127" y="385"/>
                  </a:cubicBezTo>
                  <a:close/>
                  <a:moveTo>
                    <a:pt x="717" y="1"/>
                  </a:moveTo>
                  <a:cubicBezTo>
                    <a:pt x="688" y="1"/>
                    <a:pt x="658" y="19"/>
                    <a:pt x="655" y="56"/>
                  </a:cubicBezTo>
                  <a:cubicBezTo>
                    <a:pt x="654" y="79"/>
                    <a:pt x="647" y="104"/>
                    <a:pt x="637" y="124"/>
                  </a:cubicBezTo>
                  <a:cubicBezTo>
                    <a:pt x="634" y="127"/>
                    <a:pt x="633" y="128"/>
                    <a:pt x="631" y="132"/>
                  </a:cubicBezTo>
                  <a:cubicBezTo>
                    <a:pt x="634" y="129"/>
                    <a:pt x="635" y="128"/>
                    <a:pt x="635" y="128"/>
                  </a:cubicBezTo>
                  <a:lnTo>
                    <a:pt x="635" y="128"/>
                  </a:lnTo>
                  <a:cubicBezTo>
                    <a:pt x="635" y="128"/>
                    <a:pt x="632" y="131"/>
                    <a:pt x="631" y="132"/>
                  </a:cubicBezTo>
                  <a:cubicBezTo>
                    <a:pt x="627" y="138"/>
                    <a:pt x="623" y="141"/>
                    <a:pt x="618" y="147"/>
                  </a:cubicBezTo>
                  <a:cubicBezTo>
                    <a:pt x="618" y="147"/>
                    <a:pt x="617" y="148"/>
                    <a:pt x="615" y="149"/>
                  </a:cubicBezTo>
                  <a:lnTo>
                    <a:pt x="615" y="149"/>
                  </a:lnTo>
                  <a:cubicBezTo>
                    <a:pt x="615" y="148"/>
                    <a:pt x="615" y="148"/>
                    <a:pt x="615" y="148"/>
                  </a:cubicBezTo>
                  <a:lnTo>
                    <a:pt x="615" y="148"/>
                  </a:lnTo>
                  <a:cubicBezTo>
                    <a:pt x="615" y="148"/>
                    <a:pt x="614" y="149"/>
                    <a:pt x="612" y="151"/>
                  </a:cubicBezTo>
                  <a:lnTo>
                    <a:pt x="612" y="151"/>
                  </a:lnTo>
                  <a:cubicBezTo>
                    <a:pt x="613" y="150"/>
                    <a:pt x="614" y="149"/>
                    <a:pt x="615" y="149"/>
                  </a:cubicBezTo>
                  <a:lnTo>
                    <a:pt x="615" y="149"/>
                  </a:lnTo>
                  <a:cubicBezTo>
                    <a:pt x="615" y="149"/>
                    <a:pt x="614" y="150"/>
                    <a:pt x="611" y="152"/>
                  </a:cubicBezTo>
                  <a:cubicBezTo>
                    <a:pt x="606" y="155"/>
                    <a:pt x="599" y="159"/>
                    <a:pt x="594" y="162"/>
                  </a:cubicBezTo>
                  <a:cubicBezTo>
                    <a:pt x="589" y="164"/>
                    <a:pt x="583" y="168"/>
                    <a:pt x="580" y="169"/>
                  </a:cubicBezTo>
                  <a:cubicBezTo>
                    <a:pt x="583" y="168"/>
                    <a:pt x="584" y="167"/>
                    <a:pt x="583" y="167"/>
                  </a:cubicBezTo>
                  <a:lnTo>
                    <a:pt x="583" y="167"/>
                  </a:lnTo>
                  <a:cubicBezTo>
                    <a:pt x="582" y="167"/>
                    <a:pt x="573" y="171"/>
                    <a:pt x="570" y="173"/>
                  </a:cubicBezTo>
                  <a:cubicBezTo>
                    <a:pt x="556" y="178"/>
                    <a:pt x="542" y="182"/>
                    <a:pt x="528" y="183"/>
                  </a:cubicBezTo>
                  <a:cubicBezTo>
                    <a:pt x="521" y="185"/>
                    <a:pt x="513" y="185"/>
                    <a:pt x="506" y="188"/>
                  </a:cubicBezTo>
                  <a:cubicBezTo>
                    <a:pt x="499" y="188"/>
                    <a:pt x="500" y="188"/>
                    <a:pt x="501" y="188"/>
                  </a:cubicBezTo>
                  <a:cubicBezTo>
                    <a:pt x="501" y="188"/>
                    <a:pt x="502" y="188"/>
                    <a:pt x="495" y="189"/>
                  </a:cubicBezTo>
                  <a:cubicBezTo>
                    <a:pt x="478" y="190"/>
                    <a:pt x="462" y="192"/>
                    <a:pt x="447" y="192"/>
                  </a:cubicBezTo>
                  <a:cubicBezTo>
                    <a:pt x="331" y="199"/>
                    <a:pt x="193" y="185"/>
                    <a:pt x="94" y="254"/>
                  </a:cubicBezTo>
                  <a:cubicBezTo>
                    <a:pt x="29" y="301"/>
                    <a:pt x="2" y="373"/>
                    <a:pt x="0" y="450"/>
                  </a:cubicBezTo>
                  <a:cubicBezTo>
                    <a:pt x="0" y="485"/>
                    <a:pt x="28" y="502"/>
                    <a:pt x="57" y="502"/>
                  </a:cubicBezTo>
                  <a:cubicBezTo>
                    <a:pt x="86" y="502"/>
                    <a:pt x="116" y="484"/>
                    <a:pt x="117" y="446"/>
                  </a:cubicBezTo>
                  <a:cubicBezTo>
                    <a:pt x="117" y="424"/>
                    <a:pt x="117" y="423"/>
                    <a:pt x="121" y="407"/>
                  </a:cubicBezTo>
                  <a:cubicBezTo>
                    <a:pt x="122" y="400"/>
                    <a:pt x="124" y="393"/>
                    <a:pt x="127" y="387"/>
                  </a:cubicBezTo>
                  <a:cubicBezTo>
                    <a:pt x="127" y="386"/>
                    <a:pt x="128" y="382"/>
                    <a:pt x="128" y="382"/>
                  </a:cubicBezTo>
                  <a:lnTo>
                    <a:pt x="128" y="382"/>
                  </a:lnTo>
                  <a:cubicBezTo>
                    <a:pt x="129" y="382"/>
                    <a:pt x="128" y="383"/>
                    <a:pt x="127" y="385"/>
                  </a:cubicBezTo>
                  <a:lnTo>
                    <a:pt x="127" y="385"/>
                  </a:lnTo>
                  <a:cubicBezTo>
                    <a:pt x="128" y="383"/>
                    <a:pt x="129" y="381"/>
                    <a:pt x="129" y="379"/>
                  </a:cubicBezTo>
                  <a:lnTo>
                    <a:pt x="141" y="362"/>
                  </a:lnTo>
                  <a:lnTo>
                    <a:pt x="141" y="362"/>
                  </a:lnTo>
                  <a:cubicBezTo>
                    <a:pt x="139" y="365"/>
                    <a:pt x="138" y="366"/>
                    <a:pt x="138" y="366"/>
                  </a:cubicBezTo>
                  <a:cubicBezTo>
                    <a:pt x="139" y="366"/>
                    <a:pt x="144" y="359"/>
                    <a:pt x="145" y="358"/>
                  </a:cubicBezTo>
                  <a:cubicBezTo>
                    <a:pt x="147" y="356"/>
                    <a:pt x="154" y="350"/>
                    <a:pt x="155" y="349"/>
                  </a:cubicBezTo>
                  <a:lnTo>
                    <a:pt x="155" y="349"/>
                  </a:lnTo>
                  <a:cubicBezTo>
                    <a:pt x="159" y="346"/>
                    <a:pt x="164" y="344"/>
                    <a:pt x="169" y="341"/>
                  </a:cubicBezTo>
                  <a:cubicBezTo>
                    <a:pt x="173" y="338"/>
                    <a:pt x="178" y="335"/>
                    <a:pt x="182" y="334"/>
                  </a:cubicBezTo>
                  <a:cubicBezTo>
                    <a:pt x="185" y="332"/>
                    <a:pt x="187" y="332"/>
                    <a:pt x="187" y="332"/>
                  </a:cubicBezTo>
                  <a:lnTo>
                    <a:pt x="187" y="332"/>
                  </a:lnTo>
                  <a:cubicBezTo>
                    <a:pt x="187" y="332"/>
                    <a:pt x="187" y="332"/>
                    <a:pt x="186" y="332"/>
                  </a:cubicBezTo>
                  <a:lnTo>
                    <a:pt x="186" y="332"/>
                  </a:lnTo>
                  <a:cubicBezTo>
                    <a:pt x="188" y="332"/>
                    <a:pt x="189" y="332"/>
                    <a:pt x="192" y="331"/>
                  </a:cubicBezTo>
                  <a:cubicBezTo>
                    <a:pt x="206" y="326"/>
                    <a:pt x="217" y="322"/>
                    <a:pt x="231" y="319"/>
                  </a:cubicBezTo>
                  <a:cubicBezTo>
                    <a:pt x="239" y="318"/>
                    <a:pt x="246" y="318"/>
                    <a:pt x="253" y="317"/>
                  </a:cubicBezTo>
                  <a:cubicBezTo>
                    <a:pt x="260" y="315"/>
                    <a:pt x="259" y="315"/>
                    <a:pt x="258" y="315"/>
                  </a:cubicBezTo>
                  <a:cubicBezTo>
                    <a:pt x="258" y="315"/>
                    <a:pt x="257" y="315"/>
                    <a:pt x="264" y="314"/>
                  </a:cubicBezTo>
                  <a:cubicBezTo>
                    <a:pt x="280" y="312"/>
                    <a:pt x="295" y="311"/>
                    <a:pt x="311" y="311"/>
                  </a:cubicBezTo>
                  <a:cubicBezTo>
                    <a:pt x="427" y="304"/>
                    <a:pt x="566" y="318"/>
                    <a:pt x="668" y="249"/>
                  </a:cubicBezTo>
                  <a:cubicBezTo>
                    <a:pt x="736" y="205"/>
                    <a:pt x="766" y="134"/>
                    <a:pt x="771" y="56"/>
                  </a:cubicBezTo>
                  <a:cubicBezTo>
                    <a:pt x="774" y="19"/>
                    <a:pt x="746" y="1"/>
                    <a:pt x="717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600" lIns="91425" spcFirstLastPara="1" rIns="91425" wrap="square" tIns="12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24" name="Google Shape;924;p9"/>
            <p:cNvSpPr/>
            <p:nvPr/>
          </p:nvSpPr>
          <p:spPr>
            <a:xfrm>
              <a:off x="4019400" y="4555080"/>
              <a:ext cx="36000" cy="57600"/>
            </a:xfrm>
            <a:custGeom>
              <a:rect b="b" l="l" r="r" t="t"/>
              <a:pathLst>
                <a:path extrusionOk="0" h="1149" w="721">
                  <a:moveTo>
                    <a:pt x="643" y="0"/>
                  </a:moveTo>
                  <a:cubicBezTo>
                    <a:pt x="609" y="0"/>
                    <a:pt x="572" y="29"/>
                    <a:pt x="581" y="73"/>
                  </a:cubicBezTo>
                  <a:cubicBezTo>
                    <a:pt x="599" y="169"/>
                    <a:pt x="603" y="271"/>
                    <a:pt x="549" y="358"/>
                  </a:cubicBezTo>
                  <a:cubicBezTo>
                    <a:pt x="503" y="430"/>
                    <a:pt x="426" y="484"/>
                    <a:pt x="362" y="538"/>
                  </a:cubicBezTo>
                  <a:cubicBezTo>
                    <a:pt x="280" y="607"/>
                    <a:pt x="205" y="678"/>
                    <a:pt x="163" y="779"/>
                  </a:cubicBezTo>
                  <a:cubicBezTo>
                    <a:pt x="126" y="864"/>
                    <a:pt x="113" y="987"/>
                    <a:pt x="44" y="1052"/>
                  </a:cubicBezTo>
                  <a:cubicBezTo>
                    <a:pt x="0" y="1091"/>
                    <a:pt x="41" y="1148"/>
                    <a:pt x="87" y="1148"/>
                  </a:cubicBezTo>
                  <a:cubicBezTo>
                    <a:pt x="100" y="1148"/>
                    <a:pt x="114" y="1144"/>
                    <a:pt x="126" y="1133"/>
                  </a:cubicBezTo>
                  <a:cubicBezTo>
                    <a:pt x="205" y="1059"/>
                    <a:pt x="224" y="940"/>
                    <a:pt x="260" y="842"/>
                  </a:cubicBezTo>
                  <a:cubicBezTo>
                    <a:pt x="304" y="733"/>
                    <a:pt x="395" y="662"/>
                    <a:pt x="483" y="587"/>
                  </a:cubicBezTo>
                  <a:cubicBezTo>
                    <a:pt x="552" y="529"/>
                    <a:pt x="627" y="467"/>
                    <a:pt x="667" y="385"/>
                  </a:cubicBezTo>
                  <a:cubicBezTo>
                    <a:pt x="721" y="276"/>
                    <a:pt x="715" y="158"/>
                    <a:pt x="693" y="42"/>
                  </a:cubicBezTo>
                  <a:cubicBezTo>
                    <a:pt x="687" y="13"/>
                    <a:pt x="666" y="0"/>
                    <a:pt x="643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8800" lIns="91425" spcFirstLastPara="1" rIns="91425" wrap="square" tIns="28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25" name="Google Shape;925;p9"/>
            <p:cNvSpPr/>
            <p:nvPr/>
          </p:nvSpPr>
          <p:spPr>
            <a:xfrm>
              <a:off x="3976200" y="4522680"/>
              <a:ext cx="13320" cy="60840"/>
            </a:xfrm>
            <a:custGeom>
              <a:rect b="b" l="l" r="r" t="t"/>
              <a:pathLst>
                <a:path extrusionOk="0" h="1212" w="269">
                  <a:moveTo>
                    <a:pt x="128" y="1"/>
                  </a:moveTo>
                  <a:cubicBezTo>
                    <a:pt x="87" y="1"/>
                    <a:pt x="47" y="41"/>
                    <a:pt x="78" y="84"/>
                  </a:cubicBezTo>
                  <a:cubicBezTo>
                    <a:pt x="132" y="155"/>
                    <a:pt x="158" y="229"/>
                    <a:pt x="141" y="316"/>
                  </a:cubicBezTo>
                  <a:cubicBezTo>
                    <a:pt x="126" y="397"/>
                    <a:pt x="90" y="475"/>
                    <a:pt x="57" y="552"/>
                  </a:cubicBezTo>
                  <a:cubicBezTo>
                    <a:pt x="20" y="644"/>
                    <a:pt x="0" y="730"/>
                    <a:pt x="6" y="832"/>
                  </a:cubicBezTo>
                  <a:cubicBezTo>
                    <a:pt x="9" y="934"/>
                    <a:pt x="30" y="1038"/>
                    <a:pt x="14" y="1140"/>
                  </a:cubicBezTo>
                  <a:cubicBezTo>
                    <a:pt x="9" y="1183"/>
                    <a:pt x="45" y="1212"/>
                    <a:pt x="79" y="1212"/>
                  </a:cubicBezTo>
                  <a:cubicBezTo>
                    <a:pt x="101" y="1212"/>
                    <a:pt x="121" y="1199"/>
                    <a:pt x="126" y="1170"/>
                  </a:cubicBezTo>
                  <a:cubicBezTo>
                    <a:pt x="143" y="1059"/>
                    <a:pt x="128" y="953"/>
                    <a:pt x="122" y="841"/>
                  </a:cubicBezTo>
                  <a:cubicBezTo>
                    <a:pt x="119" y="786"/>
                    <a:pt x="119" y="729"/>
                    <a:pt x="135" y="675"/>
                  </a:cubicBezTo>
                  <a:cubicBezTo>
                    <a:pt x="149" y="625"/>
                    <a:pt x="170" y="580"/>
                    <a:pt x="190" y="532"/>
                  </a:cubicBezTo>
                  <a:cubicBezTo>
                    <a:pt x="221" y="453"/>
                    <a:pt x="254" y="373"/>
                    <a:pt x="261" y="285"/>
                  </a:cubicBezTo>
                  <a:cubicBezTo>
                    <a:pt x="268" y="190"/>
                    <a:pt x="234" y="103"/>
                    <a:pt x="177" y="26"/>
                  </a:cubicBezTo>
                  <a:cubicBezTo>
                    <a:pt x="164" y="8"/>
                    <a:pt x="146" y="1"/>
                    <a:pt x="128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0600" lIns="91425" spcFirstLastPara="1" rIns="91425" wrap="square" tIns="30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26" name="Google Shape;926;p9"/>
            <p:cNvSpPr/>
            <p:nvPr/>
          </p:nvSpPr>
          <p:spPr>
            <a:xfrm>
              <a:off x="3888360" y="4527720"/>
              <a:ext cx="30240" cy="58680"/>
            </a:xfrm>
            <a:custGeom>
              <a:rect b="b" l="l" r="r" t="t"/>
              <a:pathLst>
                <a:path extrusionOk="0" h="1174" w="611">
                  <a:moveTo>
                    <a:pt x="66" y="0"/>
                  </a:moveTo>
                  <a:cubicBezTo>
                    <a:pt x="0" y="0"/>
                    <a:pt x="3" y="107"/>
                    <a:pt x="73" y="115"/>
                  </a:cubicBezTo>
                  <a:lnTo>
                    <a:pt x="73" y="115"/>
                  </a:lnTo>
                  <a:cubicBezTo>
                    <a:pt x="72" y="115"/>
                    <a:pt x="72" y="115"/>
                    <a:pt x="71" y="115"/>
                  </a:cubicBezTo>
                  <a:cubicBezTo>
                    <a:pt x="67" y="115"/>
                    <a:pt x="84" y="120"/>
                    <a:pt x="87" y="121"/>
                  </a:cubicBezTo>
                  <a:cubicBezTo>
                    <a:pt x="85" y="121"/>
                    <a:pt x="84" y="121"/>
                    <a:pt x="84" y="121"/>
                  </a:cubicBezTo>
                  <a:lnTo>
                    <a:pt x="84" y="121"/>
                  </a:lnTo>
                  <a:cubicBezTo>
                    <a:pt x="81" y="121"/>
                    <a:pt x="95" y="128"/>
                    <a:pt x="96" y="128"/>
                  </a:cubicBezTo>
                  <a:cubicBezTo>
                    <a:pt x="98" y="128"/>
                    <a:pt x="115" y="148"/>
                    <a:pt x="119" y="154"/>
                  </a:cubicBezTo>
                  <a:cubicBezTo>
                    <a:pt x="145" y="186"/>
                    <a:pt x="159" y="226"/>
                    <a:pt x="172" y="267"/>
                  </a:cubicBezTo>
                  <a:cubicBezTo>
                    <a:pt x="207" y="373"/>
                    <a:pt x="225" y="484"/>
                    <a:pt x="248" y="595"/>
                  </a:cubicBezTo>
                  <a:cubicBezTo>
                    <a:pt x="272" y="708"/>
                    <a:pt x="296" y="821"/>
                    <a:pt x="337" y="930"/>
                  </a:cubicBezTo>
                  <a:cubicBezTo>
                    <a:pt x="371" y="1021"/>
                    <a:pt x="417" y="1112"/>
                    <a:pt x="500" y="1164"/>
                  </a:cubicBezTo>
                  <a:cubicBezTo>
                    <a:pt x="511" y="1171"/>
                    <a:pt x="521" y="1174"/>
                    <a:pt x="531" y="1174"/>
                  </a:cubicBezTo>
                  <a:cubicBezTo>
                    <a:pt x="580" y="1174"/>
                    <a:pt x="610" y="1100"/>
                    <a:pt x="558" y="1066"/>
                  </a:cubicBezTo>
                  <a:cubicBezTo>
                    <a:pt x="503" y="1031"/>
                    <a:pt x="473" y="964"/>
                    <a:pt x="451" y="905"/>
                  </a:cubicBezTo>
                  <a:cubicBezTo>
                    <a:pt x="417" y="818"/>
                    <a:pt x="395" y="728"/>
                    <a:pt x="376" y="637"/>
                  </a:cubicBezTo>
                  <a:cubicBezTo>
                    <a:pt x="339" y="468"/>
                    <a:pt x="319" y="283"/>
                    <a:pt x="238" y="127"/>
                  </a:cubicBezTo>
                  <a:cubicBezTo>
                    <a:pt x="203" y="59"/>
                    <a:pt x="149" y="9"/>
                    <a:pt x="74" y="1"/>
                  </a:cubicBezTo>
                  <a:cubicBezTo>
                    <a:pt x="71" y="0"/>
                    <a:pt x="69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9500" lIns="91425" spcFirstLastPara="1" rIns="91425" wrap="square" tIns="29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27" name="Google Shape;927;p9"/>
            <p:cNvSpPr/>
            <p:nvPr/>
          </p:nvSpPr>
          <p:spPr>
            <a:xfrm>
              <a:off x="3849480" y="4569840"/>
              <a:ext cx="34200" cy="41040"/>
            </a:xfrm>
            <a:custGeom>
              <a:rect b="b" l="l" r="r" t="t"/>
              <a:pathLst>
                <a:path extrusionOk="0" h="820" w="683">
                  <a:moveTo>
                    <a:pt x="55" y="1"/>
                  </a:moveTo>
                  <a:cubicBezTo>
                    <a:pt x="27" y="1"/>
                    <a:pt x="1" y="31"/>
                    <a:pt x="1" y="60"/>
                  </a:cubicBezTo>
                  <a:cubicBezTo>
                    <a:pt x="1" y="93"/>
                    <a:pt x="28" y="113"/>
                    <a:pt x="59" y="118"/>
                  </a:cubicBezTo>
                  <a:cubicBezTo>
                    <a:pt x="194" y="134"/>
                    <a:pt x="306" y="267"/>
                    <a:pt x="376" y="372"/>
                  </a:cubicBezTo>
                  <a:cubicBezTo>
                    <a:pt x="460" y="494"/>
                    <a:pt x="528" y="634"/>
                    <a:pt x="562" y="779"/>
                  </a:cubicBezTo>
                  <a:cubicBezTo>
                    <a:pt x="568" y="807"/>
                    <a:pt x="589" y="819"/>
                    <a:pt x="611" y="819"/>
                  </a:cubicBezTo>
                  <a:cubicBezTo>
                    <a:pt x="645" y="819"/>
                    <a:pt x="682" y="791"/>
                    <a:pt x="673" y="748"/>
                  </a:cubicBezTo>
                  <a:cubicBezTo>
                    <a:pt x="634" y="585"/>
                    <a:pt x="555" y="425"/>
                    <a:pt x="460" y="289"/>
                  </a:cubicBezTo>
                  <a:cubicBezTo>
                    <a:pt x="362" y="152"/>
                    <a:pt x="233" y="21"/>
                    <a:pt x="59" y="1"/>
                  </a:cubicBezTo>
                  <a:cubicBezTo>
                    <a:pt x="58" y="1"/>
                    <a:pt x="56" y="1"/>
                    <a:pt x="55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28" name="Google Shape;928;p9"/>
            <p:cNvSpPr/>
            <p:nvPr/>
          </p:nvSpPr>
          <p:spPr>
            <a:xfrm>
              <a:off x="3805200" y="4615200"/>
              <a:ext cx="55440" cy="30240"/>
            </a:xfrm>
            <a:custGeom>
              <a:rect b="b" l="l" r="r" t="t"/>
              <a:pathLst>
                <a:path extrusionOk="0" h="608" w="1106">
                  <a:moveTo>
                    <a:pt x="222" y="1"/>
                  </a:moveTo>
                  <a:cubicBezTo>
                    <a:pt x="164" y="1"/>
                    <a:pt x="106" y="22"/>
                    <a:pt x="54" y="52"/>
                  </a:cubicBezTo>
                  <a:cubicBezTo>
                    <a:pt x="0" y="84"/>
                    <a:pt x="33" y="160"/>
                    <a:pt x="83" y="160"/>
                  </a:cubicBezTo>
                  <a:cubicBezTo>
                    <a:pt x="92" y="160"/>
                    <a:pt x="102" y="157"/>
                    <a:pt x="112" y="151"/>
                  </a:cubicBezTo>
                  <a:cubicBezTo>
                    <a:pt x="149" y="130"/>
                    <a:pt x="184" y="116"/>
                    <a:pt x="218" y="116"/>
                  </a:cubicBezTo>
                  <a:cubicBezTo>
                    <a:pt x="246" y="116"/>
                    <a:pt x="274" y="126"/>
                    <a:pt x="299" y="150"/>
                  </a:cubicBezTo>
                  <a:cubicBezTo>
                    <a:pt x="359" y="203"/>
                    <a:pt x="396" y="278"/>
                    <a:pt x="438" y="347"/>
                  </a:cubicBezTo>
                  <a:cubicBezTo>
                    <a:pt x="488" y="424"/>
                    <a:pt x="544" y="498"/>
                    <a:pt x="622" y="551"/>
                  </a:cubicBezTo>
                  <a:cubicBezTo>
                    <a:pt x="679" y="587"/>
                    <a:pt x="749" y="603"/>
                    <a:pt x="817" y="607"/>
                  </a:cubicBezTo>
                  <a:cubicBezTo>
                    <a:pt x="826" y="608"/>
                    <a:pt x="835" y="608"/>
                    <a:pt x="844" y="608"/>
                  </a:cubicBezTo>
                  <a:cubicBezTo>
                    <a:pt x="874" y="608"/>
                    <a:pt x="902" y="606"/>
                    <a:pt x="933" y="602"/>
                  </a:cubicBezTo>
                  <a:lnTo>
                    <a:pt x="964" y="596"/>
                  </a:lnTo>
                  <a:cubicBezTo>
                    <a:pt x="981" y="596"/>
                    <a:pt x="987" y="595"/>
                    <a:pt x="977" y="590"/>
                  </a:cubicBezTo>
                  <a:cubicBezTo>
                    <a:pt x="977" y="590"/>
                    <a:pt x="978" y="590"/>
                    <a:pt x="979" y="590"/>
                  </a:cubicBezTo>
                  <a:lnTo>
                    <a:pt x="979" y="590"/>
                  </a:lnTo>
                  <a:cubicBezTo>
                    <a:pt x="982" y="591"/>
                    <a:pt x="986" y="592"/>
                    <a:pt x="989" y="593"/>
                  </a:cubicBezTo>
                  <a:cubicBezTo>
                    <a:pt x="992" y="594"/>
                    <a:pt x="994" y="594"/>
                    <a:pt x="997" y="594"/>
                  </a:cubicBezTo>
                  <a:lnTo>
                    <a:pt x="997" y="594"/>
                  </a:lnTo>
                  <a:cubicBezTo>
                    <a:pt x="999" y="595"/>
                    <a:pt x="1001" y="596"/>
                    <a:pt x="1004" y="596"/>
                  </a:cubicBezTo>
                  <a:cubicBezTo>
                    <a:pt x="1004" y="596"/>
                    <a:pt x="1004" y="596"/>
                    <a:pt x="1004" y="596"/>
                  </a:cubicBezTo>
                  <a:lnTo>
                    <a:pt x="1004" y="596"/>
                  </a:lnTo>
                  <a:cubicBezTo>
                    <a:pt x="1004" y="596"/>
                    <a:pt x="1005" y="596"/>
                    <a:pt x="1005" y="596"/>
                  </a:cubicBezTo>
                  <a:cubicBezTo>
                    <a:pt x="1009" y="597"/>
                    <a:pt x="1013" y="597"/>
                    <a:pt x="1016" y="597"/>
                  </a:cubicBezTo>
                  <a:cubicBezTo>
                    <a:pt x="1081" y="597"/>
                    <a:pt x="1106" y="497"/>
                    <a:pt x="1035" y="484"/>
                  </a:cubicBezTo>
                  <a:cubicBezTo>
                    <a:pt x="1033" y="484"/>
                    <a:pt x="1032" y="484"/>
                    <a:pt x="1031" y="483"/>
                  </a:cubicBezTo>
                  <a:lnTo>
                    <a:pt x="1031" y="483"/>
                  </a:lnTo>
                  <a:cubicBezTo>
                    <a:pt x="1026" y="483"/>
                    <a:pt x="1021" y="482"/>
                    <a:pt x="1018" y="481"/>
                  </a:cubicBezTo>
                  <a:cubicBezTo>
                    <a:pt x="1014" y="480"/>
                    <a:pt x="1010" y="480"/>
                    <a:pt x="1007" y="480"/>
                  </a:cubicBezTo>
                  <a:cubicBezTo>
                    <a:pt x="1006" y="480"/>
                    <a:pt x="1005" y="480"/>
                    <a:pt x="1005" y="480"/>
                  </a:cubicBezTo>
                  <a:lnTo>
                    <a:pt x="1005" y="480"/>
                  </a:lnTo>
                  <a:cubicBezTo>
                    <a:pt x="997" y="479"/>
                    <a:pt x="989" y="479"/>
                    <a:pt x="981" y="479"/>
                  </a:cubicBezTo>
                  <a:cubicBezTo>
                    <a:pt x="972" y="479"/>
                    <a:pt x="962" y="480"/>
                    <a:pt x="951" y="481"/>
                  </a:cubicBezTo>
                  <a:cubicBezTo>
                    <a:pt x="918" y="487"/>
                    <a:pt x="884" y="491"/>
                    <a:pt x="851" y="491"/>
                  </a:cubicBezTo>
                  <a:cubicBezTo>
                    <a:pt x="840" y="491"/>
                    <a:pt x="830" y="491"/>
                    <a:pt x="819" y="490"/>
                  </a:cubicBezTo>
                  <a:cubicBezTo>
                    <a:pt x="758" y="487"/>
                    <a:pt x="703" y="468"/>
                    <a:pt x="658" y="432"/>
                  </a:cubicBezTo>
                  <a:cubicBezTo>
                    <a:pt x="587" y="373"/>
                    <a:pt x="540" y="290"/>
                    <a:pt x="493" y="213"/>
                  </a:cubicBezTo>
                  <a:cubicBezTo>
                    <a:pt x="448" y="144"/>
                    <a:pt x="401" y="66"/>
                    <a:pt x="325" y="26"/>
                  </a:cubicBezTo>
                  <a:cubicBezTo>
                    <a:pt x="291" y="8"/>
                    <a:pt x="256" y="1"/>
                    <a:pt x="222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5100" lIns="91425" spcFirstLastPara="1" rIns="91425" wrap="square" tIns="15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29" name="Google Shape;929;p9"/>
            <p:cNvSpPr/>
            <p:nvPr/>
          </p:nvSpPr>
          <p:spPr>
            <a:xfrm>
              <a:off x="3799440" y="4659840"/>
              <a:ext cx="42840" cy="20520"/>
            </a:xfrm>
            <a:custGeom>
              <a:rect b="b" l="l" r="r" t="t"/>
              <a:pathLst>
                <a:path extrusionOk="0" h="418" w="856">
                  <a:moveTo>
                    <a:pt x="203" y="1"/>
                  </a:moveTo>
                  <a:cubicBezTo>
                    <a:pt x="152" y="1"/>
                    <a:pt x="101" y="15"/>
                    <a:pt x="55" y="42"/>
                  </a:cubicBezTo>
                  <a:cubicBezTo>
                    <a:pt x="1" y="73"/>
                    <a:pt x="33" y="149"/>
                    <a:pt x="84" y="149"/>
                  </a:cubicBezTo>
                  <a:cubicBezTo>
                    <a:pt x="93" y="149"/>
                    <a:pt x="103" y="146"/>
                    <a:pt x="113" y="141"/>
                  </a:cubicBezTo>
                  <a:cubicBezTo>
                    <a:pt x="143" y="124"/>
                    <a:pt x="173" y="116"/>
                    <a:pt x="202" y="116"/>
                  </a:cubicBezTo>
                  <a:cubicBezTo>
                    <a:pt x="227" y="116"/>
                    <a:pt x="252" y="122"/>
                    <a:pt x="276" y="132"/>
                  </a:cubicBezTo>
                  <a:cubicBezTo>
                    <a:pt x="339" y="161"/>
                    <a:pt x="392" y="204"/>
                    <a:pt x="443" y="251"/>
                  </a:cubicBezTo>
                  <a:cubicBezTo>
                    <a:pt x="521" y="319"/>
                    <a:pt x="622" y="417"/>
                    <a:pt x="734" y="417"/>
                  </a:cubicBezTo>
                  <a:cubicBezTo>
                    <a:pt x="754" y="417"/>
                    <a:pt x="775" y="414"/>
                    <a:pt x="796" y="407"/>
                  </a:cubicBezTo>
                  <a:cubicBezTo>
                    <a:pt x="856" y="385"/>
                    <a:pt x="837" y="293"/>
                    <a:pt x="782" y="293"/>
                  </a:cubicBezTo>
                  <a:cubicBezTo>
                    <a:pt x="776" y="293"/>
                    <a:pt x="770" y="294"/>
                    <a:pt x="763" y="297"/>
                  </a:cubicBezTo>
                  <a:cubicBezTo>
                    <a:pt x="756" y="298"/>
                    <a:pt x="750" y="299"/>
                    <a:pt x="743" y="302"/>
                  </a:cubicBezTo>
                  <a:lnTo>
                    <a:pt x="733" y="302"/>
                  </a:lnTo>
                  <a:cubicBezTo>
                    <a:pt x="731" y="302"/>
                    <a:pt x="725" y="302"/>
                    <a:pt x="722" y="301"/>
                  </a:cubicBezTo>
                  <a:lnTo>
                    <a:pt x="722" y="301"/>
                  </a:lnTo>
                  <a:cubicBezTo>
                    <a:pt x="716" y="299"/>
                    <a:pt x="710" y="298"/>
                    <a:pt x="705" y="297"/>
                  </a:cubicBezTo>
                  <a:cubicBezTo>
                    <a:pt x="685" y="291"/>
                    <a:pt x="658" y="275"/>
                    <a:pt x="631" y="258"/>
                  </a:cubicBezTo>
                  <a:cubicBezTo>
                    <a:pt x="580" y="223"/>
                    <a:pt x="528" y="170"/>
                    <a:pt x="477" y="128"/>
                  </a:cubicBezTo>
                  <a:cubicBezTo>
                    <a:pt x="417" y="81"/>
                    <a:pt x="358" y="36"/>
                    <a:pt x="286" y="13"/>
                  </a:cubicBezTo>
                  <a:cubicBezTo>
                    <a:pt x="258" y="5"/>
                    <a:pt x="231" y="1"/>
                    <a:pt x="203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425" lIns="91425" spcFirstLastPara="1" rIns="91425" wrap="square" tIns="10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30" name="Google Shape;930;p9"/>
            <p:cNvSpPr/>
            <p:nvPr/>
          </p:nvSpPr>
          <p:spPr>
            <a:xfrm>
              <a:off x="3791520" y="4730400"/>
              <a:ext cx="45000" cy="12960"/>
            </a:xfrm>
            <a:custGeom>
              <a:rect b="b" l="l" r="r" t="t"/>
              <a:pathLst>
                <a:path extrusionOk="0" h="267" w="898">
                  <a:moveTo>
                    <a:pt x="57" y="114"/>
                  </a:moveTo>
                  <a:cubicBezTo>
                    <a:pt x="56" y="115"/>
                    <a:pt x="55" y="116"/>
                    <a:pt x="54" y="117"/>
                  </a:cubicBezTo>
                  <a:cubicBezTo>
                    <a:pt x="55" y="116"/>
                    <a:pt x="56" y="115"/>
                    <a:pt x="57" y="114"/>
                  </a:cubicBezTo>
                  <a:close/>
                  <a:moveTo>
                    <a:pt x="337" y="0"/>
                  </a:moveTo>
                  <a:cubicBezTo>
                    <a:pt x="296" y="0"/>
                    <a:pt x="256" y="3"/>
                    <a:pt x="216" y="11"/>
                  </a:cubicBezTo>
                  <a:cubicBezTo>
                    <a:pt x="173" y="20"/>
                    <a:pt x="141" y="37"/>
                    <a:pt x="109" y="65"/>
                  </a:cubicBezTo>
                  <a:cubicBezTo>
                    <a:pt x="99" y="75"/>
                    <a:pt x="89" y="84"/>
                    <a:pt x="79" y="94"/>
                  </a:cubicBezTo>
                  <a:lnTo>
                    <a:pt x="79" y="94"/>
                  </a:lnTo>
                  <a:cubicBezTo>
                    <a:pt x="77" y="93"/>
                    <a:pt x="74" y="93"/>
                    <a:pt x="71" y="93"/>
                  </a:cubicBezTo>
                  <a:cubicBezTo>
                    <a:pt x="37" y="93"/>
                    <a:pt x="0" y="121"/>
                    <a:pt x="9" y="164"/>
                  </a:cubicBezTo>
                  <a:cubicBezTo>
                    <a:pt x="16" y="197"/>
                    <a:pt x="41" y="225"/>
                    <a:pt x="76" y="225"/>
                  </a:cubicBezTo>
                  <a:cubicBezTo>
                    <a:pt x="76" y="225"/>
                    <a:pt x="77" y="225"/>
                    <a:pt x="78" y="225"/>
                  </a:cubicBezTo>
                  <a:cubicBezTo>
                    <a:pt x="111" y="224"/>
                    <a:pt x="136" y="198"/>
                    <a:pt x="158" y="177"/>
                  </a:cubicBezTo>
                  <a:cubicBezTo>
                    <a:pt x="180" y="154"/>
                    <a:pt x="200" y="132"/>
                    <a:pt x="233" y="125"/>
                  </a:cubicBezTo>
                  <a:cubicBezTo>
                    <a:pt x="268" y="116"/>
                    <a:pt x="305" y="114"/>
                    <a:pt x="341" y="114"/>
                  </a:cubicBezTo>
                  <a:cubicBezTo>
                    <a:pt x="354" y="114"/>
                    <a:pt x="367" y="114"/>
                    <a:pt x="380" y="115"/>
                  </a:cubicBezTo>
                  <a:cubicBezTo>
                    <a:pt x="465" y="120"/>
                    <a:pt x="551" y="134"/>
                    <a:pt x="635" y="153"/>
                  </a:cubicBezTo>
                  <a:cubicBezTo>
                    <a:pt x="668" y="160"/>
                    <a:pt x="699" y="167"/>
                    <a:pt x="729" y="178"/>
                  </a:cubicBezTo>
                  <a:cubicBezTo>
                    <a:pt x="741" y="184"/>
                    <a:pt x="756" y="191"/>
                    <a:pt x="767" y="200"/>
                  </a:cubicBezTo>
                  <a:cubicBezTo>
                    <a:pt x="769" y="203"/>
                    <a:pt x="773" y="209"/>
                    <a:pt x="775" y="209"/>
                  </a:cubicBezTo>
                  <a:cubicBezTo>
                    <a:pt x="775" y="209"/>
                    <a:pt x="775" y="208"/>
                    <a:pt x="775" y="207"/>
                  </a:cubicBezTo>
                  <a:cubicBezTo>
                    <a:pt x="778" y="238"/>
                    <a:pt x="798" y="266"/>
                    <a:pt x="833" y="266"/>
                  </a:cubicBezTo>
                  <a:cubicBezTo>
                    <a:pt x="863" y="263"/>
                    <a:pt x="897" y="238"/>
                    <a:pt x="893" y="207"/>
                  </a:cubicBezTo>
                  <a:cubicBezTo>
                    <a:pt x="873" y="49"/>
                    <a:pt x="648" y="35"/>
                    <a:pt x="526" y="18"/>
                  </a:cubicBezTo>
                  <a:cubicBezTo>
                    <a:pt x="463" y="8"/>
                    <a:pt x="400" y="0"/>
                    <a:pt x="337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475" lIns="91425" spcFirstLastPara="1" rIns="91425" wrap="square" tIns="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31" name="Google Shape;931;p9"/>
            <p:cNvSpPr/>
            <p:nvPr/>
          </p:nvSpPr>
          <p:spPr>
            <a:xfrm>
              <a:off x="3812400" y="4790880"/>
              <a:ext cx="42480" cy="10800"/>
            </a:xfrm>
            <a:custGeom>
              <a:rect b="b" l="l" r="r" t="t"/>
              <a:pathLst>
                <a:path extrusionOk="0" h="222" w="853">
                  <a:moveTo>
                    <a:pt x="783" y="0"/>
                  </a:moveTo>
                  <a:cubicBezTo>
                    <a:pt x="781" y="0"/>
                    <a:pt x="780" y="0"/>
                    <a:pt x="778" y="0"/>
                  </a:cubicBezTo>
                  <a:cubicBezTo>
                    <a:pt x="655" y="12"/>
                    <a:pt x="534" y="61"/>
                    <a:pt x="414" y="88"/>
                  </a:cubicBezTo>
                  <a:cubicBezTo>
                    <a:pt x="364" y="97"/>
                    <a:pt x="312" y="107"/>
                    <a:pt x="262" y="107"/>
                  </a:cubicBezTo>
                  <a:cubicBezTo>
                    <a:pt x="250" y="107"/>
                    <a:pt x="239" y="106"/>
                    <a:pt x="228" y="105"/>
                  </a:cubicBezTo>
                  <a:cubicBezTo>
                    <a:pt x="210" y="104"/>
                    <a:pt x="178" y="97"/>
                    <a:pt x="163" y="88"/>
                  </a:cubicBezTo>
                  <a:cubicBezTo>
                    <a:pt x="144" y="75"/>
                    <a:pt x="134" y="67"/>
                    <a:pt x="123" y="41"/>
                  </a:cubicBezTo>
                  <a:cubicBezTo>
                    <a:pt x="113" y="21"/>
                    <a:pt x="96" y="12"/>
                    <a:pt x="79" y="12"/>
                  </a:cubicBezTo>
                  <a:cubicBezTo>
                    <a:pt x="41" y="12"/>
                    <a:pt x="1" y="54"/>
                    <a:pt x="24" y="99"/>
                  </a:cubicBezTo>
                  <a:cubicBezTo>
                    <a:pt x="70" y="195"/>
                    <a:pt x="166" y="221"/>
                    <a:pt x="264" y="221"/>
                  </a:cubicBezTo>
                  <a:cubicBezTo>
                    <a:pt x="308" y="221"/>
                    <a:pt x="353" y="216"/>
                    <a:pt x="394" y="209"/>
                  </a:cubicBezTo>
                  <a:cubicBezTo>
                    <a:pt x="466" y="196"/>
                    <a:pt x="540" y="175"/>
                    <a:pt x="612" y="155"/>
                  </a:cubicBezTo>
                  <a:cubicBezTo>
                    <a:pt x="645" y="146"/>
                    <a:pt x="677" y="138"/>
                    <a:pt x="711" y="128"/>
                  </a:cubicBezTo>
                  <a:cubicBezTo>
                    <a:pt x="725" y="125"/>
                    <a:pt x="740" y="122"/>
                    <a:pt x="754" y="119"/>
                  </a:cubicBezTo>
                  <a:cubicBezTo>
                    <a:pt x="758" y="118"/>
                    <a:pt x="764" y="118"/>
                    <a:pt x="769" y="116"/>
                  </a:cubicBezTo>
                  <a:cubicBezTo>
                    <a:pt x="770" y="116"/>
                    <a:pt x="771" y="116"/>
                    <a:pt x="771" y="116"/>
                  </a:cubicBezTo>
                  <a:lnTo>
                    <a:pt x="771" y="116"/>
                  </a:lnTo>
                  <a:cubicBezTo>
                    <a:pt x="772" y="116"/>
                    <a:pt x="773" y="116"/>
                    <a:pt x="778" y="116"/>
                  </a:cubicBezTo>
                  <a:cubicBezTo>
                    <a:pt x="850" y="110"/>
                    <a:pt x="853" y="0"/>
                    <a:pt x="783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00" lIns="91425" spcFirstLastPara="1" rIns="91425" wrap="square" tIns="5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32" name="Google Shape;932;p9"/>
            <p:cNvSpPr/>
            <p:nvPr/>
          </p:nvSpPr>
          <p:spPr>
            <a:xfrm>
              <a:off x="3852360" y="4838040"/>
              <a:ext cx="52920" cy="14400"/>
            </a:xfrm>
            <a:custGeom>
              <a:rect b="b" l="l" r="r" t="t"/>
              <a:pathLst>
                <a:path extrusionOk="0" h="296" w="1056">
                  <a:moveTo>
                    <a:pt x="966" y="0"/>
                  </a:moveTo>
                  <a:cubicBezTo>
                    <a:pt x="963" y="0"/>
                    <a:pt x="959" y="0"/>
                    <a:pt x="956" y="1"/>
                  </a:cubicBezTo>
                  <a:cubicBezTo>
                    <a:pt x="814" y="24"/>
                    <a:pt x="699" y="117"/>
                    <a:pt x="563" y="154"/>
                  </a:cubicBezTo>
                  <a:cubicBezTo>
                    <a:pt x="492" y="173"/>
                    <a:pt x="421" y="181"/>
                    <a:pt x="349" y="181"/>
                  </a:cubicBezTo>
                  <a:cubicBezTo>
                    <a:pt x="266" y="181"/>
                    <a:pt x="182" y="171"/>
                    <a:pt x="100" y="157"/>
                  </a:cubicBezTo>
                  <a:cubicBezTo>
                    <a:pt x="96" y="156"/>
                    <a:pt x="92" y="156"/>
                    <a:pt x="88" y="156"/>
                  </a:cubicBezTo>
                  <a:cubicBezTo>
                    <a:pt x="24" y="156"/>
                    <a:pt x="0" y="257"/>
                    <a:pt x="70" y="267"/>
                  </a:cubicBezTo>
                  <a:cubicBezTo>
                    <a:pt x="163" y="284"/>
                    <a:pt x="257" y="295"/>
                    <a:pt x="351" y="295"/>
                  </a:cubicBezTo>
                  <a:cubicBezTo>
                    <a:pt x="421" y="295"/>
                    <a:pt x="491" y="289"/>
                    <a:pt x="560" y="273"/>
                  </a:cubicBezTo>
                  <a:cubicBezTo>
                    <a:pt x="712" y="239"/>
                    <a:pt x="835" y="137"/>
                    <a:pt x="985" y="112"/>
                  </a:cubicBezTo>
                  <a:cubicBezTo>
                    <a:pt x="1055" y="101"/>
                    <a:pt x="1032" y="0"/>
                    <a:pt x="966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200" lIns="91425" spcFirstLastPara="1" rIns="91425" wrap="square" tIns="7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33" name="Google Shape;933;p9"/>
            <p:cNvSpPr/>
            <p:nvPr/>
          </p:nvSpPr>
          <p:spPr>
            <a:xfrm>
              <a:off x="3861720" y="4701240"/>
              <a:ext cx="63360" cy="87120"/>
            </a:xfrm>
            <a:custGeom>
              <a:rect b="b" l="l" r="r" t="t"/>
              <a:pathLst>
                <a:path extrusionOk="0" h="1734" w="1263">
                  <a:moveTo>
                    <a:pt x="391" y="116"/>
                  </a:moveTo>
                  <a:cubicBezTo>
                    <a:pt x="424" y="116"/>
                    <a:pt x="459" y="121"/>
                    <a:pt x="495" y="130"/>
                  </a:cubicBezTo>
                  <a:cubicBezTo>
                    <a:pt x="635" y="165"/>
                    <a:pt x="785" y="242"/>
                    <a:pt x="894" y="340"/>
                  </a:cubicBezTo>
                  <a:cubicBezTo>
                    <a:pt x="1093" y="520"/>
                    <a:pt x="1144" y="789"/>
                    <a:pt x="1101" y="1044"/>
                  </a:cubicBezTo>
                  <a:cubicBezTo>
                    <a:pt x="1070" y="1231"/>
                    <a:pt x="1003" y="1509"/>
                    <a:pt x="814" y="1594"/>
                  </a:cubicBezTo>
                  <a:cubicBezTo>
                    <a:pt x="777" y="1610"/>
                    <a:pt x="742" y="1618"/>
                    <a:pt x="707" y="1618"/>
                  </a:cubicBezTo>
                  <a:cubicBezTo>
                    <a:pt x="515" y="1618"/>
                    <a:pt x="355" y="1390"/>
                    <a:pt x="285" y="1235"/>
                  </a:cubicBezTo>
                  <a:cubicBezTo>
                    <a:pt x="145" y="931"/>
                    <a:pt x="152" y="590"/>
                    <a:pt x="118" y="263"/>
                  </a:cubicBezTo>
                  <a:cubicBezTo>
                    <a:pt x="189" y="165"/>
                    <a:pt x="283" y="116"/>
                    <a:pt x="391" y="116"/>
                  </a:cubicBezTo>
                  <a:close/>
                  <a:moveTo>
                    <a:pt x="394" y="0"/>
                  </a:moveTo>
                  <a:cubicBezTo>
                    <a:pt x="243" y="0"/>
                    <a:pt x="117" y="74"/>
                    <a:pt x="24" y="201"/>
                  </a:cubicBezTo>
                  <a:cubicBezTo>
                    <a:pt x="14" y="206"/>
                    <a:pt x="7" y="215"/>
                    <a:pt x="4" y="229"/>
                  </a:cubicBezTo>
                  <a:lnTo>
                    <a:pt x="4" y="232"/>
                  </a:lnTo>
                  <a:cubicBezTo>
                    <a:pt x="0" y="243"/>
                    <a:pt x="2" y="256"/>
                    <a:pt x="7" y="267"/>
                  </a:cubicBezTo>
                  <a:cubicBezTo>
                    <a:pt x="43" y="609"/>
                    <a:pt x="38" y="957"/>
                    <a:pt x="180" y="1278"/>
                  </a:cubicBezTo>
                  <a:cubicBezTo>
                    <a:pt x="271" y="1484"/>
                    <a:pt x="466" y="1733"/>
                    <a:pt x="712" y="1733"/>
                  </a:cubicBezTo>
                  <a:cubicBezTo>
                    <a:pt x="748" y="1733"/>
                    <a:pt x="786" y="1728"/>
                    <a:pt x="825" y="1716"/>
                  </a:cubicBezTo>
                  <a:cubicBezTo>
                    <a:pt x="1071" y="1638"/>
                    <a:pt x="1171" y="1326"/>
                    <a:pt x="1210" y="1099"/>
                  </a:cubicBezTo>
                  <a:cubicBezTo>
                    <a:pt x="1263" y="800"/>
                    <a:pt x="1216" y="487"/>
                    <a:pt x="989" y="270"/>
                  </a:cubicBezTo>
                  <a:cubicBezTo>
                    <a:pt x="923" y="206"/>
                    <a:pt x="845" y="155"/>
                    <a:pt x="761" y="114"/>
                  </a:cubicBezTo>
                  <a:cubicBezTo>
                    <a:pt x="675" y="73"/>
                    <a:pt x="584" y="29"/>
                    <a:pt x="489" y="9"/>
                  </a:cubicBezTo>
                  <a:cubicBezTo>
                    <a:pt x="456" y="3"/>
                    <a:pt x="424" y="0"/>
                    <a:pt x="394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3550" lIns="91425" spcFirstLastPara="1" rIns="91425" wrap="square" tIns="435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34" name="Google Shape;934;p9"/>
            <p:cNvSpPr/>
            <p:nvPr/>
          </p:nvSpPr>
          <p:spPr>
            <a:xfrm>
              <a:off x="3939120" y="4610880"/>
              <a:ext cx="97200" cy="169200"/>
            </a:xfrm>
            <a:custGeom>
              <a:rect b="b" l="l" r="r" t="t"/>
              <a:pathLst>
                <a:path extrusionOk="0" h="3367" w="1936">
                  <a:moveTo>
                    <a:pt x="764" y="114"/>
                  </a:moveTo>
                  <a:cubicBezTo>
                    <a:pt x="946" y="114"/>
                    <a:pt x="1120" y="252"/>
                    <a:pt x="1248" y="364"/>
                  </a:cubicBezTo>
                  <a:cubicBezTo>
                    <a:pt x="1616" y="688"/>
                    <a:pt x="1762" y="1200"/>
                    <a:pt x="1805" y="1674"/>
                  </a:cubicBezTo>
                  <a:cubicBezTo>
                    <a:pt x="1822" y="1917"/>
                    <a:pt x="1822" y="2165"/>
                    <a:pt x="1785" y="2404"/>
                  </a:cubicBezTo>
                  <a:cubicBezTo>
                    <a:pt x="1744" y="2661"/>
                    <a:pt x="1672" y="2963"/>
                    <a:pt x="1487" y="3157"/>
                  </a:cubicBezTo>
                  <a:cubicBezTo>
                    <a:pt x="1435" y="3210"/>
                    <a:pt x="1375" y="3248"/>
                    <a:pt x="1314" y="3248"/>
                  </a:cubicBezTo>
                  <a:cubicBezTo>
                    <a:pt x="1275" y="3248"/>
                    <a:pt x="1236" y="3232"/>
                    <a:pt x="1198" y="3195"/>
                  </a:cubicBezTo>
                  <a:cubicBezTo>
                    <a:pt x="1099" y="3093"/>
                    <a:pt x="1062" y="2936"/>
                    <a:pt x="1025" y="2803"/>
                  </a:cubicBezTo>
                  <a:cubicBezTo>
                    <a:pt x="943" y="2522"/>
                    <a:pt x="889" y="2214"/>
                    <a:pt x="722" y="1968"/>
                  </a:cubicBezTo>
                  <a:cubicBezTo>
                    <a:pt x="639" y="1845"/>
                    <a:pt x="532" y="1740"/>
                    <a:pt x="430" y="1632"/>
                  </a:cubicBezTo>
                  <a:cubicBezTo>
                    <a:pt x="332" y="1531"/>
                    <a:pt x="218" y="1419"/>
                    <a:pt x="171" y="1285"/>
                  </a:cubicBezTo>
                  <a:cubicBezTo>
                    <a:pt x="134" y="1170"/>
                    <a:pt x="133" y="1040"/>
                    <a:pt x="150" y="922"/>
                  </a:cubicBezTo>
                  <a:cubicBezTo>
                    <a:pt x="164" y="811"/>
                    <a:pt x="195" y="685"/>
                    <a:pt x="269" y="597"/>
                  </a:cubicBezTo>
                  <a:cubicBezTo>
                    <a:pt x="270" y="596"/>
                    <a:pt x="274" y="592"/>
                    <a:pt x="276" y="589"/>
                  </a:cubicBezTo>
                  <a:cubicBezTo>
                    <a:pt x="280" y="585"/>
                    <a:pt x="281" y="582"/>
                    <a:pt x="284" y="576"/>
                  </a:cubicBezTo>
                  <a:cubicBezTo>
                    <a:pt x="287" y="575"/>
                    <a:pt x="287" y="571"/>
                    <a:pt x="288" y="569"/>
                  </a:cubicBezTo>
                  <a:cubicBezTo>
                    <a:pt x="372" y="391"/>
                    <a:pt x="497" y="150"/>
                    <a:pt x="715" y="117"/>
                  </a:cubicBezTo>
                  <a:cubicBezTo>
                    <a:pt x="731" y="115"/>
                    <a:pt x="748" y="114"/>
                    <a:pt x="764" y="114"/>
                  </a:cubicBezTo>
                  <a:close/>
                  <a:moveTo>
                    <a:pt x="764" y="0"/>
                  </a:moveTo>
                  <a:cubicBezTo>
                    <a:pt x="755" y="0"/>
                    <a:pt x="746" y="0"/>
                    <a:pt x="738" y="1"/>
                  </a:cubicBezTo>
                  <a:cubicBezTo>
                    <a:pt x="457" y="15"/>
                    <a:pt x="288" y="290"/>
                    <a:pt x="182" y="518"/>
                  </a:cubicBezTo>
                  <a:lnTo>
                    <a:pt x="182" y="520"/>
                  </a:lnTo>
                  <a:cubicBezTo>
                    <a:pt x="35" y="698"/>
                    <a:pt x="1" y="973"/>
                    <a:pt x="32" y="1194"/>
                  </a:cubicBezTo>
                  <a:cubicBezTo>
                    <a:pt x="72" y="1478"/>
                    <a:pt x="304" y="1662"/>
                    <a:pt x="487" y="1860"/>
                  </a:cubicBezTo>
                  <a:cubicBezTo>
                    <a:pt x="602" y="1986"/>
                    <a:pt x="687" y="2122"/>
                    <a:pt x="748" y="2282"/>
                  </a:cubicBezTo>
                  <a:cubicBezTo>
                    <a:pt x="807" y="2441"/>
                    <a:pt x="848" y="2607"/>
                    <a:pt x="894" y="2771"/>
                  </a:cubicBezTo>
                  <a:cubicBezTo>
                    <a:pt x="950" y="2968"/>
                    <a:pt x="1044" y="3367"/>
                    <a:pt x="1308" y="3367"/>
                  </a:cubicBezTo>
                  <a:cubicBezTo>
                    <a:pt x="1324" y="3367"/>
                    <a:pt x="1341" y="3365"/>
                    <a:pt x="1358" y="3362"/>
                  </a:cubicBezTo>
                  <a:cubicBezTo>
                    <a:pt x="1489" y="3338"/>
                    <a:pt x="1587" y="3226"/>
                    <a:pt x="1657" y="3120"/>
                  </a:cubicBezTo>
                  <a:cubicBezTo>
                    <a:pt x="1740" y="2997"/>
                    <a:pt x="1793" y="2856"/>
                    <a:pt x="1835" y="2715"/>
                  </a:cubicBezTo>
                  <a:cubicBezTo>
                    <a:pt x="1913" y="2441"/>
                    <a:pt x="1935" y="2155"/>
                    <a:pt x="1928" y="1873"/>
                  </a:cubicBezTo>
                  <a:cubicBezTo>
                    <a:pt x="1913" y="1343"/>
                    <a:pt x="1789" y="759"/>
                    <a:pt x="1411" y="364"/>
                  </a:cubicBezTo>
                  <a:cubicBezTo>
                    <a:pt x="1251" y="194"/>
                    <a:pt x="1012" y="0"/>
                    <a:pt x="764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4600" lIns="91425" spcFirstLastPara="1" rIns="91425" wrap="square" tIns="84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35" name="Google Shape;935;p9"/>
            <p:cNvSpPr/>
            <p:nvPr/>
          </p:nvSpPr>
          <p:spPr>
            <a:xfrm>
              <a:off x="3967920" y="4809960"/>
              <a:ext cx="129600" cy="162000"/>
            </a:xfrm>
            <a:custGeom>
              <a:rect b="b" l="l" r="r" t="t"/>
              <a:pathLst>
                <a:path extrusionOk="0" h="3224" w="2579">
                  <a:moveTo>
                    <a:pt x="833" y="122"/>
                  </a:moveTo>
                  <a:cubicBezTo>
                    <a:pt x="867" y="122"/>
                    <a:pt x="902" y="124"/>
                    <a:pt x="936" y="126"/>
                  </a:cubicBezTo>
                  <a:cubicBezTo>
                    <a:pt x="1226" y="152"/>
                    <a:pt x="1508" y="272"/>
                    <a:pt x="1736" y="452"/>
                  </a:cubicBezTo>
                  <a:cubicBezTo>
                    <a:pt x="1986" y="651"/>
                    <a:pt x="2174" y="926"/>
                    <a:pt x="2288" y="1222"/>
                  </a:cubicBezTo>
                  <a:cubicBezTo>
                    <a:pt x="2343" y="1366"/>
                    <a:pt x="2383" y="1517"/>
                    <a:pt x="2408" y="1671"/>
                  </a:cubicBezTo>
                  <a:cubicBezTo>
                    <a:pt x="2426" y="1799"/>
                    <a:pt x="2443" y="1939"/>
                    <a:pt x="2425" y="2068"/>
                  </a:cubicBezTo>
                  <a:cubicBezTo>
                    <a:pt x="2401" y="2261"/>
                    <a:pt x="2339" y="2458"/>
                    <a:pt x="2259" y="2636"/>
                  </a:cubicBezTo>
                  <a:cubicBezTo>
                    <a:pt x="2187" y="2799"/>
                    <a:pt x="2082" y="3007"/>
                    <a:pt x="1911" y="3085"/>
                  </a:cubicBezTo>
                  <a:cubicBezTo>
                    <a:pt x="1873" y="3103"/>
                    <a:pt x="1837" y="3110"/>
                    <a:pt x="1802" y="3110"/>
                  </a:cubicBezTo>
                  <a:cubicBezTo>
                    <a:pt x="1622" y="3110"/>
                    <a:pt x="1482" y="2904"/>
                    <a:pt x="1419" y="2750"/>
                  </a:cubicBezTo>
                  <a:cubicBezTo>
                    <a:pt x="1297" y="2445"/>
                    <a:pt x="1273" y="2109"/>
                    <a:pt x="1168" y="1796"/>
                  </a:cubicBezTo>
                  <a:cubicBezTo>
                    <a:pt x="1104" y="1606"/>
                    <a:pt x="1021" y="1422"/>
                    <a:pt x="907" y="1257"/>
                  </a:cubicBezTo>
                  <a:cubicBezTo>
                    <a:pt x="829" y="1147"/>
                    <a:pt x="743" y="1063"/>
                    <a:pt x="638" y="978"/>
                  </a:cubicBezTo>
                  <a:cubicBezTo>
                    <a:pt x="528" y="892"/>
                    <a:pt x="413" y="805"/>
                    <a:pt x="315" y="702"/>
                  </a:cubicBezTo>
                  <a:cubicBezTo>
                    <a:pt x="237" y="621"/>
                    <a:pt x="159" y="516"/>
                    <a:pt x="194" y="401"/>
                  </a:cubicBezTo>
                  <a:cubicBezTo>
                    <a:pt x="194" y="401"/>
                    <a:pt x="197" y="401"/>
                    <a:pt x="197" y="400"/>
                  </a:cubicBezTo>
                  <a:cubicBezTo>
                    <a:pt x="346" y="196"/>
                    <a:pt x="590" y="122"/>
                    <a:pt x="833" y="122"/>
                  </a:cubicBezTo>
                  <a:close/>
                  <a:moveTo>
                    <a:pt x="810" y="1"/>
                  </a:moveTo>
                  <a:cubicBezTo>
                    <a:pt x="534" y="1"/>
                    <a:pt x="274" y="97"/>
                    <a:pt x="94" y="340"/>
                  </a:cubicBezTo>
                  <a:cubicBezTo>
                    <a:pt x="87" y="350"/>
                    <a:pt x="85" y="359"/>
                    <a:pt x="85" y="366"/>
                  </a:cubicBezTo>
                  <a:cubicBezTo>
                    <a:pt x="84" y="367"/>
                    <a:pt x="84" y="369"/>
                    <a:pt x="84" y="370"/>
                  </a:cubicBezTo>
                  <a:cubicBezTo>
                    <a:pt x="0" y="615"/>
                    <a:pt x="271" y="834"/>
                    <a:pt x="438" y="967"/>
                  </a:cubicBezTo>
                  <a:cubicBezTo>
                    <a:pt x="530" y="1041"/>
                    <a:pt x="631" y="1110"/>
                    <a:pt x="715" y="1195"/>
                  </a:cubicBezTo>
                  <a:cubicBezTo>
                    <a:pt x="845" y="1330"/>
                    <a:pt x="940" y="1517"/>
                    <a:pt x="1008" y="1688"/>
                  </a:cubicBezTo>
                  <a:cubicBezTo>
                    <a:pt x="1143" y="2028"/>
                    <a:pt x="1171" y="2397"/>
                    <a:pt x="1294" y="2740"/>
                  </a:cubicBezTo>
                  <a:cubicBezTo>
                    <a:pt x="1372" y="2959"/>
                    <a:pt x="1537" y="3223"/>
                    <a:pt x="1798" y="3223"/>
                  </a:cubicBezTo>
                  <a:cubicBezTo>
                    <a:pt x="1814" y="3223"/>
                    <a:pt x="1830" y="3222"/>
                    <a:pt x="1847" y="3220"/>
                  </a:cubicBezTo>
                  <a:cubicBezTo>
                    <a:pt x="2055" y="3195"/>
                    <a:pt x="2201" y="2996"/>
                    <a:pt x="2293" y="2825"/>
                  </a:cubicBezTo>
                  <a:cubicBezTo>
                    <a:pt x="2402" y="2623"/>
                    <a:pt x="2479" y="2402"/>
                    <a:pt x="2521" y="2180"/>
                  </a:cubicBezTo>
                  <a:cubicBezTo>
                    <a:pt x="2578" y="1902"/>
                    <a:pt x="2528" y="1600"/>
                    <a:pt x="2445" y="1331"/>
                  </a:cubicBezTo>
                  <a:cubicBezTo>
                    <a:pt x="2346" y="1009"/>
                    <a:pt x="2173" y="702"/>
                    <a:pt x="1926" y="467"/>
                  </a:cubicBezTo>
                  <a:cubicBezTo>
                    <a:pt x="1658" y="210"/>
                    <a:pt x="1217" y="1"/>
                    <a:pt x="810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1000" lIns="91425" spcFirstLastPara="1" rIns="91425" wrap="square" tIns="81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36" name="Google Shape;936;p9"/>
            <p:cNvSpPr/>
            <p:nvPr/>
          </p:nvSpPr>
          <p:spPr>
            <a:xfrm>
              <a:off x="4125240" y="4877640"/>
              <a:ext cx="70200" cy="106560"/>
            </a:xfrm>
            <a:custGeom>
              <a:rect b="b" l="l" r="r" t="t"/>
              <a:pathLst>
                <a:path extrusionOk="0" h="2123" w="1403">
                  <a:moveTo>
                    <a:pt x="527" y="118"/>
                  </a:moveTo>
                  <a:cubicBezTo>
                    <a:pt x="536" y="118"/>
                    <a:pt x="544" y="119"/>
                    <a:pt x="553" y="119"/>
                  </a:cubicBezTo>
                  <a:cubicBezTo>
                    <a:pt x="720" y="131"/>
                    <a:pt x="883" y="240"/>
                    <a:pt x="995" y="357"/>
                  </a:cubicBezTo>
                  <a:cubicBezTo>
                    <a:pt x="1226" y="601"/>
                    <a:pt x="1287" y="961"/>
                    <a:pt x="1259" y="1284"/>
                  </a:cubicBezTo>
                  <a:cubicBezTo>
                    <a:pt x="1239" y="1508"/>
                    <a:pt x="1201" y="1806"/>
                    <a:pt x="1019" y="1962"/>
                  </a:cubicBezTo>
                  <a:cubicBezTo>
                    <a:pt x="983" y="1993"/>
                    <a:pt x="945" y="2006"/>
                    <a:pt x="908" y="2006"/>
                  </a:cubicBezTo>
                  <a:cubicBezTo>
                    <a:pt x="852" y="2006"/>
                    <a:pt x="797" y="1976"/>
                    <a:pt x="747" y="1933"/>
                  </a:cubicBezTo>
                  <a:cubicBezTo>
                    <a:pt x="630" y="1828"/>
                    <a:pt x="538" y="1694"/>
                    <a:pt x="458" y="1560"/>
                  </a:cubicBezTo>
                  <a:cubicBezTo>
                    <a:pt x="248" y="1205"/>
                    <a:pt x="110" y="771"/>
                    <a:pt x="180" y="356"/>
                  </a:cubicBezTo>
                  <a:cubicBezTo>
                    <a:pt x="257" y="226"/>
                    <a:pt x="370" y="118"/>
                    <a:pt x="527" y="118"/>
                  </a:cubicBezTo>
                  <a:close/>
                  <a:moveTo>
                    <a:pt x="526" y="1"/>
                  </a:moveTo>
                  <a:cubicBezTo>
                    <a:pt x="331" y="1"/>
                    <a:pt x="183" y="130"/>
                    <a:pt x="84" y="291"/>
                  </a:cubicBezTo>
                  <a:cubicBezTo>
                    <a:pt x="76" y="298"/>
                    <a:pt x="71" y="305"/>
                    <a:pt x="70" y="318"/>
                  </a:cubicBezTo>
                  <a:lnTo>
                    <a:pt x="70" y="319"/>
                  </a:lnTo>
                  <a:cubicBezTo>
                    <a:pt x="69" y="325"/>
                    <a:pt x="69" y="328"/>
                    <a:pt x="69" y="333"/>
                  </a:cubicBezTo>
                  <a:cubicBezTo>
                    <a:pt x="0" y="757"/>
                    <a:pt x="124" y="1192"/>
                    <a:pt x="329" y="1563"/>
                  </a:cubicBezTo>
                  <a:cubicBezTo>
                    <a:pt x="416" y="1719"/>
                    <a:pt x="522" y="1875"/>
                    <a:pt x="652" y="2000"/>
                  </a:cubicBezTo>
                  <a:cubicBezTo>
                    <a:pt x="724" y="2069"/>
                    <a:pt x="817" y="2122"/>
                    <a:pt x="912" y="2122"/>
                  </a:cubicBezTo>
                  <a:cubicBezTo>
                    <a:pt x="948" y="2122"/>
                    <a:pt x="985" y="2115"/>
                    <a:pt x="1021" y="2098"/>
                  </a:cubicBezTo>
                  <a:cubicBezTo>
                    <a:pt x="1146" y="2039"/>
                    <a:pt x="1218" y="1906"/>
                    <a:pt x="1269" y="1786"/>
                  </a:cubicBezTo>
                  <a:cubicBezTo>
                    <a:pt x="1324" y="1653"/>
                    <a:pt x="1352" y="1514"/>
                    <a:pt x="1367" y="1368"/>
                  </a:cubicBezTo>
                  <a:cubicBezTo>
                    <a:pt x="1402" y="994"/>
                    <a:pt x="1358" y="600"/>
                    <a:pt x="1104" y="303"/>
                  </a:cubicBezTo>
                  <a:cubicBezTo>
                    <a:pt x="970" y="148"/>
                    <a:pt x="764" y="14"/>
                    <a:pt x="556" y="2"/>
                  </a:cubicBezTo>
                  <a:cubicBezTo>
                    <a:pt x="546" y="1"/>
                    <a:pt x="536" y="1"/>
                    <a:pt x="526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275" lIns="91425" spcFirstLastPara="1" rIns="91425" wrap="square" tIns="53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37" name="Google Shape;937;p9"/>
            <p:cNvSpPr/>
            <p:nvPr/>
          </p:nvSpPr>
          <p:spPr>
            <a:xfrm>
              <a:off x="3836520" y="4582080"/>
              <a:ext cx="385560" cy="528120"/>
            </a:xfrm>
            <a:custGeom>
              <a:rect b="b" l="l" r="r" t="t"/>
              <a:pathLst>
                <a:path extrusionOk="0" h="10492" w="7658">
                  <a:moveTo>
                    <a:pt x="2797" y="574"/>
                  </a:moveTo>
                  <a:cubicBezTo>
                    <a:pt x="3046" y="574"/>
                    <a:pt x="3284" y="768"/>
                    <a:pt x="3444" y="938"/>
                  </a:cubicBezTo>
                  <a:cubicBezTo>
                    <a:pt x="3821" y="1333"/>
                    <a:pt x="3945" y="1917"/>
                    <a:pt x="3960" y="2447"/>
                  </a:cubicBezTo>
                  <a:cubicBezTo>
                    <a:pt x="3969" y="2729"/>
                    <a:pt x="3945" y="3015"/>
                    <a:pt x="3867" y="3289"/>
                  </a:cubicBezTo>
                  <a:cubicBezTo>
                    <a:pt x="3825" y="3430"/>
                    <a:pt x="3772" y="3569"/>
                    <a:pt x="3689" y="3694"/>
                  </a:cubicBezTo>
                  <a:cubicBezTo>
                    <a:pt x="3620" y="3800"/>
                    <a:pt x="3524" y="3914"/>
                    <a:pt x="3390" y="3936"/>
                  </a:cubicBezTo>
                  <a:cubicBezTo>
                    <a:pt x="3373" y="3940"/>
                    <a:pt x="3355" y="3941"/>
                    <a:pt x="3339" y="3941"/>
                  </a:cubicBezTo>
                  <a:cubicBezTo>
                    <a:pt x="3075" y="3941"/>
                    <a:pt x="2982" y="3543"/>
                    <a:pt x="2926" y="3345"/>
                  </a:cubicBezTo>
                  <a:cubicBezTo>
                    <a:pt x="2880" y="3182"/>
                    <a:pt x="2841" y="3015"/>
                    <a:pt x="2780" y="2856"/>
                  </a:cubicBezTo>
                  <a:cubicBezTo>
                    <a:pt x="2719" y="2696"/>
                    <a:pt x="2634" y="2560"/>
                    <a:pt x="2519" y="2434"/>
                  </a:cubicBezTo>
                  <a:cubicBezTo>
                    <a:pt x="2337" y="2236"/>
                    <a:pt x="2107" y="2052"/>
                    <a:pt x="2065" y="1768"/>
                  </a:cubicBezTo>
                  <a:cubicBezTo>
                    <a:pt x="2033" y="1547"/>
                    <a:pt x="2067" y="1272"/>
                    <a:pt x="2216" y="1094"/>
                  </a:cubicBezTo>
                  <a:lnTo>
                    <a:pt x="2216" y="1092"/>
                  </a:lnTo>
                  <a:cubicBezTo>
                    <a:pt x="2320" y="863"/>
                    <a:pt x="2488" y="589"/>
                    <a:pt x="2771" y="575"/>
                  </a:cubicBezTo>
                  <a:cubicBezTo>
                    <a:pt x="2780" y="574"/>
                    <a:pt x="2788" y="574"/>
                    <a:pt x="2797" y="574"/>
                  </a:cubicBezTo>
                  <a:close/>
                  <a:moveTo>
                    <a:pt x="889" y="2367"/>
                  </a:moveTo>
                  <a:cubicBezTo>
                    <a:pt x="920" y="2367"/>
                    <a:pt x="952" y="2370"/>
                    <a:pt x="984" y="2376"/>
                  </a:cubicBezTo>
                  <a:cubicBezTo>
                    <a:pt x="1082" y="2393"/>
                    <a:pt x="1171" y="2438"/>
                    <a:pt x="1258" y="2481"/>
                  </a:cubicBezTo>
                  <a:cubicBezTo>
                    <a:pt x="1341" y="2521"/>
                    <a:pt x="1419" y="2573"/>
                    <a:pt x="1486" y="2637"/>
                  </a:cubicBezTo>
                  <a:cubicBezTo>
                    <a:pt x="1714" y="2855"/>
                    <a:pt x="1761" y="3168"/>
                    <a:pt x="1707" y="3466"/>
                  </a:cubicBezTo>
                  <a:cubicBezTo>
                    <a:pt x="1667" y="3693"/>
                    <a:pt x="1568" y="4004"/>
                    <a:pt x="1321" y="4082"/>
                  </a:cubicBezTo>
                  <a:cubicBezTo>
                    <a:pt x="1283" y="4094"/>
                    <a:pt x="1245" y="4100"/>
                    <a:pt x="1208" y="4100"/>
                  </a:cubicBezTo>
                  <a:cubicBezTo>
                    <a:pt x="964" y="4100"/>
                    <a:pt x="768" y="3851"/>
                    <a:pt x="677" y="3644"/>
                  </a:cubicBezTo>
                  <a:cubicBezTo>
                    <a:pt x="534" y="3324"/>
                    <a:pt x="536" y="2977"/>
                    <a:pt x="502" y="2633"/>
                  </a:cubicBezTo>
                  <a:cubicBezTo>
                    <a:pt x="498" y="2623"/>
                    <a:pt x="498" y="2610"/>
                    <a:pt x="501" y="2597"/>
                  </a:cubicBezTo>
                  <a:lnTo>
                    <a:pt x="501" y="2596"/>
                  </a:lnTo>
                  <a:cubicBezTo>
                    <a:pt x="502" y="2583"/>
                    <a:pt x="509" y="2574"/>
                    <a:pt x="521" y="2567"/>
                  </a:cubicBezTo>
                  <a:cubicBezTo>
                    <a:pt x="614" y="2439"/>
                    <a:pt x="740" y="2367"/>
                    <a:pt x="889" y="2367"/>
                  </a:cubicBezTo>
                  <a:close/>
                  <a:moveTo>
                    <a:pt x="3415" y="4525"/>
                  </a:moveTo>
                  <a:cubicBezTo>
                    <a:pt x="3821" y="4525"/>
                    <a:pt x="4262" y="4734"/>
                    <a:pt x="4531" y="4991"/>
                  </a:cubicBezTo>
                  <a:cubicBezTo>
                    <a:pt x="4776" y="5226"/>
                    <a:pt x="4951" y="5533"/>
                    <a:pt x="5050" y="5855"/>
                  </a:cubicBezTo>
                  <a:cubicBezTo>
                    <a:pt x="5133" y="6124"/>
                    <a:pt x="5183" y="6426"/>
                    <a:pt x="5128" y="6705"/>
                  </a:cubicBezTo>
                  <a:cubicBezTo>
                    <a:pt x="5084" y="6929"/>
                    <a:pt x="5007" y="7150"/>
                    <a:pt x="4900" y="7350"/>
                  </a:cubicBezTo>
                  <a:cubicBezTo>
                    <a:pt x="4805" y="7522"/>
                    <a:pt x="4662" y="7719"/>
                    <a:pt x="4453" y="7745"/>
                  </a:cubicBezTo>
                  <a:cubicBezTo>
                    <a:pt x="4437" y="7747"/>
                    <a:pt x="4421" y="7748"/>
                    <a:pt x="4406" y="7748"/>
                  </a:cubicBezTo>
                  <a:cubicBezTo>
                    <a:pt x="4143" y="7748"/>
                    <a:pt x="3977" y="7483"/>
                    <a:pt x="3898" y="7264"/>
                  </a:cubicBezTo>
                  <a:cubicBezTo>
                    <a:pt x="3774" y="6922"/>
                    <a:pt x="3748" y="6554"/>
                    <a:pt x="3613" y="6214"/>
                  </a:cubicBezTo>
                  <a:cubicBezTo>
                    <a:pt x="3543" y="6039"/>
                    <a:pt x="3450" y="5854"/>
                    <a:pt x="3320" y="5719"/>
                  </a:cubicBezTo>
                  <a:cubicBezTo>
                    <a:pt x="3236" y="5634"/>
                    <a:pt x="3137" y="5565"/>
                    <a:pt x="3043" y="5491"/>
                  </a:cubicBezTo>
                  <a:cubicBezTo>
                    <a:pt x="2876" y="5358"/>
                    <a:pt x="2605" y="5139"/>
                    <a:pt x="2689" y="4896"/>
                  </a:cubicBezTo>
                  <a:cubicBezTo>
                    <a:pt x="2689" y="4893"/>
                    <a:pt x="2689" y="4891"/>
                    <a:pt x="2690" y="4890"/>
                  </a:cubicBezTo>
                  <a:cubicBezTo>
                    <a:pt x="2690" y="4881"/>
                    <a:pt x="2692" y="4874"/>
                    <a:pt x="2699" y="4864"/>
                  </a:cubicBezTo>
                  <a:cubicBezTo>
                    <a:pt x="2879" y="4621"/>
                    <a:pt x="3139" y="4525"/>
                    <a:pt x="3415" y="4525"/>
                  </a:cubicBezTo>
                  <a:close/>
                  <a:moveTo>
                    <a:pt x="6254" y="5870"/>
                  </a:moveTo>
                  <a:cubicBezTo>
                    <a:pt x="6264" y="5870"/>
                    <a:pt x="6274" y="5870"/>
                    <a:pt x="6284" y="5871"/>
                  </a:cubicBezTo>
                  <a:cubicBezTo>
                    <a:pt x="6494" y="5883"/>
                    <a:pt x="6699" y="6018"/>
                    <a:pt x="6834" y="6172"/>
                  </a:cubicBezTo>
                  <a:cubicBezTo>
                    <a:pt x="7089" y="6469"/>
                    <a:pt x="7133" y="6863"/>
                    <a:pt x="7096" y="7237"/>
                  </a:cubicBezTo>
                  <a:cubicBezTo>
                    <a:pt x="7082" y="7380"/>
                    <a:pt x="7054" y="7520"/>
                    <a:pt x="6998" y="7655"/>
                  </a:cubicBezTo>
                  <a:cubicBezTo>
                    <a:pt x="6947" y="7775"/>
                    <a:pt x="6874" y="7910"/>
                    <a:pt x="6750" y="7967"/>
                  </a:cubicBezTo>
                  <a:cubicBezTo>
                    <a:pt x="6714" y="7984"/>
                    <a:pt x="6677" y="7992"/>
                    <a:pt x="6640" y="7992"/>
                  </a:cubicBezTo>
                  <a:cubicBezTo>
                    <a:pt x="6545" y="7992"/>
                    <a:pt x="6454" y="7939"/>
                    <a:pt x="6382" y="7869"/>
                  </a:cubicBezTo>
                  <a:cubicBezTo>
                    <a:pt x="6252" y="7744"/>
                    <a:pt x="6145" y="7588"/>
                    <a:pt x="6057" y="7432"/>
                  </a:cubicBezTo>
                  <a:cubicBezTo>
                    <a:pt x="5852" y="7061"/>
                    <a:pt x="5730" y="6626"/>
                    <a:pt x="5798" y="6202"/>
                  </a:cubicBezTo>
                  <a:cubicBezTo>
                    <a:pt x="5798" y="6197"/>
                    <a:pt x="5800" y="6194"/>
                    <a:pt x="5800" y="6188"/>
                  </a:cubicBezTo>
                  <a:lnTo>
                    <a:pt x="5800" y="6187"/>
                  </a:lnTo>
                  <a:cubicBezTo>
                    <a:pt x="5801" y="6174"/>
                    <a:pt x="5805" y="6167"/>
                    <a:pt x="5814" y="6160"/>
                  </a:cubicBezTo>
                  <a:cubicBezTo>
                    <a:pt x="5911" y="5999"/>
                    <a:pt x="6060" y="5870"/>
                    <a:pt x="6254" y="5870"/>
                  </a:cubicBezTo>
                  <a:close/>
                  <a:moveTo>
                    <a:pt x="5517" y="8018"/>
                  </a:moveTo>
                  <a:cubicBezTo>
                    <a:pt x="5551" y="8018"/>
                    <a:pt x="5587" y="8023"/>
                    <a:pt x="5624" y="8032"/>
                  </a:cubicBezTo>
                  <a:cubicBezTo>
                    <a:pt x="5753" y="8064"/>
                    <a:pt x="5873" y="8137"/>
                    <a:pt x="5985" y="8209"/>
                  </a:cubicBezTo>
                  <a:cubicBezTo>
                    <a:pt x="6090" y="8278"/>
                    <a:pt x="6178" y="8366"/>
                    <a:pt x="6243" y="8475"/>
                  </a:cubicBezTo>
                  <a:cubicBezTo>
                    <a:pt x="6468" y="8852"/>
                    <a:pt x="6388" y="9375"/>
                    <a:pt x="6124" y="9710"/>
                  </a:cubicBezTo>
                  <a:cubicBezTo>
                    <a:pt x="5972" y="9901"/>
                    <a:pt x="5763" y="10051"/>
                    <a:pt x="5540" y="10149"/>
                  </a:cubicBezTo>
                  <a:cubicBezTo>
                    <a:pt x="5380" y="10220"/>
                    <a:pt x="5197" y="10274"/>
                    <a:pt x="5016" y="10274"/>
                  </a:cubicBezTo>
                  <a:cubicBezTo>
                    <a:pt x="4963" y="10274"/>
                    <a:pt x="4910" y="10270"/>
                    <a:pt x="4859" y="10259"/>
                  </a:cubicBezTo>
                  <a:cubicBezTo>
                    <a:pt x="4467" y="10181"/>
                    <a:pt x="4662" y="9653"/>
                    <a:pt x="4754" y="9419"/>
                  </a:cubicBezTo>
                  <a:cubicBezTo>
                    <a:pt x="4813" y="9272"/>
                    <a:pt x="4894" y="9127"/>
                    <a:pt x="4921" y="8970"/>
                  </a:cubicBezTo>
                  <a:cubicBezTo>
                    <a:pt x="4958" y="8753"/>
                    <a:pt x="4945" y="8497"/>
                    <a:pt x="5077" y="8308"/>
                  </a:cubicBezTo>
                  <a:cubicBezTo>
                    <a:pt x="5187" y="8148"/>
                    <a:pt x="5329" y="8018"/>
                    <a:pt x="5517" y="8018"/>
                  </a:cubicBezTo>
                  <a:close/>
                  <a:moveTo>
                    <a:pt x="2417" y="1"/>
                  </a:moveTo>
                  <a:cubicBezTo>
                    <a:pt x="1900" y="1"/>
                    <a:pt x="1393" y="273"/>
                    <a:pt x="1010" y="651"/>
                  </a:cubicBezTo>
                  <a:cubicBezTo>
                    <a:pt x="417" y="1234"/>
                    <a:pt x="1" y="2087"/>
                    <a:pt x="39" y="2930"/>
                  </a:cubicBezTo>
                  <a:cubicBezTo>
                    <a:pt x="79" y="3855"/>
                    <a:pt x="743" y="4509"/>
                    <a:pt x="1449" y="5020"/>
                  </a:cubicBezTo>
                  <a:cubicBezTo>
                    <a:pt x="2159" y="5535"/>
                    <a:pt x="2961" y="6012"/>
                    <a:pt x="3361" y="6827"/>
                  </a:cubicBezTo>
                  <a:lnTo>
                    <a:pt x="3362" y="6830"/>
                  </a:lnTo>
                  <a:cubicBezTo>
                    <a:pt x="3372" y="6841"/>
                    <a:pt x="3382" y="6860"/>
                    <a:pt x="3385" y="6881"/>
                  </a:cubicBezTo>
                  <a:cubicBezTo>
                    <a:pt x="3437" y="7170"/>
                    <a:pt x="3456" y="7462"/>
                    <a:pt x="3433" y="7754"/>
                  </a:cubicBezTo>
                  <a:cubicBezTo>
                    <a:pt x="3396" y="8222"/>
                    <a:pt x="3222" y="8681"/>
                    <a:pt x="3220" y="9148"/>
                  </a:cubicBezTo>
                  <a:cubicBezTo>
                    <a:pt x="3216" y="9591"/>
                    <a:pt x="3548" y="9985"/>
                    <a:pt x="3913" y="10199"/>
                  </a:cubicBezTo>
                  <a:cubicBezTo>
                    <a:pt x="4252" y="10399"/>
                    <a:pt x="4641" y="10491"/>
                    <a:pt x="5033" y="10491"/>
                  </a:cubicBezTo>
                  <a:cubicBezTo>
                    <a:pt x="5570" y="10491"/>
                    <a:pt x="6112" y="10317"/>
                    <a:pt x="6539" y="10009"/>
                  </a:cubicBezTo>
                  <a:cubicBezTo>
                    <a:pt x="7217" y="9520"/>
                    <a:pt x="7621" y="8695"/>
                    <a:pt x="7647" y="7866"/>
                  </a:cubicBezTo>
                  <a:cubicBezTo>
                    <a:pt x="7657" y="7454"/>
                    <a:pt x="7578" y="7037"/>
                    <a:pt x="7399" y="6664"/>
                  </a:cubicBezTo>
                  <a:cubicBezTo>
                    <a:pt x="7180" y="6216"/>
                    <a:pt x="6833" y="5906"/>
                    <a:pt x="6451" y="5597"/>
                  </a:cubicBezTo>
                  <a:cubicBezTo>
                    <a:pt x="6018" y="5243"/>
                    <a:pt x="5566" y="4898"/>
                    <a:pt x="5216" y="4456"/>
                  </a:cubicBezTo>
                  <a:cubicBezTo>
                    <a:pt x="4871" y="4018"/>
                    <a:pt x="4674" y="3511"/>
                    <a:pt x="4534" y="2977"/>
                  </a:cubicBezTo>
                  <a:cubicBezTo>
                    <a:pt x="4270" y="1972"/>
                    <a:pt x="4123" y="741"/>
                    <a:pt x="3117" y="184"/>
                  </a:cubicBezTo>
                  <a:cubicBezTo>
                    <a:pt x="2888" y="57"/>
                    <a:pt x="2652" y="1"/>
                    <a:pt x="2417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38" name="Google Shape;938;p9"/>
            <p:cNvSpPr/>
            <p:nvPr/>
          </p:nvSpPr>
          <p:spPr>
            <a:xfrm>
              <a:off x="4061520" y="4986000"/>
              <a:ext cx="100440" cy="113400"/>
            </a:xfrm>
            <a:custGeom>
              <a:rect b="b" l="l" r="r" t="t"/>
              <a:pathLst>
                <a:path extrusionOk="0" h="2256" w="2002">
                  <a:moveTo>
                    <a:pt x="1050" y="115"/>
                  </a:moveTo>
                  <a:cubicBezTo>
                    <a:pt x="1077" y="115"/>
                    <a:pt x="1106" y="119"/>
                    <a:pt x="1136" y="127"/>
                  </a:cubicBezTo>
                  <a:cubicBezTo>
                    <a:pt x="1236" y="155"/>
                    <a:pt x="1328" y="209"/>
                    <a:pt x="1418" y="263"/>
                  </a:cubicBezTo>
                  <a:cubicBezTo>
                    <a:pt x="1511" y="323"/>
                    <a:pt x="1595" y="391"/>
                    <a:pt x="1657" y="483"/>
                  </a:cubicBezTo>
                  <a:cubicBezTo>
                    <a:pt x="1872" y="804"/>
                    <a:pt x="1816" y="1269"/>
                    <a:pt x="1600" y="1577"/>
                  </a:cubicBezTo>
                  <a:cubicBezTo>
                    <a:pt x="1376" y="1896"/>
                    <a:pt x="947" y="2141"/>
                    <a:pt x="548" y="2141"/>
                  </a:cubicBezTo>
                  <a:cubicBezTo>
                    <a:pt x="524" y="2141"/>
                    <a:pt x="499" y="2140"/>
                    <a:pt x="475" y="2138"/>
                  </a:cubicBezTo>
                  <a:cubicBezTo>
                    <a:pt x="414" y="2132"/>
                    <a:pt x="348" y="2120"/>
                    <a:pt x="308" y="2067"/>
                  </a:cubicBezTo>
                  <a:cubicBezTo>
                    <a:pt x="273" y="2019"/>
                    <a:pt x="271" y="1954"/>
                    <a:pt x="273" y="1897"/>
                  </a:cubicBezTo>
                  <a:cubicBezTo>
                    <a:pt x="280" y="1743"/>
                    <a:pt x="336" y="1588"/>
                    <a:pt x="393" y="1446"/>
                  </a:cubicBezTo>
                  <a:cubicBezTo>
                    <a:pt x="448" y="1303"/>
                    <a:pt x="530" y="1160"/>
                    <a:pt x="560" y="1010"/>
                  </a:cubicBezTo>
                  <a:cubicBezTo>
                    <a:pt x="603" y="797"/>
                    <a:pt x="577" y="534"/>
                    <a:pt x="709" y="348"/>
                  </a:cubicBezTo>
                  <a:cubicBezTo>
                    <a:pt x="796" y="224"/>
                    <a:pt x="903" y="115"/>
                    <a:pt x="1050" y="115"/>
                  </a:cubicBezTo>
                  <a:close/>
                  <a:moveTo>
                    <a:pt x="1049" y="0"/>
                  </a:moveTo>
                  <a:cubicBezTo>
                    <a:pt x="862" y="0"/>
                    <a:pt x="720" y="129"/>
                    <a:pt x="610" y="290"/>
                  </a:cubicBezTo>
                  <a:cubicBezTo>
                    <a:pt x="478" y="479"/>
                    <a:pt x="492" y="735"/>
                    <a:pt x="454" y="952"/>
                  </a:cubicBezTo>
                  <a:cubicBezTo>
                    <a:pt x="426" y="1109"/>
                    <a:pt x="346" y="1254"/>
                    <a:pt x="287" y="1401"/>
                  </a:cubicBezTo>
                  <a:cubicBezTo>
                    <a:pt x="195" y="1635"/>
                    <a:pt x="0" y="2165"/>
                    <a:pt x="392" y="2241"/>
                  </a:cubicBezTo>
                  <a:cubicBezTo>
                    <a:pt x="443" y="2251"/>
                    <a:pt x="495" y="2256"/>
                    <a:pt x="547" y="2256"/>
                  </a:cubicBezTo>
                  <a:cubicBezTo>
                    <a:pt x="728" y="2256"/>
                    <a:pt x="912" y="2202"/>
                    <a:pt x="1073" y="2131"/>
                  </a:cubicBezTo>
                  <a:cubicBezTo>
                    <a:pt x="1297" y="2033"/>
                    <a:pt x="1505" y="1883"/>
                    <a:pt x="1657" y="1692"/>
                  </a:cubicBezTo>
                  <a:cubicBezTo>
                    <a:pt x="1921" y="1357"/>
                    <a:pt x="2001" y="834"/>
                    <a:pt x="1777" y="457"/>
                  </a:cubicBezTo>
                  <a:cubicBezTo>
                    <a:pt x="1714" y="348"/>
                    <a:pt x="1623" y="260"/>
                    <a:pt x="1518" y="191"/>
                  </a:cubicBezTo>
                  <a:cubicBezTo>
                    <a:pt x="1409" y="119"/>
                    <a:pt x="1286" y="48"/>
                    <a:pt x="1157" y="14"/>
                  </a:cubicBezTo>
                  <a:cubicBezTo>
                    <a:pt x="1119" y="5"/>
                    <a:pt x="1084" y="0"/>
                    <a:pt x="1049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875" lIns="91425" spcFirstLastPara="1" rIns="91425" wrap="square" tIns="56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39" name="Google Shape;939;p9"/>
            <p:cNvSpPr/>
            <p:nvPr/>
          </p:nvSpPr>
          <p:spPr>
            <a:xfrm>
              <a:off x="4042440" y="4910040"/>
              <a:ext cx="30960" cy="19440"/>
            </a:xfrm>
            <a:custGeom>
              <a:rect b="b" l="l" r="r" t="t"/>
              <a:pathLst>
                <a:path extrusionOk="0" h="394" w="623">
                  <a:moveTo>
                    <a:pt x="64" y="0"/>
                  </a:moveTo>
                  <a:cubicBezTo>
                    <a:pt x="45" y="0"/>
                    <a:pt x="27" y="8"/>
                    <a:pt x="15" y="28"/>
                  </a:cubicBezTo>
                  <a:cubicBezTo>
                    <a:pt x="1" y="53"/>
                    <a:pt x="8" y="93"/>
                    <a:pt x="36" y="107"/>
                  </a:cubicBezTo>
                  <a:cubicBezTo>
                    <a:pt x="213" y="188"/>
                    <a:pt x="359" y="324"/>
                    <a:pt x="543" y="390"/>
                  </a:cubicBezTo>
                  <a:cubicBezTo>
                    <a:pt x="549" y="393"/>
                    <a:pt x="554" y="393"/>
                    <a:pt x="560" y="393"/>
                  </a:cubicBezTo>
                  <a:cubicBezTo>
                    <a:pt x="585" y="393"/>
                    <a:pt x="608" y="374"/>
                    <a:pt x="614" y="351"/>
                  </a:cubicBezTo>
                  <a:cubicBezTo>
                    <a:pt x="623" y="317"/>
                    <a:pt x="603" y="288"/>
                    <a:pt x="573" y="279"/>
                  </a:cubicBezTo>
                  <a:cubicBezTo>
                    <a:pt x="400" y="216"/>
                    <a:pt x="261" y="83"/>
                    <a:pt x="94" y="6"/>
                  </a:cubicBezTo>
                  <a:cubicBezTo>
                    <a:pt x="84" y="2"/>
                    <a:pt x="74" y="0"/>
                    <a:pt x="64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40" name="Google Shape;940;p9"/>
            <p:cNvSpPr/>
            <p:nvPr/>
          </p:nvSpPr>
          <p:spPr>
            <a:xfrm>
              <a:off x="4058280" y="4885560"/>
              <a:ext cx="17280" cy="14040"/>
            </a:xfrm>
            <a:custGeom>
              <a:rect b="b" l="l" r="r" t="t"/>
              <a:pathLst>
                <a:path extrusionOk="0" h="283" w="351">
                  <a:moveTo>
                    <a:pt x="228" y="48"/>
                  </a:moveTo>
                  <a:lnTo>
                    <a:pt x="228" y="48"/>
                  </a:lnTo>
                  <a:cubicBezTo>
                    <a:pt x="228" y="48"/>
                    <a:pt x="225" y="50"/>
                    <a:pt x="223" y="51"/>
                  </a:cubicBezTo>
                  <a:lnTo>
                    <a:pt x="223" y="51"/>
                  </a:lnTo>
                  <a:cubicBezTo>
                    <a:pt x="226" y="48"/>
                    <a:pt x="228" y="48"/>
                    <a:pt x="228" y="48"/>
                  </a:cubicBezTo>
                  <a:close/>
                  <a:moveTo>
                    <a:pt x="291" y="1"/>
                  </a:moveTo>
                  <a:cubicBezTo>
                    <a:pt x="287" y="1"/>
                    <a:pt x="282" y="1"/>
                    <a:pt x="277" y="3"/>
                  </a:cubicBezTo>
                  <a:cubicBezTo>
                    <a:pt x="262" y="9"/>
                    <a:pt x="252" y="17"/>
                    <a:pt x="243" y="30"/>
                  </a:cubicBezTo>
                  <a:lnTo>
                    <a:pt x="243" y="30"/>
                  </a:lnTo>
                  <a:cubicBezTo>
                    <a:pt x="242" y="32"/>
                    <a:pt x="240" y="34"/>
                    <a:pt x="239" y="36"/>
                  </a:cubicBezTo>
                  <a:cubicBezTo>
                    <a:pt x="235" y="39"/>
                    <a:pt x="229" y="43"/>
                    <a:pt x="226" y="47"/>
                  </a:cubicBezTo>
                  <a:lnTo>
                    <a:pt x="222" y="51"/>
                  </a:lnTo>
                  <a:lnTo>
                    <a:pt x="222" y="51"/>
                  </a:lnTo>
                  <a:lnTo>
                    <a:pt x="206" y="61"/>
                  </a:lnTo>
                  <a:cubicBezTo>
                    <a:pt x="185" y="74"/>
                    <a:pt x="164" y="85"/>
                    <a:pt x="143" y="95"/>
                  </a:cubicBezTo>
                  <a:cubicBezTo>
                    <a:pt x="121" y="107"/>
                    <a:pt x="100" y="117"/>
                    <a:pt x="79" y="131"/>
                  </a:cubicBezTo>
                  <a:cubicBezTo>
                    <a:pt x="52" y="149"/>
                    <a:pt x="29" y="170"/>
                    <a:pt x="9" y="196"/>
                  </a:cubicBezTo>
                  <a:cubicBezTo>
                    <a:pt x="1" y="207"/>
                    <a:pt x="1" y="229"/>
                    <a:pt x="5" y="241"/>
                  </a:cubicBezTo>
                  <a:cubicBezTo>
                    <a:pt x="8" y="255"/>
                    <a:pt x="19" y="270"/>
                    <a:pt x="31" y="274"/>
                  </a:cubicBezTo>
                  <a:cubicBezTo>
                    <a:pt x="40" y="279"/>
                    <a:pt x="51" y="282"/>
                    <a:pt x="62" y="282"/>
                  </a:cubicBezTo>
                  <a:cubicBezTo>
                    <a:pt x="67" y="282"/>
                    <a:pt x="72" y="281"/>
                    <a:pt x="76" y="280"/>
                  </a:cubicBezTo>
                  <a:cubicBezTo>
                    <a:pt x="89" y="274"/>
                    <a:pt x="99" y="266"/>
                    <a:pt x="107" y="255"/>
                  </a:cubicBezTo>
                  <a:lnTo>
                    <a:pt x="107" y="255"/>
                  </a:lnTo>
                  <a:cubicBezTo>
                    <a:pt x="105" y="257"/>
                    <a:pt x="105" y="258"/>
                    <a:pt x="105" y="258"/>
                  </a:cubicBezTo>
                  <a:cubicBezTo>
                    <a:pt x="106" y="258"/>
                    <a:pt x="112" y="250"/>
                    <a:pt x="114" y="247"/>
                  </a:cubicBezTo>
                  <a:cubicBezTo>
                    <a:pt x="119" y="244"/>
                    <a:pt x="123" y="241"/>
                    <a:pt x="127" y="236"/>
                  </a:cubicBezTo>
                  <a:lnTo>
                    <a:pt x="133" y="230"/>
                  </a:lnTo>
                  <a:lnTo>
                    <a:pt x="133" y="230"/>
                  </a:lnTo>
                  <a:cubicBezTo>
                    <a:pt x="128" y="234"/>
                    <a:pt x="126" y="236"/>
                    <a:pt x="125" y="236"/>
                  </a:cubicBezTo>
                  <a:cubicBezTo>
                    <a:pt x="125" y="236"/>
                    <a:pt x="128" y="232"/>
                    <a:pt x="130" y="231"/>
                  </a:cubicBezTo>
                  <a:lnTo>
                    <a:pt x="146" y="221"/>
                  </a:lnTo>
                  <a:cubicBezTo>
                    <a:pt x="168" y="209"/>
                    <a:pt x="188" y="197"/>
                    <a:pt x="209" y="187"/>
                  </a:cubicBezTo>
                  <a:cubicBezTo>
                    <a:pt x="232" y="176"/>
                    <a:pt x="252" y="166"/>
                    <a:pt x="274" y="152"/>
                  </a:cubicBezTo>
                  <a:cubicBezTo>
                    <a:pt x="300" y="135"/>
                    <a:pt x="323" y="114"/>
                    <a:pt x="343" y="87"/>
                  </a:cubicBezTo>
                  <a:cubicBezTo>
                    <a:pt x="351" y="75"/>
                    <a:pt x="351" y="54"/>
                    <a:pt x="348" y="43"/>
                  </a:cubicBezTo>
                  <a:cubicBezTo>
                    <a:pt x="344" y="29"/>
                    <a:pt x="334" y="15"/>
                    <a:pt x="321" y="9"/>
                  </a:cubicBezTo>
                  <a:cubicBezTo>
                    <a:pt x="312" y="4"/>
                    <a:pt x="301" y="1"/>
                    <a:pt x="291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200" lIns="91425" spcFirstLastPara="1" rIns="91425" wrap="square" tIns="7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41" name="Google Shape;941;p9"/>
            <p:cNvSpPr/>
            <p:nvPr/>
          </p:nvSpPr>
          <p:spPr>
            <a:xfrm>
              <a:off x="4038480" y="4845960"/>
              <a:ext cx="15840" cy="14760"/>
            </a:xfrm>
            <a:custGeom>
              <a:rect b="b" l="l" r="r" t="t"/>
              <a:pathLst>
                <a:path extrusionOk="0" h="301" w="320">
                  <a:moveTo>
                    <a:pt x="111" y="121"/>
                  </a:moveTo>
                  <a:cubicBezTo>
                    <a:pt x="111" y="121"/>
                    <a:pt x="110" y="122"/>
                    <a:pt x="110" y="122"/>
                  </a:cubicBezTo>
                  <a:cubicBezTo>
                    <a:pt x="109" y="123"/>
                    <a:pt x="108" y="123"/>
                    <a:pt x="108" y="123"/>
                  </a:cubicBezTo>
                  <a:cubicBezTo>
                    <a:pt x="108" y="123"/>
                    <a:pt x="110" y="122"/>
                    <a:pt x="111" y="121"/>
                  </a:cubicBezTo>
                  <a:close/>
                  <a:moveTo>
                    <a:pt x="165" y="227"/>
                  </a:moveTo>
                  <a:cubicBezTo>
                    <a:pt x="165" y="227"/>
                    <a:pt x="164" y="228"/>
                    <a:pt x="164" y="228"/>
                  </a:cubicBezTo>
                  <a:cubicBezTo>
                    <a:pt x="164" y="228"/>
                    <a:pt x="165" y="227"/>
                    <a:pt x="165" y="227"/>
                  </a:cubicBezTo>
                  <a:close/>
                  <a:moveTo>
                    <a:pt x="255" y="0"/>
                  </a:moveTo>
                  <a:cubicBezTo>
                    <a:pt x="235" y="0"/>
                    <a:pt x="215" y="9"/>
                    <a:pt x="205" y="28"/>
                  </a:cubicBezTo>
                  <a:cubicBezTo>
                    <a:pt x="201" y="34"/>
                    <a:pt x="199" y="40"/>
                    <a:pt x="195" y="43"/>
                  </a:cubicBezTo>
                  <a:cubicBezTo>
                    <a:pt x="194" y="44"/>
                    <a:pt x="192" y="48"/>
                    <a:pt x="191" y="50"/>
                  </a:cubicBezTo>
                  <a:cubicBezTo>
                    <a:pt x="188" y="51"/>
                    <a:pt x="188" y="54"/>
                    <a:pt x="187" y="55"/>
                  </a:cubicBezTo>
                  <a:cubicBezTo>
                    <a:pt x="188" y="54"/>
                    <a:pt x="191" y="50"/>
                    <a:pt x="192" y="48"/>
                  </a:cubicBezTo>
                  <a:lnTo>
                    <a:pt x="192" y="48"/>
                  </a:lnTo>
                  <a:cubicBezTo>
                    <a:pt x="187" y="57"/>
                    <a:pt x="178" y="65"/>
                    <a:pt x="169" y="72"/>
                  </a:cubicBezTo>
                  <a:cubicBezTo>
                    <a:pt x="152" y="89"/>
                    <a:pt x="135" y="103"/>
                    <a:pt x="117" y="118"/>
                  </a:cubicBezTo>
                  <a:cubicBezTo>
                    <a:pt x="117" y="118"/>
                    <a:pt x="116" y="118"/>
                    <a:pt x="116" y="119"/>
                  </a:cubicBezTo>
                  <a:lnTo>
                    <a:pt x="116" y="119"/>
                  </a:lnTo>
                  <a:cubicBezTo>
                    <a:pt x="116" y="119"/>
                    <a:pt x="116" y="118"/>
                    <a:pt x="116" y="118"/>
                  </a:cubicBezTo>
                  <a:lnTo>
                    <a:pt x="116" y="118"/>
                  </a:lnTo>
                  <a:cubicBezTo>
                    <a:pt x="115" y="118"/>
                    <a:pt x="113" y="120"/>
                    <a:pt x="111" y="121"/>
                  </a:cubicBezTo>
                  <a:lnTo>
                    <a:pt x="111" y="121"/>
                  </a:lnTo>
                  <a:cubicBezTo>
                    <a:pt x="113" y="120"/>
                    <a:pt x="115" y="120"/>
                    <a:pt x="116" y="119"/>
                  </a:cubicBezTo>
                  <a:lnTo>
                    <a:pt x="116" y="119"/>
                  </a:lnTo>
                  <a:cubicBezTo>
                    <a:pt x="116" y="119"/>
                    <a:pt x="115" y="119"/>
                    <a:pt x="114" y="120"/>
                  </a:cubicBezTo>
                  <a:cubicBezTo>
                    <a:pt x="109" y="125"/>
                    <a:pt x="106" y="128"/>
                    <a:pt x="100" y="132"/>
                  </a:cubicBezTo>
                  <a:cubicBezTo>
                    <a:pt x="87" y="140"/>
                    <a:pt x="75" y="149"/>
                    <a:pt x="65" y="160"/>
                  </a:cubicBezTo>
                  <a:cubicBezTo>
                    <a:pt x="49" y="174"/>
                    <a:pt x="32" y="188"/>
                    <a:pt x="18" y="204"/>
                  </a:cubicBezTo>
                  <a:cubicBezTo>
                    <a:pt x="8" y="217"/>
                    <a:pt x="1" y="228"/>
                    <a:pt x="1" y="245"/>
                  </a:cubicBezTo>
                  <a:cubicBezTo>
                    <a:pt x="1" y="259"/>
                    <a:pt x="8" y="276"/>
                    <a:pt x="18" y="286"/>
                  </a:cubicBezTo>
                  <a:cubicBezTo>
                    <a:pt x="30" y="295"/>
                    <a:pt x="46" y="300"/>
                    <a:pt x="62" y="300"/>
                  </a:cubicBezTo>
                  <a:cubicBezTo>
                    <a:pt x="76" y="300"/>
                    <a:pt x="91" y="295"/>
                    <a:pt x="101" y="283"/>
                  </a:cubicBezTo>
                  <a:cubicBezTo>
                    <a:pt x="116" y="268"/>
                    <a:pt x="131" y="252"/>
                    <a:pt x="150" y="240"/>
                  </a:cubicBezTo>
                  <a:cubicBezTo>
                    <a:pt x="155" y="237"/>
                    <a:pt x="158" y="232"/>
                    <a:pt x="164" y="228"/>
                  </a:cubicBezTo>
                  <a:cubicBezTo>
                    <a:pt x="165" y="227"/>
                    <a:pt x="167" y="225"/>
                    <a:pt x="171" y="224"/>
                  </a:cubicBezTo>
                  <a:lnTo>
                    <a:pt x="171" y="224"/>
                  </a:lnTo>
                  <a:cubicBezTo>
                    <a:pt x="170" y="225"/>
                    <a:pt x="167" y="226"/>
                    <a:pt x="165" y="227"/>
                  </a:cubicBezTo>
                  <a:lnTo>
                    <a:pt x="165" y="227"/>
                  </a:lnTo>
                  <a:cubicBezTo>
                    <a:pt x="166" y="227"/>
                    <a:pt x="168" y="226"/>
                    <a:pt x="169" y="225"/>
                  </a:cubicBezTo>
                  <a:cubicBezTo>
                    <a:pt x="181" y="217"/>
                    <a:pt x="194" y="205"/>
                    <a:pt x="205" y="197"/>
                  </a:cubicBezTo>
                  <a:cubicBezTo>
                    <a:pt x="243" y="167"/>
                    <a:pt x="280" y="132"/>
                    <a:pt x="306" y="86"/>
                  </a:cubicBezTo>
                  <a:cubicBezTo>
                    <a:pt x="320" y="61"/>
                    <a:pt x="313" y="23"/>
                    <a:pt x="284" y="7"/>
                  </a:cubicBezTo>
                  <a:cubicBezTo>
                    <a:pt x="275" y="2"/>
                    <a:pt x="265" y="0"/>
                    <a:pt x="255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550" lIns="91425" spcFirstLastPara="1" rIns="91425" wrap="square" tIns="75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42" name="Google Shape;942;p9"/>
            <p:cNvSpPr/>
            <p:nvPr/>
          </p:nvSpPr>
          <p:spPr>
            <a:xfrm>
              <a:off x="4007160" y="4830840"/>
              <a:ext cx="12960" cy="16920"/>
            </a:xfrm>
            <a:custGeom>
              <a:rect b="b" l="l" r="r" t="t"/>
              <a:pathLst>
                <a:path extrusionOk="0" h="345" w="266">
                  <a:moveTo>
                    <a:pt x="208" y="208"/>
                  </a:moveTo>
                  <a:lnTo>
                    <a:pt x="208" y="208"/>
                  </a:lnTo>
                  <a:cubicBezTo>
                    <a:pt x="210" y="210"/>
                    <a:pt x="210" y="210"/>
                    <a:pt x="210" y="210"/>
                  </a:cubicBezTo>
                  <a:cubicBezTo>
                    <a:pt x="210" y="210"/>
                    <a:pt x="210" y="209"/>
                    <a:pt x="208" y="208"/>
                  </a:cubicBezTo>
                  <a:close/>
                  <a:moveTo>
                    <a:pt x="66" y="0"/>
                  </a:moveTo>
                  <a:cubicBezTo>
                    <a:pt x="61" y="0"/>
                    <a:pt x="56" y="1"/>
                    <a:pt x="52" y="3"/>
                  </a:cubicBezTo>
                  <a:cubicBezTo>
                    <a:pt x="25" y="12"/>
                    <a:pt x="1" y="44"/>
                    <a:pt x="11" y="74"/>
                  </a:cubicBezTo>
                  <a:cubicBezTo>
                    <a:pt x="46" y="165"/>
                    <a:pt x="87" y="262"/>
                    <a:pt x="162" y="328"/>
                  </a:cubicBezTo>
                  <a:cubicBezTo>
                    <a:pt x="174" y="338"/>
                    <a:pt x="190" y="344"/>
                    <a:pt x="205" y="344"/>
                  </a:cubicBezTo>
                  <a:cubicBezTo>
                    <a:pt x="219" y="344"/>
                    <a:pt x="233" y="339"/>
                    <a:pt x="243" y="328"/>
                  </a:cubicBezTo>
                  <a:cubicBezTo>
                    <a:pt x="263" y="302"/>
                    <a:pt x="266" y="265"/>
                    <a:pt x="242" y="244"/>
                  </a:cubicBezTo>
                  <a:lnTo>
                    <a:pt x="220" y="223"/>
                  </a:lnTo>
                  <a:cubicBezTo>
                    <a:pt x="216" y="220"/>
                    <a:pt x="213" y="214"/>
                    <a:pt x="209" y="210"/>
                  </a:cubicBezTo>
                  <a:cubicBezTo>
                    <a:pt x="208" y="208"/>
                    <a:pt x="206" y="207"/>
                    <a:pt x="206" y="206"/>
                  </a:cubicBezTo>
                  <a:lnTo>
                    <a:pt x="206" y="206"/>
                  </a:lnTo>
                  <a:cubicBezTo>
                    <a:pt x="207" y="206"/>
                    <a:pt x="208" y="207"/>
                    <a:pt x="208" y="208"/>
                  </a:cubicBezTo>
                  <a:lnTo>
                    <a:pt x="208" y="208"/>
                  </a:lnTo>
                  <a:cubicBezTo>
                    <a:pt x="208" y="208"/>
                    <a:pt x="208" y="207"/>
                    <a:pt x="208" y="207"/>
                  </a:cubicBezTo>
                  <a:cubicBezTo>
                    <a:pt x="195" y="189"/>
                    <a:pt x="184" y="170"/>
                    <a:pt x="172" y="150"/>
                  </a:cubicBezTo>
                  <a:cubicBezTo>
                    <a:pt x="162" y="131"/>
                    <a:pt x="152" y="111"/>
                    <a:pt x="144" y="92"/>
                  </a:cubicBezTo>
                  <a:cubicBezTo>
                    <a:pt x="143" y="89"/>
                    <a:pt x="139" y="79"/>
                    <a:pt x="139" y="79"/>
                  </a:cubicBezTo>
                  <a:lnTo>
                    <a:pt x="139" y="79"/>
                  </a:lnTo>
                  <a:cubicBezTo>
                    <a:pt x="139" y="79"/>
                    <a:pt x="139" y="81"/>
                    <a:pt x="141" y="87"/>
                  </a:cubicBezTo>
                  <a:cubicBezTo>
                    <a:pt x="138" y="81"/>
                    <a:pt x="137" y="78"/>
                    <a:pt x="135" y="72"/>
                  </a:cubicBezTo>
                  <a:cubicBezTo>
                    <a:pt x="131" y="61"/>
                    <a:pt x="127" y="53"/>
                    <a:pt x="123" y="43"/>
                  </a:cubicBezTo>
                  <a:cubicBezTo>
                    <a:pt x="117" y="29"/>
                    <a:pt x="110" y="16"/>
                    <a:pt x="96" y="9"/>
                  </a:cubicBezTo>
                  <a:cubicBezTo>
                    <a:pt x="88" y="4"/>
                    <a:pt x="77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625" lIns="91425" spcFirstLastPara="1" rIns="91425" wrap="square" tIns="86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43" name="Google Shape;943;p9"/>
            <p:cNvSpPr/>
            <p:nvPr/>
          </p:nvSpPr>
          <p:spPr>
            <a:xfrm>
              <a:off x="3993480" y="4725000"/>
              <a:ext cx="18000" cy="8280"/>
            </a:xfrm>
            <a:custGeom>
              <a:rect b="b" l="l" r="r" t="t"/>
              <a:pathLst>
                <a:path extrusionOk="0" h="172" w="365">
                  <a:moveTo>
                    <a:pt x="68" y="1"/>
                  </a:moveTo>
                  <a:cubicBezTo>
                    <a:pt x="41" y="1"/>
                    <a:pt x="13" y="15"/>
                    <a:pt x="7" y="43"/>
                  </a:cubicBezTo>
                  <a:cubicBezTo>
                    <a:pt x="0" y="71"/>
                    <a:pt x="16" y="108"/>
                    <a:pt x="48" y="113"/>
                  </a:cubicBezTo>
                  <a:cubicBezTo>
                    <a:pt x="129" y="128"/>
                    <a:pt x="206" y="156"/>
                    <a:pt x="286" y="170"/>
                  </a:cubicBezTo>
                  <a:cubicBezTo>
                    <a:pt x="291" y="171"/>
                    <a:pt x="295" y="171"/>
                    <a:pt x="300" y="171"/>
                  </a:cubicBezTo>
                  <a:cubicBezTo>
                    <a:pt x="326" y="171"/>
                    <a:pt x="351" y="157"/>
                    <a:pt x="357" y="129"/>
                  </a:cubicBezTo>
                  <a:cubicBezTo>
                    <a:pt x="364" y="101"/>
                    <a:pt x="349" y="64"/>
                    <a:pt x="318" y="58"/>
                  </a:cubicBezTo>
                  <a:cubicBezTo>
                    <a:pt x="235" y="44"/>
                    <a:pt x="159" y="17"/>
                    <a:pt x="78" y="1"/>
                  </a:cubicBezTo>
                  <a:cubicBezTo>
                    <a:pt x="75" y="1"/>
                    <a:pt x="71" y="1"/>
                    <a:pt x="68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300" lIns="91425" spcFirstLastPara="1" rIns="91425" wrap="square" tIns="4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44" name="Google Shape;944;p9"/>
            <p:cNvSpPr/>
            <p:nvPr/>
          </p:nvSpPr>
          <p:spPr>
            <a:xfrm>
              <a:off x="4006080" y="4673160"/>
              <a:ext cx="12600" cy="24480"/>
            </a:xfrm>
            <a:custGeom>
              <a:rect b="b" l="l" r="r" t="t"/>
              <a:pathLst>
                <a:path extrusionOk="0" h="492" w="257">
                  <a:moveTo>
                    <a:pt x="68" y="1"/>
                  </a:moveTo>
                  <a:cubicBezTo>
                    <a:pt x="63" y="1"/>
                    <a:pt x="58" y="2"/>
                    <a:pt x="53" y="3"/>
                  </a:cubicBezTo>
                  <a:cubicBezTo>
                    <a:pt x="27" y="12"/>
                    <a:pt x="0" y="44"/>
                    <a:pt x="13" y="74"/>
                  </a:cubicBezTo>
                  <a:cubicBezTo>
                    <a:pt x="62" y="196"/>
                    <a:pt x="99" y="322"/>
                    <a:pt x="136" y="448"/>
                  </a:cubicBezTo>
                  <a:cubicBezTo>
                    <a:pt x="143" y="472"/>
                    <a:pt x="168" y="491"/>
                    <a:pt x="193" y="491"/>
                  </a:cubicBezTo>
                  <a:cubicBezTo>
                    <a:pt x="198" y="491"/>
                    <a:pt x="202" y="491"/>
                    <a:pt x="207" y="489"/>
                  </a:cubicBezTo>
                  <a:cubicBezTo>
                    <a:pt x="237" y="479"/>
                    <a:pt x="257" y="450"/>
                    <a:pt x="248" y="418"/>
                  </a:cubicBezTo>
                  <a:cubicBezTo>
                    <a:pt x="211" y="292"/>
                    <a:pt x="172" y="166"/>
                    <a:pt x="123" y="44"/>
                  </a:cubicBezTo>
                  <a:cubicBezTo>
                    <a:pt x="115" y="21"/>
                    <a:pt x="94" y="1"/>
                    <a:pt x="68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225" lIns="91425" spcFirstLastPara="1" rIns="91425" wrap="square" tIns="12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45" name="Google Shape;945;p9"/>
            <p:cNvSpPr/>
            <p:nvPr/>
          </p:nvSpPr>
          <p:spPr>
            <a:xfrm>
              <a:off x="3980520" y="4649040"/>
              <a:ext cx="19440" cy="22320"/>
            </a:xfrm>
            <a:custGeom>
              <a:rect b="b" l="l" r="r" t="t"/>
              <a:pathLst>
                <a:path extrusionOk="0" h="452" w="395">
                  <a:moveTo>
                    <a:pt x="326" y="1"/>
                  </a:moveTo>
                  <a:cubicBezTo>
                    <a:pt x="307" y="1"/>
                    <a:pt x="289" y="12"/>
                    <a:pt x="276" y="30"/>
                  </a:cubicBezTo>
                  <a:cubicBezTo>
                    <a:pt x="275" y="31"/>
                    <a:pt x="270" y="37"/>
                    <a:pt x="270" y="37"/>
                  </a:cubicBezTo>
                  <a:cubicBezTo>
                    <a:pt x="270" y="37"/>
                    <a:pt x="270" y="37"/>
                    <a:pt x="271" y="37"/>
                  </a:cubicBezTo>
                  <a:lnTo>
                    <a:pt x="271" y="37"/>
                  </a:lnTo>
                  <a:cubicBezTo>
                    <a:pt x="270" y="38"/>
                    <a:pt x="269" y="39"/>
                    <a:pt x="269" y="40"/>
                  </a:cubicBezTo>
                  <a:cubicBezTo>
                    <a:pt x="263" y="47"/>
                    <a:pt x="259" y="54"/>
                    <a:pt x="252" y="61"/>
                  </a:cubicBezTo>
                  <a:cubicBezTo>
                    <a:pt x="239" y="75"/>
                    <a:pt x="227" y="88"/>
                    <a:pt x="216" y="102"/>
                  </a:cubicBezTo>
                  <a:lnTo>
                    <a:pt x="141" y="182"/>
                  </a:lnTo>
                  <a:cubicBezTo>
                    <a:pt x="91" y="237"/>
                    <a:pt x="42" y="295"/>
                    <a:pt x="14" y="364"/>
                  </a:cubicBezTo>
                  <a:cubicBezTo>
                    <a:pt x="1" y="393"/>
                    <a:pt x="5" y="428"/>
                    <a:pt x="35" y="444"/>
                  </a:cubicBezTo>
                  <a:cubicBezTo>
                    <a:pt x="42" y="449"/>
                    <a:pt x="52" y="451"/>
                    <a:pt x="63" y="451"/>
                  </a:cubicBezTo>
                  <a:cubicBezTo>
                    <a:pt x="82" y="451"/>
                    <a:pt x="103" y="442"/>
                    <a:pt x="111" y="424"/>
                  </a:cubicBezTo>
                  <a:cubicBezTo>
                    <a:pt x="125" y="393"/>
                    <a:pt x="142" y="363"/>
                    <a:pt x="164" y="335"/>
                  </a:cubicBezTo>
                  <a:cubicBezTo>
                    <a:pt x="167" y="330"/>
                    <a:pt x="168" y="329"/>
                    <a:pt x="171" y="325"/>
                  </a:cubicBezTo>
                  <a:cubicBezTo>
                    <a:pt x="174" y="321"/>
                    <a:pt x="175" y="320"/>
                    <a:pt x="175" y="320"/>
                  </a:cubicBezTo>
                  <a:lnTo>
                    <a:pt x="175" y="320"/>
                  </a:lnTo>
                  <a:cubicBezTo>
                    <a:pt x="175" y="320"/>
                    <a:pt x="171" y="325"/>
                    <a:pt x="171" y="325"/>
                  </a:cubicBezTo>
                  <a:cubicBezTo>
                    <a:pt x="171" y="325"/>
                    <a:pt x="172" y="324"/>
                    <a:pt x="175" y="320"/>
                  </a:cubicBezTo>
                  <a:cubicBezTo>
                    <a:pt x="181" y="313"/>
                    <a:pt x="185" y="305"/>
                    <a:pt x="192" y="299"/>
                  </a:cubicBezTo>
                  <a:lnTo>
                    <a:pt x="230" y="257"/>
                  </a:lnTo>
                  <a:cubicBezTo>
                    <a:pt x="280" y="201"/>
                    <a:pt x="332" y="148"/>
                    <a:pt x="376" y="88"/>
                  </a:cubicBezTo>
                  <a:cubicBezTo>
                    <a:pt x="395" y="63"/>
                    <a:pt x="382" y="23"/>
                    <a:pt x="355" y="9"/>
                  </a:cubicBezTo>
                  <a:cubicBezTo>
                    <a:pt x="345" y="3"/>
                    <a:pt x="336" y="1"/>
                    <a:pt x="326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150" lIns="91425" spcFirstLastPara="1" rIns="91425" wrap="square" tIns="111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46" name="Google Shape;946;p9"/>
            <p:cNvSpPr/>
            <p:nvPr/>
          </p:nvSpPr>
          <p:spPr>
            <a:xfrm>
              <a:off x="3888360" y="4748400"/>
              <a:ext cx="18720" cy="10080"/>
            </a:xfrm>
            <a:custGeom>
              <a:rect b="b" l="l" r="r" t="t"/>
              <a:pathLst>
                <a:path extrusionOk="0" h="204" w="376">
                  <a:moveTo>
                    <a:pt x="68" y="118"/>
                  </a:moveTo>
                  <a:cubicBezTo>
                    <a:pt x="69" y="118"/>
                    <a:pt x="70" y="118"/>
                    <a:pt x="71" y="118"/>
                  </a:cubicBezTo>
                  <a:lnTo>
                    <a:pt x="71" y="118"/>
                  </a:lnTo>
                  <a:cubicBezTo>
                    <a:pt x="69" y="118"/>
                    <a:pt x="68" y="119"/>
                    <a:pt x="69" y="119"/>
                  </a:cubicBezTo>
                  <a:lnTo>
                    <a:pt x="69" y="119"/>
                  </a:lnTo>
                  <a:cubicBezTo>
                    <a:pt x="59" y="119"/>
                    <a:pt x="63" y="118"/>
                    <a:pt x="68" y="118"/>
                  </a:cubicBezTo>
                  <a:close/>
                  <a:moveTo>
                    <a:pt x="74" y="119"/>
                  </a:moveTo>
                  <a:lnTo>
                    <a:pt x="74" y="119"/>
                  </a:lnTo>
                  <a:cubicBezTo>
                    <a:pt x="75" y="119"/>
                    <a:pt x="75" y="119"/>
                    <a:pt x="75" y="119"/>
                  </a:cubicBezTo>
                  <a:lnTo>
                    <a:pt x="75" y="119"/>
                  </a:lnTo>
                  <a:cubicBezTo>
                    <a:pt x="74" y="119"/>
                    <a:pt x="74" y="119"/>
                    <a:pt x="73" y="119"/>
                  </a:cubicBezTo>
                  <a:lnTo>
                    <a:pt x="73" y="119"/>
                  </a:lnTo>
                  <a:cubicBezTo>
                    <a:pt x="74" y="119"/>
                    <a:pt x="74" y="119"/>
                    <a:pt x="74" y="119"/>
                  </a:cubicBezTo>
                  <a:close/>
                  <a:moveTo>
                    <a:pt x="74" y="1"/>
                  </a:moveTo>
                  <a:cubicBezTo>
                    <a:pt x="66" y="1"/>
                    <a:pt x="58" y="2"/>
                    <a:pt x="50" y="4"/>
                  </a:cubicBezTo>
                  <a:cubicBezTo>
                    <a:pt x="22" y="11"/>
                    <a:pt x="0" y="45"/>
                    <a:pt x="9" y="75"/>
                  </a:cubicBezTo>
                  <a:cubicBezTo>
                    <a:pt x="18" y="103"/>
                    <a:pt x="39" y="120"/>
                    <a:pt x="64" y="120"/>
                  </a:cubicBezTo>
                  <a:cubicBezTo>
                    <a:pt x="67" y="120"/>
                    <a:pt x="70" y="120"/>
                    <a:pt x="73" y="119"/>
                  </a:cubicBezTo>
                  <a:lnTo>
                    <a:pt x="75" y="119"/>
                  </a:lnTo>
                  <a:cubicBezTo>
                    <a:pt x="81" y="121"/>
                    <a:pt x="88" y="123"/>
                    <a:pt x="94" y="125"/>
                  </a:cubicBezTo>
                  <a:cubicBezTo>
                    <a:pt x="118" y="132"/>
                    <a:pt x="142" y="140"/>
                    <a:pt x="165" y="149"/>
                  </a:cubicBezTo>
                  <a:cubicBezTo>
                    <a:pt x="177" y="154"/>
                    <a:pt x="190" y="160"/>
                    <a:pt x="203" y="163"/>
                  </a:cubicBezTo>
                  <a:cubicBezTo>
                    <a:pt x="206" y="166"/>
                    <a:pt x="210" y="167"/>
                    <a:pt x="213" y="167"/>
                  </a:cubicBezTo>
                  <a:cubicBezTo>
                    <a:pt x="214" y="168"/>
                    <a:pt x="215" y="168"/>
                    <a:pt x="215" y="168"/>
                  </a:cubicBezTo>
                  <a:cubicBezTo>
                    <a:pt x="215" y="168"/>
                    <a:pt x="214" y="167"/>
                    <a:pt x="213" y="167"/>
                  </a:cubicBezTo>
                  <a:lnTo>
                    <a:pt x="213" y="167"/>
                  </a:lnTo>
                  <a:cubicBezTo>
                    <a:pt x="217" y="168"/>
                    <a:pt x="222" y="171"/>
                    <a:pt x="227" y="173"/>
                  </a:cubicBezTo>
                  <a:cubicBezTo>
                    <a:pt x="247" y="181"/>
                    <a:pt x="264" y="188"/>
                    <a:pt x="284" y="197"/>
                  </a:cubicBezTo>
                  <a:cubicBezTo>
                    <a:pt x="293" y="201"/>
                    <a:pt x="304" y="204"/>
                    <a:pt x="314" y="204"/>
                  </a:cubicBezTo>
                  <a:cubicBezTo>
                    <a:pt x="334" y="204"/>
                    <a:pt x="353" y="195"/>
                    <a:pt x="363" y="176"/>
                  </a:cubicBezTo>
                  <a:cubicBezTo>
                    <a:pt x="376" y="152"/>
                    <a:pt x="373" y="111"/>
                    <a:pt x="342" y="96"/>
                  </a:cubicBezTo>
                  <a:cubicBezTo>
                    <a:pt x="292" y="75"/>
                    <a:pt x="245" y="54"/>
                    <a:pt x="196" y="34"/>
                  </a:cubicBezTo>
                  <a:cubicBezTo>
                    <a:pt x="172" y="25"/>
                    <a:pt x="148" y="17"/>
                    <a:pt x="122" y="10"/>
                  </a:cubicBezTo>
                  <a:cubicBezTo>
                    <a:pt x="107" y="5"/>
                    <a:pt x="91" y="1"/>
                    <a:pt x="74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47" name="Google Shape;947;p9"/>
            <p:cNvSpPr/>
            <p:nvPr/>
          </p:nvSpPr>
          <p:spPr>
            <a:xfrm>
              <a:off x="3883680" y="4719960"/>
              <a:ext cx="20520" cy="11160"/>
            </a:xfrm>
            <a:custGeom>
              <a:rect b="b" l="l" r="r" t="t"/>
              <a:pathLst>
                <a:path extrusionOk="0" h="227" w="414">
                  <a:moveTo>
                    <a:pt x="346" y="0"/>
                  </a:moveTo>
                  <a:cubicBezTo>
                    <a:pt x="337" y="0"/>
                    <a:pt x="327" y="2"/>
                    <a:pt x="318" y="7"/>
                  </a:cubicBezTo>
                  <a:cubicBezTo>
                    <a:pt x="305" y="15"/>
                    <a:pt x="293" y="22"/>
                    <a:pt x="278" y="27"/>
                  </a:cubicBezTo>
                  <a:cubicBezTo>
                    <a:pt x="273" y="29"/>
                    <a:pt x="269" y="33"/>
                    <a:pt x="263" y="34"/>
                  </a:cubicBezTo>
                  <a:cubicBezTo>
                    <a:pt x="261" y="36"/>
                    <a:pt x="257" y="36"/>
                    <a:pt x="256" y="37"/>
                  </a:cubicBezTo>
                  <a:cubicBezTo>
                    <a:pt x="233" y="47"/>
                    <a:pt x="209" y="56"/>
                    <a:pt x="185" y="63"/>
                  </a:cubicBezTo>
                  <a:cubicBezTo>
                    <a:pt x="134" y="78"/>
                    <a:pt x="84" y="97"/>
                    <a:pt x="36" y="118"/>
                  </a:cubicBezTo>
                  <a:cubicBezTo>
                    <a:pt x="8" y="129"/>
                    <a:pt x="1" y="172"/>
                    <a:pt x="15" y="197"/>
                  </a:cubicBezTo>
                  <a:cubicBezTo>
                    <a:pt x="26" y="217"/>
                    <a:pt x="43" y="226"/>
                    <a:pt x="63" y="226"/>
                  </a:cubicBezTo>
                  <a:cubicBezTo>
                    <a:pt x="72" y="226"/>
                    <a:pt x="83" y="224"/>
                    <a:pt x="93" y="220"/>
                  </a:cubicBezTo>
                  <a:cubicBezTo>
                    <a:pt x="96" y="219"/>
                    <a:pt x="100" y="217"/>
                    <a:pt x="103" y="217"/>
                  </a:cubicBezTo>
                  <a:cubicBezTo>
                    <a:pt x="110" y="214"/>
                    <a:pt x="116" y="212"/>
                    <a:pt x="123" y="210"/>
                  </a:cubicBezTo>
                  <a:cubicBezTo>
                    <a:pt x="134" y="206"/>
                    <a:pt x="144" y="203"/>
                    <a:pt x="155" y="197"/>
                  </a:cubicBezTo>
                  <a:cubicBezTo>
                    <a:pt x="178" y="190"/>
                    <a:pt x="201" y="182"/>
                    <a:pt x="223" y="175"/>
                  </a:cubicBezTo>
                  <a:cubicBezTo>
                    <a:pt x="274" y="156"/>
                    <a:pt x="327" y="136"/>
                    <a:pt x="376" y="108"/>
                  </a:cubicBezTo>
                  <a:cubicBezTo>
                    <a:pt x="403" y="94"/>
                    <a:pt x="413" y="56"/>
                    <a:pt x="398" y="29"/>
                  </a:cubicBezTo>
                  <a:cubicBezTo>
                    <a:pt x="385" y="11"/>
                    <a:pt x="366" y="0"/>
                    <a:pt x="346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750" lIns="91425" spcFirstLastPara="1" rIns="91425" wrap="square" tIns="5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48" name="Google Shape;948;p9"/>
            <p:cNvSpPr/>
            <p:nvPr/>
          </p:nvSpPr>
          <p:spPr>
            <a:xfrm>
              <a:off x="4119480" y="5019120"/>
              <a:ext cx="13680" cy="16200"/>
            </a:xfrm>
            <a:custGeom>
              <a:rect b="b" l="l" r="r" t="t"/>
              <a:pathLst>
                <a:path extrusionOk="0" h="331" w="276">
                  <a:moveTo>
                    <a:pt x="70" y="1"/>
                  </a:moveTo>
                  <a:cubicBezTo>
                    <a:pt x="59" y="1"/>
                    <a:pt x="49" y="3"/>
                    <a:pt x="40" y="8"/>
                  </a:cubicBezTo>
                  <a:cubicBezTo>
                    <a:pt x="14" y="23"/>
                    <a:pt x="0" y="60"/>
                    <a:pt x="19" y="87"/>
                  </a:cubicBezTo>
                  <a:cubicBezTo>
                    <a:pt x="67" y="157"/>
                    <a:pt x="106" y="233"/>
                    <a:pt x="156" y="301"/>
                  </a:cubicBezTo>
                  <a:cubicBezTo>
                    <a:pt x="165" y="314"/>
                    <a:pt x="176" y="325"/>
                    <a:pt x="190" y="328"/>
                  </a:cubicBezTo>
                  <a:cubicBezTo>
                    <a:pt x="195" y="329"/>
                    <a:pt x="199" y="330"/>
                    <a:pt x="204" y="330"/>
                  </a:cubicBezTo>
                  <a:cubicBezTo>
                    <a:pt x="215" y="330"/>
                    <a:pt x="225" y="327"/>
                    <a:pt x="234" y="322"/>
                  </a:cubicBezTo>
                  <a:cubicBezTo>
                    <a:pt x="259" y="307"/>
                    <a:pt x="275" y="270"/>
                    <a:pt x="255" y="243"/>
                  </a:cubicBezTo>
                  <a:cubicBezTo>
                    <a:pt x="207" y="174"/>
                    <a:pt x="167" y="99"/>
                    <a:pt x="118" y="29"/>
                  </a:cubicBezTo>
                  <a:cubicBezTo>
                    <a:pt x="109" y="16"/>
                    <a:pt x="98" y="5"/>
                    <a:pt x="84" y="2"/>
                  </a:cubicBezTo>
                  <a:cubicBezTo>
                    <a:pt x="79" y="1"/>
                    <a:pt x="74" y="1"/>
                    <a:pt x="70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275" lIns="91425" spcFirstLastPara="1" rIns="91425" wrap="square" tIns="8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49" name="Google Shape;949;p9"/>
            <p:cNvSpPr/>
            <p:nvPr/>
          </p:nvSpPr>
          <p:spPr>
            <a:xfrm>
              <a:off x="4101120" y="5051160"/>
              <a:ext cx="20520" cy="9000"/>
            </a:xfrm>
            <a:custGeom>
              <a:rect b="b" l="l" r="r" t="t"/>
              <a:pathLst>
                <a:path extrusionOk="0" h="183" w="417">
                  <a:moveTo>
                    <a:pt x="351" y="1"/>
                  </a:moveTo>
                  <a:cubicBezTo>
                    <a:pt x="346" y="1"/>
                    <a:pt x="341" y="1"/>
                    <a:pt x="337" y="2"/>
                  </a:cubicBezTo>
                  <a:cubicBezTo>
                    <a:pt x="289" y="9"/>
                    <a:pt x="245" y="29"/>
                    <a:pt x="201" y="44"/>
                  </a:cubicBezTo>
                  <a:cubicBezTo>
                    <a:pt x="178" y="53"/>
                    <a:pt x="154" y="60"/>
                    <a:pt x="131" y="64"/>
                  </a:cubicBezTo>
                  <a:cubicBezTo>
                    <a:pt x="131" y="64"/>
                    <a:pt x="130" y="64"/>
                    <a:pt x="128" y="65"/>
                  </a:cubicBezTo>
                  <a:lnTo>
                    <a:pt x="128" y="65"/>
                  </a:lnTo>
                  <a:cubicBezTo>
                    <a:pt x="121" y="53"/>
                    <a:pt x="109" y="44"/>
                    <a:pt x="96" y="41"/>
                  </a:cubicBezTo>
                  <a:cubicBezTo>
                    <a:pt x="91" y="40"/>
                    <a:pt x="86" y="40"/>
                    <a:pt x="82" y="40"/>
                  </a:cubicBezTo>
                  <a:cubicBezTo>
                    <a:pt x="61" y="40"/>
                    <a:pt x="41" y="50"/>
                    <a:pt x="30" y="69"/>
                  </a:cubicBezTo>
                  <a:lnTo>
                    <a:pt x="30" y="69"/>
                  </a:lnTo>
                  <a:cubicBezTo>
                    <a:pt x="29" y="70"/>
                    <a:pt x="29" y="71"/>
                    <a:pt x="28" y="73"/>
                  </a:cubicBezTo>
                  <a:cubicBezTo>
                    <a:pt x="17" y="81"/>
                    <a:pt x="11" y="94"/>
                    <a:pt x="8" y="108"/>
                  </a:cubicBezTo>
                  <a:cubicBezTo>
                    <a:pt x="1" y="136"/>
                    <a:pt x="17" y="173"/>
                    <a:pt x="49" y="179"/>
                  </a:cubicBezTo>
                  <a:cubicBezTo>
                    <a:pt x="65" y="181"/>
                    <a:pt x="80" y="182"/>
                    <a:pt x="95" y="182"/>
                  </a:cubicBezTo>
                  <a:cubicBezTo>
                    <a:pt x="138" y="182"/>
                    <a:pt x="180" y="174"/>
                    <a:pt x="222" y="159"/>
                  </a:cubicBezTo>
                  <a:cubicBezTo>
                    <a:pt x="270" y="144"/>
                    <a:pt x="317" y="121"/>
                    <a:pt x="368" y="114"/>
                  </a:cubicBezTo>
                  <a:cubicBezTo>
                    <a:pt x="398" y="108"/>
                    <a:pt x="416" y="68"/>
                    <a:pt x="408" y="43"/>
                  </a:cubicBezTo>
                  <a:cubicBezTo>
                    <a:pt x="399" y="15"/>
                    <a:pt x="377" y="1"/>
                    <a:pt x="351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50" name="Google Shape;950;p9"/>
            <p:cNvSpPr/>
            <p:nvPr/>
          </p:nvSpPr>
          <p:spPr>
            <a:xfrm>
              <a:off x="4155120" y="4946040"/>
              <a:ext cx="20520" cy="10440"/>
            </a:xfrm>
            <a:custGeom>
              <a:rect b="b" l="l" r="r" t="t"/>
              <a:pathLst>
                <a:path extrusionOk="0" h="212" w="417">
                  <a:moveTo>
                    <a:pt x="128" y="172"/>
                  </a:moveTo>
                  <a:lnTo>
                    <a:pt x="128" y="172"/>
                  </a:lnTo>
                  <a:cubicBezTo>
                    <a:pt x="127" y="173"/>
                    <a:pt x="127" y="175"/>
                    <a:pt x="126" y="176"/>
                  </a:cubicBezTo>
                  <a:lnTo>
                    <a:pt x="126" y="176"/>
                  </a:lnTo>
                  <a:cubicBezTo>
                    <a:pt x="126" y="176"/>
                    <a:pt x="126" y="177"/>
                    <a:pt x="125" y="177"/>
                  </a:cubicBezTo>
                  <a:lnTo>
                    <a:pt x="125" y="177"/>
                  </a:lnTo>
                  <a:cubicBezTo>
                    <a:pt x="126" y="175"/>
                    <a:pt x="127" y="173"/>
                    <a:pt x="128" y="172"/>
                  </a:cubicBezTo>
                  <a:close/>
                  <a:moveTo>
                    <a:pt x="351" y="0"/>
                  </a:moveTo>
                  <a:cubicBezTo>
                    <a:pt x="342" y="0"/>
                    <a:pt x="332" y="3"/>
                    <a:pt x="322" y="7"/>
                  </a:cubicBezTo>
                  <a:cubicBezTo>
                    <a:pt x="323" y="7"/>
                    <a:pt x="324" y="6"/>
                    <a:pt x="325" y="6"/>
                  </a:cubicBezTo>
                  <a:lnTo>
                    <a:pt x="325" y="6"/>
                  </a:lnTo>
                  <a:cubicBezTo>
                    <a:pt x="323" y="6"/>
                    <a:pt x="322" y="7"/>
                    <a:pt x="317" y="7"/>
                  </a:cubicBezTo>
                  <a:cubicBezTo>
                    <a:pt x="312" y="9"/>
                    <a:pt x="308" y="10"/>
                    <a:pt x="300" y="13"/>
                  </a:cubicBezTo>
                  <a:cubicBezTo>
                    <a:pt x="288" y="16"/>
                    <a:pt x="274" y="17"/>
                    <a:pt x="259" y="21"/>
                  </a:cubicBezTo>
                  <a:cubicBezTo>
                    <a:pt x="230" y="27"/>
                    <a:pt x="198" y="31"/>
                    <a:pt x="170" y="37"/>
                  </a:cubicBezTo>
                  <a:cubicBezTo>
                    <a:pt x="139" y="44"/>
                    <a:pt x="109" y="53"/>
                    <a:pt x="81" y="65"/>
                  </a:cubicBezTo>
                  <a:cubicBezTo>
                    <a:pt x="48" y="81"/>
                    <a:pt x="26" y="105"/>
                    <a:pt x="13" y="136"/>
                  </a:cubicBezTo>
                  <a:cubicBezTo>
                    <a:pt x="0" y="165"/>
                    <a:pt x="26" y="200"/>
                    <a:pt x="54" y="207"/>
                  </a:cubicBezTo>
                  <a:cubicBezTo>
                    <a:pt x="62" y="210"/>
                    <a:pt x="70" y="211"/>
                    <a:pt x="76" y="211"/>
                  </a:cubicBezTo>
                  <a:cubicBezTo>
                    <a:pt x="98" y="211"/>
                    <a:pt x="115" y="198"/>
                    <a:pt x="124" y="179"/>
                  </a:cubicBezTo>
                  <a:lnTo>
                    <a:pt x="124" y="179"/>
                  </a:lnTo>
                  <a:lnTo>
                    <a:pt x="126" y="178"/>
                  </a:lnTo>
                  <a:lnTo>
                    <a:pt x="126" y="178"/>
                  </a:lnTo>
                  <a:cubicBezTo>
                    <a:pt x="125" y="182"/>
                    <a:pt x="124" y="184"/>
                    <a:pt x="124" y="184"/>
                  </a:cubicBezTo>
                  <a:cubicBezTo>
                    <a:pt x="124" y="184"/>
                    <a:pt x="125" y="180"/>
                    <a:pt x="126" y="177"/>
                  </a:cubicBezTo>
                  <a:lnTo>
                    <a:pt x="126" y="177"/>
                  </a:lnTo>
                  <a:cubicBezTo>
                    <a:pt x="130" y="175"/>
                    <a:pt x="134" y="171"/>
                    <a:pt x="137" y="170"/>
                  </a:cubicBezTo>
                  <a:cubicBezTo>
                    <a:pt x="139" y="168"/>
                    <a:pt x="140" y="168"/>
                    <a:pt x="143" y="167"/>
                  </a:cubicBezTo>
                  <a:lnTo>
                    <a:pt x="143" y="167"/>
                  </a:lnTo>
                  <a:cubicBezTo>
                    <a:pt x="140" y="168"/>
                    <a:pt x="138" y="169"/>
                    <a:pt x="138" y="169"/>
                  </a:cubicBezTo>
                  <a:cubicBezTo>
                    <a:pt x="139" y="169"/>
                    <a:pt x="139" y="169"/>
                    <a:pt x="140" y="169"/>
                  </a:cubicBezTo>
                  <a:cubicBezTo>
                    <a:pt x="167" y="159"/>
                    <a:pt x="194" y="152"/>
                    <a:pt x="220" y="148"/>
                  </a:cubicBezTo>
                  <a:cubicBezTo>
                    <a:pt x="274" y="136"/>
                    <a:pt x="330" y="133"/>
                    <a:pt x="380" y="108"/>
                  </a:cubicBezTo>
                  <a:cubicBezTo>
                    <a:pt x="407" y="94"/>
                    <a:pt x="417" y="55"/>
                    <a:pt x="401" y="29"/>
                  </a:cubicBezTo>
                  <a:cubicBezTo>
                    <a:pt x="389" y="10"/>
                    <a:pt x="371" y="0"/>
                    <a:pt x="351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00" lIns="91425" spcFirstLastPara="1" rIns="91425" wrap="square" tIns="5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51" name="Google Shape;951;p9"/>
            <p:cNvSpPr/>
            <p:nvPr/>
          </p:nvSpPr>
          <p:spPr>
            <a:xfrm>
              <a:off x="4153680" y="4902840"/>
              <a:ext cx="19080" cy="24840"/>
            </a:xfrm>
            <a:custGeom>
              <a:rect b="b" l="l" r="r" t="t"/>
              <a:pathLst>
                <a:path extrusionOk="0" h="497" w="383">
                  <a:moveTo>
                    <a:pt x="65" y="0"/>
                  </a:moveTo>
                  <a:cubicBezTo>
                    <a:pt x="55" y="0"/>
                    <a:pt x="45" y="3"/>
                    <a:pt x="36" y="8"/>
                  </a:cubicBezTo>
                  <a:cubicBezTo>
                    <a:pt x="7" y="23"/>
                    <a:pt x="0" y="59"/>
                    <a:pt x="14" y="87"/>
                  </a:cubicBezTo>
                  <a:cubicBezTo>
                    <a:pt x="85" y="227"/>
                    <a:pt x="163" y="369"/>
                    <a:pt x="278" y="479"/>
                  </a:cubicBezTo>
                  <a:cubicBezTo>
                    <a:pt x="290" y="490"/>
                    <a:pt x="306" y="496"/>
                    <a:pt x="321" y="496"/>
                  </a:cubicBezTo>
                  <a:cubicBezTo>
                    <a:pt x="335" y="496"/>
                    <a:pt x="349" y="491"/>
                    <a:pt x="360" y="479"/>
                  </a:cubicBezTo>
                  <a:cubicBezTo>
                    <a:pt x="383" y="458"/>
                    <a:pt x="383" y="421"/>
                    <a:pt x="362" y="399"/>
                  </a:cubicBezTo>
                  <a:cubicBezTo>
                    <a:pt x="255" y="295"/>
                    <a:pt x="184" y="163"/>
                    <a:pt x="116" y="29"/>
                  </a:cubicBezTo>
                  <a:cubicBezTo>
                    <a:pt x="107" y="10"/>
                    <a:pt x="86" y="0"/>
                    <a:pt x="65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600" lIns="91425" spcFirstLastPara="1" rIns="91425" wrap="square" tIns="12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52" name="Google Shape;952;p9"/>
            <p:cNvSpPr/>
            <p:nvPr/>
          </p:nvSpPr>
          <p:spPr>
            <a:xfrm>
              <a:off x="4051800" y="4940280"/>
              <a:ext cx="14760" cy="11160"/>
            </a:xfrm>
            <a:custGeom>
              <a:rect b="b" l="l" r="r" t="t"/>
              <a:pathLst>
                <a:path extrusionOk="0" h="232" w="298">
                  <a:moveTo>
                    <a:pt x="149" y="1"/>
                  </a:moveTo>
                  <a:cubicBezTo>
                    <a:pt x="0" y="1"/>
                    <a:pt x="0" y="232"/>
                    <a:pt x="149" y="232"/>
                  </a:cubicBezTo>
                  <a:cubicBezTo>
                    <a:pt x="298" y="232"/>
                    <a:pt x="298" y="1"/>
                    <a:pt x="149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750" lIns="91425" spcFirstLastPara="1" rIns="91425" wrap="square" tIns="5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53" name="Google Shape;953;p9"/>
            <p:cNvSpPr/>
            <p:nvPr/>
          </p:nvSpPr>
          <p:spPr>
            <a:xfrm>
              <a:off x="4048920" y="4872960"/>
              <a:ext cx="12240" cy="11520"/>
            </a:xfrm>
            <a:custGeom>
              <a:rect b="b" l="l" r="r" t="t"/>
              <a:pathLst>
                <a:path extrusionOk="0" h="236" w="247">
                  <a:moveTo>
                    <a:pt x="88" y="226"/>
                  </a:moveTo>
                  <a:cubicBezTo>
                    <a:pt x="88" y="226"/>
                    <a:pt x="88" y="226"/>
                    <a:pt x="88" y="226"/>
                  </a:cubicBezTo>
                  <a:lnTo>
                    <a:pt x="88" y="226"/>
                  </a:lnTo>
                  <a:cubicBezTo>
                    <a:pt x="87" y="226"/>
                    <a:pt x="86" y="226"/>
                    <a:pt x="85" y="226"/>
                  </a:cubicBezTo>
                  <a:close/>
                  <a:moveTo>
                    <a:pt x="136" y="227"/>
                  </a:moveTo>
                  <a:lnTo>
                    <a:pt x="136" y="227"/>
                  </a:lnTo>
                  <a:cubicBezTo>
                    <a:pt x="134" y="228"/>
                    <a:pt x="132" y="228"/>
                    <a:pt x="130" y="228"/>
                  </a:cubicBezTo>
                  <a:lnTo>
                    <a:pt x="130" y="228"/>
                  </a:lnTo>
                  <a:cubicBezTo>
                    <a:pt x="131" y="228"/>
                    <a:pt x="133" y="228"/>
                    <a:pt x="135" y="227"/>
                  </a:cubicBezTo>
                  <a:cubicBezTo>
                    <a:pt x="135" y="227"/>
                    <a:pt x="136" y="227"/>
                    <a:pt x="136" y="227"/>
                  </a:cubicBezTo>
                  <a:close/>
                  <a:moveTo>
                    <a:pt x="115" y="1"/>
                  </a:moveTo>
                  <a:cubicBezTo>
                    <a:pt x="104" y="1"/>
                    <a:pt x="94" y="1"/>
                    <a:pt x="85" y="5"/>
                  </a:cubicBezTo>
                  <a:cubicBezTo>
                    <a:pt x="75" y="8"/>
                    <a:pt x="67" y="12"/>
                    <a:pt x="57" y="18"/>
                  </a:cubicBezTo>
                  <a:cubicBezTo>
                    <a:pt x="43" y="23"/>
                    <a:pt x="32" y="35"/>
                    <a:pt x="24" y="47"/>
                  </a:cubicBezTo>
                  <a:cubicBezTo>
                    <a:pt x="17" y="54"/>
                    <a:pt x="12" y="63"/>
                    <a:pt x="10" y="71"/>
                  </a:cubicBezTo>
                  <a:cubicBezTo>
                    <a:pt x="3" y="86"/>
                    <a:pt x="0" y="100"/>
                    <a:pt x="0" y="115"/>
                  </a:cubicBezTo>
                  <a:cubicBezTo>
                    <a:pt x="2" y="127"/>
                    <a:pt x="3" y="137"/>
                    <a:pt x="3" y="146"/>
                  </a:cubicBezTo>
                  <a:cubicBezTo>
                    <a:pt x="7" y="155"/>
                    <a:pt x="10" y="163"/>
                    <a:pt x="16" y="175"/>
                  </a:cubicBezTo>
                  <a:cubicBezTo>
                    <a:pt x="23" y="189"/>
                    <a:pt x="34" y="199"/>
                    <a:pt x="46" y="206"/>
                  </a:cubicBezTo>
                  <a:cubicBezTo>
                    <a:pt x="57" y="217"/>
                    <a:pt x="71" y="224"/>
                    <a:pt x="85" y="227"/>
                  </a:cubicBezTo>
                  <a:cubicBezTo>
                    <a:pt x="87" y="227"/>
                    <a:pt x="88" y="227"/>
                    <a:pt x="91" y="230"/>
                  </a:cubicBezTo>
                  <a:cubicBezTo>
                    <a:pt x="94" y="230"/>
                    <a:pt x="98" y="232"/>
                    <a:pt x="100" y="232"/>
                  </a:cubicBezTo>
                  <a:lnTo>
                    <a:pt x="101" y="232"/>
                  </a:lnTo>
                  <a:cubicBezTo>
                    <a:pt x="109" y="235"/>
                    <a:pt x="117" y="236"/>
                    <a:pt x="125" y="236"/>
                  </a:cubicBezTo>
                  <a:cubicBezTo>
                    <a:pt x="133" y="236"/>
                    <a:pt x="140" y="235"/>
                    <a:pt x="148" y="233"/>
                  </a:cubicBezTo>
                  <a:cubicBezTo>
                    <a:pt x="163" y="233"/>
                    <a:pt x="177" y="227"/>
                    <a:pt x="190" y="219"/>
                  </a:cubicBezTo>
                  <a:cubicBezTo>
                    <a:pt x="204" y="212"/>
                    <a:pt x="214" y="202"/>
                    <a:pt x="221" y="189"/>
                  </a:cubicBezTo>
                  <a:cubicBezTo>
                    <a:pt x="233" y="178"/>
                    <a:pt x="240" y="163"/>
                    <a:pt x="243" y="149"/>
                  </a:cubicBezTo>
                  <a:cubicBezTo>
                    <a:pt x="244" y="139"/>
                    <a:pt x="247" y="128"/>
                    <a:pt x="247" y="120"/>
                  </a:cubicBezTo>
                  <a:cubicBezTo>
                    <a:pt x="247" y="98"/>
                    <a:pt x="241" y="78"/>
                    <a:pt x="230" y="61"/>
                  </a:cubicBezTo>
                  <a:cubicBezTo>
                    <a:pt x="226" y="54"/>
                    <a:pt x="219" y="46"/>
                    <a:pt x="213" y="39"/>
                  </a:cubicBezTo>
                  <a:cubicBezTo>
                    <a:pt x="199" y="25"/>
                    <a:pt x="180" y="13"/>
                    <a:pt x="162" y="8"/>
                  </a:cubicBezTo>
                  <a:cubicBezTo>
                    <a:pt x="158" y="6"/>
                    <a:pt x="154" y="6"/>
                    <a:pt x="151" y="5"/>
                  </a:cubicBezTo>
                  <a:lnTo>
                    <a:pt x="151" y="5"/>
                  </a:lnTo>
                  <a:cubicBezTo>
                    <a:pt x="150" y="5"/>
                    <a:pt x="150" y="5"/>
                    <a:pt x="149" y="5"/>
                  </a:cubicBezTo>
                  <a:lnTo>
                    <a:pt x="145" y="5"/>
                  </a:lnTo>
                  <a:lnTo>
                    <a:pt x="115" y="1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750" lIns="91425" spcFirstLastPara="1" rIns="91425" wrap="square" tIns="5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54" name="Google Shape;954;p9"/>
            <p:cNvSpPr/>
            <p:nvPr/>
          </p:nvSpPr>
          <p:spPr>
            <a:xfrm>
              <a:off x="4014720" y="4856040"/>
              <a:ext cx="11880" cy="12600"/>
            </a:xfrm>
            <a:custGeom>
              <a:rect b="b" l="l" r="r" t="t"/>
              <a:pathLst>
                <a:path extrusionOk="0" h="259" w="241">
                  <a:moveTo>
                    <a:pt x="123" y="1"/>
                  </a:moveTo>
                  <a:cubicBezTo>
                    <a:pt x="102" y="1"/>
                    <a:pt x="83" y="6"/>
                    <a:pt x="65" y="16"/>
                  </a:cubicBezTo>
                  <a:cubicBezTo>
                    <a:pt x="58" y="22"/>
                    <a:pt x="49" y="29"/>
                    <a:pt x="42" y="35"/>
                  </a:cubicBezTo>
                  <a:cubicBezTo>
                    <a:pt x="28" y="49"/>
                    <a:pt x="18" y="66"/>
                    <a:pt x="12" y="86"/>
                  </a:cubicBezTo>
                  <a:cubicBezTo>
                    <a:pt x="9" y="94"/>
                    <a:pt x="8" y="106"/>
                    <a:pt x="7" y="114"/>
                  </a:cubicBezTo>
                  <a:cubicBezTo>
                    <a:pt x="1" y="130"/>
                    <a:pt x="1" y="144"/>
                    <a:pt x="5" y="159"/>
                  </a:cubicBezTo>
                  <a:cubicBezTo>
                    <a:pt x="5" y="176"/>
                    <a:pt x="9" y="191"/>
                    <a:pt x="19" y="202"/>
                  </a:cubicBezTo>
                  <a:cubicBezTo>
                    <a:pt x="26" y="216"/>
                    <a:pt x="36" y="227"/>
                    <a:pt x="49" y="234"/>
                  </a:cubicBezTo>
                  <a:cubicBezTo>
                    <a:pt x="60" y="244"/>
                    <a:pt x="75" y="251"/>
                    <a:pt x="89" y="256"/>
                  </a:cubicBezTo>
                  <a:cubicBezTo>
                    <a:pt x="99" y="257"/>
                    <a:pt x="110" y="259"/>
                    <a:pt x="119" y="259"/>
                  </a:cubicBezTo>
                  <a:cubicBezTo>
                    <a:pt x="140" y="259"/>
                    <a:pt x="160" y="253"/>
                    <a:pt x="177" y="243"/>
                  </a:cubicBezTo>
                  <a:cubicBezTo>
                    <a:pt x="184" y="237"/>
                    <a:pt x="192" y="230"/>
                    <a:pt x="199" y="226"/>
                  </a:cubicBezTo>
                  <a:cubicBezTo>
                    <a:pt x="216" y="209"/>
                    <a:pt x="225" y="193"/>
                    <a:pt x="231" y="174"/>
                  </a:cubicBezTo>
                  <a:cubicBezTo>
                    <a:pt x="232" y="165"/>
                    <a:pt x="233" y="155"/>
                    <a:pt x="235" y="145"/>
                  </a:cubicBezTo>
                  <a:cubicBezTo>
                    <a:pt x="240" y="130"/>
                    <a:pt x="240" y="115"/>
                    <a:pt x="238" y="100"/>
                  </a:cubicBezTo>
                  <a:cubicBezTo>
                    <a:pt x="238" y="84"/>
                    <a:pt x="232" y="70"/>
                    <a:pt x="223" y="57"/>
                  </a:cubicBezTo>
                  <a:cubicBezTo>
                    <a:pt x="216" y="43"/>
                    <a:pt x="205" y="32"/>
                    <a:pt x="192" y="25"/>
                  </a:cubicBezTo>
                  <a:cubicBezTo>
                    <a:pt x="182" y="15"/>
                    <a:pt x="168" y="8"/>
                    <a:pt x="154" y="3"/>
                  </a:cubicBezTo>
                  <a:cubicBezTo>
                    <a:pt x="143" y="2"/>
                    <a:pt x="133" y="1"/>
                    <a:pt x="123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475" lIns="91425" spcFirstLastPara="1" rIns="91425" wrap="square" tIns="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55" name="Google Shape;955;p9"/>
            <p:cNvSpPr/>
            <p:nvPr/>
          </p:nvSpPr>
          <p:spPr>
            <a:xfrm>
              <a:off x="4103280" y="4999680"/>
              <a:ext cx="12960" cy="13680"/>
            </a:xfrm>
            <a:custGeom>
              <a:rect b="b" l="l" r="r" t="t"/>
              <a:pathLst>
                <a:path extrusionOk="0" h="282" w="267">
                  <a:moveTo>
                    <a:pt x="122" y="1"/>
                  </a:moveTo>
                  <a:cubicBezTo>
                    <a:pt x="115" y="1"/>
                    <a:pt x="107" y="2"/>
                    <a:pt x="99" y="4"/>
                  </a:cubicBezTo>
                  <a:cubicBezTo>
                    <a:pt x="84" y="4"/>
                    <a:pt x="70" y="8"/>
                    <a:pt x="57" y="18"/>
                  </a:cubicBezTo>
                  <a:cubicBezTo>
                    <a:pt x="50" y="22"/>
                    <a:pt x="41" y="29"/>
                    <a:pt x="34" y="35"/>
                  </a:cubicBezTo>
                  <a:cubicBezTo>
                    <a:pt x="20" y="49"/>
                    <a:pt x="10" y="68"/>
                    <a:pt x="4" y="86"/>
                  </a:cubicBezTo>
                  <a:cubicBezTo>
                    <a:pt x="3" y="97"/>
                    <a:pt x="0" y="107"/>
                    <a:pt x="0" y="117"/>
                  </a:cubicBezTo>
                  <a:cubicBezTo>
                    <a:pt x="0" y="138"/>
                    <a:pt x="6" y="157"/>
                    <a:pt x="17" y="175"/>
                  </a:cubicBezTo>
                  <a:cubicBezTo>
                    <a:pt x="29" y="191"/>
                    <a:pt x="40" y="209"/>
                    <a:pt x="53" y="225"/>
                  </a:cubicBezTo>
                  <a:cubicBezTo>
                    <a:pt x="58" y="239"/>
                    <a:pt x="70" y="249"/>
                    <a:pt x="82" y="256"/>
                  </a:cubicBezTo>
                  <a:cubicBezTo>
                    <a:pt x="92" y="267"/>
                    <a:pt x="106" y="274"/>
                    <a:pt x="121" y="277"/>
                  </a:cubicBezTo>
                  <a:cubicBezTo>
                    <a:pt x="131" y="281"/>
                    <a:pt x="140" y="282"/>
                    <a:pt x="148" y="282"/>
                  </a:cubicBezTo>
                  <a:cubicBezTo>
                    <a:pt x="155" y="282"/>
                    <a:pt x="161" y="281"/>
                    <a:pt x="167" y="280"/>
                  </a:cubicBezTo>
                  <a:cubicBezTo>
                    <a:pt x="183" y="280"/>
                    <a:pt x="197" y="274"/>
                    <a:pt x="210" y="266"/>
                  </a:cubicBezTo>
                  <a:cubicBezTo>
                    <a:pt x="217" y="260"/>
                    <a:pt x="226" y="253"/>
                    <a:pt x="233" y="247"/>
                  </a:cubicBezTo>
                  <a:cubicBezTo>
                    <a:pt x="247" y="233"/>
                    <a:pt x="258" y="216"/>
                    <a:pt x="262" y="196"/>
                  </a:cubicBezTo>
                  <a:cubicBezTo>
                    <a:pt x="265" y="185"/>
                    <a:pt x="267" y="175"/>
                    <a:pt x="267" y="167"/>
                  </a:cubicBezTo>
                  <a:cubicBezTo>
                    <a:pt x="267" y="145"/>
                    <a:pt x="261" y="126"/>
                    <a:pt x="251" y="107"/>
                  </a:cubicBezTo>
                  <a:cubicBezTo>
                    <a:pt x="238" y="92"/>
                    <a:pt x="227" y="75"/>
                    <a:pt x="216" y="58"/>
                  </a:cubicBezTo>
                  <a:cubicBezTo>
                    <a:pt x="209" y="43"/>
                    <a:pt x="197" y="33"/>
                    <a:pt x="184" y="26"/>
                  </a:cubicBezTo>
                  <a:cubicBezTo>
                    <a:pt x="174" y="15"/>
                    <a:pt x="160" y="8"/>
                    <a:pt x="146" y="5"/>
                  </a:cubicBezTo>
                  <a:cubicBezTo>
                    <a:pt x="138" y="2"/>
                    <a:pt x="130" y="1"/>
                    <a:pt x="122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25" lIns="91425" spcFirstLastPara="1" rIns="91425" wrap="square" tIns="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56" name="Google Shape;956;p9"/>
            <p:cNvSpPr/>
            <p:nvPr/>
          </p:nvSpPr>
          <p:spPr>
            <a:xfrm>
              <a:off x="4129200" y="5045040"/>
              <a:ext cx="11880" cy="12240"/>
            </a:xfrm>
            <a:custGeom>
              <a:rect b="b" l="l" r="r" t="t"/>
              <a:pathLst>
                <a:path extrusionOk="0" h="248" w="241">
                  <a:moveTo>
                    <a:pt x="14" y="98"/>
                  </a:moveTo>
                  <a:cubicBezTo>
                    <a:pt x="14" y="98"/>
                    <a:pt x="14" y="98"/>
                    <a:pt x="14" y="98"/>
                  </a:cubicBezTo>
                  <a:lnTo>
                    <a:pt x="14" y="98"/>
                  </a:lnTo>
                  <a:cubicBezTo>
                    <a:pt x="14" y="98"/>
                    <a:pt x="14" y="98"/>
                    <a:pt x="14" y="98"/>
                  </a:cubicBezTo>
                  <a:close/>
                  <a:moveTo>
                    <a:pt x="120" y="1"/>
                  </a:moveTo>
                  <a:cubicBezTo>
                    <a:pt x="113" y="1"/>
                    <a:pt x="106" y="2"/>
                    <a:pt x="99" y="4"/>
                  </a:cubicBezTo>
                  <a:cubicBezTo>
                    <a:pt x="84" y="4"/>
                    <a:pt x="69" y="8"/>
                    <a:pt x="57" y="18"/>
                  </a:cubicBezTo>
                  <a:cubicBezTo>
                    <a:pt x="43" y="25"/>
                    <a:pt x="33" y="35"/>
                    <a:pt x="26" y="48"/>
                  </a:cubicBezTo>
                  <a:cubicBezTo>
                    <a:pt x="14" y="58"/>
                    <a:pt x="7" y="72"/>
                    <a:pt x="3" y="86"/>
                  </a:cubicBezTo>
                  <a:cubicBezTo>
                    <a:pt x="1" y="98"/>
                    <a:pt x="0" y="107"/>
                    <a:pt x="0" y="117"/>
                  </a:cubicBezTo>
                  <a:cubicBezTo>
                    <a:pt x="0" y="138"/>
                    <a:pt x="5" y="156"/>
                    <a:pt x="15" y="174"/>
                  </a:cubicBezTo>
                  <a:lnTo>
                    <a:pt x="15" y="174"/>
                  </a:lnTo>
                  <a:cubicBezTo>
                    <a:pt x="17" y="180"/>
                    <a:pt x="20" y="186"/>
                    <a:pt x="24" y="191"/>
                  </a:cubicBezTo>
                  <a:cubicBezTo>
                    <a:pt x="31" y="205"/>
                    <a:pt x="43" y="217"/>
                    <a:pt x="55" y="224"/>
                  </a:cubicBezTo>
                  <a:cubicBezTo>
                    <a:pt x="65" y="234"/>
                    <a:pt x="79" y="241"/>
                    <a:pt x="94" y="245"/>
                  </a:cubicBezTo>
                  <a:cubicBezTo>
                    <a:pt x="105" y="246"/>
                    <a:pt x="115" y="248"/>
                    <a:pt x="123" y="248"/>
                  </a:cubicBezTo>
                  <a:cubicBezTo>
                    <a:pt x="145" y="248"/>
                    <a:pt x="164" y="242"/>
                    <a:pt x="183" y="232"/>
                  </a:cubicBezTo>
                  <a:cubicBezTo>
                    <a:pt x="190" y="227"/>
                    <a:pt x="198" y="219"/>
                    <a:pt x="205" y="215"/>
                  </a:cubicBezTo>
                  <a:cubicBezTo>
                    <a:pt x="221" y="195"/>
                    <a:pt x="232" y="180"/>
                    <a:pt x="238" y="160"/>
                  </a:cubicBezTo>
                  <a:lnTo>
                    <a:pt x="238" y="156"/>
                  </a:lnTo>
                  <a:lnTo>
                    <a:pt x="238" y="154"/>
                  </a:lnTo>
                  <a:cubicBezTo>
                    <a:pt x="240" y="144"/>
                    <a:pt x="241" y="133"/>
                    <a:pt x="241" y="123"/>
                  </a:cubicBezTo>
                  <a:lnTo>
                    <a:pt x="241" y="120"/>
                  </a:lnTo>
                  <a:lnTo>
                    <a:pt x="241" y="119"/>
                  </a:lnTo>
                  <a:lnTo>
                    <a:pt x="238" y="89"/>
                  </a:lnTo>
                  <a:lnTo>
                    <a:pt x="225" y="61"/>
                  </a:lnTo>
                  <a:lnTo>
                    <a:pt x="207" y="37"/>
                  </a:lnTo>
                  <a:lnTo>
                    <a:pt x="184" y="20"/>
                  </a:lnTo>
                  <a:lnTo>
                    <a:pt x="183" y="20"/>
                  </a:lnTo>
                  <a:cubicBezTo>
                    <a:pt x="180" y="20"/>
                    <a:pt x="156" y="8"/>
                    <a:pt x="154" y="7"/>
                  </a:cubicBezTo>
                  <a:lnTo>
                    <a:pt x="152" y="7"/>
                  </a:lnTo>
                  <a:cubicBezTo>
                    <a:pt x="150" y="7"/>
                    <a:pt x="147" y="5"/>
                    <a:pt x="145" y="5"/>
                  </a:cubicBezTo>
                  <a:cubicBezTo>
                    <a:pt x="136" y="2"/>
                    <a:pt x="128" y="1"/>
                    <a:pt x="120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100" lIns="91425" spcFirstLastPara="1" rIns="91425" wrap="square" tIns="6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57" name="Google Shape;957;p9"/>
            <p:cNvSpPr/>
            <p:nvPr/>
          </p:nvSpPr>
          <p:spPr>
            <a:xfrm>
              <a:off x="4086000" y="5071320"/>
              <a:ext cx="11520" cy="11880"/>
            </a:xfrm>
            <a:custGeom>
              <a:rect b="b" l="l" r="r" t="t"/>
              <a:pathLst>
                <a:path extrusionOk="0" h="246" w="236">
                  <a:moveTo>
                    <a:pt x="120" y="0"/>
                  </a:moveTo>
                  <a:cubicBezTo>
                    <a:pt x="98" y="0"/>
                    <a:pt x="79" y="6"/>
                    <a:pt x="62" y="17"/>
                  </a:cubicBezTo>
                  <a:cubicBezTo>
                    <a:pt x="55" y="22"/>
                    <a:pt x="45" y="29"/>
                    <a:pt x="38" y="34"/>
                  </a:cubicBezTo>
                  <a:cubicBezTo>
                    <a:pt x="23" y="49"/>
                    <a:pt x="13" y="67"/>
                    <a:pt x="8" y="85"/>
                  </a:cubicBezTo>
                  <a:cubicBezTo>
                    <a:pt x="8" y="91"/>
                    <a:pt x="6" y="95"/>
                    <a:pt x="6" y="100"/>
                  </a:cubicBezTo>
                  <a:cubicBezTo>
                    <a:pt x="1" y="117"/>
                    <a:pt x="1" y="131"/>
                    <a:pt x="5" y="146"/>
                  </a:cubicBezTo>
                  <a:cubicBezTo>
                    <a:pt x="5" y="162"/>
                    <a:pt x="9" y="176"/>
                    <a:pt x="18" y="189"/>
                  </a:cubicBezTo>
                  <a:cubicBezTo>
                    <a:pt x="25" y="203"/>
                    <a:pt x="36" y="213"/>
                    <a:pt x="49" y="220"/>
                  </a:cubicBezTo>
                  <a:cubicBezTo>
                    <a:pt x="59" y="231"/>
                    <a:pt x="73" y="239"/>
                    <a:pt x="87" y="241"/>
                  </a:cubicBezTo>
                  <a:cubicBezTo>
                    <a:pt x="98" y="244"/>
                    <a:pt x="108" y="246"/>
                    <a:pt x="118" y="246"/>
                  </a:cubicBezTo>
                  <a:cubicBezTo>
                    <a:pt x="140" y="246"/>
                    <a:pt x="158" y="240"/>
                    <a:pt x="176" y="230"/>
                  </a:cubicBezTo>
                  <a:cubicBezTo>
                    <a:pt x="183" y="224"/>
                    <a:pt x="192" y="217"/>
                    <a:pt x="199" y="212"/>
                  </a:cubicBezTo>
                  <a:cubicBezTo>
                    <a:pt x="213" y="197"/>
                    <a:pt x="222" y="180"/>
                    <a:pt x="229" y="161"/>
                  </a:cubicBezTo>
                  <a:cubicBezTo>
                    <a:pt x="229" y="155"/>
                    <a:pt x="232" y="152"/>
                    <a:pt x="232" y="146"/>
                  </a:cubicBezTo>
                  <a:cubicBezTo>
                    <a:pt x="236" y="131"/>
                    <a:pt x="236" y="117"/>
                    <a:pt x="233" y="100"/>
                  </a:cubicBezTo>
                  <a:cubicBezTo>
                    <a:pt x="233" y="84"/>
                    <a:pt x="227" y="70"/>
                    <a:pt x="219" y="57"/>
                  </a:cubicBezTo>
                  <a:cubicBezTo>
                    <a:pt x="212" y="43"/>
                    <a:pt x="200" y="33"/>
                    <a:pt x="189" y="26"/>
                  </a:cubicBezTo>
                  <a:cubicBezTo>
                    <a:pt x="178" y="15"/>
                    <a:pt x="164" y="8"/>
                    <a:pt x="149" y="5"/>
                  </a:cubicBezTo>
                  <a:cubicBezTo>
                    <a:pt x="140" y="3"/>
                    <a:pt x="128" y="0"/>
                    <a:pt x="120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100" lIns="91425" spcFirstLastPara="1" rIns="91425" wrap="square" tIns="6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58" name="Google Shape;958;p9"/>
            <p:cNvSpPr/>
            <p:nvPr/>
          </p:nvSpPr>
          <p:spPr>
            <a:xfrm>
              <a:off x="4149000" y="4921920"/>
              <a:ext cx="11520" cy="11880"/>
            </a:xfrm>
            <a:custGeom>
              <a:rect b="b" l="l" r="r" t="t"/>
              <a:pathLst>
                <a:path extrusionOk="0" h="245" w="237">
                  <a:moveTo>
                    <a:pt x="120" y="0"/>
                  </a:moveTo>
                  <a:cubicBezTo>
                    <a:pt x="99" y="0"/>
                    <a:pt x="79" y="6"/>
                    <a:pt x="62" y="16"/>
                  </a:cubicBezTo>
                  <a:cubicBezTo>
                    <a:pt x="55" y="22"/>
                    <a:pt x="45" y="29"/>
                    <a:pt x="38" y="33"/>
                  </a:cubicBezTo>
                  <a:cubicBezTo>
                    <a:pt x="23" y="47"/>
                    <a:pt x="14" y="66"/>
                    <a:pt x="8" y="85"/>
                  </a:cubicBezTo>
                  <a:cubicBezTo>
                    <a:pt x="8" y="90"/>
                    <a:pt x="6" y="94"/>
                    <a:pt x="6" y="100"/>
                  </a:cubicBezTo>
                  <a:cubicBezTo>
                    <a:pt x="1" y="115"/>
                    <a:pt x="1" y="129"/>
                    <a:pt x="4" y="145"/>
                  </a:cubicBezTo>
                  <a:cubicBezTo>
                    <a:pt x="4" y="161"/>
                    <a:pt x="9" y="175"/>
                    <a:pt x="18" y="187"/>
                  </a:cubicBezTo>
                  <a:cubicBezTo>
                    <a:pt x="25" y="202"/>
                    <a:pt x="36" y="213"/>
                    <a:pt x="49" y="220"/>
                  </a:cubicBezTo>
                  <a:cubicBezTo>
                    <a:pt x="59" y="230"/>
                    <a:pt x="73" y="237"/>
                    <a:pt x="87" y="241"/>
                  </a:cubicBezTo>
                  <a:cubicBezTo>
                    <a:pt x="99" y="243"/>
                    <a:pt x="109" y="244"/>
                    <a:pt x="118" y="244"/>
                  </a:cubicBezTo>
                  <a:cubicBezTo>
                    <a:pt x="140" y="244"/>
                    <a:pt x="158" y="238"/>
                    <a:pt x="177" y="229"/>
                  </a:cubicBezTo>
                  <a:cubicBezTo>
                    <a:pt x="184" y="223"/>
                    <a:pt x="192" y="216"/>
                    <a:pt x="199" y="210"/>
                  </a:cubicBezTo>
                  <a:cubicBezTo>
                    <a:pt x="213" y="197"/>
                    <a:pt x="225" y="179"/>
                    <a:pt x="229" y="159"/>
                  </a:cubicBezTo>
                  <a:cubicBezTo>
                    <a:pt x="229" y="153"/>
                    <a:pt x="232" y="151"/>
                    <a:pt x="232" y="145"/>
                  </a:cubicBezTo>
                  <a:cubicBezTo>
                    <a:pt x="236" y="129"/>
                    <a:pt x="236" y="115"/>
                    <a:pt x="233" y="100"/>
                  </a:cubicBezTo>
                  <a:cubicBezTo>
                    <a:pt x="233" y="83"/>
                    <a:pt x="228" y="68"/>
                    <a:pt x="219" y="57"/>
                  </a:cubicBezTo>
                  <a:cubicBezTo>
                    <a:pt x="212" y="43"/>
                    <a:pt x="201" y="32"/>
                    <a:pt x="189" y="25"/>
                  </a:cubicBezTo>
                  <a:cubicBezTo>
                    <a:pt x="178" y="15"/>
                    <a:pt x="164" y="7"/>
                    <a:pt x="150" y="3"/>
                  </a:cubicBezTo>
                  <a:cubicBezTo>
                    <a:pt x="138" y="2"/>
                    <a:pt x="128" y="0"/>
                    <a:pt x="120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100" lIns="91425" spcFirstLastPara="1" rIns="91425" wrap="square" tIns="6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59" name="Google Shape;959;p9"/>
            <p:cNvSpPr/>
            <p:nvPr/>
          </p:nvSpPr>
          <p:spPr>
            <a:xfrm>
              <a:off x="3985200" y="4690440"/>
              <a:ext cx="14400" cy="11160"/>
            </a:xfrm>
            <a:custGeom>
              <a:rect b="b" l="l" r="r" t="t"/>
              <a:pathLst>
                <a:path extrusionOk="0" h="231" w="296">
                  <a:moveTo>
                    <a:pt x="147" y="1"/>
                  </a:moveTo>
                  <a:cubicBezTo>
                    <a:pt x="1" y="1"/>
                    <a:pt x="1" y="230"/>
                    <a:pt x="147" y="230"/>
                  </a:cubicBezTo>
                  <a:cubicBezTo>
                    <a:pt x="295" y="230"/>
                    <a:pt x="295" y="1"/>
                    <a:pt x="147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750" lIns="91425" spcFirstLastPara="1" rIns="91425" wrap="square" tIns="5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60" name="Google Shape;960;p9"/>
            <p:cNvSpPr/>
            <p:nvPr/>
          </p:nvSpPr>
          <p:spPr>
            <a:xfrm>
              <a:off x="4000680" y="4740120"/>
              <a:ext cx="14760" cy="11160"/>
            </a:xfrm>
            <a:custGeom>
              <a:rect b="b" l="l" r="r" t="t"/>
              <a:pathLst>
                <a:path extrusionOk="0" h="232" w="299">
                  <a:moveTo>
                    <a:pt x="150" y="1"/>
                  </a:moveTo>
                  <a:cubicBezTo>
                    <a:pt x="2" y="1"/>
                    <a:pt x="1" y="232"/>
                    <a:pt x="150" y="232"/>
                  </a:cubicBezTo>
                  <a:cubicBezTo>
                    <a:pt x="298" y="232"/>
                    <a:pt x="298" y="1"/>
                    <a:pt x="150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750" lIns="91425" spcFirstLastPara="1" rIns="91425" wrap="square" tIns="5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61" name="Google Shape;961;p9"/>
            <p:cNvSpPr/>
            <p:nvPr/>
          </p:nvSpPr>
          <p:spPr>
            <a:xfrm>
              <a:off x="3967560" y="4620600"/>
              <a:ext cx="11880" cy="12240"/>
            </a:xfrm>
            <a:custGeom>
              <a:rect b="b" l="l" r="r" t="t"/>
              <a:pathLst>
                <a:path extrusionOk="0" h="249" w="244">
                  <a:moveTo>
                    <a:pt x="121" y="1"/>
                  </a:moveTo>
                  <a:cubicBezTo>
                    <a:pt x="114" y="1"/>
                    <a:pt x="107" y="2"/>
                    <a:pt x="100" y="4"/>
                  </a:cubicBezTo>
                  <a:cubicBezTo>
                    <a:pt x="84" y="4"/>
                    <a:pt x="70" y="8"/>
                    <a:pt x="58" y="18"/>
                  </a:cubicBezTo>
                  <a:cubicBezTo>
                    <a:pt x="50" y="22"/>
                    <a:pt x="42" y="29"/>
                    <a:pt x="35" y="35"/>
                  </a:cubicBezTo>
                  <a:cubicBezTo>
                    <a:pt x="21" y="49"/>
                    <a:pt x="9" y="68"/>
                    <a:pt x="4" y="86"/>
                  </a:cubicBezTo>
                  <a:cubicBezTo>
                    <a:pt x="2" y="97"/>
                    <a:pt x="1" y="107"/>
                    <a:pt x="1" y="117"/>
                  </a:cubicBezTo>
                  <a:cubicBezTo>
                    <a:pt x="1" y="136"/>
                    <a:pt x="7" y="155"/>
                    <a:pt x="16" y="175"/>
                  </a:cubicBezTo>
                  <a:cubicBezTo>
                    <a:pt x="21" y="181"/>
                    <a:pt x="24" y="184"/>
                    <a:pt x="28" y="189"/>
                  </a:cubicBezTo>
                  <a:lnTo>
                    <a:pt x="29" y="191"/>
                  </a:lnTo>
                  <a:cubicBezTo>
                    <a:pt x="36" y="205"/>
                    <a:pt x="46" y="216"/>
                    <a:pt x="59" y="224"/>
                  </a:cubicBezTo>
                  <a:cubicBezTo>
                    <a:pt x="70" y="233"/>
                    <a:pt x="84" y="241"/>
                    <a:pt x="99" y="245"/>
                  </a:cubicBezTo>
                  <a:cubicBezTo>
                    <a:pt x="107" y="247"/>
                    <a:pt x="115" y="248"/>
                    <a:pt x="124" y="248"/>
                  </a:cubicBezTo>
                  <a:cubicBezTo>
                    <a:pt x="130" y="248"/>
                    <a:pt x="137" y="247"/>
                    <a:pt x="144" y="246"/>
                  </a:cubicBezTo>
                  <a:cubicBezTo>
                    <a:pt x="160" y="246"/>
                    <a:pt x="174" y="241"/>
                    <a:pt x="186" y="232"/>
                  </a:cubicBezTo>
                  <a:cubicBezTo>
                    <a:pt x="194" y="226"/>
                    <a:pt x="202" y="219"/>
                    <a:pt x="209" y="214"/>
                  </a:cubicBezTo>
                  <a:cubicBezTo>
                    <a:pt x="223" y="199"/>
                    <a:pt x="235" y="182"/>
                    <a:pt x="240" y="163"/>
                  </a:cubicBezTo>
                  <a:cubicBezTo>
                    <a:pt x="242" y="153"/>
                    <a:pt x="243" y="141"/>
                    <a:pt x="243" y="133"/>
                  </a:cubicBezTo>
                  <a:cubicBezTo>
                    <a:pt x="243" y="112"/>
                    <a:pt x="237" y="92"/>
                    <a:pt x="228" y="75"/>
                  </a:cubicBezTo>
                  <a:cubicBezTo>
                    <a:pt x="223" y="69"/>
                    <a:pt x="220" y="65"/>
                    <a:pt x="216" y="61"/>
                  </a:cubicBezTo>
                  <a:lnTo>
                    <a:pt x="215" y="58"/>
                  </a:lnTo>
                  <a:cubicBezTo>
                    <a:pt x="208" y="44"/>
                    <a:pt x="198" y="34"/>
                    <a:pt x="185" y="27"/>
                  </a:cubicBezTo>
                  <a:cubicBezTo>
                    <a:pt x="174" y="15"/>
                    <a:pt x="160" y="8"/>
                    <a:pt x="145" y="5"/>
                  </a:cubicBezTo>
                  <a:cubicBezTo>
                    <a:pt x="137" y="2"/>
                    <a:pt x="129" y="1"/>
                    <a:pt x="121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100" lIns="91425" spcFirstLastPara="1" rIns="91425" wrap="square" tIns="6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62" name="Google Shape;962;p9"/>
            <p:cNvSpPr/>
            <p:nvPr/>
          </p:nvSpPr>
          <p:spPr>
            <a:xfrm>
              <a:off x="3952440" y="4664520"/>
              <a:ext cx="11880" cy="12240"/>
            </a:xfrm>
            <a:custGeom>
              <a:rect b="b" l="l" r="r" t="t"/>
              <a:pathLst>
                <a:path extrusionOk="0" h="248" w="243">
                  <a:moveTo>
                    <a:pt x="15" y="97"/>
                  </a:moveTo>
                  <a:cubicBezTo>
                    <a:pt x="15" y="97"/>
                    <a:pt x="15" y="98"/>
                    <a:pt x="15" y="98"/>
                  </a:cubicBezTo>
                  <a:lnTo>
                    <a:pt x="15" y="98"/>
                  </a:lnTo>
                  <a:cubicBezTo>
                    <a:pt x="15" y="98"/>
                    <a:pt x="15" y="97"/>
                    <a:pt x="15" y="97"/>
                  </a:cubicBezTo>
                  <a:close/>
                  <a:moveTo>
                    <a:pt x="122" y="1"/>
                  </a:moveTo>
                  <a:cubicBezTo>
                    <a:pt x="115" y="1"/>
                    <a:pt x="107" y="2"/>
                    <a:pt x="100" y="4"/>
                  </a:cubicBezTo>
                  <a:cubicBezTo>
                    <a:pt x="84" y="4"/>
                    <a:pt x="70" y="8"/>
                    <a:pt x="57" y="18"/>
                  </a:cubicBezTo>
                  <a:cubicBezTo>
                    <a:pt x="43" y="25"/>
                    <a:pt x="33" y="35"/>
                    <a:pt x="26" y="48"/>
                  </a:cubicBezTo>
                  <a:cubicBezTo>
                    <a:pt x="15" y="58"/>
                    <a:pt x="7" y="72"/>
                    <a:pt x="5" y="86"/>
                  </a:cubicBezTo>
                  <a:cubicBezTo>
                    <a:pt x="3" y="97"/>
                    <a:pt x="0" y="107"/>
                    <a:pt x="0" y="117"/>
                  </a:cubicBezTo>
                  <a:cubicBezTo>
                    <a:pt x="0" y="138"/>
                    <a:pt x="6" y="157"/>
                    <a:pt x="17" y="175"/>
                  </a:cubicBezTo>
                  <a:cubicBezTo>
                    <a:pt x="17" y="175"/>
                    <a:pt x="17" y="175"/>
                    <a:pt x="17" y="175"/>
                  </a:cubicBezTo>
                  <a:lnTo>
                    <a:pt x="17" y="175"/>
                  </a:lnTo>
                  <a:cubicBezTo>
                    <a:pt x="20" y="181"/>
                    <a:pt x="23" y="186"/>
                    <a:pt x="26" y="191"/>
                  </a:cubicBezTo>
                  <a:cubicBezTo>
                    <a:pt x="33" y="205"/>
                    <a:pt x="43" y="216"/>
                    <a:pt x="56" y="223"/>
                  </a:cubicBezTo>
                  <a:cubicBezTo>
                    <a:pt x="67" y="233"/>
                    <a:pt x="81" y="240"/>
                    <a:pt x="95" y="245"/>
                  </a:cubicBezTo>
                  <a:cubicBezTo>
                    <a:pt x="105" y="246"/>
                    <a:pt x="117" y="248"/>
                    <a:pt x="125" y="248"/>
                  </a:cubicBezTo>
                  <a:cubicBezTo>
                    <a:pt x="146" y="248"/>
                    <a:pt x="166" y="242"/>
                    <a:pt x="183" y="232"/>
                  </a:cubicBezTo>
                  <a:cubicBezTo>
                    <a:pt x="190" y="226"/>
                    <a:pt x="199" y="219"/>
                    <a:pt x="206" y="214"/>
                  </a:cubicBezTo>
                  <a:cubicBezTo>
                    <a:pt x="224" y="195"/>
                    <a:pt x="233" y="180"/>
                    <a:pt x="238" y="160"/>
                  </a:cubicBezTo>
                  <a:lnTo>
                    <a:pt x="238" y="155"/>
                  </a:lnTo>
                  <a:lnTo>
                    <a:pt x="238" y="154"/>
                  </a:lnTo>
                  <a:cubicBezTo>
                    <a:pt x="240" y="143"/>
                    <a:pt x="243" y="133"/>
                    <a:pt x="243" y="121"/>
                  </a:cubicBezTo>
                  <a:lnTo>
                    <a:pt x="243" y="120"/>
                  </a:lnTo>
                  <a:lnTo>
                    <a:pt x="243" y="119"/>
                  </a:lnTo>
                  <a:lnTo>
                    <a:pt x="238" y="89"/>
                  </a:lnTo>
                  <a:lnTo>
                    <a:pt x="226" y="60"/>
                  </a:lnTo>
                  <a:lnTo>
                    <a:pt x="209" y="36"/>
                  </a:lnTo>
                  <a:lnTo>
                    <a:pt x="185" y="19"/>
                  </a:lnTo>
                  <a:lnTo>
                    <a:pt x="183" y="19"/>
                  </a:lnTo>
                  <a:cubicBezTo>
                    <a:pt x="182" y="19"/>
                    <a:pt x="156" y="8"/>
                    <a:pt x="155" y="7"/>
                  </a:cubicBezTo>
                  <a:lnTo>
                    <a:pt x="153" y="7"/>
                  </a:lnTo>
                  <a:cubicBezTo>
                    <a:pt x="152" y="7"/>
                    <a:pt x="148" y="5"/>
                    <a:pt x="146" y="5"/>
                  </a:cubicBezTo>
                  <a:cubicBezTo>
                    <a:pt x="138" y="2"/>
                    <a:pt x="130" y="1"/>
                    <a:pt x="122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100" lIns="91425" spcFirstLastPara="1" rIns="91425" wrap="square" tIns="6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63" name="Google Shape;963;p9"/>
            <p:cNvSpPr/>
            <p:nvPr/>
          </p:nvSpPr>
          <p:spPr>
            <a:xfrm>
              <a:off x="3882960" y="4760280"/>
              <a:ext cx="14760" cy="11160"/>
            </a:xfrm>
            <a:custGeom>
              <a:rect b="b" l="l" r="r" t="t"/>
              <a:pathLst>
                <a:path extrusionOk="0" h="231" w="299">
                  <a:moveTo>
                    <a:pt x="150" y="1"/>
                  </a:moveTo>
                  <a:cubicBezTo>
                    <a:pt x="1" y="1"/>
                    <a:pt x="1" y="230"/>
                    <a:pt x="150" y="230"/>
                  </a:cubicBezTo>
                  <a:cubicBezTo>
                    <a:pt x="299" y="230"/>
                    <a:pt x="299" y="1"/>
                    <a:pt x="150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750" lIns="91425" spcFirstLastPara="1" rIns="91425" wrap="square" tIns="5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64" name="Google Shape;964;p9"/>
            <p:cNvSpPr/>
            <p:nvPr/>
          </p:nvSpPr>
          <p:spPr>
            <a:xfrm>
              <a:off x="3902760" y="4731120"/>
              <a:ext cx="14760" cy="11160"/>
            </a:xfrm>
            <a:custGeom>
              <a:rect b="b" l="l" r="r" t="t"/>
              <a:pathLst>
                <a:path extrusionOk="0" h="231" w="297">
                  <a:moveTo>
                    <a:pt x="148" y="1"/>
                  </a:moveTo>
                  <a:cubicBezTo>
                    <a:pt x="0" y="1"/>
                    <a:pt x="0" y="230"/>
                    <a:pt x="148" y="230"/>
                  </a:cubicBezTo>
                  <a:cubicBezTo>
                    <a:pt x="297" y="230"/>
                    <a:pt x="297" y="1"/>
                    <a:pt x="148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750" lIns="91425" spcFirstLastPara="1" rIns="91425" wrap="square" tIns="5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965" name="Google Shape;965;p9"/>
          <p:cNvSpPr/>
          <p:nvPr/>
        </p:nvSpPr>
        <p:spPr>
          <a:xfrm>
            <a:off x="2457360" y="3600360"/>
            <a:ext cx="4228920" cy="761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3C3C3B"/>
                </a:solidFill>
                <a:latin typeface="Nunito"/>
                <a:ea typeface="Nunito"/>
                <a:cs typeface="Nunito"/>
                <a:sym typeface="Nunito"/>
              </a:rPr>
              <a:t>Nick Darby</a:t>
            </a:r>
            <a:endParaRPr b="0" i="0" sz="16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966" name="Google Shape;966;p9"/>
          <p:cNvSpPr/>
          <p:nvPr/>
        </p:nvSpPr>
        <p:spPr>
          <a:xfrm>
            <a:off x="3580247" y="1120761"/>
            <a:ext cx="19827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b" bIns="85700" lIns="171450" spcFirstLastPara="1" rIns="171450" wrap="square" tIns="85700">
            <a:noAutofit/>
          </a:bodyPr>
          <a:lstStyle/>
          <a:p>
            <a:pPr indent="0" lvl="0" marL="0" marR="0" rtl="0" algn="ctr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360">
                <a:solidFill>
                  <a:srgbClr val="3C3C3B"/>
                </a:solidFill>
                <a:latin typeface="Barriecito"/>
                <a:ea typeface="Barriecito"/>
                <a:cs typeface="Barriecito"/>
                <a:sym typeface="Barriecito"/>
              </a:rPr>
              <a:t>Week 2</a:t>
            </a:r>
            <a:endParaRPr b="0" i="0" sz="436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967" name="Google Shape;967;p9"/>
          <p:cNvSpPr/>
          <p:nvPr/>
        </p:nvSpPr>
        <p:spPr>
          <a:xfrm>
            <a:off x="2493593" y="2484075"/>
            <a:ext cx="41568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b" bIns="85700" lIns="171450" spcFirstLastPara="1" rIns="171450" wrap="square" tIns="85700">
            <a:noAutofit/>
          </a:bodyPr>
          <a:lstStyle/>
          <a:p>
            <a:pPr indent="0" lvl="0" marL="0" marR="0" rtl="0" algn="ctr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2">
                <a:solidFill>
                  <a:srgbClr val="3C3C3B"/>
                </a:solidFill>
                <a:latin typeface="Barriecito"/>
                <a:ea typeface="Barriecito"/>
                <a:cs typeface="Barriecito"/>
                <a:sym typeface="Barriecito"/>
              </a:rPr>
              <a:t>Update</a:t>
            </a:r>
            <a:endParaRPr b="0" i="0" sz="9002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2" name="Google Shape;972;p10"/>
          <p:cNvGrpSpPr/>
          <p:nvPr/>
        </p:nvGrpSpPr>
        <p:grpSpPr>
          <a:xfrm>
            <a:off x="8039880" y="4151520"/>
            <a:ext cx="732960" cy="751680"/>
            <a:chOff x="8039880" y="4151520"/>
            <a:chExt cx="732960" cy="751680"/>
          </a:xfrm>
        </p:grpSpPr>
        <p:sp>
          <p:nvSpPr>
            <p:cNvPr id="973" name="Google Shape;973;p10"/>
            <p:cNvSpPr/>
            <p:nvPr/>
          </p:nvSpPr>
          <p:spPr>
            <a:xfrm>
              <a:off x="8198280" y="4595400"/>
              <a:ext cx="105120" cy="137160"/>
            </a:xfrm>
            <a:custGeom>
              <a:rect b="b" l="l" r="r" t="t"/>
              <a:pathLst>
                <a:path extrusionOk="0" h="2729" w="2091">
                  <a:moveTo>
                    <a:pt x="1299" y="423"/>
                  </a:moveTo>
                  <a:cubicBezTo>
                    <a:pt x="1557" y="423"/>
                    <a:pt x="1783" y="601"/>
                    <a:pt x="1875" y="867"/>
                  </a:cubicBezTo>
                  <a:cubicBezTo>
                    <a:pt x="2003" y="1235"/>
                    <a:pt x="1827" y="1681"/>
                    <a:pt x="1622" y="1993"/>
                  </a:cubicBezTo>
                  <a:cubicBezTo>
                    <a:pt x="1495" y="2187"/>
                    <a:pt x="1269" y="2345"/>
                    <a:pt x="1044" y="2345"/>
                  </a:cubicBezTo>
                  <a:cubicBezTo>
                    <a:pt x="937" y="2345"/>
                    <a:pt x="830" y="2309"/>
                    <a:pt x="733" y="2224"/>
                  </a:cubicBezTo>
                  <a:cubicBezTo>
                    <a:pt x="584" y="2094"/>
                    <a:pt x="543" y="1898"/>
                    <a:pt x="563" y="1701"/>
                  </a:cubicBezTo>
                  <a:cubicBezTo>
                    <a:pt x="433" y="1222"/>
                    <a:pt x="581" y="655"/>
                    <a:pt x="1082" y="464"/>
                  </a:cubicBezTo>
                  <a:cubicBezTo>
                    <a:pt x="1155" y="436"/>
                    <a:pt x="1228" y="423"/>
                    <a:pt x="1299" y="423"/>
                  </a:cubicBezTo>
                  <a:close/>
                  <a:moveTo>
                    <a:pt x="980" y="1"/>
                  </a:moveTo>
                  <a:cubicBezTo>
                    <a:pt x="936" y="1"/>
                    <a:pt x="892" y="6"/>
                    <a:pt x="848" y="16"/>
                  </a:cubicBezTo>
                  <a:cubicBezTo>
                    <a:pt x="481" y="106"/>
                    <a:pt x="387" y="510"/>
                    <a:pt x="297" y="807"/>
                  </a:cubicBezTo>
                  <a:cubicBezTo>
                    <a:pt x="154" y="1279"/>
                    <a:pt x="0" y="1827"/>
                    <a:pt x="254" y="2294"/>
                  </a:cubicBezTo>
                  <a:cubicBezTo>
                    <a:pt x="427" y="2608"/>
                    <a:pt x="634" y="2728"/>
                    <a:pt x="847" y="2728"/>
                  </a:cubicBezTo>
                  <a:cubicBezTo>
                    <a:pt x="1246" y="2728"/>
                    <a:pt x="1664" y="2301"/>
                    <a:pt x="1904" y="1929"/>
                  </a:cubicBezTo>
                  <a:cubicBezTo>
                    <a:pt x="1905" y="1927"/>
                    <a:pt x="1905" y="1921"/>
                    <a:pt x="1906" y="1918"/>
                  </a:cubicBezTo>
                  <a:cubicBezTo>
                    <a:pt x="2091" y="1497"/>
                    <a:pt x="1899" y="698"/>
                    <a:pt x="1623" y="349"/>
                  </a:cubicBezTo>
                  <a:cubicBezTo>
                    <a:pt x="1476" y="163"/>
                    <a:pt x="1231" y="1"/>
                    <a:pt x="9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68750" lIns="91425" spcFirstLastPara="1" rIns="91425" wrap="square" tIns="68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74" name="Google Shape;974;p10"/>
            <p:cNvSpPr/>
            <p:nvPr/>
          </p:nvSpPr>
          <p:spPr>
            <a:xfrm>
              <a:off x="8335440" y="4617720"/>
              <a:ext cx="33840" cy="9720"/>
            </a:xfrm>
            <a:custGeom>
              <a:rect b="b" l="l" r="r" t="t"/>
              <a:pathLst>
                <a:path extrusionOk="0" h="203" w="680">
                  <a:moveTo>
                    <a:pt x="489" y="0"/>
                  </a:moveTo>
                  <a:cubicBezTo>
                    <a:pt x="443" y="0"/>
                    <a:pt x="397" y="5"/>
                    <a:pt x="351" y="14"/>
                  </a:cubicBezTo>
                  <a:cubicBezTo>
                    <a:pt x="215" y="41"/>
                    <a:pt x="118" y="120"/>
                    <a:pt x="1" y="175"/>
                  </a:cubicBezTo>
                  <a:lnTo>
                    <a:pt x="2" y="181"/>
                  </a:lnTo>
                  <a:cubicBezTo>
                    <a:pt x="8" y="180"/>
                    <a:pt x="13" y="179"/>
                    <a:pt x="19" y="179"/>
                  </a:cubicBezTo>
                  <a:cubicBezTo>
                    <a:pt x="26" y="179"/>
                    <a:pt x="33" y="180"/>
                    <a:pt x="42" y="182"/>
                  </a:cubicBezTo>
                  <a:cubicBezTo>
                    <a:pt x="97" y="196"/>
                    <a:pt x="153" y="202"/>
                    <a:pt x="209" y="202"/>
                  </a:cubicBezTo>
                  <a:cubicBezTo>
                    <a:pt x="381" y="202"/>
                    <a:pt x="546" y="139"/>
                    <a:pt x="679" y="26"/>
                  </a:cubicBezTo>
                  <a:cubicBezTo>
                    <a:pt x="617" y="9"/>
                    <a:pt x="553" y="0"/>
                    <a:pt x="48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75" name="Google Shape;975;p10"/>
            <p:cNvSpPr/>
            <p:nvPr/>
          </p:nvSpPr>
          <p:spPr>
            <a:xfrm>
              <a:off x="8427600" y="4555080"/>
              <a:ext cx="14400" cy="27000"/>
            </a:xfrm>
            <a:custGeom>
              <a:rect b="b" l="l" r="r" t="t"/>
              <a:pathLst>
                <a:path extrusionOk="0" h="542" w="291">
                  <a:moveTo>
                    <a:pt x="139" y="0"/>
                  </a:moveTo>
                  <a:cubicBezTo>
                    <a:pt x="104" y="38"/>
                    <a:pt x="61" y="68"/>
                    <a:pt x="37" y="113"/>
                  </a:cubicBezTo>
                  <a:cubicBezTo>
                    <a:pt x="10" y="166"/>
                    <a:pt x="0" y="224"/>
                    <a:pt x="3" y="281"/>
                  </a:cubicBezTo>
                  <a:cubicBezTo>
                    <a:pt x="9" y="390"/>
                    <a:pt x="58" y="490"/>
                    <a:pt x="151" y="541"/>
                  </a:cubicBezTo>
                  <a:cubicBezTo>
                    <a:pt x="291" y="393"/>
                    <a:pt x="285" y="149"/>
                    <a:pt x="13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3675" lIns="91425" spcFirstLastPara="1" rIns="91425" wrap="square" tIns="13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76" name="Google Shape;976;p10"/>
            <p:cNvSpPr/>
            <p:nvPr/>
          </p:nvSpPr>
          <p:spPr>
            <a:xfrm>
              <a:off x="8440200" y="4356720"/>
              <a:ext cx="36000" cy="19440"/>
            </a:xfrm>
            <a:custGeom>
              <a:rect b="b" l="l" r="r" t="t"/>
              <a:pathLst>
                <a:path extrusionOk="0" h="396" w="721">
                  <a:moveTo>
                    <a:pt x="582" y="0"/>
                  </a:moveTo>
                  <a:cubicBezTo>
                    <a:pt x="507" y="0"/>
                    <a:pt x="405" y="71"/>
                    <a:pt x="347" y="98"/>
                  </a:cubicBezTo>
                  <a:cubicBezTo>
                    <a:pt x="303" y="120"/>
                    <a:pt x="1" y="249"/>
                    <a:pt x="113" y="297"/>
                  </a:cubicBezTo>
                  <a:cubicBezTo>
                    <a:pt x="153" y="312"/>
                    <a:pt x="177" y="355"/>
                    <a:pt x="171" y="394"/>
                  </a:cubicBezTo>
                  <a:lnTo>
                    <a:pt x="177" y="396"/>
                  </a:lnTo>
                  <a:cubicBezTo>
                    <a:pt x="178" y="390"/>
                    <a:pt x="184" y="386"/>
                    <a:pt x="189" y="383"/>
                  </a:cubicBezTo>
                  <a:cubicBezTo>
                    <a:pt x="255" y="355"/>
                    <a:pt x="259" y="336"/>
                    <a:pt x="327" y="324"/>
                  </a:cubicBezTo>
                  <a:cubicBezTo>
                    <a:pt x="386" y="312"/>
                    <a:pt x="443" y="305"/>
                    <a:pt x="500" y="287"/>
                  </a:cubicBezTo>
                  <a:cubicBezTo>
                    <a:pt x="588" y="254"/>
                    <a:pt x="721" y="155"/>
                    <a:pt x="656" y="42"/>
                  </a:cubicBezTo>
                  <a:cubicBezTo>
                    <a:pt x="638" y="12"/>
                    <a:pt x="612" y="0"/>
                    <a:pt x="58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77" name="Google Shape;977;p10"/>
            <p:cNvSpPr/>
            <p:nvPr/>
          </p:nvSpPr>
          <p:spPr>
            <a:xfrm>
              <a:off x="8521920" y="4304160"/>
              <a:ext cx="21240" cy="32040"/>
            </a:xfrm>
            <a:custGeom>
              <a:rect b="b" l="l" r="r" t="t"/>
              <a:pathLst>
                <a:path extrusionOk="0" h="644" w="428">
                  <a:moveTo>
                    <a:pt x="86" y="1"/>
                  </a:moveTo>
                  <a:cubicBezTo>
                    <a:pt x="73" y="94"/>
                    <a:pt x="60" y="189"/>
                    <a:pt x="39" y="283"/>
                  </a:cubicBezTo>
                  <a:cubicBezTo>
                    <a:pt x="32" y="311"/>
                    <a:pt x="18" y="328"/>
                    <a:pt x="1" y="338"/>
                  </a:cubicBezTo>
                  <a:cubicBezTo>
                    <a:pt x="36" y="426"/>
                    <a:pt x="93" y="508"/>
                    <a:pt x="168" y="565"/>
                  </a:cubicBezTo>
                  <a:cubicBezTo>
                    <a:pt x="211" y="597"/>
                    <a:pt x="270" y="637"/>
                    <a:pt x="324" y="642"/>
                  </a:cubicBezTo>
                  <a:cubicBezTo>
                    <a:pt x="331" y="643"/>
                    <a:pt x="338" y="644"/>
                    <a:pt x="345" y="644"/>
                  </a:cubicBezTo>
                  <a:cubicBezTo>
                    <a:pt x="428" y="644"/>
                    <a:pt x="419" y="584"/>
                    <a:pt x="419" y="511"/>
                  </a:cubicBezTo>
                  <a:cubicBezTo>
                    <a:pt x="415" y="290"/>
                    <a:pt x="274" y="98"/>
                    <a:pt x="8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6200" lIns="91425" spcFirstLastPara="1" rIns="91425" wrap="square" tIns="16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78" name="Google Shape;978;p10"/>
            <p:cNvSpPr/>
            <p:nvPr/>
          </p:nvSpPr>
          <p:spPr>
            <a:xfrm>
              <a:off x="8390520" y="4429440"/>
              <a:ext cx="91440" cy="81720"/>
            </a:xfrm>
            <a:custGeom>
              <a:rect b="b" l="l" r="r" t="t"/>
              <a:pathLst>
                <a:path extrusionOk="0" h="1628" w="1821">
                  <a:moveTo>
                    <a:pt x="955" y="247"/>
                  </a:moveTo>
                  <a:cubicBezTo>
                    <a:pt x="1162" y="247"/>
                    <a:pt x="1354" y="359"/>
                    <a:pt x="1394" y="610"/>
                  </a:cubicBezTo>
                  <a:cubicBezTo>
                    <a:pt x="1428" y="821"/>
                    <a:pt x="1340" y="978"/>
                    <a:pt x="1198" y="1080"/>
                  </a:cubicBezTo>
                  <a:cubicBezTo>
                    <a:pt x="1125" y="1217"/>
                    <a:pt x="983" y="1315"/>
                    <a:pt x="823" y="1315"/>
                  </a:cubicBezTo>
                  <a:cubicBezTo>
                    <a:pt x="778" y="1315"/>
                    <a:pt x="731" y="1307"/>
                    <a:pt x="684" y="1290"/>
                  </a:cubicBezTo>
                  <a:cubicBezTo>
                    <a:pt x="305" y="1154"/>
                    <a:pt x="263" y="675"/>
                    <a:pt x="535" y="414"/>
                  </a:cubicBezTo>
                  <a:cubicBezTo>
                    <a:pt x="648" y="306"/>
                    <a:pt x="806" y="247"/>
                    <a:pt x="955" y="247"/>
                  </a:cubicBezTo>
                  <a:close/>
                  <a:moveTo>
                    <a:pt x="1144" y="0"/>
                  </a:moveTo>
                  <a:cubicBezTo>
                    <a:pt x="1067" y="0"/>
                    <a:pt x="991" y="9"/>
                    <a:pt x="922" y="23"/>
                  </a:cubicBezTo>
                  <a:cubicBezTo>
                    <a:pt x="237" y="165"/>
                    <a:pt x="1" y="945"/>
                    <a:pt x="404" y="1397"/>
                  </a:cubicBezTo>
                  <a:cubicBezTo>
                    <a:pt x="481" y="1482"/>
                    <a:pt x="580" y="1558"/>
                    <a:pt x="703" y="1611"/>
                  </a:cubicBezTo>
                  <a:cubicBezTo>
                    <a:pt x="760" y="1623"/>
                    <a:pt x="816" y="1628"/>
                    <a:pt x="870" y="1628"/>
                  </a:cubicBezTo>
                  <a:cubicBezTo>
                    <a:pt x="1292" y="1628"/>
                    <a:pt x="1628" y="1306"/>
                    <a:pt x="1744" y="896"/>
                  </a:cubicBezTo>
                  <a:cubicBezTo>
                    <a:pt x="1820" y="627"/>
                    <a:pt x="1805" y="276"/>
                    <a:pt x="1551" y="106"/>
                  </a:cubicBezTo>
                  <a:cubicBezTo>
                    <a:pt x="1437" y="30"/>
                    <a:pt x="1289" y="0"/>
                    <a:pt x="114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1025" lIns="91425" spcFirstLastPara="1" rIns="91425" wrap="square" tIns="41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79" name="Google Shape;979;p10"/>
            <p:cNvSpPr/>
            <p:nvPr/>
          </p:nvSpPr>
          <p:spPr>
            <a:xfrm>
              <a:off x="8156520" y="4254480"/>
              <a:ext cx="521640" cy="514080"/>
            </a:xfrm>
            <a:custGeom>
              <a:rect b="b" l="l" r="r" t="t"/>
              <a:pathLst>
                <a:path extrusionOk="0" h="10212" w="10365">
                  <a:moveTo>
                    <a:pt x="6911" y="371"/>
                  </a:moveTo>
                  <a:cubicBezTo>
                    <a:pt x="6939" y="371"/>
                    <a:pt x="6968" y="382"/>
                    <a:pt x="6992" y="410"/>
                  </a:cubicBezTo>
                  <a:cubicBezTo>
                    <a:pt x="7067" y="493"/>
                    <a:pt x="6985" y="601"/>
                    <a:pt x="6899" y="601"/>
                  </a:cubicBezTo>
                  <a:cubicBezTo>
                    <a:pt x="6872" y="601"/>
                    <a:pt x="6844" y="590"/>
                    <a:pt x="6821" y="564"/>
                  </a:cubicBezTo>
                  <a:cubicBezTo>
                    <a:pt x="6744" y="479"/>
                    <a:pt x="6824" y="371"/>
                    <a:pt x="6911" y="371"/>
                  </a:cubicBezTo>
                  <a:close/>
                  <a:moveTo>
                    <a:pt x="6375" y="753"/>
                  </a:moveTo>
                  <a:cubicBezTo>
                    <a:pt x="6432" y="753"/>
                    <a:pt x="6490" y="779"/>
                    <a:pt x="6533" y="819"/>
                  </a:cubicBezTo>
                  <a:lnTo>
                    <a:pt x="6584" y="864"/>
                  </a:lnTo>
                  <a:cubicBezTo>
                    <a:pt x="6669" y="945"/>
                    <a:pt x="6642" y="1084"/>
                    <a:pt x="6568" y="1155"/>
                  </a:cubicBezTo>
                  <a:cubicBezTo>
                    <a:pt x="6534" y="1190"/>
                    <a:pt x="6481" y="1207"/>
                    <a:pt x="6429" y="1207"/>
                  </a:cubicBezTo>
                  <a:cubicBezTo>
                    <a:pt x="6370" y="1207"/>
                    <a:pt x="6312" y="1185"/>
                    <a:pt x="6278" y="1139"/>
                  </a:cubicBezTo>
                  <a:lnTo>
                    <a:pt x="6237" y="1084"/>
                  </a:lnTo>
                  <a:cubicBezTo>
                    <a:pt x="6170" y="995"/>
                    <a:pt x="6170" y="884"/>
                    <a:pt x="6252" y="803"/>
                  </a:cubicBezTo>
                  <a:cubicBezTo>
                    <a:pt x="6288" y="768"/>
                    <a:pt x="6331" y="753"/>
                    <a:pt x="6375" y="753"/>
                  </a:cubicBezTo>
                  <a:close/>
                  <a:moveTo>
                    <a:pt x="5703" y="1277"/>
                  </a:moveTo>
                  <a:cubicBezTo>
                    <a:pt x="5755" y="1277"/>
                    <a:pt x="5809" y="1301"/>
                    <a:pt x="5850" y="1336"/>
                  </a:cubicBezTo>
                  <a:cubicBezTo>
                    <a:pt x="5885" y="1367"/>
                    <a:pt x="5918" y="1400"/>
                    <a:pt x="5952" y="1431"/>
                  </a:cubicBezTo>
                  <a:cubicBezTo>
                    <a:pt x="6030" y="1509"/>
                    <a:pt x="6009" y="1637"/>
                    <a:pt x="5938" y="1708"/>
                  </a:cubicBezTo>
                  <a:cubicBezTo>
                    <a:pt x="5904" y="1741"/>
                    <a:pt x="5855" y="1757"/>
                    <a:pt x="5807" y="1757"/>
                  </a:cubicBezTo>
                  <a:cubicBezTo>
                    <a:pt x="5751" y="1757"/>
                    <a:pt x="5695" y="1736"/>
                    <a:pt x="5661" y="1692"/>
                  </a:cubicBezTo>
                  <a:cubicBezTo>
                    <a:pt x="5633" y="1655"/>
                    <a:pt x="5606" y="1618"/>
                    <a:pt x="5578" y="1579"/>
                  </a:cubicBezTo>
                  <a:cubicBezTo>
                    <a:pt x="5520" y="1495"/>
                    <a:pt x="5514" y="1399"/>
                    <a:pt x="5592" y="1322"/>
                  </a:cubicBezTo>
                  <a:cubicBezTo>
                    <a:pt x="5624" y="1290"/>
                    <a:pt x="5663" y="1277"/>
                    <a:pt x="5703" y="1277"/>
                  </a:cubicBezTo>
                  <a:close/>
                  <a:moveTo>
                    <a:pt x="7248" y="730"/>
                  </a:moveTo>
                  <a:cubicBezTo>
                    <a:pt x="7258" y="730"/>
                    <a:pt x="7268" y="731"/>
                    <a:pt x="7278" y="734"/>
                  </a:cubicBezTo>
                  <a:cubicBezTo>
                    <a:pt x="7505" y="796"/>
                    <a:pt x="7696" y="952"/>
                    <a:pt x="7803" y="1162"/>
                  </a:cubicBezTo>
                  <a:cubicBezTo>
                    <a:pt x="7884" y="1325"/>
                    <a:pt x="7949" y="1611"/>
                    <a:pt x="7824" y="1769"/>
                  </a:cubicBezTo>
                  <a:cubicBezTo>
                    <a:pt x="7777" y="1828"/>
                    <a:pt x="7715" y="1851"/>
                    <a:pt x="7648" y="1851"/>
                  </a:cubicBezTo>
                  <a:cubicBezTo>
                    <a:pt x="7523" y="1851"/>
                    <a:pt x="7383" y="1769"/>
                    <a:pt x="7303" y="1691"/>
                  </a:cubicBezTo>
                  <a:cubicBezTo>
                    <a:pt x="7178" y="1572"/>
                    <a:pt x="7120" y="1427"/>
                    <a:pt x="7118" y="1267"/>
                  </a:cubicBezTo>
                  <a:cubicBezTo>
                    <a:pt x="7114" y="1258"/>
                    <a:pt x="7113" y="1250"/>
                    <a:pt x="7113" y="1239"/>
                  </a:cubicBezTo>
                  <a:cubicBezTo>
                    <a:pt x="7108" y="1104"/>
                    <a:pt x="7123" y="968"/>
                    <a:pt x="7137" y="832"/>
                  </a:cubicBezTo>
                  <a:cubicBezTo>
                    <a:pt x="7143" y="772"/>
                    <a:pt x="7192" y="730"/>
                    <a:pt x="7248" y="730"/>
                  </a:cubicBezTo>
                  <a:close/>
                  <a:moveTo>
                    <a:pt x="6838" y="1672"/>
                  </a:moveTo>
                  <a:cubicBezTo>
                    <a:pt x="6861" y="1672"/>
                    <a:pt x="6885" y="1681"/>
                    <a:pt x="6904" y="1703"/>
                  </a:cubicBezTo>
                  <a:cubicBezTo>
                    <a:pt x="6966" y="1773"/>
                    <a:pt x="6901" y="1863"/>
                    <a:pt x="6829" y="1863"/>
                  </a:cubicBezTo>
                  <a:cubicBezTo>
                    <a:pt x="6806" y="1863"/>
                    <a:pt x="6782" y="1854"/>
                    <a:pt x="6761" y="1831"/>
                  </a:cubicBezTo>
                  <a:cubicBezTo>
                    <a:pt x="6700" y="1762"/>
                    <a:pt x="6767" y="1672"/>
                    <a:pt x="6838" y="1672"/>
                  </a:cubicBezTo>
                  <a:close/>
                  <a:moveTo>
                    <a:pt x="7707" y="2063"/>
                  </a:moveTo>
                  <a:cubicBezTo>
                    <a:pt x="7743" y="2063"/>
                    <a:pt x="7779" y="2077"/>
                    <a:pt x="7810" y="2111"/>
                  </a:cubicBezTo>
                  <a:cubicBezTo>
                    <a:pt x="7905" y="2219"/>
                    <a:pt x="7803" y="2357"/>
                    <a:pt x="7693" y="2357"/>
                  </a:cubicBezTo>
                  <a:cubicBezTo>
                    <a:pt x="7657" y="2357"/>
                    <a:pt x="7621" y="2343"/>
                    <a:pt x="7590" y="2308"/>
                  </a:cubicBezTo>
                  <a:cubicBezTo>
                    <a:pt x="7494" y="2201"/>
                    <a:pt x="7597" y="2063"/>
                    <a:pt x="7707" y="2063"/>
                  </a:cubicBezTo>
                  <a:close/>
                  <a:moveTo>
                    <a:pt x="6231" y="1800"/>
                  </a:moveTo>
                  <a:cubicBezTo>
                    <a:pt x="6248" y="1800"/>
                    <a:pt x="6265" y="1801"/>
                    <a:pt x="6282" y="1804"/>
                  </a:cubicBezTo>
                  <a:cubicBezTo>
                    <a:pt x="6510" y="1842"/>
                    <a:pt x="6571" y="2119"/>
                    <a:pt x="6476" y="2301"/>
                  </a:cubicBezTo>
                  <a:cubicBezTo>
                    <a:pt x="6418" y="2413"/>
                    <a:pt x="6305" y="2480"/>
                    <a:pt x="6182" y="2508"/>
                  </a:cubicBezTo>
                  <a:cubicBezTo>
                    <a:pt x="6131" y="2521"/>
                    <a:pt x="6074" y="2527"/>
                    <a:pt x="6019" y="2527"/>
                  </a:cubicBezTo>
                  <a:cubicBezTo>
                    <a:pt x="6002" y="2527"/>
                    <a:pt x="5985" y="2526"/>
                    <a:pt x="5969" y="2525"/>
                  </a:cubicBezTo>
                  <a:cubicBezTo>
                    <a:pt x="5895" y="2518"/>
                    <a:pt x="5885" y="2494"/>
                    <a:pt x="5822" y="2464"/>
                  </a:cubicBezTo>
                  <a:cubicBezTo>
                    <a:pt x="5809" y="2459"/>
                    <a:pt x="5802" y="2443"/>
                    <a:pt x="5805" y="2430"/>
                  </a:cubicBezTo>
                  <a:lnTo>
                    <a:pt x="5800" y="2429"/>
                  </a:lnTo>
                  <a:cubicBezTo>
                    <a:pt x="5796" y="2443"/>
                    <a:pt x="5789" y="2459"/>
                    <a:pt x="5773" y="2471"/>
                  </a:cubicBezTo>
                  <a:cubicBezTo>
                    <a:pt x="5737" y="2501"/>
                    <a:pt x="5701" y="2514"/>
                    <a:pt x="5669" y="2514"/>
                  </a:cubicBezTo>
                  <a:cubicBezTo>
                    <a:pt x="5528" y="2514"/>
                    <a:pt x="5437" y="2278"/>
                    <a:pt x="5528" y="2145"/>
                  </a:cubicBezTo>
                  <a:cubicBezTo>
                    <a:pt x="5613" y="2019"/>
                    <a:pt x="5789" y="1964"/>
                    <a:pt x="5921" y="1905"/>
                  </a:cubicBezTo>
                  <a:cubicBezTo>
                    <a:pt x="6016" y="1859"/>
                    <a:pt x="6120" y="1800"/>
                    <a:pt x="6231" y="1800"/>
                  </a:cubicBezTo>
                  <a:close/>
                  <a:moveTo>
                    <a:pt x="8471" y="2509"/>
                  </a:moveTo>
                  <a:cubicBezTo>
                    <a:pt x="8505" y="2509"/>
                    <a:pt x="8540" y="2522"/>
                    <a:pt x="8569" y="2555"/>
                  </a:cubicBezTo>
                  <a:cubicBezTo>
                    <a:pt x="8663" y="2657"/>
                    <a:pt x="8565" y="2789"/>
                    <a:pt x="8459" y="2789"/>
                  </a:cubicBezTo>
                  <a:cubicBezTo>
                    <a:pt x="8425" y="2789"/>
                    <a:pt x="8390" y="2775"/>
                    <a:pt x="8361" y="2742"/>
                  </a:cubicBezTo>
                  <a:cubicBezTo>
                    <a:pt x="8269" y="2640"/>
                    <a:pt x="8366" y="2509"/>
                    <a:pt x="8471" y="2509"/>
                  </a:cubicBezTo>
                  <a:close/>
                  <a:moveTo>
                    <a:pt x="7476" y="2665"/>
                  </a:moveTo>
                  <a:cubicBezTo>
                    <a:pt x="7507" y="2665"/>
                    <a:pt x="7538" y="2677"/>
                    <a:pt x="7565" y="2707"/>
                  </a:cubicBezTo>
                  <a:cubicBezTo>
                    <a:pt x="7646" y="2800"/>
                    <a:pt x="7559" y="2918"/>
                    <a:pt x="7465" y="2918"/>
                  </a:cubicBezTo>
                  <a:cubicBezTo>
                    <a:pt x="7434" y="2918"/>
                    <a:pt x="7403" y="2905"/>
                    <a:pt x="7376" y="2875"/>
                  </a:cubicBezTo>
                  <a:cubicBezTo>
                    <a:pt x="7294" y="2783"/>
                    <a:pt x="7381" y="2665"/>
                    <a:pt x="7476" y="2665"/>
                  </a:cubicBezTo>
                  <a:close/>
                  <a:moveTo>
                    <a:pt x="5689" y="2769"/>
                  </a:moveTo>
                  <a:cubicBezTo>
                    <a:pt x="5719" y="2769"/>
                    <a:pt x="5749" y="2781"/>
                    <a:pt x="5775" y="2810"/>
                  </a:cubicBezTo>
                  <a:cubicBezTo>
                    <a:pt x="5854" y="2898"/>
                    <a:pt x="5769" y="3012"/>
                    <a:pt x="5679" y="3012"/>
                  </a:cubicBezTo>
                  <a:cubicBezTo>
                    <a:pt x="5649" y="3012"/>
                    <a:pt x="5620" y="3000"/>
                    <a:pt x="5595" y="2972"/>
                  </a:cubicBezTo>
                  <a:cubicBezTo>
                    <a:pt x="5516" y="2883"/>
                    <a:pt x="5599" y="2769"/>
                    <a:pt x="5689" y="2769"/>
                  </a:cubicBezTo>
                  <a:close/>
                  <a:moveTo>
                    <a:pt x="6722" y="2903"/>
                  </a:moveTo>
                  <a:cubicBezTo>
                    <a:pt x="6744" y="2903"/>
                    <a:pt x="6767" y="2912"/>
                    <a:pt x="6787" y="2933"/>
                  </a:cubicBezTo>
                  <a:cubicBezTo>
                    <a:pt x="6848" y="3002"/>
                    <a:pt x="6782" y="3091"/>
                    <a:pt x="6711" y="3091"/>
                  </a:cubicBezTo>
                  <a:cubicBezTo>
                    <a:pt x="6689" y="3091"/>
                    <a:pt x="6666" y="3082"/>
                    <a:pt x="6646" y="3060"/>
                  </a:cubicBezTo>
                  <a:cubicBezTo>
                    <a:pt x="6585" y="2991"/>
                    <a:pt x="6652" y="2903"/>
                    <a:pt x="6722" y="2903"/>
                  </a:cubicBezTo>
                  <a:close/>
                  <a:moveTo>
                    <a:pt x="5040" y="2915"/>
                  </a:moveTo>
                  <a:cubicBezTo>
                    <a:pt x="5061" y="2915"/>
                    <a:pt x="5083" y="2924"/>
                    <a:pt x="5102" y="2945"/>
                  </a:cubicBezTo>
                  <a:cubicBezTo>
                    <a:pt x="5159" y="3009"/>
                    <a:pt x="5098" y="3092"/>
                    <a:pt x="5031" y="3092"/>
                  </a:cubicBezTo>
                  <a:cubicBezTo>
                    <a:pt x="5009" y="3092"/>
                    <a:pt x="4987" y="3084"/>
                    <a:pt x="4969" y="3062"/>
                  </a:cubicBezTo>
                  <a:cubicBezTo>
                    <a:pt x="4912" y="2998"/>
                    <a:pt x="4973" y="2915"/>
                    <a:pt x="5040" y="2915"/>
                  </a:cubicBezTo>
                  <a:close/>
                  <a:moveTo>
                    <a:pt x="7193" y="3279"/>
                  </a:moveTo>
                  <a:cubicBezTo>
                    <a:pt x="7227" y="3279"/>
                    <a:pt x="7262" y="3293"/>
                    <a:pt x="7291" y="3326"/>
                  </a:cubicBezTo>
                  <a:cubicBezTo>
                    <a:pt x="7383" y="3428"/>
                    <a:pt x="7286" y="3560"/>
                    <a:pt x="7180" y="3560"/>
                  </a:cubicBezTo>
                  <a:cubicBezTo>
                    <a:pt x="7146" y="3560"/>
                    <a:pt x="7111" y="3546"/>
                    <a:pt x="7081" y="3513"/>
                  </a:cubicBezTo>
                  <a:cubicBezTo>
                    <a:pt x="6989" y="3411"/>
                    <a:pt x="7087" y="3279"/>
                    <a:pt x="7193" y="3279"/>
                  </a:cubicBezTo>
                  <a:close/>
                  <a:moveTo>
                    <a:pt x="9317" y="3328"/>
                  </a:moveTo>
                  <a:cubicBezTo>
                    <a:pt x="9356" y="3328"/>
                    <a:pt x="9395" y="3343"/>
                    <a:pt x="9428" y="3380"/>
                  </a:cubicBezTo>
                  <a:cubicBezTo>
                    <a:pt x="9531" y="3496"/>
                    <a:pt x="9422" y="3645"/>
                    <a:pt x="9303" y="3645"/>
                  </a:cubicBezTo>
                  <a:cubicBezTo>
                    <a:pt x="9264" y="3645"/>
                    <a:pt x="9224" y="3630"/>
                    <a:pt x="9190" y="3592"/>
                  </a:cubicBezTo>
                  <a:cubicBezTo>
                    <a:pt x="9087" y="3477"/>
                    <a:pt x="9198" y="3328"/>
                    <a:pt x="9317" y="3328"/>
                  </a:cubicBezTo>
                  <a:close/>
                  <a:moveTo>
                    <a:pt x="9672" y="4947"/>
                  </a:moveTo>
                  <a:cubicBezTo>
                    <a:pt x="9695" y="4947"/>
                    <a:pt x="9718" y="4956"/>
                    <a:pt x="9737" y="4978"/>
                  </a:cubicBezTo>
                  <a:cubicBezTo>
                    <a:pt x="9798" y="5045"/>
                    <a:pt x="9734" y="5132"/>
                    <a:pt x="9664" y="5132"/>
                  </a:cubicBezTo>
                  <a:cubicBezTo>
                    <a:pt x="9642" y="5132"/>
                    <a:pt x="9619" y="5123"/>
                    <a:pt x="9600" y="5102"/>
                  </a:cubicBezTo>
                  <a:cubicBezTo>
                    <a:pt x="9538" y="5035"/>
                    <a:pt x="9602" y="4947"/>
                    <a:pt x="9672" y="4947"/>
                  </a:cubicBezTo>
                  <a:close/>
                  <a:moveTo>
                    <a:pt x="4072" y="4829"/>
                  </a:moveTo>
                  <a:cubicBezTo>
                    <a:pt x="4112" y="4829"/>
                    <a:pt x="4152" y="4844"/>
                    <a:pt x="4181" y="4868"/>
                  </a:cubicBezTo>
                  <a:cubicBezTo>
                    <a:pt x="4232" y="4910"/>
                    <a:pt x="4246" y="4974"/>
                    <a:pt x="4230" y="5038"/>
                  </a:cubicBezTo>
                  <a:cubicBezTo>
                    <a:pt x="4211" y="5118"/>
                    <a:pt x="4140" y="5157"/>
                    <a:pt x="4068" y="5157"/>
                  </a:cubicBezTo>
                  <a:cubicBezTo>
                    <a:pt x="4036" y="5157"/>
                    <a:pt x="4003" y="5149"/>
                    <a:pt x="3974" y="5133"/>
                  </a:cubicBezTo>
                  <a:cubicBezTo>
                    <a:pt x="3911" y="5099"/>
                    <a:pt x="3883" y="5009"/>
                    <a:pt x="3906" y="4944"/>
                  </a:cubicBezTo>
                  <a:cubicBezTo>
                    <a:pt x="3907" y="4940"/>
                    <a:pt x="3907" y="4937"/>
                    <a:pt x="3910" y="4934"/>
                  </a:cubicBezTo>
                  <a:cubicBezTo>
                    <a:pt x="3924" y="4882"/>
                    <a:pt x="3958" y="4838"/>
                    <a:pt x="4018" y="4832"/>
                  </a:cubicBezTo>
                  <a:lnTo>
                    <a:pt x="4042" y="4832"/>
                  </a:lnTo>
                  <a:cubicBezTo>
                    <a:pt x="4052" y="4830"/>
                    <a:pt x="4062" y="4829"/>
                    <a:pt x="4072" y="4829"/>
                  </a:cubicBezTo>
                  <a:close/>
                  <a:moveTo>
                    <a:pt x="5790" y="3234"/>
                  </a:moveTo>
                  <a:cubicBezTo>
                    <a:pt x="5806" y="3234"/>
                    <a:pt x="5822" y="3235"/>
                    <a:pt x="5837" y="3235"/>
                  </a:cubicBezTo>
                  <a:cubicBezTo>
                    <a:pt x="7178" y="3294"/>
                    <a:pt x="6711" y="5282"/>
                    <a:pt x="5619" y="5282"/>
                  </a:cubicBezTo>
                  <a:cubicBezTo>
                    <a:pt x="5545" y="5282"/>
                    <a:pt x="5469" y="5273"/>
                    <a:pt x="5389" y="5253"/>
                  </a:cubicBezTo>
                  <a:cubicBezTo>
                    <a:pt x="5377" y="5258"/>
                    <a:pt x="5364" y="5261"/>
                    <a:pt x="5350" y="5261"/>
                  </a:cubicBezTo>
                  <a:cubicBezTo>
                    <a:pt x="5345" y="5261"/>
                    <a:pt x="5340" y="5261"/>
                    <a:pt x="5334" y="5260"/>
                  </a:cubicBezTo>
                  <a:cubicBezTo>
                    <a:pt x="4817" y="5161"/>
                    <a:pt x="4508" y="4590"/>
                    <a:pt x="4626" y="4087"/>
                  </a:cubicBezTo>
                  <a:cubicBezTo>
                    <a:pt x="4744" y="3570"/>
                    <a:pt x="5276" y="3234"/>
                    <a:pt x="5790" y="3234"/>
                  </a:cubicBezTo>
                  <a:close/>
                  <a:moveTo>
                    <a:pt x="5833" y="5532"/>
                  </a:moveTo>
                  <a:cubicBezTo>
                    <a:pt x="5866" y="5532"/>
                    <a:pt x="5900" y="5545"/>
                    <a:pt x="5928" y="5576"/>
                  </a:cubicBezTo>
                  <a:cubicBezTo>
                    <a:pt x="6015" y="5675"/>
                    <a:pt x="5921" y="5802"/>
                    <a:pt x="5821" y="5802"/>
                  </a:cubicBezTo>
                  <a:cubicBezTo>
                    <a:pt x="5788" y="5802"/>
                    <a:pt x="5755" y="5788"/>
                    <a:pt x="5727" y="5756"/>
                  </a:cubicBezTo>
                  <a:cubicBezTo>
                    <a:pt x="5639" y="5658"/>
                    <a:pt x="5732" y="5532"/>
                    <a:pt x="5833" y="5532"/>
                  </a:cubicBezTo>
                  <a:close/>
                  <a:moveTo>
                    <a:pt x="4438" y="5769"/>
                  </a:moveTo>
                  <a:cubicBezTo>
                    <a:pt x="4466" y="5769"/>
                    <a:pt x="4495" y="5780"/>
                    <a:pt x="4519" y="5807"/>
                  </a:cubicBezTo>
                  <a:cubicBezTo>
                    <a:pt x="4595" y="5893"/>
                    <a:pt x="4513" y="6004"/>
                    <a:pt x="4426" y="6004"/>
                  </a:cubicBezTo>
                  <a:cubicBezTo>
                    <a:pt x="4397" y="6004"/>
                    <a:pt x="4368" y="5992"/>
                    <a:pt x="4344" y="5965"/>
                  </a:cubicBezTo>
                  <a:cubicBezTo>
                    <a:pt x="4267" y="5879"/>
                    <a:pt x="4350" y="5769"/>
                    <a:pt x="4438" y="5769"/>
                  </a:cubicBezTo>
                  <a:close/>
                  <a:moveTo>
                    <a:pt x="8185" y="3242"/>
                  </a:moveTo>
                  <a:cubicBezTo>
                    <a:pt x="8579" y="3242"/>
                    <a:pt x="9028" y="3520"/>
                    <a:pt x="9177" y="3917"/>
                  </a:cubicBezTo>
                  <a:cubicBezTo>
                    <a:pt x="9289" y="4214"/>
                    <a:pt x="9275" y="4519"/>
                    <a:pt x="9172" y="4788"/>
                  </a:cubicBezTo>
                  <a:cubicBezTo>
                    <a:pt x="9201" y="4825"/>
                    <a:pt x="9211" y="4875"/>
                    <a:pt x="9187" y="4930"/>
                  </a:cubicBezTo>
                  <a:cubicBezTo>
                    <a:pt x="8942" y="5460"/>
                    <a:pt x="8076" y="6033"/>
                    <a:pt x="7354" y="6033"/>
                  </a:cubicBezTo>
                  <a:cubicBezTo>
                    <a:pt x="7108" y="6033"/>
                    <a:pt x="6880" y="5966"/>
                    <a:pt x="6697" y="5810"/>
                  </a:cubicBezTo>
                  <a:cubicBezTo>
                    <a:pt x="6390" y="5547"/>
                    <a:pt x="6471" y="5154"/>
                    <a:pt x="6775" y="4927"/>
                  </a:cubicBezTo>
                  <a:cubicBezTo>
                    <a:pt x="6971" y="4781"/>
                    <a:pt x="7276" y="4781"/>
                    <a:pt x="7451" y="4634"/>
                  </a:cubicBezTo>
                  <a:cubicBezTo>
                    <a:pt x="7746" y="4386"/>
                    <a:pt x="7491" y="4129"/>
                    <a:pt x="7531" y="3855"/>
                  </a:cubicBezTo>
                  <a:cubicBezTo>
                    <a:pt x="7592" y="3420"/>
                    <a:pt x="7871" y="3242"/>
                    <a:pt x="8185" y="3242"/>
                  </a:cubicBezTo>
                  <a:close/>
                  <a:moveTo>
                    <a:pt x="2394" y="6025"/>
                  </a:moveTo>
                  <a:cubicBezTo>
                    <a:pt x="2417" y="6025"/>
                    <a:pt x="2440" y="6034"/>
                    <a:pt x="2460" y="6057"/>
                  </a:cubicBezTo>
                  <a:cubicBezTo>
                    <a:pt x="2522" y="6125"/>
                    <a:pt x="2457" y="6214"/>
                    <a:pt x="2386" y="6214"/>
                  </a:cubicBezTo>
                  <a:cubicBezTo>
                    <a:pt x="2363" y="6214"/>
                    <a:pt x="2339" y="6205"/>
                    <a:pt x="2319" y="6183"/>
                  </a:cubicBezTo>
                  <a:cubicBezTo>
                    <a:pt x="2257" y="6114"/>
                    <a:pt x="2323" y="6025"/>
                    <a:pt x="2394" y="6025"/>
                  </a:cubicBezTo>
                  <a:close/>
                  <a:moveTo>
                    <a:pt x="3276" y="5384"/>
                  </a:moveTo>
                  <a:cubicBezTo>
                    <a:pt x="3321" y="5384"/>
                    <a:pt x="3366" y="5392"/>
                    <a:pt x="3410" y="5409"/>
                  </a:cubicBezTo>
                  <a:cubicBezTo>
                    <a:pt x="3584" y="5474"/>
                    <a:pt x="3710" y="5649"/>
                    <a:pt x="3670" y="5838"/>
                  </a:cubicBezTo>
                  <a:cubicBezTo>
                    <a:pt x="3619" y="6078"/>
                    <a:pt x="3377" y="6196"/>
                    <a:pt x="3169" y="6275"/>
                  </a:cubicBezTo>
                  <a:cubicBezTo>
                    <a:pt x="3160" y="6278"/>
                    <a:pt x="3152" y="6280"/>
                    <a:pt x="3144" y="6280"/>
                  </a:cubicBezTo>
                  <a:cubicBezTo>
                    <a:pt x="3084" y="6280"/>
                    <a:pt x="3047" y="6193"/>
                    <a:pt x="3112" y="6160"/>
                  </a:cubicBezTo>
                  <a:cubicBezTo>
                    <a:pt x="3289" y="6075"/>
                    <a:pt x="3686" y="5817"/>
                    <a:pt x="3407" y="5609"/>
                  </a:cubicBezTo>
                  <a:cubicBezTo>
                    <a:pt x="3365" y="5578"/>
                    <a:pt x="3316" y="5561"/>
                    <a:pt x="3268" y="5561"/>
                  </a:cubicBezTo>
                  <a:cubicBezTo>
                    <a:pt x="3208" y="5561"/>
                    <a:pt x="3151" y="5588"/>
                    <a:pt x="3116" y="5650"/>
                  </a:cubicBezTo>
                  <a:cubicBezTo>
                    <a:pt x="3044" y="5780"/>
                    <a:pt x="3115" y="5887"/>
                    <a:pt x="3190" y="5990"/>
                  </a:cubicBezTo>
                  <a:cubicBezTo>
                    <a:pt x="3222" y="6035"/>
                    <a:pt x="3193" y="6087"/>
                    <a:pt x="3144" y="6087"/>
                  </a:cubicBezTo>
                  <a:cubicBezTo>
                    <a:pt x="3139" y="6087"/>
                    <a:pt x="3134" y="6086"/>
                    <a:pt x="3129" y="6085"/>
                  </a:cubicBezTo>
                  <a:cubicBezTo>
                    <a:pt x="2919" y="6044"/>
                    <a:pt x="2888" y="5746"/>
                    <a:pt x="2960" y="5588"/>
                  </a:cubicBezTo>
                  <a:cubicBezTo>
                    <a:pt x="3019" y="5456"/>
                    <a:pt x="3144" y="5384"/>
                    <a:pt x="3276" y="5384"/>
                  </a:cubicBezTo>
                  <a:close/>
                  <a:moveTo>
                    <a:pt x="6392" y="6176"/>
                  </a:moveTo>
                  <a:cubicBezTo>
                    <a:pt x="6420" y="6176"/>
                    <a:pt x="6449" y="6187"/>
                    <a:pt x="6473" y="6214"/>
                  </a:cubicBezTo>
                  <a:cubicBezTo>
                    <a:pt x="6546" y="6298"/>
                    <a:pt x="6466" y="6407"/>
                    <a:pt x="6380" y="6407"/>
                  </a:cubicBezTo>
                  <a:cubicBezTo>
                    <a:pt x="6352" y="6407"/>
                    <a:pt x="6324" y="6395"/>
                    <a:pt x="6301" y="6368"/>
                  </a:cubicBezTo>
                  <a:cubicBezTo>
                    <a:pt x="6226" y="6284"/>
                    <a:pt x="6305" y="6176"/>
                    <a:pt x="6392" y="6176"/>
                  </a:cubicBezTo>
                  <a:close/>
                  <a:moveTo>
                    <a:pt x="5573" y="5808"/>
                  </a:moveTo>
                  <a:cubicBezTo>
                    <a:pt x="5588" y="5808"/>
                    <a:pt x="5603" y="5812"/>
                    <a:pt x="5618" y="5823"/>
                  </a:cubicBezTo>
                  <a:cubicBezTo>
                    <a:pt x="5788" y="5959"/>
                    <a:pt x="5863" y="6172"/>
                    <a:pt x="5819" y="6384"/>
                  </a:cubicBezTo>
                  <a:cubicBezTo>
                    <a:pt x="5800" y="6479"/>
                    <a:pt x="5756" y="6568"/>
                    <a:pt x="5691" y="6641"/>
                  </a:cubicBezTo>
                  <a:cubicBezTo>
                    <a:pt x="5642" y="6696"/>
                    <a:pt x="5600" y="6725"/>
                    <a:pt x="5547" y="6725"/>
                  </a:cubicBezTo>
                  <a:cubicBezTo>
                    <a:pt x="5518" y="6725"/>
                    <a:pt x="5486" y="6716"/>
                    <a:pt x="5448" y="6697"/>
                  </a:cubicBezTo>
                  <a:cubicBezTo>
                    <a:pt x="5279" y="6615"/>
                    <a:pt x="5194" y="6427"/>
                    <a:pt x="5192" y="6247"/>
                  </a:cubicBezTo>
                  <a:cubicBezTo>
                    <a:pt x="5191" y="6091"/>
                    <a:pt x="5277" y="5843"/>
                    <a:pt x="5460" y="5826"/>
                  </a:cubicBezTo>
                  <a:cubicBezTo>
                    <a:pt x="5462" y="5826"/>
                    <a:pt x="5464" y="5825"/>
                    <a:pt x="5466" y="5825"/>
                  </a:cubicBezTo>
                  <a:cubicBezTo>
                    <a:pt x="5480" y="5825"/>
                    <a:pt x="5495" y="5830"/>
                    <a:pt x="5507" y="5838"/>
                  </a:cubicBezTo>
                  <a:cubicBezTo>
                    <a:pt x="5525" y="5820"/>
                    <a:pt x="5548" y="5808"/>
                    <a:pt x="5573" y="5808"/>
                  </a:cubicBezTo>
                  <a:close/>
                  <a:moveTo>
                    <a:pt x="4194" y="6572"/>
                  </a:moveTo>
                  <a:cubicBezTo>
                    <a:pt x="4217" y="6572"/>
                    <a:pt x="4239" y="6581"/>
                    <a:pt x="4259" y="6602"/>
                  </a:cubicBezTo>
                  <a:cubicBezTo>
                    <a:pt x="4319" y="6670"/>
                    <a:pt x="4254" y="6757"/>
                    <a:pt x="4185" y="6757"/>
                  </a:cubicBezTo>
                  <a:cubicBezTo>
                    <a:pt x="4163" y="6757"/>
                    <a:pt x="4140" y="6748"/>
                    <a:pt x="4121" y="6727"/>
                  </a:cubicBezTo>
                  <a:cubicBezTo>
                    <a:pt x="4060" y="6659"/>
                    <a:pt x="4125" y="6572"/>
                    <a:pt x="4194" y="6572"/>
                  </a:cubicBezTo>
                  <a:close/>
                  <a:moveTo>
                    <a:pt x="3016" y="6425"/>
                  </a:moveTo>
                  <a:cubicBezTo>
                    <a:pt x="3057" y="6425"/>
                    <a:pt x="3100" y="6442"/>
                    <a:pt x="3136" y="6482"/>
                  </a:cubicBezTo>
                  <a:cubicBezTo>
                    <a:pt x="3249" y="6608"/>
                    <a:pt x="3128" y="6771"/>
                    <a:pt x="2998" y="6771"/>
                  </a:cubicBezTo>
                  <a:cubicBezTo>
                    <a:pt x="2956" y="6771"/>
                    <a:pt x="2913" y="6755"/>
                    <a:pt x="2877" y="6714"/>
                  </a:cubicBezTo>
                  <a:cubicBezTo>
                    <a:pt x="2764" y="6588"/>
                    <a:pt x="2886" y="6425"/>
                    <a:pt x="3016" y="6425"/>
                  </a:cubicBezTo>
                  <a:close/>
                  <a:moveTo>
                    <a:pt x="4031" y="7001"/>
                  </a:moveTo>
                  <a:cubicBezTo>
                    <a:pt x="4184" y="7001"/>
                    <a:pt x="4331" y="7039"/>
                    <a:pt x="4470" y="7111"/>
                  </a:cubicBezTo>
                  <a:cubicBezTo>
                    <a:pt x="4515" y="7134"/>
                    <a:pt x="4535" y="7215"/>
                    <a:pt x="4501" y="7256"/>
                  </a:cubicBezTo>
                  <a:cubicBezTo>
                    <a:pt x="4328" y="7463"/>
                    <a:pt x="4077" y="7576"/>
                    <a:pt x="3818" y="7576"/>
                  </a:cubicBezTo>
                  <a:cubicBezTo>
                    <a:pt x="3727" y="7576"/>
                    <a:pt x="3635" y="7562"/>
                    <a:pt x="3544" y="7533"/>
                  </a:cubicBezTo>
                  <a:cubicBezTo>
                    <a:pt x="3466" y="7509"/>
                    <a:pt x="3488" y="7410"/>
                    <a:pt x="3550" y="7394"/>
                  </a:cubicBezTo>
                  <a:lnTo>
                    <a:pt x="3549" y="7389"/>
                  </a:lnTo>
                  <a:cubicBezTo>
                    <a:pt x="3536" y="7394"/>
                    <a:pt x="3523" y="7397"/>
                    <a:pt x="3512" y="7403"/>
                  </a:cubicBezTo>
                  <a:cubicBezTo>
                    <a:pt x="3503" y="7407"/>
                    <a:pt x="3493" y="7408"/>
                    <a:pt x="3483" y="7408"/>
                  </a:cubicBezTo>
                  <a:cubicBezTo>
                    <a:pt x="3433" y="7408"/>
                    <a:pt x="3382" y="7367"/>
                    <a:pt x="3405" y="7312"/>
                  </a:cubicBezTo>
                  <a:cubicBezTo>
                    <a:pt x="3478" y="7141"/>
                    <a:pt x="3704" y="7043"/>
                    <a:pt x="3877" y="7013"/>
                  </a:cubicBezTo>
                  <a:cubicBezTo>
                    <a:pt x="3929" y="7005"/>
                    <a:pt x="3980" y="7001"/>
                    <a:pt x="4031" y="7001"/>
                  </a:cubicBezTo>
                  <a:close/>
                  <a:moveTo>
                    <a:pt x="3630" y="7868"/>
                  </a:moveTo>
                  <a:cubicBezTo>
                    <a:pt x="3667" y="7868"/>
                    <a:pt x="3704" y="7882"/>
                    <a:pt x="3734" y="7916"/>
                  </a:cubicBezTo>
                  <a:cubicBezTo>
                    <a:pt x="3795" y="7984"/>
                    <a:pt x="3775" y="8069"/>
                    <a:pt x="3721" y="8131"/>
                  </a:cubicBezTo>
                  <a:lnTo>
                    <a:pt x="3676" y="8184"/>
                  </a:lnTo>
                  <a:cubicBezTo>
                    <a:pt x="3652" y="8213"/>
                    <a:pt x="3617" y="8225"/>
                    <a:pt x="3581" y="8225"/>
                  </a:cubicBezTo>
                  <a:cubicBezTo>
                    <a:pt x="3532" y="8225"/>
                    <a:pt x="3481" y="8202"/>
                    <a:pt x="3449" y="8170"/>
                  </a:cubicBezTo>
                  <a:cubicBezTo>
                    <a:pt x="3394" y="8113"/>
                    <a:pt x="3391" y="7991"/>
                    <a:pt x="3462" y="7943"/>
                  </a:cubicBezTo>
                  <a:lnTo>
                    <a:pt x="3520" y="7905"/>
                  </a:lnTo>
                  <a:cubicBezTo>
                    <a:pt x="3555" y="7882"/>
                    <a:pt x="3593" y="7868"/>
                    <a:pt x="3630" y="7868"/>
                  </a:cubicBezTo>
                  <a:close/>
                  <a:moveTo>
                    <a:pt x="397" y="9020"/>
                  </a:moveTo>
                  <a:cubicBezTo>
                    <a:pt x="412" y="9020"/>
                    <a:pt x="428" y="9023"/>
                    <a:pt x="444" y="9031"/>
                  </a:cubicBezTo>
                  <a:cubicBezTo>
                    <a:pt x="568" y="9034"/>
                    <a:pt x="643" y="9194"/>
                    <a:pt x="540" y="9286"/>
                  </a:cubicBezTo>
                  <a:cubicBezTo>
                    <a:pt x="511" y="9312"/>
                    <a:pt x="478" y="9324"/>
                    <a:pt x="447" y="9324"/>
                  </a:cubicBezTo>
                  <a:cubicBezTo>
                    <a:pt x="366" y="9324"/>
                    <a:pt x="290" y="9251"/>
                    <a:pt x="296" y="9162"/>
                  </a:cubicBezTo>
                  <a:cubicBezTo>
                    <a:pt x="270" y="9090"/>
                    <a:pt x="328" y="9020"/>
                    <a:pt x="397" y="9020"/>
                  </a:cubicBezTo>
                  <a:close/>
                  <a:moveTo>
                    <a:pt x="2447" y="9554"/>
                  </a:moveTo>
                  <a:cubicBezTo>
                    <a:pt x="2466" y="9554"/>
                    <a:pt x="2485" y="9562"/>
                    <a:pt x="2501" y="9580"/>
                  </a:cubicBezTo>
                  <a:cubicBezTo>
                    <a:pt x="2553" y="9638"/>
                    <a:pt x="2498" y="9710"/>
                    <a:pt x="2439" y="9710"/>
                  </a:cubicBezTo>
                  <a:cubicBezTo>
                    <a:pt x="2421" y="9710"/>
                    <a:pt x="2401" y="9702"/>
                    <a:pt x="2385" y="9685"/>
                  </a:cubicBezTo>
                  <a:cubicBezTo>
                    <a:pt x="2335" y="9627"/>
                    <a:pt x="2389" y="9554"/>
                    <a:pt x="2447" y="9554"/>
                  </a:cubicBezTo>
                  <a:close/>
                  <a:moveTo>
                    <a:pt x="1864" y="6520"/>
                  </a:moveTo>
                  <a:cubicBezTo>
                    <a:pt x="2046" y="6520"/>
                    <a:pt x="2242" y="6584"/>
                    <a:pt x="2445" y="6728"/>
                  </a:cubicBezTo>
                  <a:cubicBezTo>
                    <a:pt x="2769" y="6959"/>
                    <a:pt x="2925" y="7349"/>
                    <a:pt x="3006" y="7728"/>
                  </a:cubicBezTo>
                  <a:cubicBezTo>
                    <a:pt x="3081" y="8066"/>
                    <a:pt x="3193" y="8507"/>
                    <a:pt x="2959" y="8800"/>
                  </a:cubicBezTo>
                  <a:cubicBezTo>
                    <a:pt x="2932" y="8835"/>
                    <a:pt x="2888" y="8849"/>
                    <a:pt x="2848" y="8849"/>
                  </a:cubicBezTo>
                  <a:cubicBezTo>
                    <a:pt x="2846" y="8849"/>
                    <a:pt x="2844" y="8849"/>
                    <a:pt x="2841" y="8848"/>
                  </a:cubicBezTo>
                  <a:cubicBezTo>
                    <a:pt x="2608" y="9301"/>
                    <a:pt x="2192" y="9743"/>
                    <a:pt x="1710" y="9743"/>
                  </a:cubicBezTo>
                  <a:cubicBezTo>
                    <a:pt x="1545" y="9743"/>
                    <a:pt x="1372" y="9691"/>
                    <a:pt x="1196" y="9570"/>
                  </a:cubicBezTo>
                  <a:cubicBezTo>
                    <a:pt x="468" y="9068"/>
                    <a:pt x="694" y="8052"/>
                    <a:pt x="928" y="7352"/>
                  </a:cubicBezTo>
                  <a:cubicBezTo>
                    <a:pt x="1091" y="6867"/>
                    <a:pt x="1439" y="6520"/>
                    <a:pt x="1864" y="6520"/>
                  </a:cubicBezTo>
                  <a:close/>
                  <a:moveTo>
                    <a:pt x="6911" y="1"/>
                  </a:moveTo>
                  <a:cubicBezTo>
                    <a:pt x="5979" y="1"/>
                    <a:pt x="5313" y="1377"/>
                    <a:pt x="4995" y="2131"/>
                  </a:cubicBezTo>
                  <a:cubicBezTo>
                    <a:pt x="4650" y="2950"/>
                    <a:pt x="4338" y="3779"/>
                    <a:pt x="3726" y="4441"/>
                  </a:cubicBezTo>
                  <a:cubicBezTo>
                    <a:pt x="3010" y="5212"/>
                    <a:pt x="2054" y="5681"/>
                    <a:pt x="1267" y="6367"/>
                  </a:cubicBezTo>
                  <a:cubicBezTo>
                    <a:pt x="617" y="6934"/>
                    <a:pt x="0" y="7754"/>
                    <a:pt x="53" y="8660"/>
                  </a:cubicBezTo>
                  <a:cubicBezTo>
                    <a:pt x="105" y="9554"/>
                    <a:pt x="909" y="10212"/>
                    <a:pt x="1786" y="10212"/>
                  </a:cubicBezTo>
                  <a:cubicBezTo>
                    <a:pt x="1811" y="10212"/>
                    <a:pt x="1837" y="10211"/>
                    <a:pt x="1862" y="10210"/>
                  </a:cubicBezTo>
                  <a:cubicBezTo>
                    <a:pt x="3011" y="10159"/>
                    <a:pt x="3468" y="8926"/>
                    <a:pt x="4104" y="8167"/>
                  </a:cubicBezTo>
                  <a:cubicBezTo>
                    <a:pt x="4679" y="7481"/>
                    <a:pt x="5473" y="7131"/>
                    <a:pt x="6319" y="6891"/>
                  </a:cubicBezTo>
                  <a:cubicBezTo>
                    <a:pt x="7389" y="6588"/>
                    <a:pt x="8588" y="6461"/>
                    <a:pt x="9474" y="5725"/>
                  </a:cubicBezTo>
                  <a:cubicBezTo>
                    <a:pt x="10028" y="5265"/>
                    <a:pt x="10365" y="4413"/>
                    <a:pt x="10171" y="3720"/>
                  </a:cubicBezTo>
                  <a:cubicBezTo>
                    <a:pt x="10021" y="3556"/>
                    <a:pt x="9899" y="3361"/>
                    <a:pt x="9784" y="3164"/>
                  </a:cubicBezTo>
                  <a:cubicBezTo>
                    <a:pt x="9747" y="3157"/>
                    <a:pt x="9713" y="3137"/>
                    <a:pt x="9688" y="3101"/>
                  </a:cubicBezTo>
                  <a:cubicBezTo>
                    <a:pt x="9308" y="2541"/>
                    <a:pt x="8942" y="1970"/>
                    <a:pt x="8568" y="1406"/>
                  </a:cubicBezTo>
                  <a:cubicBezTo>
                    <a:pt x="8282" y="974"/>
                    <a:pt x="7983" y="489"/>
                    <a:pt x="7533" y="203"/>
                  </a:cubicBezTo>
                  <a:cubicBezTo>
                    <a:pt x="7315" y="62"/>
                    <a:pt x="7107" y="1"/>
                    <a:pt x="69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80" name="Google Shape;980;p10"/>
            <p:cNvSpPr/>
            <p:nvPr/>
          </p:nvSpPr>
          <p:spPr>
            <a:xfrm>
              <a:off x="8099280" y="4212360"/>
              <a:ext cx="614160" cy="619560"/>
            </a:xfrm>
            <a:custGeom>
              <a:rect b="b" l="l" r="r" t="t"/>
              <a:pathLst>
                <a:path extrusionOk="0" h="12306" w="12197">
                  <a:moveTo>
                    <a:pt x="8098" y="567"/>
                  </a:moveTo>
                  <a:cubicBezTo>
                    <a:pt x="8379" y="567"/>
                    <a:pt x="8668" y="658"/>
                    <a:pt x="8950" y="863"/>
                  </a:cubicBezTo>
                  <a:cubicBezTo>
                    <a:pt x="9334" y="1145"/>
                    <a:pt x="9613" y="1541"/>
                    <a:pt x="9872" y="1930"/>
                  </a:cubicBezTo>
                  <a:cubicBezTo>
                    <a:pt x="10283" y="2548"/>
                    <a:pt x="10688" y="3172"/>
                    <a:pt x="11084" y="3800"/>
                  </a:cubicBezTo>
                  <a:cubicBezTo>
                    <a:pt x="11298" y="3974"/>
                    <a:pt x="11448" y="4196"/>
                    <a:pt x="11540" y="4444"/>
                  </a:cubicBezTo>
                  <a:cubicBezTo>
                    <a:pt x="11547" y="4459"/>
                    <a:pt x="11559" y="4470"/>
                    <a:pt x="11566" y="4484"/>
                  </a:cubicBezTo>
                  <a:cubicBezTo>
                    <a:pt x="11581" y="4512"/>
                    <a:pt x="11581" y="4539"/>
                    <a:pt x="11578" y="4562"/>
                  </a:cubicBezTo>
                  <a:cubicBezTo>
                    <a:pt x="11730" y="5088"/>
                    <a:pt x="11637" y="5704"/>
                    <a:pt x="11342" y="6190"/>
                  </a:cubicBezTo>
                  <a:cubicBezTo>
                    <a:pt x="10629" y="7372"/>
                    <a:pt x="9086" y="7622"/>
                    <a:pt x="7863" y="7929"/>
                  </a:cubicBezTo>
                  <a:cubicBezTo>
                    <a:pt x="7146" y="8112"/>
                    <a:pt x="6400" y="8336"/>
                    <a:pt x="5828" y="8825"/>
                  </a:cubicBezTo>
                  <a:cubicBezTo>
                    <a:pt x="5326" y="9253"/>
                    <a:pt x="5027" y="9849"/>
                    <a:pt x="4627" y="10364"/>
                  </a:cubicBezTo>
                  <a:cubicBezTo>
                    <a:pt x="4173" y="10944"/>
                    <a:pt x="3581" y="11331"/>
                    <a:pt x="2893" y="11331"/>
                  </a:cubicBezTo>
                  <a:cubicBezTo>
                    <a:pt x="2706" y="11331"/>
                    <a:pt x="2511" y="11303"/>
                    <a:pt x="2310" y="11241"/>
                  </a:cubicBezTo>
                  <a:cubicBezTo>
                    <a:pt x="1541" y="11003"/>
                    <a:pt x="956" y="10349"/>
                    <a:pt x="900" y="9533"/>
                  </a:cubicBezTo>
                  <a:cubicBezTo>
                    <a:pt x="838" y="8626"/>
                    <a:pt x="1375" y="7787"/>
                    <a:pt x="1999" y="7178"/>
                  </a:cubicBezTo>
                  <a:cubicBezTo>
                    <a:pt x="2975" y="6220"/>
                    <a:pt x="4330" y="5700"/>
                    <a:pt x="5089" y="4515"/>
                  </a:cubicBezTo>
                  <a:cubicBezTo>
                    <a:pt x="5750" y="3484"/>
                    <a:pt x="5955" y="2202"/>
                    <a:pt x="6774" y="1266"/>
                  </a:cubicBezTo>
                  <a:cubicBezTo>
                    <a:pt x="7145" y="840"/>
                    <a:pt x="7610" y="567"/>
                    <a:pt x="8098" y="567"/>
                  </a:cubicBezTo>
                  <a:close/>
                  <a:moveTo>
                    <a:pt x="7743" y="0"/>
                  </a:moveTo>
                  <a:cubicBezTo>
                    <a:pt x="7416" y="0"/>
                    <a:pt x="7088" y="72"/>
                    <a:pt x="6784" y="211"/>
                  </a:cubicBezTo>
                  <a:cubicBezTo>
                    <a:pt x="6118" y="519"/>
                    <a:pt x="5751" y="1111"/>
                    <a:pt x="5499" y="1773"/>
                  </a:cubicBezTo>
                  <a:cubicBezTo>
                    <a:pt x="5105" y="2803"/>
                    <a:pt x="4858" y="3795"/>
                    <a:pt x="4015" y="4568"/>
                  </a:cubicBezTo>
                  <a:cubicBezTo>
                    <a:pt x="3164" y="5354"/>
                    <a:pt x="2064" y="5805"/>
                    <a:pt x="1207" y="6581"/>
                  </a:cubicBezTo>
                  <a:cubicBezTo>
                    <a:pt x="270" y="7430"/>
                    <a:pt x="1" y="8589"/>
                    <a:pt x="315" y="9795"/>
                  </a:cubicBezTo>
                  <a:cubicBezTo>
                    <a:pt x="596" y="10868"/>
                    <a:pt x="1372" y="12277"/>
                    <a:pt x="2634" y="12305"/>
                  </a:cubicBezTo>
                  <a:cubicBezTo>
                    <a:pt x="2649" y="12305"/>
                    <a:pt x="2664" y="12306"/>
                    <a:pt x="2679" y="12306"/>
                  </a:cubicBezTo>
                  <a:cubicBezTo>
                    <a:pt x="3936" y="12306"/>
                    <a:pt x="4802" y="11092"/>
                    <a:pt x="5550" y="10255"/>
                  </a:cubicBezTo>
                  <a:cubicBezTo>
                    <a:pt x="5991" y="9759"/>
                    <a:pt x="6477" y="9291"/>
                    <a:pt x="7083" y="9007"/>
                  </a:cubicBezTo>
                  <a:cubicBezTo>
                    <a:pt x="7572" y="8781"/>
                    <a:pt x="8106" y="8676"/>
                    <a:pt x="8628" y="8563"/>
                  </a:cubicBezTo>
                  <a:cubicBezTo>
                    <a:pt x="9916" y="8285"/>
                    <a:pt x="11115" y="7733"/>
                    <a:pt x="11744" y="6502"/>
                  </a:cubicBezTo>
                  <a:cubicBezTo>
                    <a:pt x="12196" y="5616"/>
                    <a:pt x="12175" y="4544"/>
                    <a:pt x="11724" y="3675"/>
                  </a:cubicBezTo>
                  <a:cubicBezTo>
                    <a:pt x="11702" y="3661"/>
                    <a:pt x="11689" y="3637"/>
                    <a:pt x="11688" y="3608"/>
                  </a:cubicBezTo>
                  <a:cubicBezTo>
                    <a:pt x="11671" y="3577"/>
                    <a:pt x="11656" y="3547"/>
                    <a:pt x="11638" y="3518"/>
                  </a:cubicBezTo>
                  <a:cubicBezTo>
                    <a:pt x="11621" y="3509"/>
                    <a:pt x="11604" y="3498"/>
                    <a:pt x="11588" y="3484"/>
                  </a:cubicBezTo>
                  <a:cubicBezTo>
                    <a:pt x="11328" y="3244"/>
                    <a:pt x="11101" y="2965"/>
                    <a:pt x="10888" y="2673"/>
                  </a:cubicBezTo>
                  <a:cubicBezTo>
                    <a:pt x="10846" y="2673"/>
                    <a:pt x="10810" y="2628"/>
                    <a:pt x="10830" y="2589"/>
                  </a:cubicBezTo>
                  <a:cubicBezTo>
                    <a:pt x="10228" y="1745"/>
                    <a:pt x="9719" y="791"/>
                    <a:pt x="8818" y="281"/>
                  </a:cubicBezTo>
                  <a:cubicBezTo>
                    <a:pt x="8486" y="92"/>
                    <a:pt x="8115" y="0"/>
                    <a:pt x="774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81" name="Google Shape;981;p10"/>
            <p:cNvSpPr/>
            <p:nvPr/>
          </p:nvSpPr>
          <p:spPr>
            <a:xfrm>
              <a:off x="8040240" y="4151520"/>
              <a:ext cx="732600" cy="751680"/>
            </a:xfrm>
            <a:custGeom>
              <a:rect b="b" l="l" r="r" t="t"/>
              <a:pathLst>
                <a:path extrusionOk="0" h="14931" w="14549">
                  <a:moveTo>
                    <a:pt x="8917" y="1202"/>
                  </a:moveTo>
                  <a:cubicBezTo>
                    <a:pt x="9290" y="1202"/>
                    <a:pt x="9661" y="1295"/>
                    <a:pt x="9993" y="1484"/>
                  </a:cubicBezTo>
                  <a:cubicBezTo>
                    <a:pt x="10897" y="1994"/>
                    <a:pt x="11405" y="2945"/>
                    <a:pt x="12006" y="3793"/>
                  </a:cubicBezTo>
                  <a:cubicBezTo>
                    <a:pt x="11984" y="3831"/>
                    <a:pt x="12021" y="3874"/>
                    <a:pt x="12064" y="3876"/>
                  </a:cubicBezTo>
                  <a:cubicBezTo>
                    <a:pt x="12279" y="4170"/>
                    <a:pt x="12503" y="4447"/>
                    <a:pt x="12764" y="4687"/>
                  </a:cubicBezTo>
                  <a:cubicBezTo>
                    <a:pt x="12779" y="4701"/>
                    <a:pt x="12796" y="4712"/>
                    <a:pt x="12813" y="4721"/>
                  </a:cubicBezTo>
                  <a:cubicBezTo>
                    <a:pt x="12832" y="4751"/>
                    <a:pt x="12846" y="4781"/>
                    <a:pt x="12863" y="4812"/>
                  </a:cubicBezTo>
                  <a:cubicBezTo>
                    <a:pt x="12864" y="4840"/>
                    <a:pt x="12877" y="4866"/>
                    <a:pt x="12900" y="4878"/>
                  </a:cubicBezTo>
                  <a:cubicBezTo>
                    <a:pt x="13350" y="5747"/>
                    <a:pt x="13372" y="6820"/>
                    <a:pt x="12920" y="7705"/>
                  </a:cubicBezTo>
                  <a:cubicBezTo>
                    <a:pt x="12289" y="8937"/>
                    <a:pt x="11092" y="9488"/>
                    <a:pt x="9803" y="9766"/>
                  </a:cubicBezTo>
                  <a:cubicBezTo>
                    <a:pt x="9279" y="9879"/>
                    <a:pt x="8746" y="9984"/>
                    <a:pt x="8259" y="10211"/>
                  </a:cubicBezTo>
                  <a:cubicBezTo>
                    <a:pt x="7652" y="10491"/>
                    <a:pt x="7166" y="10962"/>
                    <a:pt x="6725" y="11458"/>
                  </a:cubicBezTo>
                  <a:cubicBezTo>
                    <a:pt x="5978" y="12297"/>
                    <a:pt x="5111" y="13509"/>
                    <a:pt x="3855" y="13509"/>
                  </a:cubicBezTo>
                  <a:cubicBezTo>
                    <a:pt x="3839" y="13509"/>
                    <a:pt x="3824" y="13509"/>
                    <a:pt x="3809" y="13509"/>
                  </a:cubicBezTo>
                  <a:cubicBezTo>
                    <a:pt x="2548" y="13480"/>
                    <a:pt x="1773" y="12070"/>
                    <a:pt x="1491" y="10999"/>
                  </a:cubicBezTo>
                  <a:cubicBezTo>
                    <a:pt x="1173" y="9793"/>
                    <a:pt x="1445" y="8634"/>
                    <a:pt x="2382" y="7786"/>
                  </a:cubicBezTo>
                  <a:cubicBezTo>
                    <a:pt x="3239" y="7008"/>
                    <a:pt x="4339" y="6556"/>
                    <a:pt x="5191" y="5771"/>
                  </a:cubicBezTo>
                  <a:cubicBezTo>
                    <a:pt x="6032" y="4996"/>
                    <a:pt x="6278" y="4005"/>
                    <a:pt x="6672" y="2975"/>
                  </a:cubicBezTo>
                  <a:cubicBezTo>
                    <a:pt x="6928" y="2313"/>
                    <a:pt x="7292" y="1721"/>
                    <a:pt x="7958" y="1413"/>
                  </a:cubicBezTo>
                  <a:cubicBezTo>
                    <a:pt x="8262" y="1274"/>
                    <a:pt x="8590" y="1202"/>
                    <a:pt x="8917" y="1202"/>
                  </a:cubicBezTo>
                  <a:close/>
                  <a:moveTo>
                    <a:pt x="9561" y="1"/>
                  </a:moveTo>
                  <a:cubicBezTo>
                    <a:pt x="9529" y="1"/>
                    <a:pt x="9499" y="21"/>
                    <a:pt x="9497" y="62"/>
                  </a:cubicBezTo>
                  <a:cubicBezTo>
                    <a:pt x="9489" y="329"/>
                    <a:pt x="9473" y="586"/>
                    <a:pt x="9395" y="838"/>
                  </a:cubicBezTo>
                  <a:cubicBezTo>
                    <a:pt x="9235" y="810"/>
                    <a:pt x="9072" y="795"/>
                    <a:pt x="8908" y="795"/>
                  </a:cubicBezTo>
                  <a:cubicBezTo>
                    <a:pt x="8819" y="795"/>
                    <a:pt x="8730" y="799"/>
                    <a:pt x="8641" y="808"/>
                  </a:cubicBezTo>
                  <a:cubicBezTo>
                    <a:pt x="8651" y="570"/>
                    <a:pt x="8661" y="329"/>
                    <a:pt x="8631" y="96"/>
                  </a:cubicBezTo>
                  <a:cubicBezTo>
                    <a:pt x="8625" y="50"/>
                    <a:pt x="8592" y="30"/>
                    <a:pt x="8557" y="30"/>
                  </a:cubicBezTo>
                  <a:cubicBezTo>
                    <a:pt x="8515" y="30"/>
                    <a:pt x="8470" y="59"/>
                    <a:pt x="8464" y="108"/>
                  </a:cubicBezTo>
                  <a:cubicBezTo>
                    <a:pt x="8439" y="345"/>
                    <a:pt x="8456" y="590"/>
                    <a:pt x="8470" y="831"/>
                  </a:cubicBezTo>
                  <a:cubicBezTo>
                    <a:pt x="8209" y="874"/>
                    <a:pt x="7957" y="954"/>
                    <a:pt x="7719" y="1072"/>
                  </a:cubicBezTo>
                  <a:cubicBezTo>
                    <a:pt x="7675" y="875"/>
                    <a:pt x="7620" y="671"/>
                    <a:pt x="7526" y="506"/>
                  </a:cubicBezTo>
                  <a:cubicBezTo>
                    <a:pt x="7510" y="479"/>
                    <a:pt x="7477" y="464"/>
                    <a:pt x="7446" y="464"/>
                  </a:cubicBezTo>
                  <a:cubicBezTo>
                    <a:pt x="7405" y="464"/>
                    <a:pt x="7367" y="489"/>
                    <a:pt x="7370" y="539"/>
                  </a:cubicBezTo>
                  <a:cubicBezTo>
                    <a:pt x="7384" y="747"/>
                    <a:pt x="7461" y="964"/>
                    <a:pt x="7540" y="1170"/>
                  </a:cubicBezTo>
                  <a:cubicBezTo>
                    <a:pt x="7413" y="1246"/>
                    <a:pt x="7288" y="1333"/>
                    <a:pt x="7176" y="1432"/>
                  </a:cubicBezTo>
                  <a:cubicBezTo>
                    <a:pt x="7121" y="1480"/>
                    <a:pt x="7070" y="1530"/>
                    <a:pt x="7019" y="1581"/>
                  </a:cubicBezTo>
                  <a:cubicBezTo>
                    <a:pt x="6908" y="1340"/>
                    <a:pt x="6762" y="1100"/>
                    <a:pt x="6553" y="939"/>
                  </a:cubicBezTo>
                  <a:cubicBezTo>
                    <a:pt x="6540" y="929"/>
                    <a:pt x="6526" y="925"/>
                    <a:pt x="6511" y="925"/>
                  </a:cubicBezTo>
                  <a:cubicBezTo>
                    <a:pt x="6453" y="925"/>
                    <a:pt x="6393" y="992"/>
                    <a:pt x="6429" y="1049"/>
                  </a:cubicBezTo>
                  <a:cubicBezTo>
                    <a:pt x="6584" y="1282"/>
                    <a:pt x="6758" y="1487"/>
                    <a:pt x="6874" y="1739"/>
                  </a:cubicBezTo>
                  <a:cubicBezTo>
                    <a:pt x="6711" y="1939"/>
                    <a:pt x="6585" y="2157"/>
                    <a:pt x="6476" y="2388"/>
                  </a:cubicBezTo>
                  <a:cubicBezTo>
                    <a:pt x="6300" y="2191"/>
                    <a:pt x="6096" y="2024"/>
                    <a:pt x="5851" y="1922"/>
                  </a:cubicBezTo>
                  <a:cubicBezTo>
                    <a:pt x="5842" y="1918"/>
                    <a:pt x="5833" y="1917"/>
                    <a:pt x="5824" y="1917"/>
                  </a:cubicBezTo>
                  <a:cubicBezTo>
                    <a:pt x="5760" y="1917"/>
                    <a:pt x="5727" y="2015"/>
                    <a:pt x="5787" y="2055"/>
                  </a:cubicBezTo>
                  <a:cubicBezTo>
                    <a:pt x="6011" y="2200"/>
                    <a:pt x="6222" y="2349"/>
                    <a:pt x="6405" y="2544"/>
                  </a:cubicBezTo>
                  <a:cubicBezTo>
                    <a:pt x="6262" y="2874"/>
                    <a:pt x="6150" y="3226"/>
                    <a:pt x="6031" y="3573"/>
                  </a:cubicBezTo>
                  <a:cubicBezTo>
                    <a:pt x="5886" y="3355"/>
                    <a:pt x="5698" y="3158"/>
                    <a:pt x="5468" y="3035"/>
                  </a:cubicBezTo>
                  <a:cubicBezTo>
                    <a:pt x="5453" y="3027"/>
                    <a:pt x="5439" y="3023"/>
                    <a:pt x="5425" y="3023"/>
                  </a:cubicBezTo>
                  <a:cubicBezTo>
                    <a:pt x="5355" y="3023"/>
                    <a:pt x="5312" y="3117"/>
                    <a:pt x="5381" y="3171"/>
                  </a:cubicBezTo>
                  <a:cubicBezTo>
                    <a:pt x="5614" y="3355"/>
                    <a:pt x="5811" y="3538"/>
                    <a:pt x="5962" y="3781"/>
                  </a:cubicBezTo>
                  <a:cubicBezTo>
                    <a:pt x="5855" y="4083"/>
                    <a:pt x="5735" y="4377"/>
                    <a:pt x="5578" y="4652"/>
                  </a:cubicBezTo>
                  <a:cubicBezTo>
                    <a:pt x="5393" y="4387"/>
                    <a:pt x="5211" y="4092"/>
                    <a:pt x="4972" y="3885"/>
                  </a:cubicBezTo>
                  <a:cubicBezTo>
                    <a:pt x="4960" y="3874"/>
                    <a:pt x="4945" y="3869"/>
                    <a:pt x="4930" y="3869"/>
                  </a:cubicBezTo>
                  <a:cubicBezTo>
                    <a:pt x="4891" y="3869"/>
                    <a:pt x="4856" y="3903"/>
                    <a:pt x="4878" y="3949"/>
                  </a:cubicBezTo>
                  <a:cubicBezTo>
                    <a:pt x="5026" y="4249"/>
                    <a:pt x="5284" y="4514"/>
                    <a:pt x="5504" y="4773"/>
                  </a:cubicBezTo>
                  <a:cubicBezTo>
                    <a:pt x="5461" y="4841"/>
                    <a:pt x="5415" y="4908"/>
                    <a:pt x="5365" y="4975"/>
                  </a:cubicBezTo>
                  <a:cubicBezTo>
                    <a:pt x="5264" y="5106"/>
                    <a:pt x="5154" y="5231"/>
                    <a:pt x="5038" y="5347"/>
                  </a:cubicBezTo>
                  <a:cubicBezTo>
                    <a:pt x="5036" y="5343"/>
                    <a:pt x="5036" y="5340"/>
                    <a:pt x="5033" y="5336"/>
                  </a:cubicBezTo>
                  <a:cubicBezTo>
                    <a:pt x="5026" y="5315"/>
                    <a:pt x="5011" y="5296"/>
                    <a:pt x="4988" y="5295"/>
                  </a:cubicBezTo>
                  <a:cubicBezTo>
                    <a:pt x="4985" y="5295"/>
                    <a:pt x="4982" y="5296"/>
                    <a:pt x="4979" y="5296"/>
                  </a:cubicBezTo>
                  <a:cubicBezTo>
                    <a:pt x="4973" y="5296"/>
                    <a:pt x="4967" y="5295"/>
                    <a:pt x="4961" y="5295"/>
                  </a:cubicBezTo>
                  <a:cubicBezTo>
                    <a:pt x="4940" y="5295"/>
                    <a:pt x="4924" y="5311"/>
                    <a:pt x="4917" y="5329"/>
                  </a:cubicBezTo>
                  <a:cubicBezTo>
                    <a:pt x="4878" y="5244"/>
                    <a:pt x="4809" y="5089"/>
                    <a:pt x="4790" y="5053"/>
                  </a:cubicBezTo>
                  <a:cubicBezTo>
                    <a:pt x="4734" y="4951"/>
                    <a:pt x="4679" y="4851"/>
                    <a:pt x="4622" y="4752"/>
                  </a:cubicBezTo>
                  <a:cubicBezTo>
                    <a:pt x="4530" y="4589"/>
                    <a:pt x="4430" y="4436"/>
                    <a:pt x="4322" y="4283"/>
                  </a:cubicBezTo>
                  <a:cubicBezTo>
                    <a:pt x="4311" y="4266"/>
                    <a:pt x="4295" y="4259"/>
                    <a:pt x="4279" y="4259"/>
                  </a:cubicBezTo>
                  <a:cubicBezTo>
                    <a:pt x="4238" y="4259"/>
                    <a:pt x="4195" y="4308"/>
                    <a:pt x="4217" y="4354"/>
                  </a:cubicBezTo>
                  <a:cubicBezTo>
                    <a:pt x="4338" y="4606"/>
                    <a:pt x="4479" y="4841"/>
                    <a:pt x="4628" y="5077"/>
                  </a:cubicBezTo>
                  <a:cubicBezTo>
                    <a:pt x="4706" y="5203"/>
                    <a:pt x="4781" y="5403"/>
                    <a:pt x="4927" y="5458"/>
                  </a:cubicBezTo>
                  <a:cubicBezTo>
                    <a:pt x="4754" y="5621"/>
                    <a:pt x="4566" y="5770"/>
                    <a:pt x="4373" y="5911"/>
                  </a:cubicBezTo>
                  <a:cubicBezTo>
                    <a:pt x="4129" y="5607"/>
                    <a:pt x="3932" y="5276"/>
                    <a:pt x="3715" y="4949"/>
                  </a:cubicBezTo>
                  <a:cubicBezTo>
                    <a:pt x="3698" y="4922"/>
                    <a:pt x="3672" y="4910"/>
                    <a:pt x="3647" y="4910"/>
                  </a:cubicBezTo>
                  <a:cubicBezTo>
                    <a:pt x="3598" y="4910"/>
                    <a:pt x="3552" y="4956"/>
                    <a:pt x="3579" y="5017"/>
                  </a:cubicBezTo>
                  <a:cubicBezTo>
                    <a:pt x="3737" y="5376"/>
                    <a:pt x="3992" y="5700"/>
                    <a:pt x="4260" y="5992"/>
                  </a:cubicBezTo>
                  <a:cubicBezTo>
                    <a:pt x="4024" y="6158"/>
                    <a:pt x="3779" y="6314"/>
                    <a:pt x="3534" y="6467"/>
                  </a:cubicBezTo>
                  <a:cubicBezTo>
                    <a:pt x="3329" y="6215"/>
                    <a:pt x="3187" y="5940"/>
                    <a:pt x="3032" y="5655"/>
                  </a:cubicBezTo>
                  <a:cubicBezTo>
                    <a:pt x="3017" y="5626"/>
                    <a:pt x="2988" y="5613"/>
                    <a:pt x="2960" y="5613"/>
                  </a:cubicBezTo>
                  <a:cubicBezTo>
                    <a:pt x="2913" y="5613"/>
                    <a:pt x="2867" y="5649"/>
                    <a:pt x="2885" y="5704"/>
                  </a:cubicBezTo>
                  <a:cubicBezTo>
                    <a:pt x="2990" y="6019"/>
                    <a:pt x="3194" y="6300"/>
                    <a:pt x="3424" y="6536"/>
                  </a:cubicBezTo>
                  <a:cubicBezTo>
                    <a:pt x="3147" y="6711"/>
                    <a:pt x="2872" y="6885"/>
                    <a:pt x="2610" y="7075"/>
                  </a:cubicBezTo>
                  <a:cubicBezTo>
                    <a:pt x="2436" y="6838"/>
                    <a:pt x="2233" y="6590"/>
                    <a:pt x="1978" y="6441"/>
                  </a:cubicBezTo>
                  <a:cubicBezTo>
                    <a:pt x="1964" y="6433"/>
                    <a:pt x="1950" y="6429"/>
                    <a:pt x="1936" y="6429"/>
                  </a:cubicBezTo>
                  <a:cubicBezTo>
                    <a:pt x="1872" y="6429"/>
                    <a:pt x="1818" y="6508"/>
                    <a:pt x="1872" y="6569"/>
                  </a:cubicBezTo>
                  <a:cubicBezTo>
                    <a:pt x="2065" y="6781"/>
                    <a:pt x="2284" y="6961"/>
                    <a:pt x="2475" y="7175"/>
                  </a:cubicBezTo>
                  <a:cubicBezTo>
                    <a:pt x="2311" y="7302"/>
                    <a:pt x="2152" y="7435"/>
                    <a:pt x="2001" y="7579"/>
                  </a:cubicBezTo>
                  <a:cubicBezTo>
                    <a:pt x="1788" y="7391"/>
                    <a:pt x="1552" y="7209"/>
                    <a:pt x="1282" y="7123"/>
                  </a:cubicBezTo>
                  <a:cubicBezTo>
                    <a:pt x="1274" y="7120"/>
                    <a:pt x="1265" y="7119"/>
                    <a:pt x="1258" y="7119"/>
                  </a:cubicBezTo>
                  <a:cubicBezTo>
                    <a:pt x="1190" y="7119"/>
                    <a:pt x="1156" y="7216"/>
                    <a:pt x="1219" y="7260"/>
                  </a:cubicBezTo>
                  <a:cubicBezTo>
                    <a:pt x="1438" y="7415"/>
                    <a:pt x="1672" y="7537"/>
                    <a:pt x="1892" y="7691"/>
                  </a:cubicBezTo>
                  <a:cubicBezTo>
                    <a:pt x="1751" y="7837"/>
                    <a:pt x="1628" y="7993"/>
                    <a:pt x="1519" y="8153"/>
                  </a:cubicBezTo>
                  <a:cubicBezTo>
                    <a:pt x="1340" y="8021"/>
                    <a:pt x="1136" y="7919"/>
                    <a:pt x="914" y="7898"/>
                  </a:cubicBezTo>
                  <a:cubicBezTo>
                    <a:pt x="910" y="7898"/>
                    <a:pt x="907" y="7898"/>
                    <a:pt x="904" y="7898"/>
                  </a:cubicBezTo>
                  <a:cubicBezTo>
                    <a:pt x="808" y="7898"/>
                    <a:pt x="792" y="8038"/>
                    <a:pt x="881" y="8072"/>
                  </a:cubicBezTo>
                  <a:cubicBezTo>
                    <a:pt x="1068" y="8145"/>
                    <a:pt x="1247" y="8214"/>
                    <a:pt x="1413" y="8322"/>
                  </a:cubicBezTo>
                  <a:cubicBezTo>
                    <a:pt x="1326" y="8469"/>
                    <a:pt x="1253" y="8622"/>
                    <a:pt x="1190" y="8778"/>
                  </a:cubicBezTo>
                  <a:cubicBezTo>
                    <a:pt x="1038" y="8700"/>
                    <a:pt x="866" y="8643"/>
                    <a:pt x="696" y="8643"/>
                  </a:cubicBezTo>
                  <a:cubicBezTo>
                    <a:pt x="608" y="8643"/>
                    <a:pt x="521" y="8658"/>
                    <a:pt x="438" y="8693"/>
                  </a:cubicBezTo>
                  <a:cubicBezTo>
                    <a:pt x="375" y="8717"/>
                    <a:pt x="399" y="8811"/>
                    <a:pt x="462" y="8815"/>
                  </a:cubicBezTo>
                  <a:cubicBezTo>
                    <a:pt x="697" y="8826"/>
                    <a:pt x="920" y="8822"/>
                    <a:pt x="1141" y="8909"/>
                  </a:cubicBezTo>
                  <a:cubicBezTo>
                    <a:pt x="1023" y="9240"/>
                    <a:pt x="962" y="9593"/>
                    <a:pt x="952" y="9953"/>
                  </a:cubicBezTo>
                  <a:cubicBezTo>
                    <a:pt x="902" y="9952"/>
                    <a:pt x="851" y="9951"/>
                    <a:pt x="801" y="9951"/>
                  </a:cubicBezTo>
                  <a:cubicBezTo>
                    <a:pt x="751" y="9951"/>
                    <a:pt x="701" y="9952"/>
                    <a:pt x="650" y="9953"/>
                  </a:cubicBezTo>
                  <a:cubicBezTo>
                    <a:pt x="605" y="9956"/>
                    <a:pt x="589" y="10000"/>
                    <a:pt x="602" y="10030"/>
                  </a:cubicBezTo>
                  <a:cubicBezTo>
                    <a:pt x="418" y="10059"/>
                    <a:pt x="229" y="10092"/>
                    <a:pt x="59" y="10161"/>
                  </a:cubicBezTo>
                  <a:cubicBezTo>
                    <a:pt x="0" y="10185"/>
                    <a:pt x="19" y="10289"/>
                    <a:pt x="85" y="10289"/>
                  </a:cubicBezTo>
                  <a:cubicBezTo>
                    <a:pt x="85" y="10289"/>
                    <a:pt x="86" y="10289"/>
                    <a:pt x="86" y="10289"/>
                  </a:cubicBezTo>
                  <a:cubicBezTo>
                    <a:pt x="327" y="10277"/>
                    <a:pt x="574" y="10197"/>
                    <a:pt x="806" y="10136"/>
                  </a:cubicBezTo>
                  <a:cubicBezTo>
                    <a:pt x="849" y="10126"/>
                    <a:pt x="863" y="10092"/>
                    <a:pt x="859" y="10059"/>
                  </a:cubicBezTo>
                  <a:lnTo>
                    <a:pt x="859" y="10059"/>
                  </a:lnTo>
                  <a:cubicBezTo>
                    <a:pt x="869" y="10060"/>
                    <a:pt x="880" y="10061"/>
                    <a:pt x="891" y="10061"/>
                  </a:cubicBezTo>
                  <a:cubicBezTo>
                    <a:pt x="912" y="10061"/>
                    <a:pt x="932" y="10059"/>
                    <a:pt x="952" y="10059"/>
                  </a:cubicBezTo>
                  <a:cubicBezTo>
                    <a:pt x="952" y="10226"/>
                    <a:pt x="963" y="10395"/>
                    <a:pt x="986" y="10562"/>
                  </a:cubicBezTo>
                  <a:cubicBezTo>
                    <a:pt x="696" y="10619"/>
                    <a:pt x="411" y="10681"/>
                    <a:pt x="133" y="10782"/>
                  </a:cubicBezTo>
                  <a:cubicBezTo>
                    <a:pt x="67" y="10805"/>
                    <a:pt x="106" y="10894"/>
                    <a:pt x="165" y="10894"/>
                  </a:cubicBezTo>
                  <a:cubicBezTo>
                    <a:pt x="167" y="10894"/>
                    <a:pt x="169" y="10894"/>
                    <a:pt x="171" y="10894"/>
                  </a:cubicBezTo>
                  <a:cubicBezTo>
                    <a:pt x="459" y="10859"/>
                    <a:pt x="732" y="10785"/>
                    <a:pt x="1009" y="10704"/>
                  </a:cubicBezTo>
                  <a:cubicBezTo>
                    <a:pt x="1013" y="10731"/>
                    <a:pt x="1016" y="10758"/>
                    <a:pt x="1022" y="10785"/>
                  </a:cubicBezTo>
                  <a:cubicBezTo>
                    <a:pt x="1047" y="10914"/>
                    <a:pt x="1078" y="11044"/>
                    <a:pt x="1114" y="11176"/>
                  </a:cubicBezTo>
                  <a:cubicBezTo>
                    <a:pt x="900" y="11268"/>
                    <a:pt x="686" y="11366"/>
                    <a:pt x="489" y="11488"/>
                  </a:cubicBezTo>
                  <a:cubicBezTo>
                    <a:pt x="444" y="11516"/>
                    <a:pt x="457" y="11599"/>
                    <a:pt x="508" y="11599"/>
                  </a:cubicBezTo>
                  <a:cubicBezTo>
                    <a:pt x="514" y="11599"/>
                    <a:pt x="520" y="11598"/>
                    <a:pt x="527" y="11595"/>
                  </a:cubicBezTo>
                  <a:cubicBezTo>
                    <a:pt x="744" y="11523"/>
                    <a:pt x="951" y="11420"/>
                    <a:pt x="1155" y="11316"/>
                  </a:cubicBezTo>
                  <a:cubicBezTo>
                    <a:pt x="1204" y="11479"/>
                    <a:pt x="1261" y="11642"/>
                    <a:pt x="1328" y="11802"/>
                  </a:cubicBezTo>
                  <a:cubicBezTo>
                    <a:pt x="1186" y="11950"/>
                    <a:pt x="1022" y="12074"/>
                    <a:pt x="837" y="12178"/>
                  </a:cubicBezTo>
                  <a:cubicBezTo>
                    <a:pt x="778" y="12213"/>
                    <a:pt x="797" y="12316"/>
                    <a:pt x="862" y="12316"/>
                  </a:cubicBezTo>
                  <a:cubicBezTo>
                    <a:pt x="869" y="12316"/>
                    <a:pt x="876" y="12315"/>
                    <a:pt x="884" y="12312"/>
                  </a:cubicBezTo>
                  <a:cubicBezTo>
                    <a:pt x="1090" y="12252"/>
                    <a:pt x="1267" y="12140"/>
                    <a:pt x="1411" y="11992"/>
                  </a:cubicBezTo>
                  <a:cubicBezTo>
                    <a:pt x="1472" y="12125"/>
                    <a:pt x="1539" y="12256"/>
                    <a:pt x="1611" y="12382"/>
                  </a:cubicBezTo>
                  <a:cubicBezTo>
                    <a:pt x="1479" y="12560"/>
                    <a:pt x="1306" y="12699"/>
                    <a:pt x="1105" y="12801"/>
                  </a:cubicBezTo>
                  <a:cubicBezTo>
                    <a:pt x="1041" y="12836"/>
                    <a:pt x="1065" y="12944"/>
                    <a:pt x="1131" y="12944"/>
                  </a:cubicBezTo>
                  <a:cubicBezTo>
                    <a:pt x="1138" y="12944"/>
                    <a:pt x="1145" y="12943"/>
                    <a:pt x="1153" y="12940"/>
                  </a:cubicBezTo>
                  <a:cubicBezTo>
                    <a:pt x="1381" y="12862"/>
                    <a:pt x="1569" y="12728"/>
                    <a:pt x="1709" y="12543"/>
                  </a:cubicBezTo>
                  <a:cubicBezTo>
                    <a:pt x="1826" y="12728"/>
                    <a:pt x="1957" y="12901"/>
                    <a:pt x="2103" y="13061"/>
                  </a:cubicBezTo>
                  <a:cubicBezTo>
                    <a:pt x="1951" y="13282"/>
                    <a:pt x="1774" y="13482"/>
                    <a:pt x="1580" y="13666"/>
                  </a:cubicBezTo>
                  <a:cubicBezTo>
                    <a:pt x="1524" y="13719"/>
                    <a:pt x="1572" y="13790"/>
                    <a:pt x="1631" y="13790"/>
                  </a:cubicBezTo>
                  <a:cubicBezTo>
                    <a:pt x="1647" y="13790"/>
                    <a:pt x="1662" y="13786"/>
                    <a:pt x="1678" y="13775"/>
                  </a:cubicBezTo>
                  <a:cubicBezTo>
                    <a:pt x="1902" y="13615"/>
                    <a:pt x="2082" y="13416"/>
                    <a:pt x="2223" y="13184"/>
                  </a:cubicBezTo>
                  <a:cubicBezTo>
                    <a:pt x="2365" y="13329"/>
                    <a:pt x="2518" y="13456"/>
                    <a:pt x="2687" y="13562"/>
                  </a:cubicBezTo>
                  <a:cubicBezTo>
                    <a:pt x="2539" y="13792"/>
                    <a:pt x="2402" y="14024"/>
                    <a:pt x="2277" y="14267"/>
                  </a:cubicBezTo>
                  <a:cubicBezTo>
                    <a:pt x="2250" y="14322"/>
                    <a:pt x="2294" y="14375"/>
                    <a:pt x="2341" y="14375"/>
                  </a:cubicBezTo>
                  <a:cubicBezTo>
                    <a:pt x="2360" y="14375"/>
                    <a:pt x="2381" y="14366"/>
                    <a:pt x="2396" y="14343"/>
                  </a:cubicBezTo>
                  <a:cubicBezTo>
                    <a:pt x="2552" y="14118"/>
                    <a:pt x="2691" y="13884"/>
                    <a:pt x="2823" y="13646"/>
                  </a:cubicBezTo>
                  <a:cubicBezTo>
                    <a:pt x="2871" y="13671"/>
                    <a:pt x="2919" y="13698"/>
                    <a:pt x="2967" y="13721"/>
                  </a:cubicBezTo>
                  <a:cubicBezTo>
                    <a:pt x="3075" y="13774"/>
                    <a:pt x="3184" y="13812"/>
                    <a:pt x="3293" y="13842"/>
                  </a:cubicBezTo>
                  <a:cubicBezTo>
                    <a:pt x="3261" y="14047"/>
                    <a:pt x="3176" y="14238"/>
                    <a:pt x="3068" y="14415"/>
                  </a:cubicBezTo>
                  <a:cubicBezTo>
                    <a:pt x="3032" y="14473"/>
                    <a:pt x="3083" y="14543"/>
                    <a:pt x="3138" y="14543"/>
                  </a:cubicBezTo>
                  <a:cubicBezTo>
                    <a:pt x="3155" y="14543"/>
                    <a:pt x="3173" y="14536"/>
                    <a:pt x="3188" y="14519"/>
                  </a:cubicBezTo>
                  <a:cubicBezTo>
                    <a:pt x="3358" y="14340"/>
                    <a:pt x="3443" y="14121"/>
                    <a:pt x="3459" y="13881"/>
                  </a:cubicBezTo>
                  <a:cubicBezTo>
                    <a:pt x="3581" y="13904"/>
                    <a:pt x="3705" y="13914"/>
                    <a:pt x="3827" y="13914"/>
                  </a:cubicBezTo>
                  <a:cubicBezTo>
                    <a:pt x="3914" y="13914"/>
                    <a:pt x="4001" y="13909"/>
                    <a:pt x="4087" y="13898"/>
                  </a:cubicBezTo>
                  <a:lnTo>
                    <a:pt x="4087" y="13898"/>
                  </a:lnTo>
                  <a:cubicBezTo>
                    <a:pt x="4066" y="14012"/>
                    <a:pt x="4053" y="14129"/>
                    <a:pt x="4056" y="14258"/>
                  </a:cubicBezTo>
                  <a:cubicBezTo>
                    <a:pt x="4061" y="14476"/>
                    <a:pt x="4101" y="14680"/>
                    <a:pt x="4180" y="14886"/>
                  </a:cubicBezTo>
                  <a:cubicBezTo>
                    <a:pt x="4193" y="14917"/>
                    <a:pt x="4218" y="14931"/>
                    <a:pt x="4245" y="14931"/>
                  </a:cubicBezTo>
                  <a:cubicBezTo>
                    <a:pt x="4292" y="14931"/>
                    <a:pt x="4342" y="14890"/>
                    <a:pt x="4329" y="14834"/>
                  </a:cubicBezTo>
                  <a:cubicBezTo>
                    <a:pt x="4265" y="14526"/>
                    <a:pt x="4219" y="14194"/>
                    <a:pt x="4236" y="13873"/>
                  </a:cubicBezTo>
                  <a:cubicBezTo>
                    <a:pt x="4420" y="13837"/>
                    <a:pt x="4601" y="13782"/>
                    <a:pt x="4777" y="13710"/>
                  </a:cubicBezTo>
                  <a:cubicBezTo>
                    <a:pt x="4931" y="13958"/>
                    <a:pt x="4968" y="14213"/>
                    <a:pt x="4984" y="14501"/>
                  </a:cubicBezTo>
                  <a:cubicBezTo>
                    <a:pt x="4986" y="14555"/>
                    <a:pt x="5041" y="14594"/>
                    <a:pt x="5089" y="14594"/>
                  </a:cubicBezTo>
                  <a:cubicBezTo>
                    <a:pt x="5121" y="14594"/>
                    <a:pt x="5150" y="14576"/>
                    <a:pt x="5158" y="14533"/>
                  </a:cubicBezTo>
                  <a:cubicBezTo>
                    <a:pt x="5216" y="14217"/>
                    <a:pt x="5104" y="13901"/>
                    <a:pt x="4924" y="13642"/>
                  </a:cubicBezTo>
                  <a:cubicBezTo>
                    <a:pt x="5167" y="13527"/>
                    <a:pt x="5398" y="13380"/>
                    <a:pt x="5613" y="13214"/>
                  </a:cubicBezTo>
                  <a:cubicBezTo>
                    <a:pt x="5634" y="13480"/>
                    <a:pt x="5714" y="13863"/>
                    <a:pt x="5936" y="14016"/>
                  </a:cubicBezTo>
                  <a:cubicBezTo>
                    <a:pt x="5948" y="14024"/>
                    <a:pt x="5960" y="14028"/>
                    <a:pt x="5972" y="14028"/>
                  </a:cubicBezTo>
                  <a:cubicBezTo>
                    <a:pt x="6010" y="14028"/>
                    <a:pt x="6045" y="13988"/>
                    <a:pt x="6038" y="13945"/>
                  </a:cubicBezTo>
                  <a:cubicBezTo>
                    <a:pt x="6021" y="13813"/>
                    <a:pt x="5939" y="13703"/>
                    <a:pt x="5888" y="13584"/>
                  </a:cubicBezTo>
                  <a:cubicBezTo>
                    <a:pt x="5827" y="13443"/>
                    <a:pt x="5787" y="13295"/>
                    <a:pt x="5749" y="13147"/>
                  </a:cubicBezTo>
                  <a:cubicBezTo>
                    <a:pt x="5746" y="13136"/>
                    <a:pt x="5739" y="13126"/>
                    <a:pt x="5732" y="13117"/>
                  </a:cubicBezTo>
                  <a:cubicBezTo>
                    <a:pt x="5827" y="13038"/>
                    <a:pt x="5919" y="12956"/>
                    <a:pt x="6008" y="12871"/>
                  </a:cubicBezTo>
                  <a:cubicBezTo>
                    <a:pt x="6071" y="12811"/>
                    <a:pt x="6132" y="12749"/>
                    <a:pt x="6193" y="12687"/>
                  </a:cubicBezTo>
                  <a:cubicBezTo>
                    <a:pt x="6245" y="12892"/>
                    <a:pt x="6337" y="13112"/>
                    <a:pt x="6520" y="13210"/>
                  </a:cubicBezTo>
                  <a:cubicBezTo>
                    <a:pt x="6532" y="13216"/>
                    <a:pt x="6545" y="13219"/>
                    <a:pt x="6557" y="13219"/>
                  </a:cubicBezTo>
                  <a:cubicBezTo>
                    <a:pt x="6606" y="13219"/>
                    <a:pt x="6646" y="13172"/>
                    <a:pt x="6623" y="13117"/>
                  </a:cubicBezTo>
                  <a:cubicBezTo>
                    <a:pt x="6574" y="13005"/>
                    <a:pt x="6477" y="12919"/>
                    <a:pt x="6415" y="12813"/>
                  </a:cubicBezTo>
                  <a:cubicBezTo>
                    <a:pt x="6371" y="12740"/>
                    <a:pt x="6326" y="12663"/>
                    <a:pt x="6288" y="12585"/>
                  </a:cubicBezTo>
                  <a:cubicBezTo>
                    <a:pt x="6456" y="12402"/>
                    <a:pt x="6618" y="12215"/>
                    <a:pt x="6779" y="12026"/>
                  </a:cubicBezTo>
                  <a:cubicBezTo>
                    <a:pt x="6825" y="12096"/>
                    <a:pt x="6869" y="12162"/>
                    <a:pt x="6915" y="12230"/>
                  </a:cubicBezTo>
                  <a:cubicBezTo>
                    <a:pt x="6989" y="12342"/>
                    <a:pt x="7050" y="12473"/>
                    <a:pt x="7166" y="12543"/>
                  </a:cubicBezTo>
                  <a:cubicBezTo>
                    <a:pt x="7178" y="12551"/>
                    <a:pt x="7192" y="12555"/>
                    <a:pt x="7205" y="12555"/>
                  </a:cubicBezTo>
                  <a:cubicBezTo>
                    <a:pt x="7249" y="12555"/>
                    <a:pt x="7290" y="12515"/>
                    <a:pt x="7280" y="12466"/>
                  </a:cubicBezTo>
                  <a:cubicBezTo>
                    <a:pt x="7248" y="12331"/>
                    <a:pt x="7149" y="12233"/>
                    <a:pt x="7066" y="12127"/>
                  </a:cubicBezTo>
                  <a:cubicBezTo>
                    <a:pt x="7007" y="12053"/>
                    <a:pt x="6949" y="11977"/>
                    <a:pt x="6888" y="11903"/>
                  </a:cubicBezTo>
                  <a:cubicBezTo>
                    <a:pt x="7112" y="11645"/>
                    <a:pt x="7340" y="11393"/>
                    <a:pt x="7594" y="11163"/>
                  </a:cubicBezTo>
                  <a:cubicBezTo>
                    <a:pt x="7726" y="11379"/>
                    <a:pt x="7879" y="11598"/>
                    <a:pt x="8056" y="11744"/>
                  </a:cubicBezTo>
                  <a:cubicBezTo>
                    <a:pt x="8068" y="11754"/>
                    <a:pt x="8080" y="11758"/>
                    <a:pt x="8092" y="11758"/>
                  </a:cubicBezTo>
                  <a:cubicBezTo>
                    <a:pt x="8135" y="11758"/>
                    <a:pt x="8170" y="11702"/>
                    <a:pt x="8151" y="11659"/>
                  </a:cubicBezTo>
                  <a:cubicBezTo>
                    <a:pt x="8090" y="11515"/>
                    <a:pt x="7980" y="11394"/>
                    <a:pt x="7880" y="11269"/>
                  </a:cubicBezTo>
                  <a:cubicBezTo>
                    <a:pt x="7828" y="11201"/>
                    <a:pt x="7773" y="11131"/>
                    <a:pt x="7716" y="11061"/>
                  </a:cubicBezTo>
                  <a:cubicBezTo>
                    <a:pt x="7914" y="10900"/>
                    <a:pt x="8120" y="10766"/>
                    <a:pt x="8334" y="10660"/>
                  </a:cubicBezTo>
                  <a:cubicBezTo>
                    <a:pt x="8382" y="10730"/>
                    <a:pt x="8430" y="10799"/>
                    <a:pt x="8470" y="10873"/>
                  </a:cubicBezTo>
                  <a:cubicBezTo>
                    <a:pt x="8539" y="11003"/>
                    <a:pt x="8588" y="11139"/>
                    <a:pt x="8651" y="11269"/>
                  </a:cubicBezTo>
                  <a:cubicBezTo>
                    <a:pt x="8665" y="11298"/>
                    <a:pt x="8691" y="11310"/>
                    <a:pt x="8716" y="11310"/>
                  </a:cubicBezTo>
                  <a:cubicBezTo>
                    <a:pt x="8761" y="11310"/>
                    <a:pt x="8806" y="11275"/>
                    <a:pt x="8793" y="11223"/>
                  </a:cubicBezTo>
                  <a:cubicBezTo>
                    <a:pt x="8745" y="11006"/>
                    <a:pt x="8617" y="10781"/>
                    <a:pt x="8461" y="10602"/>
                  </a:cubicBezTo>
                  <a:cubicBezTo>
                    <a:pt x="8668" y="10508"/>
                    <a:pt x="8885" y="10432"/>
                    <a:pt x="9106" y="10367"/>
                  </a:cubicBezTo>
                  <a:cubicBezTo>
                    <a:pt x="9218" y="10618"/>
                    <a:pt x="9334" y="10871"/>
                    <a:pt x="9487" y="11097"/>
                  </a:cubicBezTo>
                  <a:cubicBezTo>
                    <a:pt x="9503" y="11119"/>
                    <a:pt x="9522" y="11128"/>
                    <a:pt x="9540" y="11128"/>
                  </a:cubicBezTo>
                  <a:cubicBezTo>
                    <a:pt x="9590" y="11128"/>
                    <a:pt x="9639" y="11063"/>
                    <a:pt x="9621" y="11006"/>
                  </a:cubicBezTo>
                  <a:cubicBezTo>
                    <a:pt x="9536" y="10766"/>
                    <a:pt x="9409" y="10540"/>
                    <a:pt x="9282" y="10317"/>
                  </a:cubicBezTo>
                  <a:cubicBezTo>
                    <a:pt x="9507" y="10259"/>
                    <a:pt x="9737" y="10207"/>
                    <a:pt x="9972" y="10156"/>
                  </a:cubicBezTo>
                  <a:cubicBezTo>
                    <a:pt x="10050" y="10140"/>
                    <a:pt x="10128" y="10120"/>
                    <a:pt x="10206" y="10100"/>
                  </a:cubicBezTo>
                  <a:cubicBezTo>
                    <a:pt x="10265" y="10283"/>
                    <a:pt x="10308" y="10469"/>
                    <a:pt x="10340" y="10664"/>
                  </a:cubicBezTo>
                  <a:cubicBezTo>
                    <a:pt x="10346" y="10702"/>
                    <a:pt x="10378" y="10720"/>
                    <a:pt x="10410" y="10720"/>
                  </a:cubicBezTo>
                  <a:cubicBezTo>
                    <a:pt x="10446" y="10720"/>
                    <a:pt x="10482" y="10697"/>
                    <a:pt x="10482" y="10653"/>
                  </a:cubicBezTo>
                  <a:cubicBezTo>
                    <a:pt x="10482" y="10452"/>
                    <a:pt x="10438" y="10249"/>
                    <a:pt x="10362" y="10061"/>
                  </a:cubicBezTo>
                  <a:cubicBezTo>
                    <a:pt x="10594" y="9998"/>
                    <a:pt x="10821" y="9923"/>
                    <a:pt x="11041" y="9835"/>
                  </a:cubicBezTo>
                  <a:cubicBezTo>
                    <a:pt x="11133" y="10048"/>
                    <a:pt x="11202" y="10268"/>
                    <a:pt x="11283" y="10487"/>
                  </a:cubicBezTo>
                  <a:cubicBezTo>
                    <a:pt x="11293" y="10512"/>
                    <a:pt x="11316" y="10523"/>
                    <a:pt x="11340" y="10523"/>
                  </a:cubicBezTo>
                  <a:cubicBezTo>
                    <a:pt x="11375" y="10523"/>
                    <a:pt x="11412" y="10499"/>
                    <a:pt x="11410" y="10460"/>
                  </a:cubicBezTo>
                  <a:cubicBezTo>
                    <a:pt x="11402" y="10217"/>
                    <a:pt x="11321" y="9980"/>
                    <a:pt x="11208" y="9765"/>
                  </a:cubicBezTo>
                  <a:cubicBezTo>
                    <a:pt x="11486" y="9643"/>
                    <a:pt x="11751" y="9501"/>
                    <a:pt x="11999" y="9332"/>
                  </a:cubicBezTo>
                  <a:cubicBezTo>
                    <a:pt x="12084" y="9498"/>
                    <a:pt x="12173" y="9664"/>
                    <a:pt x="12281" y="9813"/>
                  </a:cubicBezTo>
                  <a:cubicBezTo>
                    <a:pt x="12295" y="9833"/>
                    <a:pt x="12314" y="9841"/>
                    <a:pt x="12333" y="9841"/>
                  </a:cubicBezTo>
                  <a:cubicBezTo>
                    <a:pt x="12385" y="9841"/>
                    <a:pt x="12437" y="9780"/>
                    <a:pt x="12409" y="9723"/>
                  </a:cubicBezTo>
                  <a:cubicBezTo>
                    <a:pt x="12332" y="9559"/>
                    <a:pt x="12228" y="9399"/>
                    <a:pt x="12122" y="9246"/>
                  </a:cubicBezTo>
                  <a:cubicBezTo>
                    <a:pt x="12299" y="9115"/>
                    <a:pt x="12465" y="8974"/>
                    <a:pt x="12619" y="8816"/>
                  </a:cubicBezTo>
                  <a:cubicBezTo>
                    <a:pt x="12757" y="9022"/>
                    <a:pt x="12870" y="9240"/>
                    <a:pt x="13015" y="9444"/>
                  </a:cubicBezTo>
                  <a:cubicBezTo>
                    <a:pt x="13026" y="9460"/>
                    <a:pt x="13043" y="9467"/>
                    <a:pt x="13059" y="9467"/>
                  </a:cubicBezTo>
                  <a:cubicBezTo>
                    <a:pt x="13098" y="9467"/>
                    <a:pt x="13139" y="9429"/>
                    <a:pt x="13129" y="9388"/>
                  </a:cubicBezTo>
                  <a:cubicBezTo>
                    <a:pt x="13067" y="9130"/>
                    <a:pt x="12911" y="8899"/>
                    <a:pt x="12738" y="8693"/>
                  </a:cubicBezTo>
                  <a:cubicBezTo>
                    <a:pt x="12903" y="8509"/>
                    <a:pt x="13050" y="8306"/>
                    <a:pt x="13179" y="8085"/>
                  </a:cubicBezTo>
                  <a:cubicBezTo>
                    <a:pt x="13308" y="8223"/>
                    <a:pt x="13444" y="8369"/>
                    <a:pt x="13597" y="8469"/>
                  </a:cubicBezTo>
                  <a:cubicBezTo>
                    <a:pt x="13610" y="8478"/>
                    <a:pt x="13624" y="8482"/>
                    <a:pt x="13637" y="8482"/>
                  </a:cubicBezTo>
                  <a:cubicBezTo>
                    <a:pt x="13695" y="8482"/>
                    <a:pt x="13741" y="8406"/>
                    <a:pt x="13696" y="8353"/>
                  </a:cubicBezTo>
                  <a:cubicBezTo>
                    <a:pt x="13572" y="8211"/>
                    <a:pt x="13400" y="8091"/>
                    <a:pt x="13243" y="7975"/>
                  </a:cubicBezTo>
                  <a:cubicBezTo>
                    <a:pt x="13284" y="7897"/>
                    <a:pt x="13324" y="7816"/>
                    <a:pt x="13362" y="7732"/>
                  </a:cubicBezTo>
                  <a:cubicBezTo>
                    <a:pt x="13400" y="7644"/>
                    <a:pt x="13434" y="7555"/>
                    <a:pt x="13465" y="7465"/>
                  </a:cubicBezTo>
                  <a:cubicBezTo>
                    <a:pt x="13555" y="7632"/>
                    <a:pt x="13675" y="7788"/>
                    <a:pt x="13824" y="7897"/>
                  </a:cubicBezTo>
                  <a:cubicBezTo>
                    <a:pt x="13839" y="7907"/>
                    <a:pt x="13854" y="7912"/>
                    <a:pt x="13869" y="7912"/>
                  </a:cubicBezTo>
                  <a:cubicBezTo>
                    <a:pt x="13937" y="7912"/>
                    <a:pt x="13998" y="7820"/>
                    <a:pt x="13939" y="7762"/>
                  </a:cubicBezTo>
                  <a:cubicBezTo>
                    <a:pt x="13780" y="7610"/>
                    <a:pt x="13640" y="7465"/>
                    <a:pt x="13525" y="7279"/>
                  </a:cubicBezTo>
                  <a:cubicBezTo>
                    <a:pt x="13574" y="7102"/>
                    <a:pt x="13610" y="6922"/>
                    <a:pt x="13631" y="6740"/>
                  </a:cubicBezTo>
                  <a:cubicBezTo>
                    <a:pt x="13822" y="6922"/>
                    <a:pt x="14035" y="7086"/>
                    <a:pt x="14250" y="7235"/>
                  </a:cubicBezTo>
                  <a:cubicBezTo>
                    <a:pt x="14265" y="7244"/>
                    <a:pt x="14280" y="7248"/>
                    <a:pt x="14294" y="7248"/>
                  </a:cubicBezTo>
                  <a:cubicBezTo>
                    <a:pt x="14365" y="7248"/>
                    <a:pt x="14428" y="7155"/>
                    <a:pt x="14365" y="7100"/>
                  </a:cubicBezTo>
                  <a:cubicBezTo>
                    <a:pt x="14150" y="6910"/>
                    <a:pt x="13919" y="6725"/>
                    <a:pt x="13671" y="6573"/>
                  </a:cubicBezTo>
                  <a:cubicBezTo>
                    <a:pt x="13662" y="6569"/>
                    <a:pt x="13654" y="6567"/>
                    <a:pt x="13645" y="6565"/>
                  </a:cubicBezTo>
                  <a:cubicBezTo>
                    <a:pt x="13655" y="6406"/>
                    <a:pt x="13654" y="6247"/>
                    <a:pt x="13641" y="6090"/>
                  </a:cubicBezTo>
                  <a:lnTo>
                    <a:pt x="13641" y="6090"/>
                  </a:lnTo>
                  <a:cubicBezTo>
                    <a:pt x="13905" y="6130"/>
                    <a:pt x="14164" y="6200"/>
                    <a:pt x="14426" y="6260"/>
                  </a:cubicBezTo>
                  <a:cubicBezTo>
                    <a:pt x="14431" y="6261"/>
                    <a:pt x="14436" y="6262"/>
                    <a:pt x="14441" y="6262"/>
                  </a:cubicBezTo>
                  <a:cubicBezTo>
                    <a:pt x="14503" y="6262"/>
                    <a:pt x="14548" y="6178"/>
                    <a:pt x="14483" y="6140"/>
                  </a:cubicBezTo>
                  <a:cubicBezTo>
                    <a:pt x="14221" y="5988"/>
                    <a:pt x="13922" y="5931"/>
                    <a:pt x="13620" y="5924"/>
                  </a:cubicBezTo>
                  <a:cubicBezTo>
                    <a:pt x="13600" y="5784"/>
                    <a:pt x="13576" y="5644"/>
                    <a:pt x="13539" y="5507"/>
                  </a:cubicBezTo>
                  <a:cubicBezTo>
                    <a:pt x="13844" y="5465"/>
                    <a:pt x="14137" y="5373"/>
                    <a:pt x="14399" y="5211"/>
                  </a:cubicBezTo>
                  <a:cubicBezTo>
                    <a:pt x="14482" y="5161"/>
                    <a:pt x="14441" y="5042"/>
                    <a:pt x="14362" y="5042"/>
                  </a:cubicBezTo>
                  <a:cubicBezTo>
                    <a:pt x="14350" y="5042"/>
                    <a:pt x="14336" y="5045"/>
                    <a:pt x="14321" y="5053"/>
                  </a:cubicBezTo>
                  <a:cubicBezTo>
                    <a:pt x="14056" y="5186"/>
                    <a:pt x="13788" y="5299"/>
                    <a:pt x="13499" y="5373"/>
                  </a:cubicBezTo>
                  <a:cubicBezTo>
                    <a:pt x="13437" y="5180"/>
                    <a:pt x="13359" y="4992"/>
                    <a:pt x="13263" y="4813"/>
                  </a:cubicBezTo>
                  <a:cubicBezTo>
                    <a:pt x="13522" y="4745"/>
                    <a:pt x="13780" y="4673"/>
                    <a:pt x="14031" y="4578"/>
                  </a:cubicBezTo>
                  <a:cubicBezTo>
                    <a:pt x="14105" y="4550"/>
                    <a:pt x="14068" y="4440"/>
                    <a:pt x="13999" y="4440"/>
                  </a:cubicBezTo>
                  <a:cubicBezTo>
                    <a:pt x="13994" y="4440"/>
                    <a:pt x="13990" y="4441"/>
                    <a:pt x="13985" y="4442"/>
                  </a:cubicBezTo>
                  <a:cubicBezTo>
                    <a:pt x="13705" y="4491"/>
                    <a:pt x="13435" y="4565"/>
                    <a:pt x="13165" y="4644"/>
                  </a:cubicBezTo>
                  <a:cubicBezTo>
                    <a:pt x="13151" y="4622"/>
                    <a:pt x="13136" y="4598"/>
                    <a:pt x="13121" y="4574"/>
                  </a:cubicBezTo>
                  <a:cubicBezTo>
                    <a:pt x="13129" y="4523"/>
                    <a:pt x="13114" y="4469"/>
                    <a:pt x="13064" y="4422"/>
                  </a:cubicBezTo>
                  <a:cubicBezTo>
                    <a:pt x="13007" y="4365"/>
                    <a:pt x="12951" y="4309"/>
                    <a:pt x="12896" y="4249"/>
                  </a:cubicBezTo>
                  <a:cubicBezTo>
                    <a:pt x="13165" y="4083"/>
                    <a:pt x="13411" y="3885"/>
                    <a:pt x="13613" y="3638"/>
                  </a:cubicBezTo>
                  <a:cubicBezTo>
                    <a:pt x="13651" y="3593"/>
                    <a:pt x="13601" y="3536"/>
                    <a:pt x="13552" y="3536"/>
                  </a:cubicBezTo>
                  <a:cubicBezTo>
                    <a:pt x="13538" y="3536"/>
                    <a:pt x="13524" y="3540"/>
                    <a:pt x="13512" y="3552"/>
                  </a:cubicBezTo>
                  <a:cubicBezTo>
                    <a:pt x="13284" y="3763"/>
                    <a:pt x="13057" y="3967"/>
                    <a:pt x="12806" y="4151"/>
                  </a:cubicBezTo>
                  <a:cubicBezTo>
                    <a:pt x="12665" y="3991"/>
                    <a:pt x="12534" y="3825"/>
                    <a:pt x="12407" y="3651"/>
                  </a:cubicBezTo>
                  <a:cubicBezTo>
                    <a:pt x="12592" y="3518"/>
                    <a:pt x="12774" y="3380"/>
                    <a:pt x="12937" y="3220"/>
                  </a:cubicBezTo>
                  <a:cubicBezTo>
                    <a:pt x="12973" y="3183"/>
                    <a:pt x="12945" y="3116"/>
                    <a:pt x="12898" y="3116"/>
                  </a:cubicBezTo>
                  <a:cubicBezTo>
                    <a:pt x="12889" y="3116"/>
                    <a:pt x="12880" y="3118"/>
                    <a:pt x="12870" y="3124"/>
                  </a:cubicBezTo>
                  <a:cubicBezTo>
                    <a:pt x="12674" y="3242"/>
                    <a:pt x="12493" y="3382"/>
                    <a:pt x="12316" y="3528"/>
                  </a:cubicBezTo>
                  <a:cubicBezTo>
                    <a:pt x="12225" y="3403"/>
                    <a:pt x="12139" y="3276"/>
                    <a:pt x="12052" y="3148"/>
                  </a:cubicBezTo>
                  <a:cubicBezTo>
                    <a:pt x="12075" y="3148"/>
                    <a:pt x="12098" y="3139"/>
                    <a:pt x="12116" y="3114"/>
                  </a:cubicBezTo>
                  <a:cubicBezTo>
                    <a:pt x="12275" y="2886"/>
                    <a:pt x="12479" y="2709"/>
                    <a:pt x="12683" y="2522"/>
                  </a:cubicBezTo>
                  <a:cubicBezTo>
                    <a:pt x="12732" y="2475"/>
                    <a:pt x="12693" y="2394"/>
                    <a:pt x="12636" y="2394"/>
                  </a:cubicBezTo>
                  <a:cubicBezTo>
                    <a:pt x="12626" y="2394"/>
                    <a:pt x="12615" y="2396"/>
                    <a:pt x="12604" y="2403"/>
                  </a:cubicBezTo>
                  <a:cubicBezTo>
                    <a:pt x="12337" y="2546"/>
                    <a:pt x="12143" y="2777"/>
                    <a:pt x="11983" y="3029"/>
                  </a:cubicBezTo>
                  <a:cubicBezTo>
                    <a:pt x="11982" y="3033"/>
                    <a:pt x="11980" y="3039"/>
                    <a:pt x="11977" y="3042"/>
                  </a:cubicBezTo>
                  <a:cubicBezTo>
                    <a:pt x="11891" y="2914"/>
                    <a:pt x="11804" y="2785"/>
                    <a:pt x="11715" y="2659"/>
                  </a:cubicBezTo>
                  <a:cubicBezTo>
                    <a:pt x="11926" y="2489"/>
                    <a:pt x="12103" y="2278"/>
                    <a:pt x="12188" y="2016"/>
                  </a:cubicBezTo>
                  <a:cubicBezTo>
                    <a:pt x="12204" y="1965"/>
                    <a:pt x="12162" y="1925"/>
                    <a:pt x="12120" y="1925"/>
                  </a:cubicBezTo>
                  <a:cubicBezTo>
                    <a:pt x="12099" y="1925"/>
                    <a:pt x="12077" y="1935"/>
                    <a:pt x="12062" y="1958"/>
                  </a:cubicBezTo>
                  <a:cubicBezTo>
                    <a:pt x="11926" y="2165"/>
                    <a:pt x="11796" y="2361"/>
                    <a:pt x="11623" y="2530"/>
                  </a:cubicBezTo>
                  <a:cubicBezTo>
                    <a:pt x="11495" y="2350"/>
                    <a:pt x="11361" y="2177"/>
                    <a:pt x="11222" y="2010"/>
                  </a:cubicBezTo>
                  <a:cubicBezTo>
                    <a:pt x="11378" y="1797"/>
                    <a:pt x="11529" y="1585"/>
                    <a:pt x="11664" y="1358"/>
                  </a:cubicBezTo>
                  <a:cubicBezTo>
                    <a:pt x="11698" y="1303"/>
                    <a:pt x="11653" y="1253"/>
                    <a:pt x="11604" y="1253"/>
                  </a:cubicBezTo>
                  <a:cubicBezTo>
                    <a:pt x="11584" y="1253"/>
                    <a:pt x="11563" y="1262"/>
                    <a:pt x="11548" y="1283"/>
                  </a:cubicBezTo>
                  <a:cubicBezTo>
                    <a:pt x="11395" y="1481"/>
                    <a:pt x="11259" y="1690"/>
                    <a:pt x="11126" y="1901"/>
                  </a:cubicBezTo>
                  <a:cubicBezTo>
                    <a:pt x="10998" y="1758"/>
                    <a:pt x="10862" y="1623"/>
                    <a:pt x="10716" y="1497"/>
                  </a:cubicBezTo>
                  <a:cubicBezTo>
                    <a:pt x="10872" y="1212"/>
                    <a:pt x="11019" y="891"/>
                    <a:pt x="11118" y="584"/>
                  </a:cubicBezTo>
                  <a:cubicBezTo>
                    <a:pt x="11140" y="516"/>
                    <a:pt x="11080" y="459"/>
                    <a:pt x="11022" y="459"/>
                  </a:cubicBezTo>
                  <a:cubicBezTo>
                    <a:pt x="10994" y="459"/>
                    <a:pt x="10966" y="472"/>
                    <a:pt x="10948" y="504"/>
                  </a:cubicBezTo>
                  <a:cubicBezTo>
                    <a:pt x="10795" y="770"/>
                    <a:pt x="10665" y="1078"/>
                    <a:pt x="10562" y="1371"/>
                  </a:cubicBezTo>
                  <a:cubicBezTo>
                    <a:pt x="10475" y="1304"/>
                    <a:pt x="10383" y="1241"/>
                    <a:pt x="10289" y="1181"/>
                  </a:cubicBezTo>
                  <a:cubicBezTo>
                    <a:pt x="10238" y="1150"/>
                    <a:pt x="10186" y="1123"/>
                    <a:pt x="10135" y="1096"/>
                  </a:cubicBezTo>
                  <a:cubicBezTo>
                    <a:pt x="10281" y="837"/>
                    <a:pt x="10383" y="525"/>
                    <a:pt x="10339" y="241"/>
                  </a:cubicBezTo>
                  <a:cubicBezTo>
                    <a:pt x="10332" y="199"/>
                    <a:pt x="10299" y="179"/>
                    <a:pt x="10264" y="179"/>
                  </a:cubicBezTo>
                  <a:cubicBezTo>
                    <a:pt x="10232" y="179"/>
                    <a:pt x="10198" y="197"/>
                    <a:pt x="10185" y="232"/>
                  </a:cubicBezTo>
                  <a:cubicBezTo>
                    <a:pt x="10128" y="383"/>
                    <a:pt x="10100" y="543"/>
                    <a:pt x="10051" y="698"/>
                  </a:cubicBezTo>
                  <a:cubicBezTo>
                    <a:pt x="10020" y="803"/>
                    <a:pt x="9979" y="902"/>
                    <a:pt x="9934" y="1000"/>
                  </a:cubicBezTo>
                  <a:cubicBezTo>
                    <a:pt x="9815" y="947"/>
                    <a:pt x="9691" y="909"/>
                    <a:pt x="9565" y="876"/>
                  </a:cubicBezTo>
                  <a:cubicBezTo>
                    <a:pt x="9665" y="613"/>
                    <a:pt x="9708" y="327"/>
                    <a:pt x="9631" y="53"/>
                  </a:cubicBezTo>
                  <a:cubicBezTo>
                    <a:pt x="9621" y="19"/>
                    <a:pt x="9590" y="1"/>
                    <a:pt x="95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82" name="Google Shape;982;p10"/>
            <p:cNvSpPr/>
            <p:nvPr/>
          </p:nvSpPr>
          <p:spPr>
            <a:xfrm>
              <a:off x="8141400" y="4240800"/>
              <a:ext cx="548640" cy="541800"/>
            </a:xfrm>
            <a:custGeom>
              <a:rect b="b" l="l" r="r" t="t"/>
              <a:pathLst>
                <a:path extrusionOk="0" h="10766" w="10896">
                  <a:moveTo>
                    <a:pt x="7211" y="269"/>
                  </a:moveTo>
                  <a:cubicBezTo>
                    <a:pt x="7407" y="269"/>
                    <a:pt x="7615" y="330"/>
                    <a:pt x="7834" y="471"/>
                  </a:cubicBezTo>
                  <a:cubicBezTo>
                    <a:pt x="8282" y="757"/>
                    <a:pt x="8582" y="1242"/>
                    <a:pt x="8867" y="1671"/>
                  </a:cubicBezTo>
                  <a:cubicBezTo>
                    <a:pt x="9241" y="2236"/>
                    <a:pt x="9605" y="2807"/>
                    <a:pt x="9987" y="3367"/>
                  </a:cubicBezTo>
                  <a:cubicBezTo>
                    <a:pt x="10011" y="3404"/>
                    <a:pt x="10045" y="3424"/>
                    <a:pt x="10082" y="3431"/>
                  </a:cubicBezTo>
                  <a:cubicBezTo>
                    <a:pt x="10198" y="3627"/>
                    <a:pt x="10320" y="3824"/>
                    <a:pt x="10470" y="3986"/>
                  </a:cubicBezTo>
                  <a:cubicBezTo>
                    <a:pt x="10661" y="4679"/>
                    <a:pt x="10327" y="5533"/>
                    <a:pt x="9773" y="5992"/>
                  </a:cubicBezTo>
                  <a:cubicBezTo>
                    <a:pt x="8888" y="6727"/>
                    <a:pt x="7687" y="6855"/>
                    <a:pt x="6617" y="7158"/>
                  </a:cubicBezTo>
                  <a:cubicBezTo>
                    <a:pt x="5772" y="7395"/>
                    <a:pt x="4979" y="7746"/>
                    <a:pt x="4403" y="8433"/>
                  </a:cubicBezTo>
                  <a:cubicBezTo>
                    <a:pt x="3767" y="9193"/>
                    <a:pt x="3308" y="10426"/>
                    <a:pt x="2160" y="10477"/>
                  </a:cubicBezTo>
                  <a:cubicBezTo>
                    <a:pt x="2134" y="10478"/>
                    <a:pt x="2107" y="10479"/>
                    <a:pt x="2081" y="10479"/>
                  </a:cubicBezTo>
                  <a:cubicBezTo>
                    <a:pt x="1206" y="10479"/>
                    <a:pt x="403" y="9819"/>
                    <a:pt x="352" y="8927"/>
                  </a:cubicBezTo>
                  <a:cubicBezTo>
                    <a:pt x="296" y="8020"/>
                    <a:pt x="916" y="7201"/>
                    <a:pt x="1565" y="6634"/>
                  </a:cubicBezTo>
                  <a:cubicBezTo>
                    <a:pt x="2351" y="5948"/>
                    <a:pt x="3308" y="5476"/>
                    <a:pt x="4023" y="4708"/>
                  </a:cubicBezTo>
                  <a:cubicBezTo>
                    <a:pt x="4638" y="4047"/>
                    <a:pt x="4950" y="3216"/>
                    <a:pt x="5296" y="2399"/>
                  </a:cubicBezTo>
                  <a:cubicBezTo>
                    <a:pt x="5613" y="1645"/>
                    <a:pt x="6279" y="269"/>
                    <a:pt x="7211" y="269"/>
                  </a:cubicBezTo>
                  <a:close/>
                  <a:moveTo>
                    <a:pt x="7263" y="0"/>
                  </a:moveTo>
                  <a:cubicBezTo>
                    <a:pt x="6776" y="0"/>
                    <a:pt x="6310" y="273"/>
                    <a:pt x="5939" y="699"/>
                  </a:cubicBezTo>
                  <a:cubicBezTo>
                    <a:pt x="5120" y="1635"/>
                    <a:pt x="4915" y="2917"/>
                    <a:pt x="4254" y="3948"/>
                  </a:cubicBezTo>
                  <a:cubicBezTo>
                    <a:pt x="3495" y="5133"/>
                    <a:pt x="2140" y="5653"/>
                    <a:pt x="1164" y="6611"/>
                  </a:cubicBezTo>
                  <a:cubicBezTo>
                    <a:pt x="540" y="7220"/>
                    <a:pt x="0" y="8061"/>
                    <a:pt x="65" y="8966"/>
                  </a:cubicBezTo>
                  <a:cubicBezTo>
                    <a:pt x="122" y="9781"/>
                    <a:pt x="705" y="10434"/>
                    <a:pt x="1475" y="10674"/>
                  </a:cubicBezTo>
                  <a:cubicBezTo>
                    <a:pt x="1677" y="10736"/>
                    <a:pt x="1873" y="10765"/>
                    <a:pt x="2061" y="10765"/>
                  </a:cubicBezTo>
                  <a:cubicBezTo>
                    <a:pt x="2748" y="10765"/>
                    <a:pt x="3340" y="10376"/>
                    <a:pt x="3792" y="9797"/>
                  </a:cubicBezTo>
                  <a:cubicBezTo>
                    <a:pt x="4192" y="9282"/>
                    <a:pt x="4491" y="8686"/>
                    <a:pt x="4993" y="8258"/>
                  </a:cubicBezTo>
                  <a:cubicBezTo>
                    <a:pt x="5565" y="7766"/>
                    <a:pt x="6312" y="7543"/>
                    <a:pt x="7028" y="7362"/>
                  </a:cubicBezTo>
                  <a:cubicBezTo>
                    <a:pt x="8249" y="7055"/>
                    <a:pt x="9793" y="6805"/>
                    <a:pt x="10507" y="5623"/>
                  </a:cubicBezTo>
                  <a:cubicBezTo>
                    <a:pt x="10802" y="5137"/>
                    <a:pt x="10895" y="4521"/>
                    <a:pt x="10743" y="3995"/>
                  </a:cubicBezTo>
                  <a:cubicBezTo>
                    <a:pt x="10748" y="3971"/>
                    <a:pt x="10746" y="3945"/>
                    <a:pt x="10731" y="3917"/>
                  </a:cubicBezTo>
                  <a:cubicBezTo>
                    <a:pt x="10724" y="3903"/>
                    <a:pt x="10715" y="3892"/>
                    <a:pt x="10705" y="3877"/>
                  </a:cubicBezTo>
                  <a:cubicBezTo>
                    <a:pt x="10613" y="3629"/>
                    <a:pt x="10463" y="3405"/>
                    <a:pt x="10249" y="3233"/>
                  </a:cubicBezTo>
                  <a:cubicBezTo>
                    <a:pt x="9853" y="2605"/>
                    <a:pt x="9448" y="1981"/>
                    <a:pt x="9037" y="1363"/>
                  </a:cubicBezTo>
                  <a:cubicBezTo>
                    <a:pt x="8776" y="974"/>
                    <a:pt x="8499" y="577"/>
                    <a:pt x="8115" y="296"/>
                  </a:cubicBezTo>
                  <a:cubicBezTo>
                    <a:pt x="7833" y="91"/>
                    <a:pt x="7544" y="0"/>
                    <a:pt x="72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83" name="Google Shape;983;p10"/>
            <p:cNvSpPr/>
            <p:nvPr/>
          </p:nvSpPr>
          <p:spPr>
            <a:xfrm>
              <a:off x="8039880" y="4627440"/>
              <a:ext cx="49680" cy="10440"/>
            </a:xfrm>
            <a:custGeom>
              <a:rect b="b" l="l" r="r" t="t"/>
              <a:pathLst>
                <a:path extrusionOk="0" h="217" w="996">
                  <a:moveTo>
                    <a:pt x="886" y="1"/>
                  </a:moveTo>
                  <a:cubicBezTo>
                    <a:pt x="879" y="1"/>
                    <a:pt x="871" y="2"/>
                    <a:pt x="863" y="4"/>
                  </a:cubicBezTo>
                  <a:cubicBezTo>
                    <a:pt x="687" y="61"/>
                    <a:pt x="505" y="89"/>
                    <a:pt x="322" y="89"/>
                  </a:cubicBezTo>
                  <a:cubicBezTo>
                    <a:pt x="244" y="89"/>
                    <a:pt x="166" y="84"/>
                    <a:pt x="88" y="74"/>
                  </a:cubicBezTo>
                  <a:cubicBezTo>
                    <a:pt x="84" y="73"/>
                    <a:pt x="80" y="73"/>
                    <a:pt x="77" y="73"/>
                  </a:cubicBezTo>
                  <a:cubicBezTo>
                    <a:pt x="4" y="73"/>
                    <a:pt x="1" y="195"/>
                    <a:pt x="81" y="203"/>
                  </a:cubicBezTo>
                  <a:cubicBezTo>
                    <a:pt x="176" y="212"/>
                    <a:pt x="271" y="217"/>
                    <a:pt x="366" y="217"/>
                  </a:cubicBezTo>
                  <a:cubicBezTo>
                    <a:pt x="543" y="217"/>
                    <a:pt x="719" y="201"/>
                    <a:pt x="897" y="170"/>
                  </a:cubicBezTo>
                  <a:cubicBezTo>
                    <a:pt x="996" y="152"/>
                    <a:pt x="970" y="1"/>
                    <a:pt x="8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400" lIns="91425" spcFirstLastPara="1" rIns="91425" wrap="square" tIns="5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84" name="Google Shape;984;p10"/>
            <p:cNvSpPr/>
            <p:nvPr/>
          </p:nvSpPr>
          <p:spPr>
            <a:xfrm>
              <a:off x="8434440" y="4318560"/>
              <a:ext cx="25560" cy="23760"/>
            </a:xfrm>
            <a:custGeom>
              <a:rect b="b" l="l" r="r" t="t"/>
              <a:pathLst>
                <a:path extrusionOk="0" h="482" w="516">
                  <a:moveTo>
                    <a:pt x="189" y="1"/>
                  </a:moveTo>
                  <a:cubicBezTo>
                    <a:pt x="150" y="1"/>
                    <a:pt x="111" y="14"/>
                    <a:pt x="78" y="46"/>
                  </a:cubicBezTo>
                  <a:cubicBezTo>
                    <a:pt x="0" y="123"/>
                    <a:pt x="6" y="219"/>
                    <a:pt x="64" y="303"/>
                  </a:cubicBezTo>
                  <a:cubicBezTo>
                    <a:pt x="92" y="342"/>
                    <a:pt x="119" y="379"/>
                    <a:pt x="147" y="416"/>
                  </a:cubicBezTo>
                  <a:cubicBezTo>
                    <a:pt x="181" y="460"/>
                    <a:pt x="237" y="481"/>
                    <a:pt x="293" y="481"/>
                  </a:cubicBezTo>
                  <a:cubicBezTo>
                    <a:pt x="341" y="481"/>
                    <a:pt x="390" y="465"/>
                    <a:pt x="424" y="432"/>
                  </a:cubicBezTo>
                  <a:cubicBezTo>
                    <a:pt x="495" y="361"/>
                    <a:pt x="516" y="233"/>
                    <a:pt x="438" y="155"/>
                  </a:cubicBezTo>
                  <a:cubicBezTo>
                    <a:pt x="404" y="124"/>
                    <a:pt x="371" y="91"/>
                    <a:pt x="336" y="60"/>
                  </a:cubicBezTo>
                  <a:cubicBezTo>
                    <a:pt x="295" y="25"/>
                    <a:pt x="242" y="1"/>
                    <a:pt x="1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1875" lIns="91425" spcFirstLastPara="1" rIns="91425" wrap="square" tIns="11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85" name="Google Shape;985;p10"/>
            <p:cNvSpPr/>
            <p:nvPr/>
          </p:nvSpPr>
          <p:spPr>
            <a:xfrm>
              <a:off x="8467560" y="4292280"/>
              <a:ext cx="24840" cy="22680"/>
            </a:xfrm>
            <a:custGeom>
              <a:rect b="b" l="l" r="r" t="t"/>
              <a:pathLst>
                <a:path extrusionOk="0" h="455" w="500">
                  <a:moveTo>
                    <a:pt x="205" y="0"/>
                  </a:moveTo>
                  <a:cubicBezTo>
                    <a:pt x="162" y="0"/>
                    <a:pt x="119" y="15"/>
                    <a:pt x="84" y="50"/>
                  </a:cubicBezTo>
                  <a:cubicBezTo>
                    <a:pt x="0" y="131"/>
                    <a:pt x="0" y="242"/>
                    <a:pt x="67" y="331"/>
                  </a:cubicBezTo>
                  <a:lnTo>
                    <a:pt x="108" y="386"/>
                  </a:lnTo>
                  <a:cubicBezTo>
                    <a:pt x="142" y="432"/>
                    <a:pt x="201" y="454"/>
                    <a:pt x="260" y="454"/>
                  </a:cubicBezTo>
                  <a:cubicBezTo>
                    <a:pt x="312" y="454"/>
                    <a:pt x="364" y="437"/>
                    <a:pt x="398" y="402"/>
                  </a:cubicBezTo>
                  <a:cubicBezTo>
                    <a:pt x="474" y="330"/>
                    <a:pt x="499" y="192"/>
                    <a:pt x="414" y="111"/>
                  </a:cubicBezTo>
                  <a:lnTo>
                    <a:pt x="363" y="66"/>
                  </a:lnTo>
                  <a:cubicBezTo>
                    <a:pt x="320" y="26"/>
                    <a:pt x="262" y="0"/>
                    <a:pt x="2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1500" lIns="91425" spcFirstLastPara="1" rIns="91425" wrap="square" tIns="11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86" name="Google Shape;986;p10"/>
            <p:cNvSpPr/>
            <p:nvPr/>
          </p:nvSpPr>
          <p:spPr>
            <a:xfrm>
              <a:off x="8496360" y="4272840"/>
              <a:ext cx="15840" cy="11160"/>
            </a:xfrm>
            <a:custGeom>
              <a:rect b="b" l="l" r="r" t="t"/>
              <a:pathLst>
                <a:path extrusionOk="0" h="232" w="325">
                  <a:moveTo>
                    <a:pt x="168" y="1"/>
                  </a:moveTo>
                  <a:cubicBezTo>
                    <a:pt x="81" y="1"/>
                    <a:pt x="1" y="109"/>
                    <a:pt x="76" y="194"/>
                  </a:cubicBezTo>
                  <a:cubicBezTo>
                    <a:pt x="100" y="220"/>
                    <a:pt x="128" y="231"/>
                    <a:pt x="156" y="231"/>
                  </a:cubicBezTo>
                  <a:cubicBezTo>
                    <a:pt x="243" y="231"/>
                    <a:pt x="325" y="123"/>
                    <a:pt x="249" y="40"/>
                  </a:cubicBezTo>
                  <a:cubicBezTo>
                    <a:pt x="224" y="12"/>
                    <a:pt x="196" y="1"/>
                    <a:pt x="1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750" lIns="91425" spcFirstLastPara="1" rIns="91425" wrap="square" tIns="5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87" name="Google Shape;987;p10"/>
            <p:cNvSpPr/>
            <p:nvPr/>
          </p:nvSpPr>
          <p:spPr>
            <a:xfrm>
              <a:off x="8430480" y="4344840"/>
              <a:ext cx="56880" cy="36360"/>
            </a:xfrm>
            <a:custGeom>
              <a:rect b="b" l="l" r="r" t="t"/>
              <a:pathLst>
                <a:path extrusionOk="0" h="728" w="1133">
                  <a:moveTo>
                    <a:pt x="791" y="1"/>
                  </a:moveTo>
                  <a:cubicBezTo>
                    <a:pt x="682" y="1"/>
                    <a:pt x="579" y="62"/>
                    <a:pt x="482" y="108"/>
                  </a:cubicBezTo>
                  <a:cubicBezTo>
                    <a:pt x="353" y="170"/>
                    <a:pt x="177" y="222"/>
                    <a:pt x="91" y="348"/>
                  </a:cubicBezTo>
                  <a:cubicBezTo>
                    <a:pt x="0" y="481"/>
                    <a:pt x="90" y="716"/>
                    <a:pt x="228" y="716"/>
                  </a:cubicBezTo>
                  <a:cubicBezTo>
                    <a:pt x="260" y="716"/>
                    <a:pt x="295" y="703"/>
                    <a:pt x="330" y="673"/>
                  </a:cubicBezTo>
                  <a:cubicBezTo>
                    <a:pt x="346" y="660"/>
                    <a:pt x="353" y="646"/>
                    <a:pt x="357" y="630"/>
                  </a:cubicBezTo>
                  <a:cubicBezTo>
                    <a:pt x="366" y="591"/>
                    <a:pt x="340" y="548"/>
                    <a:pt x="302" y="533"/>
                  </a:cubicBezTo>
                  <a:cubicBezTo>
                    <a:pt x="190" y="485"/>
                    <a:pt x="492" y="354"/>
                    <a:pt x="536" y="334"/>
                  </a:cubicBezTo>
                  <a:cubicBezTo>
                    <a:pt x="594" y="307"/>
                    <a:pt x="695" y="236"/>
                    <a:pt x="770" y="236"/>
                  </a:cubicBezTo>
                  <a:cubicBezTo>
                    <a:pt x="801" y="236"/>
                    <a:pt x="826" y="248"/>
                    <a:pt x="843" y="278"/>
                  </a:cubicBezTo>
                  <a:cubicBezTo>
                    <a:pt x="910" y="391"/>
                    <a:pt x="777" y="490"/>
                    <a:pt x="687" y="523"/>
                  </a:cubicBezTo>
                  <a:cubicBezTo>
                    <a:pt x="634" y="540"/>
                    <a:pt x="574" y="547"/>
                    <a:pt x="516" y="560"/>
                  </a:cubicBezTo>
                  <a:cubicBezTo>
                    <a:pt x="449" y="574"/>
                    <a:pt x="444" y="591"/>
                    <a:pt x="379" y="619"/>
                  </a:cubicBezTo>
                  <a:cubicBezTo>
                    <a:pt x="371" y="623"/>
                    <a:pt x="367" y="629"/>
                    <a:pt x="366" y="632"/>
                  </a:cubicBezTo>
                  <a:cubicBezTo>
                    <a:pt x="362" y="645"/>
                    <a:pt x="369" y="660"/>
                    <a:pt x="381" y="666"/>
                  </a:cubicBezTo>
                  <a:cubicBezTo>
                    <a:pt x="447" y="696"/>
                    <a:pt x="458" y="718"/>
                    <a:pt x="530" y="725"/>
                  </a:cubicBezTo>
                  <a:cubicBezTo>
                    <a:pt x="548" y="727"/>
                    <a:pt x="566" y="728"/>
                    <a:pt x="584" y="728"/>
                  </a:cubicBezTo>
                  <a:cubicBezTo>
                    <a:pt x="638" y="728"/>
                    <a:pt x="693" y="721"/>
                    <a:pt x="743" y="710"/>
                  </a:cubicBezTo>
                  <a:cubicBezTo>
                    <a:pt x="865" y="682"/>
                    <a:pt x="977" y="615"/>
                    <a:pt x="1037" y="503"/>
                  </a:cubicBezTo>
                  <a:cubicBezTo>
                    <a:pt x="1132" y="320"/>
                    <a:pt x="1070" y="44"/>
                    <a:pt x="842" y="6"/>
                  </a:cubicBezTo>
                  <a:cubicBezTo>
                    <a:pt x="825" y="2"/>
                    <a:pt x="808" y="1"/>
                    <a:pt x="7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8350" lIns="91425" spcFirstLastPara="1" rIns="91425" wrap="square" tIns="18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88" name="Google Shape;988;p10"/>
            <p:cNvSpPr/>
            <p:nvPr/>
          </p:nvSpPr>
          <p:spPr>
            <a:xfrm>
              <a:off x="8514720" y="4291200"/>
              <a:ext cx="42120" cy="56160"/>
            </a:xfrm>
            <a:custGeom>
              <a:rect b="b" l="l" r="r" t="t"/>
              <a:pathLst>
                <a:path extrusionOk="0" h="1122" w="841">
                  <a:moveTo>
                    <a:pt x="227" y="262"/>
                  </a:moveTo>
                  <a:cubicBezTo>
                    <a:pt x="417" y="359"/>
                    <a:pt x="557" y="549"/>
                    <a:pt x="559" y="772"/>
                  </a:cubicBezTo>
                  <a:cubicBezTo>
                    <a:pt x="560" y="845"/>
                    <a:pt x="570" y="905"/>
                    <a:pt x="486" y="905"/>
                  </a:cubicBezTo>
                  <a:cubicBezTo>
                    <a:pt x="480" y="905"/>
                    <a:pt x="473" y="904"/>
                    <a:pt x="465" y="903"/>
                  </a:cubicBezTo>
                  <a:cubicBezTo>
                    <a:pt x="411" y="898"/>
                    <a:pt x="353" y="858"/>
                    <a:pt x="309" y="826"/>
                  </a:cubicBezTo>
                  <a:cubicBezTo>
                    <a:pt x="233" y="766"/>
                    <a:pt x="175" y="687"/>
                    <a:pt x="141" y="599"/>
                  </a:cubicBezTo>
                  <a:cubicBezTo>
                    <a:pt x="160" y="589"/>
                    <a:pt x="176" y="572"/>
                    <a:pt x="182" y="544"/>
                  </a:cubicBezTo>
                  <a:cubicBezTo>
                    <a:pt x="203" y="451"/>
                    <a:pt x="216" y="358"/>
                    <a:pt x="227" y="262"/>
                  </a:cubicBezTo>
                  <a:close/>
                  <a:moveTo>
                    <a:pt x="139" y="1"/>
                  </a:moveTo>
                  <a:cubicBezTo>
                    <a:pt x="82" y="1"/>
                    <a:pt x="35" y="43"/>
                    <a:pt x="29" y="103"/>
                  </a:cubicBezTo>
                  <a:cubicBezTo>
                    <a:pt x="15" y="237"/>
                    <a:pt x="0" y="373"/>
                    <a:pt x="5" y="510"/>
                  </a:cubicBezTo>
                  <a:cubicBezTo>
                    <a:pt x="3" y="519"/>
                    <a:pt x="6" y="529"/>
                    <a:pt x="10" y="538"/>
                  </a:cubicBezTo>
                  <a:cubicBezTo>
                    <a:pt x="12" y="697"/>
                    <a:pt x="71" y="843"/>
                    <a:pt x="195" y="962"/>
                  </a:cubicBezTo>
                  <a:cubicBezTo>
                    <a:pt x="274" y="1040"/>
                    <a:pt x="414" y="1122"/>
                    <a:pt x="540" y="1122"/>
                  </a:cubicBezTo>
                  <a:cubicBezTo>
                    <a:pt x="607" y="1122"/>
                    <a:pt x="669" y="1099"/>
                    <a:pt x="716" y="1040"/>
                  </a:cubicBezTo>
                  <a:cubicBezTo>
                    <a:pt x="841" y="879"/>
                    <a:pt x="777" y="596"/>
                    <a:pt x="695" y="433"/>
                  </a:cubicBezTo>
                  <a:cubicBezTo>
                    <a:pt x="588" y="223"/>
                    <a:pt x="399" y="67"/>
                    <a:pt x="170" y="5"/>
                  </a:cubicBezTo>
                  <a:cubicBezTo>
                    <a:pt x="160" y="2"/>
                    <a:pt x="149" y="1"/>
                    <a:pt x="1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8075" lIns="91425" spcFirstLastPara="1" rIns="91425" wrap="square" tIns="280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89" name="Google Shape;989;p10"/>
            <p:cNvSpPr/>
            <p:nvPr/>
          </p:nvSpPr>
          <p:spPr>
            <a:xfrm>
              <a:off x="8404200" y="4401000"/>
              <a:ext cx="12240" cy="8640"/>
            </a:xfrm>
            <a:custGeom>
              <a:rect b="b" l="l" r="r" t="t"/>
              <a:pathLst>
                <a:path extrusionOk="0" h="178" w="249">
                  <a:moveTo>
                    <a:pt x="129" y="0"/>
                  </a:moveTo>
                  <a:cubicBezTo>
                    <a:pt x="62" y="0"/>
                    <a:pt x="1" y="83"/>
                    <a:pt x="58" y="147"/>
                  </a:cubicBezTo>
                  <a:cubicBezTo>
                    <a:pt x="76" y="169"/>
                    <a:pt x="98" y="177"/>
                    <a:pt x="120" y="177"/>
                  </a:cubicBezTo>
                  <a:cubicBezTo>
                    <a:pt x="187" y="177"/>
                    <a:pt x="248" y="94"/>
                    <a:pt x="191" y="30"/>
                  </a:cubicBezTo>
                  <a:cubicBezTo>
                    <a:pt x="172" y="9"/>
                    <a:pt x="150" y="0"/>
                    <a:pt x="1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300" lIns="91425" spcFirstLastPara="1" rIns="91425" wrap="square" tIns="4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90" name="Google Shape;990;p10"/>
            <p:cNvSpPr/>
            <p:nvPr/>
          </p:nvSpPr>
          <p:spPr>
            <a:xfrm>
              <a:off x="8494200" y="4338360"/>
              <a:ext cx="12960" cy="9360"/>
            </a:xfrm>
            <a:custGeom>
              <a:rect b="b" l="l" r="r" t="t"/>
              <a:pathLst>
                <a:path extrusionOk="0" h="193" w="267">
                  <a:moveTo>
                    <a:pt x="138" y="1"/>
                  </a:moveTo>
                  <a:cubicBezTo>
                    <a:pt x="66" y="1"/>
                    <a:pt x="0" y="91"/>
                    <a:pt x="61" y="160"/>
                  </a:cubicBezTo>
                  <a:cubicBezTo>
                    <a:pt x="81" y="183"/>
                    <a:pt x="105" y="192"/>
                    <a:pt x="128" y="192"/>
                  </a:cubicBezTo>
                  <a:cubicBezTo>
                    <a:pt x="201" y="192"/>
                    <a:pt x="267" y="101"/>
                    <a:pt x="206" y="33"/>
                  </a:cubicBezTo>
                  <a:cubicBezTo>
                    <a:pt x="185" y="10"/>
                    <a:pt x="161" y="1"/>
                    <a:pt x="1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91" name="Google Shape;991;p10"/>
            <p:cNvSpPr/>
            <p:nvPr/>
          </p:nvSpPr>
          <p:spPr>
            <a:xfrm>
              <a:off x="8434440" y="4393800"/>
              <a:ext cx="16920" cy="11880"/>
            </a:xfrm>
            <a:custGeom>
              <a:rect b="b" l="l" r="r" t="t"/>
              <a:pathLst>
                <a:path extrusionOk="0" h="243" w="340">
                  <a:moveTo>
                    <a:pt x="174" y="0"/>
                  </a:moveTo>
                  <a:cubicBezTo>
                    <a:pt x="83" y="0"/>
                    <a:pt x="0" y="114"/>
                    <a:pt x="78" y="203"/>
                  </a:cubicBezTo>
                  <a:cubicBezTo>
                    <a:pt x="104" y="231"/>
                    <a:pt x="134" y="243"/>
                    <a:pt x="163" y="243"/>
                  </a:cubicBezTo>
                  <a:cubicBezTo>
                    <a:pt x="255" y="243"/>
                    <a:pt x="340" y="129"/>
                    <a:pt x="259" y="41"/>
                  </a:cubicBezTo>
                  <a:cubicBezTo>
                    <a:pt x="234" y="12"/>
                    <a:pt x="203" y="0"/>
                    <a:pt x="1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100" lIns="91425" spcFirstLastPara="1" rIns="91425" wrap="square" tIns="6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92" name="Google Shape;992;p10"/>
            <p:cNvSpPr/>
            <p:nvPr/>
          </p:nvSpPr>
          <p:spPr>
            <a:xfrm>
              <a:off x="8180280" y="4582800"/>
              <a:ext cx="137160" cy="162000"/>
            </a:xfrm>
            <a:custGeom>
              <a:rect b="b" l="l" r="r" t="t"/>
              <a:pathLst>
                <a:path extrusionOk="0" h="3222" w="2728">
                  <a:moveTo>
                    <a:pt x="1338" y="255"/>
                  </a:moveTo>
                  <a:cubicBezTo>
                    <a:pt x="1588" y="255"/>
                    <a:pt x="1832" y="418"/>
                    <a:pt x="1979" y="602"/>
                  </a:cubicBezTo>
                  <a:cubicBezTo>
                    <a:pt x="2257" y="949"/>
                    <a:pt x="2447" y="1753"/>
                    <a:pt x="2262" y="2171"/>
                  </a:cubicBezTo>
                  <a:cubicBezTo>
                    <a:pt x="2261" y="2174"/>
                    <a:pt x="2261" y="2179"/>
                    <a:pt x="2260" y="2182"/>
                  </a:cubicBezTo>
                  <a:cubicBezTo>
                    <a:pt x="2019" y="2554"/>
                    <a:pt x="1602" y="2981"/>
                    <a:pt x="1202" y="2981"/>
                  </a:cubicBezTo>
                  <a:cubicBezTo>
                    <a:pt x="990" y="2981"/>
                    <a:pt x="783" y="2860"/>
                    <a:pt x="610" y="2546"/>
                  </a:cubicBezTo>
                  <a:cubicBezTo>
                    <a:pt x="355" y="2081"/>
                    <a:pt x="507" y="1533"/>
                    <a:pt x="653" y="1061"/>
                  </a:cubicBezTo>
                  <a:cubicBezTo>
                    <a:pt x="745" y="764"/>
                    <a:pt x="837" y="360"/>
                    <a:pt x="1204" y="272"/>
                  </a:cubicBezTo>
                  <a:cubicBezTo>
                    <a:pt x="1248" y="261"/>
                    <a:pt x="1293" y="255"/>
                    <a:pt x="1338" y="255"/>
                  </a:cubicBezTo>
                  <a:close/>
                  <a:moveTo>
                    <a:pt x="1397" y="0"/>
                  </a:moveTo>
                  <a:cubicBezTo>
                    <a:pt x="971" y="0"/>
                    <a:pt x="623" y="347"/>
                    <a:pt x="461" y="830"/>
                  </a:cubicBezTo>
                  <a:cubicBezTo>
                    <a:pt x="227" y="1530"/>
                    <a:pt x="1" y="2548"/>
                    <a:pt x="731" y="3048"/>
                  </a:cubicBezTo>
                  <a:cubicBezTo>
                    <a:pt x="907" y="3169"/>
                    <a:pt x="1080" y="3221"/>
                    <a:pt x="1245" y="3221"/>
                  </a:cubicBezTo>
                  <a:cubicBezTo>
                    <a:pt x="1727" y="3221"/>
                    <a:pt x="2143" y="2781"/>
                    <a:pt x="2376" y="2328"/>
                  </a:cubicBezTo>
                  <a:cubicBezTo>
                    <a:pt x="2379" y="2328"/>
                    <a:pt x="2383" y="2328"/>
                    <a:pt x="2386" y="2328"/>
                  </a:cubicBezTo>
                  <a:cubicBezTo>
                    <a:pt x="2426" y="2328"/>
                    <a:pt x="2467" y="2314"/>
                    <a:pt x="2493" y="2280"/>
                  </a:cubicBezTo>
                  <a:cubicBezTo>
                    <a:pt x="2727" y="1985"/>
                    <a:pt x="2615" y="1544"/>
                    <a:pt x="2542" y="1206"/>
                  </a:cubicBezTo>
                  <a:cubicBezTo>
                    <a:pt x="2459" y="829"/>
                    <a:pt x="2302" y="439"/>
                    <a:pt x="1978" y="208"/>
                  </a:cubicBezTo>
                  <a:cubicBezTo>
                    <a:pt x="1776" y="64"/>
                    <a:pt x="1579" y="0"/>
                    <a:pt x="13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81000" lIns="91425" spcFirstLastPara="1" rIns="91425" wrap="square" tIns="81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93" name="Google Shape;993;p10"/>
            <p:cNvSpPr/>
            <p:nvPr/>
          </p:nvSpPr>
          <p:spPr>
            <a:xfrm>
              <a:off x="8383680" y="4417200"/>
              <a:ext cx="134280" cy="102600"/>
            </a:xfrm>
            <a:custGeom>
              <a:rect b="b" l="l" r="r" t="t"/>
              <a:pathLst>
                <a:path extrusionOk="0" h="2047" w="2671">
                  <a:moveTo>
                    <a:pt x="1281" y="241"/>
                  </a:moveTo>
                  <a:cubicBezTo>
                    <a:pt x="1425" y="241"/>
                    <a:pt x="1573" y="271"/>
                    <a:pt x="1686" y="348"/>
                  </a:cubicBezTo>
                  <a:cubicBezTo>
                    <a:pt x="1940" y="518"/>
                    <a:pt x="1955" y="869"/>
                    <a:pt x="1879" y="1138"/>
                  </a:cubicBezTo>
                  <a:cubicBezTo>
                    <a:pt x="1761" y="1548"/>
                    <a:pt x="1425" y="1870"/>
                    <a:pt x="1005" y="1870"/>
                  </a:cubicBezTo>
                  <a:cubicBezTo>
                    <a:pt x="950" y="1870"/>
                    <a:pt x="895" y="1865"/>
                    <a:pt x="838" y="1853"/>
                  </a:cubicBezTo>
                  <a:cubicBezTo>
                    <a:pt x="715" y="1800"/>
                    <a:pt x="616" y="1724"/>
                    <a:pt x="539" y="1639"/>
                  </a:cubicBezTo>
                  <a:cubicBezTo>
                    <a:pt x="136" y="1190"/>
                    <a:pt x="372" y="407"/>
                    <a:pt x="1057" y="265"/>
                  </a:cubicBezTo>
                  <a:cubicBezTo>
                    <a:pt x="1126" y="250"/>
                    <a:pt x="1203" y="241"/>
                    <a:pt x="1281" y="241"/>
                  </a:cubicBezTo>
                  <a:close/>
                  <a:moveTo>
                    <a:pt x="1283" y="0"/>
                  </a:moveTo>
                  <a:cubicBezTo>
                    <a:pt x="769" y="0"/>
                    <a:pt x="237" y="336"/>
                    <a:pt x="119" y="853"/>
                  </a:cubicBezTo>
                  <a:cubicBezTo>
                    <a:pt x="1" y="1356"/>
                    <a:pt x="310" y="1927"/>
                    <a:pt x="824" y="2025"/>
                  </a:cubicBezTo>
                  <a:cubicBezTo>
                    <a:pt x="831" y="2026"/>
                    <a:pt x="836" y="2027"/>
                    <a:pt x="842" y="2027"/>
                  </a:cubicBezTo>
                  <a:cubicBezTo>
                    <a:pt x="856" y="2027"/>
                    <a:pt x="868" y="2023"/>
                    <a:pt x="880" y="2018"/>
                  </a:cubicBezTo>
                  <a:cubicBezTo>
                    <a:pt x="959" y="2037"/>
                    <a:pt x="1036" y="2047"/>
                    <a:pt x="1111" y="2047"/>
                  </a:cubicBezTo>
                  <a:cubicBezTo>
                    <a:pt x="2204" y="2047"/>
                    <a:pt x="2671" y="58"/>
                    <a:pt x="1330" y="1"/>
                  </a:cubicBezTo>
                  <a:cubicBezTo>
                    <a:pt x="1315" y="1"/>
                    <a:pt x="1299" y="0"/>
                    <a:pt x="12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1475" lIns="91425" spcFirstLastPara="1" rIns="91425" wrap="square" tIns="51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94" name="Google Shape;994;p10"/>
            <p:cNvSpPr/>
            <p:nvPr/>
          </p:nvSpPr>
          <p:spPr>
            <a:xfrm>
              <a:off x="8301960" y="4525560"/>
              <a:ext cx="41400" cy="45000"/>
            </a:xfrm>
            <a:custGeom>
              <a:rect b="b" l="l" r="r" t="t"/>
              <a:pathLst>
                <a:path extrusionOk="0" h="897" w="826">
                  <a:moveTo>
                    <a:pt x="392" y="1"/>
                  </a:moveTo>
                  <a:cubicBezTo>
                    <a:pt x="258" y="1"/>
                    <a:pt x="133" y="73"/>
                    <a:pt x="74" y="205"/>
                  </a:cubicBezTo>
                  <a:cubicBezTo>
                    <a:pt x="0" y="362"/>
                    <a:pt x="34" y="661"/>
                    <a:pt x="240" y="702"/>
                  </a:cubicBezTo>
                  <a:cubicBezTo>
                    <a:pt x="244" y="703"/>
                    <a:pt x="249" y="703"/>
                    <a:pt x="253" y="703"/>
                  </a:cubicBezTo>
                  <a:cubicBezTo>
                    <a:pt x="304" y="703"/>
                    <a:pt x="335" y="651"/>
                    <a:pt x="302" y="606"/>
                  </a:cubicBezTo>
                  <a:cubicBezTo>
                    <a:pt x="224" y="504"/>
                    <a:pt x="155" y="396"/>
                    <a:pt x="227" y="266"/>
                  </a:cubicBezTo>
                  <a:cubicBezTo>
                    <a:pt x="262" y="205"/>
                    <a:pt x="319" y="178"/>
                    <a:pt x="379" y="178"/>
                  </a:cubicBezTo>
                  <a:cubicBezTo>
                    <a:pt x="427" y="178"/>
                    <a:pt x="476" y="195"/>
                    <a:pt x="518" y="226"/>
                  </a:cubicBezTo>
                  <a:cubicBezTo>
                    <a:pt x="798" y="434"/>
                    <a:pt x="401" y="691"/>
                    <a:pt x="224" y="777"/>
                  </a:cubicBezTo>
                  <a:cubicBezTo>
                    <a:pt x="158" y="811"/>
                    <a:pt x="194" y="897"/>
                    <a:pt x="256" y="897"/>
                  </a:cubicBezTo>
                  <a:cubicBezTo>
                    <a:pt x="264" y="897"/>
                    <a:pt x="272" y="895"/>
                    <a:pt x="281" y="892"/>
                  </a:cubicBezTo>
                  <a:cubicBezTo>
                    <a:pt x="488" y="813"/>
                    <a:pt x="733" y="695"/>
                    <a:pt x="783" y="455"/>
                  </a:cubicBezTo>
                  <a:cubicBezTo>
                    <a:pt x="825" y="266"/>
                    <a:pt x="698" y="91"/>
                    <a:pt x="523" y="25"/>
                  </a:cubicBezTo>
                  <a:cubicBezTo>
                    <a:pt x="480" y="9"/>
                    <a:pt x="435" y="1"/>
                    <a:pt x="3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2675" lIns="91425" spcFirstLastPara="1" rIns="91425" wrap="square" tIns="22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95" name="Google Shape;995;p10"/>
            <p:cNvSpPr/>
            <p:nvPr/>
          </p:nvSpPr>
          <p:spPr>
            <a:xfrm>
              <a:off x="8270280" y="4557600"/>
              <a:ext cx="12960" cy="9360"/>
            </a:xfrm>
            <a:custGeom>
              <a:rect b="b" l="l" r="r" t="t"/>
              <a:pathLst>
                <a:path extrusionOk="0" h="191" w="265">
                  <a:moveTo>
                    <a:pt x="137" y="1"/>
                  </a:moveTo>
                  <a:cubicBezTo>
                    <a:pt x="66" y="1"/>
                    <a:pt x="0" y="89"/>
                    <a:pt x="62" y="159"/>
                  </a:cubicBezTo>
                  <a:cubicBezTo>
                    <a:pt x="82" y="181"/>
                    <a:pt x="105" y="190"/>
                    <a:pt x="128" y="190"/>
                  </a:cubicBezTo>
                  <a:cubicBezTo>
                    <a:pt x="198" y="190"/>
                    <a:pt x="264" y="101"/>
                    <a:pt x="204" y="33"/>
                  </a:cubicBezTo>
                  <a:cubicBezTo>
                    <a:pt x="184" y="10"/>
                    <a:pt x="160" y="1"/>
                    <a:pt x="1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96" name="Google Shape;996;p10"/>
            <p:cNvSpPr/>
            <p:nvPr/>
          </p:nvSpPr>
          <p:spPr>
            <a:xfrm>
              <a:off x="8352360" y="4497480"/>
              <a:ext cx="18000" cy="16200"/>
            </a:xfrm>
            <a:custGeom>
              <a:rect b="b" l="l" r="r" t="t"/>
              <a:pathLst>
                <a:path extrusionOk="0" h="329" w="363">
                  <a:moveTo>
                    <a:pt x="190" y="0"/>
                  </a:moveTo>
                  <a:cubicBezTo>
                    <a:pt x="180" y="0"/>
                    <a:pt x="170" y="1"/>
                    <a:pt x="160" y="3"/>
                  </a:cubicBezTo>
                  <a:cubicBezTo>
                    <a:pt x="157" y="4"/>
                    <a:pt x="154" y="5"/>
                    <a:pt x="151" y="5"/>
                  </a:cubicBezTo>
                  <a:cubicBezTo>
                    <a:pt x="145" y="5"/>
                    <a:pt x="140" y="3"/>
                    <a:pt x="135" y="3"/>
                  </a:cubicBezTo>
                  <a:cubicBezTo>
                    <a:pt x="75" y="8"/>
                    <a:pt x="41" y="53"/>
                    <a:pt x="27" y="105"/>
                  </a:cubicBezTo>
                  <a:cubicBezTo>
                    <a:pt x="26" y="108"/>
                    <a:pt x="26" y="111"/>
                    <a:pt x="23" y="115"/>
                  </a:cubicBezTo>
                  <a:cubicBezTo>
                    <a:pt x="0" y="179"/>
                    <a:pt x="28" y="268"/>
                    <a:pt x="91" y="304"/>
                  </a:cubicBezTo>
                  <a:cubicBezTo>
                    <a:pt x="120" y="320"/>
                    <a:pt x="153" y="328"/>
                    <a:pt x="185" y="328"/>
                  </a:cubicBezTo>
                  <a:cubicBezTo>
                    <a:pt x="257" y="328"/>
                    <a:pt x="328" y="289"/>
                    <a:pt x="347" y="209"/>
                  </a:cubicBezTo>
                  <a:cubicBezTo>
                    <a:pt x="363" y="145"/>
                    <a:pt x="349" y="84"/>
                    <a:pt x="298" y="39"/>
                  </a:cubicBezTo>
                  <a:cubicBezTo>
                    <a:pt x="269" y="15"/>
                    <a:pt x="229" y="0"/>
                    <a:pt x="1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8275" lIns="91425" spcFirstLastPara="1" rIns="91425" wrap="square" tIns="8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97" name="Google Shape;997;p10"/>
            <p:cNvSpPr/>
            <p:nvPr/>
          </p:nvSpPr>
          <p:spPr>
            <a:xfrm>
              <a:off x="8403840" y="4441680"/>
              <a:ext cx="58320" cy="53640"/>
            </a:xfrm>
            <a:custGeom>
              <a:rect b="b" l="l" r="r" t="t"/>
              <a:pathLst>
                <a:path extrusionOk="0" h="1069" w="1168">
                  <a:moveTo>
                    <a:pt x="695" y="0"/>
                  </a:moveTo>
                  <a:cubicBezTo>
                    <a:pt x="546" y="0"/>
                    <a:pt x="388" y="60"/>
                    <a:pt x="274" y="168"/>
                  </a:cubicBezTo>
                  <a:cubicBezTo>
                    <a:pt x="1" y="429"/>
                    <a:pt x="46" y="908"/>
                    <a:pt x="423" y="1044"/>
                  </a:cubicBezTo>
                  <a:cubicBezTo>
                    <a:pt x="470" y="1061"/>
                    <a:pt x="517" y="1069"/>
                    <a:pt x="562" y="1069"/>
                  </a:cubicBezTo>
                  <a:cubicBezTo>
                    <a:pt x="722" y="1069"/>
                    <a:pt x="865" y="971"/>
                    <a:pt x="937" y="834"/>
                  </a:cubicBezTo>
                  <a:cubicBezTo>
                    <a:pt x="1078" y="732"/>
                    <a:pt x="1167" y="575"/>
                    <a:pt x="1133" y="364"/>
                  </a:cubicBezTo>
                  <a:cubicBezTo>
                    <a:pt x="1093" y="113"/>
                    <a:pt x="902" y="0"/>
                    <a:pt x="69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27000" lIns="91425" spcFirstLastPara="1" rIns="91425" wrap="square" tIns="27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98" name="Google Shape;998;p10"/>
            <p:cNvSpPr/>
            <p:nvPr/>
          </p:nvSpPr>
          <p:spPr>
            <a:xfrm>
              <a:off x="8219880" y="4616640"/>
              <a:ext cx="78840" cy="96480"/>
            </a:xfrm>
            <a:custGeom>
              <a:rect b="b" l="l" r="r" t="t"/>
              <a:pathLst>
                <a:path extrusionOk="0" h="1922" w="1573">
                  <a:moveTo>
                    <a:pt x="867" y="1"/>
                  </a:moveTo>
                  <a:cubicBezTo>
                    <a:pt x="796" y="1"/>
                    <a:pt x="723" y="14"/>
                    <a:pt x="650" y="42"/>
                  </a:cubicBezTo>
                  <a:cubicBezTo>
                    <a:pt x="149" y="232"/>
                    <a:pt x="1" y="799"/>
                    <a:pt x="131" y="1279"/>
                  </a:cubicBezTo>
                  <a:cubicBezTo>
                    <a:pt x="110" y="1475"/>
                    <a:pt x="152" y="1672"/>
                    <a:pt x="301" y="1801"/>
                  </a:cubicBezTo>
                  <a:cubicBezTo>
                    <a:pt x="398" y="1886"/>
                    <a:pt x="505" y="1922"/>
                    <a:pt x="612" y="1922"/>
                  </a:cubicBezTo>
                  <a:cubicBezTo>
                    <a:pt x="837" y="1922"/>
                    <a:pt x="1063" y="1764"/>
                    <a:pt x="1190" y="1570"/>
                  </a:cubicBezTo>
                  <a:cubicBezTo>
                    <a:pt x="1395" y="1258"/>
                    <a:pt x="1572" y="813"/>
                    <a:pt x="1443" y="443"/>
                  </a:cubicBezTo>
                  <a:cubicBezTo>
                    <a:pt x="1351" y="178"/>
                    <a:pt x="1126" y="1"/>
                    <a:pt x="86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8225" lIns="91425" spcFirstLastPara="1" rIns="91425" wrap="square" tIns="48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99" name="Google Shape;999;p10"/>
            <p:cNvSpPr/>
            <p:nvPr/>
          </p:nvSpPr>
          <p:spPr>
            <a:xfrm>
              <a:off x="8488440" y="4400640"/>
              <a:ext cx="12960" cy="9000"/>
            </a:xfrm>
            <a:custGeom>
              <a:rect b="b" l="l" r="r" t="t"/>
              <a:pathLst>
                <a:path extrusionOk="0" h="189" w="262">
                  <a:moveTo>
                    <a:pt x="136" y="1"/>
                  </a:moveTo>
                  <a:cubicBezTo>
                    <a:pt x="66" y="1"/>
                    <a:pt x="0" y="89"/>
                    <a:pt x="60" y="158"/>
                  </a:cubicBezTo>
                  <a:cubicBezTo>
                    <a:pt x="80" y="180"/>
                    <a:pt x="103" y="189"/>
                    <a:pt x="125" y="189"/>
                  </a:cubicBezTo>
                  <a:cubicBezTo>
                    <a:pt x="196" y="189"/>
                    <a:pt x="262" y="100"/>
                    <a:pt x="201" y="31"/>
                  </a:cubicBezTo>
                  <a:cubicBezTo>
                    <a:pt x="181" y="10"/>
                    <a:pt x="159" y="1"/>
                    <a:pt x="1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00" name="Google Shape;1000;p10"/>
            <p:cNvSpPr/>
            <p:nvPr/>
          </p:nvSpPr>
          <p:spPr>
            <a:xfrm>
              <a:off x="8534160" y="4358160"/>
              <a:ext cx="20520" cy="14400"/>
            </a:xfrm>
            <a:custGeom>
              <a:rect b="b" l="l" r="r" t="t"/>
              <a:pathLst>
                <a:path extrusionOk="0" h="296" w="413">
                  <a:moveTo>
                    <a:pt x="213" y="1"/>
                  </a:moveTo>
                  <a:cubicBezTo>
                    <a:pt x="103" y="1"/>
                    <a:pt x="0" y="140"/>
                    <a:pt x="96" y="247"/>
                  </a:cubicBezTo>
                  <a:cubicBezTo>
                    <a:pt x="127" y="281"/>
                    <a:pt x="163" y="295"/>
                    <a:pt x="198" y="295"/>
                  </a:cubicBezTo>
                  <a:cubicBezTo>
                    <a:pt x="309" y="295"/>
                    <a:pt x="412" y="156"/>
                    <a:pt x="315" y="50"/>
                  </a:cubicBezTo>
                  <a:cubicBezTo>
                    <a:pt x="285" y="15"/>
                    <a:pt x="248" y="1"/>
                    <a:pt x="2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200" lIns="91425" spcFirstLastPara="1" rIns="91425" wrap="square" tIns="7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01" name="Google Shape;1001;p10"/>
            <p:cNvSpPr/>
            <p:nvPr/>
          </p:nvSpPr>
          <p:spPr>
            <a:xfrm>
              <a:off x="8295840" y="4578120"/>
              <a:ext cx="24120" cy="17280"/>
            </a:xfrm>
            <a:custGeom>
              <a:rect b="b" l="l" r="r" t="t"/>
              <a:pathLst>
                <a:path extrusionOk="0" h="347" w="485">
                  <a:moveTo>
                    <a:pt x="252" y="0"/>
                  </a:moveTo>
                  <a:cubicBezTo>
                    <a:pt x="122" y="0"/>
                    <a:pt x="0" y="163"/>
                    <a:pt x="113" y="289"/>
                  </a:cubicBezTo>
                  <a:cubicBezTo>
                    <a:pt x="149" y="330"/>
                    <a:pt x="192" y="346"/>
                    <a:pt x="234" y="346"/>
                  </a:cubicBezTo>
                  <a:cubicBezTo>
                    <a:pt x="364" y="346"/>
                    <a:pt x="485" y="183"/>
                    <a:pt x="372" y="57"/>
                  </a:cubicBezTo>
                  <a:cubicBezTo>
                    <a:pt x="336" y="17"/>
                    <a:pt x="293" y="0"/>
                    <a:pt x="2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8625" lIns="91425" spcFirstLastPara="1" rIns="91425" wrap="square" tIns="86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02" name="Google Shape;1002;p10"/>
            <p:cNvSpPr/>
            <p:nvPr/>
          </p:nvSpPr>
          <p:spPr>
            <a:xfrm>
              <a:off x="8170200" y="4708800"/>
              <a:ext cx="18360" cy="15120"/>
            </a:xfrm>
            <a:custGeom>
              <a:rect b="b" l="l" r="r" t="t"/>
              <a:pathLst>
                <a:path extrusionOk="0" h="306" w="374">
                  <a:moveTo>
                    <a:pt x="128" y="1"/>
                  </a:moveTo>
                  <a:cubicBezTo>
                    <a:pt x="59" y="1"/>
                    <a:pt x="1" y="71"/>
                    <a:pt x="27" y="143"/>
                  </a:cubicBezTo>
                  <a:cubicBezTo>
                    <a:pt x="21" y="232"/>
                    <a:pt x="97" y="305"/>
                    <a:pt x="178" y="305"/>
                  </a:cubicBezTo>
                  <a:cubicBezTo>
                    <a:pt x="210" y="305"/>
                    <a:pt x="242" y="294"/>
                    <a:pt x="271" y="269"/>
                  </a:cubicBezTo>
                  <a:cubicBezTo>
                    <a:pt x="373" y="177"/>
                    <a:pt x="299" y="18"/>
                    <a:pt x="175" y="12"/>
                  </a:cubicBezTo>
                  <a:cubicBezTo>
                    <a:pt x="159" y="4"/>
                    <a:pt x="143" y="1"/>
                    <a:pt x="1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550" lIns="91425" spcFirstLastPara="1" rIns="91425" wrap="square" tIns="75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03" name="Google Shape;1003;p10"/>
            <p:cNvSpPr/>
            <p:nvPr/>
          </p:nvSpPr>
          <p:spPr>
            <a:xfrm>
              <a:off x="8524080" y="4388400"/>
              <a:ext cx="17280" cy="12240"/>
            </a:xfrm>
            <a:custGeom>
              <a:rect b="b" l="l" r="r" t="t"/>
              <a:pathLst>
                <a:path extrusionOk="0" h="253" w="353">
                  <a:moveTo>
                    <a:pt x="183" y="0"/>
                  </a:moveTo>
                  <a:cubicBezTo>
                    <a:pt x="88" y="0"/>
                    <a:pt x="1" y="118"/>
                    <a:pt x="83" y="210"/>
                  </a:cubicBezTo>
                  <a:cubicBezTo>
                    <a:pt x="110" y="240"/>
                    <a:pt x="141" y="253"/>
                    <a:pt x="172" y="253"/>
                  </a:cubicBezTo>
                  <a:cubicBezTo>
                    <a:pt x="266" y="253"/>
                    <a:pt x="353" y="135"/>
                    <a:pt x="272" y="42"/>
                  </a:cubicBezTo>
                  <a:cubicBezTo>
                    <a:pt x="245" y="12"/>
                    <a:pt x="214" y="0"/>
                    <a:pt x="1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100" lIns="91425" spcFirstLastPara="1" rIns="91425" wrap="square" tIns="6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04" name="Google Shape;1004;p10"/>
            <p:cNvSpPr/>
            <p:nvPr/>
          </p:nvSpPr>
          <p:spPr>
            <a:xfrm>
              <a:off x="8508600" y="4419360"/>
              <a:ext cx="19440" cy="13680"/>
            </a:xfrm>
            <a:custGeom>
              <a:rect b="b" l="l" r="r" t="t"/>
              <a:pathLst>
                <a:path extrusionOk="0" h="281" w="394">
                  <a:moveTo>
                    <a:pt x="203" y="0"/>
                  </a:moveTo>
                  <a:cubicBezTo>
                    <a:pt x="98" y="0"/>
                    <a:pt x="0" y="132"/>
                    <a:pt x="91" y="234"/>
                  </a:cubicBezTo>
                  <a:cubicBezTo>
                    <a:pt x="121" y="267"/>
                    <a:pt x="156" y="281"/>
                    <a:pt x="190" y="281"/>
                  </a:cubicBezTo>
                  <a:cubicBezTo>
                    <a:pt x="296" y="281"/>
                    <a:pt x="393" y="149"/>
                    <a:pt x="301" y="47"/>
                  </a:cubicBezTo>
                  <a:cubicBezTo>
                    <a:pt x="272" y="14"/>
                    <a:pt x="237" y="0"/>
                    <a:pt x="2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825" lIns="91425" spcFirstLastPara="1" rIns="91425" wrap="square" tIns="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05" name="Google Shape;1005;p10"/>
            <p:cNvSpPr/>
            <p:nvPr/>
          </p:nvSpPr>
          <p:spPr>
            <a:xfrm>
              <a:off x="8371440" y="4545000"/>
              <a:ext cx="16200" cy="11520"/>
            </a:xfrm>
            <a:custGeom>
              <a:rect b="b" l="l" r="r" t="t"/>
              <a:pathLst>
                <a:path extrusionOk="0" h="236" w="329">
                  <a:moveTo>
                    <a:pt x="169" y="1"/>
                  </a:moveTo>
                  <a:cubicBezTo>
                    <a:pt x="81" y="1"/>
                    <a:pt x="0" y="111"/>
                    <a:pt x="76" y="197"/>
                  </a:cubicBezTo>
                  <a:cubicBezTo>
                    <a:pt x="101" y="224"/>
                    <a:pt x="130" y="236"/>
                    <a:pt x="159" y="236"/>
                  </a:cubicBezTo>
                  <a:cubicBezTo>
                    <a:pt x="247" y="236"/>
                    <a:pt x="329" y="125"/>
                    <a:pt x="250" y="39"/>
                  </a:cubicBezTo>
                  <a:cubicBezTo>
                    <a:pt x="226" y="12"/>
                    <a:pt x="197" y="1"/>
                    <a:pt x="1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750" lIns="91425" spcFirstLastPara="1" rIns="91425" wrap="square" tIns="5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06" name="Google Shape;1006;p10"/>
            <p:cNvSpPr/>
            <p:nvPr/>
          </p:nvSpPr>
          <p:spPr>
            <a:xfrm>
              <a:off x="8573400" y="4380480"/>
              <a:ext cx="19440" cy="13680"/>
            </a:xfrm>
            <a:custGeom>
              <a:rect b="b" l="l" r="r" t="t"/>
              <a:pathLst>
                <a:path extrusionOk="0" h="281" w="393">
                  <a:moveTo>
                    <a:pt x="203" y="1"/>
                  </a:moveTo>
                  <a:cubicBezTo>
                    <a:pt x="98" y="1"/>
                    <a:pt x="0" y="132"/>
                    <a:pt x="91" y="234"/>
                  </a:cubicBezTo>
                  <a:cubicBezTo>
                    <a:pt x="120" y="267"/>
                    <a:pt x="155" y="281"/>
                    <a:pt x="189" y="281"/>
                  </a:cubicBezTo>
                  <a:cubicBezTo>
                    <a:pt x="295" y="281"/>
                    <a:pt x="393" y="149"/>
                    <a:pt x="301" y="47"/>
                  </a:cubicBezTo>
                  <a:cubicBezTo>
                    <a:pt x="271" y="14"/>
                    <a:pt x="237" y="1"/>
                    <a:pt x="2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825" lIns="91425" spcFirstLastPara="1" rIns="91425" wrap="square" tIns="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07" name="Google Shape;1007;p10"/>
            <p:cNvSpPr/>
            <p:nvPr/>
          </p:nvSpPr>
          <p:spPr>
            <a:xfrm>
              <a:off x="8326800" y="4606920"/>
              <a:ext cx="57600" cy="28800"/>
            </a:xfrm>
            <a:custGeom>
              <a:rect b="b" l="l" r="r" t="t"/>
              <a:pathLst>
                <a:path extrusionOk="0" h="580" w="1154">
                  <a:moveTo>
                    <a:pt x="649" y="1"/>
                  </a:moveTo>
                  <a:cubicBezTo>
                    <a:pt x="598" y="1"/>
                    <a:pt x="548" y="5"/>
                    <a:pt x="496" y="14"/>
                  </a:cubicBezTo>
                  <a:cubicBezTo>
                    <a:pt x="323" y="42"/>
                    <a:pt x="97" y="141"/>
                    <a:pt x="24" y="313"/>
                  </a:cubicBezTo>
                  <a:cubicBezTo>
                    <a:pt x="1" y="368"/>
                    <a:pt x="52" y="409"/>
                    <a:pt x="100" y="409"/>
                  </a:cubicBezTo>
                  <a:cubicBezTo>
                    <a:pt x="110" y="409"/>
                    <a:pt x="120" y="407"/>
                    <a:pt x="129" y="403"/>
                  </a:cubicBezTo>
                  <a:cubicBezTo>
                    <a:pt x="142" y="401"/>
                    <a:pt x="155" y="395"/>
                    <a:pt x="168" y="389"/>
                  </a:cubicBezTo>
                  <a:cubicBezTo>
                    <a:pt x="285" y="335"/>
                    <a:pt x="382" y="255"/>
                    <a:pt x="518" y="229"/>
                  </a:cubicBezTo>
                  <a:cubicBezTo>
                    <a:pt x="565" y="220"/>
                    <a:pt x="613" y="215"/>
                    <a:pt x="661" y="215"/>
                  </a:cubicBezTo>
                  <a:cubicBezTo>
                    <a:pt x="723" y="215"/>
                    <a:pt x="786" y="223"/>
                    <a:pt x="846" y="240"/>
                  </a:cubicBezTo>
                  <a:cubicBezTo>
                    <a:pt x="713" y="353"/>
                    <a:pt x="548" y="416"/>
                    <a:pt x="376" y="416"/>
                  </a:cubicBezTo>
                  <a:cubicBezTo>
                    <a:pt x="320" y="416"/>
                    <a:pt x="264" y="410"/>
                    <a:pt x="209" y="396"/>
                  </a:cubicBezTo>
                  <a:cubicBezTo>
                    <a:pt x="201" y="395"/>
                    <a:pt x="194" y="394"/>
                    <a:pt x="188" y="394"/>
                  </a:cubicBezTo>
                  <a:cubicBezTo>
                    <a:pt x="181" y="394"/>
                    <a:pt x="175" y="395"/>
                    <a:pt x="169" y="396"/>
                  </a:cubicBezTo>
                  <a:cubicBezTo>
                    <a:pt x="107" y="413"/>
                    <a:pt x="85" y="513"/>
                    <a:pt x="163" y="537"/>
                  </a:cubicBezTo>
                  <a:cubicBezTo>
                    <a:pt x="253" y="565"/>
                    <a:pt x="345" y="579"/>
                    <a:pt x="436" y="579"/>
                  </a:cubicBezTo>
                  <a:cubicBezTo>
                    <a:pt x="696" y="579"/>
                    <a:pt x="947" y="466"/>
                    <a:pt x="1120" y="259"/>
                  </a:cubicBezTo>
                  <a:cubicBezTo>
                    <a:pt x="1154" y="218"/>
                    <a:pt x="1134" y="138"/>
                    <a:pt x="1089" y="113"/>
                  </a:cubicBezTo>
                  <a:cubicBezTo>
                    <a:pt x="948" y="40"/>
                    <a:pt x="801" y="1"/>
                    <a:pt x="6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4400" lIns="91425" spcFirstLastPara="1" rIns="91425" wrap="square" tIns="14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08" name="Google Shape;1008;p10"/>
            <p:cNvSpPr/>
            <p:nvPr/>
          </p:nvSpPr>
          <p:spPr>
            <a:xfrm>
              <a:off x="8361000" y="4585320"/>
              <a:ext cx="12600" cy="9000"/>
            </a:xfrm>
            <a:custGeom>
              <a:rect b="b" l="l" r="r" t="t"/>
              <a:pathLst>
                <a:path extrusionOk="0" h="186" w="260">
                  <a:moveTo>
                    <a:pt x="135" y="0"/>
                  </a:moveTo>
                  <a:cubicBezTo>
                    <a:pt x="66" y="0"/>
                    <a:pt x="1" y="87"/>
                    <a:pt x="62" y="155"/>
                  </a:cubicBezTo>
                  <a:cubicBezTo>
                    <a:pt x="81" y="176"/>
                    <a:pt x="104" y="185"/>
                    <a:pt x="126" y="185"/>
                  </a:cubicBezTo>
                  <a:cubicBezTo>
                    <a:pt x="195" y="185"/>
                    <a:pt x="260" y="98"/>
                    <a:pt x="200" y="30"/>
                  </a:cubicBezTo>
                  <a:cubicBezTo>
                    <a:pt x="180" y="9"/>
                    <a:pt x="158" y="0"/>
                    <a:pt x="1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09" name="Google Shape;1009;p10"/>
            <p:cNvSpPr/>
            <p:nvPr/>
          </p:nvSpPr>
          <p:spPr>
            <a:xfrm>
              <a:off x="8478360" y="4417560"/>
              <a:ext cx="145800" cy="140040"/>
            </a:xfrm>
            <a:custGeom>
              <a:rect b="b" l="l" r="r" t="t"/>
              <a:pathLst>
                <a:path extrusionOk="0" h="2789" w="2901">
                  <a:moveTo>
                    <a:pt x="1796" y="0"/>
                  </a:moveTo>
                  <a:cubicBezTo>
                    <a:pt x="1482" y="0"/>
                    <a:pt x="1203" y="177"/>
                    <a:pt x="1142" y="612"/>
                  </a:cubicBezTo>
                  <a:cubicBezTo>
                    <a:pt x="1102" y="887"/>
                    <a:pt x="1357" y="1145"/>
                    <a:pt x="1062" y="1390"/>
                  </a:cubicBezTo>
                  <a:cubicBezTo>
                    <a:pt x="887" y="1537"/>
                    <a:pt x="582" y="1537"/>
                    <a:pt x="386" y="1682"/>
                  </a:cubicBezTo>
                  <a:cubicBezTo>
                    <a:pt x="80" y="1909"/>
                    <a:pt x="1" y="2303"/>
                    <a:pt x="308" y="2566"/>
                  </a:cubicBezTo>
                  <a:cubicBezTo>
                    <a:pt x="491" y="2723"/>
                    <a:pt x="719" y="2789"/>
                    <a:pt x="965" y="2789"/>
                  </a:cubicBezTo>
                  <a:cubicBezTo>
                    <a:pt x="1687" y="2789"/>
                    <a:pt x="2553" y="2216"/>
                    <a:pt x="2798" y="1686"/>
                  </a:cubicBezTo>
                  <a:cubicBezTo>
                    <a:pt x="2822" y="1631"/>
                    <a:pt x="2812" y="1581"/>
                    <a:pt x="2783" y="1545"/>
                  </a:cubicBezTo>
                  <a:cubicBezTo>
                    <a:pt x="2885" y="1277"/>
                    <a:pt x="2900" y="972"/>
                    <a:pt x="2788" y="674"/>
                  </a:cubicBezTo>
                  <a:cubicBezTo>
                    <a:pt x="2639" y="277"/>
                    <a:pt x="2190" y="0"/>
                    <a:pt x="17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0200" lIns="91425" spcFirstLastPara="1" rIns="91425" wrap="square" tIns="70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10" name="Google Shape;1010;p10"/>
            <p:cNvSpPr/>
            <p:nvPr/>
          </p:nvSpPr>
          <p:spPr>
            <a:xfrm>
              <a:off x="8417880" y="4546800"/>
              <a:ext cx="33480" cy="45720"/>
            </a:xfrm>
            <a:custGeom>
              <a:rect b="b" l="l" r="r" t="t"/>
              <a:pathLst>
                <a:path extrusionOk="0" h="918" w="673">
                  <a:moveTo>
                    <a:pt x="332" y="169"/>
                  </a:moveTo>
                  <a:cubicBezTo>
                    <a:pt x="478" y="318"/>
                    <a:pt x="482" y="562"/>
                    <a:pt x="344" y="710"/>
                  </a:cubicBezTo>
                  <a:cubicBezTo>
                    <a:pt x="251" y="659"/>
                    <a:pt x="202" y="562"/>
                    <a:pt x="196" y="450"/>
                  </a:cubicBezTo>
                  <a:cubicBezTo>
                    <a:pt x="192" y="393"/>
                    <a:pt x="203" y="333"/>
                    <a:pt x="230" y="282"/>
                  </a:cubicBezTo>
                  <a:cubicBezTo>
                    <a:pt x="254" y="237"/>
                    <a:pt x="297" y="207"/>
                    <a:pt x="332" y="169"/>
                  </a:cubicBezTo>
                  <a:close/>
                  <a:moveTo>
                    <a:pt x="384" y="1"/>
                  </a:moveTo>
                  <a:cubicBezTo>
                    <a:pt x="360" y="1"/>
                    <a:pt x="336" y="13"/>
                    <a:pt x="318" y="32"/>
                  </a:cubicBezTo>
                  <a:cubicBezTo>
                    <a:pt x="304" y="23"/>
                    <a:pt x="287" y="20"/>
                    <a:pt x="271" y="20"/>
                  </a:cubicBezTo>
                  <a:cubicBezTo>
                    <a:pt x="88" y="37"/>
                    <a:pt x="1" y="287"/>
                    <a:pt x="3" y="441"/>
                  </a:cubicBezTo>
                  <a:cubicBezTo>
                    <a:pt x="5" y="621"/>
                    <a:pt x="90" y="811"/>
                    <a:pt x="259" y="890"/>
                  </a:cubicBezTo>
                  <a:cubicBezTo>
                    <a:pt x="296" y="909"/>
                    <a:pt x="328" y="917"/>
                    <a:pt x="357" y="917"/>
                  </a:cubicBezTo>
                  <a:cubicBezTo>
                    <a:pt x="410" y="917"/>
                    <a:pt x="453" y="889"/>
                    <a:pt x="502" y="834"/>
                  </a:cubicBezTo>
                  <a:cubicBezTo>
                    <a:pt x="567" y="761"/>
                    <a:pt x="610" y="672"/>
                    <a:pt x="630" y="577"/>
                  </a:cubicBezTo>
                  <a:cubicBezTo>
                    <a:pt x="672" y="363"/>
                    <a:pt x="599" y="152"/>
                    <a:pt x="429" y="16"/>
                  </a:cubicBezTo>
                  <a:cubicBezTo>
                    <a:pt x="415" y="5"/>
                    <a:pt x="399" y="1"/>
                    <a:pt x="3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3025" lIns="91425" spcFirstLastPara="1" rIns="91425" wrap="square" tIns="23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11" name="Google Shape;1011;p10"/>
            <p:cNvSpPr/>
            <p:nvPr/>
          </p:nvSpPr>
          <p:spPr>
            <a:xfrm>
              <a:off x="8440560" y="4533120"/>
              <a:ext cx="18720" cy="13320"/>
            </a:xfrm>
            <a:custGeom>
              <a:rect b="b" l="l" r="r" t="t"/>
              <a:pathLst>
                <a:path extrusionOk="0" h="270" w="376">
                  <a:moveTo>
                    <a:pt x="195" y="0"/>
                  </a:moveTo>
                  <a:cubicBezTo>
                    <a:pt x="94" y="0"/>
                    <a:pt x="1" y="127"/>
                    <a:pt x="88" y="225"/>
                  </a:cubicBezTo>
                  <a:cubicBezTo>
                    <a:pt x="116" y="256"/>
                    <a:pt x="149" y="269"/>
                    <a:pt x="181" y="269"/>
                  </a:cubicBezTo>
                  <a:cubicBezTo>
                    <a:pt x="282" y="269"/>
                    <a:pt x="376" y="142"/>
                    <a:pt x="289" y="45"/>
                  </a:cubicBezTo>
                  <a:cubicBezTo>
                    <a:pt x="261" y="13"/>
                    <a:pt x="227" y="0"/>
                    <a:pt x="1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825" lIns="91425" spcFirstLastPara="1" rIns="91425" wrap="square" tIns="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12" name="Google Shape;1012;p10"/>
            <p:cNvSpPr/>
            <p:nvPr/>
          </p:nvSpPr>
          <p:spPr>
            <a:xfrm>
              <a:off x="8327520" y="4650480"/>
              <a:ext cx="20160" cy="17640"/>
            </a:xfrm>
            <a:custGeom>
              <a:rect b="b" l="l" r="r" t="t"/>
              <a:pathLst>
                <a:path extrusionOk="0" h="360" w="405">
                  <a:moveTo>
                    <a:pt x="239" y="0"/>
                  </a:moveTo>
                  <a:cubicBezTo>
                    <a:pt x="202" y="0"/>
                    <a:pt x="164" y="14"/>
                    <a:pt x="129" y="37"/>
                  </a:cubicBezTo>
                  <a:lnTo>
                    <a:pt x="71" y="78"/>
                  </a:lnTo>
                  <a:cubicBezTo>
                    <a:pt x="0" y="126"/>
                    <a:pt x="3" y="249"/>
                    <a:pt x="58" y="305"/>
                  </a:cubicBezTo>
                  <a:cubicBezTo>
                    <a:pt x="89" y="337"/>
                    <a:pt x="140" y="359"/>
                    <a:pt x="189" y="359"/>
                  </a:cubicBezTo>
                  <a:cubicBezTo>
                    <a:pt x="225" y="359"/>
                    <a:pt x="260" y="347"/>
                    <a:pt x="285" y="317"/>
                  </a:cubicBezTo>
                  <a:lnTo>
                    <a:pt x="330" y="264"/>
                  </a:lnTo>
                  <a:cubicBezTo>
                    <a:pt x="386" y="203"/>
                    <a:pt x="404" y="118"/>
                    <a:pt x="343" y="50"/>
                  </a:cubicBezTo>
                  <a:cubicBezTo>
                    <a:pt x="313" y="15"/>
                    <a:pt x="277" y="0"/>
                    <a:pt x="2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000" lIns="91425" spcFirstLastPara="1" rIns="91425" wrap="square" tIns="9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13" name="Google Shape;1013;p10"/>
            <p:cNvSpPr/>
            <p:nvPr/>
          </p:nvSpPr>
          <p:spPr>
            <a:xfrm>
              <a:off x="8614440" y="4421880"/>
              <a:ext cx="21960" cy="15840"/>
            </a:xfrm>
            <a:custGeom>
              <a:rect b="b" l="l" r="r" t="t"/>
              <a:pathLst>
                <a:path extrusionOk="0" h="319" w="444">
                  <a:moveTo>
                    <a:pt x="230" y="1"/>
                  </a:moveTo>
                  <a:cubicBezTo>
                    <a:pt x="111" y="1"/>
                    <a:pt x="0" y="150"/>
                    <a:pt x="103" y="265"/>
                  </a:cubicBezTo>
                  <a:cubicBezTo>
                    <a:pt x="137" y="303"/>
                    <a:pt x="177" y="318"/>
                    <a:pt x="216" y="318"/>
                  </a:cubicBezTo>
                  <a:cubicBezTo>
                    <a:pt x="335" y="318"/>
                    <a:pt x="444" y="169"/>
                    <a:pt x="340" y="53"/>
                  </a:cubicBezTo>
                  <a:cubicBezTo>
                    <a:pt x="307" y="16"/>
                    <a:pt x="268" y="1"/>
                    <a:pt x="2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900" lIns="91425" spcFirstLastPara="1" rIns="91425" wrap="square" tIns="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14" name="Google Shape;1014;p10"/>
            <p:cNvSpPr/>
            <p:nvPr/>
          </p:nvSpPr>
          <p:spPr>
            <a:xfrm>
              <a:off x="8274240" y="4735440"/>
              <a:ext cx="10800" cy="7560"/>
            </a:xfrm>
            <a:custGeom>
              <a:rect b="b" l="l" r="r" t="t"/>
              <a:pathLst>
                <a:path extrusionOk="0" h="157" w="220">
                  <a:moveTo>
                    <a:pt x="115" y="1"/>
                  </a:moveTo>
                  <a:cubicBezTo>
                    <a:pt x="56" y="1"/>
                    <a:pt x="0" y="75"/>
                    <a:pt x="52" y="131"/>
                  </a:cubicBezTo>
                  <a:cubicBezTo>
                    <a:pt x="68" y="148"/>
                    <a:pt x="88" y="156"/>
                    <a:pt x="106" y="156"/>
                  </a:cubicBezTo>
                  <a:cubicBezTo>
                    <a:pt x="165" y="156"/>
                    <a:pt x="220" y="84"/>
                    <a:pt x="168" y="26"/>
                  </a:cubicBezTo>
                  <a:cubicBezTo>
                    <a:pt x="152" y="8"/>
                    <a:pt x="133" y="1"/>
                    <a:pt x="1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950" lIns="91425" spcFirstLastPara="1" rIns="91425" wrap="square" tIns="3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15" name="Google Shape;1015;p10"/>
            <p:cNvSpPr/>
            <p:nvPr/>
          </p:nvSpPr>
          <p:spPr>
            <a:xfrm>
              <a:off x="8470080" y="4565520"/>
              <a:ext cx="15840" cy="11160"/>
            </a:xfrm>
            <a:custGeom>
              <a:rect b="b" l="l" r="r" t="t"/>
              <a:pathLst>
                <a:path extrusionOk="0" h="231" w="322">
                  <a:moveTo>
                    <a:pt x="168" y="0"/>
                  </a:moveTo>
                  <a:cubicBezTo>
                    <a:pt x="81" y="0"/>
                    <a:pt x="1" y="108"/>
                    <a:pt x="76" y="192"/>
                  </a:cubicBezTo>
                  <a:cubicBezTo>
                    <a:pt x="99" y="219"/>
                    <a:pt x="127" y="231"/>
                    <a:pt x="155" y="231"/>
                  </a:cubicBezTo>
                  <a:cubicBezTo>
                    <a:pt x="241" y="231"/>
                    <a:pt x="321" y="122"/>
                    <a:pt x="248" y="38"/>
                  </a:cubicBezTo>
                  <a:cubicBezTo>
                    <a:pt x="224" y="11"/>
                    <a:pt x="196" y="0"/>
                    <a:pt x="1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750" lIns="91425" spcFirstLastPara="1" rIns="91425" wrap="square" tIns="5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16" name="Google Shape;1016;p10"/>
            <p:cNvSpPr/>
            <p:nvPr/>
          </p:nvSpPr>
          <p:spPr>
            <a:xfrm>
              <a:off x="8637120" y="4503600"/>
              <a:ext cx="12600" cy="9000"/>
            </a:xfrm>
            <a:custGeom>
              <a:rect b="b" l="l" r="r" t="t"/>
              <a:pathLst>
                <a:path extrusionOk="0" h="187" w="260">
                  <a:moveTo>
                    <a:pt x="133" y="1"/>
                  </a:moveTo>
                  <a:cubicBezTo>
                    <a:pt x="64" y="1"/>
                    <a:pt x="1" y="87"/>
                    <a:pt x="61" y="156"/>
                  </a:cubicBezTo>
                  <a:cubicBezTo>
                    <a:pt x="80" y="177"/>
                    <a:pt x="103" y="186"/>
                    <a:pt x="125" y="186"/>
                  </a:cubicBezTo>
                  <a:cubicBezTo>
                    <a:pt x="195" y="186"/>
                    <a:pt x="259" y="99"/>
                    <a:pt x="198" y="32"/>
                  </a:cubicBezTo>
                  <a:cubicBezTo>
                    <a:pt x="179" y="10"/>
                    <a:pt x="155" y="1"/>
                    <a:pt x="1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017" name="Google Shape;1017;p10"/>
          <p:cNvGrpSpPr/>
          <p:nvPr/>
        </p:nvGrpSpPr>
        <p:grpSpPr>
          <a:xfrm>
            <a:off x="300240" y="2364840"/>
            <a:ext cx="583200" cy="506160"/>
            <a:chOff x="300240" y="2364840"/>
            <a:chExt cx="583200" cy="506160"/>
          </a:xfrm>
        </p:grpSpPr>
        <p:sp>
          <p:nvSpPr>
            <p:cNvPr id="1018" name="Google Shape;1018;p10"/>
            <p:cNvSpPr/>
            <p:nvPr/>
          </p:nvSpPr>
          <p:spPr>
            <a:xfrm>
              <a:off x="353520" y="2399040"/>
              <a:ext cx="486000" cy="430200"/>
            </a:xfrm>
            <a:custGeom>
              <a:rect b="b" l="l" r="r" t="t"/>
              <a:pathLst>
                <a:path extrusionOk="0" h="8547" w="9656">
                  <a:moveTo>
                    <a:pt x="5182" y="238"/>
                  </a:moveTo>
                  <a:cubicBezTo>
                    <a:pt x="5298" y="238"/>
                    <a:pt x="5416" y="255"/>
                    <a:pt x="5534" y="294"/>
                  </a:cubicBezTo>
                  <a:cubicBezTo>
                    <a:pt x="6033" y="460"/>
                    <a:pt x="6288" y="955"/>
                    <a:pt x="6651" y="1295"/>
                  </a:cubicBezTo>
                  <a:cubicBezTo>
                    <a:pt x="7026" y="1646"/>
                    <a:pt x="7518" y="1826"/>
                    <a:pt x="7989" y="2036"/>
                  </a:cubicBezTo>
                  <a:cubicBezTo>
                    <a:pt x="8010" y="2046"/>
                    <a:pt x="8031" y="2054"/>
                    <a:pt x="8052" y="2066"/>
                  </a:cubicBezTo>
                  <a:cubicBezTo>
                    <a:pt x="8428" y="2236"/>
                    <a:pt x="8786" y="2428"/>
                    <a:pt x="9057" y="2747"/>
                  </a:cubicBezTo>
                  <a:cubicBezTo>
                    <a:pt x="9109" y="2810"/>
                    <a:pt x="9158" y="2875"/>
                    <a:pt x="9200" y="2940"/>
                  </a:cubicBezTo>
                  <a:cubicBezTo>
                    <a:pt x="9200" y="2943"/>
                    <a:pt x="9202" y="2943"/>
                    <a:pt x="9202" y="2944"/>
                  </a:cubicBezTo>
                  <a:cubicBezTo>
                    <a:pt x="9424" y="3287"/>
                    <a:pt x="9492" y="3683"/>
                    <a:pt x="9292" y="4077"/>
                  </a:cubicBezTo>
                  <a:cubicBezTo>
                    <a:pt x="9078" y="4497"/>
                    <a:pt x="8701" y="4821"/>
                    <a:pt x="8347" y="5122"/>
                  </a:cubicBezTo>
                  <a:cubicBezTo>
                    <a:pt x="8171" y="5274"/>
                    <a:pt x="7981" y="5416"/>
                    <a:pt x="7820" y="5580"/>
                  </a:cubicBezTo>
                  <a:cubicBezTo>
                    <a:pt x="7657" y="5746"/>
                    <a:pt x="7525" y="5941"/>
                    <a:pt x="7413" y="6147"/>
                  </a:cubicBezTo>
                  <a:cubicBezTo>
                    <a:pt x="7189" y="6561"/>
                    <a:pt x="7050" y="7013"/>
                    <a:pt x="6831" y="7428"/>
                  </a:cubicBezTo>
                  <a:cubicBezTo>
                    <a:pt x="6724" y="7631"/>
                    <a:pt x="6598" y="7826"/>
                    <a:pt x="6434" y="7989"/>
                  </a:cubicBezTo>
                  <a:cubicBezTo>
                    <a:pt x="6295" y="8125"/>
                    <a:pt x="6115" y="8274"/>
                    <a:pt x="5918" y="8317"/>
                  </a:cubicBezTo>
                  <a:cubicBezTo>
                    <a:pt x="5884" y="8324"/>
                    <a:pt x="5851" y="8327"/>
                    <a:pt x="5819" y="8327"/>
                  </a:cubicBezTo>
                  <a:cubicBezTo>
                    <a:pt x="5543" y="8327"/>
                    <a:pt x="5315" y="8086"/>
                    <a:pt x="5139" y="7897"/>
                  </a:cubicBezTo>
                  <a:cubicBezTo>
                    <a:pt x="4898" y="7638"/>
                    <a:pt x="4670" y="7339"/>
                    <a:pt x="4355" y="7167"/>
                  </a:cubicBezTo>
                  <a:cubicBezTo>
                    <a:pt x="4193" y="7079"/>
                    <a:pt x="4022" y="7044"/>
                    <a:pt x="3849" y="7044"/>
                  </a:cubicBezTo>
                  <a:cubicBezTo>
                    <a:pt x="3686" y="7044"/>
                    <a:pt x="3521" y="7075"/>
                    <a:pt x="3360" y="7120"/>
                  </a:cubicBezTo>
                  <a:cubicBezTo>
                    <a:pt x="2962" y="7234"/>
                    <a:pt x="2586" y="7418"/>
                    <a:pt x="2194" y="7551"/>
                  </a:cubicBezTo>
                  <a:cubicBezTo>
                    <a:pt x="1991" y="7619"/>
                    <a:pt x="1753" y="7694"/>
                    <a:pt x="1525" y="7694"/>
                  </a:cubicBezTo>
                  <a:cubicBezTo>
                    <a:pt x="1393" y="7694"/>
                    <a:pt x="1264" y="7669"/>
                    <a:pt x="1148" y="7602"/>
                  </a:cubicBezTo>
                  <a:cubicBezTo>
                    <a:pt x="748" y="7376"/>
                    <a:pt x="741" y="6894"/>
                    <a:pt x="825" y="6500"/>
                  </a:cubicBezTo>
                  <a:cubicBezTo>
                    <a:pt x="855" y="6360"/>
                    <a:pt x="893" y="6219"/>
                    <a:pt x="930" y="6079"/>
                  </a:cubicBezTo>
                  <a:cubicBezTo>
                    <a:pt x="936" y="6060"/>
                    <a:pt x="940" y="6042"/>
                    <a:pt x="945" y="6021"/>
                  </a:cubicBezTo>
                  <a:cubicBezTo>
                    <a:pt x="1021" y="5735"/>
                    <a:pt x="1089" y="5444"/>
                    <a:pt x="1066" y="5146"/>
                  </a:cubicBezTo>
                  <a:cubicBezTo>
                    <a:pt x="1028" y="4629"/>
                    <a:pt x="641" y="4257"/>
                    <a:pt x="393" y="3829"/>
                  </a:cubicBezTo>
                  <a:cubicBezTo>
                    <a:pt x="309" y="3683"/>
                    <a:pt x="237" y="3521"/>
                    <a:pt x="230" y="3355"/>
                  </a:cubicBezTo>
                  <a:cubicBezTo>
                    <a:pt x="228" y="3334"/>
                    <a:pt x="228" y="3314"/>
                    <a:pt x="230" y="3293"/>
                  </a:cubicBezTo>
                  <a:cubicBezTo>
                    <a:pt x="231" y="3252"/>
                    <a:pt x="238" y="3209"/>
                    <a:pt x="250" y="3165"/>
                  </a:cubicBezTo>
                  <a:cubicBezTo>
                    <a:pt x="287" y="3029"/>
                    <a:pt x="372" y="2909"/>
                    <a:pt x="468" y="2804"/>
                  </a:cubicBezTo>
                  <a:cubicBezTo>
                    <a:pt x="574" y="2689"/>
                    <a:pt x="676" y="2572"/>
                    <a:pt x="801" y="2475"/>
                  </a:cubicBezTo>
                  <a:cubicBezTo>
                    <a:pt x="1016" y="2305"/>
                    <a:pt x="1271" y="2189"/>
                    <a:pt x="1542" y="2146"/>
                  </a:cubicBezTo>
                  <a:cubicBezTo>
                    <a:pt x="1642" y="2159"/>
                    <a:pt x="1741" y="2166"/>
                    <a:pt x="1838" y="2166"/>
                  </a:cubicBezTo>
                  <a:cubicBezTo>
                    <a:pt x="2205" y="2166"/>
                    <a:pt x="2555" y="2071"/>
                    <a:pt x="2864" y="1847"/>
                  </a:cubicBezTo>
                  <a:cubicBezTo>
                    <a:pt x="3255" y="1564"/>
                    <a:pt x="3544" y="1169"/>
                    <a:pt x="3902" y="850"/>
                  </a:cubicBezTo>
                  <a:cubicBezTo>
                    <a:pt x="4257" y="535"/>
                    <a:pt x="4705" y="238"/>
                    <a:pt x="5182" y="238"/>
                  </a:cubicBezTo>
                  <a:close/>
                  <a:moveTo>
                    <a:pt x="5157" y="1"/>
                  </a:moveTo>
                  <a:cubicBezTo>
                    <a:pt x="5077" y="1"/>
                    <a:pt x="4995" y="9"/>
                    <a:pt x="4911" y="25"/>
                  </a:cubicBezTo>
                  <a:cubicBezTo>
                    <a:pt x="4828" y="41"/>
                    <a:pt x="4748" y="62"/>
                    <a:pt x="4670" y="92"/>
                  </a:cubicBezTo>
                  <a:lnTo>
                    <a:pt x="4667" y="92"/>
                  </a:lnTo>
                  <a:cubicBezTo>
                    <a:pt x="4630" y="104"/>
                    <a:pt x="4592" y="120"/>
                    <a:pt x="4553" y="136"/>
                  </a:cubicBezTo>
                  <a:cubicBezTo>
                    <a:pt x="4226" y="276"/>
                    <a:pt x="3930" y="508"/>
                    <a:pt x="3671" y="755"/>
                  </a:cubicBezTo>
                  <a:cubicBezTo>
                    <a:pt x="3642" y="779"/>
                    <a:pt x="3615" y="806"/>
                    <a:pt x="3587" y="834"/>
                  </a:cubicBezTo>
                  <a:cubicBezTo>
                    <a:pt x="3537" y="882"/>
                    <a:pt x="3489" y="932"/>
                    <a:pt x="3441" y="982"/>
                  </a:cubicBezTo>
                  <a:cubicBezTo>
                    <a:pt x="3114" y="1319"/>
                    <a:pt x="2782" y="1721"/>
                    <a:pt x="2319" y="1870"/>
                  </a:cubicBezTo>
                  <a:cubicBezTo>
                    <a:pt x="2168" y="1919"/>
                    <a:pt x="2013" y="1938"/>
                    <a:pt x="1857" y="1938"/>
                  </a:cubicBezTo>
                  <a:cubicBezTo>
                    <a:pt x="1748" y="1938"/>
                    <a:pt x="1640" y="1928"/>
                    <a:pt x="1532" y="1914"/>
                  </a:cubicBezTo>
                  <a:cubicBezTo>
                    <a:pt x="1528" y="1914"/>
                    <a:pt x="1523" y="1913"/>
                    <a:pt x="1519" y="1913"/>
                  </a:cubicBezTo>
                  <a:cubicBezTo>
                    <a:pt x="1500" y="1913"/>
                    <a:pt x="1485" y="1918"/>
                    <a:pt x="1471" y="1925"/>
                  </a:cubicBezTo>
                  <a:cubicBezTo>
                    <a:pt x="1283" y="1954"/>
                    <a:pt x="1100" y="2020"/>
                    <a:pt x="931" y="2114"/>
                  </a:cubicBezTo>
                  <a:cubicBezTo>
                    <a:pt x="896" y="2131"/>
                    <a:pt x="860" y="2151"/>
                    <a:pt x="826" y="2173"/>
                  </a:cubicBezTo>
                  <a:cubicBezTo>
                    <a:pt x="781" y="2202"/>
                    <a:pt x="737" y="2231"/>
                    <a:pt x="695" y="2264"/>
                  </a:cubicBezTo>
                  <a:cubicBezTo>
                    <a:pt x="583" y="2348"/>
                    <a:pt x="485" y="2443"/>
                    <a:pt x="393" y="2545"/>
                  </a:cubicBezTo>
                  <a:cubicBezTo>
                    <a:pt x="284" y="2666"/>
                    <a:pt x="167" y="2781"/>
                    <a:pt x="94" y="2930"/>
                  </a:cubicBezTo>
                  <a:cubicBezTo>
                    <a:pt x="31" y="3053"/>
                    <a:pt x="3" y="3174"/>
                    <a:pt x="2" y="3294"/>
                  </a:cubicBezTo>
                  <a:cubicBezTo>
                    <a:pt x="0" y="3337"/>
                    <a:pt x="3" y="3378"/>
                    <a:pt x="9" y="3420"/>
                  </a:cubicBezTo>
                  <a:cubicBezTo>
                    <a:pt x="44" y="3725"/>
                    <a:pt x="227" y="4013"/>
                    <a:pt x="406" y="4272"/>
                  </a:cubicBezTo>
                  <a:cubicBezTo>
                    <a:pt x="505" y="4418"/>
                    <a:pt x="620" y="4568"/>
                    <a:pt x="705" y="4728"/>
                  </a:cubicBezTo>
                  <a:cubicBezTo>
                    <a:pt x="723" y="4764"/>
                    <a:pt x="740" y="4796"/>
                    <a:pt x="756" y="4832"/>
                  </a:cubicBezTo>
                  <a:cubicBezTo>
                    <a:pt x="780" y="4887"/>
                    <a:pt x="798" y="4942"/>
                    <a:pt x="811" y="4999"/>
                  </a:cubicBezTo>
                  <a:cubicBezTo>
                    <a:pt x="866" y="5234"/>
                    <a:pt x="829" y="5484"/>
                    <a:pt x="777" y="5716"/>
                  </a:cubicBezTo>
                  <a:cubicBezTo>
                    <a:pt x="746" y="5865"/>
                    <a:pt x="703" y="6015"/>
                    <a:pt x="662" y="6165"/>
                  </a:cubicBezTo>
                  <a:cubicBezTo>
                    <a:pt x="649" y="6214"/>
                    <a:pt x="638" y="6263"/>
                    <a:pt x="625" y="6311"/>
                  </a:cubicBezTo>
                  <a:cubicBezTo>
                    <a:pt x="560" y="6579"/>
                    <a:pt x="515" y="6850"/>
                    <a:pt x="563" y="7120"/>
                  </a:cubicBezTo>
                  <a:cubicBezTo>
                    <a:pt x="591" y="7278"/>
                    <a:pt x="656" y="7429"/>
                    <a:pt x="753" y="7553"/>
                  </a:cubicBezTo>
                  <a:cubicBezTo>
                    <a:pt x="775" y="7582"/>
                    <a:pt x="801" y="7611"/>
                    <a:pt x="826" y="7639"/>
                  </a:cubicBezTo>
                  <a:cubicBezTo>
                    <a:pt x="960" y="7777"/>
                    <a:pt x="1134" y="7873"/>
                    <a:pt x="1330" y="7906"/>
                  </a:cubicBezTo>
                  <a:cubicBezTo>
                    <a:pt x="1396" y="7916"/>
                    <a:pt x="1462" y="7921"/>
                    <a:pt x="1528" y="7921"/>
                  </a:cubicBezTo>
                  <a:cubicBezTo>
                    <a:pt x="1656" y="7921"/>
                    <a:pt x="1783" y="7903"/>
                    <a:pt x="1911" y="7873"/>
                  </a:cubicBezTo>
                  <a:cubicBezTo>
                    <a:pt x="1956" y="7864"/>
                    <a:pt x="1998" y="7852"/>
                    <a:pt x="2042" y="7840"/>
                  </a:cubicBezTo>
                  <a:cubicBezTo>
                    <a:pt x="2212" y="7792"/>
                    <a:pt x="2378" y="7728"/>
                    <a:pt x="2538" y="7666"/>
                  </a:cubicBezTo>
                  <a:cubicBezTo>
                    <a:pt x="2810" y="7561"/>
                    <a:pt x="3087" y="7431"/>
                    <a:pt x="3374" y="7347"/>
                  </a:cubicBezTo>
                  <a:lnTo>
                    <a:pt x="3374" y="7346"/>
                  </a:lnTo>
                  <a:cubicBezTo>
                    <a:pt x="3423" y="7332"/>
                    <a:pt x="3468" y="7319"/>
                    <a:pt x="3518" y="7310"/>
                  </a:cubicBezTo>
                  <a:cubicBezTo>
                    <a:pt x="3588" y="7292"/>
                    <a:pt x="3659" y="7282"/>
                    <a:pt x="3730" y="7274"/>
                  </a:cubicBezTo>
                  <a:cubicBezTo>
                    <a:pt x="3764" y="7270"/>
                    <a:pt x="3796" y="7268"/>
                    <a:pt x="3828" y="7268"/>
                  </a:cubicBezTo>
                  <a:cubicBezTo>
                    <a:pt x="4160" y="7268"/>
                    <a:pt x="4411" y="7457"/>
                    <a:pt x="4643" y="7696"/>
                  </a:cubicBezTo>
                  <a:cubicBezTo>
                    <a:pt x="4674" y="7728"/>
                    <a:pt x="4705" y="7762"/>
                    <a:pt x="4735" y="7795"/>
                  </a:cubicBezTo>
                  <a:cubicBezTo>
                    <a:pt x="4770" y="7835"/>
                    <a:pt x="4806" y="7873"/>
                    <a:pt x="4841" y="7914"/>
                  </a:cubicBezTo>
                  <a:cubicBezTo>
                    <a:pt x="5021" y="8120"/>
                    <a:pt x="5208" y="8326"/>
                    <a:pt x="5446" y="8454"/>
                  </a:cubicBezTo>
                  <a:cubicBezTo>
                    <a:pt x="5567" y="8519"/>
                    <a:pt x="5686" y="8547"/>
                    <a:pt x="5801" y="8547"/>
                  </a:cubicBezTo>
                  <a:cubicBezTo>
                    <a:pt x="5882" y="8547"/>
                    <a:pt x="5961" y="8533"/>
                    <a:pt x="6039" y="8509"/>
                  </a:cubicBezTo>
                  <a:cubicBezTo>
                    <a:pt x="6074" y="8497"/>
                    <a:pt x="6109" y="8485"/>
                    <a:pt x="6146" y="8468"/>
                  </a:cubicBezTo>
                  <a:cubicBezTo>
                    <a:pt x="6254" y="8419"/>
                    <a:pt x="6357" y="8352"/>
                    <a:pt x="6457" y="8273"/>
                  </a:cubicBezTo>
                  <a:cubicBezTo>
                    <a:pt x="6705" y="8074"/>
                    <a:pt x="6876" y="7826"/>
                    <a:pt x="7018" y="7557"/>
                  </a:cubicBezTo>
                  <a:cubicBezTo>
                    <a:pt x="7036" y="7523"/>
                    <a:pt x="7053" y="7489"/>
                    <a:pt x="7072" y="7454"/>
                  </a:cubicBezTo>
                  <a:cubicBezTo>
                    <a:pt x="7243" y="7101"/>
                    <a:pt x="7371" y="6721"/>
                    <a:pt x="7548" y="6369"/>
                  </a:cubicBezTo>
                  <a:lnTo>
                    <a:pt x="7600" y="6269"/>
                  </a:lnTo>
                  <a:cubicBezTo>
                    <a:pt x="7698" y="6087"/>
                    <a:pt x="7813" y="5917"/>
                    <a:pt x="7955" y="5766"/>
                  </a:cubicBezTo>
                  <a:cubicBezTo>
                    <a:pt x="8150" y="5559"/>
                    <a:pt x="8373" y="5379"/>
                    <a:pt x="8591" y="5197"/>
                  </a:cubicBezTo>
                  <a:cubicBezTo>
                    <a:pt x="8662" y="5138"/>
                    <a:pt x="8733" y="5078"/>
                    <a:pt x="8802" y="5016"/>
                  </a:cubicBezTo>
                  <a:cubicBezTo>
                    <a:pt x="8903" y="4925"/>
                    <a:pt x="9002" y="4833"/>
                    <a:pt x="9094" y="4733"/>
                  </a:cubicBezTo>
                  <a:cubicBezTo>
                    <a:pt x="9277" y="4536"/>
                    <a:pt x="9445" y="4312"/>
                    <a:pt x="9547" y="4061"/>
                  </a:cubicBezTo>
                  <a:cubicBezTo>
                    <a:pt x="9573" y="4003"/>
                    <a:pt x="9591" y="3946"/>
                    <a:pt x="9608" y="3887"/>
                  </a:cubicBezTo>
                  <a:cubicBezTo>
                    <a:pt x="9641" y="3773"/>
                    <a:pt x="9655" y="3649"/>
                    <a:pt x="9648" y="3521"/>
                  </a:cubicBezTo>
                  <a:cubicBezTo>
                    <a:pt x="9632" y="3233"/>
                    <a:pt x="9512" y="2958"/>
                    <a:pt x="9336" y="2725"/>
                  </a:cubicBezTo>
                  <a:cubicBezTo>
                    <a:pt x="9314" y="2692"/>
                    <a:pt x="9289" y="2661"/>
                    <a:pt x="9263" y="2631"/>
                  </a:cubicBezTo>
                  <a:cubicBezTo>
                    <a:pt x="9149" y="2495"/>
                    <a:pt x="9020" y="2376"/>
                    <a:pt x="8883" y="2277"/>
                  </a:cubicBezTo>
                  <a:cubicBezTo>
                    <a:pt x="8625" y="2084"/>
                    <a:pt x="8334" y="1948"/>
                    <a:pt x="8038" y="1819"/>
                  </a:cubicBezTo>
                  <a:cubicBezTo>
                    <a:pt x="8003" y="1805"/>
                    <a:pt x="7967" y="1786"/>
                    <a:pt x="7932" y="1772"/>
                  </a:cubicBezTo>
                  <a:cubicBezTo>
                    <a:pt x="7797" y="1713"/>
                    <a:pt x="7661" y="1652"/>
                    <a:pt x="7528" y="1591"/>
                  </a:cubicBezTo>
                  <a:cubicBezTo>
                    <a:pt x="7386" y="1523"/>
                    <a:pt x="7246" y="1449"/>
                    <a:pt x="7114" y="1361"/>
                  </a:cubicBezTo>
                  <a:cubicBezTo>
                    <a:pt x="7066" y="1330"/>
                    <a:pt x="7018" y="1298"/>
                    <a:pt x="6972" y="1262"/>
                  </a:cubicBezTo>
                  <a:cubicBezTo>
                    <a:pt x="6937" y="1238"/>
                    <a:pt x="6904" y="1211"/>
                    <a:pt x="6870" y="1183"/>
                  </a:cubicBezTo>
                  <a:cubicBezTo>
                    <a:pt x="6679" y="1018"/>
                    <a:pt x="6530" y="811"/>
                    <a:pt x="6360" y="624"/>
                  </a:cubicBezTo>
                  <a:cubicBezTo>
                    <a:pt x="6190" y="437"/>
                    <a:pt x="5996" y="274"/>
                    <a:pt x="5778" y="161"/>
                  </a:cubicBezTo>
                  <a:cubicBezTo>
                    <a:pt x="5744" y="143"/>
                    <a:pt x="5711" y="126"/>
                    <a:pt x="5673" y="111"/>
                  </a:cubicBezTo>
                  <a:cubicBezTo>
                    <a:pt x="5512" y="41"/>
                    <a:pt x="5340" y="1"/>
                    <a:pt x="5157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19" name="Google Shape;1019;p10"/>
            <p:cNvSpPr/>
            <p:nvPr/>
          </p:nvSpPr>
          <p:spPr>
            <a:xfrm>
              <a:off x="457920" y="2701800"/>
              <a:ext cx="14760" cy="11160"/>
            </a:xfrm>
            <a:custGeom>
              <a:rect b="b" l="l" r="r" t="t"/>
              <a:pathLst>
                <a:path extrusionOk="0" h="230" w="298">
                  <a:moveTo>
                    <a:pt x="149" y="0"/>
                  </a:moveTo>
                  <a:cubicBezTo>
                    <a:pt x="0" y="0"/>
                    <a:pt x="0" y="230"/>
                    <a:pt x="149" y="230"/>
                  </a:cubicBezTo>
                  <a:cubicBezTo>
                    <a:pt x="298" y="230"/>
                    <a:pt x="298" y="0"/>
                    <a:pt x="149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750" lIns="91425" spcFirstLastPara="1" rIns="91425" wrap="square" tIns="5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20" name="Google Shape;1020;p10"/>
            <p:cNvSpPr/>
            <p:nvPr/>
          </p:nvSpPr>
          <p:spPr>
            <a:xfrm>
              <a:off x="642240" y="2699640"/>
              <a:ext cx="14760" cy="11160"/>
            </a:xfrm>
            <a:custGeom>
              <a:rect b="b" l="l" r="r" t="t"/>
              <a:pathLst>
                <a:path extrusionOk="0" h="232" w="298">
                  <a:moveTo>
                    <a:pt x="149" y="0"/>
                  </a:moveTo>
                  <a:cubicBezTo>
                    <a:pt x="0" y="0"/>
                    <a:pt x="0" y="231"/>
                    <a:pt x="149" y="231"/>
                  </a:cubicBezTo>
                  <a:cubicBezTo>
                    <a:pt x="298" y="231"/>
                    <a:pt x="298" y="0"/>
                    <a:pt x="149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750" lIns="91425" spcFirstLastPara="1" rIns="91425" wrap="square" tIns="5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21" name="Google Shape;1021;p10"/>
            <p:cNvSpPr/>
            <p:nvPr/>
          </p:nvSpPr>
          <p:spPr>
            <a:xfrm>
              <a:off x="645480" y="2596320"/>
              <a:ext cx="14760" cy="11160"/>
            </a:xfrm>
            <a:custGeom>
              <a:rect b="b" l="l" r="r" t="t"/>
              <a:pathLst>
                <a:path extrusionOk="0" h="232" w="297">
                  <a:moveTo>
                    <a:pt x="147" y="1"/>
                  </a:moveTo>
                  <a:cubicBezTo>
                    <a:pt x="0" y="1"/>
                    <a:pt x="0" y="232"/>
                    <a:pt x="147" y="232"/>
                  </a:cubicBezTo>
                  <a:cubicBezTo>
                    <a:pt x="296" y="232"/>
                    <a:pt x="296" y="1"/>
                    <a:pt x="147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750" lIns="91425" spcFirstLastPara="1" rIns="91425" wrap="square" tIns="5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22" name="Google Shape;1022;p10"/>
            <p:cNvSpPr/>
            <p:nvPr/>
          </p:nvSpPr>
          <p:spPr>
            <a:xfrm>
              <a:off x="566280" y="2637720"/>
              <a:ext cx="14760" cy="11160"/>
            </a:xfrm>
            <a:custGeom>
              <a:rect b="b" l="l" r="r" t="t"/>
              <a:pathLst>
                <a:path extrusionOk="0" h="231" w="297">
                  <a:moveTo>
                    <a:pt x="148" y="1"/>
                  </a:moveTo>
                  <a:cubicBezTo>
                    <a:pt x="0" y="1"/>
                    <a:pt x="0" y="231"/>
                    <a:pt x="148" y="231"/>
                  </a:cubicBezTo>
                  <a:cubicBezTo>
                    <a:pt x="297" y="231"/>
                    <a:pt x="297" y="1"/>
                    <a:pt x="148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750" lIns="91425" spcFirstLastPara="1" rIns="91425" wrap="square" tIns="5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23" name="Google Shape;1023;p10"/>
            <p:cNvSpPr/>
            <p:nvPr/>
          </p:nvSpPr>
          <p:spPr>
            <a:xfrm>
              <a:off x="465840" y="2580480"/>
              <a:ext cx="12960" cy="13680"/>
            </a:xfrm>
            <a:custGeom>
              <a:rect b="b" l="l" r="r" t="t"/>
              <a:pathLst>
                <a:path extrusionOk="0" h="277" w="262">
                  <a:moveTo>
                    <a:pt x="119" y="0"/>
                  </a:moveTo>
                  <a:cubicBezTo>
                    <a:pt x="113" y="0"/>
                    <a:pt x="107" y="1"/>
                    <a:pt x="101" y="2"/>
                  </a:cubicBezTo>
                  <a:cubicBezTo>
                    <a:pt x="87" y="3"/>
                    <a:pt x="71" y="7"/>
                    <a:pt x="59" y="16"/>
                  </a:cubicBezTo>
                  <a:cubicBezTo>
                    <a:pt x="50" y="21"/>
                    <a:pt x="43" y="29"/>
                    <a:pt x="36" y="34"/>
                  </a:cubicBezTo>
                  <a:cubicBezTo>
                    <a:pt x="20" y="47"/>
                    <a:pt x="10" y="65"/>
                    <a:pt x="6" y="85"/>
                  </a:cubicBezTo>
                  <a:lnTo>
                    <a:pt x="1" y="116"/>
                  </a:lnTo>
                  <a:cubicBezTo>
                    <a:pt x="1" y="138"/>
                    <a:pt x="6" y="158"/>
                    <a:pt x="16" y="176"/>
                  </a:cubicBezTo>
                  <a:cubicBezTo>
                    <a:pt x="27" y="190"/>
                    <a:pt x="36" y="206"/>
                    <a:pt x="44" y="220"/>
                  </a:cubicBezTo>
                  <a:cubicBezTo>
                    <a:pt x="53" y="234"/>
                    <a:pt x="63" y="243"/>
                    <a:pt x="74" y="251"/>
                  </a:cubicBezTo>
                  <a:cubicBezTo>
                    <a:pt x="86" y="262"/>
                    <a:pt x="100" y="269"/>
                    <a:pt x="114" y="272"/>
                  </a:cubicBezTo>
                  <a:cubicBezTo>
                    <a:pt x="123" y="275"/>
                    <a:pt x="133" y="277"/>
                    <a:pt x="143" y="277"/>
                  </a:cubicBezTo>
                  <a:cubicBezTo>
                    <a:pt x="149" y="277"/>
                    <a:pt x="154" y="276"/>
                    <a:pt x="159" y="275"/>
                  </a:cubicBezTo>
                  <a:cubicBezTo>
                    <a:pt x="173" y="272"/>
                    <a:pt x="190" y="269"/>
                    <a:pt x="202" y="261"/>
                  </a:cubicBezTo>
                  <a:cubicBezTo>
                    <a:pt x="212" y="255"/>
                    <a:pt x="219" y="248"/>
                    <a:pt x="226" y="243"/>
                  </a:cubicBezTo>
                  <a:cubicBezTo>
                    <a:pt x="241" y="228"/>
                    <a:pt x="250" y="211"/>
                    <a:pt x="256" y="192"/>
                  </a:cubicBezTo>
                  <a:cubicBezTo>
                    <a:pt x="257" y="180"/>
                    <a:pt x="258" y="170"/>
                    <a:pt x="261" y="162"/>
                  </a:cubicBezTo>
                  <a:cubicBezTo>
                    <a:pt x="261" y="141"/>
                    <a:pt x="256" y="121"/>
                    <a:pt x="244" y="101"/>
                  </a:cubicBezTo>
                  <a:cubicBezTo>
                    <a:pt x="236" y="87"/>
                    <a:pt x="227" y="71"/>
                    <a:pt x="216" y="57"/>
                  </a:cubicBezTo>
                  <a:cubicBezTo>
                    <a:pt x="207" y="43"/>
                    <a:pt x="199" y="34"/>
                    <a:pt x="186" y="24"/>
                  </a:cubicBezTo>
                  <a:cubicBezTo>
                    <a:pt x="176" y="14"/>
                    <a:pt x="162" y="7"/>
                    <a:pt x="148" y="3"/>
                  </a:cubicBezTo>
                  <a:cubicBezTo>
                    <a:pt x="139" y="1"/>
                    <a:pt x="129" y="0"/>
                    <a:pt x="119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25" lIns="91425" spcFirstLastPara="1" rIns="91425" wrap="square" tIns="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24" name="Google Shape;1024;p10"/>
            <p:cNvSpPr/>
            <p:nvPr/>
          </p:nvSpPr>
          <p:spPr>
            <a:xfrm>
              <a:off x="750960" y="2594520"/>
              <a:ext cx="14760" cy="11160"/>
            </a:xfrm>
            <a:custGeom>
              <a:rect b="b" l="l" r="r" t="t"/>
              <a:pathLst>
                <a:path extrusionOk="0" h="230" w="299">
                  <a:moveTo>
                    <a:pt x="149" y="0"/>
                  </a:moveTo>
                  <a:cubicBezTo>
                    <a:pt x="0" y="0"/>
                    <a:pt x="0" y="230"/>
                    <a:pt x="149" y="230"/>
                  </a:cubicBezTo>
                  <a:cubicBezTo>
                    <a:pt x="295" y="230"/>
                    <a:pt x="298" y="0"/>
                    <a:pt x="149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750" lIns="91425" spcFirstLastPara="1" rIns="91425" wrap="square" tIns="5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25" name="Google Shape;1025;p10"/>
            <p:cNvSpPr/>
            <p:nvPr/>
          </p:nvSpPr>
          <p:spPr>
            <a:xfrm>
              <a:off x="508320" y="2708280"/>
              <a:ext cx="31320" cy="20880"/>
            </a:xfrm>
            <a:custGeom>
              <a:rect b="b" l="l" r="r" t="t"/>
              <a:pathLst>
                <a:path extrusionOk="0" h="425" w="631">
                  <a:moveTo>
                    <a:pt x="563" y="0"/>
                  </a:moveTo>
                  <a:cubicBezTo>
                    <a:pt x="554" y="0"/>
                    <a:pt x="544" y="3"/>
                    <a:pt x="536" y="8"/>
                  </a:cubicBezTo>
                  <a:cubicBezTo>
                    <a:pt x="376" y="119"/>
                    <a:pt x="199" y="207"/>
                    <a:pt x="37" y="317"/>
                  </a:cubicBezTo>
                  <a:cubicBezTo>
                    <a:pt x="10" y="334"/>
                    <a:pt x="0" y="367"/>
                    <a:pt x="16" y="395"/>
                  </a:cubicBezTo>
                  <a:cubicBezTo>
                    <a:pt x="26" y="413"/>
                    <a:pt x="47" y="424"/>
                    <a:pt x="67" y="424"/>
                  </a:cubicBezTo>
                  <a:cubicBezTo>
                    <a:pt x="77" y="424"/>
                    <a:pt x="86" y="422"/>
                    <a:pt x="94" y="416"/>
                  </a:cubicBezTo>
                  <a:cubicBezTo>
                    <a:pt x="255" y="305"/>
                    <a:pt x="430" y="218"/>
                    <a:pt x="593" y="108"/>
                  </a:cubicBezTo>
                  <a:cubicBezTo>
                    <a:pt x="618" y="91"/>
                    <a:pt x="631" y="57"/>
                    <a:pt x="614" y="30"/>
                  </a:cubicBezTo>
                  <a:cubicBezTo>
                    <a:pt x="604" y="11"/>
                    <a:pt x="584" y="0"/>
                    <a:pt x="563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425" lIns="91425" spcFirstLastPara="1" rIns="91425" wrap="square" tIns="10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26" name="Google Shape;1026;p10"/>
            <p:cNvSpPr/>
            <p:nvPr/>
          </p:nvSpPr>
          <p:spPr>
            <a:xfrm>
              <a:off x="681480" y="2652120"/>
              <a:ext cx="24840" cy="27000"/>
            </a:xfrm>
            <a:custGeom>
              <a:rect b="b" l="l" r="r" t="t"/>
              <a:pathLst>
                <a:path extrusionOk="0" h="542" w="500">
                  <a:moveTo>
                    <a:pt x="72" y="1"/>
                  </a:moveTo>
                  <a:cubicBezTo>
                    <a:pt x="51" y="1"/>
                    <a:pt x="28" y="13"/>
                    <a:pt x="18" y="30"/>
                  </a:cubicBezTo>
                  <a:cubicBezTo>
                    <a:pt x="1" y="58"/>
                    <a:pt x="12" y="88"/>
                    <a:pt x="36" y="106"/>
                  </a:cubicBezTo>
                  <a:lnTo>
                    <a:pt x="36" y="108"/>
                  </a:lnTo>
                  <a:lnTo>
                    <a:pt x="38" y="110"/>
                  </a:lnTo>
                  <a:cubicBezTo>
                    <a:pt x="41" y="110"/>
                    <a:pt x="45" y="113"/>
                    <a:pt x="46" y="115"/>
                  </a:cubicBezTo>
                  <a:cubicBezTo>
                    <a:pt x="50" y="119"/>
                    <a:pt x="53" y="122"/>
                    <a:pt x="59" y="126"/>
                  </a:cubicBezTo>
                  <a:lnTo>
                    <a:pt x="83" y="150"/>
                  </a:lnTo>
                  <a:cubicBezTo>
                    <a:pt x="97" y="164"/>
                    <a:pt x="111" y="183"/>
                    <a:pt x="126" y="200"/>
                  </a:cubicBezTo>
                  <a:cubicBezTo>
                    <a:pt x="137" y="212"/>
                    <a:pt x="153" y="234"/>
                    <a:pt x="165" y="252"/>
                  </a:cubicBezTo>
                  <a:cubicBezTo>
                    <a:pt x="179" y="270"/>
                    <a:pt x="194" y="292"/>
                    <a:pt x="208" y="312"/>
                  </a:cubicBezTo>
                  <a:cubicBezTo>
                    <a:pt x="264" y="394"/>
                    <a:pt x="323" y="475"/>
                    <a:pt x="405" y="533"/>
                  </a:cubicBezTo>
                  <a:cubicBezTo>
                    <a:pt x="412" y="538"/>
                    <a:pt x="421" y="541"/>
                    <a:pt x="431" y="541"/>
                  </a:cubicBezTo>
                  <a:cubicBezTo>
                    <a:pt x="451" y="541"/>
                    <a:pt x="473" y="529"/>
                    <a:pt x="483" y="511"/>
                  </a:cubicBezTo>
                  <a:cubicBezTo>
                    <a:pt x="500" y="483"/>
                    <a:pt x="487" y="452"/>
                    <a:pt x="463" y="433"/>
                  </a:cubicBezTo>
                  <a:cubicBezTo>
                    <a:pt x="461" y="433"/>
                    <a:pt x="461" y="432"/>
                    <a:pt x="459" y="432"/>
                  </a:cubicBezTo>
                  <a:cubicBezTo>
                    <a:pt x="461" y="432"/>
                    <a:pt x="459" y="432"/>
                    <a:pt x="457" y="431"/>
                  </a:cubicBezTo>
                  <a:cubicBezTo>
                    <a:pt x="452" y="425"/>
                    <a:pt x="449" y="421"/>
                    <a:pt x="443" y="418"/>
                  </a:cubicBezTo>
                  <a:cubicBezTo>
                    <a:pt x="436" y="409"/>
                    <a:pt x="427" y="402"/>
                    <a:pt x="419" y="392"/>
                  </a:cubicBezTo>
                  <a:cubicBezTo>
                    <a:pt x="402" y="377"/>
                    <a:pt x="388" y="361"/>
                    <a:pt x="374" y="343"/>
                  </a:cubicBezTo>
                  <a:cubicBezTo>
                    <a:pt x="362" y="327"/>
                    <a:pt x="350" y="313"/>
                    <a:pt x="335" y="292"/>
                  </a:cubicBezTo>
                  <a:cubicBezTo>
                    <a:pt x="321" y="273"/>
                    <a:pt x="307" y="252"/>
                    <a:pt x="293" y="232"/>
                  </a:cubicBezTo>
                  <a:cubicBezTo>
                    <a:pt x="236" y="149"/>
                    <a:pt x="178" y="69"/>
                    <a:pt x="97" y="8"/>
                  </a:cubicBezTo>
                  <a:cubicBezTo>
                    <a:pt x="90" y="3"/>
                    <a:pt x="81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3675" lIns="91425" spcFirstLastPara="1" rIns="91425" wrap="square" tIns="13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27" name="Google Shape;1027;p10"/>
            <p:cNvSpPr/>
            <p:nvPr/>
          </p:nvSpPr>
          <p:spPr>
            <a:xfrm>
              <a:off x="607320" y="2726640"/>
              <a:ext cx="26280" cy="22320"/>
            </a:xfrm>
            <a:custGeom>
              <a:rect b="b" l="l" r="r" t="t"/>
              <a:pathLst>
                <a:path extrusionOk="0" h="451" w="527">
                  <a:moveTo>
                    <a:pt x="59" y="0"/>
                  </a:moveTo>
                  <a:cubicBezTo>
                    <a:pt x="28" y="0"/>
                    <a:pt x="1" y="29"/>
                    <a:pt x="1" y="58"/>
                  </a:cubicBezTo>
                  <a:cubicBezTo>
                    <a:pt x="1" y="92"/>
                    <a:pt x="28" y="115"/>
                    <a:pt x="59" y="117"/>
                  </a:cubicBezTo>
                  <a:cubicBezTo>
                    <a:pt x="59" y="117"/>
                    <a:pt x="62" y="117"/>
                    <a:pt x="65" y="118"/>
                  </a:cubicBezTo>
                  <a:cubicBezTo>
                    <a:pt x="69" y="118"/>
                    <a:pt x="72" y="118"/>
                    <a:pt x="76" y="121"/>
                  </a:cubicBezTo>
                  <a:cubicBezTo>
                    <a:pt x="79" y="122"/>
                    <a:pt x="84" y="122"/>
                    <a:pt x="87" y="124"/>
                  </a:cubicBezTo>
                  <a:lnTo>
                    <a:pt x="90" y="126"/>
                  </a:lnTo>
                  <a:cubicBezTo>
                    <a:pt x="106" y="135"/>
                    <a:pt x="123" y="143"/>
                    <a:pt x="137" y="156"/>
                  </a:cubicBezTo>
                  <a:cubicBezTo>
                    <a:pt x="140" y="158"/>
                    <a:pt x="143" y="159"/>
                    <a:pt x="144" y="162"/>
                  </a:cubicBezTo>
                  <a:cubicBezTo>
                    <a:pt x="148" y="165"/>
                    <a:pt x="154" y="169"/>
                    <a:pt x="157" y="172"/>
                  </a:cubicBezTo>
                  <a:cubicBezTo>
                    <a:pt x="168" y="179"/>
                    <a:pt x="177" y="187"/>
                    <a:pt x="185" y="197"/>
                  </a:cubicBezTo>
                  <a:cubicBezTo>
                    <a:pt x="201" y="213"/>
                    <a:pt x="218" y="228"/>
                    <a:pt x="233" y="247"/>
                  </a:cubicBezTo>
                  <a:cubicBezTo>
                    <a:pt x="297" y="315"/>
                    <a:pt x="355" y="391"/>
                    <a:pt x="433" y="442"/>
                  </a:cubicBezTo>
                  <a:cubicBezTo>
                    <a:pt x="441" y="448"/>
                    <a:pt x="451" y="450"/>
                    <a:pt x="461" y="450"/>
                  </a:cubicBezTo>
                  <a:cubicBezTo>
                    <a:pt x="481" y="450"/>
                    <a:pt x="501" y="439"/>
                    <a:pt x="511" y="421"/>
                  </a:cubicBezTo>
                  <a:cubicBezTo>
                    <a:pt x="527" y="396"/>
                    <a:pt x="517" y="362"/>
                    <a:pt x="491" y="340"/>
                  </a:cubicBezTo>
                  <a:cubicBezTo>
                    <a:pt x="488" y="336"/>
                    <a:pt x="483" y="333"/>
                    <a:pt x="480" y="330"/>
                  </a:cubicBezTo>
                  <a:lnTo>
                    <a:pt x="480" y="329"/>
                  </a:lnTo>
                  <a:lnTo>
                    <a:pt x="477" y="329"/>
                  </a:lnTo>
                  <a:lnTo>
                    <a:pt x="476" y="328"/>
                  </a:lnTo>
                  <a:cubicBezTo>
                    <a:pt x="474" y="328"/>
                    <a:pt x="474" y="328"/>
                    <a:pt x="473" y="326"/>
                  </a:cubicBezTo>
                  <a:cubicBezTo>
                    <a:pt x="466" y="319"/>
                    <a:pt x="456" y="312"/>
                    <a:pt x="447" y="302"/>
                  </a:cubicBezTo>
                  <a:cubicBezTo>
                    <a:pt x="432" y="288"/>
                    <a:pt x="416" y="271"/>
                    <a:pt x="399" y="255"/>
                  </a:cubicBezTo>
                  <a:cubicBezTo>
                    <a:pt x="366" y="220"/>
                    <a:pt x="334" y="180"/>
                    <a:pt x="298" y="145"/>
                  </a:cubicBezTo>
                  <a:cubicBezTo>
                    <a:pt x="235" y="78"/>
                    <a:pt x="157" y="5"/>
                    <a:pt x="59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150" lIns="91425" spcFirstLastPara="1" rIns="91425" wrap="square" tIns="111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28" name="Google Shape;1028;p10"/>
            <p:cNvSpPr/>
            <p:nvPr/>
          </p:nvSpPr>
          <p:spPr>
            <a:xfrm>
              <a:off x="613080" y="2544120"/>
              <a:ext cx="23040" cy="37800"/>
            </a:xfrm>
            <a:custGeom>
              <a:rect b="b" l="l" r="r" t="t"/>
              <a:pathLst>
                <a:path extrusionOk="0" h="759" w="463">
                  <a:moveTo>
                    <a:pt x="400" y="0"/>
                  </a:moveTo>
                  <a:cubicBezTo>
                    <a:pt x="380" y="0"/>
                    <a:pt x="359" y="10"/>
                    <a:pt x="350" y="28"/>
                  </a:cubicBezTo>
                  <a:cubicBezTo>
                    <a:pt x="298" y="139"/>
                    <a:pt x="250" y="252"/>
                    <a:pt x="196" y="363"/>
                  </a:cubicBezTo>
                  <a:cubicBezTo>
                    <a:pt x="149" y="465"/>
                    <a:pt x="95" y="571"/>
                    <a:pt x="25" y="660"/>
                  </a:cubicBezTo>
                  <a:cubicBezTo>
                    <a:pt x="5" y="683"/>
                    <a:pt x="0" y="717"/>
                    <a:pt x="25" y="741"/>
                  </a:cubicBezTo>
                  <a:cubicBezTo>
                    <a:pt x="36" y="752"/>
                    <a:pt x="53" y="758"/>
                    <a:pt x="70" y="758"/>
                  </a:cubicBezTo>
                  <a:cubicBezTo>
                    <a:pt x="84" y="758"/>
                    <a:pt x="98" y="753"/>
                    <a:pt x="107" y="741"/>
                  </a:cubicBezTo>
                  <a:cubicBezTo>
                    <a:pt x="260" y="548"/>
                    <a:pt x="348" y="309"/>
                    <a:pt x="450" y="87"/>
                  </a:cubicBezTo>
                  <a:cubicBezTo>
                    <a:pt x="462" y="60"/>
                    <a:pt x="457" y="24"/>
                    <a:pt x="428" y="7"/>
                  </a:cubicBezTo>
                  <a:cubicBezTo>
                    <a:pt x="420" y="2"/>
                    <a:pt x="410" y="0"/>
                    <a:pt x="400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9075" lIns="91425" spcFirstLastPara="1" rIns="91425" wrap="square" tIns="190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29" name="Google Shape;1029;p10"/>
            <p:cNvSpPr/>
            <p:nvPr/>
          </p:nvSpPr>
          <p:spPr>
            <a:xfrm>
              <a:off x="485280" y="2615400"/>
              <a:ext cx="16560" cy="24840"/>
            </a:xfrm>
            <a:custGeom>
              <a:rect b="b" l="l" r="r" t="t"/>
              <a:pathLst>
                <a:path extrusionOk="0" h="500" w="337">
                  <a:moveTo>
                    <a:pt x="272" y="0"/>
                  </a:moveTo>
                  <a:cubicBezTo>
                    <a:pt x="257" y="0"/>
                    <a:pt x="243" y="6"/>
                    <a:pt x="233" y="17"/>
                  </a:cubicBezTo>
                  <a:cubicBezTo>
                    <a:pt x="126" y="128"/>
                    <a:pt x="98" y="284"/>
                    <a:pt x="16" y="411"/>
                  </a:cubicBezTo>
                  <a:cubicBezTo>
                    <a:pt x="0" y="438"/>
                    <a:pt x="10" y="475"/>
                    <a:pt x="37" y="492"/>
                  </a:cubicBezTo>
                  <a:cubicBezTo>
                    <a:pt x="46" y="497"/>
                    <a:pt x="55" y="499"/>
                    <a:pt x="64" y="499"/>
                  </a:cubicBezTo>
                  <a:cubicBezTo>
                    <a:pt x="84" y="499"/>
                    <a:pt x="104" y="488"/>
                    <a:pt x="115" y="471"/>
                  </a:cubicBezTo>
                  <a:cubicBezTo>
                    <a:pt x="156" y="407"/>
                    <a:pt x="184" y="338"/>
                    <a:pt x="213" y="270"/>
                  </a:cubicBezTo>
                  <a:cubicBezTo>
                    <a:pt x="227" y="239"/>
                    <a:pt x="241" y="209"/>
                    <a:pt x="258" y="176"/>
                  </a:cubicBezTo>
                  <a:cubicBezTo>
                    <a:pt x="268" y="161"/>
                    <a:pt x="277" y="146"/>
                    <a:pt x="285" y="132"/>
                  </a:cubicBezTo>
                  <a:cubicBezTo>
                    <a:pt x="287" y="128"/>
                    <a:pt x="291" y="125"/>
                    <a:pt x="292" y="124"/>
                  </a:cubicBezTo>
                  <a:cubicBezTo>
                    <a:pt x="292" y="124"/>
                    <a:pt x="292" y="121"/>
                    <a:pt x="294" y="121"/>
                  </a:cubicBezTo>
                  <a:lnTo>
                    <a:pt x="296" y="119"/>
                  </a:lnTo>
                  <a:cubicBezTo>
                    <a:pt x="301" y="112"/>
                    <a:pt x="308" y="105"/>
                    <a:pt x="313" y="98"/>
                  </a:cubicBezTo>
                  <a:cubicBezTo>
                    <a:pt x="335" y="77"/>
                    <a:pt x="336" y="40"/>
                    <a:pt x="313" y="17"/>
                  </a:cubicBezTo>
                  <a:cubicBezTo>
                    <a:pt x="302" y="6"/>
                    <a:pt x="287" y="0"/>
                    <a:pt x="272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600" lIns="91425" spcFirstLastPara="1" rIns="91425" wrap="square" tIns="12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30" name="Google Shape;1030;p10"/>
            <p:cNvSpPr/>
            <p:nvPr/>
          </p:nvSpPr>
          <p:spPr>
            <a:xfrm>
              <a:off x="527760" y="2473920"/>
              <a:ext cx="101880" cy="89640"/>
            </a:xfrm>
            <a:custGeom>
              <a:rect b="b" l="l" r="r" t="t"/>
              <a:pathLst>
                <a:path extrusionOk="0" h="1789" w="2026">
                  <a:moveTo>
                    <a:pt x="1275" y="113"/>
                  </a:moveTo>
                  <a:cubicBezTo>
                    <a:pt x="1333" y="113"/>
                    <a:pt x="1391" y="121"/>
                    <a:pt x="1448" y="138"/>
                  </a:cubicBezTo>
                  <a:cubicBezTo>
                    <a:pt x="1667" y="205"/>
                    <a:pt x="1785" y="402"/>
                    <a:pt x="1842" y="613"/>
                  </a:cubicBezTo>
                  <a:cubicBezTo>
                    <a:pt x="1925" y="923"/>
                    <a:pt x="1738" y="1211"/>
                    <a:pt x="1501" y="1394"/>
                  </a:cubicBezTo>
                  <a:cubicBezTo>
                    <a:pt x="1298" y="1553"/>
                    <a:pt x="1024" y="1672"/>
                    <a:pt x="759" y="1672"/>
                  </a:cubicBezTo>
                  <a:cubicBezTo>
                    <a:pt x="754" y="1672"/>
                    <a:pt x="749" y="1672"/>
                    <a:pt x="745" y="1672"/>
                  </a:cubicBezTo>
                  <a:cubicBezTo>
                    <a:pt x="709" y="1672"/>
                    <a:pt x="674" y="1669"/>
                    <a:pt x="640" y="1663"/>
                  </a:cubicBezTo>
                  <a:cubicBezTo>
                    <a:pt x="629" y="1663"/>
                    <a:pt x="616" y="1662"/>
                    <a:pt x="604" y="1657"/>
                  </a:cubicBezTo>
                  <a:cubicBezTo>
                    <a:pt x="483" y="1635"/>
                    <a:pt x="368" y="1580"/>
                    <a:pt x="283" y="1487"/>
                  </a:cubicBezTo>
                  <a:lnTo>
                    <a:pt x="250" y="1451"/>
                  </a:lnTo>
                  <a:cubicBezTo>
                    <a:pt x="232" y="1424"/>
                    <a:pt x="213" y="1397"/>
                    <a:pt x="199" y="1368"/>
                  </a:cubicBezTo>
                  <a:cubicBezTo>
                    <a:pt x="144" y="1265"/>
                    <a:pt x="133" y="1152"/>
                    <a:pt x="141" y="1031"/>
                  </a:cubicBezTo>
                  <a:cubicBezTo>
                    <a:pt x="158" y="827"/>
                    <a:pt x="228" y="620"/>
                    <a:pt x="341" y="447"/>
                  </a:cubicBezTo>
                  <a:cubicBezTo>
                    <a:pt x="423" y="325"/>
                    <a:pt x="539" y="217"/>
                    <a:pt x="681" y="217"/>
                  </a:cubicBezTo>
                  <a:cubicBezTo>
                    <a:pt x="707" y="217"/>
                    <a:pt x="733" y="220"/>
                    <a:pt x="760" y="228"/>
                  </a:cubicBezTo>
                  <a:lnTo>
                    <a:pt x="760" y="230"/>
                  </a:lnTo>
                  <a:cubicBezTo>
                    <a:pt x="772" y="246"/>
                    <a:pt x="789" y="257"/>
                    <a:pt x="808" y="257"/>
                  </a:cubicBezTo>
                  <a:cubicBezTo>
                    <a:pt x="818" y="257"/>
                    <a:pt x="828" y="254"/>
                    <a:pt x="838" y="247"/>
                  </a:cubicBezTo>
                  <a:cubicBezTo>
                    <a:pt x="970" y="168"/>
                    <a:pt x="1122" y="113"/>
                    <a:pt x="1275" y="113"/>
                  </a:cubicBezTo>
                  <a:close/>
                  <a:moveTo>
                    <a:pt x="1278" y="0"/>
                  </a:moveTo>
                  <a:cubicBezTo>
                    <a:pt x="1120" y="0"/>
                    <a:pt x="962" y="50"/>
                    <a:pt x="821" y="127"/>
                  </a:cubicBezTo>
                  <a:lnTo>
                    <a:pt x="810" y="123"/>
                  </a:lnTo>
                  <a:cubicBezTo>
                    <a:pt x="763" y="107"/>
                    <a:pt x="718" y="100"/>
                    <a:pt x="675" y="100"/>
                  </a:cubicBezTo>
                  <a:cubicBezTo>
                    <a:pt x="331" y="100"/>
                    <a:pt x="124" y="552"/>
                    <a:pt x="56" y="847"/>
                  </a:cubicBezTo>
                  <a:cubicBezTo>
                    <a:pt x="15" y="1027"/>
                    <a:pt x="1" y="1215"/>
                    <a:pt x="79" y="1387"/>
                  </a:cubicBezTo>
                  <a:cubicBezTo>
                    <a:pt x="150" y="1544"/>
                    <a:pt x="276" y="1667"/>
                    <a:pt x="434" y="1730"/>
                  </a:cubicBezTo>
                  <a:cubicBezTo>
                    <a:pt x="536" y="1771"/>
                    <a:pt x="643" y="1789"/>
                    <a:pt x="752" y="1789"/>
                  </a:cubicBezTo>
                  <a:cubicBezTo>
                    <a:pt x="1008" y="1789"/>
                    <a:pt x="1270" y="1690"/>
                    <a:pt x="1476" y="1555"/>
                  </a:cubicBezTo>
                  <a:cubicBezTo>
                    <a:pt x="1771" y="1360"/>
                    <a:pt x="2026" y="1037"/>
                    <a:pt x="1969" y="664"/>
                  </a:cubicBezTo>
                  <a:cubicBezTo>
                    <a:pt x="1932" y="410"/>
                    <a:pt x="1791" y="158"/>
                    <a:pt x="1545" y="53"/>
                  </a:cubicBezTo>
                  <a:cubicBezTo>
                    <a:pt x="1459" y="17"/>
                    <a:pt x="1369" y="0"/>
                    <a:pt x="1278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000" lIns="91425" spcFirstLastPara="1" rIns="91425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31" name="Google Shape;1031;p10"/>
            <p:cNvSpPr/>
            <p:nvPr/>
          </p:nvSpPr>
          <p:spPr>
            <a:xfrm>
              <a:off x="537120" y="2499480"/>
              <a:ext cx="74880" cy="49680"/>
            </a:xfrm>
            <a:custGeom>
              <a:rect b="b" l="l" r="r" t="t"/>
              <a:pathLst>
                <a:path extrusionOk="0" h="995" w="1495">
                  <a:moveTo>
                    <a:pt x="1423" y="0"/>
                  </a:moveTo>
                  <a:cubicBezTo>
                    <a:pt x="1400" y="0"/>
                    <a:pt x="1377" y="12"/>
                    <a:pt x="1367" y="39"/>
                  </a:cubicBezTo>
                  <a:cubicBezTo>
                    <a:pt x="1349" y="89"/>
                    <a:pt x="1314" y="105"/>
                    <a:pt x="1273" y="105"/>
                  </a:cubicBezTo>
                  <a:cubicBezTo>
                    <a:pt x="1216" y="105"/>
                    <a:pt x="1146" y="74"/>
                    <a:pt x="1095" y="63"/>
                  </a:cubicBezTo>
                  <a:cubicBezTo>
                    <a:pt x="1067" y="57"/>
                    <a:pt x="1040" y="54"/>
                    <a:pt x="1012" y="54"/>
                  </a:cubicBezTo>
                  <a:cubicBezTo>
                    <a:pt x="921" y="54"/>
                    <a:pt x="838" y="92"/>
                    <a:pt x="799" y="188"/>
                  </a:cubicBezTo>
                  <a:cubicBezTo>
                    <a:pt x="756" y="291"/>
                    <a:pt x="800" y="492"/>
                    <a:pt x="668" y="492"/>
                  </a:cubicBezTo>
                  <a:cubicBezTo>
                    <a:pt x="651" y="492"/>
                    <a:pt x="631" y="488"/>
                    <a:pt x="607" y="481"/>
                  </a:cubicBezTo>
                  <a:cubicBezTo>
                    <a:pt x="528" y="456"/>
                    <a:pt x="456" y="410"/>
                    <a:pt x="371" y="410"/>
                  </a:cubicBezTo>
                  <a:cubicBezTo>
                    <a:pt x="300" y="410"/>
                    <a:pt x="232" y="443"/>
                    <a:pt x="181" y="490"/>
                  </a:cubicBezTo>
                  <a:cubicBezTo>
                    <a:pt x="55" y="599"/>
                    <a:pt x="18" y="782"/>
                    <a:pt x="4" y="939"/>
                  </a:cubicBezTo>
                  <a:cubicBezTo>
                    <a:pt x="0" y="976"/>
                    <a:pt x="27" y="995"/>
                    <a:pt x="55" y="995"/>
                  </a:cubicBezTo>
                  <a:cubicBezTo>
                    <a:pt x="84" y="995"/>
                    <a:pt x="115" y="976"/>
                    <a:pt x="118" y="939"/>
                  </a:cubicBezTo>
                  <a:cubicBezTo>
                    <a:pt x="131" y="807"/>
                    <a:pt x="165" y="627"/>
                    <a:pt x="288" y="553"/>
                  </a:cubicBezTo>
                  <a:cubicBezTo>
                    <a:pt x="317" y="536"/>
                    <a:pt x="346" y="529"/>
                    <a:pt x="375" y="529"/>
                  </a:cubicBezTo>
                  <a:cubicBezTo>
                    <a:pt x="474" y="529"/>
                    <a:pt x="575" y="607"/>
                    <a:pt x="679" y="607"/>
                  </a:cubicBezTo>
                  <a:cubicBezTo>
                    <a:pt x="700" y="607"/>
                    <a:pt x="721" y="604"/>
                    <a:pt x="742" y="596"/>
                  </a:cubicBezTo>
                  <a:cubicBezTo>
                    <a:pt x="904" y="539"/>
                    <a:pt x="864" y="385"/>
                    <a:pt x="898" y="256"/>
                  </a:cubicBezTo>
                  <a:cubicBezTo>
                    <a:pt x="915" y="189"/>
                    <a:pt x="959" y="169"/>
                    <a:pt x="1010" y="169"/>
                  </a:cubicBezTo>
                  <a:cubicBezTo>
                    <a:pt x="1063" y="169"/>
                    <a:pt x="1124" y="190"/>
                    <a:pt x="1173" y="202"/>
                  </a:cubicBezTo>
                  <a:cubicBezTo>
                    <a:pt x="1209" y="211"/>
                    <a:pt x="1244" y="217"/>
                    <a:pt x="1277" y="217"/>
                  </a:cubicBezTo>
                  <a:cubicBezTo>
                    <a:pt x="1368" y="217"/>
                    <a:pt x="1440" y="176"/>
                    <a:pt x="1479" y="70"/>
                  </a:cubicBezTo>
                  <a:cubicBezTo>
                    <a:pt x="1494" y="28"/>
                    <a:pt x="1459" y="0"/>
                    <a:pt x="1423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4825" lIns="91425" spcFirstLastPara="1" rIns="91425" wrap="square" tIns="24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32" name="Google Shape;1032;p10"/>
            <p:cNvSpPr/>
            <p:nvPr/>
          </p:nvSpPr>
          <p:spPr>
            <a:xfrm>
              <a:off x="559800" y="2519280"/>
              <a:ext cx="56520" cy="39960"/>
            </a:xfrm>
            <a:custGeom>
              <a:rect b="b" l="l" r="r" t="t"/>
              <a:pathLst>
                <a:path extrusionOk="0" h="803" w="1126">
                  <a:moveTo>
                    <a:pt x="1041" y="1"/>
                  </a:moveTo>
                  <a:cubicBezTo>
                    <a:pt x="1028" y="1"/>
                    <a:pt x="1015" y="6"/>
                    <a:pt x="1003" y="17"/>
                  </a:cubicBezTo>
                  <a:cubicBezTo>
                    <a:pt x="951" y="69"/>
                    <a:pt x="890" y="65"/>
                    <a:pt x="823" y="85"/>
                  </a:cubicBezTo>
                  <a:cubicBezTo>
                    <a:pt x="765" y="102"/>
                    <a:pt x="720" y="140"/>
                    <a:pt x="684" y="187"/>
                  </a:cubicBezTo>
                  <a:cubicBezTo>
                    <a:pt x="634" y="255"/>
                    <a:pt x="633" y="363"/>
                    <a:pt x="548" y="395"/>
                  </a:cubicBezTo>
                  <a:cubicBezTo>
                    <a:pt x="525" y="404"/>
                    <a:pt x="503" y="406"/>
                    <a:pt x="480" y="406"/>
                  </a:cubicBezTo>
                  <a:cubicBezTo>
                    <a:pt x="437" y="406"/>
                    <a:pt x="394" y="396"/>
                    <a:pt x="350" y="391"/>
                  </a:cubicBezTo>
                  <a:cubicBezTo>
                    <a:pt x="342" y="390"/>
                    <a:pt x="334" y="390"/>
                    <a:pt x="327" y="390"/>
                  </a:cubicBezTo>
                  <a:cubicBezTo>
                    <a:pt x="273" y="390"/>
                    <a:pt x="230" y="412"/>
                    <a:pt x="185" y="448"/>
                  </a:cubicBezTo>
                  <a:cubicBezTo>
                    <a:pt x="95" y="519"/>
                    <a:pt x="4" y="629"/>
                    <a:pt x="1" y="747"/>
                  </a:cubicBezTo>
                  <a:cubicBezTo>
                    <a:pt x="0" y="784"/>
                    <a:pt x="29" y="803"/>
                    <a:pt x="57" y="803"/>
                  </a:cubicBezTo>
                  <a:cubicBezTo>
                    <a:pt x="86" y="803"/>
                    <a:pt x="115" y="784"/>
                    <a:pt x="116" y="748"/>
                  </a:cubicBezTo>
                  <a:cubicBezTo>
                    <a:pt x="117" y="699"/>
                    <a:pt x="151" y="649"/>
                    <a:pt x="181" y="611"/>
                  </a:cubicBezTo>
                  <a:cubicBezTo>
                    <a:pt x="211" y="574"/>
                    <a:pt x="260" y="519"/>
                    <a:pt x="308" y="504"/>
                  </a:cubicBezTo>
                  <a:lnTo>
                    <a:pt x="308" y="504"/>
                  </a:lnTo>
                  <a:cubicBezTo>
                    <a:pt x="303" y="507"/>
                    <a:pt x="331" y="505"/>
                    <a:pt x="335" y="507"/>
                  </a:cubicBezTo>
                  <a:cubicBezTo>
                    <a:pt x="354" y="509"/>
                    <a:pt x="371" y="510"/>
                    <a:pt x="389" y="513"/>
                  </a:cubicBezTo>
                  <a:cubicBezTo>
                    <a:pt x="421" y="519"/>
                    <a:pt x="455" y="526"/>
                    <a:pt x="486" y="526"/>
                  </a:cubicBezTo>
                  <a:cubicBezTo>
                    <a:pt x="542" y="526"/>
                    <a:pt x="605" y="506"/>
                    <a:pt x="649" y="473"/>
                  </a:cubicBezTo>
                  <a:cubicBezTo>
                    <a:pt x="725" y="418"/>
                    <a:pt x="725" y="327"/>
                    <a:pt x="779" y="256"/>
                  </a:cubicBezTo>
                  <a:cubicBezTo>
                    <a:pt x="816" y="205"/>
                    <a:pt x="858" y="197"/>
                    <a:pt x="917" y="184"/>
                  </a:cubicBezTo>
                  <a:cubicBezTo>
                    <a:pt x="982" y="171"/>
                    <a:pt x="1037" y="147"/>
                    <a:pt x="1085" y="99"/>
                  </a:cubicBezTo>
                  <a:cubicBezTo>
                    <a:pt x="1126" y="59"/>
                    <a:pt x="1086" y="1"/>
                    <a:pt x="1041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0150" lIns="91425" spcFirstLastPara="1" rIns="91425" wrap="square" tIns="201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33" name="Google Shape;1033;p10"/>
            <p:cNvSpPr/>
            <p:nvPr/>
          </p:nvSpPr>
          <p:spPr>
            <a:xfrm>
              <a:off x="452880" y="2430000"/>
              <a:ext cx="41400" cy="50040"/>
            </a:xfrm>
            <a:custGeom>
              <a:rect b="b" l="l" r="r" t="t"/>
              <a:pathLst>
                <a:path extrusionOk="0" h="1003" w="830">
                  <a:moveTo>
                    <a:pt x="80" y="1"/>
                  </a:moveTo>
                  <a:cubicBezTo>
                    <a:pt x="33" y="1"/>
                    <a:pt x="0" y="77"/>
                    <a:pt x="52" y="111"/>
                  </a:cubicBezTo>
                  <a:cubicBezTo>
                    <a:pt x="135" y="165"/>
                    <a:pt x="191" y="250"/>
                    <a:pt x="237" y="335"/>
                  </a:cubicBezTo>
                  <a:cubicBezTo>
                    <a:pt x="259" y="380"/>
                    <a:pt x="279" y="424"/>
                    <a:pt x="300" y="470"/>
                  </a:cubicBezTo>
                  <a:cubicBezTo>
                    <a:pt x="320" y="512"/>
                    <a:pt x="322" y="555"/>
                    <a:pt x="334" y="600"/>
                  </a:cubicBezTo>
                  <a:cubicBezTo>
                    <a:pt x="361" y="695"/>
                    <a:pt x="444" y="743"/>
                    <a:pt x="533" y="771"/>
                  </a:cubicBezTo>
                  <a:cubicBezTo>
                    <a:pt x="614" y="796"/>
                    <a:pt x="699" y="873"/>
                    <a:pt x="711" y="961"/>
                  </a:cubicBezTo>
                  <a:cubicBezTo>
                    <a:pt x="716" y="990"/>
                    <a:pt x="736" y="1003"/>
                    <a:pt x="759" y="1003"/>
                  </a:cubicBezTo>
                  <a:cubicBezTo>
                    <a:pt x="792" y="1003"/>
                    <a:pt x="829" y="974"/>
                    <a:pt x="823" y="930"/>
                  </a:cubicBezTo>
                  <a:cubicBezTo>
                    <a:pt x="808" y="828"/>
                    <a:pt x="717" y="735"/>
                    <a:pt x="628" y="686"/>
                  </a:cubicBezTo>
                  <a:cubicBezTo>
                    <a:pt x="592" y="667"/>
                    <a:pt x="554" y="661"/>
                    <a:pt x="517" y="645"/>
                  </a:cubicBezTo>
                  <a:cubicBezTo>
                    <a:pt x="468" y="624"/>
                    <a:pt x="446" y="583"/>
                    <a:pt x="437" y="533"/>
                  </a:cubicBezTo>
                  <a:cubicBezTo>
                    <a:pt x="421" y="436"/>
                    <a:pt x="370" y="341"/>
                    <a:pt x="322" y="256"/>
                  </a:cubicBezTo>
                  <a:cubicBezTo>
                    <a:pt x="269" y="162"/>
                    <a:pt x="200" y="73"/>
                    <a:pt x="109" y="10"/>
                  </a:cubicBezTo>
                  <a:cubicBezTo>
                    <a:pt x="99" y="4"/>
                    <a:pt x="90" y="1"/>
                    <a:pt x="80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5200" lIns="91425" spcFirstLastPara="1" rIns="91425" wrap="square" tIns="25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34" name="Google Shape;1034;p10"/>
            <p:cNvSpPr/>
            <p:nvPr/>
          </p:nvSpPr>
          <p:spPr>
            <a:xfrm>
              <a:off x="363600" y="2477160"/>
              <a:ext cx="47520" cy="36720"/>
            </a:xfrm>
            <a:custGeom>
              <a:rect b="b" l="l" r="r" t="t"/>
              <a:pathLst>
                <a:path extrusionOk="0" h="738" w="952">
                  <a:moveTo>
                    <a:pt x="137" y="112"/>
                  </a:moveTo>
                  <a:lnTo>
                    <a:pt x="137" y="112"/>
                  </a:lnTo>
                  <a:cubicBezTo>
                    <a:pt x="137" y="112"/>
                    <a:pt x="137" y="112"/>
                    <a:pt x="137" y="112"/>
                  </a:cubicBezTo>
                  <a:lnTo>
                    <a:pt x="137" y="112"/>
                  </a:lnTo>
                  <a:cubicBezTo>
                    <a:pt x="137" y="112"/>
                    <a:pt x="137" y="112"/>
                    <a:pt x="137" y="112"/>
                  </a:cubicBezTo>
                  <a:close/>
                  <a:moveTo>
                    <a:pt x="139" y="112"/>
                  </a:moveTo>
                  <a:cubicBezTo>
                    <a:pt x="138" y="112"/>
                    <a:pt x="137" y="112"/>
                    <a:pt x="137" y="112"/>
                  </a:cubicBezTo>
                  <a:lnTo>
                    <a:pt x="137" y="112"/>
                  </a:lnTo>
                  <a:cubicBezTo>
                    <a:pt x="137" y="112"/>
                    <a:pt x="137" y="112"/>
                    <a:pt x="137" y="112"/>
                  </a:cubicBezTo>
                  <a:lnTo>
                    <a:pt x="137" y="112"/>
                  </a:lnTo>
                  <a:cubicBezTo>
                    <a:pt x="137" y="112"/>
                    <a:pt x="136" y="112"/>
                    <a:pt x="136" y="112"/>
                  </a:cubicBezTo>
                  <a:lnTo>
                    <a:pt x="136" y="112"/>
                  </a:lnTo>
                  <a:cubicBezTo>
                    <a:pt x="136" y="112"/>
                    <a:pt x="136" y="112"/>
                    <a:pt x="137" y="112"/>
                  </a:cubicBezTo>
                  <a:lnTo>
                    <a:pt x="132" y="112"/>
                  </a:lnTo>
                  <a:cubicBezTo>
                    <a:pt x="134" y="112"/>
                    <a:pt x="136" y="112"/>
                    <a:pt x="139" y="112"/>
                  </a:cubicBezTo>
                  <a:close/>
                  <a:moveTo>
                    <a:pt x="141" y="112"/>
                  </a:moveTo>
                  <a:cubicBezTo>
                    <a:pt x="141" y="112"/>
                    <a:pt x="146" y="115"/>
                    <a:pt x="147" y="115"/>
                  </a:cubicBezTo>
                  <a:cubicBezTo>
                    <a:pt x="147" y="115"/>
                    <a:pt x="146" y="114"/>
                    <a:pt x="142" y="112"/>
                  </a:cubicBezTo>
                  <a:cubicBezTo>
                    <a:pt x="142" y="112"/>
                    <a:pt x="142" y="112"/>
                    <a:pt x="141" y="112"/>
                  </a:cubicBezTo>
                  <a:close/>
                  <a:moveTo>
                    <a:pt x="136" y="113"/>
                  </a:moveTo>
                  <a:lnTo>
                    <a:pt x="136" y="113"/>
                  </a:lnTo>
                  <a:cubicBezTo>
                    <a:pt x="136" y="113"/>
                    <a:pt x="135" y="113"/>
                    <a:pt x="135" y="114"/>
                  </a:cubicBezTo>
                  <a:cubicBezTo>
                    <a:pt x="134" y="115"/>
                    <a:pt x="134" y="116"/>
                    <a:pt x="134" y="116"/>
                  </a:cubicBezTo>
                  <a:cubicBezTo>
                    <a:pt x="134" y="116"/>
                    <a:pt x="136" y="114"/>
                    <a:pt x="136" y="113"/>
                  </a:cubicBezTo>
                  <a:close/>
                  <a:moveTo>
                    <a:pt x="155" y="116"/>
                  </a:moveTo>
                  <a:cubicBezTo>
                    <a:pt x="155" y="116"/>
                    <a:pt x="157" y="116"/>
                    <a:pt x="160" y="117"/>
                  </a:cubicBezTo>
                  <a:lnTo>
                    <a:pt x="160" y="117"/>
                  </a:lnTo>
                  <a:cubicBezTo>
                    <a:pt x="156" y="116"/>
                    <a:pt x="155" y="116"/>
                    <a:pt x="155" y="116"/>
                  </a:cubicBezTo>
                  <a:close/>
                  <a:moveTo>
                    <a:pt x="143" y="1"/>
                  </a:moveTo>
                  <a:cubicBezTo>
                    <a:pt x="100" y="1"/>
                    <a:pt x="59" y="21"/>
                    <a:pt x="30" y="65"/>
                  </a:cubicBezTo>
                  <a:cubicBezTo>
                    <a:pt x="1" y="109"/>
                    <a:pt x="40" y="150"/>
                    <a:pt x="80" y="150"/>
                  </a:cubicBezTo>
                  <a:cubicBezTo>
                    <a:pt x="98" y="150"/>
                    <a:pt x="116" y="142"/>
                    <a:pt x="128" y="124"/>
                  </a:cubicBezTo>
                  <a:cubicBezTo>
                    <a:pt x="130" y="120"/>
                    <a:pt x="131" y="118"/>
                    <a:pt x="131" y="118"/>
                  </a:cubicBezTo>
                  <a:lnTo>
                    <a:pt x="131" y="118"/>
                  </a:lnTo>
                  <a:cubicBezTo>
                    <a:pt x="132" y="118"/>
                    <a:pt x="132" y="117"/>
                    <a:pt x="132" y="116"/>
                  </a:cubicBezTo>
                  <a:cubicBezTo>
                    <a:pt x="134" y="114"/>
                    <a:pt x="135" y="113"/>
                    <a:pt x="136" y="113"/>
                  </a:cubicBezTo>
                  <a:lnTo>
                    <a:pt x="136" y="113"/>
                  </a:lnTo>
                  <a:cubicBezTo>
                    <a:pt x="136" y="113"/>
                    <a:pt x="136" y="113"/>
                    <a:pt x="137" y="113"/>
                  </a:cubicBezTo>
                  <a:lnTo>
                    <a:pt x="137" y="113"/>
                  </a:lnTo>
                  <a:cubicBezTo>
                    <a:pt x="136" y="113"/>
                    <a:pt x="136" y="113"/>
                    <a:pt x="136" y="113"/>
                  </a:cubicBezTo>
                  <a:lnTo>
                    <a:pt x="136" y="113"/>
                  </a:lnTo>
                  <a:cubicBezTo>
                    <a:pt x="137" y="113"/>
                    <a:pt x="137" y="112"/>
                    <a:pt x="138" y="112"/>
                  </a:cubicBezTo>
                  <a:lnTo>
                    <a:pt x="138" y="112"/>
                  </a:lnTo>
                  <a:cubicBezTo>
                    <a:pt x="138" y="112"/>
                    <a:pt x="138" y="112"/>
                    <a:pt x="138" y="112"/>
                  </a:cubicBezTo>
                  <a:lnTo>
                    <a:pt x="138" y="112"/>
                  </a:lnTo>
                  <a:cubicBezTo>
                    <a:pt x="138" y="112"/>
                    <a:pt x="139" y="112"/>
                    <a:pt x="139" y="112"/>
                  </a:cubicBezTo>
                  <a:lnTo>
                    <a:pt x="139" y="112"/>
                  </a:lnTo>
                  <a:cubicBezTo>
                    <a:pt x="139" y="112"/>
                    <a:pt x="139" y="112"/>
                    <a:pt x="139" y="112"/>
                  </a:cubicBezTo>
                  <a:cubicBezTo>
                    <a:pt x="140" y="112"/>
                    <a:pt x="141" y="112"/>
                    <a:pt x="141" y="112"/>
                  </a:cubicBezTo>
                  <a:lnTo>
                    <a:pt x="141" y="112"/>
                  </a:lnTo>
                  <a:cubicBezTo>
                    <a:pt x="141" y="112"/>
                    <a:pt x="142" y="112"/>
                    <a:pt x="142" y="112"/>
                  </a:cubicBezTo>
                  <a:cubicBezTo>
                    <a:pt x="142" y="112"/>
                    <a:pt x="144" y="112"/>
                    <a:pt x="145" y="112"/>
                  </a:cubicBezTo>
                  <a:lnTo>
                    <a:pt x="160" y="117"/>
                  </a:lnTo>
                  <a:lnTo>
                    <a:pt x="160" y="117"/>
                  </a:lnTo>
                  <a:cubicBezTo>
                    <a:pt x="163" y="119"/>
                    <a:pt x="167" y="120"/>
                    <a:pt x="168" y="121"/>
                  </a:cubicBezTo>
                  <a:cubicBezTo>
                    <a:pt x="175" y="125"/>
                    <a:pt x="182" y="131"/>
                    <a:pt x="189" y="133"/>
                  </a:cubicBezTo>
                  <a:cubicBezTo>
                    <a:pt x="210" y="148"/>
                    <a:pt x="234" y="169"/>
                    <a:pt x="260" y="194"/>
                  </a:cubicBezTo>
                  <a:cubicBezTo>
                    <a:pt x="291" y="223"/>
                    <a:pt x="317" y="252"/>
                    <a:pt x="345" y="284"/>
                  </a:cubicBezTo>
                  <a:cubicBezTo>
                    <a:pt x="458" y="414"/>
                    <a:pt x="560" y="563"/>
                    <a:pt x="692" y="672"/>
                  </a:cubicBezTo>
                  <a:cubicBezTo>
                    <a:pt x="734" y="707"/>
                    <a:pt x="784" y="738"/>
                    <a:pt x="837" y="738"/>
                  </a:cubicBezTo>
                  <a:cubicBezTo>
                    <a:pt x="856" y="738"/>
                    <a:pt x="874" y="734"/>
                    <a:pt x="893" y="726"/>
                  </a:cubicBezTo>
                  <a:cubicBezTo>
                    <a:pt x="951" y="698"/>
                    <a:pt x="915" y="619"/>
                    <a:pt x="860" y="619"/>
                  </a:cubicBezTo>
                  <a:cubicBezTo>
                    <a:pt x="853" y="619"/>
                    <a:pt x="845" y="621"/>
                    <a:pt x="837" y="624"/>
                  </a:cubicBezTo>
                  <a:lnTo>
                    <a:pt x="837" y="624"/>
                  </a:lnTo>
                  <a:cubicBezTo>
                    <a:pt x="841" y="622"/>
                    <a:pt x="842" y="621"/>
                    <a:pt x="842" y="621"/>
                  </a:cubicBezTo>
                  <a:lnTo>
                    <a:pt x="842" y="621"/>
                  </a:lnTo>
                  <a:cubicBezTo>
                    <a:pt x="842" y="621"/>
                    <a:pt x="838" y="622"/>
                    <a:pt x="836" y="624"/>
                  </a:cubicBezTo>
                  <a:lnTo>
                    <a:pt x="836" y="624"/>
                  </a:lnTo>
                  <a:cubicBezTo>
                    <a:pt x="833" y="623"/>
                    <a:pt x="828" y="622"/>
                    <a:pt x="825" y="622"/>
                  </a:cubicBezTo>
                  <a:cubicBezTo>
                    <a:pt x="824" y="622"/>
                    <a:pt x="820" y="621"/>
                    <a:pt x="818" y="621"/>
                  </a:cubicBezTo>
                  <a:cubicBezTo>
                    <a:pt x="816" y="620"/>
                    <a:pt x="815" y="620"/>
                    <a:pt x="816" y="620"/>
                  </a:cubicBezTo>
                  <a:lnTo>
                    <a:pt x="816" y="620"/>
                  </a:lnTo>
                  <a:cubicBezTo>
                    <a:pt x="816" y="620"/>
                    <a:pt x="820" y="621"/>
                    <a:pt x="821" y="621"/>
                  </a:cubicBezTo>
                  <a:cubicBezTo>
                    <a:pt x="822" y="621"/>
                    <a:pt x="821" y="620"/>
                    <a:pt x="817" y="618"/>
                  </a:cubicBezTo>
                  <a:cubicBezTo>
                    <a:pt x="783" y="601"/>
                    <a:pt x="776" y="594"/>
                    <a:pt x="749" y="571"/>
                  </a:cubicBezTo>
                  <a:cubicBezTo>
                    <a:pt x="685" y="512"/>
                    <a:pt x="628" y="445"/>
                    <a:pt x="575" y="380"/>
                  </a:cubicBezTo>
                  <a:cubicBezTo>
                    <a:pt x="514" y="309"/>
                    <a:pt x="457" y="235"/>
                    <a:pt x="393" y="169"/>
                  </a:cubicBezTo>
                  <a:cubicBezTo>
                    <a:pt x="344" y="115"/>
                    <a:pt x="288" y="55"/>
                    <a:pt x="223" y="21"/>
                  </a:cubicBezTo>
                  <a:cubicBezTo>
                    <a:pt x="197" y="8"/>
                    <a:pt x="170" y="1"/>
                    <a:pt x="143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350" lIns="91425" spcFirstLastPara="1" rIns="91425" wrap="square" tIns="18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35" name="Google Shape;1035;p10"/>
            <p:cNvSpPr/>
            <p:nvPr/>
          </p:nvSpPr>
          <p:spPr>
            <a:xfrm>
              <a:off x="300240" y="2554560"/>
              <a:ext cx="65160" cy="20880"/>
            </a:xfrm>
            <a:custGeom>
              <a:rect b="b" l="l" r="r" t="t"/>
              <a:pathLst>
                <a:path extrusionOk="0" h="420" w="1304">
                  <a:moveTo>
                    <a:pt x="618" y="1"/>
                  </a:moveTo>
                  <a:cubicBezTo>
                    <a:pt x="541" y="1"/>
                    <a:pt x="462" y="21"/>
                    <a:pt x="393" y="49"/>
                  </a:cubicBezTo>
                  <a:cubicBezTo>
                    <a:pt x="256" y="106"/>
                    <a:pt x="130" y="201"/>
                    <a:pt x="36" y="318"/>
                  </a:cubicBezTo>
                  <a:cubicBezTo>
                    <a:pt x="1" y="361"/>
                    <a:pt x="40" y="419"/>
                    <a:pt x="80" y="419"/>
                  </a:cubicBezTo>
                  <a:cubicBezTo>
                    <a:pt x="93" y="419"/>
                    <a:pt x="106" y="413"/>
                    <a:pt x="117" y="399"/>
                  </a:cubicBezTo>
                  <a:cubicBezTo>
                    <a:pt x="215" y="283"/>
                    <a:pt x="347" y="181"/>
                    <a:pt x="493" y="137"/>
                  </a:cubicBezTo>
                  <a:cubicBezTo>
                    <a:pt x="532" y="126"/>
                    <a:pt x="577" y="117"/>
                    <a:pt x="621" y="117"/>
                  </a:cubicBezTo>
                  <a:cubicBezTo>
                    <a:pt x="646" y="117"/>
                    <a:pt x="671" y="120"/>
                    <a:pt x="694" y="127"/>
                  </a:cubicBezTo>
                  <a:cubicBezTo>
                    <a:pt x="731" y="139"/>
                    <a:pt x="765" y="163"/>
                    <a:pt x="797" y="184"/>
                  </a:cubicBezTo>
                  <a:cubicBezTo>
                    <a:pt x="858" y="219"/>
                    <a:pt x="966" y="293"/>
                    <a:pt x="1071" y="327"/>
                  </a:cubicBezTo>
                  <a:cubicBezTo>
                    <a:pt x="1102" y="337"/>
                    <a:pt x="1132" y="343"/>
                    <a:pt x="1161" y="343"/>
                  </a:cubicBezTo>
                  <a:cubicBezTo>
                    <a:pt x="1215" y="343"/>
                    <a:pt x="1262" y="321"/>
                    <a:pt x="1290" y="262"/>
                  </a:cubicBezTo>
                  <a:cubicBezTo>
                    <a:pt x="1292" y="262"/>
                    <a:pt x="1292" y="258"/>
                    <a:pt x="1293" y="256"/>
                  </a:cubicBezTo>
                  <a:cubicBezTo>
                    <a:pt x="1303" y="235"/>
                    <a:pt x="1299" y="215"/>
                    <a:pt x="1290" y="195"/>
                  </a:cubicBezTo>
                  <a:cubicBezTo>
                    <a:pt x="1279" y="177"/>
                    <a:pt x="1257" y="165"/>
                    <a:pt x="1237" y="165"/>
                  </a:cubicBezTo>
                  <a:cubicBezTo>
                    <a:pt x="1220" y="165"/>
                    <a:pt x="1204" y="173"/>
                    <a:pt x="1194" y="194"/>
                  </a:cubicBezTo>
                  <a:cubicBezTo>
                    <a:pt x="1185" y="216"/>
                    <a:pt x="1167" y="224"/>
                    <a:pt x="1146" y="224"/>
                  </a:cubicBezTo>
                  <a:cubicBezTo>
                    <a:pt x="1121" y="224"/>
                    <a:pt x="1090" y="212"/>
                    <a:pt x="1064" y="199"/>
                  </a:cubicBezTo>
                  <a:cubicBezTo>
                    <a:pt x="1044" y="188"/>
                    <a:pt x="1024" y="178"/>
                    <a:pt x="1013" y="171"/>
                  </a:cubicBezTo>
                  <a:cubicBezTo>
                    <a:pt x="925" y="124"/>
                    <a:pt x="845" y="66"/>
                    <a:pt x="759" y="28"/>
                  </a:cubicBezTo>
                  <a:cubicBezTo>
                    <a:pt x="715" y="9"/>
                    <a:pt x="667" y="1"/>
                    <a:pt x="618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425" lIns="91425" spcFirstLastPara="1" rIns="91425" wrap="square" tIns="10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36" name="Google Shape;1036;p10"/>
            <p:cNvSpPr/>
            <p:nvPr/>
          </p:nvSpPr>
          <p:spPr>
            <a:xfrm>
              <a:off x="324000" y="2634120"/>
              <a:ext cx="73800" cy="19080"/>
            </a:xfrm>
            <a:custGeom>
              <a:rect b="b" l="l" r="r" t="t"/>
              <a:pathLst>
                <a:path extrusionOk="0" h="389" w="1469">
                  <a:moveTo>
                    <a:pt x="1384" y="0"/>
                  </a:moveTo>
                  <a:cubicBezTo>
                    <a:pt x="1371" y="0"/>
                    <a:pt x="1358" y="5"/>
                    <a:pt x="1346" y="16"/>
                  </a:cubicBezTo>
                  <a:cubicBezTo>
                    <a:pt x="1255" y="105"/>
                    <a:pt x="1134" y="130"/>
                    <a:pt x="1008" y="130"/>
                  </a:cubicBezTo>
                  <a:cubicBezTo>
                    <a:pt x="883" y="130"/>
                    <a:pt x="752" y="106"/>
                    <a:pt x="641" y="94"/>
                  </a:cubicBezTo>
                  <a:cubicBezTo>
                    <a:pt x="586" y="88"/>
                    <a:pt x="530" y="84"/>
                    <a:pt x="474" y="84"/>
                  </a:cubicBezTo>
                  <a:cubicBezTo>
                    <a:pt x="295" y="84"/>
                    <a:pt x="123" y="128"/>
                    <a:pt x="26" y="301"/>
                  </a:cubicBezTo>
                  <a:cubicBezTo>
                    <a:pt x="1" y="346"/>
                    <a:pt x="40" y="388"/>
                    <a:pt x="79" y="388"/>
                  </a:cubicBezTo>
                  <a:cubicBezTo>
                    <a:pt x="97" y="388"/>
                    <a:pt x="114" y="380"/>
                    <a:pt x="125" y="359"/>
                  </a:cubicBezTo>
                  <a:cubicBezTo>
                    <a:pt x="199" y="229"/>
                    <a:pt x="330" y="196"/>
                    <a:pt x="468" y="196"/>
                  </a:cubicBezTo>
                  <a:cubicBezTo>
                    <a:pt x="563" y="196"/>
                    <a:pt x="661" y="211"/>
                    <a:pt x="746" y="222"/>
                  </a:cubicBezTo>
                  <a:cubicBezTo>
                    <a:pt x="831" y="232"/>
                    <a:pt x="921" y="242"/>
                    <a:pt x="1009" y="242"/>
                  </a:cubicBezTo>
                  <a:cubicBezTo>
                    <a:pt x="1162" y="242"/>
                    <a:pt x="1312" y="211"/>
                    <a:pt x="1428" y="97"/>
                  </a:cubicBezTo>
                  <a:cubicBezTo>
                    <a:pt x="1468" y="58"/>
                    <a:pt x="1429" y="0"/>
                    <a:pt x="1384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37" name="Google Shape;1037;p10"/>
            <p:cNvSpPr/>
            <p:nvPr/>
          </p:nvSpPr>
          <p:spPr>
            <a:xfrm>
              <a:off x="343800" y="2700000"/>
              <a:ext cx="57240" cy="42840"/>
            </a:xfrm>
            <a:custGeom>
              <a:rect b="b" l="l" r="r" t="t"/>
              <a:pathLst>
                <a:path extrusionOk="0" h="856" w="1144">
                  <a:moveTo>
                    <a:pt x="1082" y="0"/>
                  </a:moveTo>
                  <a:cubicBezTo>
                    <a:pt x="1064" y="0"/>
                    <a:pt x="1046" y="8"/>
                    <a:pt x="1035" y="26"/>
                  </a:cubicBezTo>
                  <a:cubicBezTo>
                    <a:pt x="991" y="96"/>
                    <a:pt x="928" y="150"/>
                    <a:pt x="860" y="189"/>
                  </a:cubicBezTo>
                  <a:cubicBezTo>
                    <a:pt x="743" y="259"/>
                    <a:pt x="604" y="300"/>
                    <a:pt x="486" y="349"/>
                  </a:cubicBezTo>
                  <a:cubicBezTo>
                    <a:pt x="276" y="435"/>
                    <a:pt x="77" y="554"/>
                    <a:pt x="13" y="785"/>
                  </a:cubicBezTo>
                  <a:cubicBezTo>
                    <a:pt x="1" y="827"/>
                    <a:pt x="37" y="856"/>
                    <a:pt x="72" y="856"/>
                  </a:cubicBezTo>
                  <a:cubicBezTo>
                    <a:pt x="95" y="856"/>
                    <a:pt x="117" y="844"/>
                    <a:pt x="125" y="816"/>
                  </a:cubicBezTo>
                  <a:cubicBezTo>
                    <a:pt x="184" y="596"/>
                    <a:pt x="397" y="505"/>
                    <a:pt x="591" y="430"/>
                  </a:cubicBezTo>
                  <a:cubicBezTo>
                    <a:pt x="666" y="401"/>
                    <a:pt x="747" y="371"/>
                    <a:pt x="822" y="335"/>
                  </a:cubicBezTo>
                  <a:cubicBezTo>
                    <a:pt x="940" y="280"/>
                    <a:pt x="1049" y="209"/>
                    <a:pt x="1124" y="100"/>
                  </a:cubicBezTo>
                  <a:cubicBezTo>
                    <a:pt x="1127" y="96"/>
                    <a:pt x="1131" y="93"/>
                    <a:pt x="1132" y="87"/>
                  </a:cubicBezTo>
                  <a:cubicBezTo>
                    <a:pt x="1141" y="72"/>
                    <a:pt x="1144" y="58"/>
                    <a:pt x="1141" y="41"/>
                  </a:cubicBezTo>
                  <a:cubicBezTo>
                    <a:pt x="1134" y="17"/>
                    <a:pt x="1108" y="0"/>
                    <a:pt x="1082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38" name="Google Shape;1038;p10"/>
            <p:cNvSpPr/>
            <p:nvPr/>
          </p:nvSpPr>
          <p:spPr>
            <a:xfrm>
              <a:off x="367200" y="2773080"/>
              <a:ext cx="36360" cy="40680"/>
            </a:xfrm>
            <a:custGeom>
              <a:rect b="b" l="l" r="r" t="t"/>
              <a:pathLst>
                <a:path extrusionOk="0" h="817" w="728">
                  <a:moveTo>
                    <a:pt x="643" y="1"/>
                  </a:moveTo>
                  <a:cubicBezTo>
                    <a:pt x="630" y="1"/>
                    <a:pt x="617" y="6"/>
                    <a:pt x="605" y="17"/>
                  </a:cubicBezTo>
                  <a:cubicBezTo>
                    <a:pt x="485" y="132"/>
                    <a:pt x="359" y="244"/>
                    <a:pt x="237" y="357"/>
                  </a:cubicBezTo>
                  <a:cubicBezTo>
                    <a:pt x="119" y="465"/>
                    <a:pt x="0" y="585"/>
                    <a:pt x="21" y="758"/>
                  </a:cubicBezTo>
                  <a:cubicBezTo>
                    <a:pt x="26" y="788"/>
                    <a:pt x="45" y="816"/>
                    <a:pt x="81" y="816"/>
                  </a:cubicBezTo>
                  <a:cubicBezTo>
                    <a:pt x="108" y="815"/>
                    <a:pt x="140" y="788"/>
                    <a:pt x="138" y="755"/>
                  </a:cubicBezTo>
                  <a:cubicBezTo>
                    <a:pt x="129" y="684"/>
                    <a:pt x="145" y="628"/>
                    <a:pt x="187" y="571"/>
                  </a:cubicBezTo>
                  <a:cubicBezTo>
                    <a:pt x="231" y="512"/>
                    <a:pt x="289" y="463"/>
                    <a:pt x="343" y="414"/>
                  </a:cubicBezTo>
                  <a:cubicBezTo>
                    <a:pt x="456" y="309"/>
                    <a:pt x="573" y="207"/>
                    <a:pt x="686" y="99"/>
                  </a:cubicBezTo>
                  <a:cubicBezTo>
                    <a:pt x="728" y="59"/>
                    <a:pt x="688" y="1"/>
                    <a:pt x="643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39" name="Google Shape;1039;p10"/>
            <p:cNvSpPr/>
            <p:nvPr/>
          </p:nvSpPr>
          <p:spPr>
            <a:xfrm>
              <a:off x="433800" y="2786400"/>
              <a:ext cx="23400" cy="47520"/>
            </a:xfrm>
            <a:custGeom>
              <a:rect b="b" l="l" r="r" t="t"/>
              <a:pathLst>
                <a:path extrusionOk="0" h="951" w="471">
                  <a:moveTo>
                    <a:pt x="394" y="0"/>
                  </a:moveTo>
                  <a:cubicBezTo>
                    <a:pt x="366" y="0"/>
                    <a:pt x="334" y="27"/>
                    <a:pt x="336" y="59"/>
                  </a:cubicBezTo>
                  <a:cubicBezTo>
                    <a:pt x="345" y="127"/>
                    <a:pt x="319" y="186"/>
                    <a:pt x="287" y="243"/>
                  </a:cubicBezTo>
                  <a:cubicBezTo>
                    <a:pt x="246" y="316"/>
                    <a:pt x="196" y="383"/>
                    <a:pt x="154" y="452"/>
                  </a:cubicBezTo>
                  <a:cubicBezTo>
                    <a:pt x="63" y="596"/>
                    <a:pt x="1" y="757"/>
                    <a:pt x="76" y="922"/>
                  </a:cubicBezTo>
                  <a:cubicBezTo>
                    <a:pt x="86" y="942"/>
                    <a:pt x="103" y="951"/>
                    <a:pt x="120" y="951"/>
                  </a:cubicBezTo>
                  <a:cubicBezTo>
                    <a:pt x="159" y="951"/>
                    <a:pt x="199" y="908"/>
                    <a:pt x="178" y="863"/>
                  </a:cubicBezTo>
                  <a:cubicBezTo>
                    <a:pt x="111" y="722"/>
                    <a:pt x="213" y="573"/>
                    <a:pt x="287" y="460"/>
                  </a:cubicBezTo>
                  <a:cubicBezTo>
                    <a:pt x="363" y="345"/>
                    <a:pt x="471" y="206"/>
                    <a:pt x="454" y="59"/>
                  </a:cubicBezTo>
                  <a:cubicBezTo>
                    <a:pt x="450" y="27"/>
                    <a:pt x="430" y="3"/>
                    <a:pt x="394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3750" lIns="91425" spcFirstLastPara="1" rIns="91425" wrap="square" tIns="23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40" name="Google Shape;1040;p10"/>
            <p:cNvSpPr/>
            <p:nvPr/>
          </p:nvSpPr>
          <p:spPr>
            <a:xfrm>
              <a:off x="514080" y="2761560"/>
              <a:ext cx="18000" cy="55080"/>
            </a:xfrm>
            <a:custGeom>
              <a:rect b="b" l="l" r="r" t="t"/>
              <a:pathLst>
                <a:path extrusionOk="0" h="1100" w="368">
                  <a:moveTo>
                    <a:pt x="290" y="1"/>
                  </a:moveTo>
                  <a:cubicBezTo>
                    <a:pt x="273" y="1"/>
                    <a:pt x="256" y="10"/>
                    <a:pt x="246" y="30"/>
                  </a:cubicBezTo>
                  <a:cubicBezTo>
                    <a:pt x="168" y="193"/>
                    <a:pt x="100" y="363"/>
                    <a:pt x="59" y="539"/>
                  </a:cubicBezTo>
                  <a:cubicBezTo>
                    <a:pt x="18" y="718"/>
                    <a:pt x="1" y="927"/>
                    <a:pt x="123" y="1079"/>
                  </a:cubicBezTo>
                  <a:cubicBezTo>
                    <a:pt x="134" y="1093"/>
                    <a:pt x="148" y="1099"/>
                    <a:pt x="161" y="1099"/>
                  </a:cubicBezTo>
                  <a:cubicBezTo>
                    <a:pt x="203" y="1099"/>
                    <a:pt x="240" y="1042"/>
                    <a:pt x="203" y="998"/>
                  </a:cubicBezTo>
                  <a:cubicBezTo>
                    <a:pt x="103" y="874"/>
                    <a:pt x="144" y="672"/>
                    <a:pt x="179" y="532"/>
                  </a:cubicBezTo>
                  <a:cubicBezTo>
                    <a:pt x="218" y="378"/>
                    <a:pt x="277" y="230"/>
                    <a:pt x="345" y="88"/>
                  </a:cubicBezTo>
                  <a:cubicBezTo>
                    <a:pt x="368" y="43"/>
                    <a:pt x="328" y="1"/>
                    <a:pt x="290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7700" lIns="91425" spcFirstLastPara="1" rIns="91425" wrap="square" tIns="27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41" name="Google Shape;1041;p10"/>
            <p:cNvSpPr/>
            <p:nvPr/>
          </p:nvSpPr>
          <p:spPr>
            <a:xfrm>
              <a:off x="582840" y="2783880"/>
              <a:ext cx="15480" cy="47880"/>
            </a:xfrm>
            <a:custGeom>
              <a:rect b="b" l="l" r="r" t="t"/>
              <a:pathLst>
                <a:path extrusionOk="0" h="955" w="317">
                  <a:moveTo>
                    <a:pt x="239" y="0"/>
                  </a:moveTo>
                  <a:cubicBezTo>
                    <a:pt x="235" y="0"/>
                    <a:pt x="230" y="1"/>
                    <a:pt x="226" y="2"/>
                  </a:cubicBezTo>
                  <a:cubicBezTo>
                    <a:pt x="194" y="12"/>
                    <a:pt x="182" y="43"/>
                    <a:pt x="186" y="73"/>
                  </a:cubicBezTo>
                  <a:cubicBezTo>
                    <a:pt x="202" y="196"/>
                    <a:pt x="172" y="349"/>
                    <a:pt x="145" y="477"/>
                  </a:cubicBezTo>
                  <a:cubicBezTo>
                    <a:pt x="118" y="608"/>
                    <a:pt x="89" y="749"/>
                    <a:pt x="25" y="866"/>
                  </a:cubicBezTo>
                  <a:cubicBezTo>
                    <a:pt x="0" y="912"/>
                    <a:pt x="40" y="954"/>
                    <a:pt x="79" y="954"/>
                  </a:cubicBezTo>
                  <a:cubicBezTo>
                    <a:pt x="96" y="954"/>
                    <a:pt x="113" y="946"/>
                    <a:pt x="124" y="926"/>
                  </a:cubicBezTo>
                  <a:cubicBezTo>
                    <a:pt x="194" y="794"/>
                    <a:pt x="229" y="642"/>
                    <a:pt x="259" y="496"/>
                  </a:cubicBezTo>
                  <a:cubicBezTo>
                    <a:pt x="288" y="349"/>
                    <a:pt x="317" y="192"/>
                    <a:pt x="297" y="43"/>
                  </a:cubicBezTo>
                  <a:cubicBezTo>
                    <a:pt x="295" y="16"/>
                    <a:pt x="265" y="0"/>
                    <a:pt x="239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4100" lIns="91425" spcFirstLastPara="1" rIns="91425" wrap="square" tIns="24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42" name="Google Shape;1042;p10"/>
            <p:cNvSpPr/>
            <p:nvPr/>
          </p:nvSpPr>
          <p:spPr>
            <a:xfrm>
              <a:off x="654840" y="2820600"/>
              <a:ext cx="21240" cy="50400"/>
            </a:xfrm>
            <a:custGeom>
              <a:rect b="b" l="l" r="r" t="t"/>
              <a:pathLst>
                <a:path extrusionOk="0" h="1007" w="426">
                  <a:moveTo>
                    <a:pt x="41" y="102"/>
                  </a:moveTo>
                  <a:cubicBezTo>
                    <a:pt x="41" y="102"/>
                    <a:pt x="42" y="103"/>
                    <a:pt x="43" y="104"/>
                  </a:cubicBezTo>
                  <a:lnTo>
                    <a:pt x="43" y="104"/>
                  </a:lnTo>
                  <a:cubicBezTo>
                    <a:pt x="42" y="104"/>
                    <a:pt x="41" y="102"/>
                    <a:pt x="41" y="102"/>
                  </a:cubicBezTo>
                  <a:close/>
                  <a:moveTo>
                    <a:pt x="43" y="104"/>
                  </a:moveTo>
                  <a:cubicBezTo>
                    <a:pt x="43" y="104"/>
                    <a:pt x="43" y="105"/>
                    <a:pt x="44" y="106"/>
                  </a:cubicBezTo>
                  <a:lnTo>
                    <a:pt x="44" y="106"/>
                  </a:lnTo>
                  <a:cubicBezTo>
                    <a:pt x="43" y="105"/>
                    <a:pt x="43" y="104"/>
                    <a:pt x="43" y="104"/>
                  </a:cubicBezTo>
                  <a:close/>
                  <a:moveTo>
                    <a:pt x="76" y="0"/>
                  </a:moveTo>
                  <a:cubicBezTo>
                    <a:pt x="75" y="0"/>
                    <a:pt x="74" y="1"/>
                    <a:pt x="73" y="1"/>
                  </a:cubicBezTo>
                  <a:cubicBezTo>
                    <a:pt x="9" y="3"/>
                    <a:pt x="0" y="90"/>
                    <a:pt x="47" y="112"/>
                  </a:cubicBezTo>
                  <a:lnTo>
                    <a:pt x="47" y="112"/>
                  </a:lnTo>
                  <a:cubicBezTo>
                    <a:pt x="49" y="115"/>
                    <a:pt x="50" y="118"/>
                    <a:pt x="51" y="120"/>
                  </a:cubicBezTo>
                  <a:cubicBezTo>
                    <a:pt x="64" y="142"/>
                    <a:pt x="65" y="148"/>
                    <a:pt x="75" y="173"/>
                  </a:cubicBezTo>
                  <a:cubicBezTo>
                    <a:pt x="99" y="239"/>
                    <a:pt x="121" y="308"/>
                    <a:pt x="141" y="375"/>
                  </a:cubicBezTo>
                  <a:cubicBezTo>
                    <a:pt x="184" y="523"/>
                    <a:pt x="224" y="677"/>
                    <a:pt x="264" y="827"/>
                  </a:cubicBezTo>
                  <a:cubicBezTo>
                    <a:pt x="277" y="872"/>
                    <a:pt x="288" y="920"/>
                    <a:pt x="302" y="966"/>
                  </a:cubicBezTo>
                  <a:cubicBezTo>
                    <a:pt x="311" y="994"/>
                    <a:pt x="333" y="1006"/>
                    <a:pt x="356" y="1006"/>
                  </a:cubicBezTo>
                  <a:cubicBezTo>
                    <a:pt x="391" y="1006"/>
                    <a:pt x="425" y="978"/>
                    <a:pt x="413" y="936"/>
                  </a:cubicBezTo>
                  <a:cubicBezTo>
                    <a:pt x="330" y="665"/>
                    <a:pt x="284" y="383"/>
                    <a:pt x="177" y="120"/>
                  </a:cubicBezTo>
                  <a:cubicBezTo>
                    <a:pt x="161" y="76"/>
                    <a:pt x="134" y="0"/>
                    <a:pt x="76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5200" lIns="91425" spcFirstLastPara="1" rIns="91425" wrap="square" tIns="25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43" name="Google Shape;1043;p10"/>
            <p:cNvSpPr/>
            <p:nvPr/>
          </p:nvSpPr>
          <p:spPr>
            <a:xfrm>
              <a:off x="699120" y="2773440"/>
              <a:ext cx="45360" cy="21960"/>
            </a:xfrm>
            <a:custGeom>
              <a:rect b="b" l="l" r="r" t="t"/>
              <a:pathLst>
                <a:path extrusionOk="0" h="441" w="910">
                  <a:moveTo>
                    <a:pt x="123" y="0"/>
                  </a:moveTo>
                  <a:cubicBezTo>
                    <a:pt x="104" y="0"/>
                    <a:pt x="85" y="3"/>
                    <a:pt x="65" y="9"/>
                  </a:cubicBezTo>
                  <a:cubicBezTo>
                    <a:pt x="0" y="28"/>
                    <a:pt x="21" y="124"/>
                    <a:pt x="79" y="124"/>
                  </a:cubicBezTo>
                  <a:cubicBezTo>
                    <a:pt x="84" y="124"/>
                    <a:pt x="90" y="123"/>
                    <a:pt x="96" y="121"/>
                  </a:cubicBezTo>
                  <a:cubicBezTo>
                    <a:pt x="106" y="118"/>
                    <a:pt x="115" y="117"/>
                    <a:pt x="125" y="117"/>
                  </a:cubicBezTo>
                  <a:cubicBezTo>
                    <a:pt x="188" y="117"/>
                    <a:pt x="253" y="177"/>
                    <a:pt x="295" y="219"/>
                  </a:cubicBezTo>
                  <a:cubicBezTo>
                    <a:pt x="334" y="258"/>
                    <a:pt x="354" y="315"/>
                    <a:pt x="397" y="355"/>
                  </a:cubicBezTo>
                  <a:cubicBezTo>
                    <a:pt x="453" y="410"/>
                    <a:pt x="530" y="434"/>
                    <a:pt x="608" y="440"/>
                  </a:cubicBezTo>
                  <a:cubicBezTo>
                    <a:pt x="618" y="441"/>
                    <a:pt x="628" y="441"/>
                    <a:pt x="639" y="441"/>
                  </a:cubicBezTo>
                  <a:cubicBezTo>
                    <a:pt x="685" y="441"/>
                    <a:pt x="732" y="435"/>
                    <a:pt x="778" y="435"/>
                  </a:cubicBezTo>
                  <a:cubicBezTo>
                    <a:pt x="797" y="435"/>
                    <a:pt x="815" y="436"/>
                    <a:pt x="833" y="438"/>
                  </a:cubicBezTo>
                  <a:cubicBezTo>
                    <a:pt x="836" y="439"/>
                    <a:pt x="840" y="439"/>
                    <a:pt x="843" y="439"/>
                  </a:cubicBezTo>
                  <a:cubicBezTo>
                    <a:pt x="870" y="439"/>
                    <a:pt x="895" y="428"/>
                    <a:pt x="904" y="397"/>
                  </a:cubicBezTo>
                  <a:cubicBezTo>
                    <a:pt x="910" y="370"/>
                    <a:pt x="894" y="329"/>
                    <a:pt x="863" y="326"/>
                  </a:cubicBezTo>
                  <a:cubicBezTo>
                    <a:pt x="842" y="323"/>
                    <a:pt x="820" y="322"/>
                    <a:pt x="797" y="322"/>
                  </a:cubicBezTo>
                  <a:cubicBezTo>
                    <a:pt x="754" y="322"/>
                    <a:pt x="709" y="326"/>
                    <a:pt x="665" y="326"/>
                  </a:cubicBezTo>
                  <a:cubicBezTo>
                    <a:pt x="580" y="326"/>
                    <a:pt x="500" y="313"/>
                    <a:pt x="448" y="237"/>
                  </a:cubicBezTo>
                  <a:cubicBezTo>
                    <a:pt x="432" y="213"/>
                    <a:pt x="418" y="188"/>
                    <a:pt x="401" y="165"/>
                  </a:cubicBezTo>
                  <a:cubicBezTo>
                    <a:pt x="374" y="131"/>
                    <a:pt x="341" y="104"/>
                    <a:pt x="309" y="80"/>
                  </a:cubicBezTo>
                  <a:cubicBezTo>
                    <a:pt x="253" y="37"/>
                    <a:pt x="192" y="0"/>
                    <a:pt x="123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150" lIns="91425" spcFirstLastPara="1" rIns="91425" wrap="square" tIns="111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44" name="Google Shape;1044;p10"/>
            <p:cNvSpPr/>
            <p:nvPr/>
          </p:nvSpPr>
          <p:spPr>
            <a:xfrm>
              <a:off x="724680" y="2713320"/>
              <a:ext cx="51480" cy="25920"/>
            </a:xfrm>
            <a:custGeom>
              <a:rect b="b" l="l" r="r" t="t"/>
              <a:pathLst>
                <a:path extrusionOk="0" h="524" w="1027">
                  <a:moveTo>
                    <a:pt x="94" y="1"/>
                  </a:moveTo>
                  <a:cubicBezTo>
                    <a:pt x="79" y="1"/>
                    <a:pt x="64" y="2"/>
                    <a:pt x="48" y="4"/>
                  </a:cubicBezTo>
                  <a:cubicBezTo>
                    <a:pt x="16" y="7"/>
                    <a:pt x="0" y="48"/>
                    <a:pt x="7" y="75"/>
                  </a:cubicBezTo>
                  <a:cubicBezTo>
                    <a:pt x="14" y="103"/>
                    <a:pt x="38" y="115"/>
                    <a:pt x="62" y="115"/>
                  </a:cubicBezTo>
                  <a:cubicBezTo>
                    <a:pt x="68" y="115"/>
                    <a:pt x="73" y="114"/>
                    <a:pt x="78" y="113"/>
                  </a:cubicBezTo>
                  <a:cubicBezTo>
                    <a:pt x="85" y="112"/>
                    <a:pt x="92" y="112"/>
                    <a:pt x="100" y="112"/>
                  </a:cubicBezTo>
                  <a:cubicBezTo>
                    <a:pt x="167" y="112"/>
                    <a:pt x="231" y="151"/>
                    <a:pt x="283" y="188"/>
                  </a:cubicBezTo>
                  <a:cubicBezTo>
                    <a:pt x="360" y="241"/>
                    <a:pt x="429" y="305"/>
                    <a:pt x="500" y="363"/>
                  </a:cubicBezTo>
                  <a:cubicBezTo>
                    <a:pt x="597" y="443"/>
                    <a:pt x="713" y="523"/>
                    <a:pt x="835" y="523"/>
                  </a:cubicBezTo>
                  <a:cubicBezTo>
                    <a:pt x="879" y="523"/>
                    <a:pt x="925" y="513"/>
                    <a:pt x="971" y="487"/>
                  </a:cubicBezTo>
                  <a:cubicBezTo>
                    <a:pt x="1026" y="457"/>
                    <a:pt x="993" y="380"/>
                    <a:pt x="941" y="380"/>
                  </a:cubicBezTo>
                  <a:cubicBezTo>
                    <a:pt x="932" y="380"/>
                    <a:pt x="922" y="383"/>
                    <a:pt x="913" y="388"/>
                  </a:cubicBezTo>
                  <a:cubicBezTo>
                    <a:pt x="885" y="403"/>
                    <a:pt x="857" y="410"/>
                    <a:pt x="830" y="410"/>
                  </a:cubicBezTo>
                  <a:cubicBezTo>
                    <a:pt x="712" y="410"/>
                    <a:pt x="596" y="294"/>
                    <a:pt x="514" y="225"/>
                  </a:cubicBezTo>
                  <a:cubicBezTo>
                    <a:pt x="394" y="123"/>
                    <a:pt x="259" y="1"/>
                    <a:pt x="94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950" lIns="91425" spcFirstLastPara="1" rIns="91425" wrap="square" tIns="12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45" name="Google Shape;1045;p10"/>
            <p:cNvSpPr/>
            <p:nvPr/>
          </p:nvSpPr>
          <p:spPr>
            <a:xfrm>
              <a:off x="782280" y="2651760"/>
              <a:ext cx="53280" cy="13320"/>
            </a:xfrm>
            <a:custGeom>
              <a:rect b="b" l="l" r="r" t="t"/>
              <a:pathLst>
                <a:path extrusionOk="0" h="269" w="1062">
                  <a:moveTo>
                    <a:pt x="263" y="0"/>
                  </a:moveTo>
                  <a:cubicBezTo>
                    <a:pt x="184" y="0"/>
                    <a:pt x="109" y="23"/>
                    <a:pt x="42" y="86"/>
                  </a:cubicBezTo>
                  <a:cubicBezTo>
                    <a:pt x="0" y="125"/>
                    <a:pt x="40" y="182"/>
                    <a:pt x="85" y="182"/>
                  </a:cubicBezTo>
                  <a:cubicBezTo>
                    <a:pt x="98" y="182"/>
                    <a:pt x="111" y="177"/>
                    <a:pt x="123" y="166"/>
                  </a:cubicBezTo>
                  <a:cubicBezTo>
                    <a:pt x="165" y="125"/>
                    <a:pt x="215" y="111"/>
                    <a:pt x="267" y="111"/>
                  </a:cubicBezTo>
                  <a:cubicBezTo>
                    <a:pt x="358" y="111"/>
                    <a:pt x="457" y="157"/>
                    <a:pt x="538" y="188"/>
                  </a:cubicBezTo>
                  <a:cubicBezTo>
                    <a:pt x="636" y="228"/>
                    <a:pt x="741" y="269"/>
                    <a:pt x="845" y="269"/>
                  </a:cubicBezTo>
                  <a:cubicBezTo>
                    <a:pt x="900" y="269"/>
                    <a:pt x="953" y="258"/>
                    <a:pt x="1006" y="229"/>
                  </a:cubicBezTo>
                  <a:cubicBezTo>
                    <a:pt x="1061" y="199"/>
                    <a:pt x="1027" y="123"/>
                    <a:pt x="976" y="123"/>
                  </a:cubicBezTo>
                  <a:cubicBezTo>
                    <a:pt x="967" y="123"/>
                    <a:pt x="957" y="125"/>
                    <a:pt x="947" y="130"/>
                  </a:cubicBezTo>
                  <a:cubicBezTo>
                    <a:pt x="913" y="149"/>
                    <a:pt x="876" y="157"/>
                    <a:pt x="837" y="157"/>
                  </a:cubicBezTo>
                  <a:cubicBezTo>
                    <a:pt x="723" y="157"/>
                    <a:pt x="598" y="88"/>
                    <a:pt x="501" y="52"/>
                  </a:cubicBezTo>
                  <a:cubicBezTo>
                    <a:pt x="423" y="23"/>
                    <a:pt x="342" y="0"/>
                    <a:pt x="263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25" lIns="91425" spcFirstLastPara="1" rIns="91425" wrap="square" tIns="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46" name="Google Shape;1046;p10"/>
            <p:cNvSpPr/>
            <p:nvPr/>
          </p:nvSpPr>
          <p:spPr>
            <a:xfrm>
              <a:off x="829080" y="2582640"/>
              <a:ext cx="54360" cy="21600"/>
            </a:xfrm>
            <a:custGeom>
              <a:rect b="b" l="l" r="r" t="t"/>
              <a:pathLst>
                <a:path extrusionOk="0" h="436" w="1083">
                  <a:moveTo>
                    <a:pt x="1020" y="0"/>
                  </a:moveTo>
                  <a:cubicBezTo>
                    <a:pt x="999" y="0"/>
                    <a:pt x="977" y="10"/>
                    <a:pt x="969" y="29"/>
                  </a:cubicBezTo>
                  <a:cubicBezTo>
                    <a:pt x="911" y="165"/>
                    <a:pt x="690" y="143"/>
                    <a:pt x="569" y="149"/>
                  </a:cubicBezTo>
                  <a:cubicBezTo>
                    <a:pt x="485" y="152"/>
                    <a:pt x="396" y="160"/>
                    <a:pt x="315" y="182"/>
                  </a:cubicBezTo>
                  <a:cubicBezTo>
                    <a:pt x="216" y="210"/>
                    <a:pt x="133" y="264"/>
                    <a:pt x="49" y="323"/>
                  </a:cubicBezTo>
                  <a:cubicBezTo>
                    <a:pt x="1" y="361"/>
                    <a:pt x="33" y="436"/>
                    <a:pt x="80" y="436"/>
                  </a:cubicBezTo>
                  <a:cubicBezTo>
                    <a:pt x="89" y="436"/>
                    <a:pt x="100" y="433"/>
                    <a:pt x="110" y="425"/>
                  </a:cubicBezTo>
                  <a:cubicBezTo>
                    <a:pt x="196" y="363"/>
                    <a:pt x="283" y="306"/>
                    <a:pt x="389" y="285"/>
                  </a:cubicBezTo>
                  <a:cubicBezTo>
                    <a:pt x="470" y="270"/>
                    <a:pt x="551" y="265"/>
                    <a:pt x="633" y="262"/>
                  </a:cubicBezTo>
                  <a:cubicBezTo>
                    <a:pt x="783" y="257"/>
                    <a:pt x="1001" y="251"/>
                    <a:pt x="1069" y="87"/>
                  </a:cubicBezTo>
                  <a:cubicBezTo>
                    <a:pt x="1082" y="58"/>
                    <a:pt x="1079" y="24"/>
                    <a:pt x="1048" y="7"/>
                  </a:cubicBezTo>
                  <a:cubicBezTo>
                    <a:pt x="1040" y="3"/>
                    <a:pt x="1030" y="0"/>
                    <a:pt x="1020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800" lIns="91425" spcFirstLastPara="1" rIns="91425" wrap="square" tIns="10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47" name="Google Shape;1047;p10"/>
            <p:cNvSpPr/>
            <p:nvPr/>
          </p:nvSpPr>
          <p:spPr>
            <a:xfrm>
              <a:off x="815400" y="2503440"/>
              <a:ext cx="33120" cy="44280"/>
            </a:xfrm>
            <a:custGeom>
              <a:rect b="b" l="l" r="r" t="t"/>
              <a:pathLst>
                <a:path extrusionOk="0" h="888" w="662">
                  <a:moveTo>
                    <a:pt x="598" y="0"/>
                  </a:moveTo>
                  <a:cubicBezTo>
                    <a:pt x="578" y="0"/>
                    <a:pt x="556" y="10"/>
                    <a:pt x="548" y="29"/>
                  </a:cubicBezTo>
                  <a:cubicBezTo>
                    <a:pt x="518" y="100"/>
                    <a:pt x="464" y="153"/>
                    <a:pt x="413" y="209"/>
                  </a:cubicBezTo>
                  <a:cubicBezTo>
                    <a:pt x="350" y="274"/>
                    <a:pt x="280" y="336"/>
                    <a:pt x="216" y="401"/>
                  </a:cubicBezTo>
                  <a:cubicBezTo>
                    <a:pt x="174" y="448"/>
                    <a:pt x="129" y="498"/>
                    <a:pt x="93" y="553"/>
                  </a:cubicBezTo>
                  <a:cubicBezTo>
                    <a:pt x="36" y="640"/>
                    <a:pt x="1" y="739"/>
                    <a:pt x="25" y="846"/>
                  </a:cubicBezTo>
                  <a:cubicBezTo>
                    <a:pt x="26" y="852"/>
                    <a:pt x="29" y="856"/>
                    <a:pt x="32" y="862"/>
                  </a:cubicBezTo>
                  <a:cubicBezTo>
                    <a:pt x="32" y="863"/>
                    <a:pt x="32" y="863"/>
                    <a:pt x="34" y="866"/>
                  </a:cubicBezTo>
                  <a:cubicBezTo>
                    <a:pt x="44" y="881"/>
                    <a:pt x="59" y="887"/>
                    <a:pt x="76" y="887"/>
                  </a:cubicBezTo>
                  <a:cubicBezTo>
                    <a:pt x="110" y="887"/>
                    <a:pt x="147" y="858"/>
                    <a:pt x="137" y="815"/>
                  </a:cubicBezTo>
                  <a:cubicBezTo>
                    <a:pt x="124" y="756"/>
                    <a:pt x="138" y="699"/>
                    <a:pt x="167" y="647"/>
                  </a:cubicBezTo>
                  <a:cubicBezTo>
                    <a:pt x="208" y="570"/>
                    <a:pt x="279" y="503"/>
                    <a:pt x="334" y="448"/>
                  </a:cubicBezTo>
                  <a:cubicBezTo>
                    <a:pt x="443" y="338"/>
                    <a:pt x="585" y="231"/>
                    <a:pt x="649" y="85"/>
                  </a:cubicBezTo>
                  <a:cubicBezTo>
                    <a:pt x="661" y="57"/>
                    <a:pt x="657" y="24"/>
                    <a:pt x="626" y="7"/>
                  </a:cubicBezTo>
                  <a:cubicBezTo>
                    <a:pt x="618" y="3"/>
                    <a:pt x="609" y="0"/>
                    <a:pt x="598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2300" lIns="91425" spcFirstLastPara="1" rIns="91425" wrap="square" tIns="22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48" name="Google Shape;1048;p10"/>
            <p:cNvSpPr/>
            <p:nvPr/>
          </p:nvSpPr>
          <p:spPr>
            <a:xfrm>
              <a:off x="365040" y="2410920"/>
              <a:ext cx="466200" cy="407160"/>
            </a:xfrm>
            <a:custGeom>
              <a:rect b="b" l="l" r="r" t="t"/>
              <a:pathLst>
                <a:path extrusionOk="0" h="8090" w="9264">
                  <a:moveTo>
                    <a:pt x="4505" y="1251"/>
                  </a:moveTo>
                  <a:cubicBezTo>
                    <a:pt x="4595" y="1251"/>
                    <a:pt x="4685" y="1267"/>
                    <a:pt x="4771" y="1304"/>
                  </a:cubicBezTo>
                  <a:cubicBezTo>
                    <a:pt x="5016" y="1407"/>
                    <a:pt x="5158" y="1661"/>
                    <a:pt x="5195" y="1915"/>
                  </a:cubicBezTo>
                  <a:cubicBezTo>
                    <a:pt x="5251" y="2286"/>
                    <a:pt x="4996" y="2610"/>
                    <a:pt x="4701" y="2803"/>
                  </a:cubicBezTo>
                  <a:cubicBezTo>
                    <a:pt x="4496" y="2939"/>
                    <a:pt x="4232" y="3039"/>
                    <a:pt x="3977" y="3039"/>
                  </a:cubicBezTo>
                  <a:cubicBezTo>
                    <a:pt x="3869" y="3039"/>
                    <a:pt x="3762" y="3021"/>
                    <a:pt x="3661" y="2980"/>
                  </a:cubicBezTo>
                  <a:cubicBezTo>
                    <a:pt x="3501" y="2917"/>
                    <a:pt x="3375" y="2795"/>
                    <a:pt x="3304" y="2637"/>
                  </a:cubicBezTo>
                  <a:cubicBezTo>
                    <a:pt x="3226" y="2463"/>
                    <a:pt x="3240" y="2277"/>
                    <a:pt x="3281" y="2097"/>
                  </a:cubicBezTo>
                  <a:cubicBezTo>
                    <a:pt x="3347" y="1802"/>
                    <a:pt x="3556" y="1350"/>
                    <a:pt x="3903" y="1350"/>
                  </a:cubicBezTo>
                  <a:cubicBezTo>
                    <a:pt x="3945" y="1350"/>
                    <a:pt x="3990" y="1357"/>
                    <a:pt x="4037" y="1372"/>
                  </a:cubicBezTo>
                  <a:cubicBezTo>
                    <a:pt x="4040" y="1375"/>
                    <a:pt x="4042" y="1375"/>
                    <a:pt x="4047" y="1378"/>
                  </a:cubicBezTo>
                  <a:cubicBezTo>
                    <a:pt x="4187" y="1301"/>
                    <a:pt x="4346" y="1251"/>
                    <a:pt x="4505" y="1251"/>
                  </a:cubicBezTo>
                  <a:close/>
                  <a:moveTo>
                    <a:pt x="5322" y="2643"/>
                  </a:moveTo>
                  <a:cubicBezTo>
                    <a:pt x="5332" y="2643"/>
                    <a:pt x="5342" y="2645"/>
                    <a:pt x="5350" y="2650"/>
                  </a:cubicBezTo>
                  <a:cubicBezTo>
                    <a:pt x="5379" y="2667"/>
                    <a:pt x="5384" y="2703"/>
                    <a:pt x="5372" y="2730"/>
                  </a:cubicBezTo>
                  <a:cubicBezTo>
                    <a:pt x="5270" y="2952"/>
                    <a:pt x="5182" y="3191"/>
                    <a:pt x="5029" y="3384"/>
                  </a:cubicBezTo>
                  <a:cubicBezTo>
                    <a:pt x="5020" y="3396"/>
                    <a:pt x="5006" y="3401"/>
                    <a:pt x="4992" y="3401"/>
                  </a:cubicBezTo>
                  <a:cubicBezTo>
                    <a:pt x="4975" y="3401"/>
                    <a:pt x="4958" y="3395"/>
                    <a:pt x="4947" y="3384"/>
                  </a:cubicBezTo>
                  <a:cubicBezTo>
                    <a:pt x="4922" y="3360"/>
                    <a:pt x="4927" y="3326"/>
                    <a:pt x="4947" y="3303"/>
                  </a:cubicBezTo>
                  <a:cubicBezTo>
                    <a:pt x="5017" y="3214"/>
                    <a:pt x="5071" y="3108"/>
                    <a:pt x="5118" y="3006"/>
                  </a:cubicBezTo>
                  <a:cubicBezTo>
                    <a:pt x="5172" y="2895"/>
                    <a:pt x="5220" y="2782"/>
                    <a:pt x="5272" y="2671"/>
                  </a:cubicBezTo>
                  <a:cubicBezTo>
                    <a:pt x="5281" y="2653"/>
                    <a:pt x="5302" y="2643"/>
                    <a:pt x="5322" y="2643"/>
                  </a:cubicBezTo>
                  <a:close/>
                  <a:moveTo>
                    <a:pt x="2116" y="3367"/>
                  </a:moveTo>
                  <a:cubicBezTo>
                    <a:pt x="2126" y="3367"/>
                    <a:pt x="2136" y="3368"/>
                    <a:pt x="2145" y="3370"/>
                  </a:cubicBezTo>
                  <a:cubicBezTo>
                    <a:pt x="2159" y="3374"/>
                    <a:pt x="2173" y="3381"/>
                    <a:pt x="2183" y="3391"/>
                  </a:cubicBezTo>
                  <a:cubicBezTo>
                    <a:pt x="2196" y="3401"/>
                    <a:pt x="2204" y="3410"/>
                    <a:pt x="2213" y="3424"/>
                  </a:cubicBezTo>
                  <a:cubicBezTo>
                    <a:pt x="2224" y="3438"/>
                    <a:pt x="2233" y="3454"/>
                    <a:pt x="2241" y="3468"/>
                  </a:cubicBezTo>
                  <a:cubicBezTo>
                    <a:pt x="2253" y="3486"/>
                    <a:pt x="2258" y="3505"/>
                    <a:pt x="2258" y="3526"/>
                  </a:cubicBezTo>
                  <a:lnTo>
                    <a:pt x="2253" y="3559"/>
                  </a:lnTo>
                  <a:cubicBezTo>
                    <a:pt x="2247" y="3578"/>
                    <a:pt x="2238" y="3595"/>
                    <a:pt x="2223" y="3610"/>
                  </a:cubicBezTo>
                  <a:cubicBezTo>
                    <a:pt x="2216" y="3615"/>
                    <a:pt x="2209" y="3622"/>
                    <a:pt x="2199" y="3628"/>
                  </a:cubicBezTo>
                  <a:cubicBezTo>
                    <a:pt x="2187" y="3636"/>
                    <a:pt x="2170" y="3639"/>
                    <a:pt x="2156" y="3642"/>
                  </a:cubicBezTo>
                  <a:cubicBezTo>
                    <a:pt x="2151" y="3643"/>
                    <a:pt x="2146" y="3644"/>
                    <a:pt x="2140" y="3644"/>
                  </a:cubicBezTo>
                  <a:cubicBezTo>
                    <a:pt x="2130" y="3644"/>
                    <a:pt x="2120" y="3642"/>
                    <a:pt x="2111" y="3639"/>
                  </a:cubicBezTo>
                  <a:cubicBezTo>
                    <a:pt x="2097" y="3636"/>
                    <a:pt x="2083" y="3629"/>
                    <a:pt x="2071" y="3618"/>
                  </a:cubicBezTo>
                  <a:cubicBezTo>
                    <a:pt x="2060" y="3610"/>
                    <a:pt x="2050" y="3601"/>
                    <a:pt x="2041" y="3587"/>
                  </a:cubicBezTo>
                  <a:cubicBezTo>
                    <a:pt x="2033" y="3573"/>
                    <a:pt x="2024" y="3557"/>
                    <a:pt x="2013" y="3543"/>
                  </a:cubicBezTo>
                  <a:cubicBezTo>
                    <a:pt x="2003" y="3525"/>
                    <a:pt x="1998" y="3505"/>
                    <a:pt x="1998" y="3483"/>
                  </a:cubicBezTo>
                  <a:lnTo>
                    <a:pt x="2003" y="3452"/>
                  </a:lnTo>
                  <a:cubicBezTo>
                    <a:pt x="2007" y="3432"/>
                    <a:pt x="2017" y="3414"/>
                    <a:pt x="2033" y="3401"/>
                  </a:cubicBezTo>
                  <a:cubicBezTo>
                    <a:pt x="2040" y="3396"/>
                    <a:pt x="2047" y="3388"/>
                    <a:pt x="2056" y="3383"/>
                  </a:cubicBezTo>
                  <a:cubicBezTo>
                    <a:pt x="2068" y="3374"/>
                    <a:pt x="2084" y="3370"/>
                    <a:pt x="2098" y="3369"/>
                  </a:cubicBezTo>
                  <a:cubicBezTo>
                    <a:pt x="2104" y="3368"/>
                    <a:pt x="2110" y="3367"/>
                    <a:pt x="2116" y="3367"/>
                  </a:cubicBezTo>
                  <a:close/>
                  <a:moveTo>
                    <a:pt x="7806" y="3649"/>
                  </a:moveTo>
                  <a:cubicBezTo>
                    <a:pt x="7955" y="3649"/>
                    <a:pt x="7952" y="3879"/>
                    <a:pt x="7806" y="3879"/>
                  </a:cubicBezTo>
                  <a:cubicBezTo>
                    <a:pt x="7657" y="3879"/>
                    <a:pt x="7657" y="3649"/>
                    <a:pt x="7806" y="3649"/>
                  </a:cubicBezTo>
                  <a:close/>
                  <a:moveTo>
                    <a:pt x="5710" y="3682"/>
                  </a:moveTo>
                  <a:cubicBezTo>
                    <a:pt x="5859" y="3682"/>
                    <a:pt x="5859" y="3913"/>
                    <a:pt x="5710" y="3913"/>
                  </a:cubicBezTo>
                  <a:cubicBezTo>
                    <a:pt x="5563" y="3913"/>
                    <a:pt x="5563" y="3682"/>
                    <a:pt x="5710" y="3682"/>
                  </a:cubicBezTo>
                  <a:close/>
                  <a:moveTo>
                    <a:pt x="2659" y="4064"/>
                  </a:moveTo>
                  <a:cubicBezTo>
                    <a:pt x="2674" y="4064"/>
                    <a:pt x="2689" y="4070"/>
                    <a:pt x="2700" y="4081"/>
                  </a:cubicBezTo>
                  <a:cubicBezTo>
                    <a:pt x="2723" y="4104"/>
                    <a:pt x="2722" y="4141"/>
                    <a:pt x="2700" y="4162"/>
                  </a:cubicBezTo>
                  <a:cubicBezTo>
                    <a:pt x="2695" y="4169"/>
                    <a:pt x="2688" y="4176"/>
                    <a:pt x="2683" y="4183"/>
                  </a:cubicBezTo>
                  <a:lnTo>
                    <a:pt x="2681" y="4185"/>
                  </a:lnTo>
                  <a:lnTo>
                    <a:pt x="2679" y="4188"/>
                  </a:lnTo>
                  <a:cubicBezTo>
                    <a:pt x="2678" y="4189"/>
                    <a:pt x="2674" y="4192"/>
                    <a:pt x="2672" y="4196"/>
                  </a:cubicBezTo>
                  <a:cubicBezTo>
                    <a:pt x="2664" y="4210"/>
                    <a:pt x="2655" y="4225"/>
                    <a:pt x="2645" y="4240"/>
                  </a:cubicBezTo>
                  <a:cubicBezTo>
                    <a:pt x="2628" y="4273"/>
                    <a:pt x="2614" y="4303"/>
                    <a:pt x="2600" y="4334"/>
                  </a:cubicBezTo>
                  <a:cubicBezTo>
                    <a:pt x="2571" y="4402"/>
                    <a:pt x="2543" y="4471"/>
                    <a:pt x="2502" y="4535"/>
                  </a:cubicBezTo>
                  <a:cubicBezTo>
                    <a:pt x="2491" y="4552"/>
                    <a:pt x="2471" y="4563"/>
                    <a:pt x="2451" y="4563"/>
                  </a:cubicBezTo>
                  <a:cubicBezTo>
                    <a:pt x="2442" y="4563"/>
                    <a:pt x="2433" y="4561"/>
                    <a:pt x="2424" y="4556"/>
                  </a:cubicBezTo>
                  <a:cubicBezTo>
                    <a:pt x="2397" y="4539"/>
                    <a:pt x="2387" y="4502"/>
                    <a:pt x="2403" y="4475"/>
                  </a:cubicBezTo>
                  <a:cubicBezTo>
                    <a:pt x="2485" y="4348"/>
                    <a:pt x="2513" y="4192"/>
                    <a:pt x="2620" y="4081"/>
                  </a:cubicBezTo>
                  <a:cubicBezTo>
                    <a:pt x="2630" y="4070"/>
                    <a:pt x="2644" y="4064"/>
                    <a:pt x="2659" y="4064"/>
                  </a:cubicBezTo>
                  <a:close/>
                  <a:moveTo>
                    <a:pt x="4139" y="4508"/>
                  </a:moveTo>
                  <a:cubicBezTo>
                    <a:pt x="4288" y="4508"/>
                    <a:pt x="4288" y="4738"/>
                    <a:pt x="4139" y="4738"/>
                  </a:cubicBezTo>
                  <a:cubicBezTo>
                    <a:pt x="3991" y="4738"/>
                    <a:pt x="3991" y="4508"/>
                    <a:pt x="4139" y="4508"/>
                  </a:cubicBezTo>
                  <a:close/>
                  <a:moveTo>
                    <a:pt x="6354" y="4794"/>
                  </a:moveTo>
                  <a:cubicBezTo>
                    <a:pt x="6363" y="4794"/>
                    <a:pt x="6372" y="4796"/>
                    <a:pt x="6379" y="4801"/>
                  </a:cubicBezTo>
                  <a:cubicBezTo>
                    <a:pt x="6460" y="4862"/>
                    <a:pt x="6518" y="4942"/>
                    <a:pt x="6575" y="5025"/>
                  </a:cubicBezTo>
                  <a:cubicBezTo>
                    <a:pt x="6589" y="5045"/>
                    <a:pt x="6603" y="5066"/>
                    <a:pt x="6617" y="5085"/>
                  </a:cubicBezTo>
                  <a:cubicBezTo>
                    <a:pt x="6632" y="5106"/>
                    <a:pt x="6644" y="5120"/>
                    <a:pt x="6656" y="5136"/>
                  </a:cubicBezTo>
                  <a:cubicBezTo>
                    <a:pt x="6670" y="5154"/>
                    <a:pt x="6684" y="5170"/>
                    <a:pt x="6701" y="5185"/>
                  </a:cubicBezTo>
                  <a:cubicBezTo>
                    <a:pt x="6709" y="5195"/>
                    <a:pt x="6718" y="5202"/>
                    <a:pt x="6725" y="5211"/>
                  </a:cubicBezTo>
                  <a:cubicBezTo>
                    <a:pt x="6731" y="5214"/>
                    <a:pt x="6734" y="5218"/>
                    <a:pt x="6739" y="5224"/>
                  </a:cubicBezTo>
                  <a:cubicBezTo>
                    <a:pt x="6741" y="5225"/>
                    <a:pt x="6743" y="5225"/>
                    <a:pt x="6741" y="5225"/>
                  </a:cubicBezTo>
                  <a:cubicBezTo>
                    <a:pt x="6743" y="5225"/>
                    <a:pt x="6743" y="5226"/>
                    <a:pt x="6745" y="5226"/>
                  </a:cubicBezTo>
                  <a:cubicBezTo>
                    <a:pt x="6769" y="5245"/>
                    <a:pt x="6782" y="5276"/>
                    <a:pt x="6765" y="5304"/>
                  </a:cubicBezTo>
                  <a:cubicBezTo>
                    <a:pt x="6755" y="5322"/>
                    <a:pt x="6733" y="5334"/>
                    <a:pt x="6713" y="5334"/>
                  </a:cubicBezTo>
                  <a:cubicBezTo>
                    <a:pt x="6703" y="5334"/>
                    <a:pt x="6694" y="5331"/>
                    <a:pt x="6687" y="5326"/>
                  </a:cubicBezTo>
                  <a:cubicBezTo>
                    <a:pt x="6605" y="5268"/>
                    <a:pt x="6546" y="5187"/>
                    <a:pt x="6490" y="5105"/>
                  </a:cubicBezTo>
                  <a:cubicBezTo>
                    <a:pt x="6476" y="5085"/>
                    <a:pt x="6461" y="5063"/>
                    <a:pt x="6447" y="5045"/>
                  </a:cubicBezTo>
                  <a:cubicBezTo>
                    <a:pt x="6435" y="5027"/>
                    <a:pt x="6419" y="5005"/>
                    <a:pt x="6408" y="4993"/>
                  </a:cubicBezTo>
                  <a:cubicBezTo>
                    <a:pt x="6393" y="4976"/>
                    <a:pt x="6379" y="4957"/>
                    <a:pt x="6365" y="4943"/>
                  </a:cubicBezTo>
                  <a:lnTo>
                    <a:pt x="6341" y="4919"/>
                  </a:lnTo>
                  <a:cubicBezTo>
                    <a:pt x="6335" y="4915"/>
                    <a:pt x="6332" y="4912"/>
                    <a:pt x="6328" y="4908"/>
                  </a:cubicBezTo>
                  <a:cubicBezTo>
                    <a:pt x="6327" y="4906"/>
                    <a:pt x="6323" y="4903"/>
                    <a:pt x="6320" y="4903"/>
                  </a:cubicBezTo>
                  <a:lnTo>
                    <a:pt x="6318" y="4901"/>
                  </a:lnTo>
                  <a:lnTo>
                    <a:pt x="6318" y="4899"/>
                  </a:lnTo>
                  <a:cubicBezTo>
                    <a:pt x="6294" y="4881"/>
                    <a:pt x="6283" y="4851"/>
                    <a:pt x="6300" y="4823"/>
                  </a:cubicBezTo>
                  <a:cubicBezTo>
                    <a:pt x="6310" y="4806"/>
                    <a:pt x="6333" y="4794"/>
                    <a:pt x="6354" y="4794"/>
                  </a:cubicBezTo>
                  <a:close/>
                  <a:moveTo>
                    <a:pt x="5648" y="5735"/>
                  </a:moveTo>
                  <a:cubicBezTo>
                    <a:pt x="5797" y="5735"/>
                    <a:pt x="5797" y="5966"/>
                    <a:pt x="5648" y="5966"/>
                  </a:cubicBezTo>
                  <a:cubicBezTo>
                    <a:pt x="5499" y="5966"/>
                    <a:pt x="5499" y="5735"/>
                    <a:pt x="5648" y="5735"/>
                  </a:cubicBezTo>
                  <a:close/>
                  <a:moveTo>
                    <a:pt x="1989" y="5776"/>
                  </a:moveTo>
                  <a:cubicBezTo>
                    <a:pt x="2138" y="5776"/>
                    <a:pt x="2138" y="6006"/>
                    <a:pt x="1989" y="6006"/>
                  </a:cubicBezTo>
                  <a:cubicBezTo>
                    <a:pt x="1840" y="6006"/>
                    <a:pt x="1840" y="5776"/>
                    <a:pt x="1989" y="5776"/>
                  </a:cubicBezTo>
                  <a:close/>
                  <a:moveTo>
                    <a:pt x="3402" y="5904"/>
                  </a:moveTo>
                  <a:cubicBezTo>
                    <a:pt x="3423" y="5904"/>
                    <a:pt x="3443" y="5915"/>
                    <a:pt x="3453" y="5934"/>
                  </a:cubicBezTo>
                  <a:cubicBezTo>
                    <a:pt x="3470" y="5961"/>
                    <a:pt x="3457" y="5995"/>
                    <a:pt x="3432" y="6012"/>
                  </a:cubicBezTo>
                  <a:cubicBezTo>
                    <a:pt x="3269" y="6122"/>
                    <a:pt x="3094" y="6209"/>
                    <a:pt x="2933" y="6320"/>
                  </a:cubicBezTo>
                  <a:cubicBezTo>
                    <a:pt x="2925" y="6326"/>
                    <a:pt x="2916" y="6328"/>
                    <a:pt x="2906" y="6328"/>
                  </a:cubicBezTo>
                  <a:cubicBezTo>
                    <a:pt x="2886" y="6328"/>
                    <a:pt x="2865" y="6317"/>
                    <a:pt x="2855" y="6299"/>
                  </a:cubicBezTo>
                  <a:cubicBezTo>
                    <a:pt x="2839" y="6271"/>
                    <a:pt x="2849" y="6238"/>
                    <a:pt x="2876" y="6221"/>
                  </a:cubicBezTo>
                  <a:cubicBezTo>
                    <a:pt x="3038" y="6111"/>
                    <a:pt x="3215" y="6023"/>
                    <a:pt x="3375" y="5912"/>
                  </a:cubicBezTo>
                  <a:cubicBezTo>
                    <a:pt x="3383" y="5907"/>
                    <a:pt x="3393" y="5904"/>
                    <a:pt x="3402" y="5904"/>
                  </a:cubicBezTo>
                  <a:close/>
                  <a:moveTo>
                    <a:pt x="4863" y="6272"/>
                  </a:moveTo>
                  <a:cubicBezTo>
                    <a:pt x="4961" y="6277"/>
                    <a:pt x="5039" y="6350"/>
                    <a:pt x="5102" y="6417"/>
                  </a:cubicBezTo>
                  <a:cubicBezTo>
                    <a:pt x="5138" y="6452"/>
                    <a:pt x="5170" y="6492"/>
                    <a:pt x="5203" y="6527"/>
                  </a:cubicBezTo>
                  <a:cubicBezTo>
                    <a:pt x="5220" y="6543"/>
                    <a:pt x="5236" y="6560"/>
                    <a:pt x="5251" y="6574"/>
                  </a:cubicBezTo>
                  <a:cubicBezTo>
                    <a:pt x="5260" y="6584"/>
                    <a:pt x="5270" y="6591"/>
                    <a:pt x="5277" y="6598"/>
                  </a:cubicBezTo>
                  <a:cubicBezTo>
                    <a:pt x="5278" y="6600"/>
                    <a:pt x="5278" y="6600"/>
                    <a:pt x="5280" y="6600"/>
                  </a:cubicBezTo>
                  <a:lnTo>
                    <a:pt x="5281" y="6601"/>
                  </a:lnTo>
                  <a:lnTo>
                    <a:pt x="5284" y="6601"/>
                  </a:lnTo>
                  <a:lnTo>
                    <a:pt x="5284" y="6602"/>
                  </a:lnTo>
                  <a:cubicBezTo>
                    <a:pt x="5287" y="6605"/>
                    <a:pt x="5292" y="6608"/>
                    <a:pt x="5295" y="6612"/>
                  </a:cubicBezTo>
                  <a:cubicBezTo>
                    <a:pt x="5321" y="6634"/>
                    <a:pt x="5331" y="6668"/>
                    <a:pt x="5315" y="6693"/>
                  </a:cubicBezTo>
                  <a:cubicBezTo>
                    <a:pt x="5305" y="6711"/>
                    <a:pt x="5285" y="6722"/>
                    <a:pt x="5265" y="6722"/>
                  </a:cubicBezTo>
                  <a:cubicBezTo>
                    <a:pt x="5255" y="6722"/>
                    <a:pt x="5245" y="6720"/>
                    <a:pt x="5237" y="6714"/>
                  </a:cubicBezTo>
                  <a:cubicBezTo>
                    <a:pt x="5159" y="6663"/>
                    <a:pt x="5101" y="6587"/>
                    <a:pt x="5037" y="6519"/>
                  </a:cubicBezTo>
                  <a:cubicBezTo>
                    <a:pt x="5022" y="6500"/>
                    <a:pt x="5005" y="6485"/>
                    <a:pt x="4989" y="6469"/>
                  </a:cubicBezTo>
                  <a:cubicBezTo>
                    <a:pt x="4981" y="6459"/>
                    <a:pt x="4972" y="6451"/>
                    <a:pt x="4961" y="6444"/>
                  </a:cubicBezTo>
                  <a:cubicBezTo>
                    <a:pt x="4958" y="6441"/>
                    <a:pt x="4952" y="6437"/>
                    <a:pt x="4948" y="6434"/>
                  </a:cubicBezTo>
                  <a:cubicBezTo>
                    <a:pt x="4947" y="6431"/>
                    <a:pt x="4944" y="6430"/>
                    <a:pt x="4941" y="6428"/>
                  </a:cubicBezTo>
                  <a:cubicBezTo>
                    <a:pt x="4927" y="6415"/>
                    <a:pt x="4910" y="6407"/>
                    <a:pt x="4894" y="6398"/>
                  </a:cubicBezTo>
                  <a:lnTo>
                    <a:pt x="4891" y="6396"/>
                  </a:lnTo>
                  <a:cubicBezTo>
                    <a:pt x="4888" y="6394"/>
                    <a:pt x="4883" y="6394"/>
                    <a:pt x="4880" y="6393"/>
                  </a:cubicBezTo>
                  <a:cubicBezTo>
                    <a:pt x="4876" y="6390"/>
                    <a:pt x="4873" y="6390"/>
                    <a:pt x="4869" y="6390"/>
                  </a:cubicBezTo>
                  <a:cubicBezTo>
                    <a:pt x="4866" y="6389"/>
                    <a:pt x="4863" y="6389"/>
                    <a:pt x="4863" y="6389"/>
                  </a:cubicBezTo>
                  <a:cubicBezTo>
                    <a:pt x="4832" y="6387"/>
                    <a:pt x="4805" y="6364"/>
                    <a:pt x="4805" y="6330"/>
                  </a:cubicBezTo>
                  <a:cubicBezTo>
                    <a:pt x="4805" y="6301"/>
                    <a:pt x="4832" y="6272"/>
                    <a:pt x="4863" y="6272"/>
                  </a:cubicBezTo>
                  <a:close/>
                  <a:moveTo>
                    <a:pt x="4950" y="1"/>
                  </a:moveTo>
                  <a:cubicBezTo>
                    <a:pt x="4474" y="1"/>
                    <a:pt x="4027" y="298"/>
                    <a:pt x="3673" y="614"/>
                  </a:cubicBezTo>
                  <a:cubicBezTo>
                    <a:pt x="3315" y="933"/>
                    <a:pt x="3026" y="1328"/>
                    <a:pt x="2635" y="1611"/>
                  </a:cubicBezTo>
                  <a:cubicBezTo>
                    <a:pt x="2326" y="1835"/>
                    <a:pt x="1976" y="1931"/>
                    <a:pt x="1611" y="1931"/>
                  </a:cubicBezTo>
                  <a:cubicBezTo>
                    <a:pt x="1512" y="1931"/>
                    <a:pt x="1413" y="1924"/>
                    <a:pt x="1313" y="1910"/>
                  </a:cubicBezTo>
                  <a:cubicBezTo>
                    <a:pt x="1042" y="1952"/>
                    <a:pt x="787" y="2066"/>
                    <a:pt x="571" y="2239"/>
                  </a:cubicBezTo>
                  <a:cubicBezTo>
                    <a:pt x="447" y="2336"/>
                    <a:pt x="344" y="2453"/>
                    <a:pt x="237" y="2568"/>
                  </a:cubicBezTo>
                  <a:cubicBezTo>
                    <a:pt x="143" y="2673"/>
                    <a:pt x="58" y="2792"/>
                    <a:pt x="21" y="2929"/>
                  </a:cubicBezTo>
                  <a:cubicBezTo>
                    <a:pt x="8" y="2972"/>
                    <a:pt x="2" y="3014"/>
                    <a:pt x="1" y="3057"/>
                  </a:cubicBezTo>
                  <a:cubicBezTo>
                    <a:pt x="9" y="3072"/>
                    <a:pt x="14" y="3092"/>
                    <a:pt x="4" y="3114"/>
                  </a:cubicBezTo>
                  <a:cubicBezTo>
                    <a:pt x="2" y="3115"/>
                    <a:pt x="2" y="3119"/>
                    <a:pt x="1" y="3119"/>
                  </a:cubicBezTo>
                  <a:cubicBezTo>
                    <a:pt x="9" y="3285"/>
                    <a:pt x="82" y="3447"/>
                    <a:pt x="164" y="3593"/>
                  </a:cubicBezTo>
                  <a:cubicBezTo>
                    <a:pt x="412" y="4022"/>
                    <a:pt x="797" y="4393"/>
                    <a:pt x="837" y="4910"/>
                  </a:cubicBezTo>
                  <a:cubicBezTo>
                    <a:pt x="860" y="5208"/>
                    <a:pt x="793" y="5497"/>
                    <a:pt x="716" y="5785"/>
                  </a:cubicBezTo>
                  <a:cubicBezTo>
                    <a:pt x="722" y="5799"/>
                    <a:pt x="719" y="5813"/>
                    <a:pt x="709" y="5829"/>
                  </a:cubicBezTo>
                  <a:cubicBezTo>
                    <a:pt x="708" y="5834"/>
                    <a:pt x="704" y="5837"/>
                    <a:pt x="701" y="5841"/>
                  </a:cubicBezTo>
                  <a:cubicBezTo>
                    <a:pt x="663" y="5982"/>
                    <a:pt x="626" y="6124"/>
                    <a:pt x="596" y="6261"/>
                  </a:cubicBezTo>
                  <a:cubicBezTo>
                    <a:pt x="512" y="6658"/>
                    <a:pt x="518" y="7138"/>
                    <a:pt x="918" y="7365"/>
                  </a:cubicBezTo>
                  <a:cubicBezTo>
                    <a:pt x="1035" y="7431"/>
                    <a:pt x="1165" y="7457"/>
                    <a:pt x="1299" y="7457"/>
                  </a:cubicBezTo>
                  <a:cubicBezTo>
                    <a:pt x="1527" y="7457"/>
                    <a:pt x="1764" y="7383"/>
                    <a:pt x="1965" y="7314"/>
                  </a:cubicBezTo>
                  <a:cubicBezTo>
                    <a:pt x="2356" y="7181"/>
                    <a:pt x="2732" y="6996"/>
                    <a:pt x="3131" y="6883"/>
                  </a:cubicBezTo>
                  <a:cubicBezTo>
                    <a:pt x="3291" y="6837"/>
                    <a:pt x="3456" y="6806"/>
                    <a:pt x="3620" y="6806"/>
                  </a:cubicBezTo>
                  <a:cubicBezTo>
                    <a:pt x="3793" y="6806"/>
                    <a:pt x="3964" y="6841"/>
                    <a:pt x="4126" y="6930"/>
                  </a:cubicBezTo>
                  <a:cubicBezTo>
                    <a:pt x="4442" y="7101"/>
                    <a:pt x="4669" y="7400"/>
                    <a:pt x="4910" y="7658"/>
                  </a:cubicBezTo>
                  <a:cubicBezTo>
                    <a:pt x="5087" y="7847"/>
                    <a:pt x="5315" y="8090"/>
                    <a:pt x="5589" y="8090"/>
                  </a:cubicBezTo>
                  <a:cubicBezTo>
                    <a:pt x="5622" y="8090"/>
                    <a:pt x="5655" y="8087"/>
                    <a:pt x="5689" y="8079"/>
                  </a:cubicBezTo>
                  <a:cubicBezTo>
                    <a:pt x="5885" y="8038"/>
                    <a:pt x="6066" y="7889"/>
                    <a:pt x="6204" y="7750"/>
                  </a:cubicBezTo>
                  <a:cubicBezTo>
                    <a:pt x="6369" y="7587"/>
                    <a:pt x="6494" y="7393"/>
                    <a:pt x="6600" y="7189"/>
                  </a:cubicBezTo>
                  <a:cubicBezTo>
                    <a:pt x="6820" y="6775"/>
                    <a:pt x="6960" y="6323"/>
                    <a:pt x="7184" y="5908"/>
                  </a:cubicBezTo>
                  <a:cubicBezTo>
                    <a:pt x="7293" y="5703"/>
                    <a:pt x="7427" y="5508"/>
                    <a:pt x="7591" y="5341"/>
                  </a:cubicBezTo>
                  <a:cubicBezTo>
                    <a:pt x="7752" y="5177"/>
                    <a:pt x="7942" y="5035"/>
                    <a:pt x="8117" y="4885"/>
                  </a:cubicBezTo>
                  <a:cubicBezTo>
                    <a:pt x="8471" y="4582"/>
                    <a:pt x="8849" y="4260"/>
                    <a:pt x="9063" y="3838"/>
                  </a:cubicBezTo>
                  <a:cubicBezTo>
                    <a:pt x="9263" y="3447"/>
                    <a:pt x="9195" y="3051"/>
                    <a:pt x="8975" y="2708"/>
                  </a:cubicBezTo>
                  <a:cubicBezTo>
                    <a:pt x="8973" y="2707"/>
                    <a:pt x="8973" y="2707"/>
                    <a:pt x="8973" y="2704"/>
                  </a:cubicBezTo>
                  <a:cubicBezTo>
                    <a:pt x="8930" y="2637"/>
                    <a:pt x="8882" y="2574"/>
                    <a:pt x="8829" y="2511"/>
                  </a:cubicBezTo>
                  <a:cubicBezTo>
                    <a:pt x="8559" y="2192"/>
                    <a:pt x="8200" y="1998"/>
                    <a:pt x="7825" y="1830"/>
                  </a:cubicBezTo>
                  <a:cubicBezTo>
                    <a:pt x="7821" y="1830"/>
                    <a:pt x="7817" y="1830"/>
                    <a:pt x="7813" y="1830"/>
                  </a:cubicBezTo>
                  <a:cubicBezTo>
                    <a:pt x="7796" y="1830"/>
                    <a:pt x="7778" y="1824"/>
                    <a:pt x="7765" y="1807"/>
                  </a:cubicBezTo>
                  <a:cubicBezTo>
                    <a:pt x="7762" y="1804"/>
                    <a:pt x="7761" y="1801"/>
                    <a:pt x="7760" y="1800"/>
                  </a:cubicBezTo>
                  <a:cubicBezTo>
                    <a:pt x="7290" y="1590"/>
                    <a:pt x="6797" y="1410"/>
                    <a:pt x="6422" y="1059"/>
                  </a:cubicBezTo>
                  <a:cubicBezTo>
                    <a:pt x="6058" y="720"/>
                    <a:pt x="5804" y="227"/>
                    <a:pt x="5304" y="58"/>
                  </a:cubicBezTo>
                  <a:cubicBezTo>
                    <a:pt x="5185" y="18"/>
                    <a:pt x="5066" y="1"/>
                    <a:pt x="4950" y="1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49" name="Google Shape;1049;p10"/>
            <p:cNvSpPr/>
            <p:nvPr/>
          </p:nvSpPr>
          <p:spPr>
            <a:xfrm>
              <a:off x="752400" y="2446920"/>
              <a:ext cx="27000" cy="55440"/>
            </a:xfrm>
            <a:custGeom>
              <a:rect b="b" l="l" r="r" t="t"/>
              <a:pathLst>
                <a:path extrusionOk="0" h="1109" w="543">
                  <a:moveTo>
                    <a:pt x="486" y="0"/>
                  </a:moveTo>
                  <a:cubicBezTo>
                    <a:pt x="457" y="0"/>
                    <a:pt x="428" y="18"/>
                    <a:pt x="427" y="55"/>
                  </a:cubicBezTo>
                  <a:cubicBezTo>
                    <a:pt x="426" y="147"/>
                    <a:pt x="378" y="230"/>
                    <a:pt x="328" y="303"/>
                  </a:cubicBezTo>
                  <a:cubicBezTo>
                    <a:pt x="270" y="393"/>
                    <a:pt x="199" y="472"/>
                    <a:pt x="138" y="558"/>
                  </a:cubicBezTo>
                  <a:cubicBezTo>
                    <a:pt x="83" y="636"/>
                    <a:pt x="36" y="726"/>
                    <a:pt x="18" y="815"/>
                  </a:cubicBezTo>
                  <a:cubicBezTo>
                    <a:pt x="1" y="904"/>
                    <a:pt x="12" y="995"/>
                    <a:pt x="75" y="1077"/>
                  </a:cubicBezTo>
                  <a:cubicBezTo>
                    <a:pt x="76" y="1080"/>
                    <a:pt x="79" y="1083"/>
                    <a:pt x="80" y="1084"/>
                  </a:cubicBezTo>
                  <a:cubicBezTo>
                    <a:pt x="93" y="1102"/>
                    <a:pt x="112" y="1109"/>
                    <a:pt x="130" y="1109"/>
                  </a:cubicBezTo>
                  <a:cubicBezTo>
                    <a:pt x="133" y="1109"/>
                    <a:pt x="136" y="1109"/>
                    <a:pt x="140" y="1108"/>
                  </a:cubicBezTo>
                  <a:cubicBezTo>
                    <a:pt x="178" y="1101"/>
                    <a:pt x="208" y="1063"/>
                    <a:pt x="179" y="1026"/>
                  </a:cubicBezTo>
                  <a:cubicBezTo>
                    <a:pt x="138" y="975"/>
                    <a:pt x="118" y="921"/>
                    <a:pt x="124" y="863"/>
                  </a:cubicBezTo>
                  <a:cubicBezTo>
                    <a:pt x="124" y="843"/>
                    <a:pt x="130" y="822"/>
                    <a:pt x="137" y="801"/>
                  </a:cubicBezTo>
                  <a:cubicBezTo>
                    <a:pt x="165" y="713"/>
                    <a:pt x="225" y="635"/>
                    <a:pt x="280" y="558"/>
                  </a:cubicBezTo>
                  <a:cubicBezTo>
                    <a:pt x="392" y="411"/>
                    <a:pt x="541" y="252"/>
                    <a:pt x="542" y="55"/>
                  </a:cubicBezTo>
                  <a:cubicBezTo>
                    <a:pt x="543" y="18"/>
                    <a:pt x="515" y="0"/>
                    <a:pt x="486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7700" lIns="91425" spcFirstLastPara="1" rIns="91425" wrap="square" tIns="27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50" name="Google Shape;1050;p10"/>
            <p:cNvSpPr/>
            <p:nvPr/>
          </p:nvSpPr>
          <p:spPr>
            <a:xfrm>
              <a:off x="702360" y="2414520"/>
              <a:ext cx="24840" cy="57240"/>
            </a:xfrm>
            <a:custGeom>
              <a:rect b="b" l="l" r="r" t="t"/>
              <a:pathLst>
                <a:path extrusionOk="0" h="1144" w="502">
                  <a:moveTo>
                    <a:pt x="446" y="1"/>
                  </a:moveTo>
                  <a:cubicBezTo>
                    <a:pt x="417" y="1"/>
                    <a:pt x="387" y="19"/>
                    <a:pt x="384" y="56"/>
                  </a:cubicBezTo>
                  <a:cubicBezTo>
                    <a:pt x="379" y="145"/>
                    <a:pt x="339" y="226"/>
                    <a:pt x="298" y="303"/>
                  </a:cubicBezTo>
                  <a:cubicBezTo>
                    <a:pt x="250" y="390"/>
                    <a:pt x="194" y="478"/>
                    <a:pt x="149" y="566"/>
                  </a:cubicBezTo>
                  <a:cubicBezTo>
                    <a:pt x="58" y="740"/>
                    <a:pt x="0" y="929"/>
                    <a:pt x="92" y="1113"/>
                  </a:cubicBezTo>
                  <a:cubicBezTo>
                    <a:pt x="103" y="1135"/>
                    <a:pt x="120" y="1144"/>
                    <a:pt x="138" y="1144"/>
                  </a:cubicBezTo>
                  <a:cubicBezTo>
                    <a:pt x="176" y="1144"/>
                    <a:pt x="215" y="1102"/>
                    <a:pt x="192" y="1056"/>
                  </a:cubicBezTo>
                  <a:cubicBezTo>
                    <a:pt x="107" y="885"/>
                    <a:pt x="204" y="702"/>
                    <a:pt x="289" y="552"/>
                  </a:cubicBezTo>
                  <a:cubicBezTo>
                    <a:pt x="377" y="399"/>
                    <a:pt x="489" y="239"/>
                    <a:pt x="499" y="56"/>
                  </a:cubicBezTo>
                  <a:cubicBezTo>
                    <a:pt x="502" y="19"/>
                    <a:pt x="475" y="1"/>
                    <a:pt x="446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8800" lIns="91425" spcFirstLastPara="1" rIns="91425" wrap="square" tIns="28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51" name="Google Shape;1051;p10"/>
            <p:cNvSpPr/>
            <p:nvPr/>
          </p:nvSpPr>
          <p:spPr>
            <a:xfrm>
              <a:off x="636480" y="2364840"/>
              <a:ext cx="19800" cy="49320"/>
            </a:xfrm>
            <a:custGeom>
              <a:rect b="b" l="l" r="r" t="t"/>
              <a:pathLst>
                <a:path extrusionOk="0" h="987" w="402">
                  <a:moveTo>
                    <a:pt x="344" y="1"/>
                  </a:moveTo>
                  <a:cubicBezTo>
                    <a:pt x="315" y="1"/>
                    <a:pt x="285" y="19"/>
                    <a:pt x="284" y="56"/>
                  </a:cubicBezTo>
                  <a:cubicBezTo>
                    <a:pt x="273" y="358"/>
                    <a:pt x="113" y="637"/>
                    <a:pt x="15" y="918"/>
                  </a:cubicBezTo>
                  <a:cubicBezTo>
                    <a:pt x="0" y="959"/>
                    <a:pt x="35" y="986"/>
                    <a:pt x="71" y="986"/>
                  </a:cubicBezTo>
                  <a:cubicBezTo>
                    <a:pt x="94" y="986"/>
                    <a:pt x="117" y="975"/>
                    <a:pt x="127" y="947"/>
                  </a:cubicBezTo>
                  <a:cubicBezTo>
                    <a:pt x="229" y="657"/>
                    <a:pt x="389" y="369"/>
                    <a:pt x="399" y="56"/>
                  </a:cubicBezTo>
                  <a:cubicBezTo>
                    <a:pt x="401" y="19"/>
                    <a:pt x="373" y="1"/>
                    <a:pt x="344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4825" lIns="91425" spcFirstLastPara="1" rIns="91425" wrap="square" tIns="24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52" name="Google Shape;1052;p10"/>
            <p:cNvSpPr/>
            <p:nvPr/>
          </p:nvSpPr>
          <p:spPr>
            <a:xfrm>
              <a:off x="578160" y="2368440"/>
              <a:ext cx="17280" cy="41760"/>
            </a:xfrm>
            <a:custGeom>
              <a:rect b="b" l="l" r="r" t="t"/>
              <a:pathLst>
                <a:path extrusionOk="0" h="835" w="352">
                  <a:moveTo>
                    <a:pt x="81" y="1"/>
                  </a:moveTo>
                  <a:cubicBezTo>
                    <a:pt x="56" y="1"/>
                    <a:pt x="29" y="16"/>
                    <a:pt x="24" y="43"/>
                  </a:cubicBezTo>
                  <a:cubicBezTo>
                    <a:pt x="4" y="154"/>
                    <a:pt x="0" y="272"/>
                    <a:pt x="3" y="385"/>
                  </a:cubicBezTo>
                  <a:cubicBezTo>
                    <a:pt x="9" y="511"/>
                    <a:pt x="23" y="656"/>
                    <a:pt x="106" y="756"/>
                  </a:cubicBezTo>
                  <a:cubicBezTo>
                    <a:pt x="147" y="805"/>
                    <a:pt x="203" y="834"/>
                    <a:pt x="268" y="834"/>
                  </a:cubicBezTo>
                  <a:cubicBezTo>
                    <a:pt x="270" y="834"/>
                    <a:pt x="273" y="834"/>
                    <a:pt x="276" y="834"/>
                  </a:cubicBezTo>
                  <a:cubicBezTo>
                    <a:pt x="349" y="830"/>
                    <a:pt x="351" y="717"/>
                    <a:pt x="280" y="717"/>
                  </a:cubicBezTo>
                  <a:cubicBezTo>
                    <a:pt x="280" y="717"/>
                    <a:pt x="279" y="717"/>
                    <a:pt x="278" y="717"/>
                  </a:cubicBezTo>
                  <a:lnTo>
                    <a:pt x="258" y="717"/>
                  </a:lnTo>
                  <a:cubicBezTo>
                    <a:pt x="256" y="716"/>
                    <a:pt x="245" y="713"/>
                    <a:pt x="244" y="712"/>
                  </a:cubicBezTo>
                  <a:cubicBezTo>
                    <a:pt x="237" y="711"/>
                    <a:pt x="236" y="711"/>
                    <a:pt x="235" y="711"/>
                  </a:cubicBezTo>
                  <a:cubicBezTo>
                    <a:pt x="235" y="711"/>
                    <a:pt x="236" y="711"/>
                    <a:pt x="232" y="710"/>
                  </a:cubicBezTo>
                  <a:cubicBezTo>
                    <a:pt x="228" y="705"/>
                    <a:pt x="221" y="702"/>
                    <a:pt x="215" y="698"/>
                  </a:cubicBezTo>
                  <a:cubicBezTo>
                    <a:pt x="214" y="697"/>
                    <a:pt x="213" y="697"/>
                    <a:pt x="212" y="697"/>
                  </a:cubicBezTo>
                  <a:cubicBezTo>
                    <a:pt x="212" y="697"/>
                    <a:pt x="212" y="697"/>
                    <a:pt x="212" y="697"/>
                  </a:cubicBezTo>
                  <a:lnTo>
                    <a:pt x="212" y="697"/>
                  </a:lnTo>
                  <a:cubicBezTo>
                    <a:pt x="212" y="697"/>
                    <a:pt x="212" y="696"/>
                    <a:pt x="207" y="691"/>
                  </a:cubicBezTo>
                  <a:cubicBezTo>
                    <a:pt x="201" y="685"/>
                    <a:pt x="196" y="681"/>
                    <a:pt x="193" y="676"/>
                  </a:cubicBezTo>
                  <a:lnTo>
                    <a:pt x="193" y="676"/>
                  </a:lnTo>
                  <a:cubicBezTo>
                    <a:pt x="194" y="677"/>
                    <a:pt x="195" y="678"/>
                    <a:pt x="195" y="678"/>
                  </a:cubicBezTo>
                  <a:cubicBezTo>
                    <a:pt x="195" y="678"/>
                    <a:pt x="187" y="666"/>
                    <a:pt x="186" y="664"/>
                  </a:cubicBezTo>
                  <a:cubicBezTo>
                    <a:pt x="181" y="657"/>
                    <a:pt x="176" y="653"/>
                    <a:pt x="173" y="646"/>
                  </a:cubicBezTo>
                  <a:cubicBezTo>
                    <a:pt x="146" y="595"/>
                    <a:pt x="132" y="520"/>
                    <a:pt x="125" y="459"/>
                  </a:cubicBezTo>
                  <a:cubicBezTo>
                    <a:pt x="118" y="385"/>
                    <a:pt x="116" y="308"/>
                    <a:pt x="119" y="235"/>
                  </a:cubicBezTo>
                  <a:cubicBezTo>
                    <a:pt x="122" y="201"/>
                    <a:pt x="123" y="167"/>
                    <a:pt x="126" y="134"/>
                  </a:cubicBezTo>
                  <a:cubicBezTo>
                    <a:pt x="126" y="129"/>
                    <a:pt x="129" y="120"/>
                    <a:pt x="129" y="114"/>
                  </a:cubicBezTo>
                  <a:cubicBezTo>
                    <a:pt x="129" y="111"/>
                    <a:pt x="131" y="99"/>
                    <a:pt x="131" y="99"/>
                  </a:cubicBezTo>
                  <a:lnTo>
                    <a:pt x="131" y="99"/>
                  </a:lnTo>
                  <a:cubicBezTo>
                    <a:pt x="131" y="99"/>
                    <a:pt x="131" y="100"/>
                    <a:pt x="130" y="104"/>
                  </a:cubicBezTo>
                  <a:lnTo>
                    <a:pt x="136" y="73"/>
                  </a:lnTo>
                  <a:cubicBezTo>
                    <a:pt x="142" y="43"/>
                    <a:pt x="128" y="11"/>
                    <a:pt x="95" y="2"/>
                  </a:cubicBezTo>
                  <a:cubicBezTo>
                    <a:pt x="91" y="1"/>
                    <a:pt x="86" y="1"/>
                    <a:pt x="81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0875" lIns="91425" spcFirstLastPara="1" rIns="91425" wrap="square" tIns="20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53" name="Google Shape;1053;p10"/>
            <p:cNvSpPr/>
            <p:nvPr/>
          </p:nvSpPr>
          <p:spPr>
            <a:xfrm>
              <a:off x="504720" y="2388240"/>
              <a:ext cx="38520" cy="56520"/>
            </a:xfrm>
            <a:custGeom>
              <a:rect b="b" l="l" r="r" t="t"/>
              <a:pathLst>
                <a:path extrusionOk="0" h="1128" w="772">
                  <a:moveTo>
                    <a:pt x="121" y="113"/>
                  </a:moveTo>
                  <a:cubicBezTo>
                    <a:pt x="122" y="114"/>
                    <a:pt x="122" y="114"/>
                    <a:pt x="122" y="114"/>
                  </a:cubicBezTo>
                  <a:cubicBezTo>
                    <a:pt x="122" y="114"/>
                    <a:pt x="122" y="114"/>
                    <a:pt x="121" y="113"/>
                  </a:cubicBezTo>
                  <a:close/>
                  <a:moveTo>
                    <a:pt x="120" y="1"/>
                  </a:moveTo>
                  <a:cubicBezTo>
                    <a:pt x="101" y="1"/>
                    <a:pt x="81" y="5"/>
                    <a:pt x="60" y="15"/>
                  </a:cubicBezTo>
                  <a:cubicBezTo>
                    <a:pt x="1" y="42"/>
                    <a:pt x="37" y="121"/>
                    <a:pt x="92" y="121"/>
                  </a:cubicBezTo>
                  <a:cubicBezTo>
                    <a:pt x="100" y="121"/>
                    <a:pt x="109" y="119"/>
                    <a:pt x="118" y="115"/>
                  </a:cubicBezTo>
                  <a:cubicBezTo>
                    <a:pt x="119" y="114"/>
                    <a:pt x="120" y="114"/>
                    <a:pt x="121" y="113"/>
                  </a:cubicBezTo>
                  <a:lnTo>
                    <a:pt x="121" y="113"/>
                  </a:lnTo>
                  <a:cubicBezTo>
                    <a:pt x="126" y="117"/>
                    <a:pt x="131" y="120"/>
                    <a:pt x="133" y="124"/>
                  </a:cubicBezTo>
                  <a:cubicBezTo>
                    <a:pt x="154" y="154"/>
                    <a:pt x="169" y="188"/>
                    <a:pt x="181" y="224"/>
                  </a:cubicBezTo>
                  <a:cubicBezTo>
                    <a:pt x="214" y="320"/>
                    <a:pt x="232" y="421"/>
                    <a:pt x="257" y="518"/>
                  </a:cubicBezTo>
                  <a:cubicBezTo>
                    <a:pt x="275" y="598"/>
                    <a:pt x="292" y="688"/>
                    <a:pt x="334" y="761"/>
                  </a:cubicBezTo>
                  <a:cubicBezTo>
                    <a:pt x="411" y="894"/>
                    <a:pt x="553" y="979"/>
                    <a:pt x="643" y="1102"/>
                  </a:cubicBezTo>
                  <a:cubicBezTo>
                    <a:pt x="656" y="1120"/>
                    <a:pt x="673" y="1127"/>
                    <a:pt x="691" y="1127"/>
                  </a:cubicBezTo>
                  <a:cubicBezTo>
                    <a:pt x="732" y="1127"/>
                    <a:pt x="772" y="1087"/>
                    <a:pt x="741" y="1044"/>
                  </a:cubicBezTo>
                  <a:cubicBezTo>
                    <a:pt x="660" y="931"/>
                    <a:pt x="550" y="846"/>
                    <a:pt x="462" y="741"/>
                  </a:cubicBezTo>
                  <a:cubicBezTo>
                    <a:pt x="415" y="686"/>
                    <a:pt x="400" y="620"/>
                    <a:pt x="381" y="550"/>
                  </a:cubicBezTo>
                  <a:cubicBezTo>
                    <a:pt x="360" y="463"/>
                    <a:pt x="343" y="377"/>
                    <a:pt x="320" y="292"/>
                  </a:cubicBezTo>
                  <a:cubicBezTo>
                    <a:pt x="300" y="218"/>
                    <a:pt x="281" y="140"/>
                    <a:pt x="240" y="76"/>
                  </a:cubicBezTo>
                  <a:cubicBezTo>
                    <a:pt x="209" y="30"/>
                    <a:pt x="168" y="1"/>
                    <a:pt x="120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8425" lIns="91425" spcFirstLastPara="1" rIns="91425" wrap="square" tIns="28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1054" name="Google Shape;1054;p10"/>
          <p:cNvSpPr/>
          <p:nvPr/>
        </p:nvSpPr>
        <p:spPr>
          <a:xfrm>
            <a:off x="3408482" y="495820"/>
            <a:ext cx="23793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3C3C3B"/>
                </a:solidFill>
                <a:latin typeface="Barriecito"/>
                <a:ea typeface="Barriecito"/>
                <a:cs typeface="Barriecito"/>
                <a:sym typeface="Barriecito"/>
              </a:rPr>
              <a:t>Progress</a:t>
            </a:r>
            <a:endParaRPr b="0" i="0" sz="40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055" name="Google Shape;1055;p10"/>
          <p:cNvSpPr/>
          <p:nvPr/>
        </p:nvSpPr>
        <p:spPr>
          <a:xfrm>
            <a:off x="1603280" y="1324930"/>
            <a:ext cx="3714600" cy="1294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3C3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Barriecito"/>
                <a:ea typeface="Barriecito"/>
                <a:cs typeface="Barriecito"/>
                <a:sym typeface="Barriecito"/>
              </a:rPr>
              <a:t>Mergred Chloe’s Work</a:t>
            </a:r>
            <a:endParaRPr sz="1800"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056" name="Google Shape;1056;p10"/>
          <p:cNvSpPr/>
          <p:nvPr/>
        </p:nvSpPr>
        <p:spPr>
          <a:xfrm>
            <a:off x="1603280" y="2897730"/>
            <a:ext cx="3714600" cy="1294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3C3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Barriecito"/>
                <a:ea typeface="Barriecito"/>
                <a:cs typeface="Barriecito"/>
                <a:sym typeface="Barriecito"/>
              </a:rPr>
              <a:t>Implemented</a:t>
            </a:r>
            <a:r>
              <a:rPr b="1" lang="en-US" sz="3600">
                <a:solidFill>
                  <a:schemeClr val="dk1"/>
                </a:solidFill>
                <a:latin typeface="Barriecito"/>
                <a:ea typeface="Barriecito"/>
                <a:cs typeface="Barriecito"/>
                <a:sym typeface="Barriecito"/>
              </a:rPr>
              <a:t> Labelling System</a:t>
            </a:r>
            <a:endParaRPr sz="1800"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1057" name="Google Shape;1057;p10"/>
          <p:cNvGrpSpPr/>
          <p:nvPr/>
        </p:nvGrpSpPr>
        <p:grpSpPr>
          <a:xfrm rot="2368230">
            <a:off x="6357118" y="1744498"/>
            <a:ext cx="1247259" cy="1746115"/>
            <a:chOff x="5634000" y="1806840"/>
            <a:chExt cx="943205" cy="1320452"/>
          </a:xfrm>
        </p:grpSpPr>
        <p:sp>
          <p:nvSpPr>
            <p:cNvPr id="1058" name="Google Shape;1058;p10"/>
            <p:cNvSpPr/>
            <p:nvPr/>
          </p:nvSpPr>
          <p:spPr>
            <a:xfrm>
              <a:off x="5636520" y="1905840"/>
              <a:ext cx="940685" cy="1221452"/>
            </a:xfrm>
            <a:custGeom>
              <a:rect b="b" l="l" r="r" t="t"/>
              <a:pathLst>
                <a:path extrusionOk="0" h="24252" w="18682">
                  <a:moveTo>
                    <a:pt x="11140" y="11690"/>
                  </a:moveTo>
                  <a:cubicBezTo>
                    <a:pt x="11313" y="11690"/>
                    <a:pt x="11487" y="11693"/>
                    <a:pt x="11661" y="11699"/>
                  </a:cubicBezTo>
                  <a:cubicBezTo>
                    <a:pt x="12033" y="11712"/>
                    <a:pt x="12418" y="11781"/>
                    <a:pt x="12793" y="11781"/>
                  </a:cubicBezTo>
                  <a:cubicBezTo>
                    <a:pt x="12905" y="11781"/>
                    <a:pt x="13017" y="11774"/>
                    <a:pt x="13128" y="11759"/>
                  </a:cubicBezTo>
                  <a:cubicBezTo>
                    <a:pt x="13140" y="11757"/>
                    <a:pt x="13149" y="11752"/>
                    <a:pt x="13160" y="11749"/>
                  </a:cubicBezTo>
                  <a:cubicBezTo>
                    <a:pt x="13162" y="11752"/>
                    <a:pt x="13163" y="11754"/>
                    <a:pt x="13166" y="11756"/>
                  </a:cubicBezTo>
                  <a:cubicBezTo>
                    <a:pt x="12637" y="12474"/>
                    <a:pt x="11878" y="12933"/>
                    <a:pt x="11071" y="13299"/>
                  </a:cubicBezTo>
                  <a:cubicBezTo>
                    <a:pt x="10099" y="13741"/>
                    <a:pt x="9085" y="14110"/>
                    <a:pt x="8064" y="14428"/>
                  </a:cubicBezTo>
                  <a:cubicBezTo>
                    <a:pt x="6077" y="15051"/>
                    <a:pt x="4062" y="15364"/>
                    <a:pt x="1988" y="15364"/>
                  </a:cubicBezTo>
                  <a:cubicBezTo>
                    <a:pt x="1942" y="15364"/>
                    <a:pt x="1896" y="15364"/>
                    <a:pt x="1850" y="15364"/>
                  </a:cubicBezTo>
                  <a:cubicBezTo>
                    <a:pt x="1864" y="15358"/>
                    <a:pt x="1879" y="15348"/>
                    <a:pt x="1890" y="15334"/>
                  </a:cubicBezTo>
                  <a:cubicBezTo>
                    <a:pt x="3178" y="13775"/>
                    <a:pt x="5006" y="12857"/>
                    <a:pt x="6921" y="12297"/>
                  </a:cubicBezTo>
                  <a:cubicBezTo>
                    <a:pt x="7938" y="12000"/>
                    <a:pt x="8987" y="11807"/>
                    <a:pt x="10044" y="11730"/>
                  </a:cubicBezTo>
                  <a:cubicBezTo>
                    <a:pt x="10409" y="11703"/>
                    <a:pt x="10774" y="11690"/>
                    <a:pt x="11140" y="11690"/>
                  </a:cubicBezTo>
                  <a:close/>
                  <a:moveTo>
                    <a:pt x="13437" y="12028"/>
                  </a:moveTo>
                  <a:cubicBezTo>
                    <a:pt x="14118" y="12712"/>
                    <a:pt x="14791" y="13402"/>
                    <a:pt x="15456" y="14107"/>
                  </a:cubicBezTo>
                  <a:cubicBezTo>
                    <a:pt x="15992" y="14675"/>
                    <a:pt x="16522" y="15249"/>
                    <a:pt x="17044" y="15830"/>
                  </a:cubicBezTo>
                  <a:cubicBezTo>
                    <a:pt x="17553" y="16393"/>
                    <a:pt x="18362" y="17054"/>
                    <a:pt x="18143" y="17902"/>
                  </a:cubicBezTo>
                  <a:cubicBezTo>
                    <a:pt x="17932" y="18721"/>
                    <a:pt x="17108" y="19138"/>
                    <a:pt x="16411" y="19485"/>
                  </a:cubicBezTo>
                  <a:cubicBezTo>
                    <a:pt x="15731" y="19825"/>
                    <a:pt x="15041" y="20152"/>
                    <a:pt x="14349" y="20470"/>
                  </a:cubicBezTo>
                  <a:cubicBezTo>
                    <a:pt x="11485" y="21776"/>
                    <a:pt x="8502" y="22867"/>
                    <a:pt x="5403" y="23460"/>
                  </a:cubicBezTo>
                  <a:cubicBezTo>
                    <a:pt x="4674" y="23597"/>
                    <a:pt x="3943" y="23709"/>
                    <a:pt x="3206" y="23787"/>
                  </a:cubicBezTo>
                  <a:cubicBezTo>
                    <a:pt x="2933" y="23816"/>
                    <a:pt x="2650" y="23841"/>
                    <a:pt x="2367" y="23841"/>
                  </a:cubicBezTo>
                  <a:cubicBezTo>
                    <a:pt x="2004" y="23841"/>
                    <a:pt x="1642" y="23799"/>
                    <a:pt x="1306" y="23669"/>
                  </a:cubicBezTo>
                  <a:cubicBezTo>
                    <a:pt x="430" y="23334"/>
                    <a:pt x="389" y="22506"/>
                    <a:pt x="507" y="21693"/>
                  </a:cubicBezTo>
                  <a:cubicBezTo>
                    <a:pt x="622" y="20899"/>
                    <a:pt x="763" y="20110"/>
                    <a:pt x="916" y="19323"/>
                  </a:cubicBezTo>
                  <a:cubicBezTo>
                    <a:pt x="1159" y="18073"/>
                    <a:pt x="1442" y="16833"/>
                    <a:pt x="1764" y="15603"/>
                  </a:cubicBezTo>
                  <a:cubicBezTo>
                    <a:pt x="2182" y="15649"/>
                    <a:pt x="2602" y="15671"/>
                    <a:pt x="3022" y="15671"/>
                  </a:cubicBezTo>
                  <a:cubicBezTo>
                    <a:pt x="4891" y="15671"/>
                    <a:pt x="6768" y="15247"/>
                    <a:pt x="8529" y="14675"/>
                  </a:cubicBezTo>
                  <a:cubicBezTo>
                    <a:pt x="10201" y="14132"/>
                    <a:pt x="12340" y="13520"/>
                    <a:pt x="13437" y="12028"/>
                  </a:cubicBezTo>
                  <a:close/>
                  <a:moveTo>
                    <a:pt x="6289" y="1"/>
                  </a:moveTo>
                  <a:lnTo>
                    <a:pt x="6021" y="8"/>
                  </a:lnTo>
                  <a:cubicBezTo>
                    <a:pt x="6021" y="11"/>
                    <a:pt x="6021" y="12"/>
                    <a:pt x="6024" y="15"/>
                  </a:cubicBezTo>
                  <a:cubicBezTo>
                    <a:pt x="6304" y="1305"/>
                    <a:pt x="6707" y="2573"/>
                    <a:pt x="7122" y="3824"/>
                  </a:cubicBezTo>
                  <a:cubicBezTo>
                    <a:pt x="7513" y="5007"/>
                    <a:pt x="7863" y="6293"/>
                    <a:pt x="8437" y="7400"/>
                  </a:cubicBezTo>
                  <a:cubicBezTo>
                    <a:pt x="8465" y="7452"/>
                    <a:pt x="8510" y="7474"/>
                    <a:pt x="8558" y="7474"/>
                  </a:cubicBezTo>
                  <a:cubicBezTo>
                    <a:pt x="8572" y="7474"/>
                    <a:pt x="8585" y="7472"/>
                    <a:pt x="8598" y="7469"/>
                  </a:cubicBezTo>
                  <a:cubicBezTo>
                    <a:pt x="10014" y="8720"/>
                    <a:pt x="11392" y="10013"/>
                    <a:pt x="12736" y="11335"/>
                  </a:cubicBezTo>
                  <a:cubicBezTo>
                    <a:pt x="12354" y="11268"/>
                    <a:pt x="11934" y="11281"/>
                    <a:pt x="11563" y="11271"/>
                  </a:cubicBezTo>
                  <a:cubicBezTo>
                    <a:pt x="11436" y="11268"/>
                    <a:pt x="11309" y="11266"/>
                    <a:pt x="11182" y="11266"/>
                  </a:cubicBezTo>
                  <a:cubicBezTo>
                    <a:pt x="10738" y="11266"/>
                    <a:pt x="10294" y="11287"/>
                    <a:pt x="9853" y="11326"/>
                  </a:cubicBezTo>
                  <a:cubicBezTo>
                    <a:pt x="8727" y="11428"/>
                    <a:pt x="7614" y="11648"/>
                    <a:pt x="6538" y="11992"/>
                  </a:cubicBezTo>
                  <a:cubicBezTo>
                    <a:pt x="4835" y="12539"/>
                    <a:pt x="3100" y="13387"/>
                    <a:pt x="1975" y="14818"/>
                  </a:cubicBezTo>
                  <a:cubicBezTo>
                    <a:pt x="2044" y="14569"/>
                    <a:pt x="2115" y="14317"/>
                    <a:pt x="2187" y="14067"/>
                  </a:cubicBezTo>
                  <a:cubicBezTo>
                    <a:pt x="2450" y="13169"/>
                    <a:pt x="2730" y="12279"/>
                    <a:pt x="3033" y="11393"/>
                  </a:cubicBezTo>
                  <a:cubicBezTo>
                    <a:pt x="3293" y="10629"/>
                    <a:pt x="3595" y="9881"/>
                    <a:pt x="3454" y="9070"/>
                  </a:cubicBezTo>
                  <a:lnTo>
                    <a:pt x="3454" y="9070"/>
                  </a:lnTo>
                  <a:lnTo>
                    <a:pt x="3256" y="9103"/>
                  </a:lnTo>
                  <a:cubicBezTo>
                    <a:pt x="2958" y="10823"/>
                    <a:pt x="2219" y="12474"/>
                    <a:pt x="1738" y="14151"/>
                  </a:cubicBezTo>
                  <a:cubicBezTo>
                    <a:pt x="1231" y="15918"/>
                    <a:pt x="809" y="17708"/>
                    <a:pt x="468" y="19512"/>
                  </a:cubicBezTo>
                  <a:cubicBezTo>
                    <a:pt x="314" y="20329"/>
                    <a:pt x="147" y="21156"/>
                    <a:pt x="62" y="21982"/>
                  </a:cubicBezTo>
                  <a:cubicBezTo>
                    <a:pt x="1" y="22584"/>
                    <a:pt x="69" y="23206"/>
                    <a:pt x="521" y="23648"/>
                  </a:cubicBezTo>
                  <a:cubicBezTo>
                    <a:pt x="999" y="24118"/>
                    <a:pt x="1666" y="24252"/>
                    <a:pt x="2349" y="24252"/>
                  </a:cubicBezTo>
                  <a:cubicBezTo>
                    <a:pt x="2927" y="24252"/>
                    <a:pt x="3516" y="24156"/>
                    <a:pt x="4014" y="24088"/>
                  </a:cubicBezTo>
                  <a:cubicBezTo>
                    <a:pt x="7363" y="23627"/>
                    <a:pt x="10591" y="22549"/>
                    <a:pt x="13680" y="21201"/>
                  </a:cubicBezTo>
                  <a:cubicBezTo>
                    <a:pt x="14498" y="20847"/>
                    <a:pt x="15303" y="20471"/>
                    <a:pt x="16102" y="20081"/>
                  </a:cubicBezTo>
                  <a:cubicBezTo>
                    <a:pt x="16779" y="19751"/>
                    <a:pt x="17535" y="19441"/>
                    <a:pt x="18048" y="18867"/>
                  </a:cubicBezTo>
                  <a:cubicBezTo>
                    <a:pt x="18428" y="18440"/>
                    <a:pt x="18681" y="17852"/>
                    <a:pt x="18552" y="17275"/>
                  </a:cubicBezTo>
                  <a:cubicBezTo>
                    <a:pt x="18404" y="16615"/>
                    <a:pt x="17830" y="16101"/>
                    <a:pt x="17392" y="15615"/>
                  </a:cubicBezTo>
                  <a:cubicBezTo>
                    <a:pt x="16160" y="14244"/>
                    <a:pt x="14889" y="12911"/>
                    <a:pt x="13581" y="11614"/>
                  </a:cubicBezTo>
                  <a:cubicBezTo>
                    <a:pt x="13571" y="11597"/>
                    <a:pt x="13556" y="11583"/>
                    <a:pt x="13539" y="11572"/>
                  </a:cubicBezTo>
                  <a:cubicBezTo>
                    <a:pt x="12019" y="10064"/>
                    <a:pt x="10448" y="8604"/>
                    <a:pt x="8831" y="7201"/>
                  </a:cubicBezTo>
                  <a:cubicBezTo>
                    <a:pt x="8794" y="7168"/>
                    <a:pt x="8752" y="7156"/>
                    <a:pt x="8712" y="7156"/>
                  </a:cubicBezTo>
                  <a:cubicBezTo>
                    <a:pt x="8700" y="7156"/>
                    <a:pt x="8689" y="7157"/>
                    <a:pt x="8678" y="7159"/>
                  </a:cubicBezTo>
                  <a:cubicBezTo>
                    <a:pt x="8348" y="5968"/>
                    <a:pt x="7823" y="4808"/>
                    <a:pt x="7435" y="3634"/>
                  </a:cubicBezTo>
                  <a:cubicBezTo>
                    <a:pt x="7037" y="2427"/>
                    <a:pt x="6687" y="1205"/>
                    <a:pt x="62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0900" lIns="120900" spcFirstLastPara="1" rIns="120900" wrap="square" tIns="120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38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59" name="Google Shape;1059;p10"/>
            <p:cNvSpPr/>
            <p:nvPr/>
          </p:nvSpPr>
          <p:spPr>
            <a:xfrm>
              <a:off x="5656320" y="2511720"/>
              <a:ext cx="905059" cy="594717"/>
            </a:xfrm>
            <a:custGeom>
              <a:rect b="b" l="l" r="r" t="t"/>
              <a:pathLst>
                <a:path extrusionOk="0" h="11814" w="17970">
                  <a:moveTo>
                    <a:pt x="13046" y="1"/>
                  </a:moveTo>
                  <a:cubicBezTo>
                    <a:pt x="11950" y="1493"/>
                    <a:pt x="9812" y="2105"/>
                    <a:pt x="8140" y="2648"/>
                  </a:cubicBezTo>
                  <a:cubicBezTo>
                    <a:pt x="6378" y="3220"/>
                    <a:pt x="4501" y="3644"/>
                    <a:pt x="2633" y="3644"/>
                  </a:cubicBezTo>
                  <a:cubicBezTo>
                    <a:pt x="2213" y="3644"/>
                    <a:pt x="1793" y="3622"/>
                    <a:pt x="1375" y="3576"/>
                  </a:cubicBezTo>
                  <a:cubicBezTo>
                    <a:pt x="1053" y="4805"/>
                    <a:pt x="770" y="6048"/>
                    <a:pt x="526" y="7296"/>
                  </a:cubicBezTo>
                  <a:cubicBezTo>
                    <a:pt x="375" y="8083"/>
                    <a:pt x="230" y="8872"/>
                    <a:pt x="118" y="9666"/>
                  </a:cubicBezTo>
                  <a:cubicBezTo>
                    <a:pt x="0" y="10480"/>
                    <a:pt x="41" y="11307"/>
                    <a:pt x="916" y="11642"/>
                  </a:cubicBezTo>
                  <a:cubicBezTo>
                    <a:pt x="1253" y="11772"/>
                    <a:pt x="1614" y="11814"/>
                    <a:pt x="1977" y="11814"/>
                  </a:cubicBezTo>
                  <a:cubicBezTo>
                    <a:pt x="2260" y="11814"/>
                    <a:pt x="2543" y="11789"/>
                    <a:pt x="2816" y="11760"/>
                  </a:cubicBezTo>
                  <a:cubicBezTo>
                    <a:pt x="3552" y="11682"/>
                    <a:pt x="4286" y="11570"/>
                    <a:pt x="5013" y="11433"/>
                  </a:cubicBezTo>
                  <a:cubicBezTo>
                    <a:pt x="8113" y="10840"/>
                    <a:pt x="11096" y="9749"/>
                    <a:pt x="13959" y="8443"/>
                  </a:cubicBezTo>
                  <a:cubicBezTo>
                    <a:pt x="14652" y="8125"/>
                    <a:pt x="15341" y="7798"/>
                    <a:pt x="16021" y="7458"/>
                  </a:cubicBezTo>
                  <a:cubicBezTo>
                    <a:pt x="16715" y="7108"/>
                    <a:pt x="17541" y="6694"/>
                    <a:pt x="17751" y="5875"/>
                  </a:cubicBezTo>
                  <a:cubicBezTo>
                    <a:pt x="17969" y="5027"/>
                    <a:pt x="17160" y="4364"/>
                    <a:pt x="16653" y="3803"/>
                  </a:cubicBezTo>
                  <a:cubicBezTo>
                    <a:pt x="16131" y="3222"/>
                    <a:pt x="15601" y="2648"/>
                    <a:pt x="15066" y="2080"/>
                  </a:cubicBezTo>
                  <a:cubicBezTo>
                    <a:pt x="14403" y="1375"/>
                    <a:pt x="13729" y="685"/>
                    <a:pt x="1304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0900" lIns="120900" spcFirstLastPara="1" rIns="120900" wrap="square" tIns="120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38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60" name="Google Shape;1060;p10"/>
            <p:cNvSpPr/>
            <p:nvPr/>
          </p:nvSpPr>
          <p:spPr>
            <a:xfrm>
              <a:off x="5729760" y="2494800"/>
              <a:ext cx="569506" cy="184683"/>
            </a:xfrm>
            <a:custGeom>
              <a:rect b="b" l="l" r="r" t="t"/>
              <a:pathLst>
                <a:path extrusionOk="0" h="3674" w="11316">
                  <a:moveTo>
                    <a:pt x="9308" y="1"/>
                  </a:moveTo>
                  <a:cubicBezTo>
                    <a:pt x="8936" y="1"/>
                    <a:pt x="8565" y="14"/>
                    <a:pt x="8194" y="41"/>
                  </a:cubicBezTo>
                  <a:cubicBezTo>
                    <a:pt x="7137" y="116"/>
                    <a:pt x="6090" y="310"/>
                    <a:pt x="5071" y="608"/>
                  </a:cubicBezTo>
                  <a:cubicBezTo>
                    <a:pt x="3156" y="1168"/>
                    <a:pt x="1328" y="2083"/>
                    <a:pt x="40" y="3643"/>
                  </a:cubicBezTo>
                  <a:cubicBezTo>
                    <a:pt x="29" y="3659"/>
                    <a:pt x="13" y="3669"/>
                    <a:pt x="0" y="3673"/>
                  </a:cubicBezTo>
                  <a:cubicBezTo>
                    <a:pt x="46" y="3673"/>
                    <a:pt x="92" y="3674"/>
                    <a:pt x="138" y="3674"/>
                  </a:cubicBezTo>
                  <a:cubicBezTo>
                    <a:pt x="2212" y="3674"/>
                    <a:pt x="4227" y="3360"/>
                    <a:pt x="6213" y="2738"/>
                  </a:cubicBezTo>
                  <a:cubicBezTo>
                    <a:pt x="7232" y="2419"/>
                    <a:pt x="8249" y="2051"/>
                    <a:pt x="9221" y="1608"/>
                  </a:cubicBezTo>
                  <a:cubicBezTo>
                    <a:pt x="10028" y="1241"/>
                    <a:pt x="10787" y="785"/>
                    <a:pt x="11316" y="65"/>
                  </a:cubicBezTo>
                  <a:cubicBezTo>
                    <a:pt x="11313" y="62"/>
                    <a:pt x="11312" y="60"/>
                    <a:pt x="11310" y="58"/>
                  </a:cubicBezTo>
                  <a:cubicBezTo>
                    <a:pt x="11299" y="62"/>
                    <a:pt x="11290" y="67"/>
                    <a:pt x="11278" y="69"/>
                  </a:cubicBezTo>
                  <a:cubicBezTo>
                    <a:pt x="11170" y="84"/>
                    <a:pt x="11061" y="90"/>
                    <a:pt x="10950" y="90"/>
                  </a:cubicBezTo>
                  <a:cubicBezTo>
                    <a:pt x="10573" y="90"/>
                    <a:pt x="10185" y="21"/>
                    <a:pt x="9811" y="9"/>
                  </a:cubicBezTo>
                  <a:cubicBezTo>
                    <a:pt x="9643" y="3"/>
                    <a:pt x="9475" y="1"/>
                    <a:pt x="93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0900" lIns="120900" spcFirstLastPara="1" rIns="120900" wrap="square" tIns="120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38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61" name="Google Shape;1061;p10"/>
            <p:cNvSpPr/>
            <p:nvPr/>
          </p:nvSpPr>
          <p:spPr>
            <a:xfrm>
              <a:off x="6068520" y="2378160"/>
              <a:ext cx="68041" cy="60119"/>
            </a:xfrm>
            <a:custGeom>
              <a:rect b="b" l="l" r="r" t="t"/>
              <a:pathLst>
                <a:path extrusionOk="0" h="1204" w="1356">
                  <a:moveTo>
                    <a:pt x="637" y="290"/>
                  </a:moveTo>
                  <a:cubicBezTo>
                    <a:pt x="729" y="290"/>
                    <a:pt x="824" y="325"/>
                    <a:pt x="893" y="385"/>
                  </a:cubicBezTo>
                  <a:cubicBezTo>
                    <a:pt x="1043" y="520"/>
                    <a:pt x="982" y="734"/>
                    <a:pt x="838" y="846"/>
                  </a:cubicBezTo>
                  <a:cubicBezTo>
                    <a:pt x="765" y="903"/>
                    <a:pt x="695" y="927"/>
                    <a:pt x="630" y="927"/>
                  </a:cubicBezTo>
                  <a:cubicBezTo>
                    <a:pt x="405" y="927"/>
                    <a:pt x="252" y="631"/>
                    <a:pt x="326" y="393"/>
                  </a:cubicBezTo>
                  <a:lnTo>
                    <a:pt x="326" y="393"/>
                  </a:lnTo>
                  <a:cubicBezTo>
                    <a:pt x="332" y="393"/>
                    <a:pt x="338" y="394"/>
                    <a:pt x="343" y="394"/>
                  </a:cubicBezTo>
                  <a:cubicBezTo>
                    <a:pt x="373" y="394"/>
                    <a:pt x="404" y="384"/>
                    <a:pt x="434" y="360"/>
                  </a:cubicBezTo>
                  <a:cubicBezTo>
                    <a:pt x="491" y="312"/>
                    <a:pt x="563" y="290"/>
                    <a:pt x="637" y="290"/>
                  </a:cubicBezTo>
                  <a:close/>
                  <a:moveTo>
                    <a:pt x="646" y="1"/>
                  </a:moveTo>
                  <a:cubicBezTo>
                    <a:pt x="503" y="1"/>
                    <a:pt x="362" y="48"/>
                    <a:pt x="253" y="150"/>
                  </a:cubicBezTo>
                  <a:cubicBezTo>
                    <a:pt x="247" y="156"/>
                    <a:pt x="241" y="157"/>
                    <a:pt x="233" y="164"/>
                  </a:cubicBezTo>
                  <a:cubicBezTo>
                    <a:pt x="15" y="377"/>
                    <a:pt x="0" y="730"/>
                    <a:pt x="179" y="974"/>
                  </a:cubicBezTo>
                  <a:cubicBezTo>
                    <a:pt x="293" y="1129"/>
                    <a:pt x="461" y="1203"/>
                    <a:pt x="633" y="1203"/>
                  </a:cubicBezTo>
                  <a:cubicBezTo>
                    <a:pt x="783" y="1203"/>
                    <a:pt x="937" y="1147"/>
                    <a:pt x="1059" y="1037"/>
                  </a:cubicBezTo>
                  <a:cubicBezTo>
                    <a:pt x="1318" y="805"/>
                    <a:pt x="1355" y="407"/>
                    <a:pt x="1087" y="167"/>
                  </a:cubicBezTo>
                  <a:cubicBezTo>
                    <a:pt x="966" y="60"/>
                    <a:pt x="805" y="1"/>
                    <a:pt x="6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9975" lIns="120900" spcFirstLastPara="1" rIns="120900" wrap="square" tIns="39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38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62" name="Google Shape;1062;p10"/>
            <p:cNvSpPr/>
            <p:nvPr/>
          </p:nvSpPr>
          <p:spPr>
            <a:xfrm>
              <a:off x="5941440" y="2298600"/>
              <a:ext cx="115200" cy="93599"/>
            </a:xfrm>
            <a:custGeom>
              <a:rect b="b" l="l" r="r" t="t"/>
              <a:pathLst>
                <a:path extrusionOk="0" h="1866" w="2297">
                  <a:moveTo>
                    <a:pt x="1227" y="287"/>
                  </a:moveTo>
                  <a:cubicBezTo>
                    <a:pt x="1301" y="287"/>
                    <a:pt x="1376" y="299"/>
                    <a:pt x="1451" y="325"/>
                  </a:cubicBezTo>
                  <a:cubicBezTo>
                    <a:pt x="1787" y="438"/>
                    <a:pt x="1942" y="815"/>
                    <a:pt x="1841" y="1146"/>
                  </a:cubicBezTo>
                  <a:cubicBezTo>
                    <a:pt x="1748" y="1450"/>
                    <a:pt x="1441" y="1573"/>
                    <a:pt x="1138" y="1573"/>
                  </a:cubicBezTo>
                  <a:cubicBezTo>
                    <a:pt x="1027" y="1573"/>
                    <a:pt x="917" y="1556"/>
                    <a:pt x="818" y="1526"/>
                  </a:cubicBezTo>
                  <a:cubicBezTo>
                    <a:pt x="442" y="1413"/>
                    <a:pt x="143" y="873"/>
                    <a:pt x="576" y="608"/>
                  </a:cubicBezTo>
                  <a:cubicBezTo>
                    <a:pt x="597" y="595"/>
                    <a:pt x="607" y="574"/>
                    <a:pt x="611" y="553"/>
                  </a:cubicBezTo>
                  <a:cubicBezTo>
                    <a:pt x="787" y="399"/>
                    <a:pt x="999" y="287"/>
                    <a:pt x="1227" y="287"/>
                  </a:cubicBezTo>
                  <a:close/>
                  <a:moveTo>
                    <a:pt x="1229" y="0"/>
                  </a:moveTo>
                  <a:cubicBezTo>
                    <a:pt x="871" y="0"/>
                    <a:pt x="507" y="174"/>
                    <a:pt x="342" y="495"/>
                  </a:cubicBezTo>
                  <a:cubicBezTo>
                    <a:pt x="333" y="513"/>
                    <a:pt x="329" y="534"/>
                    <a:pt x="332" y="556"/>
                  </a:cubicBezTo>
                  <a:cubicBezTo>
                    <a:pt x="0" y="813"/>
                    <a:pt x="66" y="1369"/>
                    <a:pt x="407" y="1634"/>
                  </a:cubicBezTo>
                  <a:cubicBezTo>
                    <a:pt x="603" y="1786"/>
                    <a:pt x="876" y="1866"/>
                    <a:pt x="1147" y="1866"/>
                  </a:cubicBezTo>
                  <a:cubicBezTo>
                    <a:pt x="1479" y="1866"/>
                    <a:pt x="1809" y="1746"/>
                    <a:pt x="1994" y="1489"/>
                  </a:cubicBezTo>
                  <a:cubicBezTo>
                    <a:pt x="2296" y="1073"/>
                    <a:pt x="2193" y="421"/>
                    <a:pt x="1752" y="143"/>
                  </a:cubicBezTo>
                  <a:cubicBezTo>
                    <a:pt x="1598" y="47"/>
                    <a:pt x="1414" y="0"/>
                    <a:pt x="12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1875" lIns="120900" spcFirstLastPara="1" rIns="120900" wrap="square" tIns="61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38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63" name="Google Shape;1063;p10"/>
            <p:cNvSpPr/>
            <p:nvPr/>
          </p:nvSpPr>
          <p:spPr>
            <a:xfrm>
              <a:off x="5960160" y="2206440"/>
              <a:ext cx="57599" cy="50401"/>
            </a:xfrm>
            <a:custGeom>
              <a:rect b="b" l="l" r="r" t="t"/>
              <a:pathLst>
                <a:path extrusionOk="0" h="1005" w="1154">
                  <a:moveTo>
                    <a:pt x="476" y="175"/>
                  </a:moveTo>
                  <a:cubicBezTo>
                    <a:pt x="618" y="175"/>
                    <a:pt x="759" y="271"/>
                    <a:pt x="806" y="408"/>
                  </a:cubicBezTo>
                  <a:cubicBezTo>
                    <a:pt x="853" y="555"/>
                    <a:pt x="737" y="684"/>
                    <a:pt x="603" y="725"/>
                  </a:cubicBezTo>
                  <a:cubicBezTo>
                    <a:pt x="575" y="734"/>
                    <a:pt x="547" y="738"/>
                    <a:pt x="520" y="738"/>
                  </a:cubicBezTo>
                  <a:cubicBezTo>
                    <a:pt x="415" y="738"/>
                    <a:pt x="328" y="672"/>
                    <a:pt x="297" y="556"/>
                  </a:cubicBezTo>
                  <a:cubicBezTo>
                    <a:pt x="276" y="490"/>
                    <a:pt x="279" y="412"/>
                    <a:pt x="306" y="344"/>
                  </a:cubicBezTo>
                  <a:cubicBezTo>
                    <a:pt x="333" y="279"/>
                    <a:pt x="395" y="242"/>
                    <a:pt x="425" y="179"/>
                  </a:cubicBezTo>
                  <a:cubicBezTo>
                    <a:pt x="442" y="177"/>
                    <a:pt x="459" y="175"/>
                    <a:pt x="476" y="175"/>
                  </a:cubicBezTo>
                  <a:close/>
                  <a:moveTo>
                    <a:pt x="563" y="1"/>
                  </a:moveTo>
                  <a:cubicBezTo>
                    <a:pt x="497" y="1"/>
                    <a:pt x="431" y="14"/>
                    <a:pt x="368" y="42"/>
                  </a:cubicBezTo>
                  <a:cubicBezTo>
                    <a:pt x="363" y="39"/>
                    <a:pt x="355" y="39"/>
                    <a:pt x="348" y="38"/>
                  </a:cubicBezTo>
                  <a:cubicBezTo>
                    <a:pt x="343" y="37"/>
                    <a:pt x="338" y="37"/>
                    <a:pt x="333" y="37"/>
                  </a:cubicBezTo>
                  <a:cubicBezTo>
                    <a:pt x="71" y="37"/>
                    <a:pt x="1" y="472"/>
                    <a:pt x="55" y="660"/>
                  </a:cubicBezTo>
                  <a:cubicBezTo>
                    <a:pt x="118" y="881"/>
                    <a:pt x="313" y="1004"/>
                    <a:pt x="522" y="1004"/>
                  </a:cubicBezTo>
                  <a:cubicBezTo>
                    <a:pt x="588" y="1004"/>
                    <a:pt x="655" y="992"/>
                    <a:pt x="720" y="967"/>
                  </a:cubicBezTo>
                  <a:cubicBezTo>
                    <a:pt x="986" y="865"/>
                    <a:pt x="1153" y="571"/>
                    <a:pt x="1029" y="298"/>
                  </a:cubicBezTo>
                  <a:cubicBezTo>
                    <a:pt x="943" y="113"/>
                    <a:pt x="755" y="1"/>
                    <a:pt x="5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3325" lIns="120900" spcFirstLastPara="1" rIns="120900" wrap="square" tIns="33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38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64" name="Google Shape;1064;p10"/>
            <p:cNvSpPr/>
            <p:nvPr/>
          </p:nvSpPr>
          <p:spPr>
            <a:xfrm>
              <a:off x="5634000" y="1806840"/>
              <a:ext cx="353159" cy="160203"/>
            </a:xfrm>
            <a:custGeom>
              <a:rect b="b" l="l" r="r" t="t"/>
              <a:pathLst>
                <a:path extrusionOk="0" h="3187" w="7020">
                  <a:moveTo>
                    <a:pt x="5583" y="1"/>
                  </a:moveTo>
                  <a:cubicBezTo>
                    <a:pt x="5392" y="1"/>
                    <a:pt x="5197" y="35"/>
                    <a:pt x="5000" y="86"/>
                  </a:cubicBezTo>
                  <a:cubicBezTo>
                    <a:pt x="4269" y="275"/>
                    <a:pt x="3542" y="491"/>
                    <a:pt x="2812" y="691"/>
                  </a:cubicBezTo>
                  <a:cubicBezTo>
                    <a:pt x="1948" y="926"/>
                    <a:pt x="470" y="1191"/>
                    <a:pt x="123" y="2178"/>
                  </a:cubicBezTo>
                  <a:cubicBezTo>
                    <a:pt x="1" y="2522"/>
                    <a:pt x="97" y="2896"/>
                    <a:pt x="429" y="3083"/>
                  </a:cubicBezTo>
                  <a:cubicBezTo>
                    <a:pt x="561" y="3157"/>
                    <a:pt x="691" y="3186"/>
                    <a:pt x="819" y="3186"/>
                  </a:cubicBezTo>
                  <a:cubicBezTo>
                    <a:pt x="983" y="3186"/>
                    <a:pt x="1143" y="3138"/>
                    <a:pt x="1300" y="3071"/>
                  </a:cubicBezTo>
                  <a:lnTo>
                    <a:pt x="1459" y="3007"/>
                  </a:lnTo>
                  <a:cubicBezTo>
                    <a:pt x="1487" y="3003"/>
                    <a:pt x="1519" y="3000"/>
                    <a:pt x="1548" y="2994"/>
                  </a:cubicBezTo>
                  <a:lnTo>
                    <a:pt x="1521" y="2790"/>
                  </a:lnTo>
                  <a:cubicBezTo>
                    <a:pt x="1356" y="2835"/>
                    <a:pt x="1181" y="2871"/>
                    <a:pt x="1008" y="2872"/>
                  </a:cubicBezTo>
                  <a:cubicBezTo>
                    <a:pt x="978" y="2876"/>
                    <a:pt x="949" y="2878"/>
                    <a:pt x="919" y="2878"/>
                  </a:cubicBezTo>
                  <a:cubicBezTo>
                    <a:pt x="809" y="2878"/>
                    <a:pt x="701" y="2851"/>
                    <a:pt x="595" y="2798"/>
                  </a:cubicBezTo>
                  <a:cubicBezTo>
                    <a:pt x="559" y="2589"/>
                    <a:pt x="524" y="2382"/>
                    <a:pt x="488" y="2172"/>
                  </a:cubicBezTo>
                  <a:cubicBezTo>
                    <a:pt x="572" y="1875"/>
                    <a:pt x="1048" y="1652"/>
                    <a:pt x="1306" y="1527"/>
                  </a:cubicBezTo>
                  <a:cubicBezTo>
                    <a:pt x="1903" y="1241"/>
                    <a:pt x="2564" y="1095"/>
                    <a:pt x="3199" y="915"/>
                  </a:cubicBezTo>
                  <a:cubicBezTo>
                    <a:pt x="3826" y="738"/>
                    <a:pt x="4452" y="541"/>
                    <a:pt x="5085" y="389"/>
                  </a:cubicBezTo>
                  <a:cubicBezTo>
                    <a:pt x="5252" y="349"/>
                    <a:pt x="5413" y="321"/>
                    <a:pt x="5570" y="321"/>
                  </a:cubicBezTo>
                  <a:cubicBezTo>
                    <a:pt x="5793" y="321"/>
                    <a:pt x="6007" y="378"/>
                    <a:pt x="6209" y="541"/>
                  </a:cubicBezTo>
                  <a:cubicBezTo>
                    <a:pt x="6622" y="873"/>
                    <a:pt x="6588" y="1447"/>
                    <a:pt x="6170" y="1746"/>
                  </a:cubicBezTo>
                  <a:lnTo>
                    <a:pt x="6076" y="1974"/>
                  </a:lnTo>
                  <a:lnTo>
                    <a:pt x="6342" y="1967"/>
                  </a:lnTo>
                  <a:cubicBezTo>
                    <a:pt x="7020" y="1567"/>
                    <a:pt x="6923" y="578"/>
                    <a:pt x="6272" y="185"/>
                  </a:cubicBezTo>
                  <a:cubicBezTo>
                    <a:pt x="6051" y="52"/>
                    <a:pt x="5820" y="1"/>
                    <a:pt x="55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06150" lIns="120900" spcFirstLastPara="1" rIns="120900" wrap="square" tIns="1061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38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65" name="Google Shape;1065;p10"/>
            <p:cNvSpPr/>
            <p:nvPr/>
          </p:nvSpPr>
          <p:spPr>
            <a:xfrm>
              <a:off x="5710680" y="1892520"/>
              <a:ext cx="233643" cy="64440"/>
            </a:xfrm>
            <a:custGeom>
              <a:rect b="b" l="l" r="r" t="t"/>
              <a:pathLst>
                <a:path extrusionOk="0" h="1289" w="4648">
                  <a:moveTo>
                    <a:pt x="4558" y="0"/>
                  </a:moveTo>
                  <a:cubicBezTo>
                    <a:pt x="4556" y="0"/>
                    <a:pt x="4555" y="0"/>
                    <a:pt x="4553" y="0"/>
                  </a:cubicBezTo>
                  <a:cubicBezTo>
                    <a:pt x="3004" y="125"/>
                    <a:pt x="1463" y="576"/>
                    <a:pt x="1" y="1085"/>
                  </a:cubicBezTo>
                  <a:lnTo>
                    <a:pt x="28" y="1289"/>
                  </a:lnTo>
                  <a:cubicBezTo>
                    <a:pt x="742" y="1189"/>
                    <a:pt x="1442" y="927"/>
                    <a:pt x="2139" y="759"/>
                  </a:cubicBezTo>
                  <a:cubicBezTo>
                    <a:pt x="2938" y="566"/>
                    <a:pt x="3752" y="444"/>
                    <a:pt x="4554" y="268"/>
                  </a:cubicBezTo>
                  <a:lnTo>
                    <a:pt x="4648" y="40"/>
                  </a:lnTo>
                  <a:cubicBezTo>
                    <a:pt x="4627" y="14"/>
                    <a:pt x="4598" y="0"/>
                    <a:pt x="45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2850" lIns="120900" spcFirstLastPara="1" rIns="120900" wrap="square" tIns="4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38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66" name="Google Shape;1066;p10"/>
            <p:cNvSpPr/>
            <p:nvPr/>
          </p:nvSpPr>
          <p:spPr>
            <a:xfrm>
              <a:off x="5799240" y="2080440"/>
              <a:ext cx="49681" cy="47521"/>
            </a:xfrm>
            <a:custGeom>
              <a:rect b="b" l="l" r="r" t="t"/>
              <a:pathLst>
                <a:path extrusionOk="0" h="948" w="990">
                  <a:moveTo>
                    <a:pt x="454" y="169"/>
                  </a:moveTo>
                  <a:cubicBezTo>
                    <a:pt x="463" y="175"/>
                    <a:pt x="474" y="178"/>
                    <a:pt x="487" y="178"/>
                  </a:cubicBezTo>
                  <a:cubicBezTo>
                    <a:pt x="633" y="189"/>
                    <a:pt x="756" y="329"/>
                    <a:pt x="753" y="474"/>
                  </a:cubicBezTo>
                  <a:cubicBezTo>
                    <a:pt x="752" y="617"/>
                    <a:pt x="623" y="699"/>
                    <a:pt x="491" y="701"/>
                  </a:cubicBezTo>
                  <a:cubicBezTo>
                    <a:pt x="488" y="701"/>
                    <a:pt x="486" y="701"/>
                    <a:pt x="483" y="701"/>
                  </a:cubicBezTo>
                  <a:cubicBezTo>
                    <a:pt x="175" y="701"/>
                    <a:pt x="186" y="265"/>
                    <a:pt x="446" y="175"/>
                  </a:cubicBezTo>
                  <a:cubicBezTo>
                    <a:pt x="447" y="173"/>
                    <a:pt x="451" y="171"/>
                    <a:pt x="454" y="169"/>
                  </a:cubicBezTo>
                  <a:close/>
                  <a:moveTo>
                    <a:pt x="495" y="0"/>
                  </a:moveTo>
                  <a:cubicBezTo>
                    <a:pt x="493" y="0"/>
                    <a:pt x="491" y="0"/>
                    <a:pt x="488" y="0"/>
                  </a:cubicBezTo>
                  <a:cubicBezTo>
                    <a:pt x="465" y="0"/>
                    <a:pt x="448" y="8"/>
                    <a:pt x="434" y="19"/>
                  </a:cubicBezTo>
                  <a:cubicBezTo>
                    <a:pt x="429" y="16"/>
                    <a:pt x="422" y="15"/>
                    <a:pt x="414" y="15"/>
                  </a:cubicBezTo>
                  <a:cubicBezTo>
                    <a:pt x="410" y="15"/>
                    <a:pt x="406" y="16"/>
                    <a:pt x="402" y="16"/>
                  </a:cubicBezTo>
                  <a:cubicBezTo>
                    <a:pt x="158" y="54"/>
                    <a:pt x="1" y="299"/>
                    <a:pt x="16" y="538"/>
                  </a:cubicBezTo>
                  <a:cubicBezTo>
                    <a:pt x="33" y="785"/>
                    <a:pt x="253" y="948"/>
                    <a:pt x="490" y="948"/>
                  </a:cubicBezTo>
                  <a:cubicBezTo>
                    <a:pt x="500" y="948"/>
                    <a:pt x="509" y="948"/>
                    <a:pt x="519" y="947"/>
                  </a:cubicBezTo>
                  <a:cubicBezTo>
                    <a:pt x="772" y="933"/>
                    <a:pt x="990" y="736"/>
                    <a:pt x="976" y="474"/>
                  </a:cubicBezTo>
                  <a:cubicBezTo>
                    <a:pt x="962" y="221"/>
                    <a:pt x="749" y="0"/>
                    <a:pt x="4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1400" lIns="120900" spcFirstLastPara="1" rIns="120900" wrap="square" tIns="31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38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67" name="Google Shape;1067;p10"/>
            <p:cNvSpPr/>
            <p:nvPr/>
          </p:nvSpPr>
          <p:spPr>
            <a:xfrm>
              <a:off x="5740560" y="1973160"/>
              <a:ext cx="85320" cy="73801"/>
            </a:xfrm>
            <a:custGeom>
              <a:rect b="b" l="l" r="r" t="t"/>
              <a:pathLst>
                <a:path extrusionOk="0" h="1470" w="1703">
                  <a:moveTo>
                    <a:pt x="904" y="221"/>
                  </a:moveTo>
                  <a:cubicBezTo>
                    <a:pt x="973" y="221"/>
                    <a:pt x="1044" y="237"/>
                    <a:pt x="1118" y="275"/>
                  </a:cubicBezTo>
                  <a:cubicBezTo>
                    <a:pt x="1362" y="402"/>
                    <a:pt x="1433" y="754"/>
                    <a:pt x="1298" y="987"/>
                  </a:cubicBezTo>
                  <a:cubicBezTo>
                    <a:pt x="1205" y="1148"/>
                    <a:pt x="1023" y="1231"/>
                    <a:pt x="841" y="1231"/>
                  </a:cubicBezTo>
                  <a:cubicBezTo>
                    <a:pt x="734" y="1231"/>
                    <a:pt x="627" y="1202"/>
                    <a:pt x="537" y="1144"/>
                  </a:cubicBezTo>
                  <a:cubicBezTo>
                    <a:pt x="299" y="988"/>
                    <a:pt x="240" y="669"/>
                    <a:pt x="335" y="417"/>
                  </a:cubicBezTo>
                  <a:lnTo>
                    <a:pt x="335" y="417"/>
                  </a:lnTo>
                  <a:cubicBezTo>
                    <a:pt x="348" y="429"/>
                    <a:pt x="364" y="436"/>
                    <a:pt x="380" y="436"/>
                  </a:cubicBezTo>
                  <a:cubicBezTo>
                    <a:pt x="390" y="436"/>
                    <a:pt x="401" y="433"/>
                    <a:pt x="411" y="427"/>
                  </a:cubicBezTo>
                  <a:cubicBezTo>
                    <a:pt x="570" y="328"/>
                    <a:pt x="728" y="221"/>
                    <a:pt x="904" y="221"/>
                  </a:cubicBezTo>
                  <a:close/>
                  <a:moveTo>
                    <a:pt x="886" y="1"/>
                  </a:moveTo>
                  <a:cubicBezTo>
                    <a:pt x="673" y="1"/>
                    <a:pt x="459" y="76"/>
                    <a:pt x="360" y="247"/>
                  </a:cubicBezTo>
                  <a:cubicBezTo>
                    <a:pt x="344" y="230"/>
                    <a:pt x="320" y="219"/>
                    <a:pt x="296" y="219"/>
                  </a:cubicBezTo>
                  <a:cubicBezTo>
                    <a:pt x="272" y="219"/>
                    <a:pt x="246" y="230"/>
                    <a:pt x="228" y="258"/>
                  </a:cubicBezTo>
                  <a:cubicBezTo>
                    <a:pt x="0" y="604"/>
                    <a:pt x="64" y="1107"/>
                    <a:pt x="420" y="1344"/>
                  </a:cubicBezTo>
                  <a:cubicBezTo>
                    <a:pt x="545" y="1428"/>
                    <a:pt x="696" y="1469"/>
                    <a:pt x="847" y="1469"/>
                  </a:cubicBezTo>
                  <a:cubicBezTo>
                    <a:pt x="1102" y="1469"/>
                    <a:pt x="1357" y="1352"/>
                    <a:pt x="1495" y="1131"/>
                  </a:cubicBezTo>
                  <a:cubicBezTo>
                    <a:pt x="1702" y="803"/>
                    <a:pt x="1621" y="311"/>
                    <a:pt x="1281" y="101"/>
                  </a:cubicBezTo>
                  <a:cubicBezTo>
                    <a:pt x="1176" y="36"/>
                    <a:pt x="1031" y="1"/>
                    <a:pt x="8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9025" lIns="120900" spcFirstLastPara="1" rIns="120900" wrap="square" tIns="49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38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68" name="Google Shape;1068;p10"/>
            <p:cNvSpPr/>
            <p:nvPr/>
          </p:nvSpPr>
          <p:spPr>
            <a:xfrm>
              <a:off x="5699520" y="1958040"/>
              <a:ext cx="110880" cy="405710"/>
            </a:xfrm>
            <a:custGeom>
              <a:rect b="b" l="l" r="r" t="t"/>
              <a:pathLst>
                <a:path extrusionOk="0" h="8061" w="2207">
                  <a:moveTo>
                    <a:pt x="160" y="0"/>
                  </a:moveTo>
                  <a:lnTo>
                    <a:pt x="2" y="64"/>
                  </a:lnTo>
                  <a:cubicBezTo>
                    <a:pt x="0" y="654"/>
                    <a:pt x="234" y="1259"/>
                    <a:pt x="376" y="1823"/>
                  </a:cubicBezTo>
                  <a:cubicBezTo>
                    <a:pt x="552" y="2520"/>
                    <a:pt x="726" y="3217"/>
                    <a:pt x="902" y="3914"/>
                  </a:cubicBezTo>
                  <a:cubicBezTo>
                    <a:pt x="1240" y="5255"/>
                    <a:pt x="1476" y="6689"/>
                    <a:pt x="1950" y="7989"/>
                  </a:cubicBezTo>
                  <a:cubicBezTo>
                    <a:pt x="1964" y="8024"/>
                    <a:pt x="1984" y="8045"/>
                    <a:pt x="2008" y="8061"/>
                  </a:cubicBezTo>
                  <a:lnTo>
                    <a:pt x="2207" y="8028"/>
                  </a:lnTo>
                  <a:cubicBezTo>
                    <a:pt x="2205" y="8013"/>
                    <a:pt x="2203" y="7996"/>
                    <a:pt x="2198" y="7980"/>
                  </a:cubicBezTo>
                  <a:cubicBezTo>
                    <a:pt x="2203" y="7963"/>
                    <a:pt x="2204" y="7943"/>
                    <a:pt x="2200" y="7919"/>
                  </a:cubicBezTo>
                  <a:cubicBezTo>
                    <a:pt x="2001" y="6550"/>
                    <a:pt x="1534" y="5174"/>
                    <a:pt x="1198" y="3831"/>
                  </a:cubicBezTo>
                  <a:cubicBezTo>
                    <a:pt x="1032" y="3168"/>
                    <a:pt x="866" y="2503"/>
                    <a:pt x="699" y="1840"/>
                  </a:cubicBezTo>
                  <a:cubicBezTo>
                    <a:pt x="549" y="1242"/>
                    <a:pt x="464" y="547"/>
                    <a:pt x="16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0900" lIns="120900" spcFirstLastPara="1" rIns="120900" wrap="square" tIns="120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38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2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Google Shape;1073;p11"/>
          <p:cNvSpPr/>
          <p:nvPr/>
        </p:nvSpPr>
        <p:spPr>
          <a:xfrm>
            <a:off x="1175155" y="1924355"/>
            <a:ext cx="3714600" cy="1294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3C3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Barriecito"/>
                <a:ea typeface="Barriecito"/>
                <a:cs typeface="Barriecito"/>
                <a:sym typeface="Barriecito"/>
              </a:rPr>
              <a:t>Mismatching PP &amp; .vdb Files</a:t>
            </a:r>
            <a:endParaRPr sz="1800"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074" name="Google Shape;1074;p11"/>
          <p:cNvSpPr/>
          <p:nvPr/>
        </p:nvSpPr>
        <p:spPr>
          <a:xfrm>
            <a:off x="1234938" y="604800"/>
            <a:ext cx="2852400" cy="7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88575" lIns="177200" spcFirstLastPara="1" rIns="177200" wrap="square" tIns="88575">
            <a:noAutofit/>
          </a:bodyPr>
          <a:lstStyle/>
          <a:p>
            <a:pPr indent="0" lvl="0" marL="0" marR="0" rtl="0" algn="l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3C3C3B"/>
                </a:solidFill>
                <a:latin typeface="Barriecito"/>
                <a:ea typeface="Barriecito"/>
                <a:cs typeface="Barriecito"/>
                <a:sym typeface="Barriecito"/>
              </a:rPr>
              <a:t>Challenges</a:t>
            </a:r>
            <a:endParaRPr b="0" i="0" sz="40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pic>
        <p:nvPicPr>
          <p:cNvPr descr="Page not found linear icon (Provided by Getty Images)" id="1075" name="Google Shape;1075;p11"/>
          <p:cNvPicPr preferRelativeResize="0"/>
          <p:nvPr/>
        </p:nvPicPr>
        <p:blipFill rotWithShape="1">
          <a:blip r:embed="rId3">
            <a:alphaModFix/>
          </a:blip>
          <a:srcRect b="26777" l="14085" r="16048" t="15861"/>
          <a:stretch/>
        </p:blipFill>
        <p:spPr>
          <a:xfrm>
            <a:off x="5321825" y="1417963"/>
            <a:ext cx="2810424" cy="2307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9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0" name="Google Shape;1080;p12"/>
          <p:cNvGrpSpPr/>
          <p:nvPr/>
        </p:nvGrpSpPr>
        <p:grpSpPr>
          <a:xfrm>
            <a:off x="5698440" y="4092840"/>
            <a:ext cx="583200" cy="506160"/>
            <a:chOff x="5698440" y="4092840"/>
            <a:chExt cx="583200" cy="506160"/>
          </a:xfrm>
        </p:grpSpPr>
        <p:sp>
          <p:nvSpPr>
            <p:cNvPr id="1081" name="Google Shape;1081;p12"/>
            <p:cNvSpPr/>
            <p:nvPr/>
          </p:nvSpPr>
          <p:spPr>
            <a:xfrm>
              <a:off x="5752080" y="4127040"/>
              <a:ext cx="486000" cy="430200"/>
            </a:xfrm>
            <a:custGeom>
              <a:rect b="b" l="l" r="r" t="t"/>
              <a:pathLst>
                <a:path extrusionOk="0" h="8547" w="9656">
                  <a:moveTo>
                    <a:pt x="5182" y="238"/>
                  </a:moveTo>
                  <a:cubicBezTo>
                    <a:pt x="5298" y="238"/>
                    <a:pt x="5416" y="255"/>
                    <a:pt x="5534" y="294"/>
                  </a:cubicBezTo>
                  <a:cubicBezTo>
                    <a:pt x="6033" y="460"/>
                    <a:pt x="6288" y="955"/>
                    <a:pt x="6651" y="1295"/>
                  </a:cubicBezTo>
                  <a:cubicBezTo>
                    <a:pt x="7026" y="1646"/>
                    <a:pt x="7518" y="1826"/>
                    <a:pt x="7989" y="2036"/>
                  </a:cubicBezTo>
                  <a:cubicBezTo>
                    <a:pt x="8010" y="2046"/>
                    <a:pt x="8031" y="2054"/>
                    <a:pt x="8052" y="2066"/>
                  </a:cubicBezTo>
                  <a:cubicBezTo>
                    <a:pt x="8428" y="2236"/>
                    <a:pt x="8786" y="2428"/>
                    <a:pt x="9057" y="2747"/>
                  </a:cubicBezTo>
                  <a:cubicBezTo>
                    <a:pt x="9109" y="2810"/>
                    <a:pt x="9158" y="2875"/>
                    <a:pt x="9200" y="2940"/>
                  </a:cubicBezTo>
                  <a:cubicBezTo>
                    <a:pt x="9200" y="2943"/>
                    <a:pt x="9202" y="2943"/>
                    <a:pt x="9202" y="2944"/>
                  </a:cubicBezTo>
                  <a:cubicBezTo>
                    <a:pt x="9424" y="3287"/>
                    <a:pt x="9492" y="3683"/>
                    <a:pt x="9292" y="4077"/>
                  </a:cubicBezTo>
                  <a:cubicBezTo>
                    <a:pt x="9078" y="4497"/>
                    <a:pt x="8701" y="4821"/>
                    <a:pt x="8347" y="5122"/>
                  </a:cubicBezTo>
                  <a:cubicBezTo>
                    <a:pt x="8171" y="5274"/>
                    <a:pt x="7981" y="5416"/>
                    <a:pt x="7820" y="5580"/>
                  </a:cubicBezTo>
                  <a:cubicBezTo>
                    <a:pt x="7657" y="5746"/>
                    <a:pt x="7525" y="5941"/>
                    <a:pt x="7413" y="6147"/>
                  </a:cubicBezTo>
                  <a:cubicBezTo>
                    <a:pt x="7189" y="6561"/>
                    <a:pt x="7050" y="7013"/>
                    <a:pt x="6831" y="7428"/>
                  </a:cubicBezTo>
                  <a:cubicBezTo>
                    <a:pt x="6724" y="7631"/>
                    <a:pt x="6598" y="7826"/>
                    <a:pt x="6434" y="7989"/>
                  </a:cubicBezTo>
                  <a:cubicBezTo>
                    <a:pt x="6295" y="8125"/>
                    <a:pt x="6115" y="8274"/>
                    <a:pt x="5918" y="8317"/>
                  </a:cubicBezTo>
                  <a:cubicBezTo>
                    <a:pt x="5884" y="8324"/>
                    <a:pt x="5851" y="8327"/>
                    <a:pt x="5819" y="8327"/>
                  </a:cubicBezTo>
                  <a:cubicBezTo>
                    <a:pt x="5543" y="8327"/>
                    <a:pt x="5315" y="8086"/>
                    <a:pt x="5139" y="7897"/>
                  </a:cubicBezTo>
                  <a:cubicBezTo>
                    <a:pt x="4898" y="7638"/>
                    <a:pt x="4670" y="7339"/>
                    <a:pt x="4355" y="7167"/>
                  </a:cubicBezTo>
                  <a:cubicBezTo>
                    <a:pt x="4193" y="7079"/>
                    <a:pt x="4022" y="7044"/>
                    <a:pt x="3849" y="7044"/>
                  </a:cubicBezTo>
                  <a:cubicBezTo>
                    <a:pt x="3686" y="7044"/>
                    <a:pt x="3521" y="7075"/>
                    <a:pt x="3360" y="7120"/>
                  </a:cubicBezTo>
                  <a:cubicBezTo>
                    <a:pt x="2962" y="7234"/>
                    <a:pt x="2586" y="7418"/>
                    <a:pt x="2194" y="7551"/>
                  </a:cubicBezTo>
                  <a:cubicBezTo>
                    <a:pt x="1991" y="7619"/>
                    <a:pt x="1753" y="7694"/>
                    <a:pt x="1525" y="7694"/>
                  </a:cubicBezTo>
                  <a:cubicBezTo>
                    <a:pt x="1393" y="7694"/>
                    <a:pt x="1264" y="7669"/>
                    <a:pt x="1148" y="7602"/>
                  </a:cubicBezTo>
                  <a:cubicBezTo>
                    <a:pt x="748" y="7376"/>
                    <a:pt x="741" y="6894"/>
                    <a:pt x="825" y="6500"/>
                  </a:cubicBezTo>
                  <a:cubicBezTo>
                    <a:pt x="855" y="6360"/>
                    <a:pt x="893" y="6219"/>
                    <a:pt x="930" y="6079"/>
                  </a:cubicBezTo>
                  <a:cubicBezTo>
                    <a:pt x="936" y="6060"/>
                    <a:pt x="940" y="6042"/>
                    <a:pt x="945" y="6021"/>
                  </a:cubicBezTo>
                  <a:cubicBezTo>
                    <a:pt x="1021" y="5735"/>
                    <a:pt x="1089" y="5444"/>
                    <a:pt x="1066" y="5146"/>
                  </a:cubicBezTo>
                  <a:cubicBezTo>
                    <a:pt x="1028" y="4629"/>
                    <a:pt x="641" y="4257"/>
                    <a:pt x="393" y="3829"/>
                  </a:cubicBezTo>
                  <a:cubicBezTo>
                    <a:pt x="309" y="3683"/>
                    <a:pt x="237" y="3521"/>
                    <a:pt x="230" y="3355"/>
                  </a:cubicBezTo>
                  <a:cubicBezTo>
                    <a:pt x="228" y="3334"/>
                    <a:pt x="228" y="3314"/>
                    <a:pt x="230" y="3293"/>
                  </a:cubicBezTo>
                  <a:cubicBezTo>
                    <a:pt x="231" y="3252"/>
                    <a:pt x="238" y="3209"/>
                    <a:pt x="250" y="3165"/>
                  </a:cubicBezTo>
                  <a:cubicBezTo>
                    <a:pt x="287" y="3029"/>
                    <a:pt x="372" y="2909"/>
                    <a:pt x="468" y="2804"/>
                  </a:cubicBezTo>
                  <a:cubicBezTo>
                    <a:pt x="574" y="2689"/>
                    <a:pt x="676" y="2572"/>
                    <a:pt x="801" y="2475"/>
                  </a:cubicBezTo>
                  <a:cubicBezTo>
                    <a:pt x="1016" y="2305"/>
                    <a:pt x="1271" y="2189"/>
                    <a:pt x="1542" y="2146"/>
                  </a:cubicBezTo>
                  <a:cubicBezTo>
                    <a:pt x="1642" y="2159"/>
                    <a:pt x="1741" y="2166"/>
                    <a:pt x="1838" y="2166"/>
                  </a:cubicBezTo>
                  <a:cubicBezTo>
                    <a:pt x="2205" y="2166"/>
                    <a:pt x="2555" y="2071"/>
                    <a:pt x="2864" y="1847"/>
                  </a:cubicBezTo>
                  <a:cubicBezTo>
                    <a:pt x="3255" y="1564"/>
                    <a:pt x="3544" y="1169"/>
                    <a:pt x="3902" y="850"/>
                  </a:cubicBezTo>
                  <a:cubicBezTo>
                    <a:pt x="4257" y="535"/>
                    <a:pt x="4705" y="238"/>
                    <a:pt x="5182" y="238"/>
                  </a:cubicBezTo>
                  <a:close/>
                  <a:moveTo>
                    <a:pt x="5157" y="1"/>
                  </a:moveTo>
                  <a:cubicBezTo>
                    <a:pt x="5077" y="1"/>
                    <a:pt x="4995" y="9"/>
                    <a:pt x="4911" y="25"/>
                  </a:cubicBezTo>
                  <a:cubicBezTo>
                    <a:pt x="4828" y="41"/>
                    <a:pt x="4748" y="62"/>
                    <a:pt x="4670" y="92"/>
                  </a:cubicBezTo>
                  <a:lnTo>
                    <a:pt x="4667" y="92"/>
                  </a:lnTo>
                  <a:cubicBezTo>
                    <a:pt x="4630" y="104"/>
                    <a:pt x="4592" y="120"/>
                    <a:pt x="4553" y="136"/>
                  </a:cubicBezTo>
                  <a:cubicBezTo>
                    <a:pt x="4226" y="276"/>
                    <a:pt x="3930" y="508"/>
                    <a:pt x="3671" y="755"/>
                  </a:cubicBezTo>
                  <a:cubicBezTo>
                    <a:pt x="3642" y="779"/>
                    <a:pt x="3615" y="806"/>
                    <a:pt x="3587" y="834"/>
                  </a:cubicBezTo>
                  <a:cubicBezTo>
                    <a:pt x="3537" y="882"/>
                    <a:pt x="3489" y="932"/>
                    <a:pt x="3441" y="982"/>
                  </a:cubicBezTo>
                  <a:cubicBezTo>
                    <a:pt x="3114" y="1319"/>
                    <a:pt x="2782" y="1721"/>
                    <a:pt x="2319" y="1870"/>
                  </a:cubicBezTo>
                  <a:cubicBezTo>
                    <a:pt x="2168" y="1919"/>
                    <a:pt x="2013" y="1938"/>
                    <a:pt x="1857" y="1938"/>
                  </a:cubicBezTo>
                  <a:cubicBezTo>
                    <a:pt x="1748" y="1938"/>
                    <a:pt x="1640" y="1928"/>
                    <a:pt x="1532" y="1914"/>
                  </a:cubicBezTo>
                  <a:cubicBezTo>
                    <a:pt x="1528" y="1914"/>
                    <a:pt x="1523" y="1913"/>
                    <a:pt x="1519" y="1913"/>
                  </a:cubicBezTo>
                  <a:cubicBezTo>
                    <a:pt x="1500" y="1913"/>
                    <a:pt x="1485" y="1918"/>
                    <a:pt x="1471" y="1925"/>
                  </a:cubicBezTo>
                  <a:cubicBezTo>
                    <a:pt x="1283" y="1954"/>
                    <a:pt x="1100" y="2020"/>
                    <a:pt x="931" y="2114"/>
                  </a:cubicBezTo>
                  <a:cubicBezTo>
                    <a:pt x="896" y="2131"/>
                    <a:pt x="860" y="2151"/>
                    <a:pt x="826" y="2173"/>
                  </a:cubicBezTo>
                  <a:cubicBezTo>
                    <a:pt x="781" y="2202"/>
                    <a:pt x="737" y="2231"/>
                    <a:pt x="695" y="2264"/>
                  </a:cubicBezTo>
                  <a:cubicBezTo>
                    <a:pt x="583" y="2348"/>
                    <a:pt x="485" y="2443"/>
                    <a:pt x="393" y="2545"/>
                  </a:cubicBezTo>
                  <a:cubicBezTo>
                    <a:pt x="284" y="2666"/>
                    <a:pt x="167" y="2781"/>
                    <a:pt x="94" y="2930"/>
                  </a:cubicBezTo>
                  <a:cubicBezTo>
                    <a:pt x="31" y="3053"/>
                    <a:pt x="3" y="3174"/>
                    <a:pt x="2" y="3294"/>
                  </a:cubicBezTo>
                  <a:cubicBezTo>
                    <a:pt x="0" y="3337"/>
                    <a:pt x="3" y="3378"/>
                    <a:pt x="9" y="3420"/>
                  </a:cubicBezTo>
                  <a:cubicBezTo>
                    <a:pt x="44" y="3725"/>
                    <a:pt x="227" y="4013"/>
                    <a:pt x="406" y="4272"/>
                  </a:cubicBezTo>
                  <a:cubicBezTo>
                    <a:pt x="505" y="4418"/>
                    <a:pt x="620" y="4568"/>
                    <a:pt x="705" y="4728"/>
                  </a:cubicBezTo>
                  <a:cubicBezTo>
                    <a:pt x="723" y="4764"/>
                    <a:pt x="740" y="4796"/>
                    <a:pt x="756" y="4832"/>
                  </a:cubicBezTo>
                  <a:cubicBezTo>
                    <a:pt x="780" y="4887"/>
                    <a:pt x="798" y="4942"/>
                    <a:pt x="811" y="4999"/>
                  </a:cubicBezTo>
                  <a:cubicBezTo>
                    <a:pt x="866" y="5234"/>
                    <a:pt x="829" y="5484"/>
                    <a:pt x="777" y="5716"/>
                  </a:cubicBezTo>
                  <a:cubicBezTo>
                    <a:pt x="746" y="5865"/>
                    <a:pt x="703" y="6015"/>
                    <a:pt x="662" y="6165"/>
                  </a:cubicBezTo>
                  <a:cubicBezTo>
                    <a:pt x="649" y="6214"/>
                    <a:pt x="638" y="6263"/>
                    <a:pt x="625" y="6311"/>
                  </a:cubicBezTo>
                  <a:cubicBezTo>
                    <a:pt x="560" y="6579"/>
                    <a:pt x="515" y="6850"/>
                    <a:pt x="563" y="7120"/>
                  </a:cubicBezTo>
                  <a:cubicBezTo>
                    <a:pt x="591" y="7278"/>
                    <a:pt x="656" y="7429"/>
                    <a:pt x="753" y="7553"/>
                  </a:cubicBezTo>
                  <a:cubicBezTo>
                    <a:pt x="775" y="7582"/>
                    <a:pt x="801" y="7611"/>
                    <a:pt x="826" y="7639"/>
                  </a:cubicBezTo>
                  <a:cubicBezTo>
                    <a:pt x="960" y="7777"/>
                    <a:pt x="1134" y="7873"/>
                    <a:pt x="1330" y="7906"/>
                  </a:cubicBezTo>
                  <a:cubicBezTo>
                    <a:pt x="1396" y="7916"/>
                    <a:pt x="1462" y="7921"/>
                    <a:pt x="1528" y="7921"/>
                  </a:cubicBezTo>
                  <a:cubicBezTo>
                    <a:pt x="1656" y="7921"/>
                    <a:pt x="1783" y="7903"/>
                    <a:pt x="1911" y="7873"/>
                  </a:cubicBezTo>
                  <a:cubicBezTo>
                    <a:pt x="1956" y="7864"/>
                    <a:pt x="1998" y="7852"/>
                    <a:pt x="2042" y="7840"/>
                  </a:cubicBezTo>
                  <a:cubicBezTo>
                    <a:pt x="2212" y="7792"/>
                    <a:pt x="2378" y="7728"/>
                    <a:pt x="2538" y="7666"/>
                  </a:cubicBezTo>
                  <a:cubicBezTo>
                    <a:pt x="2810" y="7561"/>
                    <a:pt x="3087" y="7431"/>
                    <a:pt x="3374" y="7347"/>
                  </a:cubicBezTo>
                  <a:lnTo>
                    <a:pt x="3374" y="7346"/>
                  </a:lnTo>
                  <a:cubicBezTo>
                    <a:pt x="3423" y="7332"/>
                    <a:pt x="3468" y="7319"/>
                    <a:pt x="3518" y="7310"/>
                  </a:cubicBezTo>
                  <a:cubicBezTo>
                    <a:pt x="3588" y="7292"/>
                    <a:pt x="3659" y="7282"/>
                    <a:pt x="3730" y="7274"/>
                  </a:cubicBezTo>
                  <a:cubicBezTo>
                    <a:pt x="3764" y="7270"/>
                    <a:pt x="3796" y="7268"/>
                    <a:pt x="3828" y="7268"/>
                  </a:cubicBezTo>
                  <a:cubicBezTo>
                    <a:pt x="4160" y="7268"/>
                    <a:pt x="4411" y="7457"/>
                    <a:pt x="4643" y="7696"/>
                  </a:cubicBezTo>
                  <a:cubicBezTo>
                    <a:pt x="4674" y="7728"/>
                    <a:pt x="4705" y="7762"/>
                    <a:pt x="4735" y="7795"/>
                  </a:cubicBezTo>
                  <a:cubicBezTo>
                    <a:pt x="4770" y="7835"/>
                    <a:pt x="4806" y="7873"/>
                    <a:pt x="4841" y="7914"/>
                  </a:cubicBezTo>
                  <a:cubicBezTo>
                    <a:pt x="5021" y="8120"/>
                    <a:pt x="5208" y="8326"/>
                    <a:pt x="5446" y="8454"/>
                  </a:cubicBezTo>
                  <a:cubicBezTo>
                    <a:pt x="5567" y="8519"/>
                    <a:pt x="5686" y="8547"/>
                    <a:pt x="5801" y="8547"/>
                  </a:cubicBezTo>
                  <a:cubicBezTo>
                    <a:pt x="5882" y="8547"/>
                    <a:pt x="5961" y="8533"/>
                    <a:pt x="6039" y="8509"/>
                  </a:cubicBezTo>
                  <a:cubicBezTo>
                    <a:pt x="6074" y="8497"/>
                    <a:pt x="6109" y="8485"/>
                    <a:pt x="6146" y="8468"/>
                  </a:cubicBezTo>
                  <a:cubicBezTo>
                    <a:pt x="6254" y="8419"/>
                    <a:pt x="6357" y="8352"/>
                    <a:pt x="6457" y="8273"/>
                  </a:cubicBezTo>
                  <a:cubicBezTo>
                    <a:pt x="6705" y="8074"/>
                    <a:pt x="6876" y="7826"/>
                    <a:pt x="7018" y="7557"/>
                  </a:cubicBezTo>
                  <a:cubicBezTo>
                    <a:pt x="7036" y="7523"/>
                    <a:pt x="7053" y="7489"/>
                    <a:pt x="7072" y="7454"/>
                  </a:cubicBezTo>
                  <a:cubicBezTo>
                    <a:pt x="7243" y="7101"/>
                    <a:pt x="7371" y="6721"/>
                    <a:pt x="7548" y="6369"/>
                  </a:cubicBezTo>
                  <a:lnTo>
                    <a:pt x="7600" y="6269"/>
                  </a:lnTo>
                  <a:cubicBezTo>
                    <a:pt x="7698" y="6087"/>
                    <a:pt x="7813" y="5917"/>
                    <a:pt x="7955" y="5766"/>
                  </a:cubicBezTo>
                  <a:cubicBezTo>
                    <a:pt x="8150" y="5559"/>
                    <a:pt x="8373" y="5379"/>
                    <a:pt x="8591" y="5197"/>
                  </a:cubicBezTo>
                  <a:cubicBezTo>
                    <a:pt x="8662" y="5138"/>
                    <a:pt x="8733" y="5078"/>
                    <a:pt x="8802" y="5016"/>
                  </a:cubicBezTo>
                  <a:cubicBezTo>
                    <a:pt x="8903" y="4925"/>
                    <a:pt x="9002" y="4833"/>
                    <a:pt x="9094" y="4733"/>
                  </a:cubicBezTo>
                  <a:cubicBezTo>
                    <a:pt x="9277" y="4536"/>
                    <a:pt x="9445" y="4312"/>
                    <a:pt x="9547" y="4061"/>
                  </a:cubicBezTo>
                  <a:cubicBezTo>
                    <a:pt x="9573" y="4003"/>
                    <a:pt x="9591" y="3946"/>
                    <a:pt x="9608" y="3887"/>
                  </a:cubicBezTo>
                  <a:cubicBezTo>
                    <a:pt x="9641" y="3773"/>
                    <a:pt x="9655" y="3649"/>
                    <a:pt x="9648" y="3521"/>
                  </a:cubicBezTo>
                  <a:cubicBezTo>
                    <a:pt x="9632" y="3233"/>
                    <a:pt x="9512" y="2958"/>
                    <a:pt x="9336" y="2725"/>
                  </a:cubicBezTo>
                  <a:cubicBezTo>
                    <a:pt x="9314" y="2692"/>
                    <a:pt x="9289" y="2661"/>
                    <a:pt x="9263" y="2631"/>
                  </a:cubicBezTo>
                  <a:cubicBezTo>
                    <a:pt x="9149" y="2495"/>
                    <a:pt x="9020" y="2376"/>
                    <a:pt x="8883" y="2277"/>
                  </a:cubicBezTo>
                  <a:cubicBezTo>
                    <a:pt x="8625" y="2084"/>
                    <a:pt x="8334" y="1948"/>
                    <a:pt x="8038" y="1819"/>
                  </a:cubicBezTo>
                  <a:cubicBezTo>
                    <a:pt x="8003" y="1805"/>
                    <a:pt x="7967" y="1786"/>
                    <a:pt x="7932" y="1772"/>
                  </a:cubicBezTo>
                  <a:cubicBezTo>
                    <a:pt x="7797" y="1713"/>
                    <a:pt x="7661" y="1652"/>
                    <a:pt x="7528" y="1591"/>
                  </a:cubicBezTo>
                  <a:cubicBezTo>
                    <a:pt x="7386" y="1523"/>
                    <a:pt x="7246" y="1449"/>
                    <a:pt x="7114" y="1361"/>
                  </a:cubicBezTo>
                  <a:cubicBezTo>
                    <a:pt x="7066" y="1330"/>
                    <a:pt x="7018" y="1298"/>
                    <a:pt x="6972" y="1262"/>
                  </a:cubicBezTo>
                  <a:cubicBezTo>
                    <a:pt x="6937" y="1238"/>
                    <a:pt x="6904" y="1211"/>
                    <a:pt x="6870" y="1183"/>
                  </a:cubicBezTo>
                  <a:cubicBezTo>
                    <a:pt x="6679" y="1018"/>
                    <a:pt x="6530" y="811"/>
                    <a:pt x="6360" y="624"/>
                  </a:cubicBezTo>
                  <a:cubicBezTo>
                    <a:pt x="6190" y="437"/>
                    <a:pt x="5996" y="274"/>
                    <a:pt x="5778" y="161"/>
                  </a:cubicBezTo>
                  <a:cubicBezTo>
                    <a:pt x="5744" y="143"/>
                    <a:pt x="5711" y="126"/>
                    <a:pt x="5673" y="111"/>
                  </a:cubicBezTo>
                  <a:cubicBezTo>
                    <a:pt x="5512" y="41"/>
                    <a:pt x="5340" y="1"/>
                    <a:pt x="5157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82" name="Google Shape;1082;p12"/>
            <p:cNvSpPr/>
            <p:nvPr/>
          </p:nvSpPr>
          <p:spPr>
            <a:xfrm>
              <a:off x="5856120" y="4430160"/>
              <a:ext cx="14760" cy="11160"/>
            </a:xfrm>
            <a:custGeom>
              <a:rect b="b" l="l" r="r" t="t"/>
              <a:pathLst>
                <a:path extrusionOk="0" h="230" w="298">
                  <a:moveTo>
                    <a:pt x="149" y="0"/>
                  </a:moveTo>
                  <a:cubicBezTo>
                    <a:pt x="0" y="0"/>
                    <a:pt x="0" y="230"/>
                    <a:pt x="149" y="230"/>
                  </a:cubicBezTo>
                  <a:cubicBezTo>
                    <a:pt x="298" y="230"/>
                    <a:pt x="298" y="0"/>
                    <a:pt x="149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750" lIns="91425" spcFirstLastPara="1" rIns="91425" wrap="square" tIns="5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83" name="Google Shape;1083;p12"/>
            <p:cNvSpPr/>
            <p:nvPr/>
          </p:nvSpPr>
          <p:spPr>
            <a:xfrm>
              <a:off x="6040440" y="4428000"/>
              <a:ext cx="14760" cy="11160"/>
            </a:xfrm>
            <a:custGeom>
              <a:rect b="b" l="l" r="r" t="t"/>
              <a:pathLst>
                <a:path extrusionOk="0" h="232" w="298">
                  <a:moveTo>
                    <a:pt x="149" y="0"/>
                  </a:moveTo>
                  <a:cubicBezTo>
                    <a:pt x="0" y="0"/>
                    <a:pt x="0" y="231"/>
                    <a:pt x="149" y="231"/>
                  </a:cubicBezTo>
                  <a:cubicBezTo>
                    <a:pt x="298" y="231"/>
                    <a:pt x="298" y="0"/>
                    <a:pt x="149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750" lIns="91425" spcFirstLastPara="1" rIns="91425" wrap="square" tIns="5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84" name="Google Shape;1084;p12"/>
            <p:cNvSpPr/>
            <p:nvPr/>
          </p:nvSpPr>
          <p:spPr>
            <a:xfrm>
              <a:off x="6043680" y="4324680"/>
              <a:ext cx="14760" cy="11160"/>
            </a:xfrm>
            <a:custGeom>
              <a:rect b="b" l="l" r="r" t="t"/>
              <a:pathLst>
                <a:path extrusionOk="0" h="232" w="297">
                  <a:moveTo>
                    <a:pt x="147" y="1"/>
                  </a:moveTo>
                  <a:cubicBezTo>
                    <a:pt x="0" y="1"/>
                    <a:pt x="0" y="232"/>
                    <a:pt x="147" y="232"/>
                  </a:cubicBezTo>
                  <a:cubicBezTo>
                    <a:pt x="296" y="232"/>
                    <a:pt x="296" y="1"/>
                    <a:pt x="147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750" lIns="91425" spcFirstLastPara="1" rIns="91425" wrap="square" tIns="5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85" name="Google Shape;1085;p12"/>
            <p:cNvSpPr/>
            <p:nvPr/>
          </p:nvSpPr>
          <p:spPr>
            <a:xfrm>
              <a:off x="5964480" y="4366080"/>
              <a:ext cx="14760" cy="11160"/>
            </a:xfrm>
            <a:custGeom>
              <a:rect b="b" l="l" r="r" t="t"/>
              <a:pathLst>
                <a:path extrusionOk="0" h="231" w="297">
                  <a:moveTo>
                    <a:pt x="148" y="1"/>
                  </a:moveTo>
                  <a:cubicBezTo>
                    <a:pt x="0" y="1"/>
                    <a:pt x="0" y="231"/>
                    <a:pt x="148" y="231"/>
                  </a:cubicBezTo>
                  <a:cubicBezTo>
                    <a:pt x="297" y="231"/>
                    <a:pt x="297" y="1"/>
                    <a:pt x="148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750" lIns="91425" spcFirstLastPara="1" rIns="91425" wrap="square" tIns="5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86" name="Google Shape;1086;p12"/>
            <p:cNvSpPr/>
            <p:nvPr/>
          </p:nvSpPr>
          <p:spPr>
            <a:xfrm>
              <a:off x="5864040" y="4308840"/>
              <a:ext cx="12960" cy="13680"/>
            </a:xfrm>
            <a:custGeom>
              <a:rect b="b" l="l" r="r" t="t"/>
              <a:pathLst>
                <a:path extrusionOk="0" h="277" w="262">
                  <a:moveTo>
                    <a:pt x="119" y="0"/>
                  </a:moveTo>
                  <a:cubicBezTo>
                    <a:pt x="113" y="0"/>
                    <a:pt x="107" y="1"/>
                    <a:pt x="101" y="2"/>
                  </a:cubicBezTo>
                  <a:cubicBezTo>
                    <a:pt x="87" y="3"/>
                    <a:pt x="71" y="7"/>
                    <a:pt x="59" y="16"/>
                  </a:cubicBezTo>
                  <a:cubicBezTo>
                    <a:pt x="50" y="21"/>
                    <a:pt x="43" y="29"/>
                    <a:pt x="36" y="34"/>
                  </a:cubicBezTo>
                  <a:cubicBezTo>
                    <a:pt x="20" y="47"/>
                    <a:pt x="10" y="65"/>
                    <a:pt x="6" y="85"/>
                  </a:cubicBezTo>
                  <a:lnTo>
                    <a:pt x="1" y="116"/>
                  </a:lnTo>
                  <a:cubicBezTo>
                    <a:pt x="1" y="138"/>
                    <a:pt x="6" y="158"/>
                    <a:pt x="16" y="176"/>
                  </a:cubicBezTo>
                  <a:cubicBezTo>
                    <a:pt x="27" y="190"/>
                    <a:pt x="36" y="206"/>
                    <a:pt x="44" y="220"/>
                  </a:cubicBezTo>
                  <a:cubicBezTo>
                    <a:pt x="53" y="234"/>
                    <a:pt x="63" y="243"/>
                    <a:pt x="74" y="251"/>
                  </a:cubicBezTo>
                  <a:cubicBezTo>
                    <a:pt x="86" y="262"/>
                    <a:pt x="100" y="269"/>
                    <a:pt x="114" y="272"/>
                  </a:cubicBezTo>
                  <a:cubicBezTo>
                    <a:pt x="123" y="275"/>
                    <a:pt x="133" y="277"/>
                    <a:pt x="143" y="277"/>
                  </a:cubicBezTo>
                  <a:cubicBezTo>
                    <a:pt x="149" y="277"/>
                    <a:pt x="154" y="276"/>
                    <a:pt x="159" y="275"/>
                  </a:cubicBezTo>
                  <a:cubicBezTo>
                    <a:pt x="173" y="272"/>
                    <a:pt x="190" y="269"/>
                    <a:pt x="202" y="261"/>
                  </a:cubicBezTo>
                  <a:cubicBezTo>
                    <a:pt x="212" y="255"/>
                    <a:pt x="219" y="248"/>
                    <a:pt x="226" y="243"/>
                  </a:cubicBezTo>
                  <a:cubicBezTo>
                    <a:pt x="241" y="228"/>
                    <a:pt x="250" y="211"/>
                    <a:pt x="256" y="192"/>
                  </a:cubicBezTo>
                  <a:cubicBezTo>
                    <a:pt x="257" y="180"/>
                    <a:pt x="258" y="170"/>
                    <a:pt x="261" y="162"/>
                  </a:cubicBezTo>
                  <a:cubicBezTo>
                    <a:pt x="261" y="141"/>
                    <a:pt x="256" y="121"/>
                    <a:pt x="244" y="101"/>
                  </a:cubicBezTo>
                  <a:cubicBezTo>
                    <a:pt x="236" y="87"/>
                    <a:pt x="227" y="71"/>
                    <a:pt x="216" y="57"/>
                  </a:cubicBezTo>
                  <a:cubicBezTo>
                    <a:pt x="207" y="43"/>
                    <a:pt x="199" y="34"/>
                    <a:pt x="186" y="24"/>
                  </a:cubicBezTo>
                  <a:cubicBezTo>
                    <a:pt x="176" y="14"/>
                    <a:pt x="162" y="7"/>
                    <a:pt x="148" y="3"/>
                  </a:cubicBezTo>
                  <a:cubicBezTo>
                    <a:pt x="139" y="1"/>
                    <a:pt x="129" y="0"/>
                    <a:pt x="119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25" lIns="91425" spcFirstLastPara="1" rIns="91425" wrap="square" tIns="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87" name="Google Shape;1087;p12"/>
            <p:cNvSpPr/>
            <p:nvPr/>
          </p:nvSpPr>
          <p:spPr>
            <a:xfrm>
              <a:off x="6149160" y="4322880"/>
              <a:ext cx="14760" cy="11160"/>
            </a:xfrm>
            <a:custGeom>
              <a:rect b="b" l="l" r="r" t="t"/>
              <a:pathLst>
                <a:path extrusionOk="0" h="230" w="299">
                  <a:moveTo>
                    <a:pt x="149" y="0"/>
                  </a:moveTo>
                  <a:cubicBezTo>
                    <a:pt x="0" y="0"/>
                    <a:pt x="0" y="230"/>
                    <a:pt x="149" y="230"/>
                  </a:cubicBezTo>
                  <a:cubicBezTo>
                    <a:pt x="295" y="230"/>
                    <a:pt x="298" y="0"/>
                    <a:pt x="149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750" lIns="91425" spcFirstLastPara="1" rIns="91425" wrap="square" tIns="5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88" name="Google Shape;1088;p12"/>
            <p:cNvSpPr/>
            <p:nvPr/>
          </p:nvSpPr>
          <p:spPr>
            <a:xfrm>
              <a:off x="5906520" y="4436640"/>
              <a:ext cx="31320" cy="20880"/>
            </a:xfrm>
            <a:custGeom>
              <a:rect b="b" l="l" r="r" t="t"/>
              <a:pathLst>
                <a:path extrusionOk="0" h="425" w="631">
                  <a:moveTo>
                    <a:pt x="563" y="0"/>
                  </a:moveTo>
                  <a:cubicBezTo>
                    <a:pt x="554" y="0"/>
                    <a:pt x="544" y="3"/>
                    <a:pt x="536" y="8"/>
                  </a:cubicBezTo>
                  <a:cubicBezTo>
                    <a:pt x="376" y="119"/>
                    <a:pt x="199" y="207"/>
                    <a:pt x="37" y="317"/>
                  </a:cubicBezTo>
                  <a:cubicBezTo>
                    <a:pt x="10" y="334"/>
                    <a:pt x="0" y="367"/>
                    <a:pt x="16" y="395"/>
                  </a:cubicBezTo>
                  <a:cubicBezTo>
                    <a:pt x="26" y="413"/>
                    <a:pt x="47" y="424"/>
                    <a:pt x="67" y="424"/>
                  </a:cubicBezTo>
                  <a:cubicBezTo>
                    <a:pt x="77" y="424"/>
                    <a:pt x="86" y="422"/>
                    <a:pt x="94" y="416"/>
                  </a:cubicBezTo>
                  <a:cubicBezTo>
                    <a:pt x="255" y="305"/>
                    <a:pt x="430" y="218"/>
                    <a:pt x="593" y="108"/>
                  </a:cubicBezTo>
                  <a:cubicBezTo>
                    <a:pt x="618" y="91"/>
                    <a:pt x="631" y="57"/>
                    <a:pt x="614" y="30"/>
                  </a:cubicBezTo>
                  <a:cubicBezTo>
                    <a:pt x="604" y="11"/>
                    <a:pt x="584" y="0"/>
                    <a:pt x="563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425" lIns="91425" spcFirstLastPara="1" rIns="91425" wrap="square" tIns="10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89" name="Google Shape;1089;p12"/>
            <p:cNvSpPr/>
            <p:nvPr/>
          </p:nvSpPr>
          <p:spPr>
            <a:xfrm>
              <a:off x="6080040" y="4380480"/>
              <a:ext cx="24840" cy="27000"/>
            </a:xfrm>
            <a:custGeom>
              <a:rect b="b" l="l" r="r" t="t"/>
              <a:pathLst>
                <a:path extrusionOk="0" h="542" w="500">
                  <a:moveTo>
                    <a:pt x="72" y="1"/>
                  </a:moveTo>
                  <a:cubicBezTo>
                    <a:pt x="51" y="1"/>
                    <a:pt x="28" y="13"/>
                    <a:pt x="18" y="30"/>
                  </a:cubicBezTo>
                  <a:cubicBezTo>
                    <a:pt x="1" y="58"/>
                    <a:pt x="12" y="88"/>
                    <a:pt x="36" y="106"/>
                  </a:cubicBezTo>
                  <a:lnTo>
                    <a:pt x="36" y="108"/>
                  </a:lnTo>
                  <a:lnTo>
                    <a:pt x="38" y="110"/>
                  </a:lnTo>
                  <a:cubicBezTo>
                    <a:pt x="41" y="110"/>
                    <a:pt x="45" y="113"/>
                    <a:pt x="46" y="115"/>
                  </a:cubicBezTo>
                  <a:cubicBezTo>
                    <a:pt x="50" y="119"/>
                    <a:pt x="53" y="122"/>
                    <a:pt x="59" y="126"/>
                  </a:cubicBezTo>
                  <a:lnTo>
                    <a:pt x="83" y="150"/>
                  </a:lnTo>
                  <a:cubicBezTo>
                    <a:pt x="97" y="164"/>
                    <a:pt x="111" y="183"/>
                    <a:pt x="126" y="200"/>
                  </a:cubicBezTo>
                  <a:cubicBezTo>
                    <a:pt x="137" y="212"/>
                    <a:pt x="153" y="234"/>
                    <a:pt x="165" y="252"/>
                  </a:cubicBezTo>
                  <a:cubicBezTo>
                    <a:pt x="179" y="270"/>
                    <a:pt x="194" y="292"/>
                    <a:pt x="208" y="312"/>
                  </a:cubicBezTo>
                  <a:cubicBezTo>
                    <a:pt x="264" y="394"/>
                    <a:pt x="323" y="475"/>
                    <a:pt x="405" y="533"/>
                  </a:cubicBezTo>
                  <a:cubicBezTo>
                    <a:pt x="412" y="538"/>
                    <a:pt x="421" y="541"/>
                    <a:pt x="431" y="541"/>
                  </a:cubicBezTo>
                  <a:cubicBezTo>
                    <a:pt x="451" y="541"/>
                    <a:pt x="473" y="529"/>
                    <a:pt x="483" y="511"/>
                  </a:cubicBezTo>
                  <a:cubicBezTo>
                    <a:pt x="500" y="483"/>
                    <a:pt x="487" y="452"/>
                    <a:pt x="463" y="433"/>
                  </a:cubicBezTo>
                  <a:cubicBezTo>
                    <a:pt x="461" y="433"/>
                    <a:pt x="461" y="432"/>
                    <a:pt x="459" y="432"/>
                  </a:cubicBezTo>
                  <a:cubicBezTo>
                    <a:pt x="461" y="432"/>
                    <a:pt x="459" y="432"/>
                    <a:pt x="457" y="431"/>
                  </a:cubicBezTo>
                  <a:cubicBezTo>
                    <a:pt x="452" y="425"/>
                    <a:pt x="449" y="421"/>
                    <a:pt x="443" y="418"/>
                  </a:cubicBezTo>
                  <a:cubicBezTo>
                    <a:pt x="436" y="409"/>
                    <a:pt x="427" y="402"/>
                    <a:pt x="419" y="392"/>
                  </a:cubicBezTo>
                  <a:cubicBezTo>
                    <a:pt x="402" y="377"/>
                    <a:pt x="388" y="361"/>
                    <a:pt x="374" y="343"/>
                  </a:cubicBezTo>
                  <a:cubicBezTo>
                    <a:pt x="362" y="327"/>
                    <a:pt x="350" y="313"/>
                    <a:pt x="335" y="292"/>
                  </a:cubicBezTo>
                  <a:cubicBezTo>
                    <a:pt x="321" y="273"/>
                    <a:pt x="307" y="252"/>
                    <a:pt x="293" y="232"/>
                  </a:cubicBezTo>
                  <a:cubicBezTo>
                    <a:pt x="236" y="149"/>
                    <a:pt x="178" y="69"/>
                    <a:pt x="97" y="8"/>
                  </a:cubicBezTo>
                  <a:cubicBezTo>
                    <a:pt x="90" y="3"/>
                    <a:pt x="81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3675" lIns="91425" spcFirstLastPara="1" rIns="91425" wrap="square" tIns="13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90" name="Google Shape;1090;p12"/>
            <p:cNvSpPr/>
            <p:nvPr/>
          </p:nvSpPr>
          <p:spPr>
            <a:xfrm>
              <a:off x="6005520" y="4455000"/>
              <a:ext cx="26280" cy="22320"/>
            </a:xfrm>
            <a:custGeom>
              <a:rect b="b" l="l" r="r" t="t"/>
              <a:pathLst>
                <a:path extrusionOk="0" h="451" w="527">
                  <a:moveTo>
                    <a:pt x="59" y="0"/>
                  </a:moveTo>
                  <a:cubicBezTo>
                    <a:pt x="28" y="0"/>
                    <a:pt x="1" y="29"/>
                    <a:pt x="1" y="58"/>
                  </a:cubicBezTo>
                  <a:cubicBezTo>
                    <a:pt x="1" y="92"/>
                    <a:pt x="28" y="115"/>
                    <a:pt x="59" y="117"/>
                  </a:cubicBezTo>
                  <a:cubicBezTo>
                    <a:pt x="59" y="117"/>
                    <a:pt x="62" y="117"/>
                    <a:pt x="65" y="118"/>
                  </a:cubicBezTo>
                  <a:cubicBezTo>
                    <a:pt x="69" y="118"/>
                    <a:pt x="72" y="118"/>
                    <a:pt x="76" y="121"/>
                  </a:cubicBezTo>
                  <a:cubicBezTo>
                    <a:pt x="79" y="122"/>
                    <a:pt x="84" y="122"/>
                    <a:pt x="87" y="124"/>
                  </a:cubicBezTo>
                  <a:lnTo>
                    <a:pt x="90" y="126"/>
                  </a:lnTo>
                  <a:cubicBezTo>
                    <a:pt x="106" y="135"/>
                    <a:pt x="123" y="143"/>
                    <a:pt x="137" y="156"/>
                  </a:cubicBezTo>
                  <a:cubicBezTo>
                    <a:pt x="140" y="158"/>
                    <a:pt x="143" y="159"/>
                    <a:pt x="144" y="162"/>
                  </a:cubicBezTo>
                  <a:cubicBezTo>
                    <a:pt x="148" y="165"/>
                    <a:pt x="154" y="169"/>
                    <a:pt x="157" y="172"/>
                  </a:cubicBezTo>
                  <a:cubicBezTo>
                    <a:pt x="168" y="179"/>
                    <a:pt x="177" y="187"/>
                    <a:pt x="185" y="197"/>
                  </a:cubicBezTo>
                  <a:cubicBezTo>
                    <a:pt x="201" y="213"/>
                    <a:pt x="218" y="228"/>
                    <a:pt x="233" y="247"/>
                  </a:cubicBezTo>
                  <a:cubicBezTo>
                    <a:pt x="297" y="315"/>
                    <a:pt x="355" y="391"/>
                    <a:pt x="433" y="442"/>
                  </a:cubicBezTo>
                  <a:cubicBezTo>
                    <a:pt x="441" y="448"/>
                    <a:pt x="451" y="450"/>
                    <a:pt x="461" y="450"/>
                  </a:cubicBezTo>
                  <a:cubicBezTo>
                    <a:pt x="481" y="450"/>
                    <a:pt x="501" y="439"/>
                    <a:pt x="511" y="421"/>
                  </a:cubicBezTo>
                  <a:cubicBezTo>
                    <a:pt x="527" y="396"/>
                    <a:pt x="517" y="362"/>
                    <a:pt x="491" y="340"/>
                  </a:cubicBezTo>
                  <a:cubicBezTo>
                    <a:pt x="488" y="336"/>
                    <a:pt x="483" y="333"/>
                    <a:pt x="480" y="330"/>
                  </a:cubicBezTo>
                  <a:lnTo>
                    <a:pt x="480" y="329"/>
                  </a:lnTo>
                  <a:lnTo>
                    <a:pt x="477" y="329"/>
                  </a:lnTo>
                  <a:lnTo>
                    <a:pt x="476" y="328"/>
                  </a:lnTo>
                  <a:cubicBezTo>
                    <a:pt x="474" y="328"/>
                    <a:pt x="474" y="328"/>
                    <a:pt x="473" y="326"/>
                  </a:cubicBezTo>
                  <a:cubicBezTo>
                    <a:pt x="466" y="319"/>
                    <a:pt x="456" y="312"/>
                    <a:pt x="447" y="302"/>
                  </a:cubicBezTo>
                  <a:cubicBezTo>
                    <a:pt x="432" y="288"/>
                    <a:pt x="416" y="271"/>
                    <a:pt x="399" y="255"/>
                  </a:cubicBezTo>
                  <a:cubicBezTo>
                    <a:pt x="366" y="220"/>
                    <a:pt x="334" y="180"/>
                    <a:pt x="298" y="145"/>
                  </a:cubicBezTo>
                  <a:cubicBezTo>
                    <a:pt x="235" y="78"/>
                    <a:pt x="157" y="5"/>
                    <a:pt x="59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150" lIns="91425" spcFirstLastPara="1" rIns="91425" wrap="square" tIns="111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91" name="Google Shape;1091;p12"/>
            <p:cNvSpPr/>
            <p:nvPr/>
          </p:nvSpPr>
          <p:spPr>
            <a:xfrm>
              <a:off x="6011280" y="4272120"/>
              <a:ext cx="23040" cy="37800"/>
            </a:xfrm>
            <a:custGeom>
              <a:rect b="b" l="l" r="r" t="t"/>
              <a:pathLst>
                <a:path extrusionOk="0" h="759" w="463">
                  <a:moveTo>
                    <a:pt x="400" y="0"/>
                  </a:moveTo>
                  <a:cubicBezTo>
                    <a:pt x="380" y="0"/>
                    <a:pt x="359" y="10"/>
                    <a:pt x="350" y="28"/>
                  </a:cubicBezTo>
                  <a:cubicBezTo>
                    <a:pt x="298" y="139"/>
                    <a:pt x="250" y="252"/>
                    <a:pt x="196" y="363"/>
                  </a:cubicBezTo>
                  <a:cubicBezTo>
                    <a:pt x="149" y="465"/>
                    <a:pt x="95" y="571"/>
                    <a:pt x="25" y="660"/>
                  </a:cubicBezTo>
                  <a:cubicBezTo>
                    <a:pt x="5" y="683"/>
                    <a:pt x="0" y="717"/>
                    <a:pt x="25" y="741"/>
                  </a:cubicBezTo>
                  <a:cubicBezTo>
                    <a:pt x="36" y="752"/>
                    <a:pt x="53" y="758"/>
                    <a:pt x="70" y="758"/>
                  </a:cubicBezTo>
                  <a:cubicBezTo>
                    <a:pt x="84" y="758"/>
                    <a:pt x="98" y="753"/>
                    <a:pt x="107" y="741"/>
                  </a:cubicBezTo>
                  <a:cubicBezTo>
                    <a:pt x="260" y="548"/>
                    <a:pt x="348" y="309"/>
                    <a:pt x="450" y="87"/>
                  </a:cubicBezTo>
                  <a:cubicBezTo>
                    <a:pt x="462" y="60"/>
                    <a:pt x="457" y="24"/>
                    <a:pt x="428" y="7"/>
                  </a:cubicBezTo>
                  <a:cubicBezTo>
                    <a:pt x="420" y="2"/>
                    <a:pt x="410" y="0"/>
                    <a:pt x="400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9075" lIns="91425" spcFirstLastPara="1" rIns="91425" wrap="square" tIns="190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92" name="Google Shape;1092;p12"/>
            <p:cNvSpPr/>
            <p:nvPr/>
          </p:nvSpPr>
          <p:spPr>
            <a:xfrm>
              <a:off x="5883840" y="4343760"/>
              <a:ext cx="16560" cy="24840"/>
            </a:xfrm>
            <a:custGeom>
              <a:rect b="b" l="l" r="r" t="t"/>
              <a:pathLst>
                <a:path extrusionOk="0" h="500" w="337">
                  <a:moveTo>
                    <a:pt x="272" y="0"/>
                  </a:moveTo>
                  <a:cubicBezTo>
                    <a:pt x="257" y="0"/>
                    <a:pt x="243" y="6"/>
                    <a:pt x="233" y="17"/>
                  </a:cubicBezTo>
                  <a:cubicBezTo>
                    <a:pt x="126" y="128"/>
                    <a:pt x="98" y="284"/>
                    <a:pt x="16" y="411"/>
                  </a:cubicBezTo>
                  <a:cubicBezTo>
                    <a:pt x="0" y="438"/>
                    <a:pt x="10" y="475"/>
                    <a:pt x="37" y="492"/>
                  </a:cubicBezTo>
                  <a:cubicBezTo>
                    <a:pt x="46" y="497"/>
                    <a:pt x="55" y="499"/>
                    <a:pt x="64" y="499"/>
                  </a:cubicBezTo>
                  <a:cubicBezTo>
                    <a:pt x="84" y="499"/>
                    <a:pt x="104" y="488"/>
                    <a:pt x="115" y="471"/>
                  </a:cubicBezTo>
                  <a:cubicBezTo>
                    <a:pt x="156" y="407"/>
                    <a:pt x="184" y="338"/>
                    <a:pt x="213" y="270"/>
                  </a:cubicBezTo>
                  <a:cubicBezTo>
                    <a:pt x="227" y="239"/>
                    <a:pt x="241" y="209"/>
                    <a:pt x="258" y="176"/>
                  </a:cubicBezTo>
                  <a:cubicBezTo>
                    <a:pt x="268" y="161"/>
                    <a:pt x="277" y="146"/>
                    <a:pt x="285" y="132"/>
                  </a:cubicBezTo>
                  <a:cubicBezTo>
                    <a:pt x="287" y="128"/>
                    <a:pt x="291" y="125"/>
                    <a:pt x="292" y="124"/>
                  </a:cubicBezTo>
                  <a:cubicBezTo>
                    <a:pt x="292" y="124"/>
                    <a:pt x="292" y="121"/>
                    <a:pt x="294" y="121"/>
                  </a:cubicBezTo>
                  <a:lnTo>
                    <a:pt x="296" y="119"/>
                  </a:lnTo>
                  <a:cubicBezTo>
                    <a:pt x="301" y="112"/>
                    <a:pt x="308" y="105"/>
                    <a:pt x="313" y="98"/>
                  </a:cubicBezTo>
                  <a:cubicBezTo>
                    <a:pt x="335" y="77"/>
                    <a:pt x="336" y="40"/>
                    <a:pt x="313" y="17"/>
                  </a:cubicBezTo>
                  <a:cubicBezTo>
                    <a:pt x="302" y="6"/>
                    <a:pt x="287" y="0"/>
                    <a:pt x="272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600" lIns="91425" spcFirstLastPara="1" rIns="91425" wrap="square" tIns="12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93" name="Google Shape;1093;p12"/>
            <p:cNvSpPr/>
            <p:nvPr/>
          </p:nvSpPr>
          <p:spPr>
            <a:xfrm>
              <a:off x="5925960" y="4202280"/>
              <a:ext cx="101880" cy="89640"/>
            </a:xfrm>
            <a:custGeom>
              <a:rect b="b" l="l" r="r" t="t"/>
              <a:pathLst>
                <a:path extrusionOk="0" h="1789" w="2026">
                  <a:moveTo>
                    <a:pt x="1275" y="113"/>
                  </a:moveTo>
                  <a:cubicBezTo>
                    <a:pt x="1333" y="113"/>
                    <a:pt x="1391" y="121"/>
                    <a:pt x="1448" y="138"/>
                  </a:cubicBezTo>
                  <a:cubicBezTo>
                    <a:pt x="1667" y="205"/>
                    <a:pt x="1785" y="402"/>
                    <a:pt x="1842" y="613"/>
                  </a:cubicBezTo>
                  <a:cubicBezTo>
                    <a:pt x="1925" y="923"/>
                    <a:pt x="1738" y="1211"/>
                    <a:pt x="1501" y="1394"/>
                  </a:cubicBezTo>
                  <a:cubicBezTo>
                    <a:pt x="1298" y="1553"/>
                    <a:pt x="1024" y="1672"/>
                    <a:pt x="759" y="1672"/>
                  </a:cubicBezTo>
                  <a:cubicBezTo>
                    <a:pt x="754" y="1672"/>
                    <a:pt x="749" y="1672"/>
                    <a:pt x="745" y="1672"/>
                  </a:cubicBezTo>
                  <a:cubicBezTo>
                    <a:pt x="709" y="1672"/>
                    <a:pt x="674" y="1669"/>
                    <a:pt x="640" y="1663"/>
                  </a:cubicBezTo>
                  <a:cubicBezTo>
                    <a:pt x="629" y="1663"/>
                    <a:pt x="616" y="1662"/>
                    <a:pt x="604" y="1657"/>
                  </a:cubicBezTo>
                  <a:cubicBezTo>
                    <a:pt x="483" y="1635"/>
                    <a:pt x="368" y="1580"/>
                    <a:pt x="283" y="1487"/>
                  </a:cubicBezTo>
                  <a:lnTo>
                    <a:pt x="250" y="1451"/>
                  </a:lnTo>
                  <a:cubicBezTo>
                    <a:pt x="232" y="1424"/>
                    <a:pt x="213" y="1397"/>
                    <a:pt x="199" y="1368"/>
                  </a:cubicBezTo>
                  <a:cubicBezTo>
                    <a:pt x="144" y="1265"/>
                    <a:pt x="133" y="1152"/>
                    <a:pt x="141" y="1031"/>
                  </a:cubicBezTo>
                  <a:cubicBezTo>
                    <a:pt x="158" y="827"/>
                    <a:pt x="228" y="620"/>
                    <a:pt x="341" y="447"/>
                  </a:cubicBezTo>
                  <a:cubicBezTo>
                    <a:pt x="423" y="325"/>
                    <a:pt x="539" y="217"/>
                    <a:pt x="681" y="217"/>
                  </a:cubicBezTo>
                  <a:cubicBezTo>
                    <a:pt x="707" y="217"/>
                    <a:pt x="733" y="220"/>
                    <a:pt x="760" y="228"/>
                  </a:cubicBezTo>
                  <a:lnTo>
                    <a:pt x="760" y="230"/>
                  </a:lnTo>
                  <a:cubicBezTo>
                    <a:pt x="772" y="246"/>
                    <a:pt x="789" y="257"/>
                    <a:pt x="808" y="257"/>
                  </a:cubicBezTo>
                  <a:cubicBezTo>
                    <a:pt x="818" y="257"/>
                    <a:pt x="828" y="254"/>
                    <a:pt x="838" y="247"/>
                  </a:cubicBezTo>
                  <a:cubicBezTo>
                    <a:pt x="970" y="168"/>
                    <a:pt x="1122" y="113"/>
                    <a:pt x="1275" y="113"/>
                  </a:cubicBezTo>
                  <a:close/>
                  <a:moveTo>
                    <a:pt x="1278" y="0"/>
                  </a:moveTo>
                  <a:cubicBezTo>
                    <a:pt x="1120" y="0"/>
                    <a:pt x="962" y="50"/>
                    <a:pt x="821" y="127"/>
                  </a:cubicBezTo>
                  <a:lnTo>
                    <a:pt x="810" y="123"/>
                  </a:lnTo>
                  <a:cubicBezTo>
                    <a:pt x="763" y="107"/>
                    <a:pt x="718" y="100"/>
                    <a:pt x="675" y="100"/>
                  </a:cubicBezTo>
                  <a:cubicBezTo>
                    <a:pt x="331" y="100"/>
                    <a:pt x="124" y="552"/>
                    <a:pt x="56" y="847"/>
                  </a:cubicBezTo>
                  <a:cubicBezTo>
                    <a:pt x="15" y="1027"/>
                    <a:pt x="1" y="1215"/>
                    <a:pt x="79" y="1387"/>
                  </a:cubicBezTo>
                  <a:cubicBezTo>
                    <a:pt x="150" y="1544"/>
                    <a:pt x="276" y="1667"/>
                    <a:pt x="434" y="1730"/>
                  </a:cubicBezTo>
                  <a:cubicBezTo>
                    <a:pt x="536" y="1771"/>
                    <a:pt x="643" y="1789"/>
                    <a:pt x="752" y="1789"/>
                  </a:cubicBezTo>
                  <a:cubicBezTo>
                    <a:pt x="1008" y="1789"/>
                    <a:pt x="1270" y="1690"/>
                    <a:pt x="1476" y="1555"/>
                  </a:cubicBezTo>
                  <a:cubicBezTo>
                    <a:pt x="1771" y="1360"/>
                    <a:pt x="2026" y="1037"/>
                    <a:pt x="1969" y="664"/>
                  </a:cubicBezTo>
                  <a:cubicBezTo>
                    <a:pt x="1932" y="410"/>
                    <a:pt x="1791" y="158"/>
                    <a:pt x="1545" y="53"/>
                  </a:cubicBezTo>
                  <a:cubicBezTo>
                    <a:pt x="1459" y="17"/>
                    <a:pt x="1369" y="0"/>
                    <a:pt x="1278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000" lIns="91425" spcFirstLastPara="1" rIns="91425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94" name="Google Shape;1094;p12"/>
            <p:cNvSpPr/>
            <p:nvPr/>
          </p:nvSpPr>
          <p:spPr>
            <a:xfrm>
              <a:off x="5935320" y="4227840"/>
              <a:ext cx="74880" cy="49680"/>
            </a:xfrm>
            <a:custGeom>
              <a:rect b="b" l="l" r="r" t="t"/>
              <a:pathLst>
                <a:path extrusionOk="0" h="995" w="1495">
                  <a:moveTo>
                    <a:pt x="1423" y="0"/>
                  </a:moveTo>
                  <a:cubicBezTo>
                    <a:pt x="1400" y="0"/>
                    <a:pt x="1377" y="12"/>
                    <a:pt x="1367" y="39"/>
                  </a:cubicBezTo>
                  <a:cubicBezTo>
                    <a:pt x="1349" y="89"/>
                    <a:pt x="1314" y="105"/>
                    <a:pt x="1273" y="105"/>
                  </a:cubicBezTo>
                  <a:cubicBezTo>
                    <a:pt x="1216" y="105"/>
                    <a:pt x="1146" y="74"/>
                    <a:pt x="1095" y="63"/>
                  </a:cubicBezTo>
                  <a:cubicBezTo>
                    <a:pt x="1067" y="57"/>
                    <a:pt x="1040" y="54"/>
                    <a:pt x="1012" y="54"/>
                  </a:cubicBezTo>
                  <a:cubicBezTo>
                    <a:pt x="921" y="54"/>
                    <a:pt x="838" y="92"/>
                    <a:pt x="799" y="188"/>
                  </a:cubicBezTo>
                  <a:cubicBezTo>
                    <a:pt x="756" y="291"/>
                    <a:pt x="800" y="492"/>
                    <a:pt x="668" y="492"/>
                  </a:cubicBezTo>
                  <a:cubicBezTo>
                    <a:pt x="651" y="492"/>
                    <a:pt x="631" y="488"/>
                    <a:pt x="607" y="481"/>
                  </a:cubicBezTo>
                  <a:cubicBezTo>
                    <a:pt x="528" y="456"/>
                    <a:pt x="456" y="410"/>
                    <a:pt x="371" y="410"/>
                  </a:cubicBezTo>
                  <a:cubicBezTo>
                    <a:pt x="300" y="410"/>
                    <a:pt x="232" y="443"/>
                    <a:pt x="181" y="490"/>
                  </a:cubicBezTo>
                  <a:cubicBezTo>
                    <a:pt x="55" y="599"/>
                    <a:pt x="18" y="782"/>
                    <a:pt x="4" y="939"/>
                  </a:cubicBezTo>
                  <a:cubicBezTo>
                    <a:pt x="0" y="976"/>
                    <a:pt x="27" y="995"/>
                    <a:pt x="55" y="995"/>
                  </a:cubicBezTo>
                  <a:cubicBezTo>
                    <a:pt x="84" y="995"/>
                    <a:pt x="115" y="976"/>
                    <a:pt x="118" y="939"/>
                  </a:cubicBezTo>
                  <a:cubicBezTo>
                    <a:pt x="131" y="807"/>
                    <a:pt x="165" y="627"/>
                    <a:pt x="288" y="553"/>
                  </a:cubicBezTo>
                  <a:cubicBezTo>
                    <a:pt x="317" y="536"/>
                    <a:pt x="346" y="529"/>
                    <a:pt x="375" y="529"/>
                  </a:cubicBezTo>
                  <a:cubicBezTo>
                    <a:pt x="474" y="529"/>
                    <a:pt x="575" y="607"/>
                    <a:pt x="679" y="607"/>
                  </a:cubicBezTo>
                  <a:cubicBezTo>
                    <a:pt x="700" y="607"/>
                    <a:pt x="721" y="604"/>
                    <a:pt x="742" y="596"/>
                  </a:cubicBezTo>
                  <a:cubicBezTo>
                    <a:pt x="904" y="539"/>
                    <a:pt x="864" y="385"/>
                    <a:pt x="898" y="256"/>
                  </a:cubicBezTo>
                  <a:cubicBezTo>
                    <a:pt x="915" y="189"/>
                    <a:pt x="959" y="169"/>
                    <a:pt x="1010" y="169"/>
                  </a:cubicBezTo>
                  <a:cubicBezTo>
                    <a:pt x="1063" y="169"/>
                    <a:pt x="1124" y="190"/>
                    <a:pt x="1173" y="202"/>
                  </a:cubicBezTo>
                  <a:cubicBezTo>
                    <a:pt x="1209" y="211"/>
                    <a:pt x="1244" y="217"/>
                    <a:pt x="1277" y="217"/>
                  </a:cubicBezTo>
                  <a:cubicBezTo>
                    <a:pt x="1368" y="217"/>
                    <a:pt x="1440" y="176"/>
                    <a:pt x="1479" y="70"/>
                  </a:cubicBezTo>
                  <a:cubicBezTo>
                    <a:pt x="1494" y="28"/>
                    <a:pt x="1459" y="0"/>
                    <a:pt x="1423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4825" lIns="91425" spcFirstLastPara="1" rIns="91425" wrap="square" tIns="24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95" name="Google Shape;1095;p12"/>
            <p:cNvSpPr/>
            <p:nvPr/>
          </p:nvSpPr>
          <p:spPr>
            <a:xfrm>
              <a:off x="5958000" y="4247280"/>
              <a:ext cx="56520" cy="39960"/>
            </a:xfrm>
            <a:custGeom>
              <a:rect b="b" l="l" r="r" t="t"/>
              <a:pathLst>
                <a:path extrusionOk="0" h="803" w="1126">
                  <a:moveTo>
                    <a:pt x="1041" y="1"/>
                  </a:moveTo>
                  <a:cubicBezTo>
                    <a:pt x="1028" y="1"/>
                    <a:pt x="1015" y="6"/>
                    <a:pt x="1003" y="17"/>
                  </a:cubicBezTo>
                  <a:cubicBezTo>
                    <a:pt x="951" y="69"/>
                    <a:pt x="890" y="65"/>
                    <a:pt x="823" y="85"/>
                  </a:cubicBezTo>
                  <a:cubicBezTo>
                    <a:pt x="765" y="102"/>
                    <a:pt x="720" y="140"/>
                    <a:pt x="684" y="187"/>
                  </a:cubicBezTo>
                  <a:cubicBezTo>
                    <a:pt x="634" y="255"/>
                    <a:pt x="633" y="363"/>
                    <a:pt x="548" y="395"/>
                  </a:cubicBezTo>
                  <a:cubicBezTo>
                    <a:pt x="525" y="404"/>
                    <a:pt x="503" y="406"/>
                    <a:pt x="480" y="406"/>
                  </a:cubicBezTo>
                  <a:cubicBezTo>
                    <a:pt x="437" y="406"/>
                    <a:pt x="394" y="396"/>
                    <a:pt x="350" y="391"/>
                  </a:cubicBezTo>
                  <a:cubicBezTo>
                    <a:pt x="342" y="390"/>
                    <a:pt x="334" y="390"/>
                    <a:pt x="327" y="390"/>
                  </a:cubicBezTo>
                  <a:cubicBezTo>
                    <a:pt x="273" y="390"/>
                    <a:pt x="230" y="412"/>
                    <a:pt x="185" y="448"/>
                  </a:cubicBezTo>
                  <a:cubicBezTo>
                    <a:pt x="95" y="519"/>
                    <a:pt x="4" y="629"/>
                    <a:pt x="1" y="747"/>
                  </a:cubicBezTo>
                  <a:cubicBezTo>
                    <a:pt x="0" y="784"/>
                    <a:pt x="29" y="803"/>
                    <a:pt x="57" y="803"/>
                  </a:cubicBezTo>
                  <a:cubicBezTo>
                    <a:pt x="86" y="803"/>
                    <a:pt x="115" y="784"/>
                    <a:pt x="116" y="748"/>
                  </a:cubicBezTo>
                  <a:cubicBezTo>
                    <a:pt x="117" y="699"/>
                    <a:pt x="151" y="649"/>
                    <a:pt x="181" y="611"/>
                  </a:cubicBezTo>
                  <a:cubicBezTo>
                    <a:pt x="211" y="574"/>
                    <a:pt x="260" y="519"/>
                    <a:pt x="308" y="504"/>
                  </a:cubicBezTo>
                  <a:lnTo>
                    <a:pt x="308" y="504"/>
                  </a:lnTo>
                  <a:cubicBezTo>
                    <a:pt x="303" y="507"/>
                    <a:pt x="331" y="505"/>
                    <a:pt x="335" y="507"/>
                  </a:cubicBezTo>
                  <a:cubicBezTo>
                    <a:pt x="354" y="509"/>
                    <a:pt x="371" y="510"/>
                    <a:pt x="389" y="513"/>
                  </a:cubicBezTo>
                  <a:cubicBezTo>
                    <a:pt x="421" y="519"/>
                    <a:pt x="455" y="526"/>
                    <a:pt x="486" y="526"/>
                  </a:cubicBezTo>
                  <a:cubicBezTo>
                    <a:pt x="542" y="526"/>
                    <a:pt x="605" y="506"/>
                    <a:pt x="649" y="473"/>
                  </a:cubicBezTo>
                  <a:cubicBezTo>
                    <a:pt x="725" y="418"/>
                    <a:pt x="725" y="327"/>
                    <a:pt x="779" y="256"/>
                  </a:cubicBezTo>
                  <a:cubicBezTo>
                    <a:pt x="816" y="205"/>
                    <a:pt x="858" y="197"/>
                    <a:pt x="917" y="184"/>
                  </a:cubicBezTo>
                  <a:cubicBezTo>
                    <a:pt x="982" y="171"/>
                    <a:pt x="1037" y="147"/>
                    <a:pt x="1085" y="99"/>
                  </a:cubicBezTo>
                  <a:cubicBezTo>
                    <a:pt x="1126" y="59"/>
                    <a:pt x="1086" y="1"/>
                    <a:pt x="1041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0150" lIns="91425" spcFirstLastPara="1" rIns="91425" wrap="square" tIns="201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96" name="Google Shape;1096;p12"/>
            <p:cNvSpPr/>
            <p:nvPr/>
          </p:nvSpPr>
          <p:spPr>
            <a:xfrm>
              <a:off x="5851080" y="4158000"/>
              <a:ext cx="41400" cy="50040"/>
            </a:xfrm>
            <a:custGeom>
              <a:rect b="b" l="l" r="r" t="t"/>
              <a:pathLst>
                <a:path extrusionOk="0" h="1003" w="830">
                  <a:moveTo>
                    <a:pt x="80" y="1"/>
                  </a:moveTo>
                  <a:cubicBezTo>
                    <a:pt x="33" y="1"/>
                    <a:pt x="0" y="77"/>
                    <a:pt x="52" y="111"/>
                  </a:cubicBezTo>
                  <a:cubicBezTo>
                    <a:pt x="135" y="165"/>
                    <a:pt x="191" y="250"/>
                    <a:pt x="237" y="335"/>
                  </a:cubicBezTo>
                  <a:cubicBezTo>
                    <a:pt x="259" y="380"/>
                    <a:pt x="279" y="424"/>
                    <a:pt x="300" y="470"/>
                  </a:cubicBezTo>
                  <a:cubicBezTo>
                    <a:pt x="320" y="512"/>
                    <a:pt x="322" y="555"/>
                    <a:pt x="334" y="600"/>
                  </a:cubicBezTo>
                  <a:cubicBezTo>
                    <a:pt x="361" y="695"/>
                    <a:pt x="444" y="743"/>
                    <a:pt x="533" y="771"/>
                  </a:cubicBezTo>
                  <a:cubicBezTo>
                    <a:pt x="614" y="796"/>
                    <a:pt x="699" y="873"/>
                    <a:pt x="711" y="961"/>
                  </a:cubicBezTo>
                  <a:cubicBezTo>
                    <a:pt x="716" y="990"/>
                    <a:pt x="736" y="1003"/>
                    <a:pt x="759" y="1003"/>
                  </a:cubicBezTo>
                  <a:cubicBezTo>
                    <a:pt x="792" y="1003"/>
                    <a:pt x="829" y="974"/>
                    <a:pt x="823" y="930"/>
                  </a:cubicBezTo>
                  <a:cubicBezTo>
                    <a:pt x="808" y="828"/>
                    <a:pt x="717" y="735"/>
                    <a:pt x="628" y="686"/>
                  </a:cubicBezTo>
                  <a:cubicBezTo>
                    <a:pt x="592" y="667"/>
                    <a:pt x="554" y="661"/>
                    <a:pt x="517" y="645"/>
                  </a:cubicBezTo>
                  <a:cubicBezTo>
                    <a:pt x="468" y="624"/>
                    <a:pt x="446" y="583"/>
                    <a:pt x="437" y="533"/>
                  </a:cubicBezTo>
                  <a:cubicBezTo>
                    <a:pt x="421" y="436"/>
                    <a:pt x="370" y="341"/>
                    <a:pt x="322" y="256"/>
                  </a:cubicBezTo>
                  <a:cubicBezTo>
                    <a:pt x="269" y="162"/>
                    <a:pt x="200" y="73"/>
                    <a:pt x="109" y="10"/>
                  </a:cubicBezTo>
                  <a:cubicBezTo>
                    <a:pt x="99" y="4"/>
                    <a:pt x="90" y="1"/>
                    <a:pt x="80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5200" lIns="91425" spcFirstLastPara="1" rIns="91425" wrap="square" tIns="25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97" name="Google Shape;1097;p12"/>
            <p:cNvSpPr/>
            <p:nvPr/>
          </p:nvSpPr>
          <p:spPr>
            <a:xfrm>
              <a:off x="5761800" y="4205520"/>
              <a:ext cx="47520" cy="36720"/>
            </a:xfrm>
            <a:custGeom>
              <a:rect b="b" l="l" r="r" t="t"/>
              <a:pathLst>
                <a:path extrusionOk="0" h="738" w="952">
                  <a:moveTo>
                    <a:pt x="137" y="112"/>
                  </a:moveTo>
                  <a:lnTo>
                    <a:pt x="137" y="112"/>
                  </a:lnTo>
                  <a:cubicBezTo>
                    <a:pt x="137" y="112"/>
                    <a:pt x="137" y="112"/>
                    <a:pt x="137" y="112"/>
                  </a:cubicBezTo>
                  <a:lnTo>
                    <a:pt x="137" y="112"/>
                  </a:lnTo>
                  <a:cubicBezTo>
                    <a:pt x="137" y="112"/>
                    <a:pt x="137" y="112"/>
                    <a:pt x="137" y="112"/>
                  </a:cubicBezTo>
                  <a:close/>
                  <a:moveTo>
                    <a:pt x="139" y="112"/>
                  </a:moveTo>
                  <a:cubicBezTo>
                    <a:pt x="138" y="112"/>
                    <a:pt x="137" y="112"/>
                    <a:pt x="137" y="112"/>
                  </a:cubicBezTo>
                  <a:lnTo>
                    <a:pt x="137" y="112"/>
                  </a:lnTo>
                  <a:cubicBezTo>
                    <a:pt x="137" y="112"/>
                    <a:pt x="137" y="112"/>
                    <a:pt x="137" y="112"/>
                  </a:cubicBezTo>
                  <a:lnTo>
                    <a:pt x="137" y="112"/>
                  </a:lnTo>
                  <a:cubicBezTo>
                    <a:pt x="137" y="112"/>
                    <a:pt x="136" y="112"/>
                    <a:pt x="136" y="112"/>
                  </a:cubicBezTo>
                  <a:lnTo>
                    <a:pt x="136" y="112"/>
                  </a:lnTo>
                  <a:cubicBezTo>
                    <a:pt x="136" y="112"/>
                    <a:pt x="136" y="112"/>
                    <a:pt x="137" y="112"/>
                  </a:cubicBezTo>
                  <a:lnTo>
                    <a:pt x="132" y="112"/>
                  </a:lnTo>
                  <a:cubicBezTo>
                    <a:pt x="134" y="112"/>
                    <a:pt x="136" y="112"/>
                    <a:pt x="139" y="112"/>
                  </a:cubicBezTo>
                  <a:close/>
                  <a:moveTo>
                    <a:pt x="141" y="112"/>
                  </a:moveTo>
                  <a:cubicBezTo>
                    <a:pt x="141" y="112"/>
                    <a:pt x="146" y="115"/>
                    <a:pt x="147" y="115"/>
                  </a:cubicBezTo>
                  <a:cubicBezTo>
                    <a:pt x="147" y="115"/>
                    <a:pt x="146" y="114"/>
                    <a:pt x="142" y="112"/>
                  </a:cubicBezTo>
                  <a:cubicBezTo>
                    <a:pt x="142" y="112"/>
                    <a:pt x="142" y="112"/>
                    <a:pt x="141" y="112"/>
                  </a:cubicBezTo>
                  <a:close/>
                  <a:moveTo>
                    <a:pt x="136" y="113"/>
                  </a:moveTo>
                  <a:lnTo>
                    <a:pt x="136" y="113"/>
                  </a:lnTo>
                  <a:cubicBezTo>
                    <a:pt x="136" y="113"/>
                    <a:pt x="135" y="113"/>
                    <a:pt x="135" y="114"/>
                  </a:cubicBezTo>
                  <a:cubicBezTo>
                    <a:pt x="134" y="115"/>
                    <a:pt x="134" y="116"/>
                    <a:pt x="134" y="116"/>
                  </a:cubicBezTo>
                  <a:cubicBezTo>
                    <a:pt x="134" y="116"/>
                    <a:pt x="136" y="114"/>
                    <a:pt x="136" y="113"/>
                  </a:cubicBezTo>
                  <a:close/>
                  <a:moveTo>
                    <a:pt x="155" y="116"/>
                  </a:moveTo>
                  <a:cubicBezTo>
                    <a:pt x="155" y="116"/>
                    <a:pt x="157" y="116"/>
                    <a:pt x="160" y="117"/>
                  </a:cubicBezTo>
                  <a:lnTo>
                    <a:pt x="160" y="117"/>
                  </a:lnTo>
                  <a:cubicBezTo>
                    <a:pt x="156" y="116"/>
                    <a:pt x="155" y="116"/>
                    <a:pt x="155" y="116"/>
                  </a:cubicBezTo>
                  <a:close/>
                  <a:moveTo>
                    <a:pt x="143" y="1"/>
                  </a:moveTo>
                  <a:cubicBezTo>
                    <a:pt x="100" y="1"/>
                    <a:pt x="59" y="21"/>
                    <a:pt x="30" y="65"/>
                  </a:cubicBezTo>
                  <a:cubicBezTo>
                    <a:pt x="1" y="109"/>
                    <a:pt x="40" y="150"/>
                    <a:pt x="80" y="150"/>
                  </a:cubicBezTo>
                  <a:cubicBezTo>
                    <a:pt x="98" y="150"/>
                    <a:pt x="116" y="142"/>
                    <a:pt x="128" y="124"/>
                  </a:cubicBezTo>
                  <a:cubicBezTo>
                    <a:pt x="130" y="120"/>
                    <a:pt x="131" y="118"/>
                    <a:pt x="131" y="118"/>
                  </a:cubicBezTo>
                  <a:lnTo>
                    <a:pt x="131" y="118"/>
                  </a:lnTo>
                  <a:cubicBezTo>
                    <a:pt x="132" y="118"/>
                    <a:pt x="132" y="117"/>
                    <a:pt x="132" y="116"/>
                  </a:cubicBezTo>
                  <a:cubicBezTo>
                    <a:pt x="134" y="114"/>
                    <a:pt x="135" y="113"/>
                    <a:pt x="136" y="113"/>
                  </a:cubicBezTo>
                  <a:lnTo>
                    <a:pt x="136" y="113"/>
                  </a:lnTo>
                  <a:cubicBezTo>
                    <a:pt x="136" y="113"/>
                    <a:pt x="136" y="113"/>
                    <a:pt x="137" y="113"/>
                  </a:cubicBezTo>
                  <a:lnTo>
                    <a:pt x="137" y="113"/>
                  </a:lnTo>
                  <a:cubicBezTo>
                    <a:pt x="136" y="113"/>
                    <a:pt x="136" y="113"/>
                    <a:pt x="136" y="113"/>
                  </a:cubicBezTo>
                  <a:lnTo>
                    <a:pt x="136" y="113"/>
                  </a:lnTo>
                  <a:cubicBezTo>
                    <a:pt x="137" y="113"/>
                    <a:pt x="137" y="112"/>
                    <a:pt x="138" y="112"/>
                  </a:cubicBezTo>
                  <a:lnTo>
                    <a:pt x="138" y="112"/>
                  </a:lnTo>
                  <a:cubicBezTo>
                    <a:pt x="138" y="112"/>
                    <a:pt x="138" y="112"/>
                    <a:pt x="138" y="112"/>
                  </a:cubicBezTo>
                  <a:lnTo>
                    <a:pt x="138" y="112"/>
                  </a:lnTo>
                  <a:cubicBezTo>
                    <a:pt x="138" y="112"/>
                    <a:pt x="139" y="112"/>
                    <a:pt x="139" y="112"/>
                  </a:cubicBezTo>
                  <a:lnTo>
                    <a:pt x="139" y="112"/>
                  </a:lnTo>
                  <a:cubicBezTo>
                    <a:pt x="139" y="112"/>
                    <a:pt x="139" y="112"/>
                    <a:pt x="139" y="112"/>
                  </a:cubicBezTo>
                  <a:cubicBezTo>
                    <a:pt x="140" y="112"/>
                    <a:pt x="141" y="112"/>
                    <a:pt x="141" y="112"/>
                  </a:cubicBezTo>
                  <a:lnTo>
                    <a:pt x="141" y="112"/>
                  </a:lnTo>
                  <a:cubicBezTo>
                    <a:pt x="141" y="112"/>
                    <a:pt x="142" y="112"/>
                    <a:pt x="142" y="112"/>
                  </a:cubicBezTo>
                  <a:cubicBezTo>
                    <a:pt x="142" y="112"/>
                    <a:pt x="144" y="112"/>
                    <a:pt x="145" y="112"/>
                  </a:cubicBezTo>
                  <a:lnTo>
                    <a:pt x="160" y="117"/>
                  </a:lnTo>
                  <a:lnTo>
                    <a:pt x="160" y="117"/>
                  </a:lnTo>
                  <a:cubicBezTo>
                    <a:pt x="163" y="119"/>
                    <a:pt x="167" y="120"/>
                    <a:pt x="168" y="121"/>
                  </a:cubicBezTo>
                  <a:cubicBezTo>
                    <a:pt x="175" y="125"/>
                    <a:pt x="182" y="131"/>
                    <a:pt x="189" y="133"/>
                  </a:cubicBezTo>
                  <a:cubicBezTo>
                    <a:pt x="210" y="148"/>
                    <a:pt x="234" y="169"/>
                    <a:pt x="260" y="194"/>
                  </a:cubicBezTo>
                  <a:cubicBezTo>
                    <a:pt x="291" y="223"/>
                    <a:pt x="317" y="252"/>
                    <a:pt x="345" y="284"/>
                  </a:cubicBezTo>
                  <a:cubicBezTo>
                    <a:pt x="458" y="414"/>
                    <a:pt x="560" y="563"/>
                    <a:pt x="692" y="672"/>
                  </a:cubicBezTo>
                  <a:cubicBezTo>
                    <a:pt x="734" y="707"/>
                    <a:pt x="784" y="738"/>
                    <a:pt x="837" y="738"/>
                  </a:cubicBezTo>
                  <a:cubicBezTo>
                    <a:pt x="856" y="738"/>
                    <a:pt x="874" y="734"/>
                    <a:pt x="893" y="726"/>
                  </a:cubicBezTo>
                  <a:cubicBezTo>
                    <a:pt x="951" y="698"/>
                    <a:pt x="915" y="619"/>
                    <a:pt x="860" y="619"/>
                  </a:cubicBezTo>
                  <a:cubicBezTo>
                    <a:pt x="853" y="619"/>
                    <a:pt x="845" y="621"/>
                    <a:pt x="837" y="624"/>
                  </a:cubicBezTo>
                  <a:lnTo>
                    <a:pt x="837" y="624"/>
                  </a:lnTo>
                  <a:cubicBezTo>
                    <a:pt x="841" y="622"/>
                    <a:pt x="842" y="621"/>
                    <a:pt x="842" y="621"/>
                  </a:cubicBezTo>
                  <a:lnTo>
                    <a:pt x="842" y="621"/>
                  </a:lnTo>
                  <a:cubicBezTo>
                    <a:pt x="842" y="621"/>
                    <a:pt x="838" y="622"/>
                    <a:pt x="836" y="624"/>
                  </a:cubicBezTo>
                  <a:lnTo>
                    <a:pt x="836" y="624"/>
                  </a:lnTo>
                  <a:cubicBezTo>
                    <a:pt x="833" y="623"/>
                    <a:pt x="828" y="622"/>
                    <a:pt x="825" y="622"/>
                  </a:cubicBezTo>
                  <a:cubicBezTo>
                    <a:pt x="824" y="622"/>
                    <a:pt x="820" y="621"/>
                    <a:pt x="818" y="621"/>
                  </a:cubicBezTo>
                  <a:cubicBezTo>
                    <a:pt x="816" y="620"/>
                    <a:pt x="815" y="620"/>
                    <a:pt x="816" y="620"/>
                  </a:cubicBezTo>
                  <a:lnTo>
                    <a:pt x="816" y="620"/>
                  </a:lnTo>
                  <a:cubicBezTo>
                    <a:pt x="816" y="620"/>
                    <a:pt x="820" y="621"/>
                    <a:pt x="821" y="621"/>
                  </a:cubicBezTo>
                  <a:cubicBezTo>
                    <a:pt x="822" y="621"/>
                    <a:pt x="821" y="620"/>
                    <a:pt x="817" y="618"/>
                  </a:cubicBezTo>
                  <a:cubicBezTo>
                    <a:pt x="783" y="601"/>
                    <a:pt x="776" y="594"/>
                    <a:pt x="749" y="571"/>
                  </a:cubicBezTo>
                  <a:cubicBezTo>
                    <a:pt x="685" y="512"/>
                    <a:pt x="628" y="445"/>
                    <a:pt x="575" y="380"/>
                  </a:cubicBezTo>
                  <a:cubicBezTo>
                    <a:pt x="514" y="309"/>
                    <a:pt x="457" y="235"/>
                    <a:pt x="393" y="169"/>
                  </a:cubicBezTo>
                  <a:cubicBezTo>
                    <a:pt x="344" y="115"/>
                    <a:pt x="288" y="55"/>
                    <a:pt x="223" y="21"/>
                  </a:cubicBezTo>
                  <a:cubicBezTo>
                    <a:pt x="197" y="8"/>
                    <a:pt x="170" y="1"/>
                    <a:pt x="143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350" lIns="91425" spcFirstLastPara="1" rIns="91425" wrap="square" tIns="18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98" name="Google Shape;1098;p12"/>
            <p:cNvSpPr/>
            <p:nvPr/>
          </p:nvSpPr>
          <p:spPr>
            <a:xfrm>
              <a:off x="5698440" y="4282920"/>
              <a:ext cx="65160" cy="20880"/>
            </a:xfrm>
            <a:custGeom>
              <a:rect b="b" l="l" r="r" t="t"/>
              <a:pathLst>
                <a:path extrusionOk="0" h="420" w="1304">
                  <a:moveTo>
                    <a:pt x="618" y="1"/>
                  </a:moveTo>
                  <a:cubicBezTo>
                    <a:pt x="541" y="1"/>
                    <a:pt x="462" y="21"/>
                    <a:pt x="393" y="49"/>
                  </a:cubicBezTo>
                  <a:cubicBezTo>
                    <a:pt x="256" y="106"/>
                    <a:pt x="130" y="201"/>
                    <a:pt x="36" y="318"/>
                  </a:cubicBezTo>
                  <a:cubicBezTo>
                    <a:pt x="1" y="361"/>
                    <a:pt x="40" y="419"/>
                    <a:pt x="80" y="419"/>
                  </a:cubicBezTo>
                  <a:cubicBezTo>
                    <a:pt x="93" y="419"/>
                    <a:pt x="106" y="413"/>
                    <a:pt x="117" y="399"/>
                  </a:cubicBezTo>
                  <a:cubicBezTo>
                    <a:pt x="215" y="283"/>
                    <a:pt x="347" y="181"/>
                    <a:pt x="493" y="137"/>
                  </a:cubicBezTo>
                  <a:cubicBezTo>
                    <a:pt x="532" y="126"/>
                    <a:pt x="577" y="117"/>
                    <a:pt x="621" y="117"/>
                  </a:cubicBezTo>
                  <a:cubicBezTo>
                    <a:pt x="646" y="117"/>
                    <a:pt x="671" y="120"/>
                    <a:pt x="694" y="127"/>
                  </a:cubicBezTo>
                  <a:cubicBezTo>
                    <a:pt x="731" y="139"/>
                    <a:pt x="765" y="163"/>
                    <a:pt x="797" y="184"/>
                  </a:cubicBezTo>
                  <a:cubicBezTo>
                    <a:pt x="858" y="219"/>
                    <a:pt x="966" y="293"/>
                    <a:pt x="1071" y="327"/>
                  </a:cubicBezTo>
                  <a:cubicBezTo>
                    <a:pt x="1102" y="337"/>
                    <a:pt x="1132" y="343"/>
                    <a:pt x="1161" y="343"/>
                  </a:cubicBezTo>
                  <a:cubicBezTo>
                    <a:pt x="1215" y="343"/>
                    <a:pt x="1262" y="321"/>
                    <a:pt x="1290" y="262"/>
                  </a:cubicBezTo>
                  <a:cubicBezTo>
                    <a:pt x="1292" y="262"/>
                    <a:pt x="1292" y="258"/>
                    <a:pt x="1293" y="256"/>
                  </a:cubicBezTo>
                  <a:cubicBezTo>
                    <a:pt x="1303" y="235"/>
                    <a:pt x="1299" y="215"/>
                    <a:pt x="1290" y="195"/>
                  </a:cubicBezTo>
                  <a:cubicBezTo>
                    <a:pt x="1279" y="177"/>
                    <a:pt x="1257" y="165"/>
                    <a:pt x="1237" y="165"/>
                  </a:cubicBezTo>
                  <a:cubicBezTo>
                    <a:pt x="1220" y="165"/>
                    <a:pt x="1204" y="173"/>
                    <a:pt x="1194" y="194"/>
                  </a:cubicBezTo>
                  <a:cubicBezTo>
                    <a:pt x="1185" y="216"/>
                    <a:pt x="1167" y="224"/>
                    <a:pt x="1146" y="224"/>
                  </a:cubicBezTo>
                  <a:cubicBezTo>
                    <a:pt x="1121" y="224"/>
                    <a:pt x="1090" y="212"/>
                    <a:pt x="1064" y="199"/>
                  </a:cubicBezTo>
                  <a:cubicBezTo>
                    <a:pt x="1044" y="188"/>
                    <a:pt x="1024" y="178"/>
                    <a:pt x="1013" y="171"/>
                  </a:cubicBezTo>
                  <a:cubicBezTo>
                    <a:pt x="925" y="124"/>
                    <a:pt x="845" y="66"/>
                    <a:pt x="759" y="28"/>
                  </a:cubicBezTo>
                  <a:cubicBezTo>
                    <a:pt x="715" y="9"/>
                    <a:pt x="667" y="1"/>
                    <a:pt x="618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425" lIns="91425" spcFirstLastPara="1" rIns="91425" wrap="square" tIns="10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99" name="Google Shape;1099;p12"/>
            <p:cNvSpPr/>
            <p:nvPr/>
          </p:nvSpPr>
          <p:spPr>
            <a:xfrm>
              <a:off x="5722200" y="4362480"/>
              <a:ext cx="73800" cy="19080"/>
            </a:xfrm>
            <a:custGeom>
              <a:rect b="b" l="l" r="r" t="t"/>
              <a:pathLst>
                <a:path extrusionOk="0" h="389" w="1469">
                  <a:moveTo>
                    <a:pt x="1384" y="0"/>
                  </a:moveTo>
                  <a:cubicBezTo>
                    <a:pt x="1371" y="0"/>
                    <a:pt x="1358" y="5"/>
                    <a:pt x="1346" y="16"/>
                  </a:cubicBezTo>
                  <a:cubicBezTo>
                    <a:pt x="1255" y="105"/>
                    <a:pt x="1134" y="130"/>
                    <a:pt x="1008" y="130"/>
                  </a:cubicBezTo>
                  <a:cubicBezTo>
                    <a:pt x="883" y="130"/>
                    <a:pt x="752" y="106"/>
                    <a:pt x="641" y="94"/>
                  </a:cubicBezTo>
                  <a:cubicBezTo>
                    <a:pt x="586" y="88"/>
                    <a:pt x="530" y="84"/>
                    <a:pt x="474" y="84"/>
                  </a:cubicBezTo>
                  <a:cubicBezTo>
                    <a:pt x="295" y="84"/>
                    <a:pt x="123" y="128"/>
                    <a:pt x="26" y="301"/>
                  </a:cubicBezTo>
                  <a:cubicBezTo>
                    <a:pt x="1" y="346"/>
                    <a:pt x="40" y="388"/>
                    <a:pt x="79" y="388"/>
                  </a:cubicBezTo>
                  <a:cubicBezTo>
                    <a:pt x="97" y="388"/>
                    <a:pt x="114" y="380"/>
                    <a:pt x="125" y="359"/>
                  </a:cubicBezTo>
                  <a:cubicBezTo>
                    <a:pt x="199" y="229"/>
                    <a:pt x="330" y="196"/>
                    <a:pt x="468" y="196"/>
                  </a:cubicBezTo>
                  <a:cubicBezTo>
                    <a:pt x="563" y="196"/>
                    <a:pt x="661" y="211"/>
                    <a:pt x="746" y="222"/>
                  </a:cubicBezTo>
                  <a:cubicBezTo>
                    <a:pt x="831" y="232"/>
                    <a:pt x="921" y="242"/>
                    <a:pt x="1009" y="242"/>
                  </a:cubicBezTo>
                  <a:cubicBezTo>
                    <a:pt x="1162" y="242"/>
                    <a:pt x="1312" y="211"/>
                    <a:pt x="1428" y="97"/>
                  </a:cubicBezTo>
                  <a:cubicBezTo>
                    <a:pt x="1468" y="58"/>
                    <a:pt x="1429" y="0"/>
                    <a:pt x="1384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00" name="Google Shape;1100;p12"/>
            <p:cNvSpPr/>
            <p:nvPr/>
          </p:nvSpPr>
          <p:spPr>
            <a:xfrm>
              <a:off x="5742000" y="4428360"/>
              <a:ext cx="57240" cy="42840"/>
            </a:xfrm>
            <a:custGeom>
              <a:rect b="b" l="l" r="r" t="t"/>
              <a:pathLst>
                <a:path extrusionOk="0" h="856" w="1144">
                  <a:moveTo>
                    <a:pt x="1082" y="0"/>
                  </a:moveTo>
                  <a:cubicBezTo>
                    <a:pt x="1064" y="0"/>
                    <a:pt x="1046" y="8"/>
                    <a:pt x="1035" y="26"/>
                  </a:cubicBezTo>
                  <a:cubicBezTo>
                    <a:pt x="991" y="96"/>
                    <a:pt x="928" y="150"/>
                    <a:pt x="860" y="189"/>
                  </a:cubicBezTo>
                  <a:cubicBezTo>
                    <a:pt x="743" y="259"/>
                    <a:pt x="604" y="300"/>
                    <a:pt x="486" y="349"/>
                  </a:cubicBezTo>
                  <a:cubicBezTo>
                    <a:pt x="276" y="435"/>
                    <a:pt x="77" y="554"/>
                    <a:pt x="13" y="785"/>
                  </a:cubicBezTo>
                  <a:cubicBezTo>
                    <a:pt x="1" y="827"/>
                    <a:pt x="37" y="856"/>
                    <a:pt x="72" y="856"/>
                  </a:cubicBezTo>
                  <a:cubicBezTo>
                    <a:pt x="95" y="856"/>
                    <a:pt x="117" y="844"/>
                    <a:pt x="125" y="816"/>
                  </a:cubicBezTo>
                  <a:cubicBezTo>
                    <a:pt x="184" y="596"/>
                    <a:pt x="397" y="505"/>
                    <a:pt x="591" y="430"/>
                  </a:cubicBezTo>
                  <a:cubicBezTo>
                    <a:pt x="666" y="401"/>
                    <a:pt x="747" y="371"/>
                    <a:pt x="822" y="335"/>
                  </a:cubicBezTo>
                  <a:cubicBezTo>
                    <a:pt x="940" y="280"/>
                    <a:pt x="1049" y="209"/>
                    <a:pt x="1124" y="100"/>
                  </a:cubicBezTo>
                  <a:cubicBezTo>
                    <a:pt x="1127" y="96"/>
                    <a:pt x="1131" y="93"/>
                    <a:pt x="1132" y="87"/>
                  </a:cubicBezTo>
                  <a:cubicBezTo>
                    <a:pt x="1141" y="72"/>
                    <a:pt x="1144" y="58"/>
                    <a:pt x="1141" y="41"/>
                  </a:cubicBezTo>
                  <a:cubicBezTo>
                    <a:pt x="1134" y="17"/>
                    <a:pt x="1108" y="0"/>
                    <a:pt x="1082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01" name="Google Shape;1101;p12"/>
            <p:cNvSpPr/>
            <p:nvPr/>
          </p:nvSpPr>
          <p:spPr>
            <a:xfrm>
              <a:off x="5765400" y="4501440"/>
              <a:ext cx="36360" cy="40680"/>
            </a:xfrm>
            <a:custGeom>
              <a:rect b="b" l="l" r="r" t="t"/>
              <a:pathLst>
                <a:path extrusionOk="0" h="817" w="728">
                  <a:moveTo>
                    <a:pt x="643" y="1"/>
                  </a:moveTo>
                  <a:cubicBezTo>
                    <a:pt x="630" y="1"/>
                    <a:pt x="617" y="6"/>
                    <a:pt x="605" y="17"/>
                  </a:cubicBezTo>
                  <a:cubicBezTo>
                    <a:pt x="485" y="132"/>
                    <a:pt x="359" y="244"/>
                    <a:pt x="237" y="357"/>
                  </a:cubicBezTo>
                  <a:cubicBezTo>
                    <a:pt x="119" y="465"/>
                    <a:pt x="0" y="585"/>
                    <a:pt x="21" y="758"/>
                  </a:cubicBezTo>
                  <a:cubicBezTo>
                    <a:pt x="26" y="788"/>
                    <a:pt x="45" y="816"/>
                    <a:pt x="81" y="816"/>
                  </a:cubicBezTo>
                  <a:cubicBezTo>
                    <a:pt x="108" y="815"/>
                    <a:pt x="140" y="788"/>
                    <a:pt x="138" y="755"/>
                  </a:cubicBezTo>
                  <a:cubicBezTo>
                    <a:pt x="129" y="684"/>
                    <a:pt x="145" y="628"/>
                    <a:pt x="187" y="571"/>
                  </a:cubicBezTo>
                  <a:cubicBezTo>
                    <a:pt x="231" y="512"/>
                    <a:pt x="289" y="463"/>
                    <a:pt x="343" y="414"/>
                  </a:cubicBezTo>
                  <a:cubicBezTo>
                    <a:pt x="456" y="309"/>
                    <a:pt x="573" y="207"/>
                    <a:pt x="686" y="99"/>
                  </a:cubicBezTo>
                  <a:cubicBezTo>
                    <a:pt x="728" y="59"/>
                    <a:pt x="688" y="1"/>
                    <a:pt x="643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02" name="Google Shape;1102;p12"/>
            <p:cNvSpPr/>
            <p:nvPr/>
          </p:nvSpPr>
          <p:spPr>
            <a:xfrm>
              <a:off x="5832360" y="4514760"/>
              <a:ext cx="23400" cy="47520"/>
            </a:xfrm>
            <a:custGeom>
              <a:rect b="b" l="l" r="r" t="t"/>
              <a:pathLst>
                <a:path extrusionOk="0" h="951" w="471">
                  <a:moveTo>
                    <a:pt x="394" y="0"/>
                  </a:moveTo>
                  <a:cubicBezTo>
                    <a:pt x="366" y="0"/>
                    <a:pt x="334" y="27"/>
                    <a:pt x="336" y="59"/>
                  </a:cubicBezTo>
                  <a:cubicBezTo>
                    <a:pt x="345" y="127"/>
                    <a:pt x="319" y="186"/>
                    <a:pt x="287" y="243"/>
                  </a:cubicBezTo>
                  <a:cubicBezTo>
                    <a:pt x="246" y="316"/>
                    <a:pt x="196" y="383"/>
                    <a:pt x="154" y="452"/>
                  </a:cubicBezTo>
                  <a:cubicBezTo>
                    <a:pt x="63" y="596"/>
                    <a:pt x="1" y="757"/>
                    <a:pt x="76" y="922"/>
                  </a:cubicBezTo>
                  <a:cubicBezTo>
                    <a:pt x="86" y="942"/>
                    <a:pt x="103" y="951"/>
                    <a:pt x="120" y="951"/>
                  </a:cubicBezTo>
                  <a:cubicBezTo>
                    <a:pt x="159" y="951"/>
                    <a:pt x="199" y="908"/>
                    <a:pt x="178" y="863"/>
                  </a:cubicBezTo>
                  <a:cubicBezTo>
                    <a:pt x="111" y="722"/>
                    <a:pt x="213" y="573"/>
                    <a:pt x="287" y="460"/>
                  </a:cubicBezTo>
                  <a:cubicBezTo>
                    <a:pt x="363" y="345"/>
                    <a:pt x="471" y="206"/>
                    <a:pt x="454" y="59"/>
                  </a:cubicBezTo>
                  <a:cubicBezTo>
                    <a:pt x="450" y="27"/>
                    <a:pt x="430" y="3"/>
                    <a:pt x="394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3750" lIns="91425" spcFirstLastPara="1" rIns="91425" wrap="square" tIns="23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03" name="Google Shape;1103;p12"/>
            <p:cNvSpPr/>
            <p:nvPr/>
          </p:nvSpPr>
          <p:spPr>
            <a:xfrm>
              <a:off x="5912640" y="4489560"/>
              <a:ext cx="18000" cy="55080"/>
            </a:xfrm>
            <a:custGeom>
              <a:rect b="b" l="l" r="r" t="t"/>
              <a:pathLst>
                <a:path extrusionOk="0" h="1100" w="368">
                  <a:moveTo>
                    <a:pt x="290" y="1"/>
                  </a:moveTo>
                  <a:cubicBezTo>
                    <a:pt x="273" y="1"/>
                    <a:pt x="256" y="10"/>
                    <a:pt x="246" y="30"/>
                  </a:cubicBezTo>
                  <a:cubicBezTo>
                    <a:pt x="168" y="193"/>
                    <a:pt x="100" y="363"/>
                    <a:pt x="59" y="539"/>
                  </a:cubicBezTo>
                  <a:cubicBezTo>
                    <a:pt x="18" y="718"/>
                    <a:pt x="1" y="927"/>
                    <a:pt x="123" y="1079"/>
                  </a:cubicBezTo>
                  <a:cubicBezTo>
                    <a:pt x="134" y="1093"/>
                    <a:pt x="148" y="1099"/>
                    <a:pt x="161" y="1099"/>
                  </a:cubicBezTo>
                  <a:cubicBezTo>
                    <a:pt x="203" y="1099"/>
                    <a:pt x="240" y="1042"/>
                    <a:pt x="203" y="998"/>
                  </a:cubicBezTo>
                  <a:cubicBezTo>
                    <a:pt x="103" y="874"/>
                    <a:pt x="144" y="672"/>
                    <a:pt x="179" y="532"/>
                  </a:cubicBezTo>
                  <a:cubicBezTo>
                    <a:pt x="218" y="378"/>
                    <a:pt x="277" y="230"/>
                    <a:pt x="345" y="88"/>
                  </a:cubicBezTo>
                  <a:cubicBezTo>
                    <a:pt x="368" y="43"/>
                    <a:pt x="328" y="1"/>
                    <a:pt x="290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7700" lIns="91425" spcFirstLastPara="1" rIns="91425" wrap="square" tIns="27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04" name="Google Shape;1104;p12"/>
            <p:cNvSpPr/>
            <p:nvPr/>
          </p:nvSpPr>
          <p:spPr>
            <a:xfrm>
              <a:off x="5981040" y="4512240"/>
              <a:ext cx="15480" cy="47880"/>
            </a:xfrm>
            <a:custGeom>
              <a:rect b="b" l="l" r="r" t="t"/>
              <a:pathLst>
                <a:path extrusionOk="0" h="955" w="317">
                  <a:moveTo>
                    <a:pt x="239" y="0"/>
                  </a:moveTo>
                  <a:cubicBezTo>
                    <a:pt x="235" y="0"/>
                    <a:pt x="230" y="1"/>
                    <a:pt x="226" y="2"/>
                  </a:cubicBezTo>
                  <a:cubicBezTo>
                    <a:pt x="194" y="12"/>
                    <a:pt x="182" y="43"/>
                    <a:pt x="186" y="73"/>
                  </a:cubicBezTo>
                  <a:cubicBezTo>
                    <a:pt x="202" y="196"/>
                    <a:pt x="172" y="349"/>
                    <a:pt x="145" y="477"/>
                  </a:cubicBezTo>
                  <a:cubicBezTo>
                    <a:pt x="118" y="608"/>
                    <a:pt x="89" y="749"/>
                    <a:pt x="25" y="866"/>
                  </a:cubicBezTo>
                  <a:cubicBezTo>
                    <a:pt x="0" y="912"/>
                    <a:pt x="40" y="954"/>
                    <a:pt x="79" y="954"/>
                  </a:cubicBezTo>
                  <a:cubicBezTo>
                    <a:pt x="96" y="954"/>
                    <a:pt x="113" y="946"/>
                    <a:pt x="124" y="926"/>
                  </a:cubicBezTo>
                  <a:cubicBezTo>
                    <a:pt x="194" y="794"/>
                    <a:pt x="229" y="642"/>
                    <a:pt x="259" y="496"/>
                  </a:cubicBezTo>
                  <a:cubicBezTo>
                    <a:pt x="288" y="349"/>
                    <a:pt x="317" y="192"/>
                    <a:pt x="297" y="43"/>
                  </a:cubicBezTo>
                  <a:cubicBezTo>
                    <a:pt x="295" y="16"/>
                    <a:pt x="265" y="0"/>
                    <a:pt x="239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4100" lIns="91425" spcFirstLastPara="1" rIns="91425" wrap="square" tIns="24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05" name="Google Shape;1105;p12"/>
            <p:cNvSpPr/>
            <p:nvPr/>
          </p:nvSpPr>
          <p:spPr>
            <a:xfrm>
              <a:off x="6053040" y="4548600"/>
              <a:ext cx="21240" cy="50400"/>
            </a:xfrm>
            <a:custGeom>
              <a:rect b="b" l="l" r="r" t="t"/>
              <a:pathLst>
                <a:path extrusionOk="0" h="1007" w="426">
                  <a:moveTo>
                    <a:pt x="41" y="102"/>
                  </a:moveTo>
                  <a:cubicBezTo>
                    <a:pt x="41" y="102"/>
                    <a:pt x="42" y="103"/>
                    <a:pt x="43" y="104"/>
                  </a:cubicBezTo>
                  <a:lnTo>
                    <a:pt x="43" y="104"/>
                  </a:lnTo>
                  <a:cubicBezTo>
                    <a:pt x="42" y="104"/>
                    <a:pt x="41" y="102"/>
                    <a:pt x="41" y="102"/>
                  </a:cubicBezTo>
                  <a:close/>
                  <a:moveTo>
                    <a:pt x="43" y="104"/>
                  </a:moveTo>
                  <a:cubicBezTo>
                    <a:pt x="43" y="104"/>
                    <a:pt x="43" y="105"/>
                    <a:pt x="44" y="106"/>
                  </a:cubicBezTo>
                  <a:lnTo>
                    <a:pt x="44" y="106"/>
                  </a:lnTo>
                  <a:cubicBezTo>
                    <a:pt x="43" y="105"/>
                    <a:pt x="43" y="104"/>
                    <a:pt x="43" y="104"/>
                  </a:cubicBezTo>
                  <a:close/>
                  <a:moveTo>
                    <a:pt x="76" y="0"/>
                  </a:moveTo>
                  <a:cubicBezTo>
                    <a:pt x="75" y="0"/>
                    <a:pt x="74" y="1"/>
                    <a:pt x="73" y="1"/>
                  </a:cubicBezTo>
                  <a:cubicBezTo>
                    <a:pt x="9" y="3"/>
                    <a:pt x="0" y="90"/>
                    <a:pt x="47" y="112"/>
                  </a:cubicBezTo>
                  <a:lnTo>
                    <a:pt x="47" y="112"/>
                  </a:lnTo>
                  <a:cubicBezTo>
                    <a:pt x="49" y="115"/>
                    <a:pt x="50" y="118"/>
                    <a:pt x="51" y="120"/>
                  </a:cubicBezTo>
                  <a:cubicBezTo>
                    <a:pt x="64" y="142"/>
                    <a:pt x="65" y="148"/>
                    <a:pt x="75" y="173"/>
                  </a:cubicBezTo>
                  <a:cubicBezTo>
                    <a:pt x="99" y="239"/>
                    <a:pt x="121" y="308"/>
                    <a:pt x="141" y="375"/>
                  </a:cubicBezTo>
                  <a:cubicBezTo>
                    <a:pt x="184" y="523"/>
                    <a:pt x="224" y="677"/>
                    <a:pt x="264" y="827"/>
                  </a:cubicBezTo>
                  <a:cubicBezTo>
                    <a:pt x="277" y="872"/>
                    <a:pt x="288" y="920"/>
                    <a:pt x="302" y="966"/>
                  </a:cubicBezTo>
                  <a:cubicBezTo>
                    <a:pt x="311" y="994"/>
                    <a:pt x="333" y="1006"/>
                    <a:pt x="356" y="1006"/>
                  </a:cubicBezTo>
                  <a:cubicBezTo>
                    <a:pt x="391" y="1006"/>
                    <a:pt x="425" y="978"/>
                    <a:pt x="413" y="936"/>
                  </a:cubicBezTo>
                  <a:cubicBezTo>
                    <a:pt x="330" y="665"/>
                    <a:pt x="284" y="383"/>
                    <a:pt x="177" y="120"/>
                  </a:cubicBezTo>
                  <a:cubicBezTo>
                    <a:pt x="161" y="76"/>
                    <a:pt x="134" y="0"/>
                    <a:pt x="76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5200" lIns="91425" spcFirstLastPara="1" rIns="91425" wrap="square" tIns="25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06" name="Google Shape;1106;p12"/>
            <p:cNvSpPr/>
            <p:nvPr/>
          </p:nvSpPr>
          <p:spPr>
            <a:xfrm>
              <a:off x="6097320" y="4501800"/>
              <a:ext cx="45360" cy="21960"/>
            </a:xfrm>
            <a:custGeom>
              <a:rect b="b" l="l" r="r" t="t"/>
              <a:pathLst>
                <a:path extrusionOk="0" h="441" w="910">
                  <a:moveTo>
                    <a:pt x="123" y="0"/>
                  </a:moveTo>
                  <a:cubicBezTo>
                    <a:pt x="104" y="0"/>
                    <a:pt x="85" y="3"/>
                    <a:pt x="65" y="9"/>
                  </a:cubicBezTo>
                  <a:cubicBezTo>
                    <a:pt x="0" y="28"/>
                    <a:pt x="21" y="124"/>
                    <a:pt x="79" y="124"/>
                  </a:cubicBezTo>
                  <a:cubicBezTo>
                    <a:pt x="84" y="124"/>
                    <a:pt x="90" y="123"/>
                    <a:pt x="96" y="121"/>
                  </a:cubicBezTo>
                  <a:cubicBezTo>
                    <a:pt x="106" y="118"/>
                    <a:pt x="115" y="117"/>
                    <a:pt x="125" y="117"/>
                  </a:cubicBezTo>
                  <a:cubicBezTo>
                    <a:pt x="188" y="117"/>
                    <a:pt x="253" y="177"/>
                    <a:pt x="295" y="219"/>
                  </a:cubicBezTo>
                  <a:cubicBezTo>
                    <a:pt x="334" y="258"/>
                    <a:pt x="354" y="315"/>
                    <a:pt x="397" y="355"/>
                  </a:cubicBezTo>
                  <a:cubicBezTo>
                    <a:pt x="453" y="410"/>
                    <a:pt x="530" y="434"/>
                    <a:pt x="608" y="440"/>
                  </a:cubicBezTo>
                  <a:cubicBezTo>
                    <a:pt x="618" y="441"/>
                    <a:pt x="628" y="441"/>
                    <a:pt x="639" y="441"/>
                  </a:cubicBezTo>
                  <a:cubicBezTo>
                    <a:pt x="685" y="441"/>
                    <a:pt x="732" y="435"/>
                    <a:pt x="778" y="435"/>
                  </a:cubicBezTo>
                  <a:cubicBezTo>
                    <a:pt x="797" y="435"/>
                    <a:pt x="815" y="436"/>
                    <a:pt x="833" y="438"/>
                  </a:cubicBezTo>
                  <a:cubicBezTo>
                    <a:pt x="836" y="439"/>
                    <a:pt x="840" y="439"/>
                    <a:pt x="843" y="439"/>
                  </a:cubicBezTo>
                  <a:cubicBezTo>
                    <a:pt x="870" y="439"/>
                    <a:pt x="895" y="428"/>
                    <a:pt x="904" y="397"/>
                  </a:cubicBezTo>
                  <a:cubicBezTo>
                    <a:pt x="910" y="370"/>
                    <a:pt x="894" y="329"/>
                    <a:pt x="863" y="326"/>
                  </a:cubicBezTo>
                  <a:cubicBezTo>
                    <a:pt x="842" y="323"/>
                    <a:pt x="820" y="322"/>
                    <a:pt x="797" y="322"/>
                  </a:cubicBezTo>
                  <a:cubicBezTo>
                    <a:pt x="754" y="322"/>
                    <a:pt x="709" y="326"/>
                    <a:pt x="665" y="326"/>
                  </a:cubicBezTo>
                  <a:cubicBezTo>
                    <a:pt x="580" y="326"/>
                    <a:pt x="500" y="313"/>
                    <a:pt x="448" y="237"/>
                  </a:cubicBezTo>
                  <a:cubicBezTo>
                    <a:pt x="432" y="213"/>
                    <a:pt x="418" y="188"/>
                    <a:pt x="401" y="165"/>
                  </a:cubicBezTo>
                  <a:cubicBezTo>
                    <a:pt x="374" y="131"/>
                    <a:pt x="341" y="104"/>
                    <a:pt x="309" y="80"/>
                  </a:cubicBezTo>
                  <a:cubicBezTo>
                    <a:pt x="253" y="37"/>
                    <a:pt x="192" y="0"/>
                    <a:pt x="123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150" lIns="91425" spcFirstLastPara="1" rIns="91425" wrap="square" tIns="111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07" name="Google Shape;1107;p12"/>
            <p:cNvSpPr/>
            <p:nvPr/>
          </p:nvSpPr>
          <p:spPr>
            <a:xfrm>
              <a:off x="6122880" y="4441680"/>
              <a:ext cx="51480" cy="25920"/>
            </a:xfrm>
            <a:custGeom>
              <a:rect b="b" l="l" r="r" t="t"/>
              <a:pathLst>
                <a:path extrusionOk="0" h="524" w="1027">
                  <a:moveTo>
                    <a:pt x="94" y="1"/>
                  </a:moveTo>
                  <a:cubicBezTo>
                    <a:pt x="79" y="1"/>
                    <a:pt x="64" y="2"/>
                    <a:pt x="48" y="4"/>
                  </a:cubicBezTo>
                  <a:cubicBezTo>
                    <a:pt x="16" y="7"/>
                    <a:pt x="0" y="48"/>
                    <a:pt x="7" y="75"/>
                  </a:cubicBezTo>
                  <a:cubicBezTo>
                    <a:pt x="14" y="103"/>
                    <a:pt x="38" y="115"/>
                    <a:pt x="62" y="115"/>
                  </a:cubicBezTo>
                  <a:cubicBezTo>
                    <a:pt x="68" y="115"/>
                    <a:pt x="73" y="114"/>
                    <a:pt x="78" y="113"/>
                  </a:cubicBezTo>
                  <a:cubicBezTo>
                    <a:pt x="85" y="112"/>
                    <a:pt x="92" y="112"/>
                    <a:pt x="100" y="112"/>
                  </a:cubicBezTo>
                  <a:cubicBezTo>
                    <a:pt x="167" y="112"/>
                    <a:pt x="231" y="151"/>
                    <a:pt x="283" y="188"/>
                  </a:cubicBezTo>
                  <a:cubicBezTo>
                    <a:pt x="360" y="241"/>
                    <a:pt x="429" y="305"/>
                    <a:pt x="500" y="363"/>
                  </a:cubicBezTo>
                  <a:cubicBezTo>
                    <a:pt x="597" y="443"/>
                    <a:pt x="713" y="523"/>
                    <a:pt x="835" y="523"/>
                  </a:cubicBezTo>
                  <a:cubicBezTo>
                    <a:pt x="879" y="523"/>
                    <a:pt x="925" y="513"/>
                    <a:pt x="971" y="487"/>
                  </a:cubicBezTo>
                  <a:cubicBezTo>
                    <a:pt x="1026" y="457"/>
                    <a:pt x="993" y="380"/>
                    <a:pt x="941" y="380"/>
                  </a:cubicBezTo>
                  <a:cubicBezTo>
                    <a:pt x="932" y="380"/>
                    <a:pt x="922" y="383"/>
                    <a:pt x="913" y="388"/>
                  </a:cubicBezTo>
                  <a:cubicBezTo>
                    <a:pt x="885" y="403"/>
                    <a:pt x="857" y="410"/>
                    <a:pt x="830" y="410"/>
                  </a:cubicBezTo>
                  <a:cubicBezTo>
                    <a:pt x="712" y="410"/>
                    <a:pt x="596" y="294"/>
                    <a:pt x="514" y="225"/>
                  </a:cubicBezTo>
                  <a:cubicBezTo>
                    <a:pt x="394" y="123"/>
                    <a:pt x="259" y="1"/>
                    <a:pt x="94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950" lIns="91425" spcFirstLastPara="1" rIns="91425" wrap="square" tIns="12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08" name="Google Shape;1108;p12"/>
            <p:cNvSpPr/>
            <p:nvPr/>
          </p:nvSpPr>
          <p:spPr>
            <a:xfrm>
              <a:off x="6180840" y="4380120"/>
              <a:ext cx="53280" cy="13320"/>
            </a:xfrm>
            <a:custGeom>
              <a:rect b="b" l="l" r="r" t="t"/>
              <a:pathLst>
                <a:path extrusionOk="0" h="269" w="1062">
                  <a:moveTo>
                    <a:pt x="263" y="0"/>
                  </a:moveTo>
                  <a:cubicBezTo>
                    <a:pt x="184" y="0"/>
                    <a:pt x="109" y="23"/>
                    <a:pt x="42" y="86"/>
                  </a:cubicBezTo>
                  <a:cubicBezTo>
                    <a:pt x="0" y="125"/>
                    <a:pt x="40" y="182"/>
                    <a:pt x="85" y="182"/>
                  </a:cubicBezTo>
                  <a:cubicBezTo>
                    <a:pt x="98" y="182"/>
                    <a:pt x="111" y="177"/>
                    <a:pt x="123" y="166"/>
                  </a:cubicBezTo>
                  <a:cubicBezTo>
                    <a:pt x="165" y="125"/>
                    <a:pt x="215" y="111"/>
                    <a:pt x="267" y="111"/>
                  </a:cubicBezTo>
                  <a:cubicBezTo>
                    <a:pt x="358" y="111"/>
                    <a:pt x="457" y="157"/>
                    <a:pt x="538" y="188"/>
                  </a:cubicBezTo>
                  <a:cubicBezTo>
                    <a:pt x="636" y="228"/>
                    <a:pt x="741" y="269"/>
                    <a:pt x="845" y="269"/>
                  </a:cubicBezTo>
                  <a:cubicBezTo>
                    <a:pt x="900" y="269"/>
                    <a:pt x="953" y="258"/>
                    <a:pt x="1006" y="229"/>
                  </a:cubicBezTo>
                  <a:cubicBezTo>
                    <a:pt x="1061" y="199"/>
                    <a:pt x="1027" y="123"/>
                    <a:pt x="976" y="123"/>
                  </a:cubicBezTo>
                  <a:cubicBezTo>
                    <a:pt x="967" y="123"/>
                    <a:pt x="957" y="125"/>
                    <a:pt x="947" y="130"/>
                  </a:cubicBezTo>
                  <a:cubicBezTo>
                    <a:pt x="913" y="149"/>
                    <a:pt x="876" y="157"/>
                    <a:pt x="837" y="157"/>
                  </a:cubicBezTo>
                  <a:cubicBezTo>
                    <a:pt x="723" y="157"/>
                    <a:pt x="598" y="88"/>
                    <a:pt x="501" y="52"/>
                  </a:cubicBezTo>
                  <a:cubicBezTo>
                    <a:pt x="423" y="23"/>
                    <a:pt x="342" y="0"/>
                    <a:pt x="263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25" lIns="91425" spcFirstLastPara="1" rIns="91425" wrap="square" tIns="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09" name="Google Shape;1109;p12"/>
            <p:cNvSpPr/>
            <p:nvPr/>
          </p:nvSpPr>
          <p:spPr>
            <a:xfrm>
              <a:off x="6227280" y="4310640"/>
              <a:ext cx="54360" cy="21600"/>
            </a:xfrm>
            <a:custGeom>
              <a:rect b="b" l="l" r="r" t="t"/>
              <a:pathLst>
                <a:path extrusionOk="0" h="436" w="1083">
                  <a:moveTo>
                    <a:pt x="1020" y="0"/>
                  </a:moveTo>
                  <a:cubicBezTo>
                    <a:pt x="999" y="0"/>
                    <a:pt x="977" y="10"/>
                    <a:pt x="969" y="29"/>
                  </a:cubicBezTo>
                  <a:cubicBezTo>
                    <a:pt x="911" y="165"/>
                    <a:pt x="690" y="143"/>
                    <a:pt x="569" y="149"/>
                  </a:cubicBezTo>
                  <a:cubicBezTo>
                    <a:pt x="485" y="152"/>
                    <a:pt x="396" y="160"/>
                    <a:pt x="315" y="182"/>
                  </a:cubicBezTo>
                  <a:cubicBezTo>
                    <a:pt x="216" y="210"/>
                    <a:pt x="133" y="264"/>
                    <a:pt x="49" y="323"/>
                  </a:cubicBezTo>
                  <a:cubicBezTo>
                    <a:pt x="1" y="361"/>
                    <a:pt x="33" y="436"/>
                    <a:pt x="80" y="436"/>
                  </a:cubicBezTo>
                  <a:cubicBezTo>
                    <a:pt x="89" y="436"/>
                    <a:pt x="100" y="433"/>
                    <a:pt x="110" y="425"/>
                  </a:cubicBezTo>
                  <a:cubicBezTo>
                    <a:pt x="196" y="363"/>
                    <a:pt x="283" y="306"/>
                    <a:pt x="389" y="285"/>
                  </a:cubicBezTo>
                  <a:cubicBezTo>
                    <a:pt x="470" y="270"/>
                    <a:pt x="551" y="265"/>
                    <a:pt x="633" y="262"/>
                  </a:cubicBezTo>
                  <a:cubicBezTo>
                    <a:pt x="783" y="257"/>
                    <a:pt x="1001" y="251"/>
                    <a:pt x="1069" y="87"/>
                  </a:cubicBezTo>
                  <a:cubicBezTo>
                    <a:pt x="1082" y="58"/>
                    <a:pt x="1079" y="24"/>
                    <a:pt x="1048" y="7"/>
                  </a:cubicBezTo>
                  <a:cubicBezTo>
                    <a:pt x="1040" y="3"/>
                    <a:pt x="1030" y="0"/>
                    <a:pt x="1020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800" lIns="91425" spcFirstLastPara="1" rIns="91425" wrap="square" tIns="10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10" name="Google Shape;1110;p12"/>
            <p:cNvSpPr/>
            <p:nvPr/>
          </p:nvSpPr>
          <p:spPr>
            <a:xfrm>
              <a:off x="6213600" y="4231800"/>
              <a:ext cx="33120" cy="44280"/>
            </a:xfrm>
            <a:custGeom>
              <a:rect b="b" l="l" r="r" t="t"/>
              <a:pathLst>
                <a:path extrusionOk="0" h="888" w="662">
                  <a:moveTo>
                    <a:pt x="598" y="0"/>
                  </a:moveTo>
                  <a:cubicBezTo>
                    <a:pt x="578" y="0"/>
                    <a:pt x="556" y="10"/>
                    <a:pt x="548" y="29"/>
                  </a:cubicBezTo>
                  <a:cubicBezTo>
                    <a:pt x="518" y="100"/>
                    <a:pt x="464" y="153"/>
                    <a:pt x="413" y="209"/>
                  </a:cubicBezTo>
                  <a:cubicBezTo>
                    <a:pt x="350" y="274"/>
                    <a:pt x="280" y="336"/>
                    <a:pt x="216" y="401"/>
                  </a:cubicBezTo>
                  <a:cubicBezTo>
                    <a:pt x="174" y="448"/>
                    <a:pt x="129" y="498"/>
                    <a:pt x="93" y="553"/>
                  </a:cubicBezTo>
                  <a:cubicBezTo>
                    <a:pt x="36" y="640"/>
                    <a:pt x="1" y="739"/>
                    <a:pt x="25" y="846"/>
                  </a:cubicBezTo>
                  <a:cubicBezTo>
                    <a:pt x="26" y="852"/>
                    <a:pt x="29" y="856"/>
                    <a:pt x="32" y="862"/>
                  </a:cubicBezTo>
                  <a:cubicBezTo>
                    <a:pt x="32" y="863"/>
                    <a:pt x="32" y="863"/>
                    <a:pt x="34" y="866"/>
                  </a:cubicBezTo>
                  <a:cubicBezTo>
                    <a:pt x="44" y="881"/>
                    <a:pt x="59" y="887"/>
                    <a:pt x="76" y="887"/>
                  </a:cubicBezTo>
                  <a:cubicBezTo>
                    <a:pt x="110" y="887"/>
                    <a:pt x="147" y="858"/>
                    <a:pt x="137" y="815"/>
                  </a:cubicBezTo>
                  <a:cubicBezTo>
                    <a:pt x="124" y="756"/>
                    <a:pt x="138" y="699"/>
                    <a:pt x="167" y="647"/>
                  </a:cubicBezTo>
                  <a:cubicBezTo>
                    <a:pt x="208" y="570"/>
                    <a:pt x="279" y="503"/>
                    <a:pt x="334" y="448"/>
                  </a:cubicBezTo>
                  <a:cubicBezTo>
                    <a:pt x="443" y="338"/>
                    <a:pt x="585" y="231"/>
                    <a:pt x="649" y="85"/>
                  </a:cubicBezTo>
                  <a:cubicBezTo>
                    <a:pt x="661" y="57"/>
                    <a:pt x="657" y="24"/>
                    <a:pt x="626" y="7"/>
                  </a:cubicBezTo>
                  <a:cubicBezTo>
                    <a:pt x="618" y="3"/>
                    <a:pt x="609" y="0"/>
                    <a:pt x="598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2300" lIns="91425" spcFirstLastPara="1" rIns="91425" wrap="square" tIns="22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11" name="Google Shape;1111;p12"/>
            <p:cNvSpPr/>
            <p:nvPr/>
          </p:nvSpPr>
          <p:spPr>
            <a:xfrm>
              <a:off x="5763600" y="4139280"/>
              <a:ext cx="466200" cy="407160"/>
            </a:xfrm>
            <a:custGeom>
              <a:rect b="b" l="l" r="r" t="t"/>
              <a:pathLst>
                <a:path extrusionOk="0" h="8090" w="9264">
                  <a:moveTo>
                    <a:pt x="4505" y="1251"/>
                  </a:moveTo>
                  <a:cubicBezTo>
                    <a:pt x="4595" y="1251"/>
                    <a:pt x="4685" y="1267"/>
                    <a:pt x="4771" y="1304"/>
                  </a:cubicBezTo>
                  <a:cubicBezTo>
                    <a:pt x="5016" y="1407"/>
                    <a:pt x="5158" y="1661"/>
                    <a:pt x="5195" y="1915"/>
                  </a:cubicBezTo>
                  <a:cubicBezTo>
                    <a:pt x="5251" y="2286"/>
                    <a:pt x="4996" y="2610"/>
                    <a:pt x="4701" y="2803"/>
                  </a:cubicBezTo>
                  <a:cubicBezTo>
                    <a:pt x="4496" y="2939"/>
                    <a:pt x="4232" y="3039"/>
                    <a:pt x="3977" y="3039"/>
                  </a:cubicBezTo>
                  <a:cubicBezTo>
                    <a:pt x="3869" y="3039"/>
                    <a:pt x="3762" y="3021"/>
                    <a:pt x="3661" y="2980"/>
                  </a:cubicBezTo>
                  <a:cubicBezTo>
                    <a:pt x="3501" y="2917"/>
                    <a:pt x="3375" y="2795"/>
                    <a:pt x="3304" y="2637"/>
                  </a:cubicBezTo>
                  <a:cubicBezTo>
                    <a:pt x="3226" y="2463"/>
                    <a:pt x="3240" y="2277"/>
                    <a:pt x="3281" y="2097"/>
                  </a:cubicBezTo>
                  <a:cubicBezTo>
                    <a:pt x="3347" y="1802"/>
                    <a:pt x="3556" y="1350"/>
                    <a:pt x="3903" y="1350"/>
                  </a:cubicBezTo>
                  <a:cubicBezTo>
                    <a:pt x="3945" y="1350"/>
                    <a:pt x="3990" y="1357"/>
                    <a:pt x="4037" y="1372"/>
                  </a:cubicBezTo>
                  <a:cubicBezTo>
                    <a:pt x="4040" y="1375"/>
                    <a:pt x="4042" y="1375"/>
                    <a:pt x="4047" y="1378"/>
                  </a:cubicBezTo>
                  <a:cubicBezTo>
                    <a:pt x="4187" y="1301"/>
                    <a:pt x="4346" y="1251"/>
                    <a:pt x="4505" y="1251"/>
                  </a:cubicBezTo>
                  <a:close/>
                  <a:moveTo>
                    <a:pt x="5322" y="2643"/>
                  </a:moveTo>
                  <a:cubicBezTo>
                    <a:pt x="5332" y="2643"/>
                    <a:pt x="5342" y="2645"/>
                    <a:pt x="5350" y="2650"/>
                  </a:cubicBezTo>
                  <a:cubicBezTo>
                    <a:pt x="5379" y="2667"/>
                    <a:pt x="5384" y="2703"/>
                    <a:pt x="5372" y="2730"/>
                  </a:cubicBezTo>
                  <a:cubicBezTo>
                    <a:pt x="5270" y="2952"/>
                    <a:pt x="5182" y="3191"/>
                    <a:pt x="5029" y="3384"/>
                  </a:cubicBezTo>
                  <a:cubicBezTo>
                    <a:pt x="5020" y="3396"/>
                    <a:pt x="5006" y="3401"/>
                    <a:pt x="4992" y="3401"/>
                  </a:cubicBezTo>
                  <a:cubicBezTo>
                    <a:pt x="4975" y="3401"/>
                    <a:pt x="4958" y="3395"/>
                    <a:pt x="4947" y="3384"/>
                  </a:cubicBezTo>
                  <a:cubicBezTo>
                    <a:pt x="4922" y="3360"/>
                    <a:pt x="4927" y="3326"/>
                    <a:pt x="4947" y="3303"/>
                  </a:cubicBezTo>
                  <a:cubicBezTo>
                    <a:pt x="5017" y="3214"/>
                    <a:pt x="5071" y="3108"/>
                    <a:pt x="5118" y="3006"/>
                  </a:cubicBezTo>
                  <a:cubicBezTo>
                    <a:pt x="5172" y="2895"/>
                    <a:pt x="5220" y="2782"/>
                    <a:pt x="5272" y="2671"/>
                  </a:cubicBezTo>
                  <a:cubicBezTo>
                    <a:pt x="5281" y="2653"/>
                    <a:pt x="5302" y="2643"/>
                    <a:pt x="5322" y="2643"/>
                  </a:cubicBezTo>
                  <a:close/>
                  <a:moveTo>
                    <a:pt x="2116" y="3367"/>
                  </a:moveTo>
                  <a:cubicBezTo>
                    <a:pt x="2126" y="3367"/>
                    <a:pt x="2136" y="3368"/>
                    <a:pt x="2145" y="3370"/>
                  </a:cubicBezTo>
                  <a:cubicBezTo>
                    <a:pt x="2159" y="3374"/>
                    <a:pt x="2173" y="3381"/>
                    <a:pt x="2183" y="3391"/>
                  </a:cubicBezTo>
                  <a:cubicBezTo>
                    <a:pt x="2196" y="3401"/>
                    <a:pt x="2204" y="3410"/>
                    <a:pt x="2213" y="3424"/>
                  </a:cubicBezTo>
                  <a:cubicBezTo>
                    <a:pt x="2224" y="3438"/>
                    <a:pt x="2233" y="3454"/>
                    <a:pt x="2241" y="3468"/>
                  </a:cubicBezTo>
                  <a:cubicBezTo>
                    <a:pt x="2253" y="3486"/>
                    <a:pt x="2258" y="3505"/>
                    <a:pt x="2258" y="3526"/>
                  </a:cubicBezTo>
                  <a:lnTo>
                    <a:pt x="2253" y="3559"/>
                  </a:lnTo>
                  <a:cubicBezTo>
                    <a:pt x="2247" y="3578"/>
                    <a:pt x="2238" y="3595"/>
                    <a:pt x="2223" y="3610"/>
                  </a:cubicBezTo>
                  <a:cubicBezTo>
                    <a:pt x="2216" y="3615"/>
                    <a:pt x="2209" y="3622"/>
                    <a:pt x="2199" y="3628"/>
                  </a:cubicBezTo>
                  <a:cubicBezTo>
                    <a:pt x="2187" y="3636"/>
                    <a:pt x="2170" y="3639"/>
                    <a:pt x="2156" y="3642"/>
                  </a:cubicBezTo>
                  <a:cubicBezTo>
                    <a:pt x="2151" y="3643"/>
                    <a:pt x="2146" y="3644"/>
                    <a:pt x="2140" y="3644"/>
                  </a:cubicBezTo>
                  <a:cubicBezTo>
                    <a:pt x="2130" y="3644"/>
                    <a:pt x="2120" y="3642"/>
                    <a:pt x="2111" y="3639"/>
                  </a:cubicBezTo>
                  <a:cubicBezTo>
                    <a:pt x="2097" y="3636"/>
                    <a:pt x="2083" y="3629"/>
                    <a:pt x="2071" y="3618"/>
                  </a:cubicBezTo>
                  <a:cubicBezTo>
                    <a:pt x="2060" y="3610"/>
                    <a:pt x="2050" y="3601"/>
                    <a:pt x="2041" y="3587"/>
                  </a:cubicBezTo>
                  <a:cubicBezTo>
                    <a:pt x="2033" y="3573"/>
                    <a:pt x="2024" y="3557"/>
                    <a:pt x="2013" y="3543"/>
                  </a:cubicBezTo>
                  <a:cubicBezTo>
                    <a:pt x="2003" y="3525"/>
                    <a:pt x="1998" y="3505"/>
                    <a:pt x="1998" y="3483"/>
                  </a:cubicBezTo>
                  <a:lnTo>
                    <a:pt x="2003" y="3452"/>
                  </a:lnTo>
                  <a:cubicBezTo>
                    <a:pt x="2007" y="3432"/>
                    <a:pt x="2017" y="3414"/>
                    <a:pt x="2033" y="3401"/>
                  </a:cubicBezTo>
                  <a:cubicBezTo>
                    <a:pt x="2040" y="3396"/>
                    <a:pt x="2047" y="3388"/>
                    <a:pt x="2056" y="3383"/>
                  </a:cubicBezTo>
                  <a:cubicBezTo>
                    <a:pt x="2068" y="3374"/>
                    <a:pt x="2084" y="3370"/>
                    <a:pt x="2098" y="3369"/>
                  </a:cubicBezTo>
                  <a:cubicBezTo>
                    <a:pt x="2104" y="3368"/>
                    <a:pt x="2110" y="3367"/>
                    <a:pt x="2116" y="3367"/>
                  </a:cubicBezTo>
                  <a:close/>
                  <a:moveTo>
                    <a:pt x="7806" y="3649"/>
                  </a:moveTo>
                  <a:cubicBezTo>
                    <a:pt x="7955" y="3649"/>
                    <a:pt x="7952" y="3879"/>
                    <a:pt x="7806" y="3879"/>
                  </a:cubicBezTo>
                  <a:cubicBezTo>
                    <a:pt x="7657" y="3879"/>
                    <a:pt x="7657" y="3649"/>
                    <a:pt x="7806" y="3649"/>
                  </a:cubicBezTo>
                  <a:close/>
                  <a:moveTo>
                    <a:pt x="5710" y="3682"/>
                  </a:moveTo>
                  <a:cubicBezTo>
                    <a:pt x="5859" y="3682"/>
                    <a:pt x="5859" y="3913"/>
                    <a:pt x="5710" y="3913"/>
                  </a:cubicBezTo>
                  <a:cubicBezTo>
                    <a:pt x="5563" y="3913"/>
                    <a:pt x="5563" y="3682"/>
                    <a:pt x="5710" y="3682"/>
                  </a:cubicBezTo>
                  <a:close/>
                  <a:moveTo>
                    <a:pt x="2659" y="4064"/>
                  </a:moveTo>
                  <a:cubicBezTo>
                    <a:pt x="2674" y="4064"/>
                    <a:pt x="2689" y="4070"/>
                    <a:pt x="2700" y="4081"/>
                  </a:cubicBezTo>
                  <a:cubicBezTo>
                    <a:pt x="2723" y="4104"/>
                    <a:pt x="2722" y="4141"/>
                    <a:pt x="2700" y="4162"/>
                  </a:cubicBezTo>
                  <a:cubicBezTo>
                    <a:pt x="2695" y="4169"/>
                    <a:pt x="2688" y="4176"/>
                    <a:pt x="2683" y="4183"/>
                  </a:cubicBezTo>
                  <a:lnTo>
                    <a:pt x="2681" y="4185"/>
                  </a:lnTo>
                  <a:lnTo>
                    <a:pt x="2679" y="4188"/>
                  </a:lnTo>
                  <a:cubicBezTo>
                    <a:pt x="2678" y="4189"/>
                    <a:pt x="2674" y="4192"/>
                    <a:pt x="2672" y="4196"/>
                  </a:cubicBezTo>
                  <a:cubicBezTo>
                    <a:pt x="2664" y="4210"/>
                    <a:pt x="2655" y="4225"/>
                    <a:pt x="2645" y="4240"/>
                  </a:cubicBezTo>
                  <a:cubicBezTo>
                    <a:pt x="2628" y="4273"/>
                    <a:pt x="2614" y="4303"/>
                    <a:pt x="2600" y="4334"/>
                  </a:cubicBezTo>
                  <a:cubicBezTo>
                    <a:pt x="2571" y="4402"/>
                    <a:pt x="2543" y="4471"/>
                    <a:pt x="2502" y="4535"/>
                  </a:cubicBezTo>
                  <a:cubicBezTo>
                    <a:pt x="2491" y="4552"/>
                    <a:pt x="2471" y="4563"/>
                    <a:pt x="2451" y="4563"/>
                  </a:cubicBezTo>
                  <a:cubicBezTo>
                    <a:pt x="2442" y="4563"/>
                    <a:pt x="2433" y="4561"/>
                    <a:pt x="2424" y="4556"/>
                  </a:cubicBezTo>
                  <a:cubicBezTo>
                    <a:pt x="2397" y="4539"/>
                    <a:pt x="2387" y="4502"/>
                    <a:pt x="2403" y="4475"/>
                  </a:cubicBezTo>
                  <a:cubicBezTo>
                    <a:pt x="2485" y="4348"/>
                    <a:pt x="2513" y="4192"/>
                    <a:pt x="2620" y="4081"/>
                  </a:cubicBezTo>
                  <a:cubicBezTo>
                    <a:pt x="2630" y="4070"/>
                    <a:pt x="2644" y="4064"/>
                    <a:pt x="2659" y="4064"/>
                  </a:cubicBezTo>
                  <a:close/>
                  <a:moveTo>
                    <a:pt x="4139" y="4508"/>
                  </a:moveTo>
                  <a:cubicBezTo>
                    <a:pt x="4288" y="4508"/>
                    <a:pt x="4288" y="4738"/>
                    <a:pt x="4139" y="4738"/>
                  </a:cubicBezTo>
                  <a:cubicBezTo>
                    <a:pt x="3991" y="4738"/>
                    <a:pt x="3991" y="4508"/>
                    <a:pt x="4139" y="4508"/>
                  </a:cubicBezTo>
                  <a:close/>
                  <a:moveTo>
                    <a:pt x="6354" y="4794"/>
                  </a:moveTo>
                  <a:cubicBezTo>
                    <a:pt x="6363" y="4794"/>
                    <a:pt x="6372" y="4796"/>
                    <a:pt x="6379" y="4801"/>
                  </a:cubicBezTo>
                  <a:cubicBezTo>
                    <a:pt x="6460" y="4862"/>
                    <a:pt x="6518" y="4942"/>
                    <a:pt x="6575" y="5025"/>
                  </a:cubicBezTo>
                  <a:cubicBezTo>
                    <a:pt x="6589" y="5045"/>
                    <a:pt x="6603" y="5066"/>
                    <a:pt x="6617" y="5085"/>
                  </a:cubicBezTo>
                  <a:cubicBezTo>
                    <a:pt x="6632" y="5106"/>
                    <a:pt x="6644" y="5120"/>
                    <a:pt x="6656" y="5136"/>
                  </a:cubicBezTo>
                  <a:cubicBezTo>
                    <a:pt x="6670" y="5154"/>
                    <a:pt x="6684" y="5170"/>
                    <a:pt x="6701" y="5185"/>
                  </a:cubicBezTo>
                  <a:cubicBezTo>
                    <a:pt x="6709" y="5195"/>
                    <a:pt x="6718" y="5202"/>
                    <a:pt x="6725" y="5211"/>
                  </a:cubicBezTo>
                  <a:cubicBezTo>
                    <a:pt x="6731" y="5214"/>
                    <a:pt x="6734" y="5218"/>
                    <a:pt x="6739" y="5224"/>
                  </a:cubicBezTo>
                  <a:cubicBezTo>
                    <a:pt x="6741" y="5225"/>
                    <a:pt x="6743" y="5225"/>
                    <a:pt x="6741" y="5225"/>
                  </a:cubicBezTo>
                  <a:cubicBezTo>
                    <a:pt x="6743" y="5225"/>
                    <a:pt x="6743" y="5226"/>
                    <a:pt x="6745" y="5226"/>
                  </a:cubicBezTo>
                  <a:cubicBezTo>
                    <a:pt x="6769" y="5245"/>
                    <a:pt x="6782" y="5276"/>
                    <a:pt x="6765" y="5304"/>
                  </a:cubicBezTo>
                  <a:cubicBezTo>
                    <a:pt x="6755" y="5322"/>
                    <a:pt x="6733" y="5334"/>
                    <a:pt x="6713" y="5334"/>
                  </a:cubicBezTo>
                  <a:cubicBezTo>
                    <a:pt x="6703" y="5334"/>
                    <a:pt x="6694" y="5331"/>
                    <a:pt x="6687" y="5326"/>
                  </a:cubicBezTo>
                  <a:cubicBezTo>
                    <a:pt x="6605" y="5268"/>
                    <a:pt x="6546" y="5187"/>
                    <a:pt x="6490" y="5105"/>
                  </a:cubicBezTo>
                  <a:cubicBezTo>
                    <a:pt x="6476" y="5085"/>
                    <a:pt x="6461" y="5063"/>
                    <a:pt x="6447" y="5045"/>
                  </a:cubicBezTo>
                  <a:cubicBezTo>
                    <a:pt x="6435" y="5027"/>
                    <a:pt x="6419" y="5005"/>
                    <a:pt x="6408" y="4993"/>
                  </a:cubicBezTo>
                  <a:cubicBezTo>
                    <a:pt x="6393" y="4976"/>
                    <a:pt x="6379" y="4957"/>
                    <a:pt x="6365" y="4943"/>
                  </a:cubicBezTo>
                  <a:lnTo>
                    <a:pt x="6341" y="4919"/>
                  </a:lnTo>
                  <a:cubicBezTo>
                    <a:pt x="6335" y="4915"/>
                    <a:pt x="6332" y="4912"/>
                    <a:pt x="6328" y="4908"/>
                  </a:cubicBezTo>
                  <a:cubicBezTo>
                    <a:pt x="6327" y="4906"/>
                    <a:pt x="6323" y="4903"/>
                    <a:pt x="6320" y="4903"/>
                  </a:cubicBezTo>
                  <a:lnTo>
                    <a:pt x="6318" y="4901"/>
                  </a:lnTo>
                  <a:lnTo>
                    <a:pt x="6318" y="4899"/>
                  </a:lnTo>
                  <a:cubicBezTo>
                    <a:pt x="6294" y="4881"/>
                    <a:pt x="6283" y="4851"/>
                    <a:pt x="6300" y="4823"/>
                  </a:cubicBezTo>
                  <a:cubicBezTo>
                    <a:pt x="6310" y="4806"/>
                    <a:pt x="6333" y="4794"/>
                    <a:pt x="6354" y="4794"/>
                  </a:cubicBezTo>
                  <a:close/>
                  <a:moveTo>
                    <a:pt x="5648" y="5735"/>
                  </a:moveTo>
                  <a:cubicBezTo>
                    <a:pt x="5797" y="5735"/>
                    <a:pt x="5797" y="5966"/>
                    <a:pt x="5648" y="5966"/>
                  </a:cubicBezTo>
                  <a:cubicBezTo>
                    <a:pt x="5499" y="5966"/>
                    <a:pt x="5499" y="5735"/>
                    <a:pt x="5648" y="5735"/>
                  </a:cubicBezTo>
                  <a:close/>
                  <a:moveTo>
                    <a:pt x="1989" y="5776"/>
                  </a:moveTo>
                  <a:cubicBezTo>
                    <a:pt x="2138" y="5776"/>
                    <a:pt x="2138" y="6006"/>
                    <a:pt x="1989" y="6006"/>
                  </a:cubicBezTo>
                  <a:cubicBezTo>
                    <a:pt x="1840" y="6006"/>
                    <a:pt x="1840" y="5776"/>
                    <a:pt x="1989" y="5776"/>
                  </a:cubicBezTo>
                  <a:close/>
                  <a:moveTo>
                    <a:pt x="3402" y="5904"/>
                  </a:moveTo>
                  <a:cubicBezTo>
                    <a:pt x="3423" y="5904"/>
                    <a:pt x="3443" y="5915"/>
                    <a:pt x="3453" y="5934"/>
                  </a:cubicBezTo>
                  <a:cubicBezTo>
                    <a:pt x="3470" y="5961"/>
                    <a:pt x="3457" y="5995"/>
                    <a:pt x="3432" y="6012"/>
                  </a:cubicBezTo>
                  <a:cubicBezTo>
                    <a:pt x="3269" y="6122"/>
                    <a:pt x="3094" y="6209"/>
                    <a:pt x="2933" y="6320"/>
                  </a:cubicBezTo>
                  <a:cubicBezTo>
                    <a:pt x="2925" y="6326"/>
                    <a:pt x="2916" y="6328"/>
                    <a:pt x="2906" y="6328"/>
                  </a:cubicBezTo>
                  <a:cubicBezTo>
                    <a:pt x="2886" y="6328"/>
                    <a:pt x="2865" y="6317"/>
                    <a:pt x="2855" y="6299"/>
                  </a:cubicBezTo>
                  <a:cubicBezTo>
                    <a:pt x="2839" y="6271"/>
                    <a:pt x="2849" y="6238"/>
                    <a:pt x="2876" y="6221"/>
                  </a:cubicBezTo>
                  <a:cubicBezTo>
                    <a:pt x="3038" y="6111"/>
                    <a:pt x="3215" y="6023"/>
                    <a:pt x="3375" y="5912"/>
                  </a:cubicBezTo>
                  <a:cubicBezTo>
                    <a:pt x="3383" y="5907"/>
                    <a:pt x="3393" y="5904"/>
                    <a:pt x="3402" y="5904"/>
                  </a:cubicBezTo>
                  <a:close/>
                  <a:moveTo>
                    <a:pt x="4863" y="6272"/>
                  </a:moveTo>
                  <a:cubicBezTo>
                    <a:pt x="4961" y="6277"/>
                    <a:pt x="5039" y="6350"/>
                    <a:pt x="5102" y="6417"/>
                  </a:cubicBezTo>
                  <a:cubicBezTo>
                    <a:pt x="5138" y="6452"/>
                    <a:pt x="5170" y="6492"/>
                    <a:pt x="5203" y="6527"/>
                  </a:cubicBezTo>
                  <a:cubicBezTo>
                    <a:pt x="5220" y="6543"/>
                    <a:pt x="5236" y="6560"/>
                    <a:pt x="5251" y="6574"/>
                  </a:cubicBezTo>
                  <a:cubicBezTo>
                    <a:pt x="5260" y="6584"/>
                    <a:pt x="5270" y="6591"/>
                    <a:pt x="5277" y="6598"/>
                  </a:cubicBezTo>
                  <a:cubicBezTo>
                    <a:pt x="5278" y="6600"/>
                    <a:pt x="5278" y="6600"/>
                    <a:pt x="5280" y="6600"/>
                  </a:cubicBezTo>
                  <a:lnTo>
                    <a:pt x="5281" y="6601"/>
                  </a:lnTo>
                  <a:lnTo>
                    <a:pt x="5284" y="6601"/>
                  </a:lnTo>
                  <a:lnTo>
                    <a:pt x="5284" y="6602"/>
                  </a:lnTo>
                  <a:cubicBezTo>
                    <a:pt x="5287" y="6605"/>
                    <a:pt x="5292" y="6608"/>
                    <a:pt x="5295" y="6612"/>
                  </a:cubicBezTo>
                  <a:cubicBezTo>
                    <a:pt x="5321" y="6634"/>
                    <a:pt x="5331" y="6668"/>
                    <a:pt x="5315" y="6693"/>
                  </a:cubicBezTo>
                  <a:cubicBezTo>
                    <a:pt x="5305" y="6711"/>
                    <a:pt x="5285" y="6722"/>
                    <a:pt x="5265" y="6722"/>
                  </a:cubicBezTo>
                  <a:cubicBezTo>
                    <a:pt x="5255" y="6722"/>
                    <a:pt x="5245" y="6720"/>
                    <a:pt x="5237" y="6714"/>
                  </a:cubicBezTo>
                  <a:cubicBezTo>
                    <a:pt x="5159" y="6663"/>
                    <a:pt x="5101" y="6587"/>
                    <a:pt x="5037" y="6519"/>
                  </a:cubicBezTo>
                  <a:cubicBezTo>
                    <a:pt x="5022" y="6500"/>
                    <a:pt x="5005" y="6485"/>
                    <a:pt x="4989" y="6469"/>
                  </a:cubicBezTo>
                  <a:cubicBezTo>
                    <a:pt x="4981" y="6459"/>
                    <a:pt x="4972" y="6451"/>
                    <a:pt x="4961" y="6444"/>
                  </a:cubicBezTo>
                  <a:cubicBezTo>
                    <a:pt x="4958" y="6441"/>
                    <a:pt x="4952" y="6437"/>
                    <a:pt x="4948" y="6434"/>
                  </a:cubicBezTo>
                  <a:cubicBezTo>
                    <a:pt x="4947" y="6431"/>
                    <a:pt x="4944" y="6430"/>
                    <a:pt x="4941" y="6428"/>
                  </a:cubicBezTo>
                  <a:cubicBezTo>
                    <a:pt x="4927" y="6415"/>
                    <a:pt x="4910" y="6407"/>
                    <a:pt x="4894" y="6398"/>
                  </a:cubicBezTo>
                  <a:lnTo>
                    <a:pt x="4891" y="6396"/>
                  </a:lnTo>
                  <a:cubicBezTo>
                    <a:pt x="4888" y="6394"/>
                    <a:pt x="4883" y="6394"/>
                    <a:pt x="4880" y="6393"/>
                  </a:cubicBezTo>
                  <a:cubicBezTo>
                    <a:pt x="4876" y="6390"/>
                    <a:pt x="4873" y="6390"/>
                    <a:pt x="4869" y="6390"/>
                  </a:cubicBezTo>
                  <a:cubicBezTo>
                    <a:pt x="4866" y="6389"/>
                    <a:pt x="4863" y="6389"/>
                    <a:pt x="4863" y="6389"/>
                  </a:cubicBezTo>
                  <a:cubicBezTo>
                    <a:pt x="4832" y="6387"/>
                    <a:pt x="4805" y="6364"/>
                    <a:pt x="4805" y="6330"/>
                  </a:cubicBezTo>
                  <a:cubicBezTo>
                    <a:pt x="4805" y="6301"/>
                    <a:pt x="4832" y="6272"/>
                    <a:pt x="4863" y="6272"/>
                  </a:cubicBezTo>
                  <a:close/>
                  <a:moveTo>
                    <a:pt x="4950" y="1"/>
                  </a:moveTo>
                  <a:cubicBezTo>
                    <a:pt x="4474" y="1"/>
                    <a:pt x="4027" y="298"/>
                    <a:pt x="3673" y="614"/>
                  </a:cubicBezTo>
                  <a:cubicBezTo>
                    <a:pt x="3315" y="933"/>
                    <a:pt x="3026" y="1328"/>
                    <a:pt x="2635" y="1611"/>
                  </a:cubicBezTo>
                  <a:cubicBezTo>
                    <a:pt x="2326" y="1835"/>
                    <a:pt x="1976" y="1931"/>
                    <a:pt x="1611" y="1931"/>
                  </a:cubicBezTo>
                  <a:cubicBezTo>
                    <a:pt x="1512" y="1931"/>
                    <a:pt x="1413" y="1924"/>
                    <a:pt x="1313" y="1910"/>
                  </a:cubicBezTo>
                  <a:cubicBezTo>
                    <a:pt x="1042" y="1952"/>
                    <a:pt x="787" y="2066"/>
                    <a:pt x="571" y="2239"/>
                  </a:cubicBezTo>
                  <a:cubicBezTo>
                    <a:pt x="447" y="2336"/>
                    <a:pt x="344" y="2453"/>
                    <a:pt x="237" y="2568"/>
                  </a:cubicBezTo>
                  <a:cubicBezTo>
                    <a:pt x="143" y="2673"/>
                    <a:pt x="58" y="2792"/>
                    <a:pt x="21" y="2929"/>
                  </a:cubicBezTo>
                  <a:cubicBezTo>
                    <a:pt x="8" y="2972"/>
                    <a:pt x="2" y="3014"/>
                    <a:pt x="1" y="3057"/>
                  </a:cubicBezTo>
                  <a:cubicBezTo>
                    <a:pt x="9" y="3072"/>
                    <a:pt x="14" y="3092"/>
                    <a:pt x="4" y="3114"/>
                  </a:cubicBezTo>
                  <a:cubicBezTo>
                    <a:pt x="2" y="3115"/>
                    <a:pt x="2" y="3119"/>
                    <a:pt x="1" y="3119"/>
                  </a:cubicBezTo>
                  <a:cubicBezTo>
                    <a:pt x="9" y="3285"/>
                    <a:pt x="82" y="3447"/>
                    <a:pt x="164" y="3593"/>
                  </a:cubicBezTo>
                  <a:cubicBezTo>
                    <a:pt x="412" y="4022"/>
                    <a:pt x="797" y="4393"/>
                    <a:pt x="837" y="4910"/>
                  </a:cubicBezTo>
                  <a:cubicBezTo>
                    <a:pt x="860" y="5208"/>
                    <a:pt x="793" y="5497"/>
                    <a:pt x="716" y="5785"/>
                  </a:cubicBezTo>
                  <a:cubicBezTo>
                    <a:pt x="722" y="5799"/>
                    <a:pt x="719" y="5813"/>
                    <a:pt x="709" y="5829"/>
                  </a:cubicBezTo>
                  <a:cubicBezTo>
                    <a:pt x="708" y="5834"/>
                    <a:pt x="704" y="5837"/>
                    <a:pt x="701" y="5841"/>
                  </a:cubicBezTo>
                  <a:cubicBezTo>
                    <a:pt x="663" y="5982"/>
                    <a:pt x="626" y="6124"/>
                    <a:pt x="596" y="6261"/>
                  </a:cubicBezTo>
                  <a:cubicBezTo>
                    <a:pt x="512" y="6658"/>
                    <a:pt x="518" y="7138"/>
                    <a:pt x="918" y="7365"/>
                  </a:cubicBezTo>
                  <a:cubicBezTo>
                    <a:pt x="1035" y="7431"/>
                    <a:pt x="1165" y="7457"/>
                    <a:pt x="1299" y="7457"/>
                  </a:cubicBezTo>
                  <a:cubicBezTo>
                    <a:pt x="1527" y="7457"/>
                    <a:pt x="1764" y="7383"/>
                    <a:pt x="1965" y="7314"/>
                  </a:cubicBezTo>
                  <a:cubicBezTo>
                    <a:pt x="2356" y="7181"/>
                    <a:pt x="2732" y="6996"/>
                    <a:pt x="3131" y="6883"/>
                  </a:cubicBezTo>
                  <a:cubicBezTo>
                    <a:pt x="3291" y="6837"/>
                    <a:pt x="3456" y="6806"/>
                    <a:pt x="3620" y="6806"/>
                  </a:cubicBezTo>
                  <a:cubicBezTo>
                    <a:pt x="3793" y="6806"/>
                    <a:pt x="3964" y="6841"/>
                    <a:pt x="4126" y="6930"/>
                  </a:cubicBezTo>
                  <a:cubicBezTo>
                    <a:pt x="4442" y="7101"/>
                    <a:pt x="4669" y="7400"/>
                    <a:pt x="4910" y="7658"/>
                  </a:cubicBezTo>
                  <a:cubicBezTo>
                    <a:pt x="5087" y="7847"/>
                    <a:pt x="5315" y="8090"/>
                    <a:pt x="5589" y="8090"/>
                  </a:cubicBezTo>
                  <a:cubicBezTo>
                    <a:pt x="5622" y="8090"/>
                    <a:pt x="5655" y="8087"/>
                    <a:pt x="5689" y="8079"/>
                  </a:cubicBezTo>
                  <a:cubicBezTo>
                    <a:pt x="5885" y="8038"/>
                    <a:pt x="6066" y="7889"/>
                    <a:pt x="6204" y="7750"/>
                  </a:cubicBezTo>
                  <a:cubicBezTo>
                    <a:pt x="6369" y="7587"/>
                    <a:pt x="6494" y="7393"/>
                    <a:pt x="6600" y="7189"/>
                  </a:cubicBezTo>
                  <a:cubicBezTo>
                    <a:pt x="6820" y="6775"/>
                    <a:pt x="6960" y="6323"/>
                    <a:pt x="7184" y="5908"/>
                  </a:cubicBezTo>
                  <a:cubicBezTo>
                    <a:pt x="7293" y="5703"/>
                    <a:pt x="7427" y="5508"/>
                    <a:pt x="7591" y="5341"/>
                  </a:cubicBezTo>
                  <a:cubicBezTo>
                    <a:pt x="7752" y="5177"/>
                    <a:pt x="7942" y="5035"/>
                    <a:pt x="8117" y="4885"/>
                  </a:cubicBezTo>
                  <a:cubicBezTo>
                    <a:pt x="8471" y="4582"/>
                    <a:pt x="8849" y="4260"/>
                    <a:pt x="9063" y="3838"/>
                  </a:cubicBezTo>
                  <a:cubicBezTo>
                    <a:pt x="9263" y="3447"/>
                    <a:pt x="9195" y="3051"/>
                    <a:pt x="8975" y="2708"/>
                  </a:cubicBezTo>
                  <a:cubicBezTo>
                    <a:pt x="8973" y="2707"/>
                    <a:pt x="8973" y="2707"/>
                    <a:pt x="8973" y="2704"/>
                  </a:cubicBezTo>
                  <a:cubicBezTo>
                    <a:pt x="8930" y="2637"/>
                    <a:pt x="8882" y="2574"/>
                    <a:pt x="8829" y="2511"/>
                  </a:cubicBezTo>
                  <a:cubicBezTo>
                    <a:pt x="8559" y="2192"/>
                    <a:pt x="8200" y="1998"/>
                    <a:pt x="7825" y="1830"/>
                  </a:cubicBezTo>
                  <a:cubicBezTo>
                    <a:pt x="7821" y="1830"/>
                    <a:pt x="7817" y="1830"/>
                    <a:pt x="7813" y="1830"/>
                  </a:cubicBezTo>
                  <a:cubicBezTo>
                    <a:pt x="7796" y="1830"/>
                    <a:pt x="7778" y="1824"/>
                    <a:pt x="7765" y="1807"/>
                  </a:cubicBezTo>
                  <a:cubicBezTo>
                    <a:pt x="7762" y="1804"/>
                    <a:pt x="7761" y="1801"/>
                    <a:pt x="7760" y="1800"/>
                  </a:cubicBezTo>
                  <a:cubicBezTo>
                    <a:pt x="7290" y="1590"/>
                    <a:pt x="6797" y="1410"/>
                    <a:pt x="6422" y="1059"/>
                  </a:cubicBezTo>
                  <a:cubicBezTo>
                    <a:pt x="6058" y="720"/>
                    <a:pt x="5804" y="227"/>
                    <a:pt x="5304" y="58"/>
                  </a:cubicBezTo>
                  <a:cubicBezTo>
                    <a:pt x="5185" y="18"/>
                    <a:pt x="5066" y="1"/>
                    <a:pt x="4950" y="1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12" name="Google Shape;1112;p12"/>
            <p:cNvSpPr/>
            <p:nvPr/>
          </p:nvSpPr>
          <p:spPr>
            <a:xfrm>
              <a:off x="6150600" y="4175280"/>
              <a:ext cx="27000" cy="55440"/>
            </a:xfrm>
            <a:custGeom>
              <a:rect b="b" l="l" r="r" t="t"/>
              <a:pathLst>
                <a:path extrusionOk="0" h="1109" w="543">
                  <a:moveTo>
                    <a:pt x="486" y="0"/>
                  </a:moveTo>
                  <a:cubicBezTo>
                    <a:pt x="457" y="0"/>
                    <a:pt x="428" y="18"/>
                    <a:pt x="427" y="55"/>
                  </a:cubicBezTo>
                  <a:cubicBezTo>
                    <a:pt x="426" y="147"/>
                    <a:pt x="378" y="230"/>
                    <a:pt x="328" y="303"/>
                  </a:cubicBezTo>
                  <a:cubicBezTo>
                    <a:pt x="270" y="393"/>
                    <a:pt x="199" y="472"/>
                    <a:pt x="138" y="558"/>
                  </a:cubicBezTo>
                  <a:cubicBezTo>
                    <a:pt x="83" y="636"/>
                    <a:pt x="36" y="726"/>
                    <a:pt x="18" y="815"/>
                  </a:cubicBezTo>
                  <a:cubicBezTo>
                    <a:pt x="1" y="904"/>
                    <a:pt x="12" y="995"/>
                    <a:pt x="75" y="1077"/>
                  </a:cubicBezTo>
                  <a:cubicBezTo>
                    <a:pt x="76" y="1080"/>
                    <a:pt x="79" y="1083"/>
                    <a:pt x="80" y="1084"/>
                  </a:cubicBezTo>
                  <a:cubicBezTo>
                    <a:pt x="93" y="1102"/>
                    <a:pt x="112" y="1109"/>
                    <a:pt x="130" y="1109"/>
                  </a:cubicBezTo>
                  <a:cubicBezTo>
                    <a:pt x="133" y="1109"/>
                    <a:pt x="136" y="1109"/>
                    <a:pt x="140" y="1108"/>
                  </a:cubicBezTo>
                  <a:cubicBezTo>
                    <a:pt x="178" y="1101"/>
                    <a:pt x="208" y="1063"/>
                    <a:pt x="179" y="1026"/>
                  </a:cubicBezTo>
                  <a:cubicBezTo>
                    <a:pt x="138" y="975"/>
                    <a:pt x="118" y="921"/>
                    <a:pt x="124" y="863"/>
                  </a:cubicBezTo>
                  <a:cubicBezTo>
                    <a:pt x="124" y="843"/>
                    <a:pt x="130" y="822"/>
                    <a:pt x="137" y="801"/>
                  </a:cubicBezTo>
                  <a:cubicBezTo>
                    <a:pt x="165" y="713"/>
                    <a:pt x="225" y="635"/>
                    <a:pt x="280" y="558"/>
                  </a:cubicBezTo>
                  <a:cubicBezTo>
                    <a:pt x="392" y="411"/>
                    <a:pt x="541" y="252"/>
                    <a:pt x="542" y="55"/>
                  </a:cubicBezTo>
                  <a:cubicBezTo>
                    <a:pt x="543" y="18"/>
                    <a:pt x="515" y="0"/>
                    <a:pt x="486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7700" lIns="91425" spcFirstLastPara="1" rIns="91425" wrap="square" tIns="27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13" name="Google Shape;1113;p12"/>
            <p:cNvSpPr/>
            <p:nvPr/>
          </p:nvSpPr>
          <p:spPr>
            <a:xfrm>
              <a:off x="6100560" y="4142880"/>
              <a:ext cx="24840" cy="57240"/>
            </a:xfrm>
            <a:custGeom>
              <a:rect b="b" l="l" r="r" t="t"/>
              <a:pathLst>
                <a:path extrusionOk="0" h="1144" w="502">
                  <a:moveTo>
                    <a:pt x="446" y="1"/>
                  </a:moveTo>
                  <a:cubicBezTo>
                    <a:pt x="417" y="1"/>
                    <a:pt x="387" y="19"/>
                    <a:pt x="384" y="56"/>
                  </a:cubicBezTo>
                  <a:cubicBezTo>
                    <a:pt x="379" y="145"/>
                    <a:pt x="339" y="226"/>
                    <a:pt x="298" y="303"/>
                  </a:cubicBezTo>
                  <a:cubicBezTo>
                    <a:pt x="250" y="390"/>
                    <a:pt x="194" y="478"/>
                    <a:pt x="149" y="566"/>
                  </a:cubicBezTo>
                  <a:cubicBezTo>
                    <a:pt x="58" y="740"/>
                    <a:pt x="0" y="929"/>
                    <a:pt x="92" y="1113"/>
                  </a:cubicBezTo>
                  <a:cubicBezTo>
                    <a:pt x="103" y="1135"/>
                    <a:pt x="120" y="1144"/>
                    <a:pt x="138" y="1144"/>
                  </a:cubicBezTo>
                  <a:cubicBezTo>
                    <a:pt x="176" y="1144"/>
                    <a:pt x="215" y="1102"/>
                    <a:pt x="192" y="1056"/>
                  </a:cubicBezTo>
                  <a:cubicBezTo>
                    <a:pt x="107" y="885"/>
                    <a:pt x="204" y="702"/>
                    <a:pt x="289" y="552"/>
                  </a:cubicBezTo>
                  <a:cubicBezTo>
                    <a:pt x="377" y="399"/>
                    <a:pt x="489" y="239"/>
                    <a:pt x="499" y="56"/>
                  </a:cubicBezTo>
                  <a:cubicBezTo>
                    <a:pt x="502" y="19"/>
                    <a:pt x="475" y="1"/>
                    <a:pt x="446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8800" lIns="91425" spcFirstLastPara="1" rIns="91425" wrap="square" tIns="28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14" name="Google Shape;1114;p12"/>
            <p:cNvSpPr/>
            <p:nvPr/>
          </p:nvSpPr>
          <p:spPr>
            <a:xfrm>
              <a:off x="6034680" y="4092840"/>
              <a:ext cx="19800" cy="49320"/>
            </a:xfrm>
            <a:custGeom>
              <a:rect b="b" l="l" r="r" t="t"/>
              <a:pathLst>
                <a:path extrusionOk="0" h="987" w="402">
                  <a:moveTo>
                    <a:pt x="344" y="1"/>
                  </a:moveTo>
                  <a:cubicBezTo>
                    <a:pt x="315" y="1"/>
                    <a:pt x="285" y="19"/>
                    <a:pt x="284" y="56"/>
                  </a:cubicBezTo>
                  <a:cubicBezTo>
                    <a:pt x="273" y="358"/>
                    <a:pt x="113" y="637"/>
                    <a:pt x="15" y="918"/>
                  </a:cubicBezTo>
                  <a:cubicBezTo>
                    <a:pt x="0" y="959"/>
                    <a:pt x="35" y="986"/>
                    <a:pt x="71" y="986"/>
                  </a:cubicBezTo>
                  <a:cubicBezTo>
                    <a:pt x="94" y="986"/>
                    <a:pt x="117" y="975"/>
                    <a:pt x="127" y="947"/>
                  </a:cubicBezTo>
                  <a:cubicBezTo>
                    <a:pt x="229" y="657"/>
                    <a:pt x="389" y="369"/>
                    <a:pt x="399" y="56"/>
                  </a:cubicBezTo>
                  <a:cubicBezTo>
                    <a:pt x="401" y="19"/>
                    <a:pt x="373" y="1"/>
                    <a:pt x="344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4825" lIns="91425" spcFirstLastPara="1" rIns="91425" wrap="square" tIns="24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15" name="Google Shape;1115;p12"/>
            <p:cNvSpPr/>
            <p:nvPr/>
          </p:nvSpPr>
          <p:spPr>
            <a:xfrm>
              <a:off x="5976360" y="4096440"/>
              <a:ext cx="17280" cy="41760"/>
            </a:xfrm>
            <a:custGeom>
              <a:rect b="b" l="l" r="r" t="t"/>
              <a:pathLst>
                <a:path extrusionOk="0" h="835" w="352">
                  <a:moveTo>
                    <a:pt x="81" y="1"/>
                  </a:moveTo>
                  <a:cubicBezTo>
                    <a:pt x="56" y="1"/>
                    <a:pt x="29" y="16"/>
                    <a:pt x="24" y="43"/>
                  </a:cubicBezTo>
                  <a:cubicBezTo>
                    <a:pt x="4" y="154"/>
                    <a:pt x="0" y="272"/>
                    <a:pt x="3" y="385"/>
                  </a:cubicBezTo>
                  <a:cubicBezTo>
                    <a:pt x="9" y="511"/>
                    <a:pt x="23" y="656"/>
                    <a:pt x="106" y="756"/>
                  </a:cubicBezTo>
                  <a:cubicBezTo>
                    <a:pt x="147" y="805"/>
                    <a:pt x="203" y="834"/>
                    <a:pt x="268" y="834"/>
                  </a:cubicBezTo>
                  <a:cubicBezTo>
                    <a:pt x="270" y="834"/>
                    <a:pt x="273" y="834"/>
                    <a:pt x="276" y="834"/>
                  </a:cubicBezTo>
                  <a:cubicBezTo>
                    <a:pt x="349" y="830"/>
                    <a:pt x="351" y="717"/>
                    <a:pt x="280" y="717"/>
                  </a:cubicBezTo>
                  <a:cubicBezTo>
                    <a:pt x="280" y="717"/>
                    <a:pt x="279" y="717"/>
                    <a:pt x="278" y="717"/>
                  </a:cubicBezTo>
                  <a:lnTo>
                    <a:pt x="258" y="717"/>
                  </a:lnTo>
                  <a:cubicBezTo>
                    <a:pt x="256" y="716"/>
                    <a:pt x="245" y="713"/>
                    <a:pt x="244" y="712"/>
                  </a:cubicBezTo>
                  <a:cubicBezTo>
                    <a:pt x="237" y="711"/>
                    <a:pt x="236" y="711"/>
                    <a:pt x="235" y="711"/>
                  </a:cubicBezTo>
                  <a:cubicBezTo>
                    <a:pt x="235" y="711"/>
                    <a:pt x="236" y="711"/>
                    <a:pt x="232" y="710"/>
                  </a:cubicBezTo>
                  <a:cubicBezTo>
                    <a:pt x="228" y="705"/>
                    <a:pt x="221" y="702"/>
                    <a:pt x="215" y="698"/>
                  </a:cubicBezTo>
                  <a:cubicBezTo>
                    <a:pt x="214" y="697"/>
                    <a:pt x="213" y="697"/>
                    <a:pt x="212" y="697"/>
                  </a:cubicBezTo>
                  <a:cubicBezTo>
                    <a:pt x="212" y="697"/>
                    <a:pt x="212" y="697"/>
                    <a:pt x="212" y="697"/>
                  </a:cubicBezTo>
                  <a:lnTo>
                    <a:pt x="212" y="697"/>
                  </a:lnTo>
                  <a:cubicBezTo>
                    <a:pt x="212" y="697"/>
                    <a:pt x="212" y="696"/>
                    <a:pt x="207" y="691"/>
                  </a:cubicBezTo>
                  <a:cubicBezTo>
                    <a:pt x="201" y="685"/>
                    <a:pt x="196" y="681"/>
                    <a:pt x="193" y="676"/>
                  </a:cubicBezTo>
                  <a:lnTo>
                    <a:pt x="193" y="676"/>
                  </a:lnTo>
                  <a:cubicBezTo>
                    <a:pt x="194" y="677"/>
                    <a:pt x="195" y="678"/>
                    <a:pt x="195" y="678"/>
                  </a:cubicBezTo>
                  <a:cubicBezTo>
                    <a:pt x="195" y="678"/>
                    <a:pt x="187" y="666"/>
                    <a:pt x="186" y="664"/>
                  </a:cubicBezTo>
                  <a:cubicBezTo>
                    <a:pt x="181" y="657"/>
                    <a:pt x="176" y="653"/>
                    <a:pt x="173" y="646"/>
                  </a:cubicBezTo>
                  <a:cubicBezTo>
                    <a:pt x="146" y="595"/>
                    <a:pt x="132" y="520"/>
                    <a:pt x="125" y="459"/>
                  </a:cubicBezTo>
                  <a:cubicBezTo>
                    <a:pt x="118" y="385"/>
                    <a:pt x="116" y="308"/>
                    <a:pt x="119" y="235"/>
                  </a:cubicBezTo>
                  <a:cubicBezTo>
                    <a:pt x="122" y="201"/>
                    <a:pt x="123" y="167"/>
                    <a:pt x="126" y="134"/>
                  </a:cubicBezTo>
                  <a:cubicBezTo>
                    <a:pt x="126" y="129"/>
                    <a:pt x="129" y="120"/>
                    <a:pt x="129" y="114"/>
                  </a:cubicBezTo>
                  <a:cubicBezTo>
                    <a:pt x="129" y="111"/>
                    <a:pt x="131" y="99"/>
                    <a:pt x="131" y="99"/>
                  </a:cubicBezTo>
                  <a:lnTo>
                    <a:pt x="131" y="99"/>
                  </a:lnTo>
                  <a:cubicBezTo>
                    <a:pt x="131" y="99"/>
                    <a:pt x="131" y="100"/>
                    <a:pt x="130" y="104"/>
                  </a:cubicBezTo>
                  <a:lnTo>
                    <a:pt x="136" y="73"/>
                  </a:lnTo>
                  <a:cubicBezTo>
                    <a:pt x="142" y="43"/>
                    <a:pt x="128" y="11"/>
                    <a:pt x="95" y="2"/>
                  </a:cubicBezTo>
                  <a:cubicBezTo>
                    <a:pt x="91" y="1"/>
                    <a:pt x="86" y="1"/>
                    <a:pt x="81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0875" lIns="91425" spcFirstLastPara="1" rIns="91425" wrap="square" tIns="20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16" name="Google Shape;1116;p12"/>
            <p:cNvSpPr/>
            <p:nvPr/>
          </p:nvSpPr>
          <p:spPr>
            <a:xfrm>
              <a:off x="5902920" y="4116600"/>
              <a:ext cx="38520" cy="56520"/>
            </a:xfrm>
            <a:custGeom>
              <a:rect b="b" l="l" r="r" t="t"/>
              <a:pathLst>
                <a:path extrusionOk="0" h="1128" w="772">
                  <a:moveTo>
                    <a:pt x="121" y="113"/>
                  </a:moveTo>
                  <a:cubicBezTo>
                    <a:pt x="122" y="114"/>
                    <a:pt x="122" y="114"/>
                    <a:pt x="122" y="114"/>
                  </a:cubicBezTo>
                  <a:cubicBezTo>
                    <a:pt x="122" y="114"/>
                    <a:pt x="122" y="114"/>
                    <a:pt x="121" y="113"/>
                  </a:cubicBezTo>
                  <a:close/>
                  <a:moveTo>
                    <a:pt x="120" y="1"/>
                  </a:moveTo>
                  <a:cubicBezTo>
                    <a:pt x="101" y="1"/>
                    <a:pt x="81" y="5"/>
                    <a:pt x="60" y="15"/>
                  </a:cubicBezTo>
                  <a:cubicBezTo>
                    <a:pt x="1" y="42"/>
                    <a:pt x="37" y="121"/>
                    <a:pt x="92" y="121"/>
                  </a:cubicBezTo>
                  <a:cubicBezTo>
                    <a:pt x="100" y="121"/>
                    <a:pt x="109" y="119"/>
                    <a:pt x="118" y="115"/>
                  </a:cubicBezTo>
                  <a:cubicBezTo>
                    <a:pt x="119" y="114"/>
                    <a:pt x="120" y="114"/>
                    <a:pt x="121" y="113"/>
                  </a:cubicBezTo>
                  <a:lnTo>
                    <a:pt x="121" y="113"/>
                  </a:lnTo>
                  <a:cubicBezTo>
                    <a:pt x="126" y="117"/>
                    <a:pt x="131" y="120"/>
                    <a:pt x="133" y="124"/>
                  </a:cubicBezTo>
                  <a:cubicBezTo>
                    <a:pt x="154" y="154"/>
                    <a:pt x="169" y="188"/>
                    <a:pt x="181" y="224"/>
                  </a:cubicBezTo>
                  <a:cubicBezTo>
                    <a:pt x="214" y="320"/>
                    <a:pt x="232" y="421"/>
                    <a:pt x="257" y="518"/>
                  </a:cubicBezTo>
                  <a:cubicBezTo>
                    <a:pt x="275" y="598"/>
                    <a:pt x="292" y="688"/>
                    <a:pt x="334" y="761"/>
                  </a:cubicBezTo>
                  <a:cubicBezTo>
                    <a:pt x="411" y="894"/>
                    <a:pt x="553" y="979"/>
                    <a:pt x="643" y="1102"/>
                  </a:cubicBezTo>
                  <a:cubicBezTo>
                    <a:pt x="656" y="1120"/>
                    <a:pt x="673" y="1127"/>
                    <a:pt x="691" y="1127"/>
                  </a:cubicBezTo>
                  <a:cubicBezTo>
                    <a:pt x="732" y="1127"/>
                    <a:pt x="772" y="1087"/>
                    <a:pt x="741" y="1044"/>
                  </a:cubicBezTo>
                  <a:cubicBezTo>
                    <a:pt x="660" y="931"/>
                    <a:pt x="550" y="846"/>
                    <a:pt x="462" y="741"/>
                  </a:cubicBezTo>
                  <a:cubicBezTo>
                    <a:pt x="415" y="686"/>
                    <a:pt x="400" y="620"/>
                    <a:pt x="381" y="550"/>
                  </a:cubicBezTo>
                  <a:cubicBezTo>
                    <a:pt x="360" y="463"/>
                    <a:pt x="343" y="377"/>
                    <a:pt x="320" y="292"/>
                  </a:cubicBezTo>
                  <a:cubicBezTo>
                    <a:pt x="300" y="218"/>
                    <a:pt x="281" y="140"/>
                    <a:pt x="240" y="76"/>
                  </a:cubicBezTo>
                  <a:cubicBezTo>
                    <a:pt x="209" y="30"/>
                    <a:pt x="168" y="1"/>
                    <a:pt x="120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8425" lIns="91425" spcFirstLastPara="1" rIns="91425" wrap="square" tIns="28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117" name="Google Shape;1117;p12"/>
          <p:cNvGrpSpPr/>
          <p:nvPr/>
        </p:nvGrpSpPr>
        <p:grpSpPr>
          <a:xfrm>
            <a:off x="8056800" y="1995480"/>
            <a:ext cx="801360" cy="942840"/>
            <a:chOff x="8056800" y="1995480"/>
            <a:chExt cx="801360" cy="942840"/>
          </a:xfrm>
        </p:grpSpPr>
        <p:sp>
          <p:nvSpPr>
            <p:cNvPr id="1118" name="Google Shape;1118;p12"/>
            <p:cNvSpPr/>
            <p:nvPr/>
          </p:nvSpPr>
          <p:spPr>
            <a:xfrm>
              <a:off x="8265600" y="1995480"/>
              <a:ext cx="373680" cy="942840"/>
            </a:xfrm>
            <a:custGeom>
              <a:rect b="b" l="l" r="r" t="t"/>
              <a:pathLst>
                <a:path extrusionOk="0" h="18720" w="7423">
                  <a:moveTo>
                    <a:pt x="837" y="0"/>
                  </a:moveTo>
                  <a:cubicBezTo>
                    <a:pt x="791" y="0"/>
                    <a:pt x="745" y="24"/>
                    <a:pt x="726" y="80"/>
                  </a:cubicBezTo>
                  <a:cubicBezTo>
                    <a:pt x="480" y="833"/>
                    <a:pt x="228" y="1597"/>
                    <a:pt x="99" y="2379"/>
                  </a:cubicBezTo>
                  <a:cubicBezTo>
                    <a:pt x="21" y="2852"/>
                    <a:pt x="1" y="3333"/>
                    <a:pt x="114" y="3800"/>
                  </a:cubicBezTo>
                  <a:cubicBezTo>
                    <a:pt x="230" y="4269"/>
                    <a:pt x="457" y="4704"/>
                    <a:pt x="678" y="5130"/>
                  </a:cubicBezTo>
                  <a:cubicBezTo>
                    <a:pt x="999" y="5749"/>
                    <a:pt x="1330" y="6348"/>
                    <a:pt x="1720" y="6927"/>
                  </a:cubicBezTo>
                  <a:cubicBezTo>
                    <a:pt x="2628" y="8276"/>
                    <a:pt x="3675" y="9524"/>
                    <a:pt x="4641" y="10832"/>
                  </a:cubicBezTo>
                  <a:cubicBezTo>
                    <a:pt x="5027" y="11355"/>
                    <a:pt x="5379" y="11895"/>
                    <a:pt x="5719" y="12449"/>
                  </a:cubicBezTo>
                  <a:cubicBezTo>
                    <a:pt x="6001" y="12907"/>
                    <a:pt x="6289" y="13363"/>
                    <a:pt x="6513" y="13852"/>
                  </a:cubicBezTo>
                  <a:cubicBezTo>
                    <a:pt x="7098" y="15119"/>
                    <a:pt x="7060" y="16498"/>
                    <a:pt x="6770" y="17838"/>
                  </a:cubicBezTo>
                  <a:cubicBezTo>
                    <a:pt x="6717" y="18086"/>
                    <a:pt x="6654" y="18333"/>
                    <a:pt x="6588" y="18577"/>
                  </a:cubicBezTo>
                  <a:cubicBezTo>
                    <a:pt x="6564" y="18663"/>
                    <a:pt x="6635" y="18719"/>
                    <a:pt x="6704" y="18719"/>
                  </a:cubicBezTo>
                  <a:cubicBezTo>
                    <a:pt x="6749" y="18719"/>
                    <a:pt x="6794" y="18695"/>
                    <a:pt x="6809" y="18639"/>
                  </a:cubicBezTo>
                  <a:cubicBezTo>
                    <a:pt x="7196" y="17228"/>
                    <a:pt x="7422" y="15698"/>
                    <a:pt x="6933" y="14281"/>
                  </a:cubicBezTo>
                  <a:cubicBezTo>
                    <a:pt x="6758" y="13773"/>
                    <a:pt x="6503" y="13298"/>
                    <a:pt x="6226" y="12837"/>
                  </a:cubicBezTo>
                  <a:cubicBezTo>
                    <a:pt x="5924" y="12336"/>
                    <a:pt x="5625" y="11831"/>
                    <a:pt x="5292" y="11349"/>
                  </a:cubicBezTo>
                  <a:cubicBezTo>
                    <a:pt x="4385" y="10036"/>
                    <a:pt x="3350" y="8813"/>
                    <a:pt x="2414" y="7517"/>
                  </a:cubicBezTo>
                  <a:cubicBezTo>
                    <a:pt x="1975" y="6910"/>
                    <a:pt x="1548" y="6289"/>
                    <a:pt x="1197" y="5624"/>
                  </a:cubicBezTo>
                  <a:cubicBezTo>
                    <a:pt x="940" y="5138"/>
                    <a:pt x="663" y="4653"/>
                    <a:pt x="466" y="4139"/>
                  </a:cubicBezTo>
                  <a:cubicBezTo>
                    <a:pt x="304" y="3720"/>
                    <a:pt x="240" y="3289"/>
                    <a:pt x="273" y="2841"/>
                  </a:cubicBezTo>
                  <a:cubicBezTo>
                    <a:pt x="323" y="2162"/>
                    <a:pt x="525" y="1495"/>
                    <a:pt x="722" y="849"/>
                  </a:cubicBezTo>
                  <a:cubicBezTo>
                    <a:pt x="794" y="610"/>
                    <a:pt x="871" y="374"/>
                    <a:pt x="948" y="139"/>
                  </a:cubicBezTo>
                  <a:cubicBezTo>
                    <a:pt x="976" y="55"/>
                    <a:pt x="907" y="0"/>
                    <a:pt x="837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19" name="Google Shape;1119;p12"/>
            <p:cNvSpPr/>
            <p:nvPr/>
          </p:nvSpPr>
          <p:spPr>
            <a:xfrm>
              <a:off x="8065080" y="2157840"/>
              <a:ext cx="779400" cy="618120"/>
            </a:xfrm>
            <a:custGeom>
              <a:rect b="b" l="l" r="r" t="t"/>
              <a:pathLst>
                <a:path extrusionOk="0" h="12281" w="15482">
                  <a:moveTo>
                    <a:pt x="15342" y="0"/>
                  </a:moveTo>
                  <a:cubicBezTo>
                    <a:pt x="15296" y="0"/>
                    <a:pt x="15252" y="25"/>
                    <a:pt x="15235" y="82"/>
                  </a:cubicBezTo>
                  <a:cubicBezTo>
                    <a:pt x="15024" y="817"/>
                    <a:pt x="14816" y="1564"/>
                    <a:pt x="14503" y="2263"/>
                  </a:cubicBezTo>
                  <a:cubicBezTo>
                    <a:pt x="14316" y="2678"/>
                    <a:pt x="14082" y="3072"/>
                    <a:pt x="13746" y="3384"/>
                  </a:cubicBezTo>
                  <a:cubicBezTo>
                    <a:pt x="13414" y="3691"/>
                    <a:pt x="13011" y="3911"/>
                    <a:pt x="12615" y="4128"/>
                  </a:cubicBezTo>
                  <a:cubicBezTo>
                    <a:pt x="12003" y="4462"/>
                    <a:pt x="11388" y="4782"/>
                    <a:pt x="10742" y="5047"/>
                  </a:cubicBezTo>
                  <a:cubicBezTo>
                    <a:pt x="9170" y="5686"/>
                    <a:pt x="7533" y="6147"/>
                    <a:pt x="5939" y="6722"/>
                  </a:cubicBezTo>
                  <a:cubicBezTo>
                    <a:pt x="5324" y="6943"/>
                    <a:pt x="4733" y="7204"/>
                    <a:pt x="4139" y="7475"/>
                  </a:cubicBezTo>
                  <a:cubicBezTo>
                    <a:pt x="3650" y="7697"/>
                    <a:pt x="3162" y="7921"/>
                    <a:pt x="2710" y="8215"/>
                  </a:cubicBezTo>
                  <a:cubicBezTo>
                    <a:pt x="1529" y="8974"/>
                    <a:pt x="796" y="10159"/>
                    <a:pt x="285" y="11441"/>
                  </a:cubicBezTo>
                  <a:cubicBezTo>
                    <a:pt x="193" y="11672"/>
                    <a:pt x="109" y="11903"/>
                    <a:pt x="30" y="12140"/>
                  </a:cubicBezTo>
                  <a:cubicBezTo>
                    <a:pt x="1" y="12224"/>
                    <a:pt x="71" y="12280"/>
                    <a:pt x="141" y="12280"/>
                  </a:cubicBezTo>
                  <a:cubicBezTo>
                    <a:pt x="187" y="12280"/>
                    <a:pt x="233" y="12256"/>
                    <a:pt x="251" y="12201"/>
                  </a:cubicBezTo>
                  <a:cubicBezTo>
                    <a:pt x="723" y="10815"/>
                    <a:pt x="1394" y="9422"/>
                    <a:pt x="2620" y="8552"/>
                  </a:cubicBezTo>
                  <a:cubicBezTo>
                    <a:pt x="3060" y="8243"/>
                    <a:pt x="3541" y="8003"/>
                    <a:pt x="4027" y="7779"/>
                  </a:cubicBezTo>
                  <a:cubicBezTo>
                    <a:pt x="4594" y="7520"/>
                    <a:pt x="5160" y="7259"/>
                    <a:pt x="5746" y="7040"/>
                  </a:cubicBezTo>
                  <a:cubicBezTo>
                    <a:pt x="7328" y="6449"/>
                    <a:pt x="8958" y="5994"/>
                    <a:pt x="10531" y="5377"/>
                  </a:cubicBezTo>
                  <a:cubicBezTo>
                    <a:pt x="11211" y="5111"/>
                    <a:pt x="11861" y="4799"/>
                    <a:pt x="12505" y="4451"/>
                  </a:cubicBezTo>
                  <a:cubicBezTo>
                    <a:pt x="12927" y="4223"/>
                    <a:pt x="13358" y="3997"/>
                    <a:pt x="13735" y="3697"/>
                  </a:cubicBezTo>
                  <a:cubicBezTo>
                    <a:pt x="14610" y="2998"/>
                    <a:pt x="14949" y="1840"/>
                    <a:pt x="15261" y="813"/>
                  </a:cubicBezTo>
                  <a:cubicBezTo>
                    <a:pt x="15327" y="592"/>
                    <a:pt x="15393" y="368"/>
                    <a:pt x="15456" y="145"/>
                  </a:cubicBezTo>
                  <a:cubicBezTo>
                    <a:pt x="15481" y="57"/>
                    <a:pt x="15411" y="0"/>
                    <a:pt x="15342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20" name="Google Shape;1120;p12"/>
            <p:cNvSpPr/>
            <p:nvPr/>
          </p:nvSpPr>
          <p:spPr>
            <a:xfrm>
              <a:off x="8290800" y="2057400"/>
              <a:ext cx="533520" cy="167760"/>
            </a:xfrm>
            <a:custGeom>
              <a:rect b="b" l="l" r="r" t="t"/>
              <a:pathLst>
                <a:path extrusionOk="0" h="3339" w="10597">
                  <a:moveTo>
                    <a:pt x="34" y="0"/>
                  </a:moveTo>
                  <a:lnTo>
                    <a:pt x="0" y="109"/>
                  </a:lnTo>
                  <a:lnTo>
                    <a:pt x="10563" y="3339"/>
                  </a:lnTo>
                  <a:lnTo>
                    <a:pt x="10596" y="3230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3875" lIns="91425" spcFirstLastPara="1" rIns="91425" wrap="square" tIns="83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21" name="Google Shape;1121;p12"/>
            <p:cNvSpPr/>
            <p:nvPr/>
          </p:nvSpPr>
          <p:spPr>
            <a:xfrm>
              <a:off x="8275320" y="2166840"/>
              <a:ext cx="490680" cy="154800"/>
            </a:xfrm>
            <a:custGeom>
              <a:rect b="b" l="l" r="r" t="t"/>
              <a:pathLst>
                <a:path extrusionOk="0" h="3080" w="9746">
                  <a:moveTo>
                    <a:pt x="33" y="0"/>
                  </a:moveTo>
                  <a:lnTo>
                    <a:pt x="0" y="111"/>
                  </a:lnTo>
                  <a:lnTo>
                    <a:pt x="9712" y="3080"/>
                  </a:lnTo>
                  <a:lnTo>
                    <a:pt x="9746" y="2969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7400" lIns="91425" spcFirstLastPara="1" rIns="91425" wrap="square" tIns="77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22" name="Google Shape;1122;p12"/>
            <p:cNvSpPr/>
            <p:nvPr/>
          </p:nvSpPr>
          <p:spPr>
            <a:xfrm>
              <a:off x="8335080" y="2305440"/>
              <a:ext cx="311400" cy="100080"/>
            </a:xfrm>
            <a:custGeom>
              <a:rect b="b" l="l" r="r" t="t"/>
              <a:pathLst>
                <a:path extrusionOk="0" h="1992" w="6189">
                  <a:moveTo>
                    <a:pt x="34" y="0"/>
                  </a:moveTo>
                  <a:lnTo>
                    <a:pt x="0" y="109"/>
                  </a:lnTo>
                  <a:lnTo>
                    <a:pt x="6155" y="1991"/>
                  </a:lnTo>
                  <a:lnTo>
                    <a:pt x="6189" y="1881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025" lIns="91425" spcFirstLastPara="1" rIns="91425" wrap="square" tIns="50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23" name="Google Shape;1123;p12"/>
            <p:cNvSpPr/>
            <p:nvPr/>
          </p:nvSpPr>
          <p:spPr>
            <a:xfrm>
              <a:off x="8097840" y="2705760"/>
              <a:ext cx="533160" cy="167760"/>
            </a:xfrm>
            <a:custGeom>
              <a:rect b="b" l="l" r="r" t="t"/>
              <a:pathLst>
                <a:path extrusionOk="0" h="3338" w="10589">
                  <a:moveTo>
                    <a:pt x="34" y="0"/>
                  </a:moveTo>
                  <a:lnTo>
                    <a:pt x="0" y="111"/>
                  </a:lnTo>
                  <a:lnTo>
                    <a:pt x="10556" y="3337"/>
                  </a:lnTo>
                  <a:lnTo>
                    <a:pt x="10589" y="3228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3875" lIns="91425" spcFirstLastPara="1" rIns="91425" wrap="square" tIns="83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24" name="Google Shape;1124;p12"/>
            <p:cNvSpPr/>
            <p:nvPr/>
          </p:nvSpPr>
          <p:spPr>
            <a:xfrm>
              <a:off x="8162280" y="2606760"/>
              <a:ext cx="460440" cy="145800"/>
            </a:xfrm>
            <a:custGeom>
              <a:rect b="b" l="l" r="r" t="t"/>
              <a:pathLst>
                <a:path extrusionOk="0" h="2899" w="9148">
                  <a:moveTo>
                    <a:pt x="34" y="0"/>
                  </a:moveTo>
                  <a:lnTo>
                    <a:pt x="0" y="111"/>
                  </a:lnTo>
                  <a:lnTo>
                    <a:pt x="9115" y="2898"/>
                  </a:lnTo>
                  <a:lnTo>
                    <a:pt x="9148" y="2788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3075" lIns="91425" spcFirstLastPara="1" rIns="91425" wrap="square" tIns="730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25" name="Google Shape;1125;p12"/>
            <p:cNvSpPr/>
            <p:nvPr/>
          </p:nvSpPr>
          <p:spPr>
            <a:xfrm>
              <a:off x="8300520" y="2525040"/>
              <a:ext cx="262080" cy="84960"/>
            </a:xfrm>
            <a:custGeom>
              <a:rect b="b" l="l" r="r" t="t"/>
              <a:pathLst>
                <a:path extrusionOk="0" h="1695" w="5213">
                  <a:moveTo>
                    <a:pt x="34" y="1"/>
                  </a:moveTo>
                  <a:lnTo>
                    <a:pt x="0" y="111"/>
                  </a:lnTo>
                  <a:lnTo>
                    <a:pt x="5178" y="1694"/>
                  </a:lnTo>
                  <a:lnTo>
                    <a:pt x="5212" y="1584"/>
                  </a:lnTo>
                  <a:lnTo>
                    <a:pt x="34" y="1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2475" lIns="91425" spcFirstLastPara="1" rIns="91425" wrap="square" tIns="42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26" name="Google Shape;1126;p12"/>
            <p:cNvSpPr/>
            <p:nvPr/>
          </p:nvSpPr>
          <p:spPr>
            <a:xfrm>
              <a:off x="8256600" y="2028600"/>
              <a:ext cx="69480" cy="62280"/>
            </a:xfrm>
            <a:custGeom>
              <a:rect b="b" l="l" r="r" t="t"/>
              <a:pathLst>
                <a:path extrusionOk="0" h="1242" w="1389">
                  <a:moveTo>
                    <a:pt x="694" y="1"/>
                  </a:moveTo>
                  <a:cubicBezTo>
                    <a:pt x="428" y="1"/>
                    <a:pt x="182" y="173"/>
                    <a:pt x="100" y="440"/>
                  </a:cubicBezTo>
                  <a:cubicBezTo>
                    <a:pt x="1" y="769"/>
                    <a:pt x="185" y="1113"/>
                    <a:pt x="513" y="1215"/>
                  </a:cubicBezTo>
                  <a:cubicBezTo>
                    <a:pt x="572" y="1233"/>
                    <a:pt x="633" y="1242"/>
                    <a:pt x="693" y="1242"/>
                  </a:cubicBezTo>
                  <a:cubicBezTo>
                    <a:pt x="958" y="1242"/>
                    <a:pt x="1204" y="1070"/>
                    <a:pt x="1286" y="801"/>
                  </a:cubicBezTo>
                  <a:cubicBezTo>
                    <a:pt x="1388" y="474"/>
                    <a:pt x="1204" y="127"/>
                    <a:pt x="874" y="28"/>
                  </a:cubicBezTo>
                  <a:cubicBezTo>
                    <a:pt x="814" y="9"/>
                    <a:pt x="753" y="1"/>
                    <a:pt x="694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1300" lIns="91425" spcFirstLastPara="1" rIns="91425" wrap="square" tIns="31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27" name="Google Shape;1127;p12"/>
            <p:cNvSpPr/>
            <p:nvPr/>
          </p:nvSpPr>
          <p:spPr>
            <a:xfrm>
              <a:off x="8241840" y="2135880"/>
              <a:ext cx="69480" cy="62280"/>
            </a:xfrm>
            <a:custGeom>
              <a:rect b="b" l="l" r="r" t="t"/>
              <a:pathLst>
                <a:path extrusionOk="0" h="1242" w="1388">
                  <a:moveTo>
                    <a:pt x="694" y="0"/>
                  </a:moveTo>
                  <a:cubicBezTo>
                    <a:pt x="428" y="0"/>
                    <a:pt x="183" y="172"/>
                    <a:pt x="99" y="440"/>
                  </a:cubicBezTo>
                  <a:cubicBezTo>
                    <a:pt x="0" y="768"/>
                    <a:pt x="184" y="1113"/>
                    <a:pt x="513" y="1215"/>
                  </a:cubicBezTo>
                  <a:cubicBezTo>
                    <a:pt x="573" y="1233"/>
                    <a:pt x="634" y="1242"/>
                    <a:pt x="693" y="1242"/>
                  </a:cubicBezTo>
                  <a:cubicBezTo>
                    <a:pt x="959" y="1242"/>
                    <a:pt x="1205" y="1070"/>
                    <a:pt x="1287" y="801"/>
                  </a:cubicBezTo>
                  <a:cubicBezTo>
                    <a:pt x="1388" y="474"/>
                    <a:pt x="1203" y="126"/>
                    <a:pt x="875" y="27"/>
                  </a:cubicBezTo>
                  <a:cubicBezTo>
                    <a:pt x="814" y="9"/>
                    <a:pt x="753" y="0"/>
                    <a:pt x="694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1300" lIns="91425" spcFirstLastPara="1" rIns="91425" wrap="square" tIns="31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28" name="Google Shape;1128;p12"/>
            <p:cNvSpPr/>
            <p:nvPr/>
          </p:nvSpPr>
          <p:spPr>
            <a:xfrm>
              <a:off x="8300880" y="2277000"/>
              <a:ext cx="69480" cy="62280"/>
            </a:xfrm>
            <a:custGeom>
              <a:rect b="b" l="l" r="r" t="t"/>
              <a:pathLst>
                <a:path extrusionOk="0" h="1242" w="1389">
                  <a:moveTo>
                    <a:pt x="694" y="1"/>
                  </a:moveTo>
                  <a:cubicBezTo>
                    <a:pt x="428" y="1"/>
                    <a:pt x="182" y="173"/>
                    <a:pt x="100" y="441"/>
                  </a:cubicBezTo>
                  <a:cubicBezTo>
                    <a:pt x="1" y="769"/>
                    <a:pt x="185" y="1114"/>
                    <a:pt x="513" y="1215"/>
                  </a:cubicBezTo>
                  <a:cubicBezTo>
                    <a:pt x="573" y="1233"/>
                    <a:pt x="634" y="1242"/>
                    <a:pt x="693" y="1242"/>
                  </a:cubicBezTo>
                  <a:cubicBezTo>
                    <a:pt x="959" y="1242"/>
                    <a:pt x="1204" y="1070"/>
                    <a:pt x="1288" y="803"/>
                  </a:cubicBezTo>
                  <a:cubicBezTo>
                    <a:pt x="1388" y="474"/>
                    <a:pt x="1204" y="127"/>
                    <a:pt x="874" y="27"/>
                  </a:cubicBezTo>
                  <a:cubicBezTo>
                    <a:pt x="814" y="9"/>
                    <a:pt x="753" y="1"/>
                    <a:pt x="694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1300" lIns="91425" spcFirstLastPara="1" rIns="91425" wrap="square" tIns="31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29" name="Google Shape;1129;p12"/>
            <p:cNvSpPr/>
            <p:nvPr/>
          </p:nvSpPr>
          <p:spPr>
            <a:xfrm>
              <a:off x="8260920" y="2495160"/>
              <a:ext cx="69480" cy="62280"/>
            </a:xfrm>
            <a:custGeom>
              <a:rect b="b" l="l" r="r" t="t"/>
              <a:pathLst>
                <a:path extrusionOk="0" h="1241" w="1389">
                  <a:moveTo>
                    <a:pt x="694" y="1"/>
                  </a:moveTo>
                  <a:cubicBezTo>
                    <a:pt x="428" y="1"/>
                    <a:pt x="183" y="173"/>
                    <a:pt x="100" y="440"/>
                  </a:cubicBezTo>
                  <a:cubicBezTo>
                    <a:pt x="1" y="767"/>
                    <a:pt x="185" y="1113"/>
                    <a:pt x="514" y="1214"/>
                  </a:cubicBezTo>
                  <a:cubicBezTo>
                    <a:pt x="574" y="1232"/>
                    <a:pt x="634" y="1241"/>
                    <a:pt x="694" y="1241"/>
                  </a:cubicBezTo>
                  <a:cubicBezTo>
                    <a:pt x="960" y="1241"/>
                    <a:pt x="1205" y="1069"/>
                    <a:pt x="1288" y="801"/>
                  </a:cubicBezTo>
                  <a:cubicBezTo>
                    <a:pt x="1388" y="474"/>
                    <a:pt x="1204" y="127"/>
                    <a:pt x="875" y="28"/>
                  </a:cubicBezTo>
                  <a:cubicBezTo>
                    <a:pt x="815" y="9"/>
                    <a:pt x="754" y="1"/>
                    <a:pt x="694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1300" lIns="91425" spcFirstLastPara="1" rIns="91425" wrap="square" tIns="31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30" name="Google Shape;1130;p12"/>
            <p:cNvSpPr/>
            <p:nvPr/>
          </p:nvSpPr>
          <p:spPr>
            <a:xfrm>
              <a:off x="8527320" y="2576520"/>
              <a:ext cx="69480" cy="62280"/>
            </a:xfrm>
            <a:custGeom>
              <a:rect b="b" l="l" r="r" t="t"/>
              <a:pathLst>
                <a:path extrusionOk="0" h="1241" w="1386">
                  <a:moveTo>
                    <a:pt x="693" y="0"/>
                  </a:moveTo>
                  <a:cubicBezTo>
                    <a:pt x="428" y="0"/>
                    <a:pt x="182" y="172"/>
                    <a:pt x="100" y="439"/>
                  </a:cubicBezTo>
                  <a:cubicBezTo>
                    <a:pt x="1" y="767"/>
                    <a:pt x="185" y="1113"/>
                    <a:pt x="512" y="1213"/>
                  </a:cubicBezTo>
                  <a:cubicBezTo>
                    <a:pt x="572" y="1231"/>
                    <a:pt x="633" y="1240"/>
                    <a:pt x="693" y="1240"/>
                  </a:cubicBezTo>
                  <a:cubicBezTo>
                    <a:pt x="958" y="1240"/>
                    <a:pt x="1204" y="1068"/>
                    <a:pt x="1286" y="801"/>
                  </a:cubicBezTo>
                  <a:cubicBezTo>
                    <a:pt x="1385" y="473"/>
                    <a:pt x="1201" y="126"/>
                    <a:pt x="874" y="27"/>
                  </a:cubicBezTo>
                  <a:cubicBezTo>
                    <a:pt x="814" y="9"/>
                    <a:pt x="753" y="0"/>
                    <a:pt x="693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1300" lIns="91425" spcFirstLastPara="1" rIns="91425" wrap="square" tIns="31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31" name="Google Shape;1131;p12"/>
            <p:cNvSpPr/>
            <p:nvPr/>
          </p:nvSpPr>
          <p:spPr>
            <a:xfrm>
              <a:off x="8128080" y="2577960"/>
              <a:ext cx="69480" cy="62280"/>
            </a:xfrm>
            <a:custGeom>
              <a:rect b="b" l="l" r="r" t="t"/>
              <a:pathLst>
                <a:path extrusionOk="0" h="1242" w="1385">
                  <a:moveTo>
                    <a:pt x="693" y="0"/>
                  </a:moveTo>
                  <a:cubicBezTo>
                    <a:pt x="427" y="0"/>
                    <a:pt x="181" y="172"/>
                    <a:pt x="99" y="440"/>
                  </a:cubicBezTo>
                  <a:cubicBezTo>
                    <a:pt x="0" y="768"/>
                    <a:pt x="184" y="1113"/>
                    <a:pt x="512" y="1215"/>
                  </a:cubicBezTo>
                  <a:cubicBezTo>
                    <a:pt x="572" y="1233"/>
                    <a:pt x="632" y="1242"/>
                    <a:pt x="692" y="1242"/>
                  </a:cubicBezTo>
                  <a:cubicBezTo>
                    <a:pt x="958" y="1242"/>
                    <a:pt x="1203" y="1070"/>
                    <a:pt x="1285" y="801"/>
                  </a:cubicBezTo>
                  <a:cubicBezTo>
                    <a:pt x="1385" y="474"/>
                    <a:pt x="1200" y="126"/>
                    <a:pt x="873" y="27"/>
                  </a:cubicBezTo>
                  <a:cubicBezTo>
                    <a:pt x="813" y="9"/>
                    <a:pt x="752" y="0"/>
                    <a:pt x="693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1300" lIns="91425" spcFirstLastPara="1" rIns="91425" wrap="square" tIns="31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32" name="Google Shape;1132;p12"/>
            <p:cNvSpPr/>
            <p:nvPr/>
          </p:nvSpPr>
          <p:spPr>
            <a:xfrm>
              <a:off x="8577720" y="2715480"/>
              <a:ext cx="69480" cy="62280"/>
            </a:xfrm>
            <a:custGeom>
              <a:rect b="b" l="l" r="r" t="t"/>
              <a:pathLst>
                <a:path extrusionOk="0" h="1242" w="1389">
                  <a:moveTo>
                    <a:pt x="694" y="1"/>
                  </a:moveTo>
                  <a:cubicBezTo>
                    <a:pt x="428" y="1"/>
                    <a:pt x="182" y="173"/>
                    <a:pt x="100" y="441"/>
                  </a:cubicBezTo>
                  <a:cubicBezTo>
                    <a:pt x="1" y="769"/>
                    <a:pt x="185" y="1115"/>
                    <a:pt x="513" y="1215"/>
                  </a:cubicBezTo>
                  <a:cubicBezTo>
                    <a:pt x="573" y="1233"/>
                    <a:pt x="633" y="1242"/>
                    <a:pt x="693" y="1242"/>
                  </a:cubicBezTo>
                  <a:cubicBezTo>
                    <a:pt x="958" y="1242"/>
                    <a:pt x="1204" y="1070"/>
                    <a:pt x="1286" y="803"/>
                  </a:cubicBezTo>
                  <a:cubicBezTo>
                    <a:pt x="1388" y="474"/>
                    <a:pt x="1204" y="127"/>
                    <a:pt x="874" y="28"/>
                  </a:cubicBezTo>
                  <a:cubicBezTo>
                    <a:pt x="814" y="9"/>
                    <a:pt x="753" y="1"/>
                    <a:pt x="694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1300" lIns="91425" spcFirstLastPara="1" rIns="91425" wrap="square" tIns="31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33" name="Google Shape;1133;p12"/>
            <p:cNvSpPr/>
            <p:nvPr/>
          </p:nvSpPr>
          <p:spPr>
            <a:xfrm>
              <a:off x="8056800" y="2675160"/>
              <a:ext cx="69480" cy="62280"/>
            </a:xfrm>
            <a:custGeom>
              <a:rect b="b" l="l" r="r" t="t"/>
              <a:pathLst>
                <a:path extrusionOk="0" h="1241" w="1389">
                  <a:moveTo>
                    <a:pt x="694" y="0"/>
                  </a:moveTo>
                  <a:cubicBezTo>
                    <a:pt x="428" y="0"/>
                    <a:pt x="183" y="172"/>
                    <a:pt x="100" y="439"/>
                  </a:cubicBezTo>
                  <a:cubicBezTo>
                    <a:pt x="1" y="767"/>
                    <a:pt x="185" y="1113"/>
                    <a:pt x="514" y="1213"/>
                  </a:cubicBezTo>
                  <a:cubicBezTo>
                    <a:pt x="574" y="1231"/>
                    <a:pt x="634" y="1240"/>
                    <a:pt x="694" y="1240"/>
                  </a:cubicBezTo>
                  <a:cubicBezTo>
                    <a:pt x="960" y="1240"/>
                    <a:pt x="1205" y="1068"/>
                    <a:pt x="1288" y="801"/>
                  </a:cubicBezTo>
                  <a:cubicBezTo>
                    <a:pt x="1388" y="474"/>
                    <a:pt x="1204" y="126"/>
                    <a:pt x="875" y="27"/>
                  </a:cubicBezTo>
                  <a:cubicBezTo>
                    <a:pt x="815" y="9"/>
                    <a:pt x="754" y="0"/>
                    <a:pt x="694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1300" lIns="91425" spcFirstLastPara="1" rIns="91425" wrap="square" tIns="31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34" name="Google Shape;1134;p12"/>
            <p:cNvSpPr/>
            <p:nvPr/>
          </p:nvSpPr>
          <p:spPr>
            <a:xfrm>
              <a:off x="8595360" y="2839680"/>
              <a:ext cx="69480" cy="62280"/>
            </a:xfrm>
            <a:custGeom>
              <a:rect b="b" l="l" r="r" t="t"/>
              <a:pathLst>
                <a:path extrusionOk="0" h="1242" w="1388">
                  <a:moveTo>
                    <a:pt x="693" y="0"/>
                  </a:moveTo>
                  <a:cubicBezTo>
                    <a:pt x="428" y="0"/>
                    <a:pt x="182" y="172"/>
                    <a:pt x="100" y="439"/>
                  </a:cubicBezTo>
                  <a:cubicBezTo>
                    <a:pt x="1" y="768"/>
                    <a:pt x="185" y="1112"/>
                    <a:pt x="512" y="1215"/>
                  </a:cubicBezTo>
                  <a:cubicBezTo>
                    <a:pt x="572" y="1233"/>
                    <a:pt x="633" y="1241"/>
                    <a:pt x="693" y="1241"/>
                  </a:cubicBezTo>
                  <a:cubicBezTo>
                    <a:pt x="959" y="1241"/>
                    <a:pt x="1204" y="1069"/>
                    <a:pt x="1287" y="801"/>
                  </a:cubicBezTo>
                  <a:cubicBezTo>
                    <a:pt x="1388" y="473"/>
                    <a:pt x="1204" y="126"/>
                    <a:pt x="874" y="27"/>
                  </a:cubicBezTo>
                  <a:cubicBezTo>
                    <a:pt x="813" y="9"/>
                    <a:pt x="753" y="0"/>
                    <a:pt x="693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1300" lIns="91425" spcFirstLastPara="1" rIns="91425" wrap="square" tIns="31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35" name="Google Shape;1135;p12"/>
            <p:cNvSpPr/>
            <p:nvPr/>
          </p:nvSpPr>
          <p:spPr>
            <a:xfrm>
              <a:off x="8788680" y="2191320"/>
              <a:ext cx="69480" cy="62280"/>
            </a:xfrm>
            <a:custGeom>
              <a:rect b="b" l="l" r="r" t="t"/>
              <a:pathLst>
                <a:path extrusionOk="0" h="1241" w="1385">
                  <a:moveTo>
                    <a:pt x="693" y="0"/>
                  </a:moveTo>
                  <a:cubicBezTo>
                    <a:pt x="427" y="0"/>
                    <a:pt x="181" y="172"/>
                    <a:pt x="99" y="440"/>
                  </a:cubicBezTo>
                  <a:cubicBezTo>
                    <a:pt x="0" y="767"/>
                    <a:pt x="184" y="1113"/>
                    <a:pt x="512" y="1213"/>
                  </a:cubicBezTo>
                  <a:cubicBezTo>
                    <a:pt x="572" y="1231"/>
                    <a:pt x="632" y="1240"/>
                    <a:pt x="692" y="1240"/>
                  </a:cubicBezTo>
                  <a:cubicBezTo>
                    <a:pt x="958" y="1240"/>
                    <a:pt x="1203" y="1068"/>
                    <a:pt x="1285" y="801"/>
                  </a:cubicBezTo>
                  <a:cubicBezTo>
                    <a:pt x="1385" y="474"/>
                    <a:pt x="1200" y="126"/>
                    <a:pt x="873" y="27"/>
                  </a:cubicBezTo>
                  <a:cubicBezTo>
                    <a:pt x="813" y="9"/>
                    <a:pt x="752" y="0"/>
                    <a:pt x="693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1300" lIns="91425" spcFirstLastPara="1" rIns="91425" wrap="square" tIns="31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36" name="Google Shape;1136;p12"/>
            <p:cNvSpPr/>
            <p:nvPr/>
          </p:nvSpPr>
          <p:spPr>
            <a:xfrm>
              <a:off x="8739360" y="2288160"/>
              <a:ext cx="69480" cy="62280"/>
            </a:xfrm>
            <a:custGeom>
              <a:rect b="b" l="l" r="r" t="t"/>
              <a:pathLst>
                <a:path extrusionOk="0" h="1242" w="1387">
                  <a:moveTo>
                    <a:pt x="694" y="0"/>
                  </a:moveTo>
                  <a:cubicBezTo>
                    <a:pt x="428" y="0"/>
                    <a:pt x="183" y="172"/>
                    <a:pt x="100" y="441"/>
                  </a:cubicBezTo>
                  <a:cubicBezTo>
                    <a:pt x="0" y="768"/>
                    <a:pt x="185" y="1114"/>
                    <a:pt x="513" y="1215"/>
                  </a:cubicBezTo>
                  <a:cubicBezTo>
                    <a:pt x="573" y="1233"/>
                    <a:pt x="634" y="1241"/>
                    <a:pt x="694" y="1241"/>
                  </a:cubicBezTo>
                  <a:cubicBezTo>
                    <a:pt x="959" y="1241"/>
                    <a:pt x="1205" y="1070"/>
                    <a:pt x="1287" y="802"/>
                  </a:cubicBezTo>
                  <a:cubicBezTo>
                    <a:pt x="1386" y="473"/>
                    <a:pt x="1202" y="126"/>
                    <a:pt x="875" y="27"/>
                  </a:cubicBezTo>
                  <a:cubicBezTo>
                    <a:pt x="815" y="9"/>
                    <a:pt x="754" y="0"/>
                    <a:pt x="694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1300" lIns="91425" spcFirstLastPara="1" rIns="91425" wrap="square" tIns="31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37" name="Google Shape;1137;p12"/>
            <p:cNvSpPr/>
            <p:nvPr/>
          </p:nvSpPr>
          <p:spPr>
            <a:xfrm>
              <a:off x="8611200" y="2371680"/>
              <a:ext cx="69480" cy="62280"/>
            </a:xfrm>
            <a:custGeom>
              <a:rect b="b" l="l" r="r" t="t"/>
              <a:pathLst>
                <a:path extrusionOk="0" h="1241" w="1386">
                  <a:moveTo>
                    <a:pt x="694" y="1"/>
                  </a:moveTo>
                  <a:cubicBezTo>
                    <a:pt x="428" y="1"/>
                    <a:pt x="182" y="172"/>
                    <a:pt x="100" y="440"/>
                  </a:cubicBezTo>
                  <a:cubicBezTo>
                    <a:pt x="1" y="767"/>
                    <a:pt x="185" y="1113"/>
                    <a:pt x="512" y="1213"/>
                  </a:cubicBezTo>
                  <a:cubicBezTo>
                    <a:pt x="572" y="1232"/>
                    <a:pt x="633" y="1240"/>
                    <a:pt x="693" y="1240"/>
                  </a:cubicBezTo>
                  <a:cubicBezTo>
                    <a:pt x="958" y="1240"/>
                    <a:pt x="1204" y="1068"/>
                    <a:pt x="1286" y="801"/>
                  </a:cubicBezTo>
                  <a:cubicBezTo>
                    <a:pt x="1385" y="474"/>
                    <a:pt x="1201" y="127"/>
                    <a:pt x="874" y="27"/>
                  </a:cubicBezTo>
                  <a:cubicBezTo>
                    <a:pt x="814" y="9"/>
                    <a:pt x="753" y="1"/>
                    <a:pt x="694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1300" lIns="91425" spcFirstLastPara="1" rIns="91425" wrap="square" tIns="31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138" name="Google Shape;1138;p12"/>
          <p:cNvGrpSpPr/>
          <p:nvPr/>
        </p:nvGrpSpPr>
        <p:grpSpPr>
          <a:xfrm>
            <a:off x="5908320" y="41400"/>
            <a:ext cx="807840" cy="736920"/>
            <a:chOff x="5908320" y="41400"/>
            <a:chExt cx="807840" cy="736920"/>
          </a:xfrm>
        </p:grpSpPr>
        <p:sp>
          <p:nvSpPr>
            <p:cNvPr id="1139" name="Google Shape;1139;p12"/>
            <p:cNvSpPr/>
            <p:nvPr/>
          </p:nvSpPr>
          <p:spPr>
            <a:xfrm>
              <a:off x="5908320" y="41400"/>
              <a:ext cx="807840" cy="736920"/>
            </a:xfrm>
            <a:custGeom>
              <a:rect b="b" l="l" r="r" t="t"/>
              <a:pathLst>
                <a:path extrusionOk="0" h="14639" w="16043">
                  <a:moveTo>
                    <a:pt x="13422" y="1914"/>
                  </a:moveTo>
                  <a:cubicBezTo>
                    <a:pt x="13456" y="1985"/>
                    <a:pt x="13472" y="2063"/>
                    <a:pt x="13471" y="2141"/>
                  </a:cubicBezTo>
                  <a:cubicBezTo>
                    <a:pt x="13461" y="2092"/>
                    <a:pt x="13447" y="2045"/>
                    <a:pt x="13425" y="1998"/>
                  </a:cubicBezTo>
                  <a:cubicBezTo>
                    <a:pt x="13427" y="1971"/>
                    <a:pt x="13425" y="1943"/>
                    <a:pt x="13422" y="1914"/>
                  </a:cubicBezTo>
                  <a:close/>
                  <a:moveTo>
                    <a:pt x="8047" y="316"/>
                  </a:moveTo>
                  <a:cubicBezTo>
                    <a:pt x="8054" y="339"/>
                    <a:pt x="8066" y="363"/>
                    <a:pt x="8086" y="384"/>
                  </a:cubicBezTo>
                  <a:cubicBezTo>
                    <a:pt x="8699" y="1098"/>
                    <a:pt x="8893" y="2021"/>
                    <a:pt x="9011" y="2932"/>
                  </a:cubicBezTo>
                  <a:cubicBezTo>
                    <a:pt x="9034" y="3115"/>
                    <a:pt x="9054" y="3300"/>
                    <a:pt x="9072" y="3483"/>
                  </a:cubicBezTo>
                  <a:cubicBezTo>
                    <a:pt x="8827" y="3590"/>
                    <a:pt x="8583" y="3699"/>
                    <a:pt x="8342" y="3809"/>
                  </a:cubicBezTo>
                  <a:cubicBezTo>
                    <a:pt x="7679" y="3441"/>
                    <a:pt x="7007" y="3086"/>
                    <a:pt x="6320" y="2765"/>
                  </a:cubicBezTo>
                  <a:cubicBezTo>
                    <a:pt x="6449" y="1730"/>
                    <a:pt x="6802" y="404"/>
                    <a:pt x="8047" y="316"/>
                  </a:cubicBezTo>
                  <a:close/>
                  <a:moveTo>
                    <a:pt x="9110" y="3903"/>
                  </a:moveTo>
                  <a:cubicBezTo>
                    <a:pt x="9120" y="4025"/>
                    <a:pt x="9133" y="4145"/>
                    <a:pt x="9141" y="4267"/>
                  </a:cubicBezTo>
                  <a:cubicBezTo>
                    <a:pt x="9021" y="4195"/>
                    <a:pt x="8898" y="4125"/>
                    <a:pt x="8773" y="4054"/>
                  </a:cubicBezTo>
                  <a:cubicBezTo>
                    <a:pt x="8885" y="4003"/>
                    <a:pt x="8998" y="3954"/>
                    <a:pt x="9110" y="3903"/>
                  </a:cubicBezTo>
                  <a:close/>
                  <a:moveTo>
                    <a:pt x="6277" y="3137"/>
                  </a:moveTo>
                  <a:cubicBezTo>
                    <a:pt x="6843" y="3404"/>
                    <a:pt x="7394" y="3693"/>
                    <a:pt x="7941" y="3995"/>
                  </a:cubicBezTo>
                  <a:cubicBezTo>
                    <a:pt x="7319" y="4287"/>
                    <a:pt x="6705" y="4596"/>
                    <a:pt x="6100" y="4916"/>
                  </a:cubicBezTo>
                  <a:cubicBezTo>
                    <a:pt x="6153" y="4322"/>
                    <a:pt x="6212" y="3731"/>
                    <a:pt x="6277" y="3137"/>
                  </a:cubicBezTo>
                  <a:close/>
                  <a:moveTo>
                    <a:pt x="2775" y="1984"/>
                  </a:moveTo>
                  <a:cubicBezTo>
                    <a:pt x="3539" y="1984"/>
                    <a:pt x="4370" y="2336"/>
                    <a:pt x="5015" y="2590"/>
                  </a:cubicBezTo>
                  <a:cubicBezTo>
                    <a:pt x="5300" y="2704"/>
                    <a:pt x="5582" y="2821"/>
                    <a:pt x="5861" y="2948"/>
                  </a:cubicBezTo>
                  <a:cubicBezTo>
                    <a:pt x="5784" y="3592"/>
                    <a:pt x="5762" y="4216"/>
                    <a:pt x="5719" y="4671"/>
                  </a:cubicBezTo>
                  <a:cubicBezTo>
                    <a:pt x="5705" y="4831"/>
                    <a:pt x="5691" y="4988"/>
                    <a:pt x="5678" y="5150"/>
                  </a:cubicBezTo>
                  <a:cubicBezTo>
                    <a:pt x="5110" y="5463"/>
                    <a:pt x="4549" y="5787"/>
                    <a:pt x="3994" y="6128"/>
                  </a:cubicBezTo>
                  <a:cubicBezTo>
                    <a:pt x="3626" y="5837"/>
                    <a:pt x="3260" y="5541"/>
                    <a:pt x="2898" y="5243"/>
                  </a:cubicBezTo>
                  <a:cubicBezTo>
                    <a:pt x="2346" y="4791"/>
                    <a:pt x="1091" y="3908"/>
                    <a:pt x="1111" y="3055"/>
                  </a:cubicBezTo>
                  <a:lnTo>
                    <a:pt x="1111" y="3055"/>
                  </a:lnTo>
                  <a:cubicBezTo>
                    <a:pt x="1175" y="3068"/>
                    <a:pt x="1240" y="3074"/>
                    <a:pt x="1306" y="3074"/>
                  </a:cubicBezTo>
                  <a:cubicBezTo>
                    <a:pt x="1478" y="3074"/>
                    <a:pt x="1650" y="3030"/>
                    <a:pt x="1801" y="2938"/>
                  </a:cubicBezTo>
                  <a:cubicBezTo>
                    <a:pt x="2114" y="2746"/>
                    <a:pt x="2283" y="2392"/>
                    <a:pt x="2275" y="2042"/>
                  </a:cubicBezTo>
                  <a:cubicBezTo>
                    <a:pt x="2437" y="2002"/>
                    <a:pt x="2604" y="1984"/>
                    <a:pt x="2775" y="1984"/>
                  </a:cubicBezTo>
                  <a:close/>
                  <a:moveTo>
                    <a:pt x="13717" y="2694"/>
                  </a:moveTo>
                  <a:cubicBezTo>
                    <a:pt x="14420" y="2914"/>
                    <a:pt x="14599" y="3513"/>
                    <a:pt x="14413" y="4216"/>
                  </a:cubicBezTo>
                  <a:cubicBezTo>
                    <a:pt x="14162" y="5165"/>
                    <a:pt x="13547" y="5915"/>
                    <a:pt x="12790" y="6539"/>
                  </a:cubicBezTo>
                  <a:cubicBezTo>
                    <a:pt x="11746" y="5796"/>
                    <a:pt x="10628" y="5145"/>
                    <a:pt x="9525" y="4494"/>
                  </a:cubicBezTo>
                  <a:cubicBezTo>
                    <a:pt x="9510" y="4244"/>
                    <a:pt x="9490" y="3993"/>
                    <a:pt x="9466" y="3743"/>
                  </a:cubicBezTo>
                  <a:cubicBezTo>
                    <a:pt x="10238" y="3400"/>
                    <a:pt x="11028" y="3072"/>
                    <a:pt x="11831" y="2824"/>
                  </a:cubicBezTo>
                  <a:cubicBezTo>
                    <a:pt x="11891" y="2806"/>
                    <a:pt x="11950" y="2786"/>
                    <a:pt x="12011" y="2770"/>
                  </a:cubicBezTo>
                  <a:cubicBezTo>
                    <a:pt x="12180" y="3037"/>
                    <a:pt x="12463" y="3150"/>
                    <a:pt x="12758" y="3150"/>
                  </a:cubicBezTo>
                  <a:cubicBezTo>
                    <a:pt x="13070" y="3150"/>
                    <a:pt x="13396" y="3023"/>
                    <a:pt x="13611" y="2817"/>
                  </a:cubicBezTo>
                  <a:cubicBezTo>
                    <a:pt x="13652" y="2777"/>
                    <a:pt x="13685" y="2736"/>
                    <a:pt x="13717" y="2694"/>
                  </a:cubicBezTo>
                  <a:close/>
                  <a:moveTo>
                    <a:pt x="5638" y="5641"/>
                  </a:moveTo>
                  <a:cubicBezTo>
                    <a:pt x="5593" y="6194"/>
                    <a:pt x="5556" y="6751"/>
                    <a:pt x="5532" y="7305"/>
                  </a:cubicBezTo>
                  <a:cubicBezTo>
                    <a:pt x="5125" y="7008"/>
                    <a:pt x="4728" y="6703"/>
                    <a:pt x="4335" y="6395"/>
                  </a:cubicBezTo>
                  <a:cubicBezTo>
                    <a:pt x="4764" y="6137"/>
                    <a:pt x="5198" y="5887"/>
                    <a:pt x="5638" y="5641"/>
                  </a:cubicBezTo>
                  <a:close/>
                  <a:moveTo>
                    <a:pt x="1720" y="7659"/>
                  </a:moveTo>
                  <a:lnTo>
                    <a:pt x="1720" y="7659"/>
                  </a:lnTo>
                  <a:cubicBezTo>
                    <a:pt x="1755" y="7720"/>
                    <a:pt x="1801" y="7773"/>
                    <a:pt x="1856" y="7817"/>
                  </a:cubicBezTo>
                  <a:cubicBezTo>
                    <a:pt x="1843" y="7830"/>
                    <a:pt x="1835" y="7841"/>
                    <a:pt x="1822" y="7851"/>
                  </a:cubicBezTo>
                  <a:cubicBezTo>
                    <a:pt x="1808" y="7835"/>
                    <a:pt x="1794" y="7822"/>
                    <a:pt x="1785" y="7805"/>
                  </a:cubicBezTo>
                  <a:cubicBezTo>
                    <a:pt x="1753" y="7757"/>
                    <a:pt x="1731" y="7709"/>
                    <a:pt x="1720" y="7659"/>
                  </a:cubicBezTo>
                  <a:close/>
                  <a:moveTo>
                    <a:pt x="2740" y="7512"/>
                  </a:moveTo>
                  <a:cubicBezTo>
                    <a:pt x="2733" y="7633"/>
                    <a:pt x="2686" y="7750"/>
                    <a:pt x="2608" y="7848"/>
                  </a:cubicBezTo>
                  <a:cubicBezTo>
                    <a:pt x="2531" y="7873"/>
                    <a:pt x="2458" y="7923"/>
                    <a:pt x="2376" y="7949"/>
                  </a:cubicBezTo>
                  <a:cubicBezTo>
                    <a:pt x="2308" y="7968"/>
                    <a:pt x="2239" y="7977"/>
                    <a:pt x="2168" y="7978"/>
                  </a:cubicBezTo>
                  <a:lnTo>
                    <a:pt x="2185" y="7961"/>
                  </a:lnTo>
                  <a:cubicBezTo>
                    <a:pt x="2199" y="7963"/>
                    <a:pt x="2214" y="7963"/>
                    <a:pt x="2228" y="7963"/>
                  </a:cubicBezTo>
                  <a:cubicBezTo>
                    <a:pt x="2421" y="7963"/>
                    <a:pt x="2605" y="7851"/>
                    <a:pt x="2686" y="7685"/>
                  </a:cubicBezTo>
                  <a:cubicBezTo>
                    <a:pt x="2688" y="7679"/>
                    <a:pt x="2694" y="7674"/>
                    <a:pt x="2695" y="7668"/>
                  </a:cubicBezTo>
                  <a:cubicBezTo>
                    <a:pt x="2720" y="7618"/>
                    <a:pt x="2735" y="7566"/>
                    <a:pt x="2740" y="7512"/>
                  </a:cubicBezTo>
                  <a:close/>
                  <a:moveTo>
                    <a:pt x="9552" y="4924"/>
                  </a:moveTo>
                  <a:lnTo>
                    <a:pt x="9552" y="4924"/>
                  </a:lnTo>
                  <a:cubicBezTo>
                    <a:pt x="10148" y="5279"/>
                    <a:pt x="10736" y="5640"/>
                    <a:pt x="11324" y="6003"/>
                  </a:cubicBezTo>
                  <a:cubicBezTo>
                    <a:pt x="11721" y="6248"/>
                    <a:pt x="12116" y="6502"/>
                    <a:pt x="12500" y="6767"/>
                  </a:cubicBezTo>
                  <a:cubicBezTo>
                    <a:pt x="11767" y="7317"/>
                    <a:pt x="10938" y="7763"/>
                    <a:pt x="10189" y="8163"/>
                  </a:cubicBezTo>
                  <a:cubicBezTo>
                    <a:pt x="9983" y="8274"/>
                    <a:pt x="9773" y="8382"/>
                    <a:pt x="9565" y="8490"/>
                  </a:cubicBezTo>
                  <a:cubicBezTo>
                    <a:pt x="9579" y="8086"/>
                    <a:pt x="9589" y="7681"/>
                    <a:pt x="9595" y="7277"/>
                  </a:cubicBezTo>
                  <a:cubicBezTo>
                    <a:pt x="9606" y="6492"/>
                    <a:pt x="9591" y="5707"/>
                    <a:pt x="9552" y="4924"/>
                  </a:cubicBezTo>
                  <a:close/>
                  <a:moveTo>
                    <a:pt x="8378" y="4240"/>
                  </a:moveTo>
                  <a:cubicBezTo>
                    <a:pt x="8644" y="4392"/>
                    <a:pt x="8908" y="4543"/>
                    <a:pt x="9170" y="4698"/>
                  </a:cubicBezTo>
                  <a:cubicBezTo>
                    <a:pt x="9192" y="5085"/>
                    <a:pt x="9209" y="5470"/>
                    <a:pt x="9218" y="5858"/>
                  </a:cubicBezTo>
                  <a:cubicBezTo>
                    <a:pt x="9239" y="6799"/>
                    <a:pt x="9225" y="7739"/>
                    <a:pt x="9188" y="8680"/>
                  </a:cubicBezTo>
                  <a:cubicBezTo>
                    <a:pt x="8892" y="8830"/>
                    <a:pt x="8593" y="8976"/>
                    <a:pt x="8288" y="9119"/>
                  </a:cubicBezTo>
                  <a:cubicBezTo>
                    <a:pt x="7471" y="8654"/>
                    <a:pt x="6684" y="8137"/>
                    <a:pt x="5923" y="7594"/>
                  </a:cubicBezTo>
                  <a:cubicBezTo>
                    <a:pt x="5922" y="7590"/>
                    <a:pt x="5917" y="7589"/>
                    <a:pt x="5915" y="7587"/>
                  </a:cubicBezTo>
                  <a:cubicBezTo>
                    <a:pt x="5936" y="7127"/>
                    <a:pt x="5964" y="6663"/>
                    <a:pt x="5995" y="6205"/>
                  </a:cubicBezTo>
                  <a:cubicBezTo>
                    <a:pt x="6014" y="5940"/>
                    <a:pt x="6035" y="5677"/>
                    <a:pt x="6056" y="5413"/>
                  </a:cubicBezTo>
                  <a:cubicBezTo>
                    <a:pt x="6819" y="5001"/>
                    <a:pt x="7591" y="4607"/>
                    <a:pt x="8378" y="4240"/>
                  </a:cubicBezTo>
                  <a:close/>
                  <a:moveTo>
                    <a:pt x="9170" y="9113"/>
                  </a:moveTo>
                  <a:lnTo>
                    <a:pt x="9170" y="9113"/>
                  </a:lnTo>
                  <a:cubicBezTo>
                    <a:pt x="9163" y="9269"/>
                    <a:pt x="9156" y="9425"/>
                    <a:pt x="9147" y="9581"/>
                  </a:cubicBezTo>
                  <a:cubicBezTo>
                    <a:pt x="8994" y="9502"/>
                    <a:pt x="8842" y="9422"/>
                    <a:pt x="8689" y="9339"/>
                  </a:cubicBezTo>
                  <a:cubicBezTo>
                    <a:pt x="8743" y="9316"/>
                    <a:pt x="8794" y="9291"/>
                    <a:pt x="8848" y="9266"/>
                  </a:cubicBezTo>
                  <a:cubicBezTo>
                    <a:pt x="8954" y="9217"/>
                    <a:pt x="9062" y="9166"/>
                    <a:pt x="9170" y="9113"/>
                  </a:cubicBezTo>
                  <a:close/>
                  <a:moveTo>
                    <a:pt x="5900" y="8025"/>
                  </a:moveTo>
                  <a:cubicBezTo>
                    <a:pt x="6541" y="8480"/>
                    <a:pt x="7201" y="8912"/>
                    <a:pt x="7880" y="9309"/>
                  </a:cubicBezTo>
                  <a:cubicBezTo>
                    <a:pt x="7230" y="9602"/>
                    <a:pt x="6574" y="9881"/>
                    <a:pt x="5908" y="10132"/>
                  </a:cubicBezTo>
                  <a:cubicBezTo>
                    <a:pt x="5876" y="9431"/>
                    <a:pt x="5879" y="8727"/>
                    <a:pt x="5900" y="8025"/>
                  </a:cubicBezTo>
                  <a:close/>
                  <a:moveTo>
                    <a:pt x="3993" y="6598"/>
                  </a:moveTo>
                  <a:cubicBezTo>
                    <a:pt x="4139" y="6710"/>
                    <a:pt x="4286" y="6821"/>
                    <a:pt x="4428" y="6931"/>
                  </a:cubicBezTo>
                  <a:cubicBezTo>
                    <a:pt x="4785" y="7210"/>
                    <a:pt x="5147" y="7481"/>
                    <a:pt x="5514" y="7749"/>
                  </a:cubicBezTo>
                  <a:cubicBezTo>
                    <a:pt x="5485" y="8589"/>
                    <a:pt x="5485" y="9431"/>
                    <a:pt x="5529" y="10273"/>
                  </a:cubicBezTo>
                  <a:cubicBezTo>
                    <a:pt x="4996" y="10467"/>
                    <a:pt x="4458" y="10644"/>
                    <a:pt x="3915" y="10804"/>
                  </a:cubicBezTo>
                  <a:cubicBezTo>
                    <a:pt x="3477" y="10934"/>
                    <a:pt x="3012" y="11046"/>
                    <a:pt x="2551" y="11046"/>
                  </a:cubicBezTo>
                  <a:cubicBezTo>
                    <a:pt x="2313" y="11046"/>
                    <a:pt x="2077" y="11017"/>
                    <a:pt x="1846" y="10944"/>
                  </a:cubicBezTo>
                  <a:cubicBezTo>
                    <a:pt x="956" y="10665"/>
                    <a:pt x="843" y="9879"/>
                    <a:pt x="1254" y="9130"/>
                  </a:cubicBezTo>
                  <a:cubicBezTo>
                    <a:pt x="1403" y="8858"/>
                    <a:pt x="1594" y="8610"/>
                    <a:pt x="1801" y="8375"/>
                  </a:cubicBezTo>
                  <a:cubicBezTo>
                    <a:pt x="1931" y="8436"/>
                    <a:pt x="2075" y="8467"/>
                    <a:pt x="2218" y="8467"/>
                  </a:cubicBezTo>
                  <a:cubicBezTo>
                    <a:pt x="2457" y="8467"/>
                    <a:pt x="2697" y="8380"/>
                    <a:pt x="2878" y="8199"/>
                  </a:cubicBezTo>
                  <a:cubicBezTo>
                    <a:pt x="3160" y="7919"/>
                    <a:pt x="3245" y="7496"/>
                    <a:pt x="3117" y="7144"/>
                  </a:cubicBezTo>
                  <a:cubicBezTo>
                    <a:pt x="3408" y="6959"/>
                    <a:pt x="3700" y="6778"/>
                    <a:pt x="3993" y="6598"/>
                  </a:cubicBezTo>
                  <a:close/>
                  <a:moveTo>
                    <a:pt x="12844" y="7012"/>
                  </a:moveTo>
                  <a:cubicBezTo>
                    <a:pt x="13221" y="7288"/>
                    <a:pt x="13583" y="7582"/>
                    <a:pt x="13918" y="7906"/>
                  </a:cubicBezTo>
                  <a:cubicBezTo>
                    <a:pt x="14521" y="8486"/>
                    <a:pt x="16043" y="10200"/>
                    <a:pt x="14847" y="10937"/>
                  </a:cubicBezTo>
                  <a:cubicBezTo>
                    <a:pt x="14635" y="11068"/>
                    <a:pt x="14385" y="11112"/>
                    <a:pt x="14128" y="11112"/>
                  </a:cubicBezTo>
                  <a:cubicBezTo>
                    <a:pt x="14063" y="11112"/>
                    <a:pt x="13998" y="11109"/>
                    <a:pt x="13933" y="11104"/>
                  </a:cubicBezTo>
                  <a:cubicBezTo>
                    <a:pt x="13981" y="10881"/>
                    <a:pt x="13943" y="10644"/>
                    <a:pt x="13777" y="10448"/>
                  </a:cubicBezTo>
                  <a:cubicBezTo>
                    <a:pt x="13638" y="10283"/>
                    <a:pt x="13308" y="10143"/>
                    <a:pt x="13027" y="10143"/>
                  </a:cubicBezTo>
                  <a:cubicBezTo>
                    <a:pt x="12904" y="10143"/>
                    <a:pt x="12790" y="10169"/>
                    <a:pt x="12705" y="10233"/>
                  </a:cubicBezTo>
                  <a:cubicBezTo>
                    <a:pt x="12592" y="10246"/>
                    <a:pt x="12477" y="10294"/>
                    <a:pt x="12395" y="10346"/>
                  </a:cubicBezTo>
                  <a:cubicBezTo>
                    <a:pt x="12252" y="10441"/>
                    <a:pt x="12144" y="10583"/>
                    <a:pt x="12086" y="10740"/>
                  </a:cubicBezTo>
                  <a:cubicBezTo>
                    <a:pt x="11956" y="10705"/>
                    <a:pt x="11828" y="10667"/>
                    <a:pt x="11701" y="10628"/>
                  </a:cubicBezTo>
                  <a:cubicBezTo>
                    <a:pt x="10947" y="10394"/>
                    <a:pt x="10217" y="10101"/>
                    <a:pt x="9508" y="9758"/>
                  </a:cubicBezTo>
                  <a:cubicBezTo>
                    <a:pt x="9523" y="9485"/>
                    <a:pt x="9535" y="9210"/>
                    <a:pt x="9547" y="8935"/>
                  </a:cubicBezTo>
                  <a:cubicBezTo>
                    <a:pt x="10652" y="8405"/>
                    <a:pt x="11854" y="7801"/>
                    <a:pt x="12844" y="7012"/>
                  </a:cubicBezTo>
                  <a:close/>
                  <a:moveTo>
                    <a:pt x="8276" y="9534"/>
                  </a:moveTo>
                  <a:cubicBezTo>
                    <a:pt x="8555" y="9692"/>
                    <a:pt x="8838" y="9842"/>
                    <a:pt x="9126" y="9984"/>
                  </a:cubicBezTo>
                  <a:cubicBezTo>
                    <a:pt x="9092" y="10601"/>
                    <a:pt x="9051" y="11221"/>
                    <a:pt x="9007" y="11837"/>
                  </a:cubicBezTo>
                  <a:cubicBezTo>
                    <a:pt x="8947" y="12692"/>
                    <a:pt x="8827" y="13932"/>
                    <a:pt x="7825" y="14219"/>
                  </a:cubicBezTo>
                  <a:cubicBezTo>
                    <a:pt x="7713" y="14251"/>
                    <a:pt x="7609" y="14265"/>
                    <a:pt x="7511" y="14265"/>
                  </a:cubicBezTo>
                  <a:cubicBezTo>
                    <a:pt x="7334" y="14265"/>
                    <a:pt x="7178" y="14218"/>
                    <a:pt x="7038" y="14137"/>
                  </a:cubicBezTo>
                  <a:cubicBezTo>
                    <a:pt x="7169" y="13970"/>
                    <a:pt x="7237" y="13760"/>
                    <a:pt x="7207" y="13525"/>
                  </a:cubicBezTo>
                  <a:cubicBezTo>
                    <a:pt x="7150" y="13071"/>
                    <a:pt x="6775" y="12779"/>
                    <a:pt x="6365" y="12779"/>
                  </a:cubicBezTo>
                  <a:cubicBezTo>
                    <a:pt x="6316" y="12779"/>
                    <a:pt x="6266" y="12784"/>
                    <a:pt x="6216" y="12792"/>
                  </a:cubicBezTo>
                  <a:cubicBezTo>
                    <a:pt x="6174" y="12632"/>
                    <a:pt x="6143" y="12478"/>
                    <a:pt x="6122" y="12337"/>
                  </a:cubicBezTo>
                  <a:cubicBezTo>
                    <a:pt x="6025" y="11734"/>
                    <a:pt x="5966" y="11123"/>
                    <a:pt x="5929" y="10512"/>
                  </a:cubicBezTo>
                  <a:cubicBezTo>
                    <a:pt x="6722" y="10212"/>
                    <a:pt x="7505" y="9886"/>
                    <a:pt x="8276" y="9534"/>
                  </a:cubicBezTo>
                  <a:close/>
                  <a:moveTo>
                    <a:pt x="7929" y="0"/>
                  </a:moveTo>
                  <a:cubicBezTo>
                    <a:pt x="6589" y="0"/>
                    <a:pt x="6115" y="1274"/>
                    <a:pt x="5915" y="2579"/>
                  </a:cubicBezTo>
                  <a:cubicBezTo>
                    <a:pt x="5648" y="2460"/>
                    <a:pt x="5383" y="2345"/>
                    <a:pt x="5111" y="2239"/>
                  </a:cubicBezTo>
                  <a:cubicBezTo>
                    <a:pt x="4405" y="1960"/>
                    <a:pt x="3571" y="1635"/>
                    <a:pt x="2779" y="1635"/>
                  </a:cubicBezTo>
                  <a:cubicBezTo>
                    <a:pt x="2587" y="1635"/>
                    <a:pt x="2398" y="1654"/>
                    <a:pt x="2213" y="1698"/>
                  </a:cubicBezTo>
                  <a:cubicBezTo>
                    <a:pt x="2175" y="1594"/>
                    <a:pt x="2115" y="1495"/>
                    <a:pt x="2040" y="1409"/>
                  </a:cubicBezTo>
                  <a:cubicBezTo>
                    <a:pt x="1886" y="1234"/>
                    <a:pt x="1578" y="1116"/>
                    <a:pt x="1297" y="1116"/>
                  </a:cubicBezTo>
                  <a:cubicBezTo>
                    <a:pt x="1061" y="1116"/>
                    <a:pt x="845" y="1199"/>
                    <a:pt x="755" y="1403"/>
                  </a:cubicBezTo>
                  <a:cubicBezTo>
                    <a:pt x="666" y="1424"/>
                    <a:pt x="575" y="1492"/>
                    <a:pt x="511" y="1570"/>
                  </a:cubicBezTo>
                  <a:cubicBezTo>
                    <a:pt x="320" y="1800"/>
                    <a:pt x="277" y="2127"/>
                    <a:pt x="361" y="2410"/>
                  </a:cubicBezTo>
                  <a:cubicBezTo>
                    <a:pt x="432" y="2650"/>
                    <a:pt x="596" y="2833"/>
                    <a:pt x="802" y="2945"/>
                  </a:cubicBezTo>
                  <a:cubicBezTo>
                    <a:pt x="751" y="3452"/>
                    <a:pt x="1024" y="4026"/>
                    <a:pt x="1378" y="4407"/>
                  </a:cubicBezTo>
                  <a:cubicBezTo>
                    <a:pt x="2033" y="5107"/>
                    <a:pt x="2830" y="5719"/>
                    <a:pt x="3615" y="6312"/>
                  </a:cubicBezTo>
                  <a:cubicBezTo>
                    <a:pt x="3481" y="6405"/>
                    <a:pt x="3324" y="6520"/>
                    <a:pt x="3150" y="6658"/>
                  </a:cubicBezTo>
                  <a:cubicBezTo>
                    <a:pt x="3069" y="6710"/>
                    <a:pt x="2990" y="6764"/>
                    <a:pt x="2909" y="6816"/>
                  </a:cubicBezTo>
                  <a:cubicBezTo>
                    <a:pt x="2872" y="6778"/>
                    <a:pt x="2831" y="6740"/>
                    <a:pt x="2784" y="6709"/>
                  </a:cubicBezTo>
                  <a:cubicBezTo>
                    <a:pt x="2652" y="6615"/>
                    <a:pt x="2483" y="6569"/>
                    <a:pt x="2311" y="6569"/>
                  </a:cubicBezTo>
                  <a:cubicBezTo>
                    <a:pt x="2066" y="6569"/>
                    <a:pt x="1818" y="6663"/>
                    <a:pt x="1673" y="6842"/>
                  </a:cubicBezTo>
                  <a:cubicBezTo>
                    <a:pt x="1278" y="7076"/>
                    <a:pt x="1163" y="7664"/>
                    <a:pt x="1418" y="8049"/>
                  </a:cubicBezTo>
                  <a:cubicBezTo>
                    <a:pt x="1451" y="8096"/>
                    <a:pt x="1486" y="8138"/>
                    <a:pt x="1523" y="8177"/>
                  </a:cubicBezTo>
                  <a:cubicBezTo>
                    <a:pt x="554" y="9295"/>
                    <a:pt x="1" y="10570"/>
                    <a:pt x="1529" y="11229"/>
                  </a:cubicBezTo>
                  <a:cubicBezTo>
                    <a:pt x="1863" y="11374"/>
                    <a:pt x="2212" y="11431"/>
                    <a:pt x="2566" y="11431"/>
                  </a:cubicBezTo>
                  <a:cubicBezTo>
                    <a:pt x="3427" y="11431"/>
                    <a:pt x="4317" y="11088"/>
                    <a:pt x="5096" y="10814"/>
                  </a:cubicBezTo>
                  <a:cubicBezTo>
                    <a:pt x="5250" y="10762"/>
                    <a:pt x="5402" y="10705"/>
                    <a:pt x="5555" y="10650"/>
                  </a:cubicBezTo>
                  <a:cubicBezTo>
                    <a:pt x="5589" y="11126"/>
                    <a:pt x="5633" y="11599"/>
                    <a:pt x="5696" y="12072"/>
                  </a:cubicBezTo>
                  <a:cubicBezTo>
                    <a:pt x="5735" y="12357"/>
                    <a:pt x="5781" y="12653"/>
                    <a:pt x="5854" y="12942"/>
                  </a:cubicBezTo>
                  <a:cubicBezTo>
                    <a:pt x="5451" y="13212"/>
                    <a:pt x="5188" y="13766"/>
                    <a:pt x="5450" y="14218"/>
                  </a:cubicBezTo>
                  <a:cubicBezTo>
                    <a:pt x="5578" y="14439"/>
                    <a:pt x="5910" y="14638"/>
                    <a:pt x="6199" y="14638"/>
                  </a:cubicBezTo>
                  <a:cubicBezTo>
                    <a:pt x="6337" y="14638"/>
                    <a:pt x="6465" y="14593"/>
                    <a:pt x="6557" y="14483"/>
                  </a:cubicBezTo>
                  <a:cubicBezTo>
                    <a:pt x="6627" y="14459"/>
                    <a:pt x="6695" y="14425"/>
                    <a:pt x="6759" y="14388"/>
                  </a:cubicBezTo>
                  <a:cubicBezTo>
                    <a:pt x="6795" y="14411"/>
                    <a:pt x="6831" y="14435"/>
                    <a:pt x="6871" y="14456"/>
                  </a:cubicBezTo>
                  <a:cubicBezTo>
                    <a:pt x="7088" y="14577"/>
                    <a:pt x="7314" y="14632"/>
                    <a:pt x="7536" y="14632"/>
                  </a:cubicBezTo>
                  <a:cubicBezTo>
                    <a:pt x="8016" y="14632"/>
                    <a:pt x="8479" y="14376"/>
                    <a:pt x="8794" y="13974"/>
                  </a:cubicBezTo>
                  <a:cubicBezTo>
                    <a:pt x="9426" y="13166"/>
                    <a:pt x="9374" y="11996"/>
                    <a:pt x="9436" y="11027"/>
                  </a:cubicBezTo>
                  <a:cubicBezTo>
                    <a:pt x="9453" y="10739"/>
                    <a:pt x="9473" y="10448"/>
                    <a:pt x="9489" y="10158"/>
                  </a:cubicBezTo>
                  <a:cubicBezTo>
                    <a:pt x="10016" y="10407"/>
                    <a:pt x="10558" y="10633"/>
                    <a:pt x="11113" y="10824"/>
                  </a:cubicBezTo>
                  <a:cubicBezTo>
                    <a:pt x="11417" y="10927"/>
                    <a:pt x="11728" y="11024"/>
                    <a:pt x="12039" y="11109"/>
                  </a:cubicBezTo>
                  <a:cubicBezTo>
                    <a:pt x="12093" y="11579"/>
                    <a:pt x="12548" y="11893"/>
                    <a:pt x="12999" y="11893"/>
                  </a:cubicBezTo>
                  <a:cubicBezTo>
                    <a:pt x="13113" y="11893"/>
                    <a:pt x="13227" y="11873"/>
                    <a:pt x="13335" y="11830"/>
                  </a:cubicBezTo>
                  <a:cubicBezTo>
                    <a:pt x="13515" y="11755"/>
                    <a:pt x="13670" y="11620"/>
                    <a:pt x="13782" y="11457"/>
                  </a:cubicBezTo>
                  <a:cubicBezTo>
                    <a:pt x="13891" y="11468"/>
                    <a:pt x="14001" y="11475"/>
                    <a:pt x="14110" y="11475"/>
                  </a:cubicBezTo>
                  <a:cubicBezTo>
                    <a:pt x="14321" y="11475"/>
                    <a:pt x="14529" y="11450"/>
                    <a:pt x="14729" y="11385"/>
                  </a:cubicBezTo>
                  <a:cubicBezTo>
                    <a:pt x="15696" y="11072"/>
                    <a:pt x="15751" y="10035"/>
                    <a:pt x="15384" y="9232"/>
                  </a:cubicBezTo>
                  <a:cubicBezTo>
                    <a:pt x="14927" y="8226"/>
                    <a:pt x="14008" y="7430"/>
                    <a:pt x="13125" y="6778"/>
                  </a:cubicBezTo>
                  <a:cubicBezTo>
                    <a:pt x="13690" y="6283"/>
                    <a:pt x="14169" y="5718"/>
                    <a:pt x="14498" y="5060"/>
                  </a:cubicBezTo>
                  <a:cubicBezTo>
                    <a:pt x="14892" y="4270"/>
                    <a:pt x="15200" y="3061"/>
                    <a:pt x="14277" y="2508"/>
                  </a:cubicBezTo>
                  <a:cubicBezTo>
                    <a:pt x="14149" y="2435"/>
                    <a:pt x="14018" y="2374"/>
                    <a:pt x="13883" y="2328"/>
                  </a:cubicBezTo>
                  <a:cubicBezTo>
                    <a:pt x="13961" y="1968"/>
                    <a:pt x="13831" y="1580"/>
                    <a:pt x="13489" y="1360"/>
                  </a:cubicBezTo>
                  <a:cubicBezTo>
                    <a:pt x="13361" y="1278"/>
                    <a:pt x="13188" y="1237"/>
                    <a:pt x="13010" y="1237"/>
                  </a:cubicBezTo>
                  <a:cubicBezTo>
                    <a:pt x="12707" y="1237"/>
                    <a:pt x="12391" y="1356"/>
                    <a:pt x="12265" y="1600"/>
                  </a:cubicBezTo>
                  <a:cubicBezTo>
                    <a:pt x="12010" y="1778"/>
                    <a:pt x="11859" y="2083"/>
                    <a:pt x="11885" y="2395"/>
                  </a:cubicBezTo>
                  <a:cubicBezTo>
                    <a:pt x="11528" y="2498"/>
                    <a:pt x="11181" y="2627"/>
                    <a:pt x="10862" y="2749"/>
                  </a:cubicBezTo>
                  <a:cubicBezTo>
                    <a:pt x="10380" y="2935"/>
                    <a:pt x="9900" y="3129"/>
                    <a:pt x="9425" y="3330"/>
                  </a:cubicBezTo>
                  <a:cubicBezTo>
                    <a:pt x="9413" y="3231"/>
                    <a:pt x="9405" y="3130"/>
                    <a:pt x="9394" y="3031"/>
                  </a:cubicBezTo>
                  <a:cubicBezTo>
                    <a:pt x="9266" y="1988"/>
                    <a:pt x="9058" y="939"/>
                    <a:pt x="8345" y="126"/>
                  </a:cubicBezTo>
                  <a:cubicBezTo>
                    <a:pt x="8308" y="84"/>
                    <a:pt x="8266" y="66"/>
                    <a:pt x="8224" y="66"/>
                  </a:cubicBezTo>
                  <a:cubicBezTo>
                    <a:pt x="8211" y="66"/>
                    <a:pt x="8199" y="68"/>
                    <a:pt x="8186" y="71"/>
                  </a:cubicBezTo>
                  <a:cubicBezTo>
                    <a:pt x="8164" y="34"/>
                    <a:pt x="8122" y="7"/>
                    <a:pt x="8064" y="4"/>
                  </a:cubicBezTo>
                  <a:cubicBezTo>
                    <a:pt x="8018" y="1"/>
                    <a:pt x="7973" y="0"/>
                    <a:pt x="79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40" name="Google Shape;1140;p12"/>
            <p:cNvSpPr/>
            <p:nvPr/>
          </p:nvSpPr>
          <p:spPr>
            <a:xfrm>
              <a:off x="6249960" y="331920"/>
              <a:ext cx="88200" cy="82800"/>
            </a:xfrm>
            <a:custGeom>
              <a:rect b="b" l="l" r="r" t="t"/>
              <a:pathLst>
                <a:path extrusionOk="0" h="1650" w="1757">
                  <a:moveTo>
                    <a:pt x="975" y="0"/>
                  </a:moveTo>
                  <a:cubicBezTo>
                    <a:pt x="972" y="0"/>
                    <a:pt x="969" y="0"/>
                    <a:pt x="966" y="0"/>
                  </a:cubicBezTo>
                  <a:cubicBezTo>
                    <a:pt x="732" y="2"/>
                    <a:pt x="506" y="121"/>
                    <a:pt x="355" y="298"/>
                  </a:cubicBezTo>
                  <a:cubicBezTo>
                    <a:pt x="148" y="435"/>
                    <a:pt x="0" y="757"/>
                    <a:pt x="36" y="972"/>
                  </a:cubicBezTo>
                  <a:cubicBezTo>
                    <a:pt x="102" y="1389"/>
                    <a:pt x="503" y="1650"/>
                    <a:pt x="904" y="1650"/>
                  </a:cubicBezTo>
                  <a:cubicBezTo>
                    <a:pt x="938" y="1650"/>
                    <a:pt x="972" y="1648"/>
                    <a:pt x="1007" y="1644"/>
                  </a:cubicBezTo>
                  <a:cubicBezTo>
                    <a:pt x="1440" y="1594"/>
                    <a:pt x="1756" y="1242"/>
                    <a:pt x="1738" y="801"/>
                  </a:cubicBezTo>
                  <a:cubicBezTo>
                    <a:pt x="1721" y="387"/>
                    <a:pt x="1407" y="0"/>
                    <a:pt x="9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1400" lIns="91425" spcFirstLastPara="1" rIns="91425" wrap="square" tIns="41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141" name="Google Shape;1141;p12"/>
          <p:cNvGrpSpPr/>
          <p:nvPr/>
        </p:nvGrpSpPr>
        <p:grpSpPr>
          <a:xfrm>
            <a:off x="5634000" y="1806840"/>
            <a:ext cx="943200" cy="1320480"/>
            <a:chOff x="5634000" y="1806840"/>
            <a:chExt cx="943200" cy="1320480"/>
          </a:xfrm>
        </p:grpSpPr>
        <p:sp>
          <p:nvSpPr>
            <p:cNvPr id="1142" name="Google Shape;1142;p12"/>
            <p:cNvSpPr/>
            <p:nvPr/>
          </p:nvSpPr>
          <p:spPr>
            <a:xfrm>
              <a:off x="5636520" y="1905840"/>
              <a:ext cx="940680" cy="1221480"/>
            </a:xfrm>
            <a:custGeom>
              <a:rect b="b" l="l" r="r" t="t"/>
              <a:pathLst>
                <a:path extrusionOk="0" h="24252" w="18682">
                  <a:moveTo>
                    <a:pt x="11140" y="11690"/>
                  </a:moveTo>
                  <a:cubicBezTo>
                    <a:pt x="11313" y="11690"/>
                    <a:pt x="11487" y="11693"/>
                    <a:pt x="11661" y="11699"/>
                  </a:cubicBezTo>
                  <a:cubicBezTo>
                    <a:pt x="12033" y="11712"/>
                    <a:pt x="12418" y="11781"/>
                    <a:pt x="12793" y="11781"/>
                  </a:cubicBezTo>
                  <a:cubicBezTo>
                    <a:pt x="12905" y="11781"/>
                    <a:pt x="13017" y="11774"/>
                    <a:pt x="13128" y="11759"/>
                  </a:cubicBezTo>
                  <a:cubicBezTo>
                    <a:pt x="13140" y="11757"/>
                    <a:pt x="13149" y="11752"/>
                    <a:pt x="13160" y="11749"/>
                  </a:cubicBezTo>
                  <a:cubicBezTo>
                    <a:pt x="13162" y="11752"/>
                    <a:pt x="13163" y="11754"/>
                    <a:pt x="13166" y="11756"/>
                  </a:cubicBezTo>
                  <a:cubicBezTo>
                    <a:pt x="12637" y="12474"/>
                    <a:pt x="11878" y="12933"/>
                    <a:pt x="11071" y="13299"/>
                  </a:cubicBezTo>
                  <a:cubicBezTo>
                    <a:pt x="10099" y="13741"/>
                    <a:pt x="9085" y="14110"/>
                    <a:pt x="8064" y="14428"/>
                  </a:cubicBezTo>
                  <a:cubicBezTo>
                    <a:pt x="6077" y="15051"/>
                    <a:pt x="4062" y="15364"/>
                    <a:pt x="1988" y="15364"/>
                  </a:cubicBezTo>
                  <a:cubicBezTo>
                    <a:pt x="1942" y="15364"/>
                    <a:pt x="1896" y="15364"/>
                    <a:pt x="1850" y="15364"/>
                  </a:cubicBezTo>
                  <a:cubicBezTo>
                    <a:pt x="1864" y="15358"/>
                    <a:pt x="1879" y="15348"/>
                    <a:pt x="1890" y="15334"/>
                  </a:cubicBezTo>
                  <a:cubicBezTo>
                    <a:pt x="3178" y="13775"/>
                    <a:pt x="5006" y="12857"/>
                    <a:pt x="6921" y="12297"/>
                  </a:cubicBezTo>
                  <a:cubicBezTo>
                    <a:pt x="7938" y="12000"/>
                    <a:pt x="8987" y="11807"/>
                    <a:pt x="10044" y="11730"/>
                  </a:cubicBezTo>
                  <a:cubicBezTo>
                    <a:pt x="10409" y="11703"/>
                    <a:pt x="10774" y="11690"/>
                    <a:pt x="11140" y="11690"/>
                  </a:cubicBezTo>
                  <a:close/>
                  <a:moveTo>
                    <a:pt x="13437" y="12028"/>
                  </a:moveTo>
                  <a:cubicBezTo>
                    <a:pt x="14118" y="12712"/>
                    <a:pt x="14791" y="13402"/>
                    <a:pt x="15456" y="14107"/>
                  </a:cubicBezTo>
                  <a:cubicBezTo>
                    <a:pt x="15992" y="14675"/>
                    <a:pt x="16522" y="15249"/>
                    <a:pt x="17044" y="15830"/>
                  </a:cubicBezTo>
                  <a:cubicBezTo>
                    <a:pt x="17553" y="16393"/>
                    <a:pt x="18362" y="17054"/>
                    <a:pt x="18143" y="17902"/>
                  </a:cubicBezTo>
                  <a:cubicBezTo>
                    <a:pt x="17932" y="18721"/>
                    <a:pt x="17108" y="19138"/>
                    <a:pt x="16411" y="19485"/>
                  </a:cubicBezTo>
                  <a:cubicBezTo>
                    <a:pt x="15731" y="19825"/>
                    <a:pt x="15041" y="20152"/>
                    <a:pt x="14349" y="20470"/>
                  </a:cubicBezTo>
                  <a:cubicBezTo>
                    <a:pt x="11485" y="21776"/>
                    <a:pt x="8502" y="22867"/>
                    <a:pt x="5403" y="23460"/>
                  </a:cubicBezTo>
                  <a:cubicBezTo>
                    <a:pt x="4674" y="23597"/>
                    <a:pt x="3943" y="23709"/>
                    <a:pt x="3206" y="23787"/>
                  </a:cubicBezTo>
                  <a:cubicBezTo>
                    <a:pt x="2933" y="23816"/>
                    <a:pt x="2650" y="23841"/>
                    <a:pt x="2367" y="23841"/>
                  </a:cubicBezTo>
                  <a:cubicBezTo>
                    <a:pt x="2004" y="23841"/>
                    <a:pt x="1642" y="23799"/>
                    <a:pt x="1306" y="23669"/>
                  </a:cubicBezTo>
                  <a:cubicBezTo>
                    <a:pt x="430" y="23334"/>
                    <a:pt x="389" y="22506"/>
                    <a:pt x="507" y="21693"/>
                  </a:cubicBezTo>
                  <a:cubicBezTo>
                    <a:pt x="622" y="20899"/>
                    <a:pt x="763" y="20110"/>
                    <a:pt x="916" y="19323"/>
                  </a:cubicBezTo>
                  <a:cubicBezTo>
                    <a:pt x="1159" y="18073"/>
                    <a:pt x="1442" y="16833"/>
                    <a:pt x="1764" y="15603"/>
                  </a:cubicBezTo>
                  <a:cubicBezTo>
                    <a:pt x="2182" y="15649"/>
                    <a:pt x="2602" y="15671"/>
                    <a:pt x="3022" y="15671"/>
                  </a:cubicBezTo>
                  <a:cubicBezTo>
                    <a:pt x="4891" y="15671"/>
                    <a:pt x="6768" y="15247"/>
                    <a:pt x="8529" y="14675"/>
                  </a:cubicBezTo>
                  <a:cubicBezTo>
                    <a:pt x="10201" y="14132"/>
                    <a:pt x="12340" y="13520"/>
                    <a:pt x="13437" y="12028"/>
                  </a:cubicBezTo>
                  <a:close/>
                  <a:moveTo>
                    <a:pt x="6289" y="1"/>
                  </a:moveTo>
                  <a:lnTo>
                    <a:pt x="6021" y="8"/>
                  </a:lnTo>
                  <a:cubicBezTo>
                    <a:pt x="6021" y="11"/>
                    <a:pt x="6021" y="12"/>
                    <a:pt x="6024" y="15"/>
                  </a:cubicBezTo>
                  <a:cubicBezTo>
                    <a:pt x="6304" y="1305"/>
                    <a:pt x="6707" y="2573"/>
                    <a:pt x="7122" y="3824"/>
                  </a:cubicBezTo>
                  <a:cubicBezTo>
                    <a:pt x="7513" y="5007"/>
                    <a:pt x="7863" y="6293"/>
                    <a:pt x="8437" y="7400"/>
                  </a:cubicBezTo>
                  <a:cubicBezTo>
                    <a:pt x="8465" y="7452"/>
                    <a:pt x="8510" y="7474"/>
                    <a:pt x="8558" y="7474"/>
                  </a:cubicBezTo>
                  <a:cubicBezTo>
                    <a:pt x="8572" y="7474"/>
                    <a:pt x="8585" y="7472"/>
                    <a:pt x="8598" y="7469"/>
                  </a:cubicBezTo>
                  <a:cubicBezTo>
                    <a:pt x="10014" y="8720"/>
                    <a:pt x="11392" y="10013"/>
                    <a:pt x="12736" y="11335"/>
                  </a:cubicBezTo>
                  <a:cubicBezTo>
                    <a:pt x="12354" y="11268"/>
                    <a:pt x="11934" y="11281"/>
                    <a:pt x="11563" y="11271"/>
                  </a:cubicBezTo>
                  <a:cubicBezTo>
                    <a:pt x="11436" y="11268"/>
                    <a:pt x="11309" y="11266"/>
                    <a:pt x="11182" y="11266"/>
                  </a:cubicBezTo>
                  <a:cubicBezTo>
                    <a:pt x="10738" y="11266"/>
                    <a:pt x="10294" y="11287"/>
                    <a:pt x="9853" y="11326"/>
                  </a:cubicBezTo>
                  <a:cubicBezTo>
                    <a:pt x="8727" y="11428"/>
                    <a:pt x="7614" y="11648"/>
                    <a:pt x="6538" y="11992"/>
                  </a:cubicBezTo>
                  <a:cubicBezTo>
                    <a:pt x="4835" y="12539"/>
                    <a:pt x="3100" y="13387"/>
                    <a:pt x="1975" y="14818"/>
                  </a:cubicBezTo>
                  <a:cubicBezTo>
                    <a:pt x="2044" y="14569"/>
                    <a:pt x="2115" y="14317"/>
                    <a:pt x="2187" y="14067"/>
                  </a:cubicBezTo>
                  <a:cubicBezTo>
                    <a:pt x="2450" y="13169"/>
                    <a:pt x="2730" y="12279"/>
                    <a:pt x="3033" y="11393"/>
                  </a:cubicBezTo>
                  <a:cubicBezTo>
                    <a:pt x="3293" y="10629"/>
                    <a:pt x="3595" y="9881"/>
                    <a:pt x="3454" y="9070"/>
                  </a:cubicBezTo>
                  <a:lnTo>
                    <a:pt x="3454" y="9070"/>
                  </a:lnTo>
                  <a:lnTo>
                    <a:pt x="3256" y="9103"/>
                  </a:lnTo>
                  <a:cubicBezTo>
                    <a:pt x="2958" y="10823"/>
                    <a:pt x="2219" y="12474"/>
                    <a:pt x="1738" y="14151"/>
                  </a:cubicBezTo>
                  <a:cubicBezTo>
                    <a:pt x="1231" y="15918"/>
                    <a:pt x="809" y="17708"/>
                    <a:pt x="468" y="19512"/>
                  </a:cubicBezTo>
                  <a:cubicBezTo>
                    <a:pt x="314" y="20329"/>
                    <a:pt x="147" y="21156"/>
                    <a:pt x="62" y="21982"/>
                  </a:cubicBezTo>
                  <a:cubicBezTo>
                    <a:pt x="1" y="22584"/>
                    <a:pt x="69" y="23206"/>
                    <a:pt x="521" y="23648"/>
                  </a:cubicBezTo>
                  <a:cubicBezTo>
                    <a:pt x="999" y="24118"/>
                    <a:pt x="1666" y="24252"/>
                    <a:pt x="2349" y="24252"/>
                  </a:cubicBezTo>
                  <a:cubicBezTo>
                    <a:pt x="2927" y="24252"/>
                    <a:pt x="3516" y="24156"/>
                    <a:pt x="4014" y="24088"/>
                  </a:cubicBezTo>
                  <a:cubicBezTo>
                    <a:pt x="7363" y="23627"/>
                    <a:pt x="10591" y="22549"/>
                    <a:pt x="13680" y="21201"/>
                  </a:cubicBezTo>
                  <a:cubicBezTo>
                    <a:pt x="14498" y="20847"/>
                    <a:pt x="15303" y="20471"/>
                    <a:pt x="16102" y="20081"/>
                  </a:cubicBezTo>
                  <a:cubicBezTo>
                    <a:pt x="16779" y="19751"/>
                    <a:pt x="17535" y="19441"/>
                    <a:pt x="18048" y="18867"/>
                  </a:cubicBezTo>
                  <a:cubicBezTo>
                    <a:pt x="18428" y="18440"/>
                    <a:pt x="18681" y="17852"/>
                    <a:pt x="18552" y="17275"/>
                  </a:cubicBezTo>
                  <a:cubicBezTo>
                    <a:pt x="18404" y="16615"/>
                    <a:pt x="17830" y="16101"/>
                    <a:pt x="17392" y="15615"/>
                  </a:cubicBezTo>
                  <a:cubicBezTo>
                    <a:pt x="16160" y="14244"/>
                    <a:pt x="14889" y="12911"/>
                    <a:pt x="13581" y="11614"/>
                  </a:cubicBezTo>
                  <a:cubicBezTo>
                    <a:pt x="13571" y="11597"/>
                    <a:pt x="13556" y="11583"/>
                    <a:pt x="13539" y="11572"/>
                  </a:cubicBezTo>
                  <a:cubicBezTo>
                    <a:pt x="12019" y="10064"/>
                    <a:pt x="10448" y="8604"/>
                    <a:pt x="8831" y="7201"/>
                  </a:cubicBezTo>
                  <a:cubicBezTo>
                    <a:pt x="8794" y="7168"/>
                    <a:pt x="8752" y="7156"/>
                    <a:pt x="8712" y="7156"/>
                  </a:cubicBezTo>
                  <a:cubicBezTo>
                    <a:pt x="8700" y="7156"/>
                    <a:pt x="8689" y="7157"/>
                    <a:pt x="8678" y="7159"/>
                  </a:cubicBezTo>
                  <a:cubicBezTo>
                    <a:pt x="8348" y="5968"/>
                    <a:pt x="7823" y="4808"/>
                    <a:pt x="7435" y="3634"/>
                  </a:cubicBezTo>
                  <a:cubicBezTo>
                    <a:pt x="7037" y="2427"/>
                    <a:pt x="6687" y="1205"/>
                    <a:pt x="62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43" name="Google Shape;1143;p12"/>
            <p:cNvSpPr/>
            <p:nvPr/>
          </p:nvSpPr>
          <p:spPr>
            <a:xfrm>
              <a:off x="5656320" y="2511720"/>
              <a:ext cx="905040" cy="594720"/>
            </a:xfrm>
            <a:custGeom>
              <a:rect b="b" l="l" r="r" t="t"/>
              <a:pathLst>
                <a:path extrusionOk="0" h="11814" w="17970">
                  <a:moveTo>
                    <a:pt x="13046" y="1"/>
                  </a:moveTo>
                  <a:cubicBezTo>
                    <a:pt x="11950" y="1493"/>
                    <a:pt x="9812" y="2105"/>
                    <a:pt x="8140" y="2648"/>
                  </a:cubicBezTo>
                  <a:cubicBezTo>
                    <a:pt x="6378" y="3220"/>
                    <a:pt x="4501" y="3644"/>
                    <a:pt x="2633" y="3644"/>
                  </a:cubicBezTo>
                  <a:cubicBezTo>
                    <a:pt x="2213" y="3644"/>
                    <a:pt x="1793" y="3622"/>
                    <a:pt x="1375" y="3576"/>
                  </a:cubicBezTo>
                  <a:cubicBezTo>
                    <a:pt x="1053" y="4805"/>
                    <a:pt x="770" y="6048"/>
                    <a:pt x="526" y="7296"/>
                  </a:cubicBezTo>
                  <a:cubicBezTo>
                    <a:pt x="375" y="8083"/>
                    <a:pt x="230" y="8872"/>
                    <a:pt x="118" y="9666"/>
                  </a:cubicBezTo>
                  <a:cubicBezTo>
                    <a:pt x="0" y="10480"/>
                    <a:pt x="41" y="11307"/>
                    <a:pt x="916" y="11642"/>
                  </a:cubicBezTo>
                  <a:cubicBezTo>
                    <a:pt x="1253" y="11772"/>
                    <a:pt x="1614" y="11814"/>
                    <a:pt x="1977" y="11814"/>
                  </a:cubicBezTo>
                  <a:cubicBezTo>
                    <a:pt x="2260" y="11814"/>
                    <a:pt x="2543" y="11789"/>
                    <a:pt x="2816" y="11760"/>
                  </a:cubicBezTo>
                  <a:cubicBezTo>
                    <a:pt x="3552" y="11682"/>
                    <a:pt x="4286" y="11570"/>
                    <a:pt x="5013" y="11433"/>
                  </a:cubicBezTo>
                  <a:cubicBezTo>
                    <a:pt x="8113" y="10840"/>
                    <a:pt x="11096" y="9749"/>
                    <a:pt x="13959" y="8443"/>
                  </a:cubicBezTo>
                  <a:cubicBezTo>
                    <a:pt x="14652" y="8125"/>
                    <a:pt x="15341" y="7798"/>
                    <a:pt x="16021" y="7458"/>
                  </a:cubicBezTo>
                  <a:cubicBezTo>
                    <a:pt x="16715" y="7108"/>
                    <a:pt x="17541" y="6694"/>
                    <a:pt x="17751" y="5875"/>
                  </a:cubicBezTo>
                  <a:cubicBezTo>
                    <a:pt x="17969" y="5027"/>
                    <a:pt x="17160" y="4364"/>
                    <a:pt x="16653" y="3803"/>
                  </a:cubicBezTo>
                  <a:cubicBezTo>
                    <a:pt x="16131" y="3222"/>
                    <a:pt x="15601" y="2648"/>
                    <a:pt x="15066" y="2080"/>
                  </a:cubicBezTo>
                  <a:cubicBezTo>
                    <a:pt x="14403" y="1375"/>
                    <a:pt x="13729" y="685"/>
                    <a:pt x="1304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44" name="Google Shape;1144;p12"/>
            <p:cNvSpPr/>
            <p:nvPr/>
          </p:nvSpPr>
          <p:spPr>
            <a:xfrm>
              <a:off x="5729760" y="2494800"/>
              <a:ext cx="569520" cy="184680"/>
            </a:xfrm>
            <a:custGeom>
              <a:rect b="b" l="l" r="r" t="t"/>
              <a:pathLst>
                <a:path extrusionOk="0" h="3674" w="11316">
                  <a:moveTo>
                    <a:pt x="9308" y="1"/>
                  </a:moveTo>
                  <a:cubicBezTo>
                    <a:pt x="8936" y="1"/>
                    <a:pt x="8565" y="14"/>
                    <a:pt x="8194" y="41"/>
                  </a:cubicBezTo>
                  <a:cubicBezTo>
                    <a:pt x="7137" y="116"/>
                    <a:pt x="6090" y="310"/>
                    <a:pt x="5071" y="608"/>
                  </a:cubicBezTo>
                  <a:cubicBezTo>
                    <a:pt x="3156" y="1168"/>
                    <a:pt x="1328" y="2083"/>
                    <a:pt x="40" y="3643"/>
                  </a:cubicBezTo>
                  <a:cubicBezTo>
                    <a:pt x="29" y="3659"/>
                    <a:pt x="13" y="3669"/>
                    <a:pt x="0" y="3673"/>
                  </a:cubicBezTo>
                  <a:cubicBezTo>
                    <a:pt x="46" y="3673"/>
                    <a:pt x="92" y="3674"/>
                    <a:pt x="138" y="3674"/>
                  </a:cubicBezTo>
                  <a:cubicBezTo>
                    <a:pt x="2212" y="3674"/>
                    <a:pt x="4227" y="3360"/>
                    <a:pt x="6213" y="2738"/>
                  </a:cubicBezTo>
                  <a:cubicBezTo>
                    <a:pt x="7232" y="2419"/>
                    <a:pt x="8249" y="2051"/>
                    <a:pt x="9221" y="1608"/>
                  </a:cubicBezTo>
                  <a:cubicBezTo>
                    <a:pt x="10028" y="1241"/>
                    <a:pt x="10787" y="785"/>
                    <a:pt x="11316" y="65"/>
                  </a:cubicBezTo>
                  <a:cubicBezTo>
                    <a:pt x="11313" y="62"/>
                    <a:pt x="11312" y="60"/>
                    <a:pt x="11310" y="58"/>
                  </a:cubicBezTo>
                  <a:cubicBezTo>
                    <a:pt x="11299" y="62"/>
                    <a:pt x="11290" y="67"/>
                    <a:pt x="11278" y="69"/>
                  </a:cubicBezTo>
                  <a:cubicBezTo>
                    <a:pt x="11170" y="84"/>
                    <a:pt x="11061" y="90"/>
                    <a:pt x="10950" y="90"/>
                  </a:cubicBezTo>
                  <a:cubicBezTo>
                    <a:pt x="10573" y="90"/>
                    <a:pt x="10185" y="21"/>
                    <a:pt x="9811" y="9"/>
                  </a:cubicBezTo>
                  <a:cubicBezTo>
                    <a:pt x="9643" y="3"/>
                    <a:pt x="9475" y="1"/>
                    <a:pt x="93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45" name="Google Shape;1145;p12"/>
            <p:cNvSpPr/>
            <p:nvPr/>
          </p:nvSpPr>
          <p:spPr>
            <a:xfrm>
              <a:off x="6068520" y="2378160"/>
              <a:ext cx="68040" cy="60120"/>
            </a:xfrm>
            <a:custGeom>
              <a:rect b="b" l="l" r="r" t="t"/>
              <a:pathLst>
                <a:path extrusionOk="0" h="1204" w="1356">
                  <a:moveTo>
                    <a:pt x="637" y="290"/>
                  </a:moveTo>
                  <a:cubicBezTo>
                    <a:pt x="729" y="290"/>
                    <a:pt x="824" y="325"/>
                    <a:pt x="893" y="385"/>
                  </a:cubicBezTo>
                  <a:cubicBezTo>
                    <a:pt x="1043" y="520"/>
                    <a:pt x="982" y="734"/>
                    <a:pt x="838" y="846"/>
                  </a:cubicBezTo>
                  <a:cubicBezTo>
                    <a:pt x="765" y="903"/>
                    <a:pt x="695" y="927"/>
                    <a:pt x="630" y="927"/>
                  </a:cubicBezTo>
                  <a:cubicBezTo>
                    <a:pt x="405" y="927"/>
                    <a:pt x="252" y="631"/>
                    <a:pt x="326" y="393"/>
                  </a:cubicBezTo>
                  <a:lnTo>
                    <a:pt x="326" y="393"/>
                  </a:lnTo>
                  <a:cubicBezTo>
                    <a:pt x="332" y="393"/>
                    <a:pt x="338" y="394"/>
                    <a:pt x="343" y="394"/>
                  </a:cubicBezTo>
                  <a:cubicBezTo>
                    <a:pt x="373" y="394"/>
                    <a:pt x="404" y="384"/>
                    <a:pt x="434" y="360"/>
                  </a:cubicBezTo>
                  <a:cubicBezTo>
                    <a:pt x="491" y="312"/>
                    <a:pt x="563" y="290"/>
                    <a:pt x="637" y="290"/>
                  </a:cubicBezTo>
                  <a:close/>
                  <a:moveTo>
                    <a:pt x="646" y="1"/>
                  </a:moveTo>
                  <a:cubicBezTo>
                    <a:pt x="503" y="1"/>
                    <a:pt x="362" y="48"/>
                    <a:pt x="253" y="150"/>
                  </a:cubicBezTo>
                  <a:cubicBezTo>
                    <a:pt x="247" y="156"/>
                    <a:pt x="241" y="157"/>
                    <a:pt x="233" y="164"/>
                  </a:cubicBezTo>
                  <a:cubicBezTo>
                    <a:pt x="15" y="377"/>
                    <a:pt x="0" y="730"/>
                    <a:pt x="179" y="974"/>
                  </a:cubicBezTo>
                  <a:cubicBezTo>
                    <a:pt x="293" y="1129"/>
                    <a:pt x="461" y="1203"/>
                    <a:pt x="633" y="1203"/>
                  </a:cubicBezTo>
                  <a:cubicBezTo>
                    <a:pt x="783" y="1203"/>
                    <a:pt x="937" y="1147"/>
                    <a:pt x="1059" y="1037"/>
                  </a:cubicBezTo>
                  <a:cubicBezTo>
                    <a:pt x="1318" y="805"/>
                    <a:pt x="1355" y="407"/>
                    <a:pt x="1087" y="167"/>
                  </a:cubicBezTo>
                  <a:cubicBezTo>
                    <a:pt x="966" y="60"/>
                    <a:pt x="805" y="1"/>
                    <a:pt x="6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0225" lIns="91425" spcFirstLastPara="1" rIns="91425" wrap="square" tIns="30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46" name="Google Shape;1146;p12"/>
            <p:cNvSpPr/>
            <p:nvPr/>
          </p:nvSpPr>
          <p:spPr>
            <a:xfrm>
              <a:off x="5941440" y="2298600"/>
              <a:ext cx="115200" cy="93600"/>
            </a:xfrm>
            <a:custGeom>
              <a:rect b="b" l="l" r="r" t="t"/>
              <a:pathLst>
                <a:path extrusionOk="0" h="1866" w="2297">
                  <a:moveTo>
                    <a:pt x="1227" y="287"/>
                  </a:moveTo>
                  <a:cubicBezTo>
                    <a:pt x="1301" y="287"/>
                    <a:pt x="1376" y="299"/>
                    <a:pt x="1451" y="325"/>
                  </a:cubicBezTo>
                  <a:cubicBezTo>
                    <a:pt x="1787" y="438"/>
                    <a:pt x="1942" y="815"/>
                    <a:pt x="1841" y="1146"/>
                  </a:cubicBezTo>
                  <a:cubicBezTo>
                    <a:pt x="1748" y="1450"/>
                    <a:pt x="1441" y="1573"/>
                    <a:pt x="1138" y="1573"/>
                  </a:cubicBezTo>
                  <a:cubicBezTo>
                    <a:pt x="1027" y="1573"/>
                    <a:pt x="917" y="1556"/>
                    <a:pt x="818" y="1526"/>
                  </a:cubicBezTo>
                  <a:cubicBezTo>
                    <a:pt x="442" y="1413"/>
                    <a:pt x="143" y="873"/>
                    <a:pt x="576" y="608"/>
                  </a:cubicBezTo>
                  <a:cubicBezTo>
                    <a:pt x="597" y="595"/>
                    <a:pt x="607" y="574"/>
                    <a:pt x="611" y="553"/>
                  </a:cubicBezTo>
                  <a:cubicBezTo>
                    <a:pt x="787" y="399"/>
                    <a:pt x="999" y="287"/>
                    <a:pt x="1227" y="287"/>
                  </a:cubicBezTo>
                  <a:close/>
                  <a:moveTo>
                    <a:pt x="1229" y="0"/>
                  </a:moveTo>
                  <a:cubicBezTo>
                    <a:pt x="871" y="0"/>
                    <a:pt x="507" y="174"/>
                    <a:pt x="342" y="495"/>
                  </a:cubicBezTo>
                  <a:cubicBezTo>
                    <a:pt x="333" y="513"/>
                    <a:pt x="329" y="534"/>
                    <a:pt x="332" y="556"/>
                  </a:cubicBezTo>
                  <a:cubicBezTo>
                    <a:pt x="0" y="813"/>
                    <a:pt x="66" y="1369"/>
                    <a:pt x="407" y="1634"/>
                  </a:cubicBezTo>
                  <a:cubicBezTo>
                    <a:pt x="603" y="1786"/>
                    <a:pt x="876" y="1866"/>
                    <a:pt x="1147" y="1866"/>
                  </a:cubicBezTo>
                  <a:cubicBezTo>
                    <a:pt x="1479" y="1866"/>
                    <a:pt x="1809" y="1746"/>
                    <a:pt x="1994" y="1489"/>
                  </a:cubicBezTo>
                  <a:cubicBezTo>
                    <a:pt x="2296" y="1073"/>
                    <a:pt x="2193" y="421"/>
                    <a:pt x="1752" y="143"/>
                  </a:cubicBezTo>
                  <a:cubicBezTo>
                    <a:pt x="1598" y="47"/>
                    <a:pt x="1414" y="0"/>
                    <a:pt x="12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6800" lIns="91425" spcFirstLastPara="1" rIns="91425" wrap="square" tIns="46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47" name="Google Shape;1147;p12"/>
            <p:cNvSpPr/>
            <p:nvPr/>
          </p:nvSpPr>
          <p:spPr>
            <a:xfrm>
              <a:off x="5960160" y="2206440"/>
              <a:ext cx="57600" cy="50400"/>
            </a:xfrm>
            <a:custGeom>
              <a:rect b="b" l="l" r="r" t="t"/>
              <a:pathLst>
                <a:path extrusionOk="0" h="1005" w="1154">
                  <a:moveTo>
                    <a:pt x="476" y="175"/>
                  </a:moveTo>
                  <a:cubicBezTo>
                    <a:pt x="618" y="175"/>
                    <a:pt x="759" y="271"/>
                    <a:pt x="806" y="408"/>
                  </a:cubicBezTo>
                  <a:cubicBezTo>
                    <a:pt x="853" y="555"/>
                    <a:pt x="737" y="684"/>
                    <a:pt x="603" y="725"/>
                  </a:cubicBezTo>
                  <a:cubicBezTo>
                    <a:pt x="575" y="734"/>
                    <a:pt x="547" y="738"/>
                    <a:pt x="520" y="738"/>
                  </a:cubicBezTo>
                  <a:cubicBezTo>
                    <a:pt x="415" y="738"/>
                    <a:pt x="328" y="672"/>
                    <a:pt x="297" y="556"/>
                  </a:cubicBezTo>
                  <a:cubicBezTo>
                    <a:pt x="276" y="490"/>
                    <a:pt x="279" y="412"/>
                    <a:pt x="306" y="344"/>
                  </a:cubicBezTo>
                  <a:cubicBezTo>
                    <a:pt x="333" y="279"/>
                    <a:pt x="395" y="242"/>
                    <a:pt x="425" y="179"/>
                  </a:cubicBezTo>
                  <a:cubicBezTo>
                    <a:pt x="442" y="177"/>
                    <a:pt x="459" y="175"/>
                    <a:pt x="476" y="175"/>
                  </a:cubicBezTo>
                  <a:close/>
                  <a:moveTo>
                    <a:pt x="563" y="1"/>
                  </a:moveTo>
                  <a:cubicBezTo>
                    <a:pt x="497" y="1"/>
                    <a:pt x="431" y="14"/>
                    <a:pt x="368" y="42"/>
                  </a:cubicBezTo>
                  <a:cubicBezTo>
                    <a:pt x="363" y="39"/>
                    <a:pt x="355" y="39"/>
                    <a:pt x="348" y="38"/>
                  </a:cubicBezTo>
                  <a:cubicBezTo>
                    <a:pt x="343" y="37"/>
                    <a:pt x="338" y="37"/>
                    <a:pt x="333" y="37"/>
                  </a:cubicBezTo>
                  <a:cubicBezTo>
                    <a:pt x="71" y="37"/>
                    <a:pt x="1" y="472"/>
                    <a:pt x="55" y="660"/>
                  </a:cubicBezTo>
                  <a:cubicBezTo>
                    <a:pt x="118" y="881"/>
                    <a:pt x="313" y="1004"/>
                    <a:pt x="522" y="1004"/>
                  </a:cubicBezTo>
                  <a:cubicBezTo>
                    <a:pt x="588" y="1004"/>
                    <a:pt x="655" y="992"/>
                    <a:pt x="720" y="967"/>
                  </a:cubicBezTo>
                  <a:cubicBezTo>
                    <a:pt x="986" y="865"/>
                    <a:pt x="1153" y="571"/>
                    <a:pt x="1029" y="298"/>
                  </a:cubicBezTo>
                  <a:cubicBezTo>
                    <a:pt x="943" y="113"/>
                    <a:pt x="755" y="1"/>
                    <a:pt x="5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5200" lIns="91425" spcFirstLastPara="1" rIns="91425" wrap="square" tIns="25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48" name="Google Shape;1148;p12"/>
            <p:cNvSpPr/>
            <p:nvPr/>
          </p:nvSpPr>
          <p:spPr>
            <a:xfrm>
              <a:off x="5634000" y="1806840"/>
              <a:ext cx="353160" cy="160200"/>
            </a:xfrm>
            <a:custGeom>
              <a:rect b="b" l="l" r="r" t="t"/>
              <a:pathLst>
                <a:path extrusionOk="0" h="3187" w="7020">
                  <a:moveTo>
                    <a:pt x="5583" y="1"/>
                  </a:moveTo>
                  <a:cubicBezTo>
                    <a:pt x="5392" y="1"/>
                    <a:pt x="5197" y="35"/>
                    <a:pt x="5000" y="86"/>
                  </a:cubicBezTo>
                  <a:cubicBezTo>
                    <a:pt x="4269" y="275"/>
                    <a:pt x="3542" y="491"/>
                    <a:pt x="2812" y="691"/>
                  </a:cubicBezTo>
                  <a:cubicBezTo>
                    <a:pt x="1948" y="926"/>
                    <a:pt x="470" y="1191"/>
                    <a:pt x="123" y="2178"/>
                  </a:cubicBezTo>
                  <a:cubicBezTo>
                    <a:pt x="1" y="2522"/>
                    <a:pt x="97" y="2896"/>
                    <a:pt x="429" y="3083"/>
                  </a:cubicBezTo>
                  <a:cubicBezTo>
                    <a:pt x="561" y="3157"/>
                    <a:pt x="691" y="3186"/>
                    <a:pt x="819" y="3186"/>
                  </a:cubicBezTo>
                  <a:cubicBezTo>
                    <a:pt x="983" y="3186"/>
                    <a:pt x="1143" y="3138"/>
                    <a:pt x="1300" y="3071"/>
                  </a:cubicBezTo>
                  <a:lnTo>
                    <a:pt x="1459" y="3007"/>
                  </a:lnTo>
                  <a:cubicBezTo>
                    <a:pt x="1487" y="3003"/>
                    <a:pt x="1519" y="3000"/>
                    <a:pt x="1548" y="2994"/>
                  </a:cubicBezTo>
                  <a:lnTo>
                    <a:pt x="1521" y="2790"/>
                  </a:lnTo>
                  <a:cubicBezTo>
                    <a:pt x="1356" y="2835"/>
                    <a:pt x="1181" y="2871"/>
                    <a:pt x="1008" y="2872"/>
                  </a:cubicBezTo>
                  <a:cubicBezTo>
                    <a:pt x="978" y="2876"/>
                    <a:pt x="949" y="2878"/>
                    <a:pt x="919" y="2878"/>
                  </a:cubicBezTo>
                  <a:cubicBezTo>
                    <a:pt x="809" y="2878"/>
                    <a:pt x="701" y="2851"/>
                    <a:pt x="595" y="2798"/>
                  </a:cubicBezTo>
                  <a:cubicBezTo>
                    <a:pt x="559" y="2589"/>
                    <a:pt x="524" y="2382"/>
                    <a:pt x="488" y="2172"/>
                  </a:cubicBezTo>
                  <a:cubicBezTo>
                    <a:pt x="572" y="1875"/>
                    <a:pt x="1048" y="1652"/>
                    <a:pt x="1306" y="1527"/>
                  </a:cubicBezTo>
                  <a:cubicBezTo>
                    <a:pt x="1903" y="1241"/>
                    <a:pt x="2564" y="1095"/>
                    <a:pt x="3199" y="915"/>
                  </a:cubicBezTo>
                  <a:cubicBezTo>
                    <a:pt x="3826" y="738"/>
                    <a:pt x="4452" y="541"/>
                    <a:pt x="5085" y="389"/>
                  </a:cubicBezTo>
                  <a:cubicBezTo>
                    <a:pt x="5252" y="349"/>
                    <a:pt x="5413" y="321"/>
                    <a:pt x="5570" y="321"/>
                  </a:cubicBezTo>
                  <a:cubicBezTo>
                    <a:pt x="5793" y="321"/>
                    <a:pt x="6007" y="378"/>
                    <a:pt x="6209" y="541"/>
                  </a:cubicBezTo>
                  <a:cubicBezTo>
                    <a:pt x="6622" y="873"/>
                    <a:pt x="6588" y="1447"/>
                    <a:pt x="6170" y="1746"/>
                  </a:cubicBezTo>
                  <a:lnTo>
                    <a:pt x="6076" y="1974"/>
                  </a:lnTo>
                  <a:lnTo>
                    <a:pt x="6342" y="1967"/>
                  </a:lnTo>
                  <a:cubicBezTo>
                    <a:pt x="7020" y="1567"/>
                    <a:pt x="6923" y="578"/>
                    <a:pt x="6272" y="185"/>
                  </a:cubicBezTo>
                  <a:cubicBezTo>
                    <a:pt x="6051" y="52"/>
                    <a:pt x="5820" y="1"/>
                    <a:pt x="55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80275" lIns="91425" spcFirstLastPara="1" rIns="91425" wrap="square" tIns="80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49" name="Google Shape;1149;p12"/>
            <p:cNvSpPr/>
            <p:nvPr/>
          </p:nvSpPr>
          <p:spPr>
            <a:xfrm>
              <a:off x="5710680" y="1892520"/>
              <a:ext cx="233640" cy="64440"/>
            </a:xfrm>
            <a:custGeom>
              <a:rect b="b" l="l" r="r" t="t"/>
              <a:pathLst>
                <a:path extrusionOk="0" h="1289" w="4648">
                  <a:moveTo>
                    <a:pt x="4558" y="0"/>
                  </a:moveTo>
                  <a:cubicBezTo>
                    <a:pt x="4556" y="0"/>
                    <a:pt x="4555" y="0"/>
                    <a:pt x="4553" y="0"/>
                  </a:cubicBezTo>
                  <a:cubicBezTo>
                    <a:pt x="3004" y="125"/>
                    <a:pt x="1463" y="576"/>
                    <a:pt x="1" y="1085"/>
                  </a:cubicBezTo>
                  <a:lnTo>
                    <a:pt x="28" y="1289"/>
                  </a:lnTo>
                  <a:cubicBezTo>
                    <a:pt x="742" y="1189"/>
                    <a:pt x="1442" y="927"/>
                    <a:pt x="2139" y="759"/>
                  </a:cubicBezTo>
                  <a:cubicBezTo>
                    <a:pt x="2938" y="566"/>
                    <a:pt x="3752" y="444"/>
                    <a:pt x="4554" y="268"/>
                  </a:cubicBezTo>
                  <a:lnTo>
                    <a:pt x="4648" y="40"/>
                  </a:lnTo>
                  <a:cubicBezTo>
                    <a:pt x="4627" y="14"/>
                    <a:pt x="4598" y="0"/>
                    <a:pt x="45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2400" lIns="91425" spcFirstLastPara="1" rIns="91425" wrap="square" tIns="3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50" name="Google Shape;1150;p12"/>
            <p:cNvSpPr/>
            <p:nvPr/>
          </p:nvSpPr>
          <p:spPr>
            <a:xfrm>
              <a:off x="5799240" y="2080440"/>
              <a:ext cx="49680" cy="47520"/>
            </a:xfrm>
            <a:custGeom>
              <a:rect b="b" l="l" r="r" t="t"/>
              <a:pathLst>
                <a:path extrusionOk="0" h="948" w="990">
                  <a:moveTo>
                    <a:pt x="454" y="169"/>
                  </a:moveTo>
                  <a:cubicBezTo>
                    <a:pt x="463" y="175"/>
                    <a:pt x="474" y="178"/>
                    <a:pt x="487" y="178"/>
                  </a:cubicBezTo>
                  <a:cubicBezTo>
                    <a:pt x="633" y="189"/>
                    <a:pt x="756" y="329"/>
                    <a:pt x="753" y="474"/>
                  </a:cubicBezTo>
                  <a:cubicBezTo>
                    <a:pt x="752" y="617"/>
                    <a:pt x="623" y="699"/>
                    <a:pt x="491" y="701"/>
                  </a:cubicBezTo>
                  <a:cubicBezTo>
                    <a:pt x="488" y="701"/>
                    <a:pt x="486" y="701"/>
                    <a:pt x="483" y="701"/>
                  </a:cubicBezTo>
                  <a:cubicBezTo>
                    <a:pt x="175" y="701"/>
                    <a:pt x="186" y="265"/>
                    <a:pt x="446" y="175"/>
                  </a:cubicBezTo>
                  <a:cubicBezTo>
                    <a:pt x="447" y="173"/>
                    <a:pt x="451" y="171"/>
                    <a:pt x="454" y="169"/>
                  </a:cubicBezTo>
                  <a:close/>
                  <a:moveTo>
                    <a:pt x="495" y="0"/>
                  </a:moveTo>
                  <a:cubicBezTo>
                    <a:pt x="493" y="0"/>
                    <a:pt x="491" y="0"/>
                    <a:pt x="488" y="0"/>
                  </a:cubicBezTo>
                  <a:cubicBezTo>
                    <a:pt x="465" y="0"/>
                    <a:pt x="448" y="8"/>
                    <a:pt x="434" y="19"/>
                  </a:cubicBezTo>
                  <a:cubicBezTo>
                    <a:pt x="429" y="16"/>
                    <a:pt x="422" y="15"/>
                    <a:pt x="414" y="15"/>
                  </a:cubicBezTo>
                  <a:cubicBezTo>
                    <a:pt x="410" y="15"/>
                    <a:pt x="406" y="16"/>
                    <a:pt x="402" y="16"/>
                  </a:cubicBezTo>
                  <a:cubicBezTo>
                    <a:pt x="158" y="54"/>
                    <a:pt x="1" y="299"/>
                    <a:pt x="16" y="538"/>
                  </a:cubicBezTo>
                  <a:cubicBezTo>
                    <a:pt x="33" y="785"/>
                    <a:pt x="253" y="948"/>
                    <a:pt x="490" y="948"/>
                  </a:cubicBezTo>
                  <a:cubicBezTo>
                    <a:pt x="500" y="948"/>
                    <a:pt x="509" y="948"/>
                    <a:pt x="519" y="947"/>
                  </a:cubicBezTo>
                  <a:cubicBezTo>
                    <a:pt x="772" y="933"/>
                    <a:pt x="990" y="736"/>
                    <a:pt x="976" y="474"/>
                  </a:cubicBezTo>
                  <a:cubicBezTo>
                    <a:pt x="962" y="221"/>
                    <a:pt x="749" y="0"/>
                    <a:pt x="4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3750" lIns="91425" spcFirstLastPara="1" rIns="91425" wrap="square" tIns="23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51" name="Google Shape;1151;p12"/>
            <p:cNvSpPr/>
            <p:nvPr/>
          </p:nvSpPr>
          <p:spPr>
            <a:xfrm>
              <a:off x="5740560" y="1973160"/>
              <a:ext cx="85320" cy="73800"/>
            </a:xfrm>
            <a:custGeom>
              <a:rect b="b" l="l" r="r" t="t"/>
              <a:pathLst>
                <a:path extrusionOk="0" h="1470" w="1703">
                  <a:moveTo>
                    <a:pt x="904" y="221"/>
                  </a:moveTo>
                  <a:cubicBezTo>
                    <a:pt x="973" y="221"/>
                    <a:pt x="1044" y="237"/>
                    <a:pt x="1118" y="275"/>
                  </a:cubicBezTo>
                  <a:cubicBezTo>
                    <a:pt x="1362" y="402"/>
                    <a:pt x="1433" y="754"/>
                    <a:pt x="1298" y="987"/>
                  </a:cubicBezTo>
                  <a:cubicBezTo>
                    <a:pt x="1205" y="1148"/>
                    <a:pt x="1023" y="1231"/>
                    <a:pt x="841" y="1231"/>
                  </a:cubicBezTo>
                  <a:cubicBezTo>
                    <a:pt x="734" y="1231"/>
                    <a:pt x="627" y="1202"/>
                    <a:pt x="537" y="1144"/>
                  </a:cubicBezTo>
                  <a:cubicBezTo>
                    <a:pt x="299" y="988"/>
                    <a:pt x="240" y="669"/>
                    <a:pt x="335" y="417"/>
                  </a:cubicBezTo>
                  <a:lnTo>
                    <a:pt x="335" y="417"/>
                  </a:lnTo>
                  <a:cubicBezTo>
                    <a:pt x="348" y="429"/>
                    <a:pt x="364" y="436"/>
                    <a:pt x="380" y="436"/>
                  </a:cubicBezTo>
                  <a:cubicBezTo>
                    <a:pt x="390" y="436"/>
                    <a:pt x="401" y="433"/>
                    <a:pt x="411" y="427"/>
                  </a:cubicBezTo>
                  <a:cubicBezTo>
                    <a:pt x="570" y="328"/>
                    <a:pt x="728" y="221"/>
                    <a:pt x="904" y="221"/>
                  </a:cubicBezTo>
                  <a:close/>
                  <a:moveTo>
                    <a:pt x="886" y="1"/>
                  </a:moveTo>
                  <a:cubicBezTo>
                    <a:pt x="673" y="1"/>
                    <a:pt x="459" y="76"/>
                    <a:pt x="360" y="247"/>
                  </a:cubicBezTo>
                  <a:cubicBezTo>
                    <a:pt x="344" y="230"/>
                    <a:pt x="320" y="219"/>
                    <a:pt x="296" y="219"/>
                  </a:cubicBezTo>
                  <a:cubicBezTo>
                    <a:pt x="272" y="219"/>
                    <a:pt x="246" y="230"/>
                    <a:pt x="228" y="258"/>
                  </a:cubicBezTo>
                  <a:cubicBezTo>
                    <a:pt x="0" y="604"/>
                    <a:pt x="64" y="1107"/>
                    <a:pt x="420" y="1344"/>
                  </a:cubicBezTo>
                  <a:cubicBezTo>
                    <a:pt x="545" y="1428"/>
                    <a:pt x="696" y="1469"/>
                    <a:pt x="847" y="1469"/>
                  </a:cubicBezTo>
                  <a:cubicBezTo>
                    <a:pt x="1102" y="1469"/>
                    <a:pt x="1357" y="1352"/>
                    <a:pt x="1495" y="1131"/>
                  </a:cubicBezTo>
                  <a:cubicBezTo>
                    <a:pt x="1702" y="803"/>
                    <a:pt x="1621" y="311"/>
                    <a:pt x="1281" y="101"/>
                  </a:cubicBezTo>
                  <a:cubicBezTo>
                    <a:pt x="1176" y="36"/>
                    <a:pt x="1031" y="1"/>
                    <a:pt x="8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7075" lIns="91425" spcFirstLastPara="1" rIns="91425" wrap="square" tIns="370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52" name="Google Shape;1152;p12"/>
            <p:cNvSpPr/>
            <p:nvPr/>
          </p:nvSpPr>
          <p:spPr>
            <a:xfrm>
              <a:off x="5699520" y="1958040"/>
              <a:ext cx="110880" cy="405720"/>
            </a:xfrm>
            <a:custGeom>
              <a:rect b="b" l="l" r="r" t="t"/>
              <a:pathLst>
                <a:path extrusionOk="0" h="8061" w="2207">
                  <a:moveTo>
                    <a:pt x="160" y="0"/>
                  </a:moveTo>
                  <a:lnTo>
                    <a:pt x="2" y="64"/>
                  </a:lnTo>
                  <a:cubicBezTo>
                    <a:pt x="0" y="654"/>
                    <a:pt x="234" y="1259"/>
                    <a:pt x="376" y="1823"/>
                  </a:cubicBezTo>
                  <a:cubicBezTo>
                    <a:pt x="552" y="2520"/>
                    <a:pt x="726" y="3217"/>
                    <a:pt x="902" y="3914"/>
                  </a:cubicBezTo>
                  <a:cubicBezTo>
                    <a:pt x="1240" y="5255"/>
                    <a:pt x="1476" y="6689"/>
                    <a:pt x="1950" y="7989"/>
                  </a:cubicBezTo>
                  <a:cubicBezTo>
                    <a:pt x="1964" y="8024"/>
                    <a:pt x="1984" y="8045"/>
                    <a:pt x="2008" y="8061"/>
                  </a:cubicBezTo>
                  <a:lnTo>
                    <a:pt x="2207" y="8028"/>
                  </a:lnTo>
                  <a:cubicBezTo>
                    <a:pt x="2205" y="8013"/>
                    <a:pt x="2203" y="7996"/>
                    <a:pt x="2198" y="7980"/>
                  </a:cubicBezTo>
                  <a:cubicBezTo>
                    <a:pt x="2203" y="7963"/>
                    <a:pt x="2204" y="7943"/>
                    <a:pt x="2200" y="7919"/>
                  </a:cubicBezTo>
                  <a:cubicBezTo>
                    <a:pt x="2001" y="6550"/>
                    <a:pt x="1534" y="5174"/>
                    <a:pt x="1198" y="3831"/>
                  </a:cubicBezTo>
                  <a:cubicBezTo>
                    <a:pt x="1032" y="3168"/>
                    <a:pt x="866" y="2503"/>
                    <a:pt x="699" y="1840"/>
                  </a:cubicBezTo>
                  <a:cubicBezTo>
                    <a:pt x="549" y="1242"/>
                    <a:pt x="464" y="547"/>
                    <a:pt x="16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153" name="Google Shape;1153;p12"/>
          <p:cNvGrpSpPr/>
          <p:nvPr/>
        </p:nvGrpSpPr>
        <p:grpSpPr>
          <a:xfrm>
            <a:off x="8111520" y="686160"/>
            <a:ext cx="499680" cy="648360"/>
            <a:chOff x="8111520" y="686160"/>
            <a:chExt cx="499680" cy="648360"/>
          </a:xfrm>
        </p:grpSpPr>
        <p:sp>
          <p:nvSpPr>
            <p:cNvPr id="1154" name="Google Shape;1154;p12"/>
            <p:cNvSpPr/>
            <p:nvPr/>
          </p:nvSpPr>
          <p:spPr>
            <a:xfrm>
              <a:off x="8146440" y="733680"/>
              <a:ext cx="406800" cy="551520"/>
            </a:xfrm>
            <a:custGeom>
              <a:rect b="b" l="l" r="r" t="t"/>
              <a:pathLst>
                <a:path extrusionOk="0" h="10953" w="8085">
                  <a:moveTo>
                    <a:pt x="2625" y="237"/>
                  </a:moveTo>
                  <a:cubicBezTo>
                    <a:pt x="2859" y="237"/>
                    <a:pt x="3095" y="292"/>
                    <a:pt x="3323" y="418"/>
                  </a:cubicBezTo>
                  <a:cubicBezTo>
                    <a:pt x="4330" y="976"/>
                    <a:pt x="4477" y="2208"/>
                    <a:pt x="4741" y="3212"/>
                  </a:cubicBezTo>
                  <a:cubicBezTo>
                    <a:pt x="4881" y="3748"/>
                    <a:pt x="5075" y="4254"/>
                    <a:pt x="5422" y="4691"/>
                  </a:cubicBezTo>
                  <a:cubicBezTo>
                    <a:pt x="5774" y="5134"/>
                    <a:pt x="6223" y="5477"/>
                    <a:pt x="6657" y="5831"/>
                  </a:cubicBezTo>
                  <a:cubicBezTo>
                    <a:pt x="7038" y="6142"/>
                    <a:pt x="7388" y="6452"/>
                    <a:pt x="7605" y="6900"/>
                  </a:cubicBezTo>
                  <a:cubicBezTo>
                    <a:pt x="7785" y="7273"/>
                    <a:pt x="7864" y="7688"/>
                    <a:pt x="7851" y="8099"/>
                  </a:cubicBezTo>
                  <a:cubicBezTo>
                    <a:pt x="7829" y="8928"/>
                    <a:pt x="7423" y="9755"/>
                    <a:pt x="6746" y="10244"/>
                  </a:cubicBezTo>
                  <a:cubicBezTo>
                    <a:pt x="6318" y="10552"/>
                    <a:pt x="5775" y="10727"/>
                    <a:pt x="5238" y="10727"/>
                  </a:cubicBezTo>
                  <a:cubicBezTo>
                    <a:pt x="4846" y="10727"/>
                    <a:pt x="4458" y="10634"/>
                    <a:pt x="4118" y="10434"/>
                  </a:cubicBezTo>
                  <a:cubicBezTo>
                    <a:pt x="3754" y="10217"/>
                    <a:pt x="3423" y="9826"/>
                    <a:pt x="3427" y="9383"/>
                  </a:cubicBezTo>
                  <a:cubicBezTo>
                    <a:pt x="3428" y="8916"/>
                    <a:pt x="3604" y="8457"/>
                    <a:pt x="3640" y="7990"/>
                  </a:cubicBezTo>
                  <a:cubicBezTo>
                    <a:pt x="3662" y="7698"/>
                    <a:pt x="3644" y="7404"/>
                    <a:pt x="3591" y="7115"/>
                  </a:cubicBezTo>
                  <a:cubicBezTo>
                    <a:pt x="3587" y="7095"/>
                    <a:pt x="3579" y="7077"/>
                    <a:pt x="3569" y="7064"/>
                  </a:cubicBezTo>
                  <a:lnTo>
                    <a:pt x="3566" y="7063"/>
                  </a:lnTo>
                  <a:cubicBezTo>
                    <a:pt x="3168" y="6247"/>
                    <a:pt x="2367" y="5769"/>
                    <a:pt x="1656" y="5256"/>
                  </a:cubicBezTo>
                  <a:cubicBezTo>
                    <a:pt x="950" y="4744"/>
                    <a:pt x="284" y="4092"/>
                    <a:pt x="244" y="3166"/>
                  </a:cubicBezTo>
                  <a:cubicBezTo>
                    <a:pt x="207" y="2323"/>
                    <a:pt x="622" y="1468"/>
                    <a:pt x="1215" y="886"/>
                  </a:cubicBezTo>
                  <a:cubicBezTo>
                    <a:pt x="1600" y="509"/>
                    <a:pt x="2107" y="237"/>
                    <a:pt x="2625" y="237"/>
                  </a:cubicBezTo>
                  <a:close/>
                  <a:moveTo>
                    <a:pt x="2614" y="1"/>
                  </a:moveTo>
                  <a:cubicBezTo>
                    <a:pt x="2321" y="1"/>
                    <a:pt x="2031" y="78"/>
                    <a:pt x="1768" y="208"/>
                  </a:cubicBezTo>
                  <a:cubicBezTo>
                    <a:pt x="1732" y="224"/>
                    <a:pt x="1699" y="244"/>
                    <a:pt x="1664" y="262"/>
                  </a:cubicBezTo>
                  <a:cubicBezTo>
                    <a:pt x="1658" y="265"/>
                    <a:pt x="1654" y="268"/>
                    <a:pt x="1650" y="269"/>
                  </a:cubicBezTo>
                  <a:cubicBezTo>
                    <a:pt x="1456" y="380"/>
                    <a:pt x="1276" y="513"/>
                    <a:pt x="1109" y="666"/>
                  </a:cubicBezTo>
                  <a:cubicBezTo>
                    <a:pt x="1077" y="697"/>
                    <a:pt x="1045" y="727"/>
                    <a:pt x="1015" y="758"/>
                  </a:cubicBezTo>
                  <a:cubicBezTo>
                    <a:pt x="829" y="945"/>
                    <a:pt x="665" y="1155"/>
                    <a:pt x="526" y="1384"/>
                  </a:cubicBezTo>
                  <a:cubicBezTo>
                    <a:pt x="499" y="1424"/>
                    <a:pt x="475" y="1465"/>
                    <a:pt x="454" y="1508"/>
                  </a:cubicBezTo>
                  <a:cubicBezTo>
                    <a:pt x="348" y="1693"/>
                    <a:pt x="258" y="1890"/>
                    <a:pt x="192" y="2090"/>
                  </a:cubicBezTo>
                  <a:cubicBezTo>
                    <a:pt x="177" y="2128"/>
                    <a:pt x="165" y="2165"/>
                    <a:pt x="155" y="2201"/>
                  </a:cubicBezTo>
                  <a:cubicBezTo>
                    <a:pt x="138" y="2252"/>
                    <a:pt x="124" y="2303"/>
                    <a:pt x="109" y="2355"/>
                  </a:cubicBezTo>
                  <a:cubicBezTo>
                    <a:pt x="36" y="2639"/>
                    <a:pt x="0" y="2938"/>
                    <a:pt x="22" y="3231"/>
                  </a:cubicBezTo>
                  <a:cubicBezTo>
                    <a:pt x="23" y="3273"/>
                    <a:pt x="29" y="3316"/>
                    <a:pt x="34" y="3358"/>
                  </a:cubicBezTo>
                  <a:cubicBezTo>
                    <a:pt x="44" y="3446"/>
                    <a:pt x="61" y="3533"/>
                    <a:pt x="83" y="3616"/>
                  </a:cubicBezTo>
                  <a:cubicBezTo>
                    <a:pt x="155" y="3900"/>
                    <a:pt x="275" y="4162"/>
                    <a:pt x="437" y="4399"/>
                  </a:cubicBezTo>
                  <a:cubicBezTo>
                    <a:pt x="460" y="4434"/>
                    <a:pt x="484" y="4469"/>
                    <a:pt x="509" y="4503"/>
                  </a:cubicBezTo>
                  <a:cubicBezTo>
                    <a:pt x="590" y="4613"/>
                    <a:pt x="679" y="4717"/>
                    <a:pt x="777" y="4817"/>
                  </a:cubicBezTo>
                  <a:cubicBezTo>
                    <a:pt x="968" y="5014"/>
                    <a:pt x="1178" y="5185"/>
                    <a:pt x="1398" y="5347"/>
                  </a:cubicBezTo>
                  <a:cubicBezTo>
                    <a:pt x="1437" y="5378"/>
                    <a:pt x="1476" y="5405"/>
                    <a:pt x="1515" y="5433"/>
                  </a:cubicBezTo>
                  <a:cubicBezTo>
                    <a:pt x="1770" y="5617"/>
                    <a:pt x="2034" y="5794"/>
                    <a:pt x="2288" y="5984"/>
                  </a:cubicBezTo>
                  <a:cubicBezTo>
                    <a:pt x="2324" y="6013"/>
                    <a:pt x="2364" y="6042"/>
                    <a:pt x="2401" y="6071"/>
                  </a:cubicBezTo>
                  <a:cubicBezTo>
                    <a:pt x="2616" y="6237"/>
                    <a:pt x="2822" y="6418"/>
                    <a:pt x="3003" y="6626"/>
                  </a:cubicBezTo>
                  <a:cubicBezTo>
                    <a:pt x="3041" y="6672"/>
                    <a:pt x="3080" y="6717"/>
                    <a:pt x="3115" y="6764"/>
                  </a:cubicBezTo>
                  <a:cubicBezTo>
                    <a:pt x="3141" y="6799"/>
                    <a:pt x="3166" y="6835"/>
                    <a:pt x="3189" y="6870"/>
                  </a:cubicBezTo>
                  <a:cubicBezTo>
                    <a:pt x="3257" y="6969"/>
                    <a:pt x="3318" y="7073"/>
                    <a:pt x="3372" y="7182"/>
                  </a:cubicBezTo>
                  <a:cubicBezTo>
                    <a:pt x="3380" y="7229"/>
                    <a:pt x="3386" y="7275"/>
                    <a:pt x="3393" y="7321"/>
                  </a:cubicBezTo>
                  <a:cubicBezTo>
                    <a:pt x="3399" y="7362"/>
                    <a:pt x="3401" y="7404"/>
                    <a:pt x="3406" y="7447"/>
                  </a:cubicBezTo>
                  <a:cubicBezTo>
                    <a:pt x="3423" y="7666"/>
                    <a:pt x="3414" y="7880"/>
                    <a:pt x="3387" y="8096"/>
                  </a:cubicBezTo>
                  <a:cubicBezTo>
                    <a:pt x="3384" y="8131"/>
                    <a:pt x="3379" y="8167"/>
                    <a:pt x="3373" y="8204"/>
                  </a:cubicBezTo>
                  <a:cubicBezTo>
                    <a:pt x="3359" y="8320"/>
                    <a:pt x="3339" y="8436"/>
                    <a:pt x="3318" y="8551"/>
                  </a:cubicBezTo>
                  <a:lnTo>
                    <a:pt x="3297" y="8664"/>
                  </a:lnTo>
                  <a:cubicBezTo>
                    <a:pt x="3281" y="8751"/>
                    <a:pt x="3264" y="8840"/>
                    <a:pt x="3247" y="8928"/>
                  </a:cubicBezTo>
                  <a:cubicBezTo>
                    <a:pt x="3226" y="9041"/>
                    <a:pt x="3207" y="9156"/>
                    <a:pt x="3200" y="9272"/>
                  </a:cubicBezTo>
                  <a:cubicBezTo>
                    <a:pt x="3196" y="9316"/>
                    <a:pt x="3195" y="9360"/>
                    <a:pt x="3195" y="9404"/>
                  </a:cubicBezTo>
                  <a:cubicBezTo>
                    <a:pt x="3196" y="9452"/>
                    <a:pt x="3200" y="9503"/>
                    <a:pt x="3204" y="9551"/>
                  </a:cubicBezTo>
                  <a:cubicBezTo>
                    <a:pt x="3223" y="9692"/>
                    <a:pt x="3274" y="9828"/>
                    <a:pt x="3342" y="9954"/>
                  </a:cubicBezTo>
                  <a:cubicBezTo>
                    <a:pt x="3360" y="9989"/>
                    <a:pt x="3382" y="10025"/>
                    <a:pt x="3403" y="10059"/>
                  </a:cubicBezTo>
                  <a:cubicBezTo>
                    <a:pt x="3428" y="10098"/>
                    <a:pt x="3455" y="10138"/>
                    <a:pt x="3484" y="10175"/>
                  </a:cubicBezTo>
                  <a:cubicBezTo>
                    <a:pt x="3577" y="10299"/>
                    <a:pt x="3686" y="10409"/>
                    <a:pt x="3805" y="10499"/>
                  </a:cubicBezTo>
                  <a:cubicBezTo>
                    <a:pt x="3838" y="10528"/>
                    <a:pt x="3871" y="10550"/>
                    <a:pt x="3906" y="10573"/>
                  </a:cubicBezTo>
                  <a:cubicBezTo>
                    <a:pt x="4130" y="10726"/>
                    <a:pt x="4385" y="10828"/>
                    <a:pt x="4654" y="10889"/>
                  </a:cubicBezTo>
                  <a:cubicBezTo>
                    <a:pt x="4691" y="10897"/>
                    <a:pt x="4728" y="10906"/>
                    <a:pt x="4768" y="10912"/>
                  </a:cubicBezTo>
                  <a:cubicBezTo>
                    <a:pt x="4921" y="10939"/>
                    <a:pt x="5078" y="10953"/>
                    <a:pt x="5233" y="10953"/>
                  </a:cubicBezTo>
                  <a:cubicBezTo>
                    <a:pt x="5284" y="10953"/>
                    <a:pt x="5335" y="10951"/>
                    <a:pt x="5385" y="10948"/>
                  </a:cubicBezTo>
                  <a:cubicBezTo>
                    <a:pt x="5426" y="10947"/>
                    <a:pt x="5469" y="10944"/>
                    <a:pt x="5510" y="10940"/>
                  </a:cubicBezTo>
                  <a:cubicBezTo>
                    <a:pt x="5745" y="10919"/>
                    <a:pt x="5975" y="10869"/>
                    <a:pt x="6187" y="10793"/>
                  </a:cubicBezTo>
                  <a:cubicBezTo>
                    <a:pt x="6236" y="10776"/>
                    <a:pt x="6284" y="10757"/>
                    <a:pt x="6329" y="10736"/>
                  </a:cubicBezTo>
                  <a:cubicBezTo>
                    <a:pt x="6365" y="10722"/>
                    <a:pt x="6400" y="10706"/>
                    <a:pt x="6435" y="10689"/>
                  </a:cubicBezTo>
                  <a:cubicBezTo>
                    <a:pt x="6780" y="10526"/>
                    <a:pt x="7077" y="10294"/>
                    <a:pt x="7321" y="10013"/>
                  </a:cubicBezTo>
                  <a:cubicBezTo>
                    <a:pt x="7354" y="9976"/>
                    <a:pt x="7384" y="9940"/>
                    <a:pt x="7413" y="9903"/>
                  </a:cubicBezTo>
                  <a:cubicBezTo>
                    <a:pt x="7573" y="9700"/>
                    <a:pt x="7709" y="9479"/>
                    <a:pt x="7813" y="9241"/>
                  </a:cubicBezTo>
                  <a:cubicBezTo>
                    <a:pt x="7829" y="9205"/>
                    <a:pt x="7844" y="9170"/>
                    <a:pt x="7857" y="9133"/>
                  </a:cubicBezTo>
                  <a:cubicBezTo>
                    <a:pt x="7979" y="8830"/>
                    <a:pt x="8054" y="8508"/>
                    <a:pt x="8072" y="8182"/>
                  </a:cubicBezTo>
                  <a:cubicBezTo>
                    <a:pt x="8077" y="8136"/>
                    <a:pt x="8078" y="8092"/>
                    <a:pt x="8078" y="8046"/>
                  </a:cubicBezTo>
                  <a:cubicBezTo>
                    <a:pt x="8085" y="7835"/>
                    <a:pt x="8065" y="7621"/>
                    <a:pt x="8021" y="7411"/>
                  </a:cubicBezTo>
                  <a:cubicBezTo>
                    <a:pt x="8014" y="7373"/>
                    <a:pt x="8006" y="7333"/>
                    <a:pt x="7994" y="7297"/>
                  </a:cubicBezTo>
                  <a:cubicBezTo>
                    <a:pt x="7923" y="7022"/>
                    <a:pt x="7813" y="6757"/>
                    <a:pt x="7649" y="6512"/>
                  </a:cubicBezTo>
                  <a:cubicBezTo>
                    <a:pt x="7630" y="6479"/>
                    <a:pt x="7607" y="6446"/>
                    <a:pt x="7583" y="6415"/>
                  </a:cubicBezTo>
                  <a:cubicBezTo>
                    <a:pt x="7578" y="6405"/>
                    <a:pt x="7573" y="6401"/>
                    <a:pt x="7568" y="6391"/>
                  </a:cubicBezTo>
                  <a:cubicBezTo>
                    <a:pt x="7446" y="6225"/>
                    <a:pt x="7301" y="6079"/>
                    <a:pt x="7150" y="5942"/>
                  </a:cubicBezTo>
                  <a:cubicBezTo>
                    <a:pt x="7116" y="5909"/>
                    <a:pt x="7082" y="5879"/>
                    <a:pt x="7045" y="5851"/>
                  </a:cubicBezTo>
                  <a:cubicBezTo>
                    <a:pt x="6837" y="5671"/>
                    <a:pt x="6611" y="5503"/>
                    <a:pt x="6399" y="5325"/>
                  </a:cubicBezTo>
                  <a:lnTo>
                    <a:pt x="6345" y="5283"/>
                  </a:lnTo>
                  <a:cubicBezTo>
                    <a:pt x="6333" y="5270"/>
                    <a:pt x="6319" y="5262"/>
                    <a:pt x="6307" y="5249"/>
                  </a:cubicBezTo>
                  <a:cubicBezTo>
                    <a:pt x="6067" y="5045"/>
                    <a:pt x="5837" y="4831"/>
                    <a:pt x="5639" y="4590"/>
                  </a:cubicBezTo>
                  <a:cubicBezTo>
                    <a:pt x="5614" y="4562"/>
                    <a:pt x="5591" y="4532"/>
                    <a:pt x="5568" y="4499"/>
                  </a:cubicBezTo>
                  <a:cubicBezTo>
                    <a:pt x="5429" y="4321"/>
                    <a:pt x="5309" y="4127"/>
                    <a:pt x="5215" y="3914"/>
                  </a:cubicBezTo>
                  <a:cubicBezTo>
                    <a:pt x="5194" y="3864"/>
                    <a:pt x="5173" y="3812"/>
                    <a:pt x="5153" y="3762"/>
                  </a:cubicBezTo>
                  <a:cubicBezTo>
                    <a:pt x="5139" y="3727"/>
                    <a:pt x="5125" y="3690"/>
                    <a:pt x="5112" y="3653"/>
                  </a:cubicBezTo>
                  <a:cubicBezTo>
                    <a:pt x="5024" y="3404"/>
                    <a:pt x="4956" y="3146"/>
                    <a:pt x="4892" y="2888"/>
                  </a:cubicBezTo>
                  <a:cubicBezTo>
                    <a:pt x="4881" y="2834"/>
                    <a:pt x="4868" y="2780"/>
                    <a:pt x="4855" y="2728"/>
                  </a:cubicBezTo>
                  <a:cubicBezTo>
                    <a:pt x="4807" y="2525"/>
                    <a:pt x="4760" y="2320"/>
                    <a:pt x="4705" y="2118"/>
                  </a:cubicBezTo>
                  <a:cubicBezTo>
                    <a:pt x="4692" y="2073"/>
                    <a:pt x="4680" y="2025"/>
                    <a:pt x="4666" y="1980"/>
                  </a:cubicBezTo>
                  <a:cubicBezTo>
                    <a:pt x="4606" y="1770"/>
                    <a:pt x="4535" y="1566"/>
                    <a:pt x="4446" y="1372"/>
                  </a:cubicBezTo>
                  <a:cubicBezTo>
                    <a:pt x="4425" y="1321"/>
                    <a:pt x="4401" y="1271"/>
                    <a:pt x="4374" y="1221"/>
                  </a:cubicBezTo>
                  <a:cubicBezTo>
                    <a:pt x="4283" y="1041"/>
                    <a:pt x="4172" y="871"/>
                    <a:pt x="4035" y="713"/>
                  </a:cubicBezTo>
                  <a:cubicBezTo>
                    <a:pt x="4025" y="699"/>
                    <a:pt x="4012" y="684"/>
                    <a:pt x="3999" y="670"/>
                  </a:cubicBezTo>
                  <a:cubicBezTo>
                    <a:pt x="3984" y="652"/>
                    <a:pt x="3968" y="635"/>
                    <a:pt x="3953" y="619"/>
                  </a:cubicBezTo>
                  <a:cubicBezTo>
                    <a:pt x="3720" y="374"/>
                    <a:pt x="3430" y="180"/>
                    <a:pt x="3110" y="78"/>
                  </a:cubicBezTo>
                  <a:cubicBezTo>
                    <a:pt x="3071" y="66"/>
                    <a:pt x="3033" y="55"/>
                    <a:pt x="2993" y="47"/>
                  </a:cubicBezTo>
                  <a:cubicBezTo>
                    <a:pt x="2937" y="32"/>
                    <a:pt x="2880" y="21"/>
                    <a:pt x="2820" y="14"/>
                  </a:cubicBezTo>
                  <a:cubicBezTo>
                    <a:pt x="2751" y="5"/>
                    <a:pt x="2682" y="1"/>
                    <a:pt x="2614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55" name="Google Shape;1155;p12"/>
            <p:cNvSpPr/>
            <p:nvPr/>
          </p:nvSpPr>
          <p:spPr>
            <a:xfrm>
              <a:off x="8211600" y="1032120"/>
              <a:ext cx="63000" cy="28080"/>
            </a:xfrm>
            <a:custGeom>
              <a:rect b="b" l="l" r="r" t="t"/>
              <a:pathLst>
                <a:path extrusionOk="0" h="564" w="1260">
                  <a:moveTo>
                    <a:pt x="1191" y="0"/>
                  </a:moveTo>
                  <a:cubicBezTo>
                    <a:pt x="1185" y="0"/>
                    <a:pt x="1178" y="2"/>
                    <a:pt x="1170" y="5"/>
                  </a:cubicBezTo>
                  <a:cubicBezTo>
                    <a:pt x="1050" y="56"/>
                    <a:pt x="917" y="74"/>
                    <a:pt x="793" y="124"/>
                  </a:cubicBezTo>
                  <a:cubicBezTo>
                    <a:pt x="693" y="163"/>
                    <a:pt x="606" y="224"/>
                    <a:pt x="500" y="254"/>
                  </a:cubicBezTo>
                  <a:cubicBezTo>
                    <a:pt x="449" y="268"/>
                    <a:pt x="394" y="282"/>
                    <a:pt x="338" y="287"/>
                  </a:cubicBezTo>
                  <a:cubicBezTo>
                    <a:pt x="295" y="288"/>
                    <a:pt x="248" y="289"/>
                    <a:pt x="205" y="302"/>
                  </a:cubicBezTo>
                  <a:cubicBezTo>
                    <a:pt x="109" y="328"/>
                    <a:pt x="47" y="399"/>
                    <a:pt x="14" y="494"/>
                  </a:cubicBezTo>
                  <a:cubicBezTo>
                    <a:pt x="0" y="536"/>
                    <a:pt x="35" y="564"/>
                    <a:pt x="70" y="564"/>
                  </a:cubicBezTo>
                  <a:cubicBezTo>
                    <a:pt x="93" y="564"/>
                    <a:pt x="116" y="552"/>
                    <a:pt x="126" y="523"/>
                  </a:cubicBezTo>
                  <a:cubicBezTo>
                    <a:pt x="154" y="438"/>
                    <a:pt x="219" y="406"/>
                    <a:pt x="307" y="401"/>
                  </a:cubicBezTo>
                  <a:cubicBezTo>
                    <a:pt x="404" y="396"/>
                    <a:pt x="500" y="377"/>
                    <a:pt x="591" y="346"/>
                  </a:cubicBezTo>
                  <a:cubicBezTo>
                    <a:pt x="684" y="312"/>
                    <a:pt x="768" y="253"/>
                    <a:pt x="861" y="220"/>
                  </a:cubicBezTo>
                  <a:cubicBezTo>
                    <a:pt x="973" y="182"/>
                    <a:pt x="1090" y="162"/>
                    <a:pt x="1200" y="115"/>
                  </a:cubicBezTo>
                  <a:cubicBezTo>
                    <a:pt x="1259" y="91"/>
                    <a:pt x="1242" y="0"/>
                    <a:pt x="1191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4025" lIns="91425" spcFirstLastPara="1" rIns="91425" wrap="square" tIns="14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56" name="Google Shape;1156;p12"/>
            <p:cNvSpPr/>
            <p:nvPr/>
          </p:nvSpPr>
          <p:spPr>
            <a:xfrm>
              <a:off x="8254800" y="1073880"/>
              <a:ext cx="61560" cy="21600"/>
            </a:xfrm>
            <a:custGeom>
              <a:rect b="b" l="l" r="r" t="t"/>
              <a:pathLst>
                <a:path extrusionOk="0" h="433" w="1232">
                  <a:moveTo>
                    <a:pt x="1029" y="1"/>
                  </a:moveTo>
                  <a:cubicBezTo>
                    <a:pt x="909" y="1"/>
                    <a:pt x="780" y="67"/>
                    <a:pt x="675" y="109"/>
                  </a:cubicBezTo>
                  <a:cubicBezTo>
                    <a:pt x="475" y="190"/>
                    <a:pt x="275" y="263"/>
                    <a:pt x="66" y="319"/>
                  </a:cubicBezTo>
                  <a:cubicBezTo>
                    <a:pt x="0" y="337"/>
                    <a:pt x="22" y="433"/>
                    <a:pt x="81" y="433"/>
                  </a:cubicBezTo>
                  <a:cubicBezTo>
                    <a:pt x="86" y="433"/>
                    <a:pt x="91" y="432"/>
                    <a:pt x="97" y="430"/>
                  </a:cubicBezTo>
                  <a:cubicBezTo>
                    <a:pt x="278" y="382"/>
                    <a:pt x="455" y="319"/>
                    <a:pt x="631" y="249"/>
                  </a:cubicBezTo>
                  <a:cubicBezTo>
                    <a:pt x="717" y="215"/>
                    <a:pt x="802" y="177"/>
                    <a:pt x="890" y="148"/>
                  </a:cubicBezTo>
                  <a:cubicBezTo>
                    <a:pt x="931" y="135"/>
                    <a:pt x="985" y="113"/>
                    <a:pt x="1034" y="113"/>
                  </a:cubicBezTo>
                  <a:cubicBezTo>
                    <a:pt x="1059" y="113"/>
                    <a:pt x="1083" y="119"/>
                    <a:pt x="1103" y="134"/>
                  </a:cubicBezTo>
                  <a:cubicBezTo>
                    <a:pt x="1115" y="143"/>
                    <a:pt x="1128" y="147"/>
                    <a:pt x="1140" y="147"/>
                  </a:cubicBezTo>
                  <a:cubicBezTo>
                    <a:pt x="1189" y="147"/>
                    <a:pt x="1231" y="88"/>
                    <a:pt x="1185" y="52"/>
                  </a:cubicBezTo>
                  <a:cubicBezTo>
                    <a:pt x="1137" y="15"/>
                    <a:pt x="1084" y="1"/>
                    <a:pt x="1029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800" lIns="91425" spcFirstLastPara="1" rIns="91425" wrap="square" tIns="10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57" name="Google Shape;1157;p12"/>
            <p:cNvSpPr/>
            <p:nvPr/>
          </p:nvSpPr>
          <p:spPr>
            <a:xfrm>
              <a:off x="8272800" y="1098000"/>
              <a:ext cx="52920" cy="21240"/>
            </a:xfrm>
            <a:custGeom>
              <a:rect b="b" l="l" r="r" t="t"/>
              <a:pathLst>
                <a:path extrusionOk="0" h="431" w="1057">
                  <a:moveTo>
                    <a:pt x="979" y="1"/>
                  </a:moveTo>
                  <a:cubicBezTo>
                    <a:pt x="961" y="1"/>
                    <a:pt x="944" y="10"/>
                    <a:pt x="933" y="30"/>
                  </a:cubicBezTo>
                  <a:cubicBezTo>
                    <a:pt x="898" y="97"/>
                    <a:pt x="827" y="120"/>
                    <a:pt x="757" y="140"/>
                  </a:cubicBezTo>
                  <a:cubicBezTo>
                    <a:pt x="689" y="159"/>
                    <a:pt x="620" y="176"/>
                    <a:pt x="552" y="203"/>
                  </a:cubicBezTo>
                  <a:cubicBezTo>
                    <a:pt x="460" y="240"/>
                    <a:pt x="334" y="316"/>
                    <a:pt x="223" y="316"/>
                  </a:cubicBezTo>
                  <a:cubicBezTo>
                    <a:pt x="181" y="316"/>
                    <a:pt x="142" y="305"/>
                    <a:pt x="107" y="278"/>
                  </a:cubicBezTo>
                  <a:cubicBezTo>
                    <a:pt x="96" y="270"/>
                    <a:pt x="86" y="267"/>
                    <a:pt x="76" y="267"/>
                  </a:cubicBezTo>
                  <a:cubicBezTo>
                    <a:pt x="32" y="267"/>
                    <a:pt x="1" y="340"/>
                    <a:pt x="49" y="378"/>
                  </a:cubicBezTo>
                  <a:cubicBezTo>
                    <a:pt x="99" y="416"/>
                    <a:pt x="154" y="431"/>
                    <a:pt x="211" y="431"/>
                  </a:cubicBezTo>
                  <a:cubicBezTo>
                    <a:pt x="338" y="431"/>
                    <a:pt x="474" y="359"/>
                    <a:pt x="584" y="314"/>
                  </a:cubicBezTo>
                  <a:cubicBezTo>
                    <a:pt x="735" y="251"/>
                    <a:pt x="951" y="247"/>
                    <a:pt x="1034" y="87"/>
                  </a:cubicBezTo>
                  <a:cubicBezTo>
                    <a:pt x="1057" y="42"/>
                    <a:pt x="1017" y="1"/>
                    <a:pt x="979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800" lIns="91425" spcFirstLastPara="1" rIns="91425" wrap="square" tIns="10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58" name="Google Shape;1158;p12"/>
            <p:cNvSpPr/>
            <p:nvPr/>
          </p:nvSpPr>
          <p:spPr>
            <a:xfrm>
              <a:off x="8264160" y="1136160"/>
              <a:ext cx="55440" cy="10440"/>
            </a:xfrm>
            <a:custGeom>
              <a:rect b="b" l="l" r="r" t="t"/>
              <a:pathLst>
                <a:path extrusionOk="0" h="213" w="1110">
                  <a:moveTo>
                    <a:pt x="359" y="0"/>
                  </a:moveTo>
                  <a:cubicBezTo>
                    <a:pt x="258" y="0"/>
                    <a:pt x="157" y="13"/>
                    <a:pt x="63" y="49"/>
                  </a:cubicBezTo>
                  <a:cubicBezTo>
                    <a:pt x="1" y="73"/>
                    <a:pt x="18" y="165"/>
                    <a:pt x="72" y="165"/>
                  </a:cubicBezTo>
                  <a:cubicBezTo>
                    <a:pt x="78" y="165"/>
                    <a:pt x="85" y="164"/>
                    <a:pt x="93" y="161"/>
                  </a:cubicBezTo>
                  <a:cubicBezTo>
                    <a:pt x="178" y="128"/>
                    <a:pt x="268" y="117"/>
                    <a:pt x="358" y="117"/>
                  </a:cubicBezTo>
                  <a:cubicBezTo>
                    <a:pt x="424" y="117"/>
                    <a:pt x="489" y="123"/>
                    <a:pt x="553" y="131"/>
                  </a:cubicBezTo>
                  <a:cubicBezTo>
                    <a:pt x="706" y="148"/>
                    <a:pt x="857" y="184"/>
                    <a:pt x="1008" y="212"/>
                  </a:cubicBezTo>
                  <a:cubicBezTo>
                    <a:pt x="1012" y="213"/>
                    <a:pt x="1015" y="213"/>
                    <a:pt x="1019" y="213"/>
                  </a:cubicBezTo>
                  <a:cubicBezTo>
                    <a:pt x="1086" y="213"/>
                    <a:pt x="1110" y="112"/>
                    <a:pt x="1041" y="99"/>
                  </a:cubicBezTo>
                  <a:cubicBezTo>
                    <a:pt x="879" y="70"/>
                    <a:pt x="718" y="33"/>
                    <a:pt x="555" y="14"/>
                  </a:cubicBezTo>
                  <a:cubicBezTo>
                    <a:pt x="490" y="6"/>
                    <a:pt x="424" y="0"/>
                    <a:pt x="359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00" lIns="91425" spcFirstLastPara="1" rIns="91425" wrap="square" tIns="5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59" name="Google Shape;1159;p12"/>
            <p:cNvSpPr/>
            <p:nvPr/>
          </p:nvSpPr>
          <p:spPr>
            <a:xfrm>
              <a:off x="8249400" y="1162800"/>
              <a:ext cx="70200" cy="19080"/>
            </a:xfrm>
            <a:custGeom>
              <a:rect b="b" l="l" r="r" t="t"/>
              <a:pathLst>
                <a:path extrusionOk="0" h="387" w="1399">
                  <a:moveTo>
                    <a:pt x="883" y="0"/>
                  </a:moveTo>
                  <a:cubicBezTo>
                    <a:pt x="577" y="0"/>
                    <a:pt x="276" y="71"/>
                    <a:pt x="43" y="289"/>
                  </a:cubicBezTo>
                  <a:cubicBezTo>
                    <a:pt x="0" y="328"/>
                    <a:pt x="40" y="386"/>
                    <a:pt x="85" y="386"/>
                  </a:cubicBezTo>
                  <a:cubicBezTo>
                    <a:pt x="98" y="386"/>
                    <a:pt x="112" y="381"/>
                    <a:pt x="124" y="370"/>
                  </a:cubicBezTo>
                  <a:cubicBezTo>
                    <a:pt x="332" y="176"/>
                    <a:pt x="604" y="113"/>
                    <a:pt x="879" y="113"/>
                  </a:cubicBezTo>
                  <a:cubicBezTo>
                    <a:pt x="1020" y="113"/>
                    <a:pt x="1163" y="130"/>
                    <a:pt x="1299" y="154"/>
                  </a:cubicBezTo>
                  <a:cubicBezTo>
                    <a:pt x="1303" y="155"/>
                    <a:pt x="1306" y="155"/>
                    <a:pt x="1310" y="155"/>
                  </a:cubicBezTo>
                  <a:cubicBezTo>
                    <a:pt x="1373" y="155"/>
                    <a:pt x="1398" y="54"/>
                    <a:pt x="1329" y="42"/>
                  </a:cubicBezTo>
                  <a:cubicBezTo>
                    <a:pt x="1184" y="17"/>
                    <a:pt x="1033" y="0"/>
                    <a:pt x="883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60" name="Google Shape;1160;p12"/>
            <p:cNvSpPr/>
            <p:nvPr/>
          </p:nvSpPr>
          <p:spPr>
            <a:xfrm>
              <a:off x="8256960" y="1198080"/>
              <a:ext cx="61200" cy="27360"/>
            </a:xfrm>
            <a:custGeom>
              <a:rect b="b" l="l" r="r" t="t"/>
              <a:pathLst>
                <a:path extrusionOk="0" h="549" w="1222">
                  <a:moveTo>
                    <a:pt x="1142" y="1"/>
                  </a:moveTo>
                  <a:cubicBezTo>
                    <a:pt x="1137" y="1"/>
                    <a:pt x="1132" y="1"/>
                    <a:pt x="1126" y="3"/>
                  </a:cubicBezTo>
                  <a:cubicBezTo>
                    <a:pt x="998" y="36"/>
                    <a:pt x="895" y="126"/>
                    <a:pt x="782" y="190"/>
                  </a:cubicBezTo>
                  <a:cubicBezTo>
                    <a:pt x="732" y="220"/>
                    <a:pt x="680" y="248"/>
                    <a:pt x="620" y="252"/>
                  </a:cubicBezTo>
                  <a:cubicBezTo>
                    <a:pt x="598" y="254"/>
                    <a:pt x="576" y="254"/>
                    <a:pt x="553" y="254"/>
                  </a:cubicBezTo>
                  <a:cubicBezTo>
                    <a:pt x="531" y="254"/>
                    <a:pt x="508" y="254"/>
                    <a:pt x="485" y="254"/>
                  </a:cubicBezTo>
                  <a:cubicBezTo>
                    <a:pt x="303" y="254"/>
                    <a:pt x="73" y="267"/>
                    <a:pt x="12" y="478"/>
                  </a:cubicBezTo>
                  <a:cubicBezTo>
                    <a:pt x="0" y="520"/>
                    <a:pt x="35" y="549"/>
                    <a:pt x="70" y="549"/>
                  </a:cubicBezTo>
                  <a:cubicBezTo>
                    <a:pt x="93" y="549"/>
                    <a:pt x="116" y="536"/>
                    <a:pt x="124" y="508"/>
                  </a:cubicBezTo>
                  <a:cubicBezTo>
                    <a:pt x="158" y="383"/>
                    <a:pt x="300" y="366"/>
                    <a:pt x="427" y="366"/>
                  </a:cubicBezTo>
                  <a:cubicBezTo>
                    <a:pt x="473" y="366"/>
                    <a:pt x="517" y="369"/>
                    <a:pt x="553" y="369"/>
                  </a:cubicBezTo>
                  <a:cubicBezTo>
                    <a:pt x="593" y="369"/>
                    <a:pt x="634" y="369"/>
                    <a:pt x="672" y="362"/>
                  </a:cubicBezTo>
                  <a:cubicBezTo>
                    <a:pt x="728" y="352"/>
                    <a:pt x="783" y="322"/>
                    <a:pt x="830" y="295"/>
                  </a:cubicBezTo>
                  <a:cubicBezTo>
                    <a:pt x="936" y="234"/>
                    <a:pt x="1035" y="145"/>
                    <a:pt x="1154" y="114"/>
                  </a:cubicBezTo>
                  <a:cubicBezTo>
                    <a:pt x="1222" y="95"/>
                    <a:pt x="1201" y="1"/>
                    <a:pt x="1142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3675" lIns="91425" spcFirstLastPara="1" rIns="91425" wrap="square" tIns="13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61" name="Google Shape;1161;p12"/>
            <p:cNvSpPr/>
            <p:nvPr/>
          </p:nvSpPr>
          <p:spPr>
            <a:xfrm>
              <a:off x="8267040" y="1230120"/>
              <a:ext cx="56160" cy="30600"/>
            </a:xfrm>
            <a:custGeom>
              <a:rect b="b" l="l" r="r" t="t"/>
              <a:pathLst>
                <a:path extrusionOk="0" h="614" w="1120">
                  <a:moveTo>
                    <a:pt x="1041" y="1"/>
                  </a:moveTo>
                  <a:cubicBezTo>
                    <a:pt x="1023" y="1"/>
                    <a:pt x="1006" y="9"/>
                    <a:pt x="995" y="29"/>
                  </a:cubicBezTo>
                  <a:cubicBezTo>
                    <a:pt x="956" y="95"/>
                    <a:pt x="898" y="147"/>
                    <a:pt x="841" y="195"/>
                  </a:cubicBezTo>
                  <a:cubicBezTo>
                    <a:pt x="762" y="263"/>
                    <a:pt x="676" y="321"/>
                    <a:pt x="585" y="372"/>
                  </a:cubicBezTo>
                  <a:cubicBezTo>
                    <a:pt x="500" y="421"/>
                    <a:pt x="409" y="462"/>
                    <a:pt x="314" y="484"/>
                  </a:cubicBezTo>
                  <a:cubicBezTo>
                    <a:pt x="286" y="491"/>
                    <a:pt x="252" y="497"/>
                    <a:pt x="220" y="497"/>
                  </a:cubicBezTo>
                  <a:cubicBezTo>
                    <a:pt x="185" y="497"/>
                    <a:pt x="151" y="490"/>
                    <a:pt x="127" y="472"/>
                  </a:cubicBezTo>
                  <a:cubicBezTo>
                    <a:pt x="116" y="462"/>
                    <a:pt x="103" y="458"/>
                    <a:pt x="90" y="458"/>
                  </a:cubicBezTo>
                  <a:cubicBezTo>
                    <a:pt x="43" y="458"/>
                    <a:pt x="0" y="517"/>
                    <a:pt x="46" y="554"/>
                  </a:cubicBezTo>
                  <a:cubicBezTo>
                    <a:pt x="99" y="597"/>
                    <a:pt x="162" y="613"/>
                    <a:pt x="227" y="613"/>
                  </a:cubicBezTo>
                  <a:cubicBezTo>
                    <a:pt x="361" y="613"/>
                    <a:pt x="508" y="544"/>
                    <a:pt x="613" y="489"/>
                  </a:cubicBezTo>
                  <a:cubicBezTo>
                    <a:pt x="717" y="433"/>
                    <a:pt x="817" y="365"/>
                    <a:pt x="907" y="292"/>
                  </a:cubicBezTo>
                  <a:cubicBezTo>
                    <a:pt x="978" y="232"/>
                    <a:pt x="1048" y="167"/>
                    <a:pt x="1094" y="88"/>
                  </a:cubicBezTo>
                  <a:cubicBezTo>
                    <a:pt x="1119" y="43"/>
                    <a:pt x="1080" y="1"/>
                    <a:pt x="1041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5475" lIns="91425" spcFirstLastPara="1" rIns="91425" wrap="square" tIns="15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62" name="Google Shape;1162;p12"/>
            <p:cNvSpPr/>
            <p:nvPr/>
          </p:nvSpPr>
          <p:spPr>
            <a:xfrm>
              <a:off x="8302320" y="1258560"/>
              <a:ext cx="46440" cy="35640"/>
            </a:xfrm>
            <a:custGeom>
              <a:rect b="b" l="l" r="r" t="t"/>
              <a:pathLst>
                <a:path extrusionOk="0" h="713" w="931">
                  <a:moveTo>
                    <a:pt x="869" y="1"/>
                  </a:moveTo>
                  <a:cubicBezTo>
                    <a:pt x="859" y="1"/>
                    <a:pt x="848" y="3"/>
                    <a:pt x="839" y="7"/>
                  </a:cubicBezTo>
                  <a:cubicBezTo>
                    <a:pt x="742" y="50"/>
                    <a:pt x="657" y="112"/>
                    <a:pt x="572" y="169"/>
                  </a:cubicBezTo>
                  <a:cubicBezTo>
                    <a:pt x="532" y="196"/>
                    <a:pt x="491" y="228"/>
                    <a:pt x="446" y="248"/>
                  </a:cubicBezTo>
                  <a:cubicBezTo>
                    <a:pt x="413" y="264"/>
                    <a:pt x="378" y="274"/>
                    <a:pt x="343" y="288"/>
                  </a:cubicBezTo>
                  <a:cubicBezTo>
                    <a:pt x="265" y="319"/>
                    <a:pt x="187" y="359"/>
                    <a:pt x="124" y="418"/>
                  </a:cubicBezTo>
                  <a:cubicBezTo>
                    <a:pt x="96" y="447"/>
                    <a:pt x="69" y="481"/>
                    <a:pt x="58" y="518"/>
                  </a:cubicBezTo>
                  <a:cubicBezTo>
                    <a:pt x="45" y="553"/>
                    <a:pt x="48" y="597"/>
                    <a:pt x="29" y="628"/>
                  </a:cubicBezTo>
                  <a:cubicBezTo>
                    <a:pt x="1" y="671"/>
                    <a:pt x="41" y="713"/>
                    <a:pt x="82" y="713"/>
                  </a:cubicBezTo>
                  <a:cubicBezTo>
                    <a:pt x="99" y="713"/>
                    <a:pt x="117" y="705"/>
                    <a:pt x="129" y="686"/>
                  </a:cubicBezTo>
                  <a:cubicBezTo>
                    <a:pt x="150" y="652"/>
                    <a:pt x="153" y="615"/>
                    <a:pt x="160" y="579"/>
                  </a:cubicBezTo>
                  <a:cubicBezTo>
                    <a:pt x="167" y="540"/>
                    <a:pt x="187" y="518"/>
                    <a:pt x="214" y="492"/>
                  </a:cubicBezTo>
                  <a:cubicBezTo>
                    <a:pt x="267" y="441"/>
                    <a:pt x="341" y="410"/>
                    <a:pt x="409" y="383"/>
                  </a:cubicBezTo>
                  <a:cubicBezTo>
                    <a:pt x="445" y="370"/>
                    <a:pt x="480" y="360"/>
                    <a:pt x="513" y="342"/>
                  </a:cubicBezTo>
                  <a:cubicBezTo>
                    <a:pt x="557" y="318"/>
                    <a:pt x="599" y="287"/>
                    <a:pt x="640" y="261"/>
                  </a:cubicBezTo>
                  <a:cubicBezTo>
                    <a:pt x="721" y="206"/>
                    <a:pt x="803" y="148"/>
                    <a:pt x="895" y="107"/>
                  </a:cubicBezTo>
                  <a:cubicBezTo>
                    <a:pt x="924" y="94"/>
                    <a:pt x="931" y="53"/>
                    <a:pt x="916" y="27"/>
                  </a:cubicBezTo>
                  <a:cubicBezTo>
                    <a:pt x="905" y="9"/>
                    <a:pt x="888" y="1"/>
                    <a:pt x="869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63" name="Google Shape;1163;p12"/>
            <p:cNvSpPr/>
            <p:nvPr/>
          </p:nvSpPr>
          <p:spPr>
            <a:xfrm>
              <a:off x="8356320" y="1279080"/>
              <a:ext cx="30240" cy="50400"/>
            </a:xfrm>
            <a:custGeom>
              <a:rect b="b" l="l" r="r" t="t"/>
              <a:pathLst>
                <a:path extrusionOk="0" h="1008" w="606">
                  <a:moveTo>
                    <a:pt x="549" y="0"/>
                  </a:moveTo>
                  <a:cubicBezTo>
                    <a:pt x="521" y="0"/>
                    <a:pt x="492" y="19"/>
                    <a:pt x="489" y="55"/>
                  </a:cubicBezTo>
                  <a:cubicBezTo>
                    <a:pt x="488" y="77"/>
                    <a:pt x="480" y="111"/>
                    <a:pt x="473" y="143"/>
                  </a:cubicBezTo>
                  <a:cubicBezTo>
                    <a:pt x="465" y="186"/>
                    <a:pt x="452" y="228"/>
                    <a:pt x="439" y="268"/>
                  </a:cubicBezTo>
                  <a:cubicBezTo>
                    <a:pt x="411" y="364"/>
                    <a:pt x="378" y="458"/>
                    <a:pt x="339" y="548"/>
                  </a:cubicBezTo>
                  <a:cubicBezTo>
                    <a:pt x="302" y="635"/>
                    <a:pt x="257" y="721"/>
                    <a:pt x="201" y="798"/>
                  </a:cubicBezTo>
                  <a:cubicBezTo>
                    <a:pt x="183" y="823"/>
                    <a:pt x="155" y="853"/>
                    <a:pt x="135" y="869"/>
                  </a:cubicBezTo>
                  <a:lnTo>
                    <a:pt x="119" y="880"/>
                  </a:lnTo>
                  <a:cubicBezTo>
                    <a:pt x="118" y="881"/>
                    <a:pt x="106" y="887"/>
                    <a:pt x="104" y="888"/>
                  </a:cubicBezTo>
                  <a:lnTo>
                    <a:pt x="104" y="888"/>
                  </a:lnTo>
                  <a:cubicBezTo>
                    <a:pt x="98" y="889"/>
                    <a:pt x="92" y="891"/>
                    <a:pt x="85" y="891"/>
                  </a:cubicBezTo>
                  <a:cubicBezTo>
                    <a:pt x="89" y="891"/>
                    <a:pt x="90" y="891"/>
                    <a:pt x="89" y="891"/>
                  </a:cubicBezTo>
                  <a:cubicBezTo>
                    <a:pt x="87" y="891"/>
                    <a:pt x="77" y="891"/>
                    <a:pt x="75" y="891"/>
                  </a:cubicBezTo>
                  <a:cubicBezTo>
                    <a:pt x="74" y="891"/>
                    <a:pt x="73" y="891"/>
                    <a:pt x="72" y="891"/>
                  </a:cubicBezTo>
                  <a:cubicBezTo>
                    <a:pt x="0" y="891"/>
                    <a:pt x="1" y="1003"/>
                    <a:pt x="75" y="1008"/>
                  </a:cubicBezTo>
                  <a:cubicBezTo>
                    <a:pt x="78" y="1008"/>
                    <a:pt x="81" y="1008"/>
                    <a:pt x="84" y="1008"/>
                  </a:cubicBezTo>
                  <a:cubicBezTo>
                    <a:pt x="214" y="1008"/>
                    <a:pt x="306" y="857"/>
                    <a:pt x="361" y="760"/>
                  </a:cubicBezTo>
                  <a:cubicBezTo>
                    <a:pt x="446" y="608"/>
                    <a:pt x="510" y="442"/>
                    <a:pt x="557" y="275"/>
                  </a:cubicBezTo>
                  <a:cubicBezTo>
                    <a:pt x="575" y="204"/>
                    <a:pt x="594" y="132"/>
                    <a:pt x="601" y="58"/>
                  </a:cubicBezTo>
                  <a:cubicBezTo>
                    <a:pt x="605" y="20"/>
                    <a:pt x="578" y="0"/>
                    <a:pt x="549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5200" lIns="91425" spcFirstLastPara="1" rIns="91425" wrap="square" tIns="25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64" name="Google Shape;1164;p12"/>
            <p:cNvSpPr/>
            <p:nvPr/>
          </p:nvSpPr>
          <p:spPr>
            <a:xfrm>
              <a:off x="8414280" y="1278000"/>
              <a:ext cx="12240" cy="56520"/>
            </a:xfrm>
            <a:custGeom>
              <a:rect b="b" l="l" r="r" t="t"/>
              <a:pathLst>
                <a:path extrusionOk="0" h="1126" w="248">
                  <a:moveTo>
                    <a:pt x="82" y="1"/>
                  </a:moveTo>
                  <a:cubicBezTo>
                    <a:pt x="40" y="1"/>
                    <a:pt x="1" y="59"/>
                    <a:pt x="37" y="102"/>
                  </a:cubicBezTo>
                  <a:cubicBezTo>
                    <a:pt x="151" y="232"/>
                    <a:pt x="127" y="429"/>
                    <a:pt x="111" y="586"/>
                  </a:cubicBezTo>
                  <a:cubicBezTo>
                    <a:pt x="93" y="749"/>
                    <a:pt x="59" y="929"/>
                    <a:pt x="118" y="1087"/>
                  </a:cubicBezTo>
                  <a:cubicBezTo>
                    <a:pt x="128" y="1114"/>
                    <a:pt x="152" y="1125"/>
                    <a:pt x="175" y="1125"/>
                  </a:cubicBezTo>
                  <a:cubicBezTo>
                    <a:pt x="211" y="1125"/>
                    <a:pt x="245" y="1098"/>
                    <a:pt x="229" y="1057"/>
                  </a:cubicBezTo>
                  <a:cubicBezTo>
                    <a:pt x="166" y="894"/>
                    <a:pt x="216" y="700"/>
                    <a:pt x="232" y="531"/>
                  </a:cubicBezTo>
                  <a:cubicBezTo>
                    <a:pt x="247" y="353"/>
                    <a:pt x="243" y="163"/>
                    <a:pt x="120" y="20"/>
                  </a:cubicBezTo>
                  <a:cubicBezTo>
                    <a:pt x="108" y="6"/>
                    <a:pt x="95" y="1"/>
                    <a:pt x="82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8425" lIns="91425" spcFirstLastPara="1" rIns="91425" wrap="square" tIns="28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65" name="Google Shape;1165;p12"/>
            <p:cNvSpPr/>
            <p:nvPr/>
          </p:nvSpPr>
          <p:spPr>
            <a:xfrm>
              <a:off x="8464680" y="1270080"/>
              <a:ext cx="28080" cy="58680"/>
            </a:xfrm>
            <a:custGeom>
              <a:rect b="b" l="l" r="r" t="t"/>
              <a:pathLst>
                <a:path extrusionOk="0" h="1172" w="568">
                  <a:moveTo>
                    <a:pt x="73" y="1"/>
                  </a:moveTo>
                  <a:cubicBezTo>
                    <a:pt x="38" y="1"/>
                    <a:pt x="0" y="30"/>
                    <a:pt x="9" y="74"/>
                  </a:cubicBezTo>
                  <a:cubicBezTo>
                    <a:pt x="22" y="136"/>
                    <a:pt x="56" y="190"/>
                    <a:pt x="84" y="245"/>
                  </a:cubicBezTo>
                  <a:cubicBezTo>
                    <a:pt x="108" y="295"/>
                    <a:pt x="142" y="334"/>
                    <a:pt x="186" y="367"/>
                  </a:cubicBezTo>
                  <a:cubicBezTo>
                    <a:pt x="226" y="395"/>
                    <a:pt x="271" y="415"/>
                    <a:pt x="308" y="445"/>
                  </a:cubicBezTo>
                  <a:cubicBezTo>
                    <a:pt x="342" y="472"/>
                    <a:pt x="369" y="513"/>
                    <a:pt x="386" y="551"/>
                  </a:cubicBezTo>
                  <a:cubicBezTo>
                    <a:pt x="455" y="720"/>
                    <a:pt x="400" y="927"/>
                    <a:pt x="370" y="1098"/>
                  </a:cubicBezTo>
                  <a:cubicBezTo>
                    <a:pt x="362" y="1142"/>
                    <a:pt x="399" y="1171"/>
                    <a:pt x="433" y="1171"/>
                  </a:cubicBezTo>
                  <a:cubicBezTo>
                    <a:pt x="455" y="1171"/>
                    <a:pt x="476" y="1159"/>
                    <a:pt x="482" y="1129"/>
                  </a:cubicBezTo>
                  <a:cubicBezTo>
                    <a:pt x="515" y="941"/>
                    <a:pt x="567" y="733"/>
                    <a:pt x="506" y="543"/>
                  </a:cubicBezTo>
                  <a:cubicBezTo>
                    <a:pt x="476" y="449"/>
                    <a:pt x="415" y="371"/>
                    <a:pt x="333" y="319"/>
                  </a:cubicBezTo>
                  <a:cubicBezTo>
                    <a:pt x="289" y="293"/>
                    <a:pt x="240" y="268"/>
                    <a:pt x="207" y="224"/>
                  </a:cubicBezTo>
                  <a:cubicBezTo>
                    <a:pt x="172" y="173"/>
                    <a:pt x="135" y="99"/>
                    <a:pt x="124" y="40"/>
                  </a:cubicBezTo>
                  <a:cubicBezTo>
                    <a:pt x="117" y="12"/>
                    <a:pt x="96" y="1"/>
                    <a:pt x="73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9500" lIns="91425" spcFirstLastPara="1" rIns="91425" wrap="square" tIns="29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66" name="Google Shape;1166;p12"/>
            <p:cNvSpPr/>
            <p:nvPr/>
          </p:nvSpPr>
          <p:spPr>
            <a:xfrm>
              <a:off x="8508960" y="1231920"/>
              <a:ext cx="61920" cy="39600"/>
            </a:xfrm>
            <a:custGeom>
              <a:rect b="b" l="l" r="r" t="t"/>
              <a:pathLst>
                <a:path extrusionOk="0" h="792" w="1235">
                  <a:moveTo>
                    <a:pt x="77" y="1"/>
                  </a:moveTo>
                  <a:cubicBezTo>
                    <a:pt x="20" y="1"/>
                    <a:pt x="0" y="95"/>
                    <a:pt x="66" y="113"/>
                  </a:cubicBezTo>
                  <a:cubicBezTo>
                    <a:pt x="99" y="122"/>
                    <a:pt x="131" y="125"/>
                    <a:pt x="164" y="125"/>
                  </a:cubicBezTo>
                  <a:cubicBezTo>
                    <a:pt x="216" y="125"/>
                    <a:pt x="268" y="117"/>
                    <a:pt x="321" y="117"/>
                  </a:cubicBezTo>
                  <a:cubicBezTo>
                    <a:pt x="332" y="117"/>
                    <a:pt x="344" y="118"/>
                    <a:pt x="355" y="118"/>
                  </a:cubicBezTo>
                  <a:cubicBezTo>
                    <a:pt x="461" y="127"/>
                    <a:pt x="558" y="218"/>
                    <a:pt x="633" y="287"/>
                  </a:cubicBezTo>
                  <a:cubicBezTo>
                    <a:pt x="802" y="441"/>
                    <a:pt x="942" y="623"/>
                    <a:pt x="1109" y="776"/>
                  </a:cubicBezTo>
                  <a:cubicBezTo>
                    <a:pt x="1121" y="787"/>
                    <a:pt x="1134" y="791"/>
                    <a:pt x="1147" y="791"/>
                  </a:cubicBezTo>
                  <a:cubicBezTo>
                    <a:pt x="1194" y="791"/>
                    <a:pt x="1235" y="733"/>
                    <a:pt x="1191" y="694"/>
                  </a:cubicBezTo>
                  <a:cubicBezTo>
                    <a:pt x="1013" y="535"/>
                    <a:pt x="868" y="342"/>
                    <a:pt x="688" y="184"/>
                  </a:cubicBezTo>
                  <a:cubicBezTo>
                    <a:pt x="609" y="116"/>
                    <a:pt x="512" y="33"/>
                    <a:pt x="406" y="12"/>
                  </a:cubicBezTo>
                  <a:cubicBezTo>
                    <a:pt x="383" y="7"/>
                    <a:pt x="359" y="6"/>
                    <a:pt x="336" y="6"/>
                  </a:cubicBezTo>
                  <a:cubicBezTo>
                    <a:pt x="284" y="6"/>
                    <a:pt x="232" y="14"/>
                    <a:pt x="180" y="14"/>
                  </a:cubicBezTo>
                  <a:cubicBezTo>
                    <a:pt x="152" y="14"/>
                    <a:pt x="123" y="11"/>
                    <a:pt x="94" y="4"/>
                  </a:cubicBezTo>
                  <a:cubicBezTo>
                    <a:pt x="88" y="2"/>
                    <a:pt x="83" y="1"/>
                    <a:pt x="77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9800" lIns="91425" spcFirstLastPara="1" rIns="91425" wrap="square" tIns="19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67" name="Google Shape;1167;p12"/>
            <p:cNvSpPr/>
            <p:nvPr/>
          </p:nvSpPr>
          <p:spPr>
            <a:xfrm>
              <a:off x="8537040" y="1193760"/>
              <a:ext cx="68400" cy="42480"/>
            </a:xfrm>
            <a:custGeom>
              <a:rect b="b" l="l" r="r" t="t"/>
              <a:pathLst>
                <a:path extrusionOk="0" h="847" w="1366">
                  <a:moveTo>
                    <a:pt x="91" y="1"/>
                  </a:moveTo>
                  <a:cubicBezTo>
                    <a:pt x="26" y="1"/>
                    <a:pt x="1" y="102"/>
                    <a:pt x="71" y="113"/>
                  </a:cubicBezTo>
                  <a:cubicBezTo>
                    <a:pt x="191" y="134"/>
                    <a:pt x="324" y="145"/>
                    <a:pt x="435" y="202"/>
                  </a:cubicBezTo>
                  <a:cubicBezTo>
                    <a:pt x="551" y="261"/>
                    <a:pt x="616" y="372"/>
                    <a:pt x="690" y="477"/>
                  </a:cubicBezTo>
                  <a:cubicBezTo>
                    <a:pt x="813" y="650"/>
                    <a:pt x="976" y="847"/>
                    <a:pt x="1197" y="847"/>
                  </a:cubicBezTo>
                  <a:cubicBezTo>
                    <a:pt x="1230" y="847"/>
                    <a:pt x="1265" y="842"/>
                    <a:pt x="1301" y="832"/>
                  </a:cubicBezTo>
                  <a:cubicBezTo>
                    <a:pt x="1366" y="814"/>
                    <a:pt x="1346" y="718"/>
                    <a:pt x="1287" y="718"/>
                  </a:cubicBezTo>
                  <a:cubicBezTo>
                    <a:pt x="1282" y="718"/>
                    <a:pt x="1277" y="719"/>
                    <a:pt x="1271" y="720"/>
                  </a:cubicBezTo>
                  <a:cubicBezTo>
                    <a:pt x="1245" y="728"/>
                    <a:pt x="1219" y="731"/>
                    <a:pt x="1195" y="731"/>
                  </a:cubicBezTo>
                  <a:cubicBezTo>
                    <a:pt x="981" y="731"/>
                    <a:pt x="833" y="479"/>
                    <a:pt x="723" y="322"/>
                  </a:cubicBezTo>
                  <a:cubicBezTo>
                    <a:pt x="655" y="223"/>
                    <a:pt x="574" y="138"/>
                    <a:pt x="463" y="88"/>
                  </a:cubicBezTo>
                  <a:cubicBezTo>
                    <a:pt x="350" y="37"/>
                    <a:pt x="224" y="23"/>
                    <a:pt x="102" y="2"/>
                  </a:cubicBezTo>
                  <a:cubicBezTo>
                    <a:pt x="98" y="1"/>
                    <a:pt x="94" y="1"/>
                    <a:pt x="91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68" name="Google Shape;1168;p12"/>
            <p:cNvSpPr/>
            <p:nvPr/>
          </p:nvSpPr>
          <p:spPr>
            <a:xfrm>
              <a:off x="8547840" y="1136880"/>
              <a:ext cx="63360" cy="19080"/>
            </a:xfrm>
            <a:custGeom>
              <a:rect b="b" l="l" r="r" t="t"/>
              <a:pathLst>
                <a:path extrusionOk="0" h="383" w="1266">
                  <a:moveTo>
                    <a:pt x="313" y="1"/>
                  </a:moveTo>
                  <a:cubicBezTo>
                    <a:pt x="220" y="1"/>
                    <a:pt x="130" y="21"/>
                    <a:pt x="50" y="78"/>
                  </a:cubicBezTo>
                  <a:cubicBezTo>
                    <a:pt x="0" y="117"/>
                    <a:pt x="31" y="190"/>
                    <a:pt x="77" y="190"/>
                  </a:cubicBezTo>
                  <a:cubicBezTo>
                    <a:pt x="87" y="190"/>
                    <a:pt x="98" y="187"/>
                    <a:pt x="109" y="179"/>
                  </a:cubicBezTo>
                  <a:cubicBezTo>
                    <a:pt x="172" y="133"/>
                    <a:pt x="243" y="116"/>
                    <a:pt x="317" y="116"/>
                  </a:cubicBezTo>
                  <a:cubicBezTo>
                    <a:pt x="426" y="116"/>
                    <a:pt x="540" y="153"/>
                    <a:pt x="640" y="189"/>
                  </a:cubicBezTo>
                  <a:cubicBezTo>
                    <a:pt x="818" y="252"/>
                    <a:pt x="991" y="347"/>
                    <a:pt x="1180" y="381"/>
                  </a:cubicBezTo>
                  <a:cubicBezTo>
                    <a:pt x="1184" y="382"/>
                    <a:pt x="1187" y="382"/>
                    <a:pt x="1191" y="382"/>
                  </a:cubicBezTo>
                  <a:cubicBezTo>
                    <a:pt x="1217" y="382"/>
                    <a:pt x="1246" y="370"/>
                    <a:pt x="1251" y="340"/>
                  </a:cubicBezTo>
                  <a:cubicBezTo>
                    <a:pt x="1252" y="328"/>
                    <a:pt x="1256" y="315"/>
                    <a:pt x="1258" y="303"/>
                  </a:cubicBezTo>
                  <a:cubicBezTo>
                    <a:pt x="1265" y="259"/>
                    <a:pt x="1229" y="230"/>
                    <a:pt x="1195" y="230"/>
                  </a:cubicBezTo>
                  <a:cubicBezTo>
                    <a:pt x="1177" y="230"/>
                    <a:pt x="1160" y="238"/>
                    <a:pt x="1151" y="257"/>
                  </a:cubicBezTo>
                  <a:lnTo>
                    <a:pt x="1151" y="257"/>
                  </a:lnTo>
                  <a:cubicBezTo>
                    <a:pt x="972" y="212"/>
                    <a:pt x="804" y="117"/>
                    <a:pt x="627" y="60"/>
                  </a:cubicBezTo>
                  <a:cubicBezTo>
                    <a:pt x="529" y="28"/>
                    <a:pt x="419" y="1"/>
                    <a:pt x="313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69" name="Google Shape;1169;p12"/>
            <p:cNvSpPr/>
            <p:nvPr/>
          </p:nvSpPr>
          <p:spPr>
            <a:xfrm>
              <a:off x="8544600" y="1094400"/>
              <a:ext cx="55800" cy="12600"/>
            </a:xfrm>
            <a:custGeom>
              <a:rect b="b" l="l" r="r" t="t"/>
              <a:pathLst>
                <a:path extrusionOk="0" h="259" w="1112">
                  <a:moveTo>
                    <a:pt x="1041" y="0"/>
                  </a:moveTo>
                  <a:cubicBezTo>
                    <a:pt x="1018" y="0"/>
                    <a:pt x="996" y="13"/>
                    <a:pt x="988" y="42"/>
                  </a:cubicBezTo>
                  <a:cubicBezTo>
                    <a:pt x="972" y="103"/>
                    <a:pt x="924" y="124"/>
                    <a:pt x="864" y="133"/>
                  </a:cubicBezTo>
                  <a:cubicBezTo>
                    <a:pt x="837" y="136"/>
                    <a:pt x="810" y="138"/>
                    <a:pt x="782" y="138"/>
                  </a:cubicBezTo>
                  <a:cubicBezTo>
                    <a:pt x="717" y="138"/>
                    <a:pt x="651" y="130"/>
                    <a:pt x="590" y="123"/>
                  </a:cubicBezTo>
                  <a:cubicBezTo>
                    <a:pt x="498" y="113"/>
                    <a:pt x="394" y="94"/>
                    <a:pt x="293" y="94"/>
                  </a:cubicBezTo>
                  <a:cubicBezTo>
                    <a:pt x="208" y="94"/>
                    <a:pt x="125" y="107"/>
                    <a:pt x="54" y="151"/>
                  </a:cubicBezTo>
                  <a:cubicBezTo>
                    <a:pt x="0" y="183"/>
                    <a:pt x="32" y="259"/>
                    <a:pt x="82" y="259"/>
                  </a:cubicBezTo>
                  <a:cubicBezTo>
                    <a:pt x="91" y="259"/>
                    <a:pt x="101" y="256"/>
                    <a:pt x="111" y="250"/>
                  </a:cubicBezTo>
                  <a:cubicBezTo>
                    <a:pt x="162" y="220"/>
                    <a:pt x="224" y="213"/>
                    <a:pt x="285" y="213"/>
                  </a:cubicBezTo>
                  <a:cubicBezTo>
                    <a:pt x="309" y="213"/>
                    <a:pt x="333" y="214"/>
                    <a:pt x="356" y="215"/>
                  </a:cubicBezTo>
                  <a:cubicBezTo>
                    <a:pt x="458" y="219"/>
                    <a:pt x="561" y="235"/>
                    <a:pt x="663" y="245"/>
                  </a:cubicBezTo>
                  <a:cubicBezTo>
                    <a:pt x="701" y="248"/>
                    <a:pt x="741" y="251"/>
                    <a:pt x="783" y="251"/>
                  </a:cubicBezTo>
                  <a:cubicBezTo>
                    <a:pt x="919" y="251"/>
                    <a:pt x="1061" y="220"/>
                    <a:pt x="1100" y="73"/>
                  </a:cubicBezTo>
                  <a:cubicBezTo>
                    <a:pt x="1112" y="29"/>
                    <a:pt x="1076" y="0"/>
                    <a:pt x="1041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475" lIns="91425" spcFirstLastPara="1" rIns="91425" wrap="square" tIns="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70" name="Google Shape;1170;p12"/>
            <p:cNvSpPr/>
            <p:nvPr/>
          </p:nvSpPr>
          <p:spPr>
            <a:xfrm>
              <a:off x="8521560" y="1044360"/>
              <a:ext cx="39960" cy="19440"/>
            </a:xfrm>
            <a:custGeom>
              <a:rect b="b" l="l" r="r" t="t"/>
              <a:pathLst>
                <a:path extrusionOk="0" h="391" w="800">
                  <a:moveTo>
                    <a:pt x="719" y="0"/>
                  </a:moveTo>
                  <a:cubicBezTo>
                    <a:pt x="702" y="0"/>
                    <a:pt x="684" y="8"/>
                    <a:pt x="671" y="27"/>
                  </a:cubicBezTo>
                  <a:cubicBezTo>
                    <a:pt x="666" y="35"/>
                    <a:pt x="650" y="48"/>
                    <a:pt x="637" y="55"/>
                  </a:cubicBezTo>
                  <a:cubicBezTo>
                    <a:pt x="619" y="65"/>
                    <a:pt x="599" y="75"/>
                    <a:pt x="578" y="84"/>
                  </a:cubicBezTo>
                  <a:cubicBezTo>
                    <a:pt x="527" y="101"/>
                    <a:pt x="473" y="113"/>
                    <a:pt x="422" y="129"/>
                  </a:cubicBezTo>
                  <a:cubicBezTo>
                    <a:pt x="294" y="164"/>
                    <a:pt x="175" y="225"/>
                    <a:pt x="59" y="285"/>
                  </a:cubicBezTo>
                  <a:cubicBezTo>
                    <a:pt x="1" y="313"/>
                    <a:pt x="35" y="391"/>
                    <a:pt x="89" y="391"/>
                  </a:cubicBezTo>
                  <a:cubicBezTo>
                    <a:pt x="97" y="391"/>
                    <a:pt x="107" y="389"/>
                    <a:pt x="116" y="384"/>
                  </a:cubicBezTo>
                  <a:cubicBezTo>
                    <a:pt x="234" y="325"/>
                    <a:pt x="353" y="268"/>
                    <a:pt x="482" y="232"/>
                  </a:cubicBezTo>
                  <a:cubicBezTo>
                    <a:pt x="584" y="205"/>
                    <a:pt x="708" y="179"/>
                    <a:pt x="771" y="85"/>
                  </a:cubicBezTo>
                  <a:cubicBezTo>
                    <a:pt x="799" y="42"/>
                    <a:pt x="760" y="0"/>
                    <a:pt x="719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71" name="Google Shape;1171;p12"/>
            <p:cNvSpPr/>
            <p:nvPr/>
          </p:nvSpPr>
          <p:spPr>
            <a:xfrm>
              <a:off x="8489520" y="1017000"/>
              <a:ext cx="55080" cy="17640"/>
            </a:xfrm>
            <a:custGeom>
              <a:rect b="b" l="l" r="r" t="t"/>
              <a:pathLst>
                <a:path extrusionOk="0" h="354" w="1099">
                  <a:moveTo>
                    <a:pt x="132" y="236"/>
                  </a:moveTo>
                  <a:cubicBezTo>
                    <a:pt x="132" y="236"/>
                    <a:pt x="133" y="236"/>
                    <a:pt x="136" y="237"/>
                  </a:cubicBezTo>
                  <a:lnTo>
                    <a:pt x="136" y="237"/>
                  </a:lnTo>
                  <a:cubicBezTo>
                    <a:pt x="135" y="236"/>
                    <a:pt x="133" y="236"/>
                    <a:pt x="132" y="236"/>
                  </a:cubicBezTo>
                  <a:close/>
                  <a:moveTo>
                    <a:pt x="1042" y="0"/>
                  </a:moveTo>
                  <a:cubicBezTo>
                    <a:pt x="1014" y="0"/>
                    <a:pt x="984" y="19"/>
                    <a:pt x="983" y="55"/>
                  </a:cubicBezTo>
                  <a:cubicBezTo>
                    <a:pt x="980" y="91"/>
                    <a:pt x="977" y="138"/>
                    <a:pt x="943" y="159"/>
                  </a:cubicBezTo>
                  <a:cubicBezTo>
                    <a:pt x="925" y="170"/>
                    <a:pt x="903" y="173"/>
                    <a:pt x="881" y="173"/>
                  </a:cubicBezTo>
                  <a:cubicBezTo>
                    <a:pt x="870" y="173"/>
                    <a:pt x="859" y="172"/>
                    <a:pt x="850" y="172"/>
                  </a:cubicBezTo>
                  <a:cubicBezTo>
                    <a:pt x="760" y="166"/>
                    <a:pt x="672" y="132"/>
                    <a:pt x="583" y="132"/>
                  </a:cubicBezTo>
                  <a:cubicBezTo>
                    <a:pt x="497" y="132"/>
                    <a:pt x="409" y="172"/>
                    <a:pt x="328" y="196"/>
                  </a:cubicBezTo>
                  <a:cubicBezTo>
                    <a:pt x="284" y="210"/>
                    <a:pt x="239" y="223"/>
                    <a:pt x="193" y="231"/>
                  </a:cubicBezTo>
                  <a:cubicBezTo>
                    <a:pt x="179" y="235"/>
                    <a:pt x="164" y="237"/>
                    <a:pt x="150" y="237"/>
                  </a:cubicBezTo>
                  <a:cubicBezTo>
                    <a:pt x="147" y="237"/>
                    <a:pt x="144" y="237"/>
                    <a:pt x="141" y="237"/>
                  </a:cubicBezTo>
                  <a:cubicBezTo>
                    <a:pt x="139" y="237"/>
                    <a:pt x="137" y="237"/>
                    <a:pt x="136" y="237"/>
                  </a:cubicBezTo>
                  <a:lnTo>
                    <a:pt x="136" y="237"/>
                  </a:lnTo>
                  <a:cubicBezTo>
                    <a:pt x="137" y="237"/>
                    <a:pt x="136" y="237"/>
                    <a:pt x="128" y="237"/>
                  </a:cubicBezTo>
                  <a:cubicBezTo>
                    <a:pt x="124" y="237"/>
                    <a:pt x="123" y="235"/>
                    <a:pt x="123" y="235"/>
                  </a:cubicBezTo>
                  <a:lnTo>
                    <a:pt x="123" y="235"/>
                  </a:lnTo>
                  <a:cubicBezTo>
                    <a:pt x="123" y="235"/>
                    <a:pt x="123" y="236"/>
                    <a:pt x="124" y="237"/>
                  </a:cubicBezTo>
                  <a:cubicBezTo>
                    <a:pt x="112" y="225"/>
                    <a:pt x="98" y="221"/>
                    <a:pt x="85" y="221"/>
                  </a:cubicBezTo>
                  <a:cubicBezTo>
                    <a:pt x="40" y="221"/>
                    <a:pt x="0" y="278"/>
                    <a:pt x="43" y="318"/>
                  </a:cubicBezTo>
                  <a:cubicBezTo>
                    <a:pt x="72" y="345"/>
                    <a:pt x="109" y="354"/>
                    <a:pt x="148" y="354"/>
                  </a:cubicBezTo>
                  <a:cubicBezTo>
                    <a:pt x="205" y="354"/>
                    <a:pt x="268" y="334"/>
                    <a:pt x="317" y="320"/>
                  </a:cubicBezTo>
                  <a:cubicBezTo>
                    <a:pt x="400" y="296"/>
                    <a:pt x="495" y="249"/>
                    <a:pt x="582" y="249"/>
                  </a:cubicBezTo>
                  <a:cubicBezTo>
                    <a:pt x="592" y="249"/>
                    <a:pt x="602" y="250"/>
                    <a:pt x="611" y="251"/>
                  </a:cubicBezTo>
                  <a:cubicBezTo>
                    <a:pt x="698" y="262"/>
                    <a:pt x="784" y="288"/>
                    <a:pt x="870" y="288"/>
                  </a:cubicBezTo>
                  <a:cubicBezTo>
                    <a:pt x="887" y="288"/>
                    <a:pt x="904" y="287"/>
                    <a:pt x="920" y="285"/>
                  </a:cubicBezTo>
                  <a:cubicBezTo>
                    <a:pt x="1042" y="268"/>
                    <a:pt x="1092" y="169"/>
                    <a:pt x="1098" y="55"/>
                  </a:cubicBezTo>
                  <a:cubicBezTo>
                    <a:pt x="1099" y="19"/>
                    <a:pt x="1071" y="0"/>
                    <a:pt x="1042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000" lIns="91425" spcFirstLastPara="1" rIns="91425" wrap="square" tIns="9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72" name="Google Shape;1172;p12"/>
            <p:cNvSpPr/>
            <p:nvPr/>
          </p:nvSpPr>
          <p:spPr>
            <a:xfrm>
              <a:off x="8459640" y="965160"/>
              <a:ext cx="63720" cy="38520"/>
            </a:xfrm>
            <a:custGeom>
              <a:rect b="b" l="l" r="r" t="t"/>
              <a:pathLst>
                <a:path extrusionOk="0" h="772" w="1274">
                  <a:moveTo>
                    <a:pt x="1218" y="0"/>
                  </a:moveTo>
                  <a:cubicBezTo>
                    <a:pt x="1189" y="0"/>
                    <a:pt x="1159" y="19"/>
                    <a:pt x="1156" y="56"/>
                  </a:cubicBezTo>
                  <a:cubicBezTo>
                    <a:pt x="1142" y="268"/>
                    <a:pt x="854" y="238"/>
                    <a:pt x="704" y="247"/>
                  </a:cubicBezTo>
                  <a:cubicBezTo>
                    <a:pt x="585" y="254"/>
                    <a:pt x="479" y="294"/>
                    <a:pt x="384" y="365"/>
                  </a:cubicBezTo>
                  <a:cubicBezTo>
                    <a:pt x="327" y="407"/>
                    <a:pt x="276" y="457"/>
                    <a:pt x="228" y="508"/>
                  </a:cubicBezTo>
                  <a:cubicBezTo>
                    <a:pt x="185" y="553"/>
                    <a:pt x="131" y="644"/>
                    <a:pt x="66" y="658"/>
                  </a:cubicBezTo>
                  <a:cubicBezTo>
                    <a:pt x="0" y="673"/>
                    <a:pt x="22" y="771"/>
                    <a:pt x="85" y="771"/>
                  </a:cubicBezTo>
                  <a:cubicBezTo>
                    <a:pt x="89" y="771"/>
                    <a:pt x="94" y="771"/>
                    <a:pt x="99" y="770"/>
                  </a:cubicBezTo>
                  <a:cubicBezTo>
                    <a:pt x="180" y="751"/>
                    <a:pt x="226" y="679"/>
                    <a:pt x="279" y="623"/>
                  </a:cubicBezTo>
                  <a:cubicBezTo>
                    <a:pt x="334" y="563"/>
                    <a:pt x="389" y="502"/>
                    <a:pt x="455" y="454"/>
                  </a:cubicBezTo>
                  <a:cubicBezTo>
                    <a:pt x="557" y="380"/>
                    <a:pt x="659" y="363"/>
                    <a:pt x="780" y="359"/>
                  </a:cubicBezTo>
                  <a:cubicBezTo>
                    <a:pt x="885" y="355"/>
                    <a:pt x="996" y="352"/>
                    <a:pt x="1094" y="311"/>
                  </a:cubicBezTo>
                  <a:cubicBezTo>
                    <a:pt x="1204" y="265"/>
                    <a:pt x="1262" y="173"/>
                    <a:pt x="1271" y="56"/>
                  </a:cubicBezTo>
                  <a:cubicBezTo>
                    <a:pt x="1274" y="19"/>
                    <a:pt x="1246" y="0"/>
                    <a:pt x="1218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9425" lIns="91425" spcFirstLastPara="1" rIns="91425" wrap="square" tIns="19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73" name="Google Shape;1173;p12"/>
            <p:cNvSpPr/>
            <p:nvPr/>
          </p:nvSpPr>
          <p:spPr>
            <a:xfrm>
              <a:off x="8423280" y="932040"/>
              <a:ext cx="63720" cy="33840"/>
            </a:xfrm>
            <a:custGeom>
              <a:rect b="b" l="l" r="r" t="t"/>
              <a:pathLst>
                <a:path extrusionOk="0" h="678" w="1270">
                  <a:moveTo>
                    <a:pt x="1212" y="0"/>
                  </a:moveTo>
                  <a:cubicBezTo>
                    <a:pt x="1183" y="0"/>
                    <a:pt x="1154" y="19"/>
                    <a:pt x="1152" y="56"/>
                  </a:cubicBezTo>
                  <a:cubicBezTo>
                    <a:pt x="1148" y="133"/>
                    <a:pt x="1055" y="169"/>
                    <a:pt x="992" y="189"/>
                  </a:cubicBezTo>
                  <a:cubicBezTo>
                    <a:pt x="889" y="223"/>
                    <a:pt x="777" y="237"/>
                    <a:pt x="669" y="251"/>
                  </a:cubicBezTo>
                  <a:cubicBezTo>
                    <a:pt x="580" y="264"/>
                    <a:pt x="488" y="272"/>
                    <a:pt x="404" y="311"/>
                  </a:cubicBezTo>
                  <a:cubicBezTo>
                    <a:pt x="337" y="342"/>
                    <a:pt x="279" y="389"/>
                    <a:pt x="223" y="437"/>
                  </a:cubicBezTo>
                  <a:cubicBezTo>
                    <a:pt x="173" y="479"/>
                    <a:pt x="123" y="535"/>
                    <a:pt x="61" y="561"/>
                  </a:cubicBezTo>
                  <a:cubicBezTo>
                    <a:pt x="1" y="587"/>
                    <a:pt x="17" y="678"/>
                    <a:pt x="70" y="678"/>
                  </a:cubicBezTo>
                  <a:cubicBezTo>
                    <a:pt x="76" y="678"/>
                    <a:pt x="83" y="677"/>
                    <a:pt x="91" y="673"/>
                  </a:cubicBezTo>
                  <a:cubicBezTo>
                    <a:pt x="234" y="612"/>
                    <a:pt x="323" y="465"/>
                    <a:pt x="471" y="407"/>
                  </a:cubicBezTo>
                  <a:cubicBezTo>
                    <a:pt x="560" y="372"/>
                    <a:pt x="663" y="369"/>
                    <a:pt x="757" y="355"/>
                  </a:cubicBezTo>
                  <a:cubicBezTo>
                    <a:pt x="935" y="328"/>
                    <a:pt x="1254" y="292"/>
                    <a:pt x="1267" y="56"/>
                  </a:cubicBezTo>
                  <a:cubicBezTo>
                    <a:pt x="1269" y="19"/>
                    <a:pt x="1241" y="0"/>
                    <a:pt x="1212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6900" lIns="91425" spcFirstLastPara="1" rIns="91425" wrap="square" tIns="16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74" name="Google Shape;1174;p12"/>
            <p:cNvSpPr/>
            <p:nvPr/>
          </p:nvSpPr>
          <p:spPr>
            <a:xfrm>
              <a:off x="8395920" y="902520"/>
              <a:ext cx="51120" cy="21960"/>
            </a:xfrm>
            <a:custGeom>
              <a:rect b="b" l="l" r="r" t="t"/>
              <a:pathLst>
                <a:path extrusionOk="0" h="443" w="1020">
                  <a:moveTo>
                    <a:pt x="964" y="0"/>
                  </a:moveTo>
                  <a:cubicBezTo>
                    <a:pt x="935" y="0"/>
                    <a:pt x="903" y="19"/>
                    <a:pt x="900" y="56"/>
                  </a:cubicBezTo>
                  <a:cubicBezTo>
                    <a:pt x="896" y="105"/>
                    <a:pt x="822" y="108"/>
                    <a:pt x="772" y="108"/>
                  </a:cubicBezTo>
                  <a:cubicBezTo>
                    <a:pt x="768" y="108"/>
                    <a:pt x="765" y="108"/>
                    <a:pt x="761" y="108"/>
                  </a:cubicBezTo>
                  <a:cubicBezTo>
                    <a:pt x="684" y="108"/>
                    <a:pt x="606" y="96"/>
                    <a:pt x="529" y="96"/>
                  </a:cubicBezTo>
                  <a:cubicBezTo>
                    <a:pt x="495" y="96"/>
                    <a:pt x="459" y="96"/>
                    <a:pt x="428" y="108"/>
                  </a:cubicBezTo>
                  <a:cubicBezTo>
                    <a:pt x="380" y="127"/>
                    <a:pt x="339" y="159"/>
                    <a:pt x="298" y="190"/>
                  </a:cubicBezTo>
                  <a:cubicBezTo>
                    <a:pt x="255" y="222"/>
                    <a:pt x="215" y="257"/>
                    <a:pt x="170" y="287"/>
                  </a:cubicBezTo>
                  <a:cubicBezTo>
                    <a:pt x="141" y="308"/>
                    <a:pt x="109" y="329"/>
                    <a:pt x="73" y="329"/>
                  </a:cubicBezTo>
                  <a:cubicBezTo>
                    <a:pt x="68" y="329"/>
                    <a:pt x="64" y="329"/>
                    <a:pt x="60" y="328"/>
                  </a:cubicBezTo>
                  <a:cubicBezTo>
                    <a:pt x="58" y="328"/>
                    <a:pt x="57" y="328"/>
                    <a:pt x="56" y="328"/>
                  </a:cubicBezTo>
                  <a:cubicBezTo>
                    <a:pt x="25" y="328"/>
                    <a:pt x="3" y="359"/>
                    <a:pt x="0" y="386"/>
                  </a:cubicBezTo>
                  <a:cubicBezTo>
                    <a:pt x="4" y="419"/>
                    <a:pt x="31" y="438"/>
                    <a:pt x="62" y="441"/>
                  </a:cubicBezTo>
                  <a:cubicBezTo>
                    <a:pt x="70" y="442"/>
                    <a:pt x="77" y="443"/>
                    <a:pt x="84" y="443"/>
                  </a:cubicBezTo>
                  <a:cubicBezTo>
                    <a:pt x="185" y="443"/>
                    <a:pt x="276" y="355"/>
                    <a:pt x="349" y="298"/>
                  </a:cubicBezTo>
                  <a:cubicBezTo>
                    <a:pt x="387" y="268"/>
                    <a:pt x="431" y="224"/>
                    <a:pt x="479" y="213"/>
                  </a:cubicBezTo>
                  <a:cubicBezTo>
                    <a:pt x="489" y="211"/>
                    <a:pt x="503" y="210"/>
                    <a:pt x="518" y="210"/>
                  </a:cubicBezTo>
                  <a:cubicBezTo>
                    <a:pt x="539" y="210"/>
                    <a:pt x="563" y="212"/>
                    <a:pt x="581" y="213"/>
                  </a:cubicBezTo>
                  <a:cubicBezTo>
                    <a:pt x="633" y="216"/>
                    <a:pt x="697" y="223"/>
                    <a:pt x="761" y="223"/>
                  </a:cubicBezTo>
                  <a:cubicBezTo>
                    <a:pt x="883" y="223"/>
                    <a:pt x="1002" y="196"/>
                    <a:pt x="1016" y="56"/>
                  </a:cubicBezTo>
                  <a:cubicBezTo>
                    <a:pt x="1020" y="18"/>
                    <a:pt x="993" y="0"/>
                    <a:pt x="964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150" lIns="91425" spcFirstLastPara="1" rIns="91425" wrap="square" tIns="111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75" name="Google Shape;1175;p12"/>
            <p:cNvSpPr/>
            <p:nvPr/>
          </p:nvSpPr>
          <p:spPr>
            <a:xfrm>
              <a:off x="8386560" y="845640"/>
              <a:ext cx="61200" cy="34920"/>
            </a:xfrm>
            <a:custGeom>
              <a:rect b="b" l="l" r="r" t="t"/>
              <a:pathLst>
                <a:path extrusionOk="0" h="701" w="1221">
                  <a:moveTo>
                    <a:pt x="1151" y="1"/>
                  </a:moveTo>
                  <a:cubicBezTo>
                    <a:pt x="1128" y="1"/>
                    <a:pt x="1104" y="13"/>
                    <a:pt x="1095" y="41"/>
                  </a:cubicBezTo>
                  <a:cubicBezTo>
                    <a:pt x="1057" y="155"/>
                    <a:pt x="1020" y="274"/>
                    <a:pt x="928" y="355"/>
                  </a:cubicBezTo>
                  <a:cubicBezTo>
                    <a:pt x="884" y="394"/>
                    <a:pt x="831" y="407"/>
                    <a:pt x="775" y="407"/>
                  </a:cubicBezTo>
                  <a:cubicBezTo>
                    <a:pt x="693" y="407"/>
                    <a:pt x="604" y="380"/>
                    <a:pt x="529" y="374"/>
                  </a:cubicBezTo>
                  <a:cubicBezTo>
                    <a:pt x="493" y="371"/>
                    <a:pt x="456" y="369"/>
                    <a:pt x="420" y="369"/>
                  </a:cubicBezTo>
                  <a:cubicBezTo>
                    <a:pt x="352" y="369"/>
                    <a:pt x="284" y="377"/>
                    <a:pt x="220" y="404"/>
                  </a:cubicBezTo>
                  <a:cubicBezTo>
                    <a:pt x="118" y="447"/>
                    <a:pt x="55" y="530"/>
                    <a:pt x="16" y="631"/>
                  </a:cubicBezTo>
                  <a:cubicBezTo>
                    <a:pt x="0" y="673"/>
                    <a:pt x="34" y="700"/>
                    <a:pt x="70" y="700"/>
                  </a:cubicBezTo>
                  <a:cubicBezTo>
                    <a:pt x="93" y="700"/>
                    <a:pt x="117" y="688"/>
                    <a:pt x="127" y="661"/>
                  </a:cubicBezTo>
                  <a:cubicBezTo>
                    <a:pt x="183" y="520"/>
                    <a:pt x="299" y="484"/>
                    <a:pt x="426" y="484"/>
                  </a:cubicBezTo>
                  <a:cubicBezTo>
                    <a:pt x="523" y="484"/>
                    <a:pt x="627" y="505"/>
                    <a:pt x="716" y="516"/>
                  </a:cubicBezTo>
                  <a:cubicBezTo>
                    <a:pt x="736" y="518"/>
                    <a:pt x="755" y="520"/>
                    <a:pt x="775" y="520"/>
                  </a:cubicBezTo>
                  <a:cubicBezTo>
                    <a:pt x="885" y="520"/>
                    <a:pt x="981" y="480"/>
                    <a:pt x="1056" y="389"/>
                  </a:cubicBezTo>
                  <a:cubicBezTo>
                    <a:pt x="1132" y="296"/>
                    <a:pt x="1170" y="183"/>
                    <a:pt x="1206" y="71"/>
                  </a:cubicBezTo>
                  <a:cubicBezTo>
                    <a:pt x="1220" y="29"/>
                    <a:pt x="1186" y="1"/>
                    <a:pt x="1151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7625" lIns="91425" spcFirstLastPara="1" rIns="91425" wrap="square" tIns="176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76" name="Google Shape;1176;p12"/>
            <p:cNvSpPr/>
            <p:nvPr/>
          </p:nvSpPr>
          <p:spPr>
            <a:xfrm>
              <a:off x="8376480" y="818280"/>
              <a:ext cx="45360" cy="24120"/>
            </a:xfrm>
            <a:custGeom>
              <a:rect b="b" l="l" r="r" t="t"/>
              <a:pathLst>
                <a:path extrusionOk="0" h="488" w="907">
                  <a:moveTo>
                    <a:pt x="836" y="0"/>
                  </a:moveTo>
                  <a:cubicBezTo>
                    <a:pt x="813" y="0"/>
                    <a:pt x="791" y="13"/>
                    <a:pt x="786" y="42"/>
                  </a:cubicBezTo>
                  <a:cubicBezTo>
                    <a:pt x="774" y="101"/>
                    <a:pt x="739" y="109"/>
                    <a:pt x="680" y="109"/>
                  </a:cubicBezTo>
                  <a:cubicBezTo>
                    <a:pt x="621" y="109"/>
                    <a:pt x="561" y="96"/>
                    <a:pt x="501" y="96"/>
                  </a:cubicBezTo>
                  <a:cubicBezTo>
                    <a:pt x="493" y="96"/>
                    <a:pt x="485" y="97"/>
                    <a:pt x="477" y="97"/>
                  </a:cubicBezTo>
                  <a:cubicBezTo>
                    <a:pt x="389" y="101"/>
                    <a:pt x="301" y="141"/>
                    <a:pt x="229" y="186"/>
                  </a:cubicBezTo>
                  <a:cubicBezTo>
                    <a:pt x="145" y="240"/>
                    <a:pt x="69" y="311"/>
                    <a:pt x="23" y="399"/>
                  </a:cubicBezTo>
                  <a:cubicBezTo>
                    <a:pt x="1" y="445"/>
                    <a:pt x="41" y="487"/>
                    <a:pt x="80" y="487"/>
                  </a:cubicBezTo>
                  <a:cubicBezTo>
                    <a:pt x="97" y="487"/>
                    <a:pt x="114" y="479"/>
                    <a:pt x="124" y="459"/>
                  </a:cubicBezTo>
                  <a:cubicBezTo>
                    <a:pt x="168" y="369"/>
                    <a:pt x="247" y="304"/>
                    <a:pt x="332" y="260"/>
                  </a:cubicBezTo>
                  <a:cubicBezTo>
                    <a:pt x="396" y="227"/>
                    <a:pt x="449" y="212"/>
                    <a:pt x="512" y="212"/>
                  </a:cubicBezTo>
                  <a:cubicBezTo>
                    <a:pt x="522" y="212"/>
                    <a:pt x="533" y="213"/>
                    <a:pt x="543" y="213"/>
                  </a:cubicBezTo>
                  <a:cubicBezTo>
                    <a:pt x="590" y="217"/>
                    <a:pt x="637" y="224"/>
                    <a:pt x="684" y="224"/>
                  </a:cubicBezTo>
                  <a:cubicBezTo>
                    <a:pt x="707" y="224"/>
                    <a:pt x="731" y="222"/>
                    <a:pt x="755" y="218"/>
                  </a:cubicBezTo>
                  <a:cubicBezTo>
                    <a:pt x="831" y="203"/>
                    <a:pt x="882" y="147"/>
                    <a:pt x="898" y="72"/>
                  </a:cubicBezTo>
                  <a:cubicBezTo>
                    <a:pt x="906" y="28"/>
                    <a:pt x="869" y="0"/>
                    <a:pt x="836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225" lIns="91425" spcFirstLastPara="1" rIns="91425" wrap="square" tIns="12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77" name="Google Shape;1177;p12"/>
            <p:cNvSpPr/>
            <p:nvPr/>
          </p:nvSpPr>
          <p:spPr>
            <a:xfrm>
              <a:off x="8365320" y="778320"/>
              <a:ext cx="38520" cy="24840"/>
            </a:xfrm>
            <a:custGeom>
              <a:rect b="b" l="l" r="r" t="t"/>
              <a:pathLst>
                <a:path extrusionOk="0" h="503" w="774">
                  <a:moveTo>
                    <a:pt x="612" y="151"/>
                  </a:moveTo>
                  <a:cubicBezTo>
                    <a:pt x="612" y="151"/>
                    <a:pt x="612" y="152"/>
                    <a:pt x="611" y="152"/>
                  </a:cubicBezTo>
                  <a:lnTo>
                    <a:pt x="611" y="152"/>
                  </a:lnTo>
                  <a:cubicBezTo>
                    <a:pt x="612" y="152"/>
                    <a:pt x="612" y="151"/>
                    <a:pt x="612" y="151"/>
                  </a:cubicBezTo>
                  <a:close/>
                  <a:moveTo>
                    <a:pt x="186" y="332"/>
                  </a:moveTo>
                  <a:lnTo>
                    <a:pt x="186" y="332"/>
                  </a:lnTo>
                  <a:cubicBezTo>
                    <a:pt x="185" y="333"/>
                    <a:pt x="184" y="333"/>
                    <a:pt x="182" y="334"/>
                  </a:cubicBezTo>
                  <a:cubicBezTo>
                    <a:pt x="183" y="334"/>
                    <a:pt x="185" y="333"/>
                    <a:pt x="186" y="332"/>
                  </a:cubicBezTo>
                  <a:close/>
                  <a:moveTo>
                    <a:pt x="127" y="385"/>
                  </a:moveTo>
                  <a:cubicBezTo>
                    <a:pt x="127" y="386"/>
                    <a:pt x="127" y="387"/>
                    <a:pt x="127" y="387"/>
                  </a:cubicBezTo>
                  <a:cubicBezTo>
                    <a:pt x="127" y="387"/>
                    <a:pt x="127" y="386"/>
                    <a:pt x="127" y="385"/>
                  </a:cubicBezTo>
                  <a:close/>
                  <a:moveTo>
                    <a:pt x="717" y="1"/>
                  </a:moveTo>
                  <a:cubicBezTo>
                    <a:pt x="688" y="1"/>
                    <a:pt x="658" y="19"/>
                    <a:pt x="655" y="56"/>
                  </a:cubicBezTo>
                  <a:cubicBezTo>
                    <a:pt x="654" y="79"/>
                    <a:pt x="647" y="104"/>
                    <a:pt x="637" y="124"/>
                  </a:cubicBezTo>
                  <a:cubicBezTo>
                    <a:pt x="634" y="127"/>
                    <a:pt x="633" y="128"/>
                    <a:pt x="631" y="132"/>
                  </a:cubicBezTo>
                  <a:cubicBezTo>
                    <a:pt x="634" y="129"/>
                    <a:pt x="635" y="128"/>
                    <a:pt x="635" y="128"/>
                  </a:cubicBezTo>
                  <a:lnTo>
                    <a:pt x="635" y="128"/>
                  </a:lnTo>
                  <a:cubicBezTo>
                    <a:pt x="635" y="128"/>
                    <a:pt x="632" y="131"/>
                    <a:pt x="631" y="132"/>
                  </a:cubicBezTo>
                  <a:cubicBezTo>
                    <a:pt x="627" y="138"/>
                    <a:pt x="623" y="141"/>
                    <a:pt x="618" y="147"/>
                  </a:cubicBezTo>
                  <a:cubicBezTo>
                    <a:pt x="618" y="147"/>
                    <a:pt x="617" y="148"/>
                    <a:pt x="615" y="149"/>
                  </a:cubicBezTo>
                  <a:lnTo>
                    <a:pt x="615" y="149"/>
                  </a:lnTo>
                  <a:cubicBezTo>
                    <a:pt x="615" y="148"/>
                    <a:pt x="615" y="148"/>
                    <a:pt x="615" y="148"/>
                  </a:cubicBezTo>
                  <a:lnTo>
                    <a:pt x="615" y="148"/>
                  </a:lnTo>
                  <a:cubicBezTo>
                    <a:pt x="615" y="148"/>
                    <a:pt x="614" y="149"/>
                    <a:pt x="612" y="151"/>
                  </a:cubicBezTo>
                  <a:lnTo>
                    <a:pt x="612" y="151"/>
                  </a:lnTo>
                  <a:cubicBezTo>
                    <a:pt x="613" y="150"/>
                    <a:pt x="614" y="149"/>
                    <a:pt x="615" y="149"/>
                  </a:cubicBezTo>
                  <a:lnTo>
                    <a:pt x="615" y="149"/>
                  </a:lnTo>
                  <a:cubicBezTo>
                    <a:pt x="615" y="149"/>
                    <a:pt x="614" y="150"/>
                    <a:pt x="611" y="152"/>
                  </a:cubicBezTo>
                  <a:cubicBezTo>
                    <a:pt x="606" y="155"/>
                    <a:pt x="599" y="159"/>
                    <a:pt x="594" y="162"/>
                  </a:cubicBezTo>
                  <a:cubicBezTo>
                    <a:pt x="589" y="164"/>
                    <a:pt x="583" y="168"/>
                    <a:pt x="580" y="169"/>
                  </a:cubicBezTo>
                  <a:cubicBezTo>
                    <a:pt x="583" y="168"/>
                    <a:pt x="584" y="167"/>
                    <a:pt x="583" y="167"/>
                  </a:cubicBezTo>
                  <a:lnTo>
                    <a:pt x="583" y="167"/>
                  </a:lnTo>
                  <a:cubicBezTo>
                    <a:pt x="582" y="167"/>
                    <a:pt x="573" y="171"/>
                    <a:pt x="570" y="173"/>
                  </a:cubicBezTo>
                  <a:cubicBezTo>
                    <a:pt x="556" y="178"/>
                    <a:pt x="542" y="182"/>
                    <a:pt x="528" y="183"/>
                  </a:cubicBezTo>
                  <a:cubicBezTo>
                    <a:pt x="521" y="185"/>
                    <a:pt x="513" y="185"/>
                    <a:pt x="506" y="188"/>
                  </a:cubicBezTo>
                  <a:cubicBezTo>
                    <a:pt x="499" y="188"/>
                    <a:pt x="500" y="188"/>
                    <a:pt x="501" y="188"/>
                  </a:cubicBezTo>
                  <a:cubicBezTo>
                    <a:pt x="501" y="188"/>
                    <a:pt x="502" y="188"/>
                    <a:pt x="495" y="189"/>
                  </a:cubicBezTo>
                  <a:cubicBezTo>
                    <a:pt x="478" y="190"/>
                    <a:pt x="462" y="192"/>
                    <a:pt x="447" y="192"/>
                  </a:cubicBezTo>
                  <a:cubicBezTo>
                    <a:pt x="331" y="199"/>
                    <a:pt x="193" y="185"/>
                    <a:pt x="94" y="254"/>
                  </a:cubicBezTo>
                  <a:cubicBezTo>
                    <a:pt x="29" y="301"/>
                    <a:pt x="2" y="373"/>
                    <a:pt x="0" y="450"/>
                  </a:cubicBezTo>
                  <a:cubicBezTo>
                    <a:pt x="0" y="485"/>
                    <a:pt x="28" y="502"/>
                    <a:pt x="57" y="502"/>
                  </a:cubicBezTo>
                  <a:cubicBezTo>
                    <a:pt x="86" y="502"/>
                    <a:pt x="116" y="484"/>
                    <a:pt x="117" y="446"/>
                  </a:cubicBezTo>
                  <a:cubicBezTo>
                    <a:pt x="117" y="424"/>
                    <a:pt x="117" y="423"/>
                    <a:pt x="121" y="407"/>
                  </a:cubicBezTo>
                  <a:cubicBezTo>
                    <a:pt x="122" y="400"/>
                    <a:pt x="124" y="393"/>
                    <a:pt x="127" y="387"/>
                  </a:cubicBezTo>
                  <a:cubicBezTo>
                    <a:pt x="127" y="386"/>
                    <a:pt x="128" y="382"/>
                    <a:pt x="128" y="382"/>
                  </a:cubicBezTo>
                  <a:lnTo>
                    <a:pt x="128" y="382"/>
                  </a:lnTo>
                  <a:cubicBezTo>
                    <a:pt x="129" y="382"/>
                    <a:pt x="128" y="383"/>
                    <a:pt x="127" y="385"/>
                  </a:cubicBezTo>
                  <a:lnTo>
                    <a:pt x="127" y="385"/>
                  </a:lnTo>
                  <a:cubicBezTo>
                    <a:pt x="128" y="383"/>
                    <a:pt x="129" y="381"/>
                    <a:pt x="129" y="379"/>
                  </a:cubicBezTo>
                  <a:lnTo>
                    <a:pt x="141" y="362"/>
                  </a:lnTo>
                  <a:lnTo>
                    <a:pt x="141" y="362"/>
                  </a:lnTo>
                  <a:cubicBezTo>
                    <a:pt x="139" y="365"/>
                    <a:pt x="138" y="366"/>
                    <a:pt x="138" y="366"/>
                  </a:cubicBezTo>
                  <a:cubicBezTo>
                    <a:pt x="139" y="366"/>
                    <a:pt x="144" y="359"/>
                    <a:pt x="145" y="358"/>
                  </a:cubicBezTo>
                  <a:cubicBezTo>
                    <a:pt x="147" y="356"/>
                    <a:pt x="154" y="350"/>
                    <a:pt x="155" y="349"/>
                  </a:cubicBezTo>
                  <a:lnTo>
                    <a:pt x="155" y="349"/>
                  </a:lnTo>
                  <a:cubicBezTo>
                    <a:pt x="159" y="346"/>
                    <a:pt x="164" y="344"/>
                    <a:pt x="169" y="341"/>
                  </a:cubicBezTo>
                  <a:cubicBezTo>
                    <a:pt x="173" y="338"/>
                    <a:pt x="178" y="335"/>
                    <a:pt x="182" y="334"/>
                  </a:cubicBezTo>
                  <a:cubicBezTo>
                    <a:pt x="185" y="332"/>
                    <a:pt x="187" y="332"/>
                    <a:pt x="187" y="332"/>
                  </a:cubicBezTo>
                  <a:lnTo>
                    <a:pt x="187" y="332"/>
                  </a:lnTo>
                  <a:cubicBezTo>
                    <a:pt x="187" y="332"/>
                    <a:pt x="187" y="332"/>
                    <a:pt x="186" y="332"/>
                  </a:cubicBezTo>
                  <a:lnTo>
                    <a:pt x="186" y="332"/>
                  </a:lnTo>
                  <a:cubicBezTo>
                    <a:pt x="188" y="332"/>
                    <a:pt x="189" y="332"/>
                    <a:pt x="192" y="331"/>
                  </a:cubicBezTo>
                  <a:cubicBezTo>
                    <a:pt x="206" y="326"/>
                    <a:pt x="217" y="322"/>
                    <a:pt x="231" y="319"/>
                  </a:cubicBezTo>
                  <a:cubicBezTo>
                    <a:pt x="239" y="318"/>
                    <a:pt x="246" y="318"/>
                    <a:pt x="253" y="317"/>
                  </a:cubicBezTo>
                  <a:cubicBezTo>
                    <a:pt x="260" y="315"/>
                    <a:pt x="259" y="315"/>
                    <a:pt x="258" y="315"/>
                  </a:cubicBezTo>
                  <a:cubicBezTo>
                    <a:pt x="258" y="315"/>
                    <a:pt x="257" y="315"/>
                    <a:pt x="264" y="314"/>
                  </a:cubicBezTo>
                  <a:cubicBezTo>
                    <a:pt x="280" y="312"/>
                    <a:pt x="295" y="311"/>
                    <a:pt x="311" y="311"/>
                  </a:cubicBezTo>
                  <a:cubicBezTo>
                    <a:pt x="427" y="304"/>
                    <a:pt x="566" y="318"/>
                    <a:pt x="668" y="249"/>
                  </a:cubicBezTo>
                  <a:cubicBezTo>
                    <a:pt x="736" y="205"/>
                    <a:pt x="766" y="134"/>
                    <a:pt x="771" y="56"/>
                  </a:cubicBezTo>
                  <a:cubicBezTo>
                    <a:pt x="774" y="19"/>
                    <a:pt x="746" y="1"/>
                    <a:pt x="717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600" lIns="91425" spcFirstLastPara="1" rIns="91425" wrap="square" tIns="12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78" name="Google Shape;1178;p12"/>
            <p:cNvSpPr/>
            <p:nvPr/>
          </p:nvSpPr>
          <p:spPr>
            <a:xfrm>
              <a:off x="8339400" y="718560"/>
              <a:ext cx="36000" cy="57600"/>
            </a:xfrm>
            <a:custGeom>
              <a:rect b="b" l="l" r="r" t="t"/>
              <a:pathLst>
                <a:path extrusionOk="0" h="1149" w="721">
                  <a:moveTo>
                    <a:pt x="643" y="0"/>
                  </a:moveTo>
                  <a:cubicBezTo>
                    <a:pt x="609" y="0"/>
                    <a:pt x="572" y="29"/>
                    <a:pt x="581" y="73"/>
                  </a:cubicBezTo>
                  <a:cubicBezTo>
                    <a:pt x="599" y="169"/>
                    <a:pt x="603" y="271"/>
                    <a:pt x="549" y="358"/>
                  </a:cubicBezTo>
                  <a:cubicBezTo>
                    <a:pt x="503" y="430"/>
                    <a:pt x="426" y="484"/>
                    <a:pt x="362" y="538"/>
                  </a:cubicBezTo>
                  <a:cubicBezTo>
                    <a:pt x="280" y="607"/>
                    <a:pt x="205" y="678"/>
                    <a:pt x="163" y="779"/>
                  </a:cubicBezTo>
                  <a:cubicBezTo>
                    <a:pt x="126" y="864"/>
                    <a:pt x="113" y="987"/>
                    <a:pt x="44" y="1052"/>
                  </a:cubicBezTo>
                  <a:cubicBezTo>
                    <a:pt x="0" y="1091"/>
                    <a:pt x="41" y="1148"/>
                    <a:pt x="87" y="1148"/>
                  </a:cubicBezTo>
                  <a:cubicBezTo>
                    <a:pt x="100" y="1148"/>
                    <a:pt x="114" y="1144"/>
                    <a:pt x="126" y="1133"/>
                  </a:cubicBezTo>
                  <a:cubicBezTo>
                    <a:pt x="205" y="1059"/>
                    <a:pt x="224" y="940"/>
                    <a:pt x="260" y="842"/>
                  </a:cubicBezTo>
                  <a:cubicBezTo>
                    <a:pt x="304" y="733"/>
                    <a:pt x="395" y="662"/>
                    <a:pt x="483" y="587"/>
                  </a:cubicBezTo>
                  <a:cubicBezTo>
                    <a:pt x="552" y="529"/>
                    <a:pt x="627" y="467"/>
                    <a:pt x="667" y="385"/>
                  </a:cubicBezTo>
                  <a:cubicBezTo>
                    <a:pt x="721" y="276"/>
                    <a:pt x="715" y="158"/>
                    <a:pt x="693" y="42"/>
                  </a:cubicBezTo>
                  <a:cubicBezTo>
                    <a:pt x="687" y="13"/>
                    <a:pt x="666" y="0"/>
                    <a:pt x="643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8800" lIns="91425" spcFirstLastPara="1" rIns="91425" wrap="square" tIns="28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79" name="Google Shape;1179;p12"/>
            <p:cNvSpPr/>
            <p:nvPr/>
          </p:nvSpPr>
          <p:spPr>
            <a:xfrm>
              <a:off x="8296200" y="686160"/>
              <a:ext cx="13320" cy="60840"/>
            </a:xfrm>
            <a:custGeom>
              <a:rect b="b" l="l" r="r" t="t"/>
              <a:pathLst>
                <a:path extrusionOk="0" h="1212" w="269">
                  <a:moveTo>
                    <a:pt x="128" y="1"/>
                  </a:moveTo>
                  <a:cubicBezTo>
                    <a:pt x="87" y="1"/>
                    <a:pt x="47" y="41"/>
                    <a:pt x="78" y="84"/>
                  </a:cubicBezTo>
                  <a:cubicBezTo>
                    <a:pt x="132" y="155"/>
                    <a:pt x="158" y="229"/>
                    <a:pt x="141" y="316"/>
                  </a:cubicBezTo>
                  <a:cubicBezTo>
                    <a:pt x="126" y="397"/>
                    <a:pt x="90" y="475"/>
                    <a:pt x="57" y="552"/>
                  </a:cubicBezTo>
                  <a:cubicBezTo>
                    <a:pt x="20" y="644"/>
                    <a:pt x="0" y="730"/>
                    <a:pt x="6" y="832"/>
                  </a:cubicBezTo>
                  <a:cubicBezTo>
                    <a:pt x="9" y="934"/>
                    <a:pt x="30" y="1038"/>
                    <a:pt x="14" y="1140"/>
                  </a:cubicBezTo>
                  <a:cubicBezTo>
                    <a:pt x="9" y="1183"/>
                    <a:pt x="45" y="1212"/>
                    <a:pt x="79" y="1212"/>
                  </a:cubicBezTo>
                  <a:cubicBezTo>
                    <a:pt x="101" y="1212"/>
                    <a:pt x="121" y="1199"/>
                    <a:pt x="126" y="1170"/>
                  </a:cubicBezTo>
                  <a:cubicBezTo>
                    <a:pt x="143" y="1059"/>
                    <a:pt x="128" y="953"/>
                    <a:pt x="122" y="841"/>
                  </a:cubicBezTo>
                  <a:cubicBezTo>
                    <a:pt x="119" y="786"/>
                    <a:pt x="119" y="729"/>
                    <a:pt x="135" y="675"/>
                  </a:cubicBezTo>
                  <a:cubicBezTo>
                    <a:pt x="149" y="625"/>
                    <a:pt x="170" y="580"/>
                    <a:pt x="190" y="532"/>
                  </a:cubicBezTo>
                  <a:cubicBezTo>
                    <a:pt x="221" y="453"/>
                    <a:pt x="254" y="373"/>
                    <a:pt x="261" y="285"/>
                  </a:cubicBezTo>
                  <a:cubicBezTo>
                    <a:pt x="268" y="190"/>
                    <a:pt x="234" y="103"/>
                    <a:pt x="177" y="26"/>
                  </a:cubicBezTo>
                  <a:cubicBezTo>
                    <a:pt x="164" y="8"/>
                    <a:pt x="146" y="1"/>
                    <a:pt x="128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0600" lIns="91425" spcFirstLastPara="1" rIns="91425" wrap="square" tIns="30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80" name="Google Shape;1180;p12"/>
            <p:cNvSpPr/>
            <p:nvPr/>
          </p:nvSpPr>
          <p:spPr>
            <a:xfrm>
              <a:off x="8208720" y="691560"/>
              <a:ext cx="30240" cy="58680"/>
            </a:xfrm>
            <a:custGeom>
              <a:rect b="b" l="l" r="r" t="t"/>
              <a:pathLst>
                <a:path extrusionOk="0" h="1174" w="611">
                  <a:moveTo>
                    <a:pt x="66" y="0"/>
                  </a:moveTo>
                  <a:cubicBezTo>
                    <a:pt x="0" y="0"/>
                    <a:pt x="3" y="107"/>
                    <a:pt x="73" y="115"/>
                  </a:cubicBezTo>
                  <a:lnTo>
                    <a:pt x="73" y="115"/>
                  </a:lnTo>
                  <a:cubicBezTo>
                    <a:pt x="72" y="115"/>
                    <a:pt x="72" y="115"/>
                    <a:pt x="71" y="115"/>
                  </a:cubicBezTo>
                  <a:cubicBezTo>
                    <a:pt x="67" y="115"/>
                    <a:pt x="84" y="120"/>
                    <a:pt x="87" y="121"/>
                  </a:cubicBezTo>
                  <a:cubicBezTo>
                    <a:pt x="85" y="121"/>
                    <a:pt x="84" y="121"/>
                    <a:pt x="84" y="121"/>
                  </a:cubicBezTo>
                  <a:lnTo>
                    <a:pt x="84" y="121"/>
                  </a:lnTo>
                  <a:cubicBezTo>
                    <a:pt x="81" y="121"/>
                    <a:pt x="95" y="128"/>
                    <a:pt x="96" y="128"/>
                  </a:cubicBezTo>
                  <a:cubicBezTo>
                    <a:pt x="98" y="128"/>
                    <a:pt x="115" y="148"/>
                    <a:pt x="119" y="154"/>
                  </a:cubicBezTo>
                  <a:cubicBezTo>
                    <a:pt x="145" y="186"/>
                    <a:pt x="159" y="226"/>
                    <a:pt x="172" y="267"/>
                  </a:cubicBezTo>
                  <a:cubicBezTo>
                    <a:pt x="207" y="373"/>
                    <a:pt x="225" y="484"/>
                    <a:pt x="248" y="595"/>
                  </a:cubicBezTo>
                  <a:cubicBezTo>
                    <a:pt x="272" y="708"/>
                    <a:pt x="296" y="821"/>
                    <a:pt x="337" y="930"/>
                  </a:cubicBezTo>
                  <a:cubicBezTo>
                    <a:pt x="371" y="1021"/>
                    <a:pt x="417" y="1112"/>
                    <a:pt x="500" y="1164"/>
                  </a:cubicBezTo>
                  <a:cubicBezTo>
                    <a:pt x="511" y="1171"/>
                    <a:pt x="521" y="1174"/>
                    <a:pt x="531" y="1174"/>
                  </a:cubicBezTo>
                  <a:cubicBezTo>
                    <a:pt x="580" y="1174"/>
                    <a:pt x="610" y="1100"/>
                    <a:pt x="558" y="1066"/>
                  </a:cubicBezTo>
                  <a:cubicBezTo>
                    <a:pt x="503" y="1031"/>
                    <a:pt x="473" y="964"/>
                    <a:pt x="451" y="905"/>
                  </a:cubicBezTo>
                  <a:cubicBezTo>
                    <a:pt x="417" y="818"/>
                    <a:pt x="395" y="728"/>
                    <a:pt x="376" y="637"/>
                  </a:cubicBezTo>
                  <a:cubicBezTo>
                    <a:pt x="339" y="468"/>
                    <a:pt x="319" y="283"/>
                    <a:pt x="238" y="127"/>
                  </a:cubicBezTo>
                  <a:cubicBezTo>
                    <a:pt x="203" y="59"/>
                    <a:pt x="149" y="9"/>
                    <a:pt x="74" y="1"/>
                  </a:cubicBezTo>
                  <a:cubicBezTo>
                    <a:pt x="71" y="0"/>
                    <a:pt x="69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9500" lIns="91425" spcFirstLastPara="1" rIns="91425" wrap="square" tIns="29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81" name="Google Shape;1181;p12"/>
            <p:cNvSpPr/>
            <p:nvPr/>
          </p:nvSpPr>
          <p:spPr>
            <a:xfrm>
              <a:off x="8169480" y="733680"/>
              <a:ext cx="34200" cy="41040"/>
            </a:xfrm>
            <a:custGeom>
              <a:rect b="b" l="l" r="r" t="t"/>
              <a:pathLst>
                <a:path extrusionOk="0" h="820" w="683">
                  <a:moveTo>
                    <a:pt x="55" y="1"/>
                  </a:moveTo>
                  <a:cubicBezTo>
                    <a:pt x="27" y="1"/>
                    <a:pt x="1" y="31"/>
                    <a:pt x="1" y="60"/>
                  </a:cubicBezTo>
                  <a:cubicBezTo>
                    <a:pt x="1" y="93"/>
                    <a:pt x="28" y="113"/>
                    <a:pt x="59" y="118"/>
                  </a:cubicBezTo>
                  <a:cubicBezTo>
                    <a:pt x="194" y="134"/>
                    <a:pt x="306" y="267"/>
                    <a:pt x="376" y="372"/>
                  </a:cubicBezTo>
                  <a:cubicBezTo>
                    <a:pt x="460" y="494"/>
                    <a:pt x="528" y="634"/>
                    <a:pt x="562" y="779"/>
                  </a:cubicBezTo>
                  <a:cubicBezTo>
                    <a:pt x="568" y="807"/>
                    <a:pt x="589" y="819"/>
                    <a:pt x="611" y="819"/>
                  </a:cubicBezTo>
                  <a:cubicBezTo>
                    <a:pt x="645" y="819"/>
                    <a:pt x="682" y="791"/>
                    <a:pt x="673" y="748"/>
                  </a:cubicBezTo>
                  <a:cubicBezTo>
                    <a:pt x="634" y="585"/>
                    <a:pt x="555" y="425"/>
                    <a:pt x="460" y="289"/>
                  </a:cubicBezTo>
                  <a:cubicBezTo>
                    <a:pt x="362" y="152"/>
                    <a:pt x="233" y="21"/>
                    <a:pt x="59" y="1"/>
                  </a:cubicBezTo>
                  <a:cubicBezTo>
                    <a:pt x="58" y="1"/>
                    <a:pt x="56" y="1"/>
                    <a:pt x="55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82" name="Google Shape;1182;p12"/>
            <p:cNvSpPr/>
            <p:nvPr/>
          </p:nvSpPr>
          <p:spPr>
            <a:xfrm>
              <a:off x="8125200" y="779040"/>
              <a:ext cx="55440" cy="30240"/>
            </a:xfrm>
            <a:custGeom>
              <a:rect b="b" l="l" r="r" t="t"/>
              <a:pathLst>
                <a:path extrusionOk="0" h="608" w="1106">
                  <a:moveTo>
                    <a:pt x="222" y="1"/>
                  </a:moveTo>
                  <a:cubicBezTo>
                    <a:pt x="164" y="1"/>
                    <a:pt x="106" y="22"/>
                    <a:pt x="54" y="52"/>
                  </a:cubicBezTo>
                  <a:cubicBezTo>
                    <a:pt x="0" y="84"/>
                    <a:pt x="33" y="160"/>
                    <a:pt x="83" y="160"/>
                  </a:cubicBezTo>
                  <a:cubicBezTo>
                    <a:pt x="92" y="160"/>
                    <a:pt x="102" y="157"/>
                    <a:pt x="112" y="151"/>
                  </a:cubicBezTo>
                  <a:cubicBezTo>
                    <a:pt x="149" y="130"/>
                    <a:pt x="184" y="116"/>
                    <a:pt x="218" y="116"/>
                  </a:cubicBezTo>
                  <a:cubicBezTo>
                    <a:pt x="246" y="116"/>
                    <a:pt x="274" y="126"/>
                    <a:pt x="299" y="150"/>
                  </a:cubicBezTo>
                  <a:cubicBezTo>
                    <a:pt x="359" y="203"/>
                    <a:pt x="396" y="278"/>
                    <a:pt x="438" y="347"/>
                  </a:cubicBezTo>
                  <a:cubicBezTo>
                    <a:pt x="488" y="424"/>
                    <a:pt x="544" y="498"/>
                    <a:pt x="622" y="551"/>
                  </a:cubicBezTo>
                  <a:cubicBezTo>
                    <a:pt x="679" y="587"/>
                    <a:pt x="749" y="603"/>
                    <a:pt x="817" y="607"/>
                  </a:cubicBezTo>
                  <a:cubicBezTo>
                    <a:pt x="826" y="608"/>
                    <a:pt x="835" y="608"/>
                    <a:pt x="844" y="608"/>
                  </a:cubicBezTo>
                  <a:cubicBezTo>
                    <a:pt x="874" y="608"/>
                    <a:pt x="902" y="606"/>
                    <a:pt x="933" y="602"/>
                  </a:cubicBezTo>
                  <a:lnTo>
                    <a:pt x="964" y="596"/>
                  </a:lnTo>
                  <a:cubicBezTo>
                    <a:pt x="981" y="596"/>
                    <a:pt x="987" y="595"/>
                    <a:pt x="977" y="590"/>
                  </a:cubicBezTo>
                  <a:cubicBezTo>
                    <a:pt x="977" y="590"/>
                    <a:pt x="978" y="590"/>
                    <a:pt x="979" y="590"/>
                  </a:cubicBezTo>
                  <a:lnTo>
                    <a:pt x="979" y="590"/>
                  </a:lnTo>
                  <a:cubicBezTo>
                    <a:pt x="982" y="591"/>
                    <a:pt x="986" y="592"/>
                    <a:pt x="989" y="593"/>
                  </a:cubicBezTo>
                  <a:cubicBezTo>
                    <a:pt x="992" y="594"/>
                    <a:pt x="994" y="594"/>
                    <a:pt x="997" y="594"/>
                  </a:cubicBezTo>
                  <a:lnTo>
                    <a:pt x="997" y="594"/>
                  </a:lnTo>
                  <a:cubicBezTo>
                    <a:pt x="999" y="595"/>
                    <a:pt x="1001" y="596"/>
                    <a:pt x="1004" y="596"/>
                  </a:cubicBezTo>
                  <a:cubicBezTo>
                    <a:pt x="1004" y="596"/>
                    <a:pt x="1004" y="596"/>
                    <a:pt x="1004" y="596"/>
                  </a:cubicBezTo>
                  <a:lnTo>
                    <a:pt x="1004" y="596"/>
                  </a:lnTo>
                  <a:cubicBezTo>
                    <a:pt x="1004" y="596"/>
                    <a:pt x="1005" y="596"/>
                    <a:pt x="1005" y="596"/>
                  </a:cubicBezTo>
                  <a:cubicBezTo>
                    <a:pt x="1009" y="597"/>
                    <a:pt x="1013" y="597"/>
                    <a:pt x="1016" y="597"/>
                  </a:cubicBezTo>
                  <a:cubicBezTo>
                    <a:pt x="1081" y="597"/>
                    <a:pt x="1106" y="497"/>
                    <a:pt x="1035" y="484"/>
                  </a:cubicBezTo>
                  <a:cubicBezTo>
                    <a:pt x="1033" y="484"/>
                    <a:pt x="1032" y="484"/>
                    <a:pt x="1031" y="483"/>
                  </a:cubicBezTo>
                  <a:lnTo>
                    <a:pt x="1031" y="483"/>
                  </a:lnTo>
                  <a:cubicBezTo>
                    <a:pt x="1026" y="483"/>
                    <a:pt x="1021" y="482"/>
                    <a:pt x="1018" y="481"/>
                  </a:cubicBezTo>
                  <a:cubicBezTo>
                    <a:pt x="1014" y="480"/>
                    <a:pt x="1010" y="480"/>
                    <a:pt x="1007" y="480"/>
                  </a:cubicBezTo>
                  <a:cubicBezTo>
                    <a:pt x="1006" y="480"/>
                    <a:pt x="1005" y="480"/>
                    <a:pt x="1005" y="480"/>
                  </a:cubicBezTo>
                  <a:lnTo>
                    <a:pt x="1005" y="480"/>
                  </a:lnTo>
                  <a:cubicBezTo>
                    <a:pt x="997" y="479"/>
                    <a:pt x="989" y="479"/>
                    <a:pt x="981" y="479"/>
                  </a:cubicBezTo>
                  <a:cubicBezTo>
                    <a:pt x="972" y="479"/>
                    <a:pt x="962" y="480"/>
                    <a:pt x="951" y="481"/>
                  </a:cubicBezTo>
                  <a:cubicBezTo>
                    <a:pt x="918" y="487"/>
                    <a:pt x="884" y="491"/>
                    <a:pt x="851" y="491"/>
                  </a:cubicBezTo>
                  <a:cubicBezTo>
                    <a:pt x="840" y="491"/>
                    <a:pt x="830" y="491"/>
                    <a:pt x="819" y="490"/>
                  </a:cubicBezTo>
                  <a:cubicBezTo>
                    <a:pt x="758" y="487"/>
                    <a:pt x="703" y="468"/>
                    <a:pt x="658" y="432"/>
                  </a:cubicBezTo>
                  <a:cubicBezTo>
                    <a:pt x="587" y="373"/>
                    <a:pt x="540" y="290"/>
                    <a:pt x="493" y="213"/>
                  </a:cubicBezTo>
                  <a:cubicBezTo>
                    <a:pt x="448" y="144"/>
                    <a:pt x="401" y="66"/>
                    <a:pt x="325" y="26"/>
                  </a:cubicBezTo>
                  <a:cubicBezTo>
                    <a:pt x="291" y="8"/>
                    <a:pt x="256" y="1"/>
                    <a:pt x="222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5100" lIns="91425" spcFirstLastPara="1" rIns="91425" wrap="square" tIns="15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83" name="Google Shape;1183;p12"/>
            <p:cNvSpPr/>
            <p:nvPr/>
          </p:nvSpPr>
          <p:spPr>
            <a:xfrm>
              <a:off x="8119800" y="823320"/>
              <a:ext cx="42840" cy="20520"/>
            </a:xfrm>
            <a:custGeom>
              <a:rect b="b" l="l" r="r" t="t"/>
              <a:pathLst>
                <a:path extrusionOk="0" h="418" w="856">
                  <a:moveTo>
                    <a:pt x="203" y="1"/>
                  </a:moveTo>
                  <a:cubicBezTo>
                    <a:pt x="152" y="1"/>
                    <a:pt x="101" y="15"/>
                    <a:pt x="55" y="42"/>
                  </a:cubicBezTo>
                  <a:cubicBezTo>
                    <a:pt x="1" y="73"/>
                    <a:pt x="33" y="149"/>
                    <a:pt x="84" y="149"/>
                  </a:cubicBezTo>
                  <a:cubicBezTo>
                    <a:pt x="93" y="149"/>
                    <a:pt x="103" y="146"/>
                    <a:pt x="113" y="141"/>
                  </a:cubicBezTo>
                  <a:cubicBezTo>
                    <a:pt x="143" y="124"/>
                    <a:pt x="173" y="116"/>
                    <a:pt x="202" y="116"/>
                  </a:cubicBezTo>
                  <a:cubicBezTo>
                    <a:pt x="227" y="116"/>
                    <a:pt x="252" y="122"/>
                    <a:pt x="276" y="132"/>
                  </a:cubicBezTo>
                  <a:cubicBezTo>
                    <a:pt x="339" y="161"/>
                    <a:pt x="392" y="204"/>
                    <a:pt x="443" y="251"/>
                  </a:cubicBezTo>
                  <a:cubicBezTo>
                    <a:pt x="521" y="319"/>
                    <a:pt x="622" y="417"/>
                    <a:pt x="734" y="417"/>
                  </a:cubicBezTo>
                  <a:cubicBezTo>
                    <a:pt x="754" y="417"/>
                    <a:pt x="775" y="414"/>
                    <a:pt x="796" y="407"/>
                  </a:cubicBezTo>
                  <a:cubicBezTo>
                    <a:pt x="856" y="385"/>
                    <a:pt x="837" y="293"/>
                    <a:pt x="782" y="293"/>
                  </a:cubicBezTo>
                  <a:cubicBezTo>
                    <a:pt x="776" y="293"/>
                    <a:pt x="770" y="294"/>
                    <a:pt x="763" y="297"/>
                  </a:cubicBezTo>
                  <a:cubicBezTo>
                    <a:pt x="756" y="298"/>
                    <a:pt x="750" y="299"/>
                    <a:pt x="743" y="302"/>
                  </a:cubicBezTo>
                  <a:lnTo>
                    <a:pt x="733" y="302"/>
                  </a:lnTo>
                  <a:cubicBezTo>
                    <a:pt x="731" y="302"/>
                    <a:pt x="725" y="302"/>
                    <a:pt x="722" y="301"/>
                  </a:cubicBezTo>
                  <a:lnTo>
                    <a:pt x="722" y="301"/>
                  </a:lnTo>
                  <a:cubicBezTo>
                    <a:pt x="716" y="299"/>
                    <a:pt x="710" y="298"/>
                    <a:pt x="705" y="297"/>
                  </a:cubicBezTo>
                  <a:cubicBezTo>
                    <a:pt x="685" y="291"/>
                    <a:pt x="658" y="275"/>
                    <a:pt x="631" y="258"/>
                  </a:cubicBezTo>
                  <a:cubicBezTo>
                    <a:pt x="580" y="223"/>
                    <a:pt x="528" y="170"/>
                    <a:pt x="477" y="128"/>
                  </a:cubicBezTo>
                  <a:cubicBezTo>
                    <a:pt x="417" y="81"/>
                    <a:pt x="358" y="36"/>
                    <a:pt x="286" y="13"/>
                  </a:cubicBezTo>
                  <a:cubicBezTo>
                    <a:pt x="258" y="5"/>
                    <a:pt x="231" y="1"/>
                    <a:pt x="203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425" lIns="91425" spcFirstLastPara="1" rIns="91425" wrap="square" tIns="10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84" name="Google Shape;1184;p12"/>
            <p:cNvSpPr/>
            <p:nvPr/>
          </p:nvSpPr>
          <p:spPr>
            <a:xfrm>
              <a:off x="8111520" y="893880"/>
              <a:ext cx="45000" cy="12960"/>
            </a:xfrm>
            <a:custGeom>
              <a:rect b="b" l="l" r="r" t="t"/>
              <a:pathLst>
                <a:path extrusionOk="0" h="267" w="898">
                  <a:moveTo>
                    <a:pt x="57" y="114"/>
                  </a:moveTo>
                  <a:cubicBezTo>
                    <a:pt x="56" y="115"/>
                    <a:pt x="55" y="116"/>
                    <a:pt x="54" y="117"/>
                  </a:cubicBezTo>
                  <a:cubicBezTo>
                    <a:pt x="55" y="116"/>
                    <a:pt x="56" y="115"/>
                    <a:pt x="57" y="114"/>
                  </a:cubicBezTo>
                  <a:close/>
                  <a:moveTo>
                    <a:pt x="337" y="0"/>
                  </a:moveTo>
                  <a:cubicBezTo>
                    <a:pt x="296" y="0"/>
                    <a:pt x="256" y="3"/>
                    <a:pt x="216" y="11"/>
                  </a:cubicBezTo>
                  <a:cubicBezTo>
                    <a:pt x="173" y="20"/>
                    <a:pt x="141" y="37"/>
                    <a:pt x="109" y="65"/>
                  </a:cubicBezTo>
                  <a:cubicBezTo>
                    <a:pt x="99" y="75"/>
                    <a:pt x="89" y="84"/>
                    <a:pt x="79" y="94"/>
                  </a:cubicBezTo>
                  <a:lnTo>
                    <a:pt x="79" y="94"/>
                  </a:lnTo>
                  <a:cubicBezTo>
                    <a:pt x="77" y="93"/>
                    <a:pt x="74" y="93"/>
                    <a:pt x="71" y="93"/>
                  </a:cubicBezTo>
                  <a:cubicBezTo>
                    <a:pt x="37" y="93"/>
                    <a:pt x="0" y="121"/>
                    <a:pt x="9" y="164"/>
                  </a:cubicBezTo>
                  <a:cubicBezTo>
                    <a:pt x="16" y="197"/>
                    <a:pt x="41" y="225"/>
                    <a:pt x="76" y="225"/>
                  </a:cubicBezTo>
                  <a:cubicBezTo>
                    <a:pt x="76" y="225"/>
                    <a:pt x="77" y="225"/>
                    <a:pt x="78" y="225"/>
                  </a:cubicBezTo>
                  <a:cubicBezTo>
                    <a:pt x="111" y="224"/>
                    <a:pt x="136" y="198"/>
                    <a:pt x="158" y="177"/>
                  </a:cubicBezTo>
                  <a:cubicBezTo>
                    <a:pt x="180" y="154"/>
                    <a:pt x="200" y="132"/>
                    <a:pt x="233" y="125"/>
                  </a:cubicBezTo>
                  <a:cubicBezTo>
                    <a:pt x="268" y="116"/>
                    <a:pt x="305" y="114"/>
                    <a:pt x="341" y="114"/>
                  </a:cubicBezTo>
                  <a:cubicBezTo>
                    <a:pt x="354" y="114"/>
                    <a:pt x="367" y="114"/>
                    <a:pt x="380" y="115"/>
                  </a:cubicBezTo>
                  <a:cubicBezTo>
                    <a:pt x="465" y="120"/>
                    <a:pt x="551" y="134"/>
                    <a:pt x="635" y="153"/>
                  </a:cubicBezTo>
                  <a:cubicBezTo>
                    <a:pt x="668" y="160"/>
                    <a:pt x="699" y="167"/>
                    <a:pt x="729" y="178"/>
                  </a:cubicBezTo>
                  <a:cubicBezTo>
                    <a:pt x="741" y="184"/>
                    <a:pt x="756" y="191"/>
                    <a:pt x="767" y="200"/>
                  </a:cubicBezTo>
                  <a:cubicBezTo>
                    <a:pt x="769" y="203"/>
                    <a:pt x="773" y="209"/>
                    <a:pt x="775" y="209"/>
                  </a:cubicBezTo>
                  <a:cubicBezTo>
                    <a:pt x="775" y="209"/>
                    <a:pt x="775" y="208"/>
                    <a:pt x="775" y="207"/>
                  </a:cubicBezTo>
                  <a:cubicBezTo>
                    <a:pt x="778" y="238"/>
                    <a:pt x="798" y="266"/>
                    <a:pt x="833" y="266"/>
                  </a:cubicBezTo>
                  <a:cubicBezTo>
                    <a:pt x="863" y="263"/>
                    <a:pt x="897" y="238"/>
                    <a:pt x="893" y="207"/>
                  </a:cubicBezTo>
                  <a:cubicBezTo>
                    <a:pt x="873" y="49"/>
                    <a:pt x="648" y="35"/>
                    <a:pt x="526" y="18"/>
                  </a:cubicBezTo>
                  <a:cubicBezTo>
                    <a:pt x="463" y="8"/>
                    <a:pt x="400" y="0"/>
                    <a:pt x="337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475" lIns="91425" spcFirstLastPara="1" rIns="91425" wrap="square" tIns="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85" name="Google Shape;1185;p12"/>
            <p:cNvSpPr/>
            <p:nvPr/>
          </p:nvSpPr>
          <p:spPr>
            <a:xfrm>
              <a:off x="8132400" y="954720"/>
              <a:ext cx="42480" cy="10800"/>
            </a:xfrm>
            <a:custGeom>
              <a:rect b="b" l="l" r="r" t="t"/>
              <a:pathLst>
                <a:path extrusionOk="0" h="222" w="853">
                  <a:moveTo>
                    <a:pt x="783" y="0"/>
                  </a:moveTo>
                  <a:cubicBezTo>
                    <a:pt x="781" y="0"/>
                    <a:pt x="780" y="0"/>
                    <a:pt x="778" y="0"/>
                  </a:cubicBezTo>
                  <a:cubicBezTo>
                    <a:pt x="655" y="12"/>
                    <a:pt x="534" y="61"/>
                    <a:pt x="414" y="88"/>
                  </a:cubicBezTo>
                  <a:cubicBezTo>
                    <a:pt x="364" y="97"/>
                    <a:pt x="312" y="107"/>
                    <a:pt x="262" y="107"/>
                  </a:cubicBezTo>
                  <a:cubicBezTo>
                    <a:pt x="250" y="107"/>
                    <a:pt x="239" y="106"/>
                    <a:pt x="228" y="105"/>
                  </a:cubicBezTo>
                  <a:cubicBezTo>
                    <a:pt x="210" y="104"/>
                    <a:pt x="178" y="97"/>
                    <a:pt x="163" y="88"/>
                  </a:cubicBezTo>
                  <a:cubicBezTo>
                    <a:pt x="144" y="75"/>
                    <a:pt x="134" y="67"/>
                    <a:pt x="123" y="41"/>
                  </a:cubicBezTo>
                  <a:cubicBezTo>
                    <a:pt x="113" y="21"/>
                    <a:pt x="96" y="12"/>
                    <a:pt x="79" y="12"/>
                  </a:cubicBezTo>
                  <a:cubicBezTo>
                    <a:pt x="41" y="12"/>
                    <a:pt x="1" y="54"/>
                    <a:pt x="24" y="99"/>
                  </a:cubicBezTo>
                  <a:cubicBezTo>
                    <a:pt x="70" y="195"/>
                    <a:pt x="166" y="221"/>
                    <a:pt x="264" y="221"/>
                  </a:cubicBezTo>
                  <a:cubicBezTo>
                    <a:pt x="308" y="221"/>
                    <a:pt x="353" y="216"/>
                    <a:pt x="394" y="209"/>
                  </a:cubicBezTo>
                  <a:cubicBezTo>
                    <a:pt x="466" y="196"/>
                    <a:pt x="540" y="175"/>
                    <a:pt x="612" y="155"/>
                  </a:cubicBezTo>
                  <a:cubicBezTo>
                    <a:pt x="645" y="146"/>
                    <a:pt x="677" y="138"/>
                    <a:pt x="711" y="128"/>
                  </a:cubicBezTo>
                  <a:cubicBezTo>
                    <a:pt x="725" y="125"/>
                    <a:pt x="740" y="122"/>
                    <a:pt x="754" y="119"/>
                  </a:cubicBezTo>
                  <a:cubicBezTo>
                    <a:pt x="758" y="118"/>
                    <a:pt x="764" y="118"/>
                    <a:pt x="769" y="116"/>
                  </a:cubicBezTo>
                  <a:cubicBezTo>
                    <a:pt x="770" y="116"/>
                    <a:pt x="771" y="116"/>
                    <a:pt x="771" y="116"/>
                  </a:cubicBezTo>
                  <a:lnTo>
                    <a:pt x="771" y="116"/>
                  </a:lnTo>
                  <a:cubicBezTo>
                    <a:pt x="772" y="116"/>
                    <a:pt x="773" y="116"/>
                    <a:pt x="778" y="116"/>
                  </a:cubicBezTo>
                  <a:cubicBezTo>
                    <a:pt x="850" y="110"/>
                    <a:pt x="853" y="0"/>
                    <a:pt x="783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00" lIns="91425" spcFirstLastPara="1" rIns="91425" wrap="square" tIns="5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86" name="Google Shape;1186;p12"/>
            <p:cNvSpPr/>
            <p:nvPr/>
          </p:nvSpPr>
          <p:spPr>
            <a:xfrm>
              <a:off x="8172360" y="1001880"/>
              <a:ext cx="52920" cy="14400"/>
            </a:xfrm>
            <a:custGeom>
              <a:rect b="b" l="l" r="r" t="t"/>
              <a:pathLst>
                <a:path extrusionOk="0" h="296" w="1056">
                  <a:moveTo>
                    <a:pt x="966" y="0"/>
                  </a:moveTo>
                  <a:cubicBezTo>
                    <a:pt x="963" y="0"/>
                    <a:pt x="959" y="0"/>
                    <a:pt x="956" y="1"/>
                  </a:cubicBezTo>
                  <a:cubicBezTo>
                    <a:pt x="814" y="24"/>
                    <a:pt x="699" y="117"/>
                    <a:pt x="563" y="154"/>
                  </a:cubicBezTo>
                  <a:cubicBezTo>
                    <a:pt x="492" y="173"/>
                    <a:pt x="421" y="181"/>
                    <a:pt x="349" y="181"/>
                  </a:cubicBezTo>
                  <a:cubicBezTo>
                    <a:pt x="266" y="181"/>
                    <a:pt x="182" y="171"/>
                    <a:pt x="100" y="157"/>
                  </a:cubicBezTo>
                  <a:cubicBezTo>
                    <a:pt x="96" y="156"/>
                    <a:pt x="92" y="156"/>
                    <a:pt x="88" y="156"/>
                  </a:cubicBezTo>
                  <a:cubicBezTo>
                    <a:pt x="24" y="156"/>
                    <a:pt x="0" y="257"/>
                    <a:pt x="70" y="267"/>
                  </a:cubicBezTo>
                  <a:cubicBezTo>
                    <a:pt x="163" y="284"/>
                    <a:pt x="257" y="295"/>
                    <a:pt x="351" y="295"/>
                  </a:cubicBezTo>
                  <a:cubicBezTo>
                    <a:pt x="421" y="295"/>
                    <a:pt x="491" y="289"/>
                    <a:pt x="560" y="273"/>
                  </a:cubicBezTo>
                  <a:cubicBezTo>
                    <a:pt x="712" y="239"/>
                    <a:pt x="835" y="137"/>
                    <a:pt x="985" y="112"/>
                  </a:cubicBezTo>
                  <a:cubicBezTo>
                    <a:pt x="1055" y="101"/>
                    <a:pt x="1032" y="0"/>
                    <a:pt x="966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200" lIns="91425" spcFirstLastPara="1" rIns="91425" wrap="square" tIns="7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87" name="Google Shape;1187;p12"/>
            <p:cNvSpPr/>
            <p:nvPr/>
          </p:nvSpPr>
          <p:spPr>
            <a:xfrm>
              <a:off x="8181720" y="864720"/>
              <a:ext cx="63360" cy="87120"/>
            </a:xfrm>
            <a:custGeom>
              <a:rect b="b" l="l" r="r" t="t"/>
              <a:pathLst>
                <a:path extrusionOk="0" h="1734" w="1263">
                  <a:moveTo>
                    <a:pt x="391" y="116"/>
                  </a:moveTo>
                  <a:cubicBezTo>
                    <a:pt x="424" y="116"/>
                    <a:pt x="459" y="121"/>
                    <a:pt x="495" y="130"/>
                  </a:cubicBezTo>
                  <a:cubicBezTo>
                    <a:pt x="635" y="165"/>
                    <a:pt x="785" y="242"/>
                    <a:pt x="894" y="340"/>
                  </a:cubicBezTo>
                  <a:cubicBezTo>
                    <a:pt x="1093" y="520"/>
                    <a:pt x="1144" y="789"/>
                    <a:pt x="1101" y="1044"/>
                  </a:cubicBezTo>
                  <a:cubicBezTo>
                    <a:pt x="1070" y="1231"/>
                    <a:pt x="1003" y="1509"/>
                    <a:pt x="814" y="1594"/>
                  </a:cubicBezTo>
                  <a:cubicBezTo>
                    <a:pt x="777" y="1610"/>
                    <a:pt x="742" y="1618"/>
                    <a:pt x="707" y="1618"/>
                  </a:cubicBezTo>
                  <a:cubicBezTo>
                    <a:pt x="515" y="1618"/>
                    <a:pt x="355" y="1390"/>
                    <a:pt x="285" y="1235"/>
                  </a:cubicBezTo>
                  <a:cubicBezTo>
                    <a:pt x="145" y="931"/>
                    <a:pt x="152" y="590"/>
                    <a:pt x="118" y="263"/>
                  </a:cubicBezTo>
                  <a:cubicBezTo>
                    <a:pt x="189" y="165"/>
                    <a:pt x="283" y="116"/>
                    <a:pt x="391" y="116"/>
                  </a:cubicBezTo>
                  <a:close/>
                  <a:moveTo>
                    <a:pt x="394" y="0"/>
                  </a:moveTo>
                  <a:cubicBezTo>
                    <a:pt x="243" y="0"/>
                    <a:pt x="117" y="74"/>
                    <a:pt x="24" y="201"/>
                  </a:cubicBezTo>
                  <a:cubicBezTo>
                    <a:pt x="14" y="206"/>
                    <a:pt x="7" y="215"/>
                    <a:pt x="4" y="229"/>
                  </a:cubicBezTo>
                  <a:lnTo>
                    <a:pt x="4" y="232"/>
                  </a:lnTo>
                  <a:cubicBezTo>
                    <a:pt x="0" y="243"/>
                    <a:pt x="2" y="256"/>
                    <a:pt x="7" y="267"/>
                  </a:cubicBezTo>
                  <a:cubicBezTo>
                    <a:pt x="43" y="609"/>
                    <a:pt x="38" y="957"/>
                    <a:pt x="180" y="1278"/>
                  </a:cubicBezTo>
                  <a:cubicBezTo>
                    <a:pt x="271" y="1484"/>
                    <a:pt x="466" y="1733"/>
                    <a:pt x="712" y="1733"/>
                  </a:cubicBezTo>
                  <a:cubicBezTo>
                    <a:pt x="748" y="1733"/>
                    <a:pt x="786" y="1728"/>
                    <a:pt x="825" y="1716"/>
                  </a:cubicBezTo>
                  <a:cubicBezTo>
                    <a:pt x="1071" y="1638"/>
                    <a:pt x="1171" y="1326"/>
                    <a:pt x="1210" y="1099"/>
                  </a:cubicBezTo>
                  <a:cubicBezTo>
                    <a:pt x="1263" y="800"/>
                    <a:pt x="1216" y="487"/>
                    <a:pt x="989" y="270"/>
                  </a:cubicBezTo>
                  <a:cubicBezTo>
                    <a:pt x="923" y="206"/>
                    <a:pt x="845" y="155"/>
                    <a:pt x="761" y="114"/>
                  </a:cubicBezTo>
                  <a:cubicBezTo>
                    <a:pt x="675" y="73"/>
                    <a:pt x="584" y="29"/>
                    <a:pt x="489" y="9"/>
                  </a:cubicBezTo>
                  <a:cubicBezTo>
                    <a:pt x="456" y="3"/>
                    <a:pt x="424" y="0"/>
                    <a:pt x="394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3550" lIns="91425" spcFirstLastPara="1" rIns="91425" wrap="square" tIns="435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88" name="Google Shape;1188;p12"/>
            <p:cNvSpPr/>
            <p:nvPr/>
          </p:nvSpPr>
          <p:spPr>
            <a:xfrm>
              <a:off x="8259120" y="774360"/>
              <a:ext cx="97200" cy="169200"/>
            </a:xfrm>
            <a:custGeom>
              <a:rect b="b" l="l" r="r" t="t"/>
              <a:pathLst>
                <a:path extrusionOk="0" h="3367" w="1936">
                  <a:moveTo>
                    <a:pt x="764" y="114"/>
                  </a:moveTo>
                  <a:cubicBezTo>
                    <a:pt x="946" y="114"/>
                    <a:pt x="1120" y="252"/>
                    <a:pt x="1248" y="364"/>
                  </a:cubicBezTo>
                  <a:cubicBezTo>
                    <a:pt x="1616" y="688"/>
                    <a:pt x="1762" y="1200"/>
                    <a:pt x="1805" y="1674"/>
                  </a:cubicBezTo>
                  <a:cubicBezTo>
                    <a:pt x="1822" y="1917"/>
                    <a:pt x="1822" y="2165"/>
                    <a:pt x="1785" y="2404"/>
                  </a:cubicBezTo>
                  <a:cubicBezTo>
                    <a:pt x="1744" y="2661"/>
                    <a:pt x="1672" y="2963"/>
                    <a:pt x="1487" y="3157"/>
                  </a:cubicBezTo>
                  <a:cubicBezTo>
                    <a:pt x="1435" y="3210"/>
                    <a:pt x="1375" y="3248"/>
                    <a:pt x="1314" y="3248"/>
                  </a:cubicBezTo>
                  <a:cubicBezTo>
                    <a:pt x="1275" y="3248"/>
                    <a:pt x="1236" y="3232"/>
                    <a:pt x="1198" y="3195"/>
                  </a:cubicBezTo>
                  <a:cubicBezTo>
                    <a:pt x="1099" y="3093"/>
                    <a:pt x="1062" y="2936"/>
                    <a:pt x="1025" y="2803"/>
                  </a:cubicBezTo>
                  <a:cubicBezTo>
                    <a:pt x="943" y="2522"/>
                    <a:pt x="889" y="2214"/>
                    <a:pt x="722" y="1968"/>
                  </a:cubicBezTo>
                  <a:cubicBezTo>
                    <a:pt x="639" y="1845"/>
                    <a:pt x="532" y="1740"/>
                    <a:pt x="430" y="1632"/>
                  </a:cubicBezTo>
                  <a:cubicBezTo>
                    <a:pt x="332" y="1531"/>
                    <a:pt x="218" y="1419"/>
                    <a:pt x="171" y="1285"/>
                  </a:cubicBezTo>
                  <a:cubicBezTo>
                    <a:pt x="134" y="1170"/>
                    <a:pt x="133" y="1040"/>
                    <a:pt x="150" y="922"/>
                  </a:cubicBezTo>
                  <a:cubicBezTo>
                    <a:pt x="164" y="811"/>
                    <a:pt x="195" y="685"/>
                    <a:pt x="269" y="597"/>
                  </a:cubicBezTo>
                  <a:cubicBezTo>
                    <a:pt x="270" y="596"/>
                    <a:pt x="274" y="592"/>
                    <a:pt x="276" y="589"/>
                  </a:cubicBezTo>
                  <a:cubicBezTo>
                    <a:pt x="280" y="585"/>
                    <a:pt x="281" y="582"/>
                    <a:pt x="284" y="576"/>
                  </a:cubicBezTo>
                  <a:cubicBezTo>
                    <a:pt x="287" y="575"/>
                    <a:pt x="287" y="571"/>
                    <a:pt x="288" y="569"/>
                  </a:cubicBezTo>
                  <a:cubicBezTo>
                    <a:pt x="372" y="391"/>
                    <a:pt x="497" y="150"/>
                    <a:pt x="715" y="117"/>
                  </a:cubicBezTo>
                  <a:cubicBezTo>
                    <a:pt x="731" y="115"/>
                    <a:pt x="748" y="114"/>
                    <a:pt x="764" y="114"/>
                  </a:cubicBezTo>
                  <a:close/>
                  <a:moveTo>
                    <a:pt x="764" y="0"/>
                  </a:moveTo>
                  <a:cubicBezTo>
                    <a:pt x="755" y="0"/>
                    <a:pt x="746" y="0"/>
                    <a:pt x="738" y="1"/>
                  </a:cubicBezTo>
                  <a:cubicBezTo>
                    <a:pt x="457" y="15"/>
                    <a:pt x="288" y="290"/>
                    <a:pt x="182" y="518"/>
                  </a:cubicBezTo>
                  <a:lnTo>
                    <a:pt x="182" y="520"/>
                  </a:lnTo>
                  <a:cubicBezTo>
                    <a:pt x="35" y="698"/>
                    <a:pt x="1" y="973"/>
                    <a:pt x="32" y="1194"/>
                  </a:cubicBezTo>
                  <a:cubicBezTo>
                    <a:pt x="72" y="1478"/>
                    <a:pt x="304" y="1662"/>
                    <a:pt x="487" y="1860"/>
                  </a:cubicBezTo>
                  <a:cubicBezTo>
                    <a:pt x="602" y="1986"/>
                    <a:pt x="687" y="2122"/>
                    <a:pt x="748" y="2282"/>
                  </a:cubicBezTo>
                  <a:cubicBezTo>
                    <a:pt x="807" y="2441"/>
                    <a:pt x="848" y="2607"/>
                    <a:pt x="894" y="2771"/>
                  </a:cubicBezTo>
                  <a:cubicBezTo>
                    <a:pt x="950" y="2968"/>
                    <a:pt x="1044" y="3367"/>
                    <a:pt x="1308" y="3367"/>
                  </a:cubicBezTo>
                  <a:cubicBezTo>
                    <a:pt x="1324" y="3367"/>
                    <a:pt x="1341" y="3365"/>
                    <a:pt x="1358" y="3362"/>
                  </a:cubicBezTo>
                  <a:cubicBezTo>
                    <a:pt x="1489" y="3338"/>
                    <a:pt x="1587" y="3226"/>
                    <a:pt x="1657" y="3120"/>
                  </a:cubicBezTo>
                  <a:cubicBezTo>
                    <a:pt x="1740" y="2997"/>
                    <a:pt x="1793" y="2856"/>
                    <a:pt x="1835" y="2715"/>
                  </a:cubicBezTo>
                  <a:cubicBezTo>
                    <a:pt x="1913" y="2441"/>
                    <a:pt x="1935" y="2155"/>
                    <a:pt x="1928" y="1873"/>
                  </a:cubicBezTo>
                  <a:cubicBezTo>
                    <a:pt x="1913" y="1343"/>
                    <a:pt x="1789" y="759"/>
                    <a:pt x="1411" y="364"/>
                  </a:cubicBezTo>
                  <a:cubicBezTo>
                    <a:pt x="1251" y="194"/>
                    <a:pt x="1012" y="0"/>
                    <a:pt x="764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4600" lIns="91425" spcFirstLastPara="1" rIns="91425" wrap="square" tIns="84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89" name="Google Shape;1189;p12"/>
            <p:cNvSpPr/>
            <p:nvPr/>
          </p:nvSpPr>
          <p:spPr>
            <a:xfrm>
              <a:off x="8287920" y="973440"/>
              <a:ext cx="129600" cy="162000"/>
            </a:xfrm>
            <a:custGeom>
              <a:rect b="b" l="l" r="r" t="t"/>
              <a:pathLst>
                <a:path extrusionOk="0" h="3224" w="2579">
                  <a:moveTo>
                    <a:pt x="833" y="122"/>
                  </a:moveTo>
                  <a:cubicBezTo>
                    <a:pt x="867" y="122"/>
                    <a:pt x="902" y="124"/>
                    <a:pt x="936" y="126"/>
                  </a:cubicBezTo>
                  <a:cubicBezTo>
                    <a:pt x="1226" y="152"/>
                    <a:pt x="1508" y="272"/>
                    <a:pt x="1736" y="452"/>
                  </a:cubicBezTo>
                  <a:cubicBezTo>
                    <a:pt x="1986" y="651"/>
                    <a:pt x="2174" y="926"/>
                    <a:pt x="2288" y="1222"/>
                  </a:cubicBezTo>
                  <a:cubicBezTo>
                    <a:pt x="2343" y="1366"/>
                    <a:pt x="2383" y="1517"/>
                    <a:pt x="2408" y="1671"/>
                  </a:cubicBezTo>
                  <a:cubicBezTo>
                    <a:pt x="2426" y="1799"/>
                    <a:pt x="2443" y="1939"/>
                    <a:pt x="2425" y="2068"/>
                  </a:cubicBezTo>
                  <a:cubicBezTo>
                    <a:pt x="2401" y="2261"/>
                    <a:pt x="2339" y="2458"/>
                    <a:pt x="2259" y="2636"/>
                  </a:cubicBezTo>
                  <a:cubicBezTo>
                    <a:pt x="2187" y="2799"/>
                    <a:pt x="2082" y="3007"/>
                    <a:pt x="1911" y="3085"/>
                  </a:cubicBezTo>
                  <a:cubicBezTo>
                    <a:pt x="1873" y="3103"/>
                    <a:pt x="1837" y="3110"/>
                    <a:pt x="1802" y="3110"/>
                  </a:cubicBezTo>
                  <a:cubicBezTo>
                    <a:pt x="1622" y="3110"/>
                    <a:pt x="1482" y="2904"/>
                    <a:pt x="1419" y="2750"/>
                  </a:cubicBezTo>
                  <a:cubicBezTo>
                    <a:pt x="1297" y="2445"/>
                    <a:pt x="1273" y="2109"/>
                    <a:pt x="1168" y="1796"/>
                  </a:cubicBezTo>
                  <a:cubicBezTo>
                    <a:pt x="1104" y="1606"/>
                    <a:pt x="1021" y="1422"/>
                    <a:pt x="907" y="1257"/>
                  </a:cubicBezTo>
                  <a:cubicBezTo>
                    <a:pt x="829" y="1147"/>
                    <a:pt x="743" y="1063"/>
                    <a:pt x="638" y="978"/>
                  </a:cubicBezTo>
                  <a:cubicBezTo>
                    <a:pt x="528" y="892"/>
                    <a:pt x="413" y="805"/>
                    <a:pt x="315" y="702"/>
                  </a:cubicBezTo>
                  <a:cubicBezTo>
                    <a:pt x="237" y="621"/>
                    <a:pt x="159" y="516"/>
                    <a:pt x="194" y="401"/>
                  </a:cubicBezTo>
                  <a:cubicBezTo>
                    <a:pt x="194" y="401"/>
                    <a:pt x="197" y="401"/>
                    <a:pt x="197" y="400"/>
                  </a:cubicBezTo>
                  <a:cubicBezTo>
                    <a:pt x="346" y="196"/>
                    <a:pt x="590" y="122"/>
                    <a:pt x="833" y="122"/>
                  </a:cubicBezTo>
                  <a:close/>
                  <a:moveTo>
                    <a:pt x="810" y="1"/>
                  </a:moveTo>
                  <a:cubicBezTo>
                    <a:pt x="534" y="1"/>
                    <a:pt x="274" y="97"/>
                    <a:pt x="94" y="340"/>
                  </a:cubicBezTo>
                  <a:cubicBezTo>
                    <a:pt x="87" y="350"/>
                    <a:pt x="85" y="359"/>
                    <a:pt x="85" y="366"/>
                  </a:cubicBezTo>
                  <a:cubicBezTo>
                    <a:pt x="84" y="367"/>
                    <a:pt x="84" y="369"/>
                    <a:pt x="84" y="370"/>
                  </a:cubicBezTo>
                  <a:cubicBezTo>
                    <a:pt x="0" y="615"/>
                    <a:pt x="271" y="834"/>
                    <a:pt x="438" y="967"/>
                  </a:cubicBezTo>
                  <a:cubicBezTo>
                    <a:pt x="530" y="1041"/>
                    <a:pt x="631" y="1110"/>
                    <a:pt x="715" y="1195"/>
                  </a:cubicBezTo>
                  <a:cubicBezTo>
                    <a:pt x="845" y="1330"/>
                    <a:pt x="940" y="1517"/>
                    <a:pt x="1008" y="1688"/>
                  </a:cubicBezTo>
                  <a:cubicBezTo>
                    <a:pt x="1143" y="2028"/>
                    <a:pt x="1171" y="2397"/>
                    <a:pt x="1294" y="2740"/>
                  </a:cubicBezTo>
                  <a:cubicBezTo>
                    <a:pt x="1372" y="2959"/>
                    <a:pt x="1537" y="3223"/>
                    <a:pt x="1798" y="3223"/>
                  </a:cubicBezTo>
                  <a:cubicBezTo>
                    <a:pt x="1814" y="3223"/>
                    <a:pt x="1830" y="3222"/>
                    <a:pt x="1847" y="3220"/>
                  </a:cubicBezTo>
                  <a:cubicBezTo>
                    <a:pt x="2055" y="3195"/>
                    <a:pt x="2201" y="2996"/>
                    <a:pt x="2293" y="2825"/>
                  </a:cubicBezTo>
                  <a:cubicBezTo>
                    <a:pt x="2402" y="2623"/>
                    <a:pt x="2479" y="2402"/>
                    <a:pt x="2521" y="2180"/>
                  </a:cubicBezTo>
                  <a:cubicBezTo>
                    <a:pt x="2578" y="1902"/>
                    <a:pt x="2528" y="1600"/>
                    <a:pt x="2445" y="1331"/>
                  </a:cubicBezTo>
                  <a:cubicBezTo>
                    <a:pt x="2346" y="1009"/>
                    <a:pt x="2173" y="702"/>
                    <a:pt x="1926" y="467"/>
                  </a:cubicBezTo>
                  <a:cubicBezTo>
                    <a:pt x="1658" y="210"/>
                    <a:pt x="1217" y="1"/>
                    <a:pt x="810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1000" lIns="91425" spcFirstLastPara="1" rIns="91425" wrap="square" tIns="81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90" name="Google Shape;1190;p12"/>
            <p:cNvSpPr/>
            <p:nvPr/>
          </p:nvSpPr>
          <p:spPr>
            <a:xfrm>
              <a:off x="8445600" y="1041120"/>
              <a:ext cx="70200" cy="106560"/>
            </a:xfrm>
            <a:custGeom>
              <a:rect b="b" l="l" r="r" t="t"/>
              <a:pathLst>
                <a:path extrusionOk="0" h="2123" w="1403">
                  <a:moveTo>
                    <a:pt x="527" y="118"/>
                  </a:moveTo>
                  <a:cubicBezTo>
                    <a:pt x="536" y="118"/>
                    <a:pt x="544" y="119"/>
                    <a:pt x="553" y="119"/>
                  </a:cubicBezTo>
                  <a:cubicBezTo>
                    <a:pt x="720" y="131"/>
                    <a:pt x="883" y="240"/>
                    <a:pt x="995" y="357"/>
                  </a:cubicBezTo>
                  <a:cubicBezTo>
                    <a:pt x="1226" y="601"/>
                    <a:pt x="1287" y="961"/>
                    <a:pt x="1259" y="1284"/>
                  </a:cubicBezTo>
                  <a:cubicBezTo>
                    <a:pt x="1239" y="1508"/>
                    <a:pt x="1201" y="1806"/>
                    <a:pt x="1019" y="1962"/>
                  </a:cubicBezTo>
                  <a:cubicBezTo>
                    <a:pt x="983" y="1993"/>
                    <a:pt x="945" y="2006"/>
                    <a:pt x="908" y="2006"/>
                  </a:cubicBezTo>
                  <a:cubicBezTo>
                    <a:pt x="852" y="2006"/>
                    <a:pt x="797" y="1976"/>
                    <a:pt x="747" y="1933"/>
                  </a:cubicBezTo>
                  <a:cubicBezTo>
                    <a:pt x="630" y="1828"/>
                    <a:pt x="538" y="1694"/>
                    <a:pt x="458" y="1560"/>
                  </a:cubicBezTo>
                  <a:cubicBezTo>
                    <a:pt x="248" y="1205"/>
                    <a:pt x="110" y="771"/>
                    <a:pt x="180" y="356"/>
                  </a:cubicBezTo>
                  <a:cubicBezTo>
                    <a:pt x="257" y="226"/>
                    <a:pt x="370" y="118"/>
                    <a:pt x="527" y="118"/>
                  </a:cubicBezTo>
                  <a:close/>
                  <a:moveTo>
                    <a:pt x="526" y="1"/>
                  </a:moveTo>
                  <a:cubicBezTo>
                    <a:pt x="331" y="1"/>
                    <a:pt x="183" y="130"/>
                    <a:pt x="84" y="291"/>
                  </a:cubicBezTo>
                  <a:cubicBezTo>
                    <a:pt x="76" y="298"/>
                    <a:pt x="71" y="305"/>
                    <a:pt x="70" y="318"/>
                  </a:cubicBezTo>
                  <a:lnTo>
                    <a:pt x="70" y="319"/>
                  </a:lnTo>
                  <a:cubicBezTo>
                    <a:pt x="69" y="325"/>
                    <a:pt x="69" y="328"/>
                    <a:pt x="69" y="333"/>
                  </a:cubicBezTo>
                  <a:cubicBezTo>
                    <a:pt x="0" y="757"/>
                    <a:pt x="124" y="1192"/>
                    <a:pt x="329" y="1563"/>
                  </a:cubicBezTo>
                  <a:cubicBezTo>
                    <a:pt x="416" y="1719"/>
                    <a:pt x="522" y="1875"/>
                    <a:pt x="652" y="2000"/>
                  </a:cubicBezTo>
                  <a:cubicBezTo>
                    <a:pt x="724" y="2069"/>
                    <a:pt x="817" y="2122"/>
                    <a:pt x="912" y="2122"/>
                  </a:cubicBezTo>
                  <a:cubicBezTo>
                    <a:pt x="948" y="2122"/>
                    <a:pt x="985" y="2115"/>
                    <a:pt x="1021" y="2098"/>
                  </a:cubicBezTo>
                  <a:cubicBezTo>
                    <a:pt x="1146" y="2039"/>
                    <a:pt x="1218" y="1906"/>
                    <a:pt x="1269" y="1786"/>
                  </a:cubicBezTo>
                  <a:cubicBezTo>
                    <a:pt x="1324" y="1653"/>
                    <a:pt x="1352" y="1514"/>
                    <a:pt x="1367" y="1368"/>
                  </a:cubicBezTo>
                  <a:cubicBezTo>
                    <a:pt x="1402" y="994"/>
                    <a:pt x="1358" y="600"/>
                    <a:pt x="1104" y="303"/>
                  </a:cubicBezTo>
                  <a:cubicBezTo>
                    <a:pt x="970" y="148"/>
                    <a:pt x="764" y="14"/>
                    <a:pt x="556" y="2"/>
                  </a:cubicBezTo>
                  <a:cubicBezTo>
                    <a:pt x="546" y="1"/>
                    <a:pt x="536" y="1"/>
                    <a:pt x="526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275" lIns="91425" spcFirstLastPara="1" rIns="91425" wrap="square" tIns="53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91" name="Google Shape;1191;p12"/>
            <p:cNvSpPr/>
            <p:nvPr/>
          </p:nvSpPr>
          <p:spPr>
            <a:xfrm>
              <a:off x="8156880" y="745560"/>
              <a:ext cx="385560" cy="528120"/>
            </a:xfrm>
            <a:custGeom>
              <a:rect b="b" l="l" r="r" t="t"/>
              <a:pathLst>
                <a:path extrusionOk="0" h="10492" w="7658">
                  <a:moveTo>
                    <a:pt x="2797" y="574"/>
                  </a:moveTo>
                  <a:cubicBezTo>
                    <a:pt x="3046" y="574"/>
                    <a:pt x="3284" y="768"/>
                    <a:pt x="3444" y="938"/>
                  </a:cubicBezTo>
                  <a:cubicBezTo>
                    <a:pt x="3821" y="1333"/>
                    <a:pt x="3945" y="1917"/>
                    <a:pt x="3960" y="2447"/>
                  </a:cubicBezTo>
                  <a:cubicBezTo>
                    <a:pt x="3969" y="2729"/>
                    <a:pt x="3945" y="3015"/>
                    <a:pt x="3867" y="3289"/>
                  </a:cubicBezTo>
                  <a:cubicBezTo>
                    <a:pt x="3825" y="3430"/>
                    <a:pt x="3772" y="3569"/>
                    <a:pt x="3689" y="3694"/>
                  </a:cubicBezTo>
                  <a:cubicBezTo>
                    <a:pt x="3620" y="3800"/>
                    <a:pt x="3524" y="3914"/>
                    <a:pt x="3390" y="3936"/>
                  </a:cubicBezTo>
                  <a:cubicBezTo>
                    <a:pt x="3373" y="3940"/>
                    <a:pt x="3355" y="3941"/>
                    <a:pt x="3339" y="3941"/>
                  </a:cubicBezTo>
                  <a:cubicBezTo>
                    <a:pt x="3075" y="3941"/>
                    <a:pt x="2982" y="3543"/>
                    <a:pt x="2926" y="3345"/>
                  </a:cubicBezTo>
                  <a:cubicBezTo>
                    <a:pt x="2880" y="3182"/>
                    <a:pt x="2841" y="3015"/>
                    <a:pt x="2780" y="2856"/>
                  </a:cubicBezTo>
                  <a:cubicBezTo>
                    <a:pt x="2719" y="2696"/>
                    <a:pt x="2634" y="2560"/>
                    <a:pt x="2519" y="2434"/>
                  </a:cubicBezTo>
                  <a:cubicBezTo>
                    <a:pt x="2337" y="2236"/>
                    <a:pt x="2107" y="2052"/>
                    <a:pt x="2065" y="1768"/>
                  </a:cubicBezTo>
                  <a:cubicBezTo>
                    <a:pt x="2033" y="1547"/>
                    <a:pt x="2067" y="1272"/>
                    <a:pt x="2216" y="1094"/>
                  </a:cubicBezTo>
                  <a:lnTo>
                    <a:pt x="2216" y="1092"/>
                  </a:lnTo>
                  <a:cubicBezTo>
                    <a:pt x="2320" y="863"/>
                    <a:pt x="2488" y="589"/>
                    <a:pt x="2771" y="575"/>
                  </a:cubicBezTo>
                  <a:cubicBezTo>
                    <a:pt x="2780" y="574"/>
                    <a:pt x="2788" y="574"/>
                    <a:pt x="2797" y="574"/>
                  </a:cubicBezTo>
                  <a:close/>
                  <a:moveTo>
                    <a:pt x="889" y="2367"/>
                  </a:moveTo>
                  <a:cubicBezTo>
                    <a:pt x="920" y="2367"/>
                    <a:pt x="952" y="2370"/>
                    <a:pt x="984" y="2376"/>
                  </a:cubicBezTo>
                  <a:cubicBezTo>
                    <a:pt x="1082" y="2393"/>
                    <a:pt x="1171" y="2438"/>
                    <a:pt x="1258" y="2481"/>
                  </a:cubicBezTo>
                  <a:cubicBezTo>
                    <a:pt x="1341" y="2521"/>
                    <a:pt x="1419" y="2573"/>
                    <a:pt x="1486" y="2637"/>
                  </a:cubicBezTo>
                  <a:cubicBezTo>
                    <a:pt x="1714" y="2855"/>
                    <a:pt x="1761" y="3168"/>
                    <a:pt x="1707" y="3466"/>
                  </a:cubicBezTo>
                  <a:cubicBezTo>
                    <a:pt x="1667" y="3693"/>
                    <a:pt x="1568" y="4004"/>
                    <a:pt x="1321" y="4082"/>
                  </a:cubicBezTo>
                  <a:cubicBezTo>
                    <a:pt x="1283" y="4094"/>
                    <a:pt x="1245" y="4100"/>
                    <a:pt x="1208" y="4100"/>
                  </a:cubicBezTo>
                  <a:cubicBezTo>
                    <a:pt x="964" y="4100"/>
                    <a:pt x="768" y="3851"/>
                    <a:pt x="677" y="3644"/>
                  </a:cubicBezTo>
                  <a:cubicBezTo>
                    <a:pt x="534" y="3324"/>
                    <a:pt x="536" y="2977"/>
                    <a:pt x="502" y="2633"/>
                  </a:cubicBezTo>
                  <a:cubicBezTo>
                    <a:pt x="498" y="2623"/>
                    <a:pt x="498" y="2610"/>
                    <a:pt x="501" y="2597"/>
                  </a:cubicBezTo>
                  <a:lnTo>
                    <a:pt x="501" y="2596"/>
                  </a:lnTo>
                  <a:cubicBezTo>
                    <a:pt x="502" y="2583"/>
                    <a:pt x="509" y="2574"/>
                    <a:pt x="521" y="2567"/>
                  </a:cubicBezTo>
                  <a:cubicBezTo>
                    <a:pt x="614" y="2439"/>
                    <a:pt x="740" y="2367"/>
                    <a:pt x="889" y="2367"/>
                  </a:cubicBezTo>
                  <a:close/>
                  <a:moveTo>
                    <a:pt x="3415" y="4525"/>
                  </a:moveTo>
                  <a:cubicBezTo>
                    <a:pt x="3821" y="4525"/>
                    <a:pt x="4262" y="4734"/>
                    <a:pt x="4531" y="4991"/>
                  </a:cubicBezTo>
                  <a:cubicBezTo>
                    <a:pt x="4776" y="5226"/>
                    <a:pt x="4951" y="5533"/>
                    <a:pt x="5050" y="5855"/>
                  </a:cubicBezTo>
                  <a:cubicBezTo>
                    <a:pt x="5133" y="6124"/>
                    <a:pt x="5183" y="6426"/>
                    <a:pt x="5128" y="6705"/>
                  </a:cubicBezTo>
                  <a:cubicBezTo>
                    <a:pt x="5084" y="6929"/>
                    <a:pt x="5007" y="7150"/>
                    <a:pt x="4900" y="7350"/>
                  </a:cubicBezTo>
                  <a:cubicBezTo>
                    <a:pt x="4805" y="7522"/>
                    <a:pt x="4662" y="7719"/>
                    <a:pt x="4453" y="7745"/>
                  </a:cubicBezTo>
                  <a:cubicBezTo>
                    <a:pt x="4437" y="7747"/>
                    <a:pt x="4421" y="7748"/>
                    <a:pt x="4406" y="7748"/>
                  </a:cubicBezTo>
                  <a:cubicBezTo>
                    <a:pt x="4143" y="7748"/>
                    <a:pt x="3977" y="7483"/>
                    <a:pt x="3898" y="7264"/>
                  </a:cubicBezTo>
                  <a:cubicBezTo>
                    <a:pt x="3774" y="6922"/>
                    <a:pt x="3748" y="6554"/>
                    <a:pt x="3613" y="6214"/>
                  </a:cubicBezTo>
                  <a:cubicBezTo>
                    <a:pt x="3543" y="6039"/>
                    <a:pt x="3450" y="5854"/>
                    <a:pt x="3320" y="5719"/>
                  </a:cubicBezTo>
                  <a:cubicBezTo>
                    <a:pt x="3236" y="5634"/>
                    <a:pt x="3137" y="5565"/>
                    <a:pt x="3043" y="5491"/>
                  </a:cubicBezTo>
                  <a:cubicBezTo>
                    <a:pt x="2876" y="5358"/>
                    <a:pt x="2605" y="5139"/>
                    <a:pt x="2689" y="4896"/>
                  </a:cubicBezTo>
                  <a:cubicBezTo>
                    <a:pt x="2689" y="4893"/>
                    <a:pt x="2689" y="4891"/>
                    <a:pt x="2690" y="4890"/>
                  </a:cubicBezTo>
                  <a:cubicBezTo>
                    <a:pt x="2690" y="4881"/>
                    <a:pt x="2692" y="4874"/>
                    <a:pt x="2699" y="4864"/>
                  </a:cubicBezTo>
                  <a:cubicBezTo>
                    <a:pt x="2879" y="4621"/>
                    <a:pt x="3139" y="4525"/>
                    <a:pt x="3415" y="4525"/>
                  </a:cubicBezTo>
                  <a:close/>
                  <a:moveTo>
                    <a:pt x="6254" y="5870"/>
                  </a:moveTo>
                  <a:cubicBezTo>
                    <a:pt x="6264" y="5870"/>
                    <a:pt x="6274" y="5870"/>
                    <a:pt x="6284" y="5871"/>
                  </a:cubicBezTo>
                  <a:cubicBezTo>
                    <a:pt x="6494" y="5883"/>
                    <a:pt x="6699" y="6018"/>
                    <a:pt x="6834" y="6172"/>
                  </a:cubicBezTo>
                  <a:cubicBezTo>
                    <a:pt x="7089" y="6469"/>
                    <a:pt x="7133" y="6863"/>
                    <a:pt x="7096" y="7237"/>
                  </a:cubicBezTo>
                  <a:cubicBezTo>
                    <a:pt x="7082" y="7380"/>
                    <a:pt x="7054" y="7520"/>
                    <a:pt x="6998" y="7655"/>
                  </a:cubicBezTo>
                  <a:cubicBezTo>
                    <a:pt x="6947" y="7775"/>
                    <a:pt x="6874" y="7910"/>
                    <a:pt x="6750" y="7967"/>
                  </a:cubicBezTo>
                  <a:cubicBezTo>
                    <a:pt x="6714" y="7984"/>
                    <a:pt x="6677" y="7992"/>
                    <a:pt x="6640" y="7992"/>
                  </a:cubicBezTo>
                  <a:cubicBezTo>
                    <a:pt x="6545" y="7992"/>
                    <a:pt x="6454" y="7939"/>
                    <a:pt x="6382" y="7869"/>
                  </a:cubicBezTo>
                  <a:cubicBezTo>
                    <a:pt x="6252" y="7744"/>
                    <a:pt x="6145" y="7588"/>
                    <a:pt x="6057" y="7432"/>
                  </a:cubicBezTo>
                  <a:cubicBezTo>
                    <a:pt x="5852" y="7061"/>
                    <a:pt x="5730" y="6626"/>
                    <a:pt x="5798" y="6202"/>
                  </a:cubicBezTo>
                  <a:cubicBezTo>
                    <a:pt x="5798" y="6197"/>
                    <a:pt x="5800" y="6194"/>
                    <a:pt x="5800" y="6188"/>
                  </a:cubicBezTo>
                  <a:lnTo>
                    <a:pt x="5800" y="6187"/>
                  </a:lnTo>
                  <a:cubicBezTo>
                    <a:pt x="5801" y="6174"/>
                    <a:pt x="5805" y="6167"/>
                    <a:pt x="5814" y="6160"/>
                  </a:cubicBezTo>
                  <a:cubicBezTo>
                    <a:pt x="5911" y="5999"/>
                    <a:pt x="6060" y="5870"/>
                    <a:pt x="6254" y="5870"/>
                  </a:cubicBezTo>
                  <a:close/>
                  <a:moveTo>
                    <a:pt x="5517" y="8018"/>
                  </a:moveTo>
                  <a:cubicBezTo>
                    <a:pt x="5551" y="8018"/>
                    <a:pt x="5587" y="8023"/>
                    <a:pt x="5624" y="8032"/>
                  </a:cubicBezTo>
                  <a:cubicBezTo>
                    <a:pt x="5753" y="8064"/>
                    <a:pt x="5873" y="8137"/>
                    <a:pt x="5985" y="8209"/>
                  </a:cubicBezTo>
                  <a:cubicBezTo>
                    <a:pt x="6090" y="8278"/>
                    <a:pt x="6178" y="8366"/>
                    <a:pt x="6243" y="8475"/>
                  </a:cubicBezTo>
                  <a:cubicBezTo>
                    <a:pt x="6468" y="8852"/>
                    <a:pt x="6388" y="9375"/>
                    <a:pt x="6124" y="9710"/>
                  </a:cubicBezTo>
                  <a:cubicBezTo>
                    <a:pt x="5972" y="9901"/>
                    <a:pt x="5763" y="10051"/>
                    <a:pt x="5540" y="10149"/>
                  </a:cubicBezTo>
                  <a:cubicBezTo>
                    <a:pt x="5380" y="10220"/>
                    <a:pt x="5197" y="10274"/>
                    <a:pt x="5016" y="10274"/>
                  </a:cubicBezTo>
                  <a:cubicBezTo>
                    <a:pt x="4963" y="10274"/>
                    <a:pt x="4910" y="10270"/>
                    <a:pt x="4859" y="10259"/>
                  </a:cubicBezTo>
                  <a:cubicBezTo>
                    <a:pt x="4467" y="10181"/>
                    <a:pt x="4662" y="9653"/>
                    <a:pt x="4754" y="9419"/>
                  </a:cubicBezTo>
                  <a:cubicBezTo>
                    <a:pt x="4813" y="9272"/>
                    <a:pt x="4894" y="9127"/>
                    <a:pt x="4921" y="8970"/>
                  </a:cubicBezTo>
                  <a:cubicBezTo>
                    <a:pt x="4958" y="8753"/>
                    <a:pt x="4945" y="8497"/>
                    <a:pt x="5077" y="8308"/>
                  </a:cubicBezTo>
                  <a:cubicBezTo>
                    <a:pt x="5187" y="8148"/>
                    <a:pt x="5329" y="8018"/>
                    <a:pt x="5517" y="8018"/>
                  </a:cubicBezTo>
                  <a:close/>
                  <a:moveTo>
                    <a:pt x="2417" y="1"/>
                  </a:moveTo>
                  <a:cubicBezTo>
                    <a:pt x="1900" y="1"/>
                    <a:pt x="1393" y="273"/>
                    <a:pt x="1010" y="651"/>
                  </a:cubicBezTo>
                  <a:cubicBezTo>
                    <a:pt x="417" y="1234"/>
                    <a:pt x="1" y="2087"/>
                    <a:pt x="39" y="2930"/>
                  </a:cubicBezTo>
                  <a:cubicBezTo>
                    <a:pt x="79" y="3855"/>
                    <a:pt x="743" y="4509"/>
                    <a:pt x="1449" y="5020"/>
                  </a:cubicBezTo>
                  <a:cubicBezTo>
                    <a:pt x="2159" y="5535"/>
                    <a:pt x="2961" y="6012"/>
                    <a:pt x="3361" y="6827"/>
                  </a:cubicBezTo>
                  <a:lnTo>
                    <a:pt x="3362" y="6830"/>
                  </a:lnTo>
                  <a:cubicBezTo>
                    <a:pt x="3372" y="6841"/>
                    <a:pt x="3382" y="6860"/>
                    <a:pt x="3385" y="6881"/>
                  </a:cubicBezTo>
                  <a:cubicBezTo>
                    <a:pt x="3437" y="7170"/>
                    <a:pt x="3456" y="7462"/>
                    <a:pt x="3433" y="7754"/>
                  </a:cubicBezTo>
                  <a:cubicBezTo>
                    <a:pt x="3396" y="8222"/>
                    <a:pt x="3222" y="8681"/>
                    <a:pt x="3220" y="9148"/>
                  </a:cubicBezTo>
                  <a:cubicBezTo>
                    <a:pt x="3216" y="9591"/>
                    <a:pt x="3548" y="9985"/>
                    <a:pt x="3913" y="10199"/>
                  </a:cubicBezTo>
                  <a:cubicBezTo>
                    <a:pt x="4252" y="10399"/>
                    <a:pt x="4641" y="10491"/>
                    <a:pt x="5033" y="10491"/>
                  </a:cubicBezTo>
                  <a:cubicBezTo>
                    <a:pt x="5570" y="10491"/>
                    <a:pt x="6112" y="10317"/>
                    <a:pt x="6539" y="10009"/>
                  </a:cubicBezTo>
                  <a:cubicBezTo>
                    <a:pt x="7217" y="9520"/>
                    <a:pt x="7621" y="8695"/>
                    <a:pt x="7647" y="7866"/>
                  </a:cubicBezTo>
                  <a:cubicBezTo>
                    <a:pt x="7657" y="7454"/>
                    <a:pt x="7578" y="7037"/>
                    <a:pt x="7399" y="6664"/>
                  </a:cubicBezTo>
                  <a:cubicBezTo>
                    <a:pt x="7180" y="6216"/>
                    <a:pt x="6833" y="5906"/>
                    <a:pt x="6451" y="5597"/>
                  </a:cubicBezTo>
                  <a:cubicBezTo>
                    <a:pt x="6018" y="5243"/>
                    <a:pt x="5566" y="4898"/>
                    <a:pt x="5216" y="4456"/>
                  </a:cubicBezTo>
                  <a:cubicBezTo>
                    <a:pt x="4871" y="4018"/>
                    <a:pt x="4674" y="3511"/>
                    <a:pt x="4534" y="2977"/>
                  </a:cubicBezTo>
                  <a:cubicBezTo>
                    <a:pt x="4270" y="1972"/>
                    <a:pt x="4123" y="741"/>
                    <a:pt x="3117" y="184"/>
                  </a:cubicBezTo>
                  <a:cubicBezTo>
                    <a:pt x="2888" y="57"/>
                    <a:pt x="2652" y="1"/>
                    <a:pt x="2417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92" name="Google Shape;1192;p12"/>
            <p:cNvSpPr/>
            <p:nvPr/>
          </p:nvSpPr>
          <p:spPr>
            <a:xfrm>
              <a:off x="8381880" y="1149480"/>
              <a:ext cx="100440" cy="113400"/>
            </a:xfrm>
            <a:custGeom>
              <a:rect b="b" l="l" r="r" t="t"/>
              <a:pathLst>
                <a:path extrusionOk="0" h="2256" w="2002">
                  <a:moveTo>
                    <a:pt x="1050" y="115"/>
                  </a:moveTo>
                  <a:cubicBezTo>
                    <a:pt x="1077" y="115"/>
                    <a:pt x="1106" y="119"/>
                    <a:pt x="1136" y="127"/>
                  </a:cubicBezTo>
                  <a:cubicBezTo>
                    <a:pt x="1236" y="155"/>
                    <a:pt x="1328" y="209"/>
                    <a:pt x="1418" y="263"/>
                  </a:cubicBezTo>
                  <a:cubicBezTo>
                    <a:pt x="1511" y="323"/>
                    <a:pt x="1595" y="391"/>
                    <a:pt x="1657" y="483"/>
                  </a:cubicBezTo>
                  <a:cubicBezTo>
                    <a:pt x="1872" y="804"/>
                    <a:pt x="1816" y="1269"/>
                    <a:pt x="1600" y="1577"/>
                  </a:cubicBezTo>
                  <a:cubicBezTo>
                    <a:pt x="1376" y="1896"/>
                    <a:pt x="947" y="2141"/>
                    <a:pt x="548" y="2141"/>
                  </a:cubicBezTo>
                  <a:cubicBezTo>
                    <a:pt x="524" y="2141"/>
                    <a:pt x="499" y="2140"/>
                    <a:pt x="475" y="2138"/>
                  </a:cubicBezTo>
                  <a:cubicBezTo>
                    <a:pt x="414" y="2132"/>
                    <a:pt x="348" y="2120"/>
                    <a:pt x="308" y="2067"/>
                  </a:cubicBezTo>
                  <a:cubicBezTo>
                    <a:pt x="273" y="2019"/>
                    <a:pt x="271" y="1954"/>
                    <a:pt x="273" y="1897"/>
                  </a:cubicBezTo>
                  <a:cubicBezTo>
                    <a:pt x="280" y="1743"/>
                    <a:pt x="336" y="1588"/>
                    <a:pt x="393" y="1446"/>
                  </a:cubicBezTo>
                  <a:cubicBezTo>
                    <a:pt x="448" y="1303"/>
                    <a:pt x="530" y="1160"/>
                    <a:pt x="560" y="1010"/>
                  </a:cubicBezTo>
                  <a:cubicBezTo>
                    <a:pt x="603" y="797"/>
                    <a:pt x="577" y="534"/>
                    <a:pt x="709" y="348"/>
                  </a:cubicBezTo>
                  <a:cubicBezTo>
                    <a:pt x="796" y="224"/>
                    <a:pt x="903" y="115"/>
                    <a:pt x="1050" y="115"/>
                  </a:cubicBezTo>
                  <a:close/>
                  <a:moveTo>
                    <a:pt x="1049" y="0"/>
                  </a:moveTo>
                  <a:cubicBezTo>
                    <a:pt x="862" y="0"/>
                    <a:pt x="720" y="129"/>
                    <a:pt x="610" y="290"/>
                  </a:cubicBezTo>
                  <a:cubicBezTo>
                    <a:pt x="478" y="479"/>
                    <a:pt x="492" y="735"/>
                    <a:pt x="454" y="952"/>
                  </a:cubicBezTo>
                  <a:cubicBezTo>
                    <a:pt x="426" y="1109"/>
                    <a:pt x="346" y="1254"/>
                    <a:pt x="287" y="1401"/>
                  </a:cubicBezTo>
                  <a:cubicBezTo>
                    <a:pt x="195" y="1635"/>
                    <a:pt x="0" y="2165"/>
                    <a:pt x="392" y="2241"/>
                  </a:cubicBezTo>
                  <a:cubicBezTo>
                    <a:pt x="443" y="2251"/>
                    <a:pt x="495" y="2256"/>
                    <a:pt x="547" y="2256"/>
                  </a:cubicBezTo>
                  <a:cubicBezTo>
                    <a:pt x="728" y="2256"/>
                    <a:pt x="912" y="2202"/>
                    <a:pt x="1073" y="2131"/>
                  </a:cubicBezTo>
                  <a:cubicBezTo>
                    <a:pt x="1297" y="2033"/>
                    <a:pt x="1505" y="1883"/>
                    <a:pt x="1657" y="1692"/>
                  </a:cubicBezTo>
                  <a:cubicBezTo>
                    <a:pt x="1921" y="1357"/>
                    <a:pt x="2001" y="834"/>
                    <a:pt x="1777" y="457"/>
                  </a:cubicBezTo>
                  <a:cubicBezTo>
                    <a:pt x="1714" y="348"/>
                    <a:pt x="1623" y="260"/>
                    <a:pt x="1518" y="191"/>
                  </a:cubicBezTo>
                  <a:cubicBezTo>
                    <a:pt x="1409" y="119"/>
                    <a:pt x="1286" y="48"/>
                    <a:pt x="1157" y="14"/>
                  </a:cubicBezTo>
                  <a:cubicBezTo>
                    <a:pt x="1119" y="5"/>
                    <a:pt x="1084" y="0"/>
                    <a:pt x="1049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875" lIns="91425" spcFirstLastPara="1" rIns="91425" wrap="square" tIns="56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93" name="Google Shape;1193;p12"/>
            <p:cNvSpPr/>
            <p:nvPr/>
          </p:nvSpPr>
          <p:spPr>
            <a:xfrm>
              <a:off x="8362800" y="1073520"/>
              <a:ext cx="30960" cy="19440"/>
            </a:xfrm>
            <a:custGeom>
              <a:rect b="b" l="l" r="r" t="t"/>
              <a:pathLst>
                <a:path extrusionOk="0" h="394" w="623">
                  <a:moveTo>
                    <a:pt x="64" y="0"/>
                  </a:moveTo>
                  <a:cubicBezTo>
                    <a:pt x="45" y="0"/>
                    <a:pt x="27" y="8"/>
                    <a:pt x="15" y="28"/>
                  </a:cubicBezTo>
                  <a:cubicBezTo>
                    <a:pt x="1" y="53"/>
                    <a:pt x="8" y="93"/>
                    <a:pt x="36" y="107"/>
                  </a:cubicBezTo>
                  <a:cubicBezTo>
                    <a:pt x="213" y="188"/>
                    <a:pt x="359" y="324"/>
                    <a:pt x="543" y="390"/>
                  </a:cubicBezTo>
                  <a:cubicBezTo>
                    <a:pt x="549" y="393"/>
                    <a:pt x="554" y="393"/>
                    <a:pt x="560" y="393"/>
                  </a:cubicBezTo>
                  <a:cubicBezTo>
                    <a:pt x="585" y="393"/>
                    <a:pt x="608" y="374"/>
                    <a:pt x="614" y="351"/>
                  </a:cubicBezTo>
                  <a:cubicBezTo>
                    <a:pt x="623" y="317"/>
                    <a:pt x="603" y="288"/>
                    <a:pt x="573" y="279"/>
                  </a:cubicBezTo>
                  <a:cubicBezTo>
                    <a:pt x="400" y="216"/>
                    <a:pt x="261" y="83"/>
                    <a:pt x="94" y="6"/>
                  </a:cubicBezTo>
                  <a:cubicBezTo>
                    <a:pt x="84" y="2"/>
                    <a:pt x="74" y="0"/>
                    <a:pt x="64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94" name="Google Shape;1194;p12"/>
            <p:cNvSpPr/>
            <p:nvPr/>
          </p:nvSpPr>
          <p:spPr>
            <a:xfrm>
              <a:off x="8378280" y="1049400"/>
              <a:ext cx="17280" cy="14040"/>
            </a:xfrm>
            <a:custGeom>
              <a:rect b="b" l="l" r="r" t="t"/>
              <a:pathLst>
                <a:path extrusionOk="0" h="283" w="351">
                  <a:moveTo>
                    <a:pt x="228" y="48"/>
                  </a:moveTo>
                  <a:lnTo>
                    <a:pt x="228" y="48"/>
                  </a:lnTo>
                  <a:cubicBezTo>
                    <a:pt x="228" y="48"/>
                    <a:pt x="225" y="50"/>
                    <a:pt x="223" y="51"/>
                  </a:cubicBezTo>
                  <a:lnTo>
                    <a:pt x="223" y="51"/>
                  </a:lnTo>
                  <a:cubicBezTo>
                    <a:pt x="226" y="48"/>
                    <a:pt x="228" y="48"/>
                    <a:pt x="228" y="48"/>
                  </a:cubicBezTo>
                  <a:close/>
                  <a:moveTo>
                    <a:pt x="291" y="1"/>
                  </a:moveTo>
                  <a:cubicBezTo>
                    <a:pt x="287" y="1"/>
                    <a:pt x="282" y="1"/>
                    <a:pt x="277" y="3"/>
                  </a:cubicBezTo>
                  <a:cubicBezTo>
                    <a:pt x="262" y="9"/>
                    <a:pt x="252" y="17"/>
                    <a:pt x="243" y="30"/>
                  </a:cubicBezTo>
                  <a:lnTo>
                    <a:pt x="243" y="30"/>
                  </a:lnTo>
                  <a:cubicBezTo>
                    <a:pt x="242" y="32"/>
                    <a:pt x="240" y="34"/>
                    <a:pt x="239" y="36"/>
                  </a:cubicBezTo>
                  <a:cubicBezTo>
                    <a:pt x="235" y="39"/>
                    <a:pt x="229" y="43"/>
                    <a:pt x="226" y="47"/>
                  </a:cubicBezTo>
                  <a:lnTo>
                    <a:pt x="222" y="51"/>
                  </a:lnTo>
                  <a:lnTo>
                    <a:pt x="222" y="51"/>
                  </a:lnTo>
                  <a:lnTo>
                    <a:pt x="206" y="61"/>
                  </a:lnTo>
                  <a:cubicBezTo>
                    <a:pt x="185" y="74"/>
                    <a:pt x="164" y="85"/>
                    <a:pt x="143" y="95"/>
                  </a:cubicBezTo>
                  <a:cubicBezTo>
                    <a:pt x="121" y="107"/>
                    <a:pt x="100" y="117"/>
                    <a:pt x="79" y="131"/>
                  </a:cubicBezTo>
                  <a:cubicBezTo>
                    <a:pt x="52" y="149"/>
                    <a:pt x="29" y="170"/>
                    <a:pt x="9" y="196"/>
                  </a:cubicBezTo>
                  <a:cubicBezTo>
                    <a:pt x="1" y="207"/>
                    <a:pt x="1" y="229"/>
                    <a:pt x="5" y="241"/>
                  </a:cubicBezTo>
                  <a:cubicBezTo>
                    <a:pt x="8" y="255"/>
                    <a:pt x="19" y="270"/>
                    <a:pt x="31" y="274"/>
                  </a:cubicBezTo>
                  <a:cubicBezTo>
                    <a:pt x="40" y="279"/>
                    <a:pt x="51" y="282"/>
                    <a:pt x="62" y="282"/>
                  </a:cubicBezTo>
                  <a:cubicBezTo>
                    <a:pt x="67" y="282"/>
                    <a:pt x="72" y="281"/>
                    <a:pt x="76" y="280"/>
                  </a:cubicBezTo>
                  <a:cubicBezTo>
                    <a:pt x="89" y="274"/>
                    <a:pt x="99" y="266"/>
                    <a:pt x="107" y="255"/>
                  </a:cubicBezTo>
                  <a:lnTo>
                    <a:pt x="107" y="255"/>
                  </a:lnTo>
                  <a:cubicBezTo>
                    <a:pt x="105" y="257"/>
                    <a:pt x="105" y="258"/>
                    <a:pt x="105" y="258"/>
                  </a:cubicBezTo>
                  <a:cubicBezTo>
                    <a:pt x="106" y="258"/>
                    <a:pt x="112" y="250"/>
                    <a:pt x="114" y="247"/>
                  </a:cubicBezTo>
                  <a:cubicBezTo>
                    <a:pt x="119" y="244"/>
                    <a:pt x="123" y="241"/>
                    <a:pt x="127" y="236"/>
                  </a:cubicBezTo>
                  <a:lnTo>
                    <a:pt x="133" y="230"/>
                  </a:lnTo>
                  <a:lnTo>
                    <a:pt x="133" y="230"/>
                  </a:lnTo>
                  <a:cubicBezTo>
                    <a:pt x="128" y="234"/>
                    <a:pt x="126" y="236"/>
                    <a:pt x="125" y="236"/>
                  </a:cubicBezTo>
                  <a:cubicBezTo>
                    <a:pt x="125" y="236"/>
                    <a:pt x="128" y="232"/>
                    <a:pt x="130" y="231"/>
                  </a:cubicBezTo>
                  <a:lnTo>
                    <a:pt x="146" y="221"/>
                  </a:lnTo>
                  <a:cubicBezTo>
                    <a:pt x="168" y="209"/>
                    <a:pt x="188" y="197"/>
                    <a:pt x="209" y="187"/>
                  </a:cubicBezTo>
                  <a:cubicBezTo>
                    <a:pt x="232" y="176"/>
                    <a:pt x="252" y="166"/>
                    <a:pt x="274" y="152"/>
                  </a:cubicBezTo>
                  <a:cubicBezTo>
                    <a:pt x="300" y="135"/>
                    <a:pt x="323" y="114"/>
                    <a:pt x="343" y="87"/>
                  </a:cubicBezTo>
                  <a:cubicBezTo>
                    <a:pt x="351" y="75"/>
                    <a:pt x="351" y="54"/>
                    <a:pt x="348" y="43"/>
                  </a:cubicBezTo>
                  <a:cubicBezTo>
                    <a:pt x="344" y="29"/>
                    <a:pt x="334" y="15"/>
                    <a:pt x="321" y="9"/>
                  </a:cubicBezTo>
                  <a:cubicBezTo>
                    <a:pt x="312" y="4"/>
                    <a:pt x="301" y="1"/>
                    <a:pt x="291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200" lIns="91425" spcFirstLastPara="1" rIns="91425" wrap="square" tIns="7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95" name="Google Shape;1195;p12"/>
            <p:cNvSpPr/>
            <p:nvPr/>
          </p:nvSpPr>
          <p:spPr>
            <a:xfrm>
              <a:off x="8358480" y="1009440"/>
              <a:ext cx="15840" cy="14760"/>
            </a:xfrm>
            <a:custGeom>
              <a:rect b="b" l="l" r="r" t="t"/>
              <a:pathLst>
                <a:path extrusionOk="0" h="301" w="320">
                  <a:moveTo>
                    <a:pt x="111" y="121"/>
                  </a:moveTo>
                  <a:cubicBezTo>
                    <a:pt x="111" y="121"/>
                    <a:pt x="110" y="122"/>
                    <a:pt x="110" y="122"/>
                  </a:cubicBezTo>
                  <a:cubicBezTo>
                    <a:pt x="109" y="123"/>
                    <a:pt x="108" y="123"/>
                    <a:pt x="108" y="123"/>
                  </a:cubicBezTo>
                  <a:cubicBezTo>
                    <a:pt x="108" y="123"/>
                    <a:pt x="110" y="122"/>
                    <a:pt x="111" y="121"/>
                  </a:cubicBezTo>
                  <a:close/>
                  <a:moveTo>
                    <a:pt x="165" y="227"/>
                  </a:moveTo>
                  <a:cubicBezTo>
                    <a:pt x="165" y="227"/>
                    <a:pt x="164" y="228"/>
                    <a:pt x="164" y="228"/>
                  </a:cubicBezTo>
                  <a:cubicBezTo>
                    <a:pt x="164" y="228"/>
                    <a:pt x="165" y="227"/>
                    <a:pt x="165" y="227"/>
                  </a:cubicBezTo>
                  <a:close/>
                  <a:moveTo>
                    <a:pt x="255" y="0"/>
                  </a:moveTo>
                  <a:cubicBezTo>
                    <a:pt x="235" y="0"/>
                    <a:pt x="215" y="9"/>
                    <a:pt x="205" y="28"/>
                  </a:cubicBezTo>
                  <a:cubicBezTo>
                    <a:pt x="201" y="34"/>
                    <a:pt x="199" y="40"/>
                    <a:pt x="195" y="43"/>
                  </a:cubicBezTo>
                  <a:cubicBezTo>
                    <a:pt x="194" y="44"/>
                    <a:pt x="192" y="48"/>
                    <a:pt x="191" y="50"/>
                  </a:cubicBezTo>
                  <a:cubicBezTo>
                    <a:pt x="188" y="51"/>
                    <a:pt x="188" y="54"/>
                    <a:pt x="187" y="55"/>
                  </a:cubicBezTo>
                  <a:cubicBezTo>
                    <a:pt x="188" y="54"/>
                    <a:pt x="191" y="50"/>
                    <a:pt x="192" y="48"/>
                  </a:cubicBezTo>
                  <a:lnTo>
                    <a:pt x="192" y="48"/>
                  </a:lnTo>
                  <a:cubicBezTo>
                    <a:pt x="187" y="57"/>
                    <a:pt x="178" y="65"/>
                    <a:pt x="169" y="72"/>
                  </a:cubicBezTo>
                  <a:cubicBezTo>
                    <a:pt x="152" y="89"/>
                    <a:pt x="135" y="103"/>
                    <a:pt x="117" y="118"/>
                  </a:cubicBezTo>
                  <a:cubicBezTo>
                    <a:pt x="117" y="118"/>
                    <a:pt x="116" y="118"/>
                    <a:pt x="116" y="119"/>
                  </a:cubicBezTo>
                  <a:lnTo>
                    <a:pt x="116" y="119"/>
                  </a:lnTo>
                  <a:cubicBezTo>
                    <a:pt x="116" y="119"/>
                    <a:pt x="116" y="118"/>
                    <a:pt x="116" y="118"/>
                  </a:cubicBezTo>
                  <a:lnTo>
                    <a:pt x="116" y="118"/>
                  </a:lnTo>
                  <a:cubicBezTo>
                    <a:pt x="115" y="118"/>
                    <a:pt x="113" y="120"/>
                    <a:pt x="111" y="121"/>
                  </a:cubicBezTo>
                  <a:lnTo>
                    <a:pt x="111" y="121"/>
                  </a:lnTo>
                  <a:cubicBezTo>
                    <a:pt x="113" y="120"/>
                    <a:pt x="115" y="120"/>
                    <a:pt x="116" y="119"/>
                  </a:cubicBezTo>
                  <a:lnTo>
                    <a:pt x="116" y="119"/>
                  </a:lnTo>
                  <a:cubicBezTo>
                    <a:pt x="116" y="119"/>
                    <a:pt x="115" y="119"/>
                    <a:pt x="114" y="120"/>
                  </a:cubicBezTo>
                  <a:cubicBezTo>
                    <a:pt x="109" y="125"/>
                    <a:pt x="106" y="128"/>
                    <a:pt x="100" y="132"/>
                  </a:cubicBezTo>
                  <a:cubicBezTo>
                    <a:pt x="87" y="140"/>
                    <a:pt x="75" y="149"/>
                    <a:pt x="65" y="160"/>
                  </a:cubicBezTo>
                  <a:cubicBezTo>
                    <a:pt x="49" y="174"/>
                    <a:pt x="32" y="188"/>
                    <a:pt x="18" y="204"/>
                  </a:cubicBezTo>
                  <a:cubicBezTo>
                    <a:pt x="8" y="217"/>
                    <a:pt x="1" y="228"/>
                    <a:pt x="1" y="245"/>
                  </a:cubicBezTo>
                  <a:cubicBezTo>
                    <a:pt x="1" y="259"/>
                    <a:pt x="8" y="276"/>
                    <a:pt x="18" y="286"/>
                  </a:cubicBezTo>
                  <a:cubicBezTo>
                    <a:pt x="30" y="295"/>
                    <a:pt x="46" y="300"/>
                    <a:pt x="62" y="300"/>
                  </a:cubicBezTo>
                  <a:cubicBezTo>
                    <a:pt x="76" y="300"/>
                    <a:pt x="91" y="295"/>
                    <a:pt x="101" y="283"/>
                  </a:cubicBezTo>
                  <a:cubicBezTo>
                    <a:pt x="116" y="268"/>
                    <a:pt x="131" y="252"/>
                    <a:pt x="150" y="240"/>
                  </a:cubicBezTo>
                  <a:cubicBezTo>
                    <a:pt x="155" y="237"/>
                    <a:pt x="158" y="232"/>
                    <a:pt x="164" y="228"/>
                  </a:cubicBezTo>
                  <a:cubicBezTo>
                    <a:pt x="165" y="227"/>
                    <a:pt x="167" y="225"/>
                    <a:pt x="171" y="224"/>
                  </a:cubicBezTo>
                  <a:lnTo>
                    <a:pt x="171" y="224"/>
                  </a:lnTo>
                  <a:cubicBezTo>
                    <a:pt x="170" y="225"/>
                    <a:pt x="167" y="226"/>
                    <a:pt x="165" y="227"/>
                  </a:cubicBezTo>
                  <a:lnTo>
                    <a:pt x="165" y="227"/>
                  </a:lnTo>
                  <a:cubicBezTo>
                    <a:pt x="166" y="227"/>
                    <a:pt x="168" y="226"/>
                    <a:pt x="169" y="225"/>
                  </a:cubicBezTo>
                  <a:cubicBezTo>
                    <a:pt x="181" y="217"/>
                    <a:pt x="194" y="205"/>
                    <a:pt x="205" y="197"/>
                  </a:cubicBezTo>
                  <a:cubicBezTo>
                    <a:pt x="243" y="167"/>
                    <a:pt x="280" y="132"/>
                    <a:pt x="306" y="86"/>
                  </a:cubicBezTo>
                  <a:cubicBezTo>
                    <a:pt x="320" y="61"/>
                    <a:pt x="313" y="23"/>
                    <a:pt x="284" y="7"/>
                  </a:cubicBezTo>
                  <a:cubicBezTo>
                    <a:pt x="275" y="2"/>
                    <a:pt x="265" y="0"/>
                    <a:pt x="255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550" lIns="91425" spcFirstLastPara="1" rIns="91425" wrap="square" tIns="75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96" name="Google Shape;1196;p12"/>
            <p:cNvSpPr/>
            <p:nvPr/>
          </p:nvSpPr>
          <p:spPr>
            <a:xfrm>
              <a:off x="8327160" y="994320"/>
              <a:ext cx="12960" cy="16920"/>
            </a:xfrm>
            <a:custGeom>
              <a:rect b="b" l="l" r="r" t="t"/>
              <a:pathLst>
                <a:path extrusionOk="0" h="345" w="266">
                  <a:moveTo>
                    <a:pt x="208" y="208"/>
                  </a:moveTo>
                  <a:lnTo>
                    <a:pt x="208" y="208"/>
                  </a:lnTo>
                  <a:cubicBezTo>
                    <a:pt x="210" y="210"/>
                    <a:pt x="210" y="210"/>
                    <a:pt x="210" y="210"/>
                  </a:cubicBezTo>
                  <a:cubicBezTo>
                    <a:pt x="210" y="210"/>
                    <a:pt x="210" y="209"/>
                    <a:pt x="208" y="208"/>
                  </a:cubicBezTo>
                  <a:close/>
                  <a:moveTo>
                    <a:pt x="66" y="0"/>
                  </a:moveTo>
                  <a:cubicBezTo>
                    <a:pt x="61" y="0"/>
                    <a:pt x="56" y="1"/>
                    <a:pt x="52" y="3"/>
                  </a:cubicBezTo>
                  <a:cubicBezTo>
                    <a:pt x="25" y="12"/>
                    <a:pt x="1" y="44"/>
                    <a:pt x="11" y="74"/>
                  </a:cubicBezTo>
                  <a:cubicBezTo>
                    <a:pt x="46" y="165"/>
                    <a:pt x="87" y="262"/>
                    <a:pt x="162" y="328"/>
                  </a:cubicBezTo>
                  <a:cubicBezTo>
                    <a:pt x="174" y="338"/>
                    <a:pt x="190" y="344"/>
                    <a:pt x="205" y="344"/>
                  </a:cubicBezTo>
                  <a:cubicBezTo>
                    <a:pt x="219" y="344"/>
                    <a:pt x="233" y="339"/>
                    <a:pt x="243" y="328"/>
                  </a:cubicBezTo>
                  <a:cubicBezTo>
                    <a:pt x="263" y="302"/>
                    <a:pt x="266" y="265"/>
                    <a:pt x="242" y="244"/>
                  </a:cubicBezTo>
                  <a:lnTo>
                    <a:pt x="220" y="223"/>
                  </a:lnTo>
                  <a:cubicBezTo>
                    <a:pt x="216" y="220"/>
                    <a:pt x="213" y="214"/>
                    <a:pt x="209" y="210"/>
                  </a:cubicBezTo>
                  <a:cubicBezTo>
                    <a:pt x="208" y="208"/>
                    <a:pt x="206" y="207"/>
                    <a:pt x="206" y="206"/>
                  </a:cubicBezTo>
                  <a:lnTo>
                    <a:pt x="206" y="206"/>
                  </a:lnTo>
                  <a:cubicBezTo>
                    <a:pt x="207" y="206"/>
                    <a:pt x="208" y="207"/>
                    <a:pt x="208" y="208"/>
                  </a:cubicBezTo>
                  <a:lnTo>
                    <a:pt x="208" y="208"/>
                  </a:lnTo>
                  <a:cubicBezTo>
                    <a:pt x="208" y="208"/>
                    <a:pt x="208" y="207"/>
                    <a:pt x="208" y="207"/>
                  </a:cubicBezTo>
                  <a:cubicBezTo>
                    <a:pt x="195" y="189"/>
                    <a:pt x="184" y="170"/>
                    <a:pt x="172" y="150"/>
                  </a:cubicBezTo>
                  <a:cubicBezTo>
                    <a:pt x="162" y="131"/>
                    <a:pt x="152" y="111"/>
                    <a:pt x="144" y="92"/>
                  </a:cubicBezTo>
                  <a:cubicBezTo>
                    <a:pt x="143" y="89"/>
                    <a:pt x="139" y="79"/>
                    <a:pt x="139" y="79"/>
                  </a:cubicBezTo>
                  <a:lnTo>
                    <a:pt x="139" y="79"/>
                  </a:lnTo>
                  <a:cubicBezTo>
                    <a:pt x="139" y="79"/>
                    <a:pt x="139" y="81"/>
                    <a:pt x="141" y="87"/>
                  </a:cubicBezTo>
                  <a:cubicBezTo>
                    <a:pt x="138" y="81"/>
                    <a:pt x="137" y="78"/>
                    <a:pt x="135" y="72"/>
                  </a:cubicBezTo>
                  <a:cubicBezTo>
                    <a:pt x="131" y="61"/>
                    <a:pt x="127" y="53"/>
                    <a:pt x="123" y="43"/>
                  </a:cubicBezTo>
                  <a:cubicBezTo>
                    <a:pt x="117" y="29"/>
                    <a:pt x="110" y="16"/>
                    <a:pt x="96" y="9"/>
                  </a:cubicBezTo>
                  <a:cubicBezTo>
                    <a:pt x="88" y="4"/>
                    <a:pt x="77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625" lIns="91425" spcFirstLastPara="1" rIns="91425" wrap="square" tIns="86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97" name="Google Shape;1197;p12"/>
            <p:cNvSpPr/>
            <p:nvPr/>
          </p:nvSpPr>
          <p:spPr>
            <a:xfrm>
              <a:off x="8313480" y="888480"/>
              <a:ext cx="18000" cy="8280"/>
            </a:xfrm>
            <a:custGeom>
              <a:rect b="b" l="l" r="r" t="t"/>
              <a:pathLst>
                <a:path extrusionOk="0" h="172" w="365">
                  <a:moveTo>
                    <a:pt x="68" y="1"/>
                  </a:moveTo>
                  <a:cubicBezTo>
                    <a:pt x="41" y="1"/>
                    <a:pt x="13" y="15"/>
                    <a:pt x="7" y="43"/>
                  </a:cubicBezTo>
                  <a:cubicBezTo>
                    <a:pt x="0" y="71"/>
                    <a:pt x="16" y="108"/>
                    <a:pt x="48" y="113"/>
                  </a:cubicBezTo>
                  <a:cubicBezTo>
                    <a:pt x="129" y="128"/>
                    <a:pt x="206" y="156"/>
                    <a:pt x="286" y="170"/>
                  </a:cubicBezTo>
                  <a:cubicBezTo>
                    <a:pt x="291" y="171"/>
                    <a:pt x="295" y="171"/>
                    <a:pt x="300" y="171"/>
                  </a:cubicBezTo>
                  <a:cubicBezTo>
                    <a:pt x="326" y="171"/>
                    <a:pt x="351" y="157"/>
                    <a:pt x="357" y="129"/>
                  </a:cubicBezTo>
                  <a:cubicBezTo>
                    <a:pt x="364" y="101"/>
                    <a:pt x="349" y="64"/>
                    <a:pt x="318" y="58"/>
                  </a:cubicBezTo>
                  <a:cubicBezTo>
                    <a:pt x="235" y="44"/>
                    <a:pt x="159" y="17"/>
                    <a:pt x="78" y="1"/>
                  </a:cubicBezTo>
                  <a:cubicBezTo>
                    <a:pt x="75" y="1"/>
                    <a:pt x="71" y="1"/>
                    <a:pt x="68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300" lIns="91425" spcFirstLastPara="1" rIns="91425" wrap="square" tIns="4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98" name="Google Shape;1198;p12"/>
            <p:cNvSpPr/>
            <p:nvPr/>
          </p:nvSpPr>
          <p:spPr>
            <a:xfrm>
              <a:off x="8326080" y="837000"/>
              <a:ext cx="12600" cy="24480"/>
            </a:xfrm>
            <a:custGeom>
              <a:rect b="b" l="l" r="r" t="t"/>
              <a:pathLst>
                <a:path extrusionOk="0" h="492" w="257">
                  <a:moveTo>
                    <a:pt x="68" y="1"/>
                  </a:moveTo>
                  <a:cubicBezTo>
                    <a:pt x="63" y="1"/>
                    <a:pt x="58" y="2"/>
                    <a:pt x="53" y="3"/>
                  </a:cubicBezTo>
                  <a:cubicBezTo>
                    <a:pt x="27" y="12"/>
                    <a:pt x="0" y="44"/>
                    <a:pt x="13" y="74"/>
                  </a:cubicBezTo>
                  <a:cubicBezTo>
                    <a:pt x="62" y="196"/>
                    <a:pt x="99" y="322"/>
                    <a:pt x="136" y="448"/>
                  </a:cubicBezTo>
                  <a:cubicBezTo>
                    <a:pt x="143" y="472"/>
                    <a:pt x="168" y="491"/>
                    <a:pt x="193" y="491"/>
                  </a:cubicBezTo>
                  <a:cubicBezTo>
                    <a:pt x="198" y="491"/>
                    <a:pt x="202" y="491"/>
                    <a:pt x="207" y="489"/>
                  </a:cubicBezTo>
                  <a:cubicBezTo>
                    <a:pt x="237" y="479"/>
                    <a:pt x="257" y="450"/>
                    <a:pt x="248" y="418"/>
                  </a:cubicBezTo>
                  <a:cubicBezTo>
                    <a:pt x="211" y="292"/>
                    <a:pt x="172" y="166"/>
                    <a:pt x="123" y="44"/>
                  </a:cubicBezTo>
                  <a:cubicBezTo>
                    <a:pt x="115" y="21"/>
                    <a:pt x="94" y="1"/>
                    <a:pt x="68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225" lIns="91425" spcFirstLastPara="1" rIns="91425" wrap="square" tIns="12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99" name="Google Shape;1199;p12"/>
            <p:cNvSpPr/>
            <p:nvPr/>
          </p:nvSpPr>
          <p:spPr>
            <a:xfrm>
              <a:off x="8300520" y="812520"/>
              <a:ext cx="19440" cy="22320"/>
            </a:xfrm>
            <a:custGeom>
              <a:rect b="b" l="l" r="r" t="t"/>
              <a:pathLst>
                <a:path extrusionOk="0" h="452" w="395">
                  <a:moveTo>
                    <a:pt x="326" y="1"/>
                  </a:moveTo>
                  <a:cubicBezTo>
                    <a:pt x="307" y="1"/>
                    <a:pt x="289" y="12"/>
                    <a:pt x="276" y="30"/>
                  </a:cubicBezTo>
                  <a:cubicBezTo>
                    <a:pt x="275" y="31"/>
                    <a:pt x="270" y="37"/>
                    <a:pt x="270" y="37"/>
                  </a:cubicBezTo>
                  <a:cubicBezTo>
                    <a:pt x="270" y="37"/>
                    <a:pt x="270" y="37"/>
                    <a:pt x="271" y="37"/>
                  </a:cubicBezTo>
                  <a:lnTo>
                    <a:pt x="271" y="37"/>
                  </a:lnTo>
                  <a:cubicBezTo>
                    <a:pt x="270" y="38"/>
                    <a:pt x="269" y="39"/>
                    <a:pt x="269" y="40"/>
                  </a:cubicBezTo>
                  <a:cubicBezTo>
                    <a:pt x="263" y="47"/>
                    <a:pt x="259" y="54"/>
                    <a:pt x="252" y="61"/>
                  </a:cubicBezTo>
                  <a:cubicBezTo>
                    <a:pt x="239" y="75"/>
                    <a:pt x="227" y="88"/>
                    <a:pt x="216" y="102"/>
                  </a:cubicBezTo>
                  <a:lnTo>
                    <a:pt x="141" y="182"/>
                  </a:lnTo>
                  <a:cubicBezTo>
                    <a:pt x="91" y="237"/>
                    <a:pt x="42" y="295"/>
                    <a:pt x="14" y="364"/>
                  </a:cubicBezTo>
                  <a:cubicBezTo>
                    <a:pt x="1" y="393"/>
                    <a:pt x="5" y="428"/>
                    <a:pt x="35" y="444"/>
                  </a:cubicBezTo>
                  <a:cubicBezTo>
                    <a:pt x="42" y="449"/>
                    <a:pt x="52" y="451"/>
                    <a:pt x="63" y="451"/>
                  </a:cubicBezTo>
                  <a:cubicBezTo>
                    <a:pt x="82" y="451"/>
                    <a:pt x="103" y="442"/>
                    <a:pt x="111" y="424"/>
                  </a:cubicBezTo>
                  <a:cubicBezTo>
                    <a:pt x="125" y="393"/>
                    <a:pt x="142" y="363"/>
                    <a:pt x="164" y="335"/>
                  </a:cubicBezTo>
                  <a:cubicBezTo>
                    <a:pt x="167" y="330"/>
                    <a:pt x="168" y="329"/>
                    <a:pt x="171" y="325"/>
                  </a:cubicBezTo>
                  <a:cubicBezTo>
                    <a:pt x="174" y="321"/>
                    <a:pt x="175" y="320"/>
                    <a:pt x="175" y="320"/>
                  </a:cubicBezTo>
                  <a:lnTo>
                    <a:pt x="175" y="320"/>
                  </a:lnTo>
                  <a:cubicBezTo>
                    <a:pt x="175" y="320"/>
                    <a:pt x="171" y="325"/>
                    <a:pt x="171" y="325"/>
                  </a:cubicBezTo>
                  <a:cubicBezTo>
                    <a:pt x="171" y="325"/>
                    <a:pt x="172" y="324"/>
                    <a:pt x="175" y="320"/>
                  </a:cubicBezTo>
                  <a:cubicBezTo>
                    <a:pt x="181" y="313"/>
                    <a:pt x="185" y="305"/>
                    <a:pt x="192" y="299"/>
                  </a:cubicBezTo>
                  <a:lnTo>
                    <a:pt x="230" y="257"/>
                  </a:lnTo>
                  <a:cubicBezTo>
                    <a:pt x="280" y="201"/>
                    <a:pt x="332" y="148"/>
                    <a:pt x="376" y="88"/>
                  </a:cubicBezTo>
                  <a:cubicBezTo>
                    <a:pt x="395" y="63"/>
                    <a:pt x="382" y="23"/>
                    <a:pt x="355" y="9"/>
                  </a:cubicBezTo>
                  <a:cubicBezTo>
                    <a:pt x="345" y="3"/>
                    <a:pt x="336" y="1"/>
                    <a:pt x="326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150" lIns="91425" spcFirstLastPara="1" rIns="91425" wrap="square" tIns="111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00" name="Google Shape;1200;p12"/>
            <p:cNvSpPr/>
            <p:nvPr/>
          </p:nvSpPr>
          <p:spPr>
            <a:xfrm>
              <a:off x="8208360" y="911880"/>
              <a:ext cx="18720" cy="10080"/>
            </a:xfrm>
            <a:custGeom>
              <a:rect b="b" l="l" r="r" t="t"/>
              <a:pathLst>
                <a:path extrusionOk="0" h="204" w="376">
                  <a:moveTo>
                    <a:pt x="68" y="118"/>
                  </a:moveTo>
                  <a:cubicBezTo>
                    <a:pt x="69" y="118"/>
                    <a:pt x="70" y="118"/>
                    <a:pt x="71" y="118"/>
                  </a:cubicBezTo>
                  <a:lnTo>
                    <a:pt x="71" y="118"/>
                  </a:lnTo>
                  <a:cubicBezTo>
                    <a:pt x="69" y="118"/>
                    <a:pt x="68" y="119"/>
                    <a:pt x="69" y="119"/>
                  </a:cubicBezTo>
                  <a:lnTo>
                    <a:pt x="69" y="119"/>
                  </a:lnTo>
                  <a:cubicBezTo>
                    <a:pt x="59" y="119"/>
                    <a:pt x="63" y="118"/>
                    <a:pt x="68" y="118"/>
                  </a:cubicBezTo>
                  <a:close/>
                  <a:moveTo>
                    <a:pt x="74" y="119"/>
                  </a:moveTo>
                  <a:lnTo>
                    <a:pt x="74" y="119"/>
                  </a:lnTo>
                  <a:cubicBezTo>
                    <a:pt x="75" y="119"/>
                    <a:pt x="75" y="119"/>
                    <a:pt x="75" y="119"/>
                  </a:cubicBezTo>
                  <a:lnTo>
                    <a:pt x="75" y="119"/>
                  </a:lnTo>
                  <a:cubicBezTo>
                    <a:pt x="74" y="119"/>
                    <a:pt x="74" y="119"/>
                    <a:pt x="73" y="119"/>
                  </a:cubicBezTo>
                  <a:lnTo>
                    <a:pt x="73" y="119"/>
                  </a:lnTo>
                  <a:cubicBezTo>
                    <a:pt x="74" y="119"/>
                    <a:pt x="74" y="119"/>
                    <a:pt x="74" y="119"/>
                  </a:cubicBezTo>
                  <a:close/>
                  <a:moveTo>
                    <a:pt x="74" y="1"/>
                  </a:moveTo>
                  <a:cubicBezTo>
                    <a:pt x="66" y="1"/>
                    <a:pt x="58" y="2"/>
                    <a:pt x="50" y="4"/>
                  </a:cubicBezTo>
                  <a:cubicBezTo>
                    <a:pt x="22" y="11"/>
                    <a:pt x="0" y="45"/>
                    <a:pt x="9" y="75"/>
                  </a:cubicBezTo>
                  <a:cubicBezTo>
                    <a:pt x="18" y="103"/>
                    <a:pt x="39" y="120"/>
                    <a:pt x="64" y="120"/>
                  </a:cubicBezTo>
                  <a:cubicBezTo>
                    <a:pt x="67" y="120"/>
                    <a:pt x="70" y="120"/>
                    <a:pt x="73" y="119"/>
                  </a:cubicBezTo>
                  <a:lnTo>
                    <a:pt x="75" y="119"/>
                  </a:lnTo>
                  <a:cubicBezTo>
                    <a:pt x="81" y="121"/>
                    <a:pt x="88" y="123"/>
                    <a:pt x="94" y="125"/>
                  </a:cubicBezTo>
                  <a:cubicBezTo>
                    <a:pt x="118" y="132"/>
                    <a:pt x="142" y="140"/>
                    <a:pt x="165" y="149"/>
                  </a:cubicBezTo>
                  <a:cubicBezTo>
                    <a:pt x="177" y="154"/>
                    <a:pt x="190" y="160"/>
                    <a:pt x="203" y="163"/>
                  </a:cubicBezTo>
                  <a:cubicBezTo>
                    <a:pt x="206" y="166"/>
                    <a:pt x="210" y="167"/>
                    <a:pt x="213" y="167"/>
                  </a:cubicBezTo>
                  <a:cubicBezTo>
                    <a:pt x="214" y="168"/>
                    <a:pt x="215" y="168"/>
                    <a:pt x="215" y="168"/>
                  </a:cubicBezTo>
                  <a:cubicBezTo>
                    <a:pt x="215" y="168"/>
                    <a:pt x="214" y="167"/>
                    <a:pt x="213" y="167"/>
                  </a:cubicBezTo>
                  <a:lnTo>
                    <a:pt x="213" y="167"/>
                  </a:lnTo>
                  <a:cubicBezTo>
                    <a:pt x="217" y="168"/>
                    <a:pt x="222" y="171"/>
                    <a:pt x="227" y="173"/>
                  </a:cubicBezTo>
                  <a:cubicBezTo>
                    <a:pt x="247" y="181"/>
                    <a:pt x="264" y="188"/>
                    <a:pt x="284" y="197"/>
                  </a:cubicBezTo>
                  <a:cubicBezTo>
                    <a:pt x="293" y="201"/>
                    <a:pt x="304" y="204"/>
                    <a:pt x="314" y="204"/>
                  </a:cubicBezTo>
                  <a:cubicBezTo>
                    <a:pt x="334" y="204"/>
                    <a:pt x="353" y="195"/>
                    <a:pt x="363" y="176"/>
                  </a:cubicBezTo>
                  <a:cubicBezTo>
                    <a:pt x="376" y="152"/>
                    <a:pt x="373" y="111"/>
                    <a:pt x="342" y="96"/>
                  </a:cubicBezTo>
                  <a:cubicBezTo>
                    <a:pt x="292" y="75"/>
                    <a:pt x="245" y="54"/>
                    <a:pt x="196" y="34"/>
                  </a:cubicBezTo>
                  <a:cubicBezTo>
                    <a:pt x="172" y="25"/>
                    <a:pt x="148" y="17"/>
                    <a:pt x="122" y="10"/>
                  </a:cubicBezTo>
                  <a:cubicBezTo>
                    <a:pt x="107" y="5"/>
                    <a:pt x="91" y="1"/>
                    <a:pt x="74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01" name="Google Shape;1201;p12"/>
            <p:cNvSpPr/>
            <p:nvPr/>
          </p:nvSpPr>
          <p:spPr>
            <a:xfrm>
              <a:off x="8203680" y="883440"/>
              <a:ext cx="20520" cy="11160"/>
            </a:xfrm>
            <a:custGeom>
              <a:rect b="b" l="l" r="r" t="t"/>
              <a:pathLst>
                <a:path extrusionOk="0" h="227" w="414">
                  <a:moveTo>
                    <a:pt x="346" y="0"/>
                  </a:moveTo>
                  <a:cubicBezTo>
                    <a:pt x="337" y="0"/>
                    <a:pt x="327" y="2"/>
                    <a:pt x="318" y="7"/>
                  </a:cubicBezTo>
                  <a:cubicBezTo>
                    <a:pt x="305" y="15"/>
                    <a:pt x="293" y="22"/>
                    <a:pt x="278" y="27"/>
                  </a:cubicBezTo>
                  <a:cubicBezTo>
                    <a:pt x="273" y="29"/>
                    <a:pt x="269" y="33"/>
                    <a:pt x="263" y="34"/>
                  </a:cubicBezTo>
                  <a:cubicBezTo>
                    <a:pt x="261" y="36"/>
                    <a:pt x="257" y="36"/>
                    <a:pt x="256" y="37"/>
                  </a:cubicBezTo>
                  <a:cubicBezTo>
                    <a:pt x="233" y="47"/>
                    <a:pt x="209" y="56"/>
                    <a:pt x="185" y="63"/>
                  </a:cubicBezTo>
                  <a:cubicBezTo>
                    <a:pt x="134" y="78"/>
                    <a:pt x="84" y="97"/>
                    <a:pt x="36" y="118"/>
                  </a:cubicBezTo>
                  <a:cubicBezTo>
                    <a:pt x="8" y="129"/>
                    <a:pt x="1" y="172"/>
                    <a:pt x="15" y="197"/>
                  </a:cubicBezTo>
                  <a:cubicBezTo>
                    <a:pt x="26" y="217"/>
                    <a:pt x="43" y="226"/>
                    <a:pt x="63" y="226"/>
                  </a:cubicBezTo>
                  <a:cubicBezTo>
                    <a:pt x="72" y="226"/>
                    <a:pt x="83" y="224"/>
                    <a:pt x="93" y="220"/>
                  </a:cubicBezTo>
                  <a:cubicBezTo>
                    <a:pt x="96" y="219"/>
                    <a:pt x="100" y="217"/>
                    <a:pt x="103" y="217"/>
                  </a:cubicBezTo>
                  <a:cubicBezTo>
                    <a:pt x="110" y="214"/>
                    <a:pt x="116" y="212"/>
                    <a:pt x="123" y="210"/>
                  </a:cubicBezTo>
                  <a:cubicBezTo>
                    <a:pt x="134" y="206"/>
                    <a:pt x="144" y="203"/>
                    <a:pt x="155" y="197"/>
                  </a:cubicBezTo>
                  <a:cubicBezTo>
                    <a:pt x="178" y="190"/>
                    <a:pt x="201" y="182"/>
                    <a:pt x="223" y="175"/>
                  </a:cubicBezTo>
                  <a:cubicBezTo>
                    <a:pt x="274" y="156"/>
                    <a:pt x="327" y="136"/>
                    <a:pt x="376" y="108"/>
                  </a:cubicBezTo>
                  <a:cubicBezTo>
                    <a:pt x="403" y="94"/>
                    <a:pt x="413" y="56"/>
                    <a:pt x="398" y="29"/>
                  </a:cubicBezTo>
                  <a:cubicBezTo>
                    <a:pt x="385" y="11"/>
                    <a:pt x="366" y="0"/>
                    <a:pt x="346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750" lIns="91425" spcFirstLastPara="1" rIns="91425" wrap="square" tIns="5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02" name="Google Shape;1202;p12"/>
            <p:cNvSpPr/>
            <p:nvPr/>
          </p:nvSpPr>
          <p:spPr>
            <a:xfrm>
              <a:off x="8439840" y="1182600"/>
              <a:ext cx="13680" cy="16200"/>
            </a:xfrm>
            <a:custGeom>
              <a:rect b="b" l="l" r="r" t="t"/>
              <a:pathLst>
                <a:path extrusionOk="0" h="331" w="276">
                  <a:moveTo>
                    <a:pt x="70" y="1"/>
                  </a:moveTo>
                  <a:cubicBezTo>
                    <a:pt x="59" y="1"/>
                    <a:pt x="49" y="3"/>
                    <a:pt x="40" y="8"/>
                  </a:cubicBezTo>
                  <a:cubicBezTo>
                    <a:pt x="14" y="23"/>
                    <a:pt x="0" y="60"/>
                    <a:pt x="19" y="87"/>
                  </a:cubicBezTo>
                  <a:cubicBezTo>
                    <a:pt x="67" y="157"/>
                    <a:pt x="106" y="233"/>
                    <a:pt x="156" y="301"/>
                  </a:cubicBezTo>
                  <a:cubicBezTo>
                    <a:pt x="165" y="314"/>
                    <a:pt x="176" y="325"/>
                    <a:pt x="190" y="328"/>
                  </a:cubicBezTo>
                  <a:cubicBezTo>
                    <a:pt x="195" y="329"/>
                    <a:pt x="199" y="330"/>
                    <a:pt x="204" y="330"/>
                  </a:cubicBezTo>
                  <a:cubicBezTo>
                    <a:pt x="215" y="330"/>
                    <a:pt x="225" y="327"/>
                    <a:pt x="234" y="322"/>
                  </a:cubicBezTo>
                  <a:cubicBezTo>
                    <a:pt x="259" y="307"/>
                    <a:pt x="275" y="270"/>
                    <a:pt x="255" y="243"/>
                  </a:cubicBezTo>
                  <a:cubicBezTo>
                    <a:pt x="207" y="174"/>
                    <a:pt x="167" y="99"/>
                    <a:pt x="118" y="29"/>
                  </a:cubicBezTo>
                  <a:cubicBezTo>
                    <a:pt x="109" y="16"/>
                    <a:pt x="98" y="5"/>
                    <a:pt x="84" y="2"/>
                  </a:cubicBezTo>
                  <a:cubicBezTo>
                    <a:pt x="79" y="1"/>
                    <a:pt x="74" y="1"/>
                    <a:pt x="70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275" lIns="91425" spcFirstLastPara="1" rIns="91425" wrap="square" tIns="8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03" name="Google Shape;1203;p12"/>
            <p:cNvSpPr/>
            <p:nvPr/>
          </p:nvSpPr>
          <p:spPr>
            <a:xfrm>
              <a:off x="8421480" y="1214640"/>
              <a:ext cx="20520" cy="9000"/>
            </a:xfrm>
            <a:custGeom>
              <a:rect b="b" l="l" r="r" t="t"/>
              <a:pathLst>
                <a:path extrusionOk="0" h="183" w="417">
                  <a:moveTo>
                    <a:pt x="351" y="1"/>
                  </a:moveTo>
                  <a:cubicBezTo>
                    <a:pt x="346" y="1"/>
                    <a:pt x="341" y="1"/>
                    <a:pt x="337" y="2"/>
                  </a:cubicBezTo>
                  <a:cubicBezTo>
                    <a:pt x="289" y="9"/>
                    <a:pt x="245" y="29"/>
                    <a:pt x="201" y="44"/>
                  </a:cubicBezTo>
                  <a:cubicBezTo>
                    <a:pt x="178" y="53"/>
                    <a:pt x="154" y="60"/>
                    <a:pt x="131" y="64"/>
                  </a:cubicBezTo>
                  <a:cubicBezTo>
                    <a:pt x="131" y="64"/>
                    <a:pt x="130" y="64"/>
                    <a:pt x="128" y="65"/>
                  </a:cubicBezTo>
                  <a:lnTo>
                    <a:pt x="128" y="65"/>
                  </a:lnTo>
                  <a:cubicBezTo>
                    <a:pt x="121" y="53"/>
                    <a:pt x="109" y="44"/>
                    <a:pt x="96" y="41"/>
                  </a:cubicBezTo>
                  <a:cubicBezTo>
                    <a:pt x="91" y="40"/>
                    <a:pt x="86" y="40"/>
                    <a:pt x="82" y="40"/>
                  </a:cubicBezTo>
                  <a:cubicBezTo>
                    <a:pt x="61" y="40"/>
                    <a:pt x="41" y="50"/>
                    <a:pt x="30" y="69"/>
                  </a:cubicBezTo>
                  <a:lnTo>
                    <a:pt x="30" y="69"/>
                  </a:lnTo>
                  <a:cubicBezTo>
                    <a:pt x="29" y="70"/>
                    <a:pt x="29" y="71"/>
                    <a:pt x="28" y="73"/>
                  </a:cubicBezTo>
                  <a:cubicBezTo>
                    <a:pt x="17" y="81"/>
                    <a:pt x="11" y="94"/>
                    <a:pt x="8" y="108"/>
                  </a:cubicBezTo>
                  <a:cubicBezTo>
                    <a:pt x="1" y="136"/>
                    <a:pt x="17" y="173"/>
                    <a:pt x="49" y="179"/>
                  </a:cubicBezTo>
                  <a:cubicBezTo>
                    <a:pt x="65" y="181"/>
                    <a:pt x="80" y="182"/>
                    <a:pt x="95" y="182"/>
                  </a:cubicBezTo>
                  <a:cubicBezTo>
                    <a:pt x="138" y="182"/>
                    <a:pt x="180" y="174"/>
                    <a:pt x="222" y="159"/>
                  </a:cubicBezTo>
                  <a:cubicBezTo>
                    <a:pt x="270" y="144"/>
                    <a:pt x="317" y="121"/>
                    <a:pt x="368" y="114"/>
                  </a:cubicBezTo>
                  <a:cubicBezTo>
                    <a:pt x="398" y="108"/>
                    <a:pt x="416" y="68"/>
                    <a:pt x="408" y="43"/>
                  </a:cubicBezTo>
                  <a:cubicBezTo>
                    <a:pt x="399" y="15"/>
                    <a:pt x="377" y="1"/>
                    <a:pt x="351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04" name="Google Shape;1204;p12"/>
            <p:cNvSpPr/>
            <p:nvPr/>
          </p:nvSpPr>
          <p:spPr>
            <a:xfrm>
              <a:off x="8475120" y="1109520"/>
              <a:ext cx="20520" cy="10440"/>
            </a:xfrm>
            <a:custGeom>
              <a:rect b="b" l="l" r="r" t="t"/>
              <a:pathLst>
                <a:path extrusionOk="0" h="212" w="417">
                  <a:moveTo>
                    <a:pt x="128" y="172"/>
                  </a:moveTo>
                  <a:lnTo>
                    <a:pt x="128" y="172"/>
                  </a:lnTo>
                  <a:cubicBezTo>
                    <a:pt x="127" y="173"/>
                    <a:pt x="127" y="175"/>
                    <a:pt x="126" y="176"/>
                  </a:cubicBezTo>
                  <a:lnTo>
                    <a:pt x="126" y="176"/>
                  </a:lnTo>
                  <a:cubicBezTo>
                    <a:pt x="126" y="176"/>
                    <a:pt x="126" y="177"/>
                    <a:pt x="125" y="177"/>
                  </a:cubicBezTo>
                  <a:lnTo>
                    <a:pt x="125" y="177"/>
                  </a:lnTo>
                  <a:cubicBezTo>
                    <a:pt x="126" y="175"/>
                    <a:pt x="127" y="173"/>
                    <a:pt x="128" y="172"/>
                  </a:cubicBezTo>
                  <a:close/>
                  <a:moveTo>
                    <a:pt x="351" y="0"/>
                  </a:moveTo>
                  <a:cubicBezTo>
                    <a:pt x="342" y="0"/>
                    <a:pt x="332" y="3"/>
                    <a:pt x="322" y="7"/>
                  </a:cubicBezTo>
                  <a:cubicBezTo>
                    <a:pt x="323" y="7"/>
                    <a:pt x="324" y="6"/>
                    <a:pt x="325" y="6"/>
                  </a:cubicBezTo>
                  <a:lnTo>
                    <a:pt x="325" y="6"/>
                  </a:lnTo>
                  <a:cubicBezTo>
                    <a:pt x="323" y="6"/>
                    <a:pt x="322" y="7"/>
                    <a:pt x="317" y="7"/>
                  </a:cubicBezTo>
                  <a:cubicBezTo>
                    <a:pt x="312" y="9"/>
                    <a:pt x="308" y="10"/>
                    <a:pt x="300" y="13"/>
                  </a:cubicBezTo>
                  <a:cubicBezTo>
                    <a:pt x="288" y="16"/>
                    <a:pt x="274" y="17"/>
                    <a:pt x="259" y="21"/>
                  </a:cubicBezTo>
                  <a:cubicBezTo>
                    <a:pt x="230" y="27"/>
                    <a:pt x="198" y="31"/>
                    <a:pt x="170" y="37"/>
                  </a:cubicBezTo>
                  <a:cubicBezTo>
                    <a:pt x="139" y="44"/>
                    <a:pt x="109" y="53"/>
                    <a:pt x="81" y="65"/>
                  </a:cubicBezTo>
                  <a:cubicBezTo>
                    <a:pt x="48" y="81"/>
                    <a:pt x="26" y="105"/>
                    <a:pt x="13" y="136"/>
                  </a:cubicBezTo>
                  <a:cubicBezTo>
                    <a:pt x="0" y="165"/>
                    <a:pt x="26" y="200"/>
                    <a:pt x="54" y="207"/>
                  </a:cubicBezTo>
                  <a:cubicBezTo>
                    <a:pt x="62" y="210"/>
                    <a:pt x="70" y="211"/>
                    <a:pt x="76" y="211"/>
                  </a:cubicBezTo>
                  <a:cubicBezTo>
                    <a:pt x="98" y="211"/>
                    <a:pt x="115" y="198"/>
                    <a:pt x="124" y="179"/>
                  </a:cubicBezTo>
                  <a:lnTo>
                    <a:pt x="124" y="179"/>
                  </a:lnTo>
                  <a:lnTo>
                    <a:pt x="126" y="178"/>
                  </a:lnTo>
                  <a:lnTo>
                    <a:pt x="126" y="178"/>
                  </a:lnTo>
                  <a:cubicBezTo>
                    <a:pt x="125" y="182"/>
                    <a:pt x="124" y="184"/>
                    <a:pt x="124" y="184"/>
                  </a:cubicBezTo>
                  <a:cubicBezTo>
                    <a:pt x="124" y="184"/>
                    <a:pt x="125" y="180"/>
                    <a:pt x="126" y="177"/>
                  </a:cubicBezTo>
                  <a:lnTo>
                    <a:pt x="126" y="177"/>
                  </a:lnTo>
                  <a:cubicBezTo>
                    <a:pt x="130" y="175"/>
                    <a:pt x="134" y="171"/>
                    <a:pt x="137" y="170"/>
                  </a:cubicBezTo>
                  <a:cubicBezTo>
                    <a:pt x="139" y="168"/>
                    <a:pt x="140" y="168"/>
                    <a:pt x="143" y="167"/>
                  </a:cubicBezTo>
                  <a:lnTo>
                    <a:pt x="143" y="167"/>
                  </a:lnTo>
                  <a:cubicBezTo>
                    <a:pt x="140" y="168"/>
                    <a:pt x="138" y="169"/>
                    <a:pt x="138" y="169"/>
                  </a:cubicBezTo>
                  <a:cubicBezTo>
                    <a:pt x="139" y="169"/>
                    <a:pt x="139" y="169"/>
                    <a:pt x="140" y="169"/>
                  </a:cubicBezTo>
                  <a:cubicBezTo>
                    <a:pt x="167" y="159"/>
                    <a:pt x="194" y="152"/>
                    <a:pt x="220" y="148"/>
                  </a:cubicBezTo>
                  <a:cubicBezTo>
                    <a:pt x="274" y="136"/>
                    <a:pt x="330" y="133"/>
                    <a:pt x="380" y="108"/>
                  </a:cubicBezTo>
                  <a:cubicBezTo>
                    <a:pt x="407" y="94"/>
                    <a:pt x="417" y="55"/>
                    <a:pt x="401" y="29"/>
                  </a:cubicBezTo>
                  <a:cubicBezTo>
                    <a:pt x="389" y="10"/>
                    <a:pt x="371" y="0"/>
                    <a:pt x="351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00" lIns="91425" spcFirstLastPara="1" rIns="91425" wrap="square" tIns="5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05" name="Google Shape;1205;p12"/>
            <p:cNvSpPr/>
            <p:nvPr/>
          </p:nvSpPr>
          <p:spPr>
            <a:xfrm>
              <a:off x="8473680" y="1066320"/>
              <a:ext cx="19080" cy="24840"/>
            </a:xfrm>
            <a:custGeom>
              <a:rect b="b" l="l" r="r" t="t"/>
              <a:pathLst>
                <a:path extrusionOk="0" h="497" w="383">
                  <a:moveTo>
                    <a:pt x="65" y="0"/>
                  </a:moveTo>
                  <a:cubicBezTo>
                    <a:pt x="55" y="0"/>
                    <a:pt x="45" y="3"/>
                    <a:pt x="36" y="8"/>
                  </a:cubicBezTo>
                  <a:cubicBezTo>
                    <a:pt x="7" y="23"/>
                    <a:pt x="0" y="59"/>
                    <a:pt x="14" y="87"/>
                  </a:cubicBezTo>
                  <a:cubicBezTo>
                    <a:pt x="85" y="227"/>
                    <a:pt x="163" y="369"/>
                    <a:pt x="278" y="479"/>
                  </a:cubicBezTo>
                  <a:cubicBezTo>
                    <a:pt x="290" y="490"/>
                    <a:pt x="306" y="496"/>
                    <a:pt x="321" y="496"/>
                  </a:cubicBezTo>
                  <a:cubicBezTo>
                    <a:pt x="335" y="496"/>
                    <a:pt x="349" y="491"/>
                    <a:pt x="360" y="479"/>
                  </a:cubicBezTo>
                  <a:cubicBezTo>
                    <a:pt x="383" y="458"/>
                    <a:pt x="383" y="421"/>
                    <a:pt x="362" y="399"/>
                  </a:cubicBezTo>
                  <a:cubicBezTo>
                    <a:pt x="255" y="295"/>
                    <a:pt x="184" y="163"/>
                    <a:pt x="116" y="29"/>
                  </a:cubicBezTo>
                  <a:cubicBezTo>
                    <a:pt x="107" y="10"/>
                    <a:pt x="86" y="0"/>
                    <a:pt x="65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600" lIns="91425" spcFirstLastPara="1" rIns="91425" wrap="square" tIns="12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06" name="Google Shape;1206;p12"/>
            <p:cNvSpPr/>
            <p:nvPr/>
          </p:nvSpPr>
          <p:spPr>
            <a:xfrm>
              <a:off x="8371800" y="1103760"/>
              <a:ext cx="14760" cy="11160"/>
            </a:xfrm>
            <a:custGeom>
              <a:rect b="b" l="l" r="r" t="t"/>
              <a:pathLst>
                <a:path extrusionOk="0" h="232" w="298">
                  <a:moveTo>
                    <a:pt x="149" y="1"/>
                  </a:moveTo>
                  <a:cubicBezTo>
                    <a:pt x="0" y="1"/>
                    <a:pt x="0" y="232"/>
                    <a:pt x="149" y="232"/>
                  </a:cubicBezTo>
                  <a:cubicBezTo>
                    <a:pt x="298" y="232"/>
                    <a:pt x="298" y="1"/>
                    <a:pt x="149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750" lIns="91425" spcFirstLastPara="1" rIns="91425" wrap="square" tIns="5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07" name="Google Shape;1207;p12"/>
            <p:cNvSpPr/>
            <p:nvPr/>
          </p:nvSpPr>
          <p:spPr>
            <a:xfrm>
              <a:off x="8368920" y="1036440"/>
              <a:ext cx="12240" cy="11520"/>
            </a:xfrm>
            <a:custGeom>
              <a:rect b="b" l="l" r="r" t="t"/>
              <a:pathLst>
                <a:path extrusionOk="0" h="236" w="247">
                  <a:moveTo>
                    <a:pt x="88" y="226"/>
                  </a:moveTo>
                  <a:cubicBezTo>
                    <a:pt x="88" y="226"/>
                    <a:pt x="88" y="226"/>
                    <a:pt x="88" y="226"/>
                  </a:cubicBezTo>
                  <a:lnTo>
                    <a:pt x="88" y="226"/>
                  </a:lnTo>
                  <a:cubicBezTo>
                    <a:pt x="87" y="226"/>
                    <a:pt x="86" y="226"/>
                    <a:pt x="85" y="226"/>
                  </a:cubicBezTo>
                  <a:close/>
                  <a:moveTo>
                    <a:pt x="136" y="227"/>
                  </a:moveTo>
                  <a:lnTo>
                    <a:pt x="136" y="227"/>
                  </a:lnTo>
                  <a:cubicBezTo>
                    <a:pt x="134" y="228"/>
                    <a:pt x="132" y="228"/>
                    <a:pt x="130" y="228"/>
                  </a:cubicBezTo>
                  <a:lnTo>
                    <a:pt x="130" y="228"/>
                  </a:lnTo>
                  <a:cubicBezTo>
                    <a:pt x="131" y="228"/>
                    <a:pt x="133" y="228"/>
                    <a:pt x="135" y="227"/>
                  </a:cubicBezTo>
                  <a:cubicBezTo>
                    <a:pt x="135" y="227"/>
                    <a:pt x="136" y="227"/>
                    <a:pt x="136" y="227"/>
                  </a:cubicBezTo>
                  <a:close/>
                  <a:moveTo>
                    <a:pt x="115" y="1"/>
                  </a:moveTo>
                  <a:cubicBezTo>
                    <a:pt x="104" y="1"/>
                    <a:pt x="94" y="1"/>
                    <a:pt x="85" y="5"/>
                  </a:cubicBezTo>
                  <a:cubicBezTo>
                    <a:pt x="75" y="8"/>
                    <a:pt x="67" y="12"/>
                    <a:pt x="57" y="18"/>
                  </a:cubicBezTo>
                  <a:cubicBezTo>
                    <a:pt x="43" y="23"/>
                    <a:pt x="32" y="35"/>
                    <a:pt x="24" y="47"/>
                  </a:cubicBezTo>
                  <a:cubicBezTo>
                    <a:pt x="17" y="54"/>
                    <a:pt x="12" y="63"/>
                    <a:pt x="10" y="71"/>
                  </a:cubicBezTo>
                  <a:cubicBezTo>
                    <a:pt x="3" y="86"/>
                    <a:pt x="0" y="100"/>
                    <a:pt x="0" y="115"/>
                  </a:cubicBezTo>
                  <a:cubicBezTo>
                    <a:pt x="2" y="127"/>
                    <a:pt x="3" y="137"/>
                    <a:pt x="3" y="146"/>
                  </a:cubicBezTo>
                  <a:cubicBezTo>
                    <a:pt x="7" y="155"/>
                    <a:pt x="10" y="163"/>
                    <a:pt x="16" y="175"/>
                  </a:cubicBezTo>
                  <a:cubicBezTo>
                    <a:pt x="23" y="189"/>
                    <a:pt x="34" y="199"/>
                    <a:pt x="46" y="206"/>
                  </a:cubicBezTo>
                  <a:cubicBezTo>
                    <a:pt x="57" y="217"/>
                    <a:pt x="71" y="224"/>
                    <a:pt x="85" y="227"/>
                  </a:cubicBezTo>
                  <a:cubicBezTo>
                    <a:pt x="87" y="227"/>
                    <a:pt x="88" y="227"/>
                    <a:pt x="91" y="230"/>
                  </a:cubicBezTo>
                  <a:cubicBezTo>
                    <a:pt x="94" y="230"/>
                    <a:pt x="98" y="232"/>
                    <a:pt x="100" y="232"/>
                  </a:cubicBezTo>
                  <a:lnTo>
                    <a:pt x="101" y="232"/>
                  </a:lnTo>
                  <a:cubicBezTo>
                    <a:pt x="109" y="235"/>
                    <a:pt x="117" y="236"/>
                    <a:pt x="125" y="236"/>
                  </a:cubicBezTo>
                  <a:cubicBezTo>
                    <a:pt x="133" y="236"/>
                    <a:pt x="140" y="235"/>
                    <a:pt x="148" y="233"/>
                  </a:cubicBezTo>
                  <a:cubicBezTo>
                    <a:pt x="163" y="233"/>
                    <a:pt x="177" y="227"/>
                    <a:pt x="190" y="219"/>
                  </a:cubicBezTo>
                  <a:cubicBezTo>
                    <a:pt x="204" y="212"/>
                    <a:pt x="214" y="202"/>
                    <a:pt x="221" y="189"/>
                  </a:cubicBezTo>
                  <a:cubicBezTo>
                    <a:pt x="233" y="178"/>
                    <a:pt x="240" y="163"/>
                    <a:pt x="243" y="149"/>
                  </a:cubicBezTo>
                  <a:cubicBezTo>
                    <a:pt x="244" y="139"/>
                    <a:pt x="247" y="128"/>
                    <a:pt x="247" y="120"/>
                  </a:cubicBezTo>
                  <a:cubicBezTo>
                    <a:pt x="247" y="98"/>
                    <a:pt x="241" y="78"/>
                    <a:pt x="230" y="61"/>
                  </a:cubicBezTo>
                  <a:cubicBezTo>
                    <a:pt x="226" y="54"/>
                    <a:pt x="219" y="46"/>
                    <a:pt x="213" y="39"/>
                  </a:cubicBezTo>
                  <a:cubicBezTo>
                    <a:pt x="199" y="25"/>
                    <a:pt x="180" y="13"/>
                    <a:pt x="162" y="8"/>
                  </a:cubicBezTo>
                  <a:cubicBezTo>
                    <a:pt x="158" y="6"/>
                    <a:pt x="154" y="6"/>
                    <a:pt x="151" y="5"/>
                  </a:cubicBezTo>
                  <a:lnTo>
                    <a:pt x="151" y="5"/>
                  </a:lnTo>
                  <a:cubicBezTo>
                    <a:pt x="150" y="5"/>
                    <a:pt x="150" y="5"/>
                    <a:pt x="149" y="5"/>
                  </a:cubicBezTo>
                  <a:lnTo>
                    <a:pt x="145" y="5"/>
                  </a:lnTo>
                  <a:lnTo>
                    <a:pt x="115" y="1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750" lIns="91425" spcFirstLastPara="1" rIns="91425" wrap="square" tIns="5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08" name="Google Shape;1208;p12"/>
            <p:cNvSpPr/>
            <p:nvPr/>
          </p:nvSpPr>
          <p:spPr>
            <a:xfrm>
              <a:off x="8334720" y="1019520"/>
              <a:ext cx="11880" cy="12600"/>
            </a:xfrm>
            <a:custGeom>
              <a:rect b="b" l="l" r="r" t="t"/>
              <a:pathLst>
                <a:path extrusionOk="0" h="259" w="241">
                  <a:moveTo>
                    <a:pt x="123" y="1"/>
                  </a:moveTo>
                  <a:cubicBezTo>
                    <a:pt x="102" y="1"/>
                    <a:pt x="83" y="6"/>
                    <a:pt x="65" y="16"/>
                  </a:cubicBezTo>
                  <a:cubicBezTo>
                    <a:pt x="58" y="22"/>
                    <a:pt x="49" y="29"/>
                    <a:pt x="42" y="35"/>
                  </a:cubicBezTo>
                  <a:cubicBezTo>
                    <a:pt x="28" y="49"/>
                    <a:pt x="18" y="66"/>
                    <a:pt x="12" y="86"/>
                  </a:cubicBezTo>
                  <a:cubicBezTo>
                    <a:pt x="9" y="94"/>
                    <a:pt x="8" y="106"/>
                    <a:pt x="7" y="114"/>
                  </a:cubicBezTo>
                  <a:cubicBezTo>
                    <a:pt x="1" y="130"/>
                    <a:pt x="1" y="144"/>
                    <a:pt x="5" y="159"/>
                  </a:cubicBezTo>
                  <a:cubicBezTo>
                    <a:pt x="5" y="176"/>
                    <a:pt x="9" y="191"/>
                    <a:pt x="19" y="202"/>
                  </a:cubicBezTo>
                  <a:cubicBezTo>
                    <a:pt x="26" y="216"/>
                    <a:pt x="36" y="227"/>
                    <a:pt x="49" y="234"/>
                  </a:cubicBezTo>
                  <a:cubicBezTo>
                    <a:pt x="60" y="244"/>
                    <a:pt x="75" y="251"/>
                    <a:pt x="89" y="256"/>
                  </a:cubicBezTo>
                  <a:cubicBezTo>
                    <a:pt x="99" y="257"/>
                    <a:pt x="110" y="259"/>
                    <a:pt x="119" y="259"/>
                  </a:cubicBezTo>
                  <a:cubicBezTo>
                    <a:pt x="140" y="259"/>
                    <a:pt x="160" y="253"/>
                    <a:pt x="177" y="243"/>
                  </a:cubicBezTo>
                  <a:cubicBezTo>
                    <a:pt x="184" y="237"/>
                    <a:pt x="192" y="230"/>
                    <a:pt x="199" y="226"/>
                  </a:cubicBezTo>
                  <a:cubicBezTo>
                    <a:pt x="216" y="209"/>
                    <a:pt x="225" y="193"/>
                    <a:pt x="231" y="174"/>
                  </a:cubicBezTo>
                  <a:cubicBezTo>
                    <a:pt x="232" y="165"/>
                    <a:pt x="233" y="155"/>
                    <a:pt x="235" y="145"/>
                  </a:cubicBezTo>
                  <a:cubicBezTo>
                    <a:pt x="240" y="130"/>
                    <a:pt x="240" y="115"/>
                    <a:pt x="238" y="100"/>
                  </a:cubicBezTo>
                  <a:cubicBezTo>
                    <a:pt x="238" y="84"/>
                    <a:pt x="232" y="70"/>
                    <a:pt x="223" y="57"/>
                  </a:cubicBezTo>
                  <a:cubicBezTo>
                    <a:pt x="216" y="43"/>
                    <a:pt x="205" y="32"/>
                    <a:pt x="192" y="25"/>
                  </a:cubicBezTo>
                  <a:cubicBezTo>
                    <a:pt x="182" y="15"/>
                    <a:pt x="168" y="8"/>
                    <a:pt x="154" y="3"/>
                  </a:cubicBezTo>
                  <a:cubicBezTo>
                    <a:pt x="143" y="2"/>
                    <a:pt x="133" y="1"/>
                    <a:pt x="123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475" lIns="91425" spcFirstLastPara="1" rIns="91425" wrap="square" tIns="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09" name="Google Shape;1209;p12"/>
            <p:cNvSpPr/>
            <p:nvPr/>
          </p:nvSpPr>
          <p:spPr>
            <a:xfrm>
              <a:off x="8423280" y="1163160"/>
              <a:ext cx="12960" cy="13680"/>
            </a:xfrm>
            <a:custGeom>
              <a:rect b="b" l="l" r="r" t="t"/>
              <a:pathLst>
                <a:path extrusionOk="0" h="282" w="267">
                  <a:moveTo>
                    <a:pt x="122" y="1"/>
                  </a:moveTo>
                  <a:cubicBezTo>
                    <a:pt x="115" y="1"/>
                    <a:pt x="107" y="2"/>
                    <a:pt x="99" y="4"/>
                  </a:cubicBezTo>
                  <a:cubicBezTo>
                    <a:pt x="84" y="4"/>
                    <a:pt x="70" y="8"/>
                    <a:pt x="57" y="18"/>
                  </a:cubicBezTo>
                  <a:cubicBezTo>
                    <a:pt x="50" y="22"/>
                    <a:pt x="41" y="29"/>
                    <a:pt x="34" y="35"/>
                  </a:cubicBezTo>
                  <a:cubicBezTo>
                    <a:pt x="20" y="49"/>
                    <a:pt x="10" y="68"/>
                    <a:pt x="4" y="86"/>
                  </a:cubicBezTo>
                  <a:cubicBezTo>
                    <a:pt x="3" y="97"/>
                    <a:pt x="0" y="107"/>
                    <a:pt x="0" y="117"/>
                  </a:cubicBezTo>
                  <a:cubicBezTo>
                    <a:pt x="0" y="138"/>
                    <a:pt x="6" y="157"/>
                    <a:pt x="17" y="175"/>
                  </a:cubicBezTo>
                  <a:cubicBezTo>
                    <a:pt x="29" y="191"/>
                    <a:pt x="40" y="209"/>
                    <a:pt x="53" y="225"/>
                  </a:cubicBezTo>
                  <a:cubicBezTo>
                    <a:pt x="58" y="239"/>
                    <a:pt x="70" y="249"/>
                    <a:pt x="82" y="256"/>
                  </a:cubicBezTo>
                  <a:cubicBezTo>
                    <a:pt x="92" y="267"/>
                    <a:pt x="106" y="274"/>
                    <a:pt x="121" y="277"/>
                  </a:cubicBezTo>
                  <a:cubicBezTo>
                    <a:pt x="131" y="281"/>
                    <a:pt x="140" y="282"/>
                    <a:pt x="148" y="282"/>
                  </a:cubicBezTo>
                  <a:cubicBezTo>
                    <a:pt x="155" y="282"/>
                    <a:pt x="161" y="281"/>
                    <a:pt x="167" y="280"/>
                  </a:cubicBezTo>
                  <a:cubicBezTo>
                    <a:pt x="183" y="280"/>
                    <a:pt x="197" y="274"/>
                    <a:pt x="210" y="266"/>
                  </a:cubicBezTo>
                  <a:cubicBezTo>
                    <a:pt x="217" y="260"/>
                    <a:pt x="226" y="253"/>
                    <a:pt x="233" y="247"/>
                  </a:cubicBezTo>
                  <a:cubicBezTo>
                    <a:pt x="247" y="233"/>
                    <a:pt x="258" y="216"/>
                    <a:pt x="262" y="196"/>
                  </a:cubicBezTo>
                  <a:cubicBezTo>
                    <a:pt x="265" y="185"/>
                    <a:pt x="267" y="175"/>
                    <a:pt x="267" y="167"/>
                  </a:cubicBezTo>
                  <a:cubicBezTo>
                    <a:pt x="267" y="145"/>
                    <a:pt x="261" y="126"/>
                    <a:pt x="251" y="107"/>
                  </a:cubicBezTo>
                  <a:cubicBezTo>
                    <a:pt x="238" y="92"/>
                    <a:pt x="227" y="75"/>
                    <a:pt x="216" y="58"/>
                  </a:cubicBezTo>
                  <a:cubicBezTo>
                    <a:pt x="209" y="43"/>
                    <a:pt x="197" y="33"/>
                    <a:pt x="184" y="26"/>
                  </a:cubicBezTo>
                  <a:cubicBezTo>
                    <a:pt x="174" y="15"/>
                    <a:pt x="160" y="8"/>
                    <a:pt x="146" y="5"/>
                  </a:cubicBezTo>
                  <a:cubicBezTo>
                    <a:pt x="138" y="2"/>
                    <a:pt x="130" y="1"/>
                    <a:pt x="122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25" lIns="91425" spcFirstLastPara="1" rIns="91425" wrap="square" tIns="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10" name="Google Shape;1210;p12"/>
            <p:cNvSpPr/>
            <p:nvPr/>
          </p:nvSpPr>
          <p:spPr>
            <a:xfrm>
              <a:off x="8449200" y="1208520"/>
              <a:ext cx="11880" cy="12240"/>
            </a:xfrm>
            <a:custGeom>
              <a:rect b="b" l="l" r="r" t="t"/>
              <a:pathLst>
                <a:path extrusionOk="0" h="248" w="241">
                  <a:moveTo>
                    <a:pt x="14" y="98"/>
                  </a:moveTo>
                  <a:cubicBezTo>
                    <a:pt x="14" y="98"/>
                    <a:pt x="14" y="98"/>
                    <a:pt x="14" y="98"/>
                  </a:cubicBezTo>
                  <a:lnTo>
                    <a:pt x="14" y="98"/>
                  </a:lnTo>
                  <a:cubicBezTo>
                    <a:pt x="14" y="98"/>
                    <a:pt x="14" y="98"/>
                    <a:pt x="14" y="98"/>
                  </a:cubicBezTo>
                  <a:close/>
                  <a:moveTo>
                    <a:pt x="120" y="1"/>
                  </a:moveTo>
                  <a:cubicBezTo>
                    <a:pt x="113" y="1"/>
                    <a:pt x="106" y="2"/>
                    <a:pt x="99" y="4"/>
                  </a:cubicBezTo>
                  <a:cubicBezTo>
                    <a:pt x="84" y="4"/>
                    <a:pt x="69" y="8"/>
                    <a:pt x="57" y="18"/>
                  </a:cubicBezTo>
                  <a:cubicBezTo>
                    <a:pt x="43" y="25"/>
                    <a:pt x="33" y="35"/>
                    <a:pt x="26" y="48"/>
                  </a:cubicBezTo>
                  <a:cubicBezTo>
                    <a:pt x="14" y="58"/>
                    <a:pt x="7" y="72"/>
                    <a:pt x="3" y="86"/>
                  </a:cubicBezTo>
                  <a:cubicBezTo>
                    <a:pt x="1" y="98"/>
                    <a:pt x="0" y="107"/>
                    <a:pt x="0" y="117"/>
                  </a:cubicBezTo>
                  <a:cubicBezTo>
                    <a:pt x="0" y="138"/>
                    <a:pt x="5" y="156"/>
                    <a:pt x="15" y="174"/>
                  </a:cubicBezTo>
                  <a:lnTo>
                    <a:pt x="15" y="174"/>
                  </a:lnTo>
                  <a:cubicBezTo>
                    <a:pt x="17" y="180"/>
                    <a:pt x="20" y="186"/>
                    <a:pt x="24" y="191"/>
                  </a:cubicBezTo>
                  <a:cubicBezTo>
                    <a:pt x="31" y="205"/>
                    <a:pt x="43" y="217"/>
                    <a:pt x="55" y="224"/>
                  </a:cubicBezTo>
                  <a:cubicBezTo>
                    <a:pt x="65" y="234"/>
                    <a:pt x="79" y="241"/>
                    <a:pt x="94" y="245"/>
                  </a:cubicBezTo>
                  <a:cubicBezTo>
                    <a:pt x="105" y="246"/>
                    <a:pt x="115" y="248"/>
                    <a:pt x="123" y="248"/>
                  </a:cubicBezTo>
                  <a:cubicBezTo>
                    <a:pt x="145" y="248"/>
                    <a:pt x="164" y="242"/>
                    <a:pt x="183" y="232"/>
                  </a:cubicBezTo>
                  <a:cubicBezTo>
                    <a:pt x="190" y="227"/>
                    <a:pt x="198" y="219"/>
                    <a:pt x="205" y="215"/>
                  </a:cubicBezTo>
                  <a:cubicBezTo>
                    <a:pt x="221" y="195"/>
                    <a:pt x="232" y="180"/>
                    <a:pt x="238" y="160"/>
                  </a:cubicBezTo>
                  <a:lnTo>
                    <a:pt x="238" y="156"/>
                  </a:lnTo>
                  <a:lnTo>
                    <a:pt x="238" y="154"/>
                  </a:lnTo>
                  <a:cubicBezTo>
                    <a:pt x="240" y="144"/>
                    <a:pt x="241" y="133"/>
                    <a:pt x="241" y="123"/>
                  </a:cubicBezTo>
                  <a:lnTo>
                    <a:pt x="241" y="120"/>
                  </a:lnTo>
                  <a:lnTo>
                    <a:pt x="241" y="119"/>
                  </a:lnTo>
                  <a:lnTo>
                    <a:pt x="238" y="89"/>
                  </a:lnTo>
                  <a:lnTo>
                    <a:pt x="225" y="61"/>
                  </a:lnTo>
                  <a:lnTo>
                    <a:pt x="207" y="37"/>
                  </a:lnTo>
                  <a:lnTo>
                    <a:pt x="184" y="20"/>
                  </a:lnTo>
                  <a:lnTo>
                    <a:pt x="183" y="20"/>
                  </a:lnTo>
                  <a:cubicBezTo>
                    <a:pt x="180" y="20"/>
                    <a:pt x="156" y="8"/>
                    <a:pt x="154" y="7"/>
                  </a:cubicBezTo>
                  <a:lnTo>
                    <a:pt x="152" y="7"/>
                  </a:lnTo>
                  <a:cubicBezTo>
                    <a:pt x="150" y="7"/>
                    <a:pt x="147" y="5"/>
                    <a:pt x="145" y="5"/>
                  </a:cubicBezTo>
                  <a:cubicBezTo>
                    <a:pt x="136" y="2"/>
                    <a:pt x="128" y="1"/>
                    <a:pt x="120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100" lIns="91425" spcFirstLastPara="1" rIns="91425" wrap="square" tIns="6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11" name="Google Shape;1211;p12"/>
            <p:cNvSpPr/>
            <p:nvPr/>
          </p:nvSpPr>
          <p:spPr>
            <a:xfrm>
              <a:off x="8406000" y="1234800"/>
              <a:ext cx="11520" cy="11880"/>
            </a:xfrm>
            <a:custGeom>
              <a:rect b="b" l="l" r="r" t="t"/>
              <a:pathLst>
                <a:path extrusionOk="0" h="246" w="236">
                  <a:moveTo>
                    <a:pt x="120" y="0"/>
                  </a:moveTo>
                  <a:cubicBezTo>
                    <a:pt x="98" y="0"/>
                    <a:pt x="79" y="6"/>
                    <a:pt x="62" y="17"/>
                  </a:cubicBezTo>
                  <a:cubicBezTo>
                    <a:pt x="55" y="22"/>
                    <a:pt x="45" y="29"/>
                    <a:pt x="38" y="34"/>
                  </a:cubicBezTo>
                  <a:cubicBezTo>
                    <a:pt x="23" y="49"/>
                    <a:pt x="13" y="67"/>
                    <a:pt x="8" y="85"/>
                  </a:cubicBezTo>
                  <a:cubicBezTo>
                    <a:pt x="8" y="91"/>
                    <a:pt x="6" y="95"/>
                    <a:pt x="6" y="100"/>
                  </a:cubicBezTo>
                  <a:cubicBezTo>
                    <a:pt x="1" y="117"/>
                    <a:pt x="1" y="131"/>
                    <a:pt x="5" y="146"/>
                  </a:cubicBezTo>
                  <a:cubicBezTo>
                    <a:pt x="5" y="162"/>
                    <a:pt x="9" y="176"/>
                    <a:pt x="18" y="189"/>
                  </a:cubicBezTo>
                  <a:cubicBezTo>
                    <a:pt x="25" y="203"/>
                    <a:pt x="36" y="213"/>
                    <a:pt x="49" y="220"/>
                  </a:cubicBezTo>
                  <a:cubicBezTo>
                    <a:pt x="59" y="231"/>
                    <a:pt x="73" y="239"/>
                    <a:pt x="87" y="241"/>
                  </a:cubicBezTo>
                  <a:cubicBezTo>
                    <a:pt x="98" y="244"/>
                    <a:pt x="108" y="246"/>
                    <a:pt x="118" y="246"/>
                  </a:cubicBezTo>
                  <a:cubicBezTo>
                    <a:pt x="140" y="246"/>
                    <a:pt x="158" y="240"/>
                    <a:pt x="176" y="230"/>
                  </a:cubicBezTo>
                  <a:cubicBezTo>
                    <a:pt x="183" y="224"/>
                    <a:pt x="192" y="217"/>
                    <a:pt x="199" y="212"/>
                  </a:cubicBezTo>
                  <a:cubicBezTo>
                    <a:pt x="213" y="197"/>
                    <a:pt x="222" y="180"/>
                    <a:pt x="229" y="161"/>
                  </a:cubicBezTo>
                  <a:cubicBezTo>
                    <a:pt x="229" y="155"/>
                    <a:pt x="232" y="152"/>
                    <a:pt x="232" y="146"/>
                  </a:cubicBezTo>
                  <a:cubicBezTo>
                    <a:pt x="236" y="131"/>
                    <a:pt x="236" y="117"/>
                    <a:pt x="233" y="100"/>
                  </a:cubicBezTo>
                  <a:cubicBezTo>
                    <a:pt x="233" y="84"/>
                    <a:pt x="227" y="70"/>
                    <a:pt x="219" y="57"/>
                  </a:cubicBezTo>
                  <a:cubicBezTo>
                    <a:pt x="212" y="43"/>
                    <a:pt x="200" y="33"/>
                    <a:pt x="189" y="26"/>
                  </a:cubicBezTo>
                  <a:cubicBezTo>
                    <a:pt x="178" y="15"/>
                    <a:pt x="164" y="8"/>
                    <a:pt x="149" y="5"/>
                  </a:cubicBezTo>
                  <a:cubicBezTo>
                    <a:pt x="140" y="3"/>
                    <a:pt x="128" y="0"/>
                    <a:pt x="120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100" lIns="91425" spcFirstLastPara="1" rIns="91425" wrap="square" tIns="6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12" name="Google Shape;1212;p12"/>
            <p:cNvSpPr/>
            <p:nvPr/>
          </p:nvSpPr>
          <p:spPr>
            <a:xfrm>
              <a:off x="8469360" y="1085400"/>
              <a:ext cx="11520" cy="11880"/>
            </a:xfrm>
            <a:custGeom>
              <a:rect b="b" l="l" r="r" t="t"/>
              <a:pathLst>
                <a:path extrusionOk="0" h="245" w="237">
                  <a:moveTo>
                    <a:pt x="120" y="0"/>
                  </a:moveTo>
                  <a:cubicBezTo>
                    <a:pt x="99" y="0"/>
                    <a:pt x="79" y="6"/>
                    <a:pt x="62" y="16"/>
                  </a:cubicBezTo>
                  <a:cubicBezTo>
                    <a:pt x="55" y="22"/>
                    <a:pt x="45" y="29"/>
                    <a:pt x="38" y="33"/>
                  </a:cubicBezTo>
                  <a:cubicBezTo>
                    <a:pt x="23" y="47"/>
                    <a:pt x="14" y="66"/>
                    <a:pt x="8" y="85"/>
                  </a:cubicBezTo>
                  <a:cubicBezTo>
                    <a:pt x="8" y="90"/>
                    <a:pt x="6" y="94"/>
                    <a:pt x="6" y="100"/>
                  </a:cubicBezTo>
                  <a:cubicBezTo>
                    <a:pt x="1" y="115"/>
                    <a:pt x="1" y="129"/>
                    <a:pt x="4" y="145"/>
                  </a:cubicBezTo>
                  <a:cubicBezTo>
                    <a:pt x="4" y="161"/>
                    <a:pt x="9" y="175"/>
                    <a:pt x="18" y="187"/>
                  </a:cubicBezTo>
                  <a:cubicBezTo>
                    <a:pt x="25" y="202"/>
                    <a:pt x="36" y="213"/>
                    <a:pt x="49" y="220"/>
                  </a:cubicBezTo>
                  <a:cubicBezTo>
                    <a:pt x="59" y="230"/>
                    <a:pt x="73" y="237"/>
                    <a:pt x="87" y="241"/>
                  </a:cubicBezTo>
                  <a:cubicBezTo>
                    <a:pt x="99" y="243"/>
                    <a:pt x="109" y="244"/>
                    <a:pt x="118" y="244"/>
                  </a:cubicBezTo>
                  <a:cubicBezTo>
                    <a:pt x="140" y="244"/>
                    <a:pt x="158" y="238"/>
                    <a:pt x="177" y="229"/>
                  </a:cubicBezTo>
                  <a:cubicBezTo>
                    <a:pt x="184" y="223"/>
                    <a:pt x="192" y="216"/>
                    <a:pt x="199" y="210"/>
                  </a:cubicBezTo>
                  <a:cubicBezTo>
                    <a:pt x="213" y="197"/>
                    <a:pt x="225" y="179"/>
                    <a:pt x="229" y="159"/>
                  </a:cubicBezTo>
                  <a:cubicBezTo>
                    <a:pt x="229" y="153"/>
                    <a:pt x="232" y="151"/>
                    <a:pt x="232" y="145"/>
                  </a:cubicBezTo>
                  <a:cubicBezTo>
                    <a:pt x="236" y="129"/>
                    <a:pt x="236" y="115"/>
                    <a:pt x="233" y="100"/>
                  </a:cubicBezTo>
                  <a:cubicBezTo>
                    <a:pt x="233" y="83"/>
                    <a:pt x="228" y="68"/>
                    <a:pt x="219" y="57"/>
                  </a:cubicBezTo>
                  <a:cubicBezTo>
                    <a:pt x="212" y="43"/>
                    <a:pt x="201" y="32"/>
                    <a:pt x="189" y="25"/>
                  </a:cubicBezTo>
                  <a:cubicBezTo>
                    <a:pt x="178" y="15"/>
                    <a:pt x="164" y="7"/>
                    <a:pt x="150" y="3"/>
                  </a:cubicBezTo>
                  <a:cubicBezTo>
                    <a:pt x="138" y="2"/>
                    <a:pt x="128" y="0"/>
                    <a:pt x="120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100" lIns="91425" spcFirstLastPara="1" rIns="91425" wrap="square" tIns="6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13" name="Google Shape;1213;p12"/>
            <p:cNvSpPr/>
            <p:nvPr/>
          </p:nvSpPr>
          <p:spPr>
            <a:xfrm>
              <a:off x="8305200" y="853920"/>
              <a:ext cx="14400" cy="11160"/>
            </a:xfrm>
            <a:custGeom>
              <a:rect b="b" l="l" r="r" t="t"/>
              <a:pathLst>
                <a:path extrusionOk="0" h="231" w="296">
                  <a:moveTo>
                    <a:pt x="147" y="1"/>
                  </a:moveTo>
                  <a:cubicBezTo>
                    <a:pt x="1" y="1"/>
                    <a:pt x="1" y="230"/>
                    <a:pt x="147" y="230"/>
                  </a:cubicBezTo>
                  <a:cubicBezTo>
                    <a:pt x="295" y="230"/>
                    <a:pt x="295" y="1"/>
                    <a:pt x="147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750" lIns="91425" spcFirstLastPara="1" rIns="91425" wrap="square" tIns="5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14" name="Google Shape;1214;p12"/>
            <p:cNvSpPr/>
            <p:nvPr/>
          </p:nvSpPr>
          <p:spPr>
            <a:xfrm>
              <a:off x="8320680" y="903960"/>
              <a:ext cx="14760" cy="11160"/>
            </a:xfrm>
            <a:custGeom>
              <a:rect b="b" l="l" r="r" t="t"/>
              <a:pathLst>
                <a:path extrusionOk="0" h="232" w="299">
                  <a:moveTo>
                    <a:pt x="150" y="1"/>
                  </a:moveTo>
                  <a:cubicBezTo>
                    <a:pt x="2" y="1"/>
                    <a:pt x="1" y="232"/>
                    <a:pt x="150" y="232"/>
                  </a:cubicBezTo>
                  <a:cubicBezTo>
                    <a:pt x="298" y="232"/>
                    <a:pt x="298" y="1"/>
                    <a:pt x="150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750" lIns="91425" spcFirstLastPara="1" rIns="91425" wrap="square" tIns="5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15" name="Google Shape;1215;p12"/>
            <p:cNvSpPr/>
            <p:nvPr/>
          </p:nvSpPr>
          <p:spPr>
            <a:xfrm>
              <a:off x="8287560" y="784080"/>
              <a:ext cx="11880" cy="12240"/>
            </a:xfrm>
            <a:custGeom>
              <a:rect b="b" l="l" r="r" t="t"/>
              <a:pathLst>
                <a:path extrusionOk="0" h="249" w="244">
                  <a:moveTo>
                    <a:pt x="121" y="1"/>
                  </a:moveTo>
                  <a:cubicBezTo>
                    <a:pt x="114" y="1"/>
                    <a:pt x="107" y="2"/>
                    <a:pt x="100" y="4"/>
                  </a:cubicBezTo>
                  <a:cubicBezTo>
                    <a:pt x="84" y="4"/>
                    <a:pt x="70" y="8"/>
                    <a:pt x="58" y="18"/>
                  </a:cubicBezTo>
                  <a:cubicBezTo>
                    <a:pt x="50" y="22"/>
                    <a:pt x="42" y="29"/>
                    <a:pt x="35" y="35"/>
                  </a:cubicBezTo>
                  <a:cubicBezTo>
                    <a:pt x="21" y="49"/>
                    <a:pt x="9" y="68"/>
                    <a:pt x="4" y="86"/>
                  </a:cubicBezTo>
                  <a:cubicBezTo>
                    <a:pt x="2" y="97"/>
                    <a:pt x="1" y="107"/>
                    <a:pt x="1" y="117"/>
                  </a:cubicBezTo>
                  <a:cubicBezTo>
                    <a:pt x="1" y="136"/>
                    <a:pt x="7" y="155"/>
                    <a:pt x="16" y="175"/>
                  </a:cubicBezTo>
                  <a:cubicBezTo>
                    <a:pt x="21" y="181"/>
                    <a:pt x="24" y="184"/>
                    <a:pt x="28" y="189"/>
                  </a:cubicBezTo>
                  <a:lnTo>
                    <a:pt x="29" y="191"/>
                  </a:lnTo>
                  <a:cubicBezTo>
                    <a:pt x="36" y="205"/>
                    <a:pt x="46" y="216"/>
                    <a:pt x="59" y="224"/>
                  </a:cubicBezTo>
                  <a:cubicBezTo>
                    <a:pt x="70" y="233"/>
                    <a:pt x="84" y="241"/>
                    <a:pt x="99" y="245"/>
                  </a:cubicBezTo>
                  <a:cubicBezTo>
                    <a:pt x="107" y="247"/>
                    <a:pt x="115" y="248"/>
                    <a:pt x="124" y="248"/>
                  </a:cubicBezTo>
                  <a:cubicBezTo>
                    <a:pt x="130" y="248"/>
                    <a:pt x="137" y="247"/>
                    <a:pt x="144" y="246"/>
                  </a:cubicBezTo>
                  <a:cubicBezTo>
                    <a:pt x="160" y="246"/>
                    <a:pt x="174" y="241"/>
                    <a:pt x="186" y="232"/>
                  </a:cubicBezTo>
                  <a:cubicBezTo>
                    <a:pt x="194" y="226"/>
                    <a:pt x="202" y="219"/>
                    <a:pt x="209" y="214"/>
                  </a:cubicBezTo>
                  <a:cubicBezTo>
                    <a:pt x="223" y="199"/>
                    <a:pt x="235" y="182"/>
                    <a:pt x="240" y="163"/>
                  </a:cubicBezTo>
                  <a:cubicBezTo>
                    <a:pt x="242" y="153"/>
                    <a:pt x="243" y="141"/>
                    <a:pt x="243" y="133"/>
                  </a:cubicBezTo>
                  <a:cubicBezTo>
                    <a:pt x="243" y="112"/>
                    <a:pt x="237" y="92"/>
                    <a:pt x="228" y="75"/>
                  </a:cubicBezTo>
                  <a:cubicBezTo>
                    <a:pt x="223" y="69"/>
                    <a:pt x="220" y="65"/>
                    <a:pt x="216" y="61"/>
                  </a:cubicBezTo>
                  <a:lnTo>
                    <a:pt x="215" y="58"/>
                  </a:lnTo>
                  <a:cubicBezTo>
                    <a:pt x="208" y="44"/>
                    <a:pt x="198" y="34"/>
                    <a:pt x="185" y="27"/>
                  </a:cubicBezTo>
                  <a:cubicBezTo>
                    <a:pt x="174" y="15"/>
                    <a:pt x="160" y="8"/>
                    <a:pt x="145" y="5"/>
                  </a:cubicBezTo>
                  <a:cubicBezTo>
                    <a:pt x="137" y="2"/>
                    <a:pt x="129" y="1"/>
                    <a:pt x="121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100" lIns="91425" spcFirstLastPara="1" rIns="91425" wrap="square" tIns="6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16" name="Google Shape;1216;p12"/>
            <p:cNvSpPr/>
            <p:nvPr/>
          </p:nvSpPr>
          <p:spPr>
            <a:xfrm>
              <a:off x="8272440" y="828360"/>
              <a:ext cx="11880" cy="12240"/>
            </a:xfrm>
            <a:custGeom>
              <a:rect b="b" l="l" r="r" t="t"/>
              <a:pathLst>
                <a:path extrusionOk="0" h="248" w="243">
                  <a:moveTo>
                    <a:pt x="15" y="97"/>
                  </a:moveTo>
                  <a:cubicBezTo>
                    <a:pt x="15" y="97"/>
                    <a:pt x="15" y="98"/>
                    <a:pt x="15" y="98"/>
                  </a:cubicBezTo>
                  <a:lnTo>
                    <a:pt x="15" y="98"/>
                  </a:lnTo>
                  <a:cubicBezTo>
                    <a:pt x="15" y="98"/>
                    <a:pt x="15" y="97"/>
                    <a:pt x="15" y="97"/>
                  </a:cubicBezTo>
                  <a:close/>
                  <a:moveTo>
                    <a:pt x="122" y="1"/>
                  </a:moveTo>
                  <a:cubicBezTo>
                    <a:pt x="115" y="1"/>
                    <a:pt x="107" y="2"/>
                    <a:pt x="100" y="4"/>
                  </a:cubicBezTo>
                  <a:cubicBezTo>
                    <a:pt x="84" y="4"/>
                    <a:pt x="70" y="8"/>
                    <a:pt x="57" y="18"/>
                  </a:cubicBezTo>
                  <a:cubicBezTo>
                    <a:pt x="43" y="25"/>
                    <a:pt x="33" y="35"/>
                    <a:pt x="26" y="48"/>
                  </a:cubicBezTo>
                  <a:cubicBezTo>
                    <a:pt x="15" y="58"/>
                    <a:pt x="7" y="72"/>
                    <a:pt x="5" y="86"/>
                  </a:cubicBezTo>
                  <a:cubicBezTo>
                    <a:pt x="3" y="97"/>
                    <a:pt x="0" y="107"/>
                    <a:pt x="0" y="117"/>
                  </a:cubicBezTo>
                  <a:cubicBezTo>
                    <a:pt x="0" y="138"/>
                    <a:pt x="6" y="157"/>
                    <a:pt x="17" y="175"/>
                  </a:cubicBezTo>
                  <a:cubicBezTo>
                    <a:pt x="17" y="175"/>
                    <a:pt x="17" y="175"/>
                    <a:pt x="17" y="175"/>
                  </a:cubicBezTo>
                  <a:lnTo>
                    <a:pt x="17" y="175"/>
                  </a:lnTo>
                  <a:cubicBezTo>
                    <a:pt x="20" y="181"/>
                    <a:pt x="23" y="186"/>
                    <a:pt x="26" y="191"/>
                  </a:cubicBezTo>
                  <a:cubicBezTo>
                    <a:pt x="33" y="205"/>
                    <a:pt x="43" y="216"/>
                    <a:pt x="56" y="223"/>
                  </a:cubicBezTo>
                  <a:cubicBezTo>
                    <a:pt x="67" y="233"/>
                    <a:pt x="81" y="240"/>
                    <a:pt x="95" y="245"/>
                  </a:cubicBezTo>
                  <a:cubicBezTo>
                    <a:pt x="105" y="246"/>
                    <a:pt x="117" y="248"/>
                    <a:pt x="125" y="248"/>
                  </a:cubicBezTo>
                  <a:cubicBezTo>
                    <a:pt x="146" y="248"/>
                    <a:pt x="166" y="242"/>
                    <a:pt x="183" y="232"/>
                  </a:cubicBezTo>
                  <a:cubicBezTo>
                    <a:pt x="190" y="226"/>
                    <a:pt x="199" y="219"/>
                    <a:pt x="206" y="214"/>
                  </a:cubicBezTo>
                  <a:cubicBezTo>
                    <a:pt x="224" y="195"/>
                    <a:pt x="233" y="180"/>
                    <a:pt x="238" y="160"/>
                  </a:cubicBezTo>
                  <a:lnTo>
                    <a:pt x="238" y="155"/>
                  </a:lnTo>
                  <a:lnTo>
                    <a:pt x="238" y="154"/>
                  </a:lnTo>
                  <a:cubicBezTo>
                    <a:pt x="240" y="143"/>
                    <a:pt x="243" y="133"/>
                    <a:pt x="243" y="121"/>
                  </a:cubicBezTo>
                  <a:lnTo>
                    <a:pt x="243" y="120"/>
                  </a:lnTo>
                  <a:lnTo>
                    <a:pt x="243" y="119"/>
                  </a:lnTo>
                  <a:lnTo>
                    <a:pt x="238" y="89"/>
                  </a:lnTo>
                  <a:lnTo>
                    <a:pt x="226" y="60"/>
                  </a:lnTo>
                  <a:lnTo>
                    <a:pt x="209" y="36"/>
                  </a:lnTo>
                  <a:lnTo>
                    <a:pt x="185" y="19"/>
                  </a:lnTo>
                  <a:lnTo>
                    <a:pt x="183" y="19"/>
                  </a:lnTo>
                  <a:cubicBezTo>
                    <a:pt x="182" y="19"/>
                    <a:pt x="156" y="8"/>
                    <a:pt x="155" y="7"/>
                  </a:cubicBezTo>
                  <a:lnTo>
                    <a:pt x="153" y="7"/>
                  </a:lnTo>
                  <a:cubicBezTo>
                    <a:pt x="152" y="7"/>
                    <a:pt x="148" y="5"/>
                    <a:pt x="146" y="5"/>
                  </a:cubicBezTo>
                  <a:cubicBezTo>
                    <a:pt x="138" y="2"/>
                    <a:pt x="130" y="1"/>
                    <a:pt x="122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100" lIns="91425" spcFirstLastPara="1" rIns="91425" wrap="square" tIns="6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17" name="Google Shape;1217;p12"/>
            <p:cNvSpPr/>
            <p:nvPr/>
          </p:nvSpPr>
          <p:spPr>
            <a:xfrm>
              <a:off x="8202960" y="923760"/>
              <a:ext cx="14760" cy="11160"/>
            </a:xfrm>
            <a:custGeom>
              <a:rect b="b" l="l" r="r" t="t"/>
              <a:pathLst>
                <a:path extrusionOk="0" h="231" w="299">
                  <a:moveTo>
                    <a:pt x="150" y="1"/>
                  </a:moveTo>
                  <a:cubicBezTo>
                    <a:pt x="1" y="1"/>
                    <a:pt x="1" y="230"/>
                    <a:pt x="150" y="230"/>
                  </a:cubicBezTo>
                  <a:cubicBezTo>
                    <a:pt x="299" y="230"/>
                    <a:pt x="299" y="1"/>
                    <a:pt x="150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750" lIns="91425" spcFirstLastPara="1" rIns="91425" wrap="square" tIns="5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18" name="Google Shape;1218;p12"/>
            <p:cNvSpPr/>
            <p:nvPr/>
          </p:nvSpPr>
          <p:spPr>
            <a:xfrm>
              <a:off x="8223120" y="894600"/>
              <a:ext cx="14760" cy="11160"/>
            </a:xfrm>
            <a:custGeom>
              <a:rect b="b" l="l" r="r" t="t"/>
              <a:pathLst>
                <a:path extrusionOk="0" h="231" w="297">
                  <a:moveTo>
                    <a:pt x="148" y="1"/>
                  </a:moveTo>
                  <a:cubicBezTo>
                    <a:pt x="0" y="1"/>
                    <a:pt x="0" y="230"/>
                    <a:pt x="148" y="230"/>
                  </a:cubicBezTo>
                  <a:cubicBezTo>
                    <a:pt x="297" y="230"/>
                    <a:pt x="297" y="1"/>
                    <a:pt x="148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750" lIns="91425" spcFirstLastPara="1" rIns="91425" wrap="square" tIns="5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219" name="Google Shape;1219;p12"/>
          <p:cNvGrpSpPr/>
          <p:nvPr/>
        </p:nvGrpSpPr>
        <p:grpSpPr>
          <a:xfrm>
            <a:off x="7003440" y="3144600"/>
            <a:ext cx="2419920" cy="1969560"/>
            <a:chOff x="7003440" y="3144600"/>
            <a:chExt cx="2419920" cy="1969560"/>
          </a:xfrm>
        </p:grpSpPr>
        <p:sp>
          <p:nvSpPr>
            <p:cNvPr id="1220" name="Google Shape;1220;p12"/>
            <p:cNvSpPr/>
            <p:nvPr/>
          </p:nvSpPr>
          <p:spPr>
            <a:xfrm>
              <a:off x="7101720" y="3226320"/>
              <a:ext cx="2267280" cy="1809360"/>
            </a:xfrm>
            <a:custGeom>
              <a:rect b="b" l="l" r="r" t="t"/>
              <a:pathLst>
                <a:path extrusionOk="0" h="35927" w="45014">
                  <a:moveTo>
                    <a:pt x="10013" y="1282"/>
                  </a:moveTo>
                  <a:cubicBezTo>
                    <a:pt x="10696" y="1282"/>
                    <a:pt x="11378" y="1339"/>
                    <a:pt x="12052" y="1463"/>
                  </a:cubicBezTo>
                  <a:cubicBezTo>
                    <a:pt x="15828" y="2159"/>
                    <a:pt x="18593" y="5009"/>
                    <a:pt x="20690" y="8047"/>
                  </a:cubicBezTo>
                  <a:cubicBezTo>
                    <a:pt x="21986" y="9923"/>
                    <a:pt x="23109" y="11911"/>
                    <a:pt x="24433" y="13769"/>
                  </a:cubicBezTo>
                  <a:cubicBezTo>
                    <a:pt x="25698" y="15541"/>
                    <a:pt x="27182" y="17109"/>
                    <a:pt x="28870" y="18481"/>
                  </a:cubicBezTo>
                  <a:cubicBezTo>
                    <a:pt x="32100" y="21103"/>
                    <a:pt x="35821" y="22854"/>
                    <a:pt x="39409" y="24902"/>
                  </a:cubicBezTo>
                  <a:cubicBezTo>
                    <a:pt x="40955" y="25785"/>
                    <a:pt x="42505" y="26904"/>
                    <a:pt x="43188" y="28616"/>
                  </a:cubicBezTo>
                  <a:cubicBezTo>
                    <a:pt x="43745" y="30009"/>
                    <a:pt x="43699" y="31703"/>
                    <a:pt x="42610" y="32825"/>
                  </a:cubicBezTo>
                  <a:cubicBezTo>
                    <a:pt x="41421" y="34052"/>
                    <a:pt x="39430" y="34400"/>
                    <a:pt x="37777" y="34400"/>
                  </a:cubicBezTo>
                  <a:cubicBezTo>
                    <a:pt x="37730" y="34400"/>
                    <a:pt x="37684" y="34400"/>
                    <a:pt x="37638" y="34400"/>
                  </a:cubicBezTo>
                  <a:cubicBezTo>
                    <a:pt x="35839" y="34381"/>
                    <a:pt x="34076" y="33880"/>
                    <a:pt x="32537" y="32954"/>
                  </a:cubicBezTo>
                  <a:cubicBezTo>
                    <a:pt x="29540" y="31150"/>
                    <a:pt x="27604" y="28105"/>
                    <a:pt x="25228" y="25625"/>
                  </a:cubicBezTo>
                  <a:cubicBezTo>
                    <a:pt x="23951" y="24291"/>
                    <a:pt x="22503" y="23108"/>
                    <a:pt x="20782" y="22395"/>
                  </a:cubicBezTo>
                  <a:cubicBezTo>
                    <a:pt x="18974" y="21648"/>
                    <a:pt x="17004" y="21407"/>
                    <a:pt x="15072" y="21218"/>
                  </a:cubicBezTo>
                  <a:cubicBezTo>
                    <a:pt x="11578" y="20876"/>
                    <a:pt x="7603" y="20576"/>
                    <a:pt x="4983" y="17926"/>
                  </a:cubicBezTo>
                  <a:cubicBezTo>
                    <a:pt x="3499" y="16426"/>
                    <a:pt x="3103" y="14400"/>
                    <a:pt x="2594" y="12426"/>
                  </a:cubicBezTo>
                  <a:cubicBezTo>
                    <a:pt x="2021" y="10207"/>
                    <a:pt x="1432" y="7989"/>
                    <a:pt x="895" y="5760"/>
                  </a:cubicBezTo>
                  <a:cubicBezTo>
                    <a:pt x="866" y="5734"/>
                    <a:pt x="849" y="5695"/>
                    <a:pt x="854" y="5643"/>
                  </a:cubicBezTo>
                  <a:cubicBezTo>
                    <a:pt x="946" y="4928"/>
                    <a:pt x="1333" y="4343"/>
                    <a:pt x="1863" y="3865"/>
                  </a:cubicBezTo>
                  <a:cubicBezTo>
                    <a:pt x="3135" y="2719"/>
                    <a:pt x="5041" y="2113"/>
                    <a:pt x="6671" y="1710"/>
                  </a:cubicBezTo>
                  <a:cubicBezTo>
                    <a:pt x="7762" y="1438"/>
                    <a:pt x="8888" y="1282"/>
                    <a:pt x="10013" y="1282"/>
                  </a:cubicBezTo>
                  <a:close/>
                  <a:moveTo>
                    <a:pt x="10205" y="1"/>
                  </a:moveTo>
                  <a:cubicBezTo>
                    <a:pt x="10082" y="1"/>
                    <a:pt x="9958" y="2"/>
                    <a:pt x="9835" y="6"/>
                  </a:cubicBezTo>
                  <a:cubicBezTo>
                    <a:pt x="7610" y="74"/>
                    <a:pt x="5421" y="708"/>
                    <a:pt x="3460" y="1754"/>
                  </a:cubicBezTo>
                  <a:cubicBezTo>
                    <a:pt x="2560" y="2232"/>
                    <a:pt x="1352" y="2925"/>
                    <a:pt x="618" y="3847"/>
                  </a:cubicBezTo>
                  <a:cubicBezTo>
                    <a:pt x="624" y="3854"/>
                    <a:pt x="627" y="3865"/>
                    <a:pt x="633" y="3874"/>
                  </a:cubicBezTo>
                  <a:cubicBezTo>
                    <a:pt x="662" y="3930"/>
                    <a:pt x="609" y="3979"/>
                    <a:pt x="557" y="3979"/>
                  </a:cubicBezTo>
                  <a:cubicBezTo>
                    <a:pt x="545" y="3979"/>
                    <a:pt x="534" y="3976"/>
                    <a:pt x="523" y="3971"/>
                  </a:cubicBezTo>
                  <a:cubicBezTo>
                    <a:pt x="257" y="4334"/>
                    <a:pt x="67" y="4731"/>
                    <a:pt x="0" y="5162"/>
                  </a:cubicBezTo>
                  <a:cubicBezTo>
                    <a:pt x="169" y="5652"/>
                    <a:pt x="305" y="6149"/>
                    <a:pt x="420" y="6652"/>
                  </a:cubicBezTo>
                  <a:cubicBezTo>
                    <a:pt x="488" y="6672"/>
                    <a:pt x="513" y="6764"/>
                    <a:pt x="457" y="6817"/>
                  </a:cubicBezTo>
                  <a:cubicBezTo>
                    <a:pt x="539" y="7192"/>
                    <a:pt x="608" y="7574"/>
                    <a:pt x="667" y="7956"/>
                  </a:cubicBezTo>
                  <a:cubicBezTo>
                    <a:pt x="998" y="10126"/>
                    <a:pt x="1043" y="12356"/>
                    <a:pt x="1664" y="14475"/>
                  </a:cubicBezTo>
                  <a:cubicBezTo>
                    <a:pt x="1990" y="15593"/>
                    <a:pt x="2496" y="16642"/>
                    <a:pt x="3159" y="17584"/>
                  </a:cubicBezTo>
                  <a:cubicBezTo>
                    <a:pt x="3168" y="17578"/>
                    <a:pt x="3175" y="17571"/>
                    <a:pt x="3183" y="17566"/>
                  </a:cubicBezTo>
                  <a:cubicBezTo>
                    <a:pt x="3199" y="17555"/>
                    <a:pt x="3215" y="17550"/>
                    <a:pt x="3230" y="17550"/>
                  </a:cubicBezTo>
                  <a:cubicBezTo>
                    <a:pt x="3295" y="17550"/>
                    <a:pt x="3344" y="17642"/>
                    <a:pt x="3280" y="17696"/>
                  </a:cubicBezTo>
                  <a:lnTo>
                    <a:pt x="3253" y="17717"/>
                  </a:lnTo>
                  <a:cubicBezTo>
                    <a:pt x="3786" y="18451"/>
                    <a:pt x="4416" y="19116"/>
                    <a:pt x="5132" y="19690"/>
                  </a:cubicBezTo>
                  <a:cubicBezTo>
                    <a:pt x="5320" y="19839"/>
                    <a:pt x="5512" y="19980"/>
                    <a:pt x="5706" y="20115"/>
                  </a:cubicBezTo>
                  <a:cubicBezTo>
                    <a:pt x="5719" y="20107"/>
                    <a:pt x="5734" y="20103"/>
                    <a:pt x="5749" y="20103"/>
                  </a:cubicBezTo>
                  <a:cubicBezTo>
                    <a:pt x="5799" y="20103"/>
                    <a:pt x="5850" y="20145"/>
                    <a:pt x="5838" y="20204"/>
                  </a:cubicBezTo>
                  <a:cubicBezTo>
                    <a:pt x="6688" y="20768"/>
                    <a:pt x="7616" y="21196"/>
                    <a:pt x="8584" y="21511"/>
                  </a:cubicBezTo>
                  <a:cubicBezTo>
                    <a:pt x="8598" y="21504"/>
                    <a:pt x="8614" y="21501"/>
                    <a:pt x="8629" y="21501"/>
                  </a:cubicBezTo>
                  <a:cubicBezTo>
                    <a:pt x="8663" y="21501"/>
                    <a:pt x="8696" y="21517"/>
                    <a:pt x="8711" y="21551"/>
                  </a:cubicBezTo>
                  <a:cubicBezTo>
                    <a:pt x="9420" y="21773"/>
                    <a:pt x="10150" y="21936"/>
                    <a:pt x="10887" y="22051"/>
                  </a:cubicBezTo>
                  <a:cubicBezTo>
                    <a:pt x="11380" y="22127"/>
                    <a:pt x="11874" y="22174"/>
                    <a:pt x="12366" y="22202"/>
                  </a:cubicBezTo>
                  <a:cubicBezTo>
                    <a:pt x="12368" y="22197"/>
                    <a:pt x="12368" y="22190"/>
                    <a:pt x="12370" y="22184"/>
                  </a:cubicBezTo>
                  <a:cubicBezTo>
                    <a:pt x="12380" y="22141"/>
                    <a:pt x="12415" y="22121"/>
                    <a:pt x="12449" y="22121"/>
                  </a:cubicBezTo>
                  <a:cubicBezTo>
                    <a:pt x="12493" y="22121"/>
                    <a:pt x="12536" y="22153"/>
                    <a:pt x="12526" y="22210"/>
                  </a:cubicBezTo>
                  <a:lnTo>
                    <a:pt x="12526" y="22212"/>
                  </a:lnTo>
                  <a:cubicBezTo>
                    <a:pt x="14054" y="22292"/>
                    <a:pt x="15589" y="22221"/>
                    <a:pt x="17115" y="22377"/>
                  </a:cubicBezTo>
                  <a:cubicBezTo>
                    <a:pt x="18651" y="22535"/>
                    <a:pt x="19985" y="23014"/>
                    <a:pt x="21186" y="23706"/>
                  </a:cubicBezTo>
                  <a:cubicBezTo>
                    <a:pt x="21199" y="23698"/>
                    <a:pt x="21214" y="23694"/>
                    <a:pt x="21229" y="23694"/>
                  </a:cubicBezTo>
                  <a:cubicBezTo>
                    <a:pt x="21273" y="23694"/>
                    <a:pt x="21319" y="23730"/>
                    <a:pt x="21315" y="23780"/>
                  </a:cubicBezTo>
                  <a:cubicBezTo>
                    <a:pt x="26552" y="26880"/>
                    <a:pt x="29314" y="33974"/>
                    <a:pt x="35563" y="35611"/>
                  </a:cubicBezTo>
                  <a:cubicBezTo>
                    <a:pt x="36327" y="35811"/>
                    <a:pt x="37253" y="35926"/>
                    <a:pt x="38217" y="35926"/>
                  </a:cubicBezTo>
                  <a:cubicBezTo>
                    <a:pt x="41404" y="35926"/>
                    <a:pt x="45014" y="34670"/>
                    <a:pt x="44620" y="31078"/>
                  </a:cubicBezTo>
                  <a:cubicBezTo>
                    <a:pt x="44414" y="29217"/>
                    <a:pt x="43291" y="27568"/>
                    <a:pt x="42043" y="26229"/>
                  </a:cubicBezTo>
                  <a:cubicBezTo>
                    <a:pt x="40707" y="24797"/>
                    <a:pt x="39099" y="23647"/>
                    <a:pt x="37456" y="22592"/>
                  </a:cubicBezTo>
                  <a:cubicBezTo>
                    <a:pt x="35807" y="21532"/>
                    <a:pt x="34102" y="20566"/>
                    <a:pt x="32468" y="19482"/>
                  </a:cubicBezTo>
                  <a:cubicBezTo>
                    <a:pt x="31609" y="18909"/>
                    <a:pt x="30779" y="18298"/>
                    <a:pt x="29980" y="17646"/>
                  </a:cubicBezTo>
                  <a:cubicBezTo>
                    <a:pt x="29978" y="17647"/>
                    <a:pt x="29976" y="17647"/>
                    <a:pt x="29975" y="17647"/>
                  </a:cubicBezTo>
                  <a:cubicBezTo>
                    <a:pt x="29943" y="17647"/>
                    <a:pt x="29913" y="17619"/>
                    <a:pt x="29904" y="17586"/>
                  </a:cubicBezTo>
                  <a:cubicBezTo>
                    <a:pt x="29114" y="16934"/>
                    <a:pt x="28351" y="16245"/>
                    <a:pt x="27626" y="15517"/>
                  </a:cubicBezTo>
                  <a:cubicBezTo>
                    <a:pt x="26139" y="14029"/>
                    <a:pt x="24793" y="12405"/>
                    <a:pt x="23581" y="10684"/>
                  </a:cubicBezTo>
                  <a:cubicBezTo>
                    <a:pt x="22320" y="8893"/>
                    <a:pt x="21287" y="6951"/>
                    <a:pt x="20013" y="5170"/>
                  </a:cubicBezTo>
                  <a:cubicBezTo>
                    <a:pt x="18806" y="3482"/>
                    <a:pt x="17326" y="2072"/>
                    <a:pt x="15440" y="1174"/>
                  </a:cubicBezTo>
                  <a:cubicBezTo>
                    <a:pt x="13811" y="398"/>
                    <a:pt x="12008" y="1"/>
                    <a:pt x="1020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21" name="Google Shape;1221;p12"/>
            <p:cNvSpPr/>
            <p:nvPr/>
          </p:nvSpPr>
          <p:spPr>
            <a:xfrm>
              <a:off x="7593480" y="3896640"/>
              <a:ext cx="233280" cy="214200"/>
            </a:xfrm>
            <a:custGeom>
              <a:rect b="b" l="l" r="r" t="t"/>
              <a:pathLst>
                <a:path extrusionOk="0" h="4262" w="4640">
                  <a:moveTo>
                    <a:pt x="2553" y="219"/>
                  </a:moveTo>
                  <a:cubicBezTo>
                    <a:pt x="2711" y="219"/>
                    <a:pt x="2858" y="271"/>
                    <a:pt x="2975" y="399"/>
                  </a:cubicBezTo>
                  <a:cubicBezTo>
                    <a:pt x="2994" y="416"/>
                    <a:pt x="3001" y="442"/>
                    <a:pt x="3001" y="466"/>
                  </a:cubicBezTo>
                  <a:cubicBezTo>
                    <a:pt x="3396" y="645"/>
                    <a:pt x="3637" y="1065"/>
                    <a:pt x="3654" y="1557"/>
                  </a:cubicBezTo>
                  <a:cubicBezTo>
                    <a:pt x="3681" y="2303"/>
                    <a:pt x="3342" y="3184"/>
                    <a:pt x="2645" y="3531"/>
                  </a:cubicBezTo>
                  <a:cubicBezTo>
                    <a:pt x="2445" y="3629"/>
                    <a:pt x="2233" y="3678"/>
                    <a:pt x="2025" y="3678"/>
                  </a:cubicBezTo>
                  <a:cubicBezTo>
                    <a:pt x="1579" y="3678"/>
                    <a:pt x="1157" y="3453"/>
                    <a:pt x="940" y="3010"/>
                  </a:cubicBezTo>
                  <a:cubicBezTo>
                    <a:pt x="600" y="2308"/>
                    <a:pt x="841" y="1431"/>
                    <a:pt x="1345" y="877"/>
                  </a:cubicBezTo>
                  <a:cubicBezTo>
                    <a:pt x="1589" y="612"/>
                    <a:pt x="2116" y="219"/>
                    <a:pt x="2553" y="219"/>
                  </a:cubicBezTo>
                  <a:close/>
                  <a:moveTo>
                    <a:pt x="2543" y="1"/>
                  </a:moveTo>
                  <a:cubicBezTo>
                    <a:pt x="1758" y="1"/>
                    <a:pt x="983" y="424"/>
                    <a:pt x="558" y="1111"/>
                  </a:cubicBezTo>
                  <a:cubicBezTo>
                    <a:pt x="1" y="2012"/>
                    <a:pt x="69" y="3571"/>
                    <a:pt x="1146" y="4077"/>
                  </a:cubicBezTo>
                  <a:cubicBezTo>
                    <a:pt x="1417" y="4204"/>
                    <a:pt x="1679" y="4262"/>
                    <a:pt x="1927" y="4262"/>
                  </a:cubicBezTo>
                  <a:cubicBezTo>
                    <a:pt x="3632" y="4262"/>
                    <a:pt x="4639" y="1533"/>
                    <a:pt x="3332" y="288"/>
                  </a:cubicBezTo>
                  <a:cubicBezTo>
                    <a:pt x="3286" y="244"/>
                    <a:pt x="3277" y="187"/>
                    <a:pt x="3290" y="137"/>
                  </a:cubicBezTo>
                  <a:cubicBezTo>
                    <a:pt x="3047" y="45"/>
                    <a:pt x="2794" y="1"/>
                    <a:pt x="25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22" name="Google Shape;1222;p12"/>
            <p:cNvSpPr/>
            <p:nvPr/>
          </p:nvSpPr>
          <p:spPr>
            <a:xfrm>
              <a:off x="7914600" y="3864240"/>
              <a:ext cx="244800" cy="327960"/>
            </a:xfrm>
            <a:custGeom>
              <a:rect b="b" l="l" r="r" t="t"/>
              <a:pathLst>
                <a:path extrusionOk="0" h="6519" w="4870">
                  <a:moveTo>
                    <a:pt x="2029" y="328"/>
                  </a:moveTo>
                  <a:cubicBezTo>
                    <a:pt x="2068" y="328"/>
                    <a:pt x="2107" y="330"/>
                    <a:pt x="2146" y="333"/>
                  </a:cubicBezTo>
                  <a:cubicBezTo>
                    <a:pt x="2854" y="400"/>
                    <a:pt x="3410" y="991"/>
                    <a:pt x="3733" y="1580"/>
                  </a:cubicBezTo>
                  <a:cubicBezTo>
                    <a:pt x="4379" y="2764"/>
                    <a:pt x="4316" y="4457"/>
                    <a:pt x="3265" y="5398"/>
                  </a:cubicBezTo>
                  <a:cubicBezTo>
                    <a:pt x="2946" y="5685"/>
                    <a:pt x="2537" y="5826"/>
                    <a:pt x="2160" y="5826"/>
                  </a:cubicBezTo>
                  <a:cubicBezTo>
                    <a:pt x="1469" y="5826"/>
                    <a:pt x="886" y="5348"/>
                    <a:pt x="1164" y="4410"/>
                  </a:cubicBezTo>
                  <a:cubicBezTo>
                    <a:pt x="1281" y="4011"/>
                    <a:pt x="1559" y="3645"/>
                    <a:pt x="1588" y="3223"/>
                  </a:cubicBezTo>
                  <a:cubicBezTo>
                    <a:pt x="1620" y="2746"/>
                    <a:pt x="1290" y="2367"/>
                    <a:pt x="1120" y="1947"/>
                  </a:cubicBezTo>
                  <a:cubicBezTo>
                    <a:pt x="1041" y="1753"/>
                    <a:pt x="997" y="1542"/>
                    <a:pt x="999" y="1339"/>
                  </a:cubicBezTo>
                  <a:cubicBezTo>
                    <a:pt x="929" y="1322"/>
                    <a:pt x="871" y="1261"/>
                    <a:pt x="892" y="1181"/>
                  </a:cubicBezTo>
                  <a:cubicBezTo>
                    <a:pt x="1033" y="660"/>
                    <a:pt x="1497" y="328"/>
                    <a:pt x="2029" y="328"/>
                  </a:cubicBezTo>
                  <a:close/>
                  <a:moveTo>
                    <a:pt x="1859" y="1"/>
                  </a:moveTo>
                  <a:cubicBezTo>
                    <a:pt x="1507" y="1"/>
                    <a:pt x="1145" y="94"/>
                    <a:pt x="793" y="303"/>
                  </a:cubicBezTo>
                  <a:cubicBezTo>
                    <a:pt x="821" y="359"/>
                    <a:pt x="817" y="425"/>
                    <a:pt x="750" y="473"/>
                  </a:cubicBezTo>
                  <a:cubicBezTo>
                    <a:pt x="0" y="999"/>
                    <a:pt x="725" y="2000"/>
                    <a:pt x="872" y="2642"/>
                  </a:cubicBezTo>
                  <a:cubicBezTo>
                    <a:pt x="1012" y="3257"/>
                    <a:pt x="700" y="3784"/>
                    <a:pt x="625" y="4383"/>
                  </a:cubicBezTo>
                  <a:cubicBezTo>
                    <a:pt x="529" y="5191"/>
                    <a:pt x="781" y="6067"/>
                    <a:pt x="1595" y="6391"/>
                  </a:cubicBezTo>
                  <a:cubicBezTo>
                    <a:pt x="1810" y="6478"/>
                    <a:pt x="2039" y="6519"/>
                    <a:pt x="2269" y="6519"/>
                  </a:cubicBezTo>
                  <a:cubicBezTo>
                    <a:pt x="2730" y="6519"/>
                    <a:pt x="3193" y="6353"/>
                    <a:pt x="3550" y="6061"/>
                  </a:cubicBezTo>
                  <a:cubicBezTo>
                    <a:pt x="4766" y="5069"/>
                    <a:pt x="4870" y="3177"/>
                    <a:pt x="4286" y="1821"/>
                  </a:cubicBezTo>
                  <a:cubicBezTo>
                    <a:pt x="3847" y="798"/>
                    <a:pt x="2890" y="1"/>
                    <a:pt x="18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23" name="Google Shape;1223;p12"/>
            <p:cNvSpPr/>
            <p:nvPr/>
          </p:nvSpPr>
          <p:spPr>
            <a:xfrm>
              <a:off x="8462160" y="4312800"/>
              <a:ext cx="168840" cy="222840"/>
            </a:xfrm>
            <a:custGeom>
              <a:rect b="b" l="l" r="r" t="t"/>
              <a:pathLst>
                <a:path extrusionOk="0" h="4432" w="3357">
                  <a:moveTo>
                    <a:pt x="1663" y="168"/>
                  </a:moveTo>
                  <a:cubicBezTo>
                    <a:pt x="1676" y="168"/>
                    <a:pt x="1689" y="170"/>
                    <a:pt x="1703" y="174"/>
                  </a:cubicBezTo>
                  <a:cubicBezTo>
                    <a:pt x="2054" y="262"/>
                    <a:pt x="2175" y="576"/>
                    <a:pt x="2097" y="924"/>
                  </a:cubicBezTo>
                  <a:cubicBezTo>
                    <a:pt x="2025" y="1250"/>
                    <a:pt x="1755" y="1456"/>
                    <a:pt x="2016" y="1806"/>
                  </a:cubicBezTo>
                  <a:cubicBezTo>
                    <a:pt x="2158" y="1996"/>
                    <a:pt x="2387" y="2115"/>
                    <a:pt x="2555" y="2280"/>
                  </a:cubicBezTo>
                  <a:cubicBezTo>
                    <a:pt x="3122" y="2852"/>
                    <a:pt x="2773" y="3752"/>
                    <a:pt x="1951" y="3752"/>
                  </a:cubicBezTo>
                  <a:cubicBezTo>
                    <a:pt x="1942" y="3752"/>
                    <a:pt x="1933" y="3752"/>
                    <a:pt x="1924" y="3752"/>
                  </a:cubicBezTo>
                  <a:cubicBezTo>
                    <a:pt x="922" y="3729"/>
                    <a:pt x="294" y="2600"/>
                    <a:pt x="317" y="1704"/>
                  </a:cubicBezTo>
                  <a:cubicBezTo>
                    <a:pt x="337" y="1083"/>
                    <a:pt x="771" y="173"/>
                    <a:pt x="1443" y="173"/>
                  </a:cubicBezTo>
                  <a:cubicBezTo>
                    <a:pt x="1492" y="173"/>
                    <a:pt x="1541" y="178"/>
                    <a:pt x="1592" y="188"/>
                  </a:cubicBezTo>
                  <a:cubicBezTo>
                    <a:pt x="1614" y="176"/>
                    <a:pt x="1637" y="168"/>
                    <a:pt x="1663" y="168"/>
                  </a:cubicBezTo>
                  <a:close/>
                  <a:moveTo>
                    <a:pt x="1561" y="0"/>
                  </a:moveTo>
                  <a:cubicBezTo>
                    <a:pt x="647" y="0"/>
                    <a:pt x="1" y="878"/>
                    <a:pt x="22" y="1846"/>
                  </a:cubicBezTo>
                  <a:cubicBezTo>
                    <a:pt x="45" y="2861"/>
                    <a:pt x="579" y="4237"/>
                    <a:pt x="1711" y="4420"/>
                  </a:cubicBezTo>
                  <a:cubicBezTo>
                    <a:pt x="1761" y="4428"/>
                    <a:pt x="1815" y="4432"/>
                    <a:pt x="1870" y="4432"/>
                  </a:cubicBezTo>
                  <a:cubicBezTo>
                    <a:pt x="2466" y="4432"/>
                    <a:pt x="3321" y="3972"/>
                    <a:pt x="3340" y="3354"/>
                  </a:cubicBezTo>
                  <a:cubicBezTo>
                    <a:pt x="3357" y="2760"/>
                    <a:pt x="2875" y="2383"/>
                    <a:pt x="2478" y="2039"/>
                  </a:cubicBezTo>
                  <a:cubicBezTo>
                    <a:pt x="2284" y="1870"/>
                    <a:pt x="2155" y="1670"/>
                    <a:pt x="2183" y="1403"/>
                  </a:cubicBezTo>
                  <a:cubicBezTo>
                    <a:pt x="2199" y="1251"/>
                    <a:pt x="2287" y="1123"/>
                    <a:pt x="2335" y="983"/>
                  </a:cubicBezTo>
                  <a:cubicBezTo>
                    <a:pt x="2462" y="617"/>
                    <a:pt x="2397" y="326"/>
                    <a:pt x="2112" y="97"/>
                  </a:cubicBezTo>
                  <a:cubicBezTo>
                    <a:pt x="2104" y="97"/>
                    <a:pt x="2098" y="96"/>
                    <a:pt x="2091" y="95"/>
                  </a:cubicBezTo>
                  <a:cubicBezTo>
                    <a:pt x="1907" y="30"/>
                    <a:pt x="1729" y="0"/>
                    <a:pt x="156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24" name="Google Shape;1224;p12"/>
            <p:cNvSpPr/>
            <p:nvPr/>
          </p:nvSpPr>
          <p:spPr>
            <a:xfrm>
              <a:off x="8762400" y="4462920"/>
              <a:ext cx="146880" cy="195120"/>
            </a:xfrm>
            <a:custGeom>
              <a:rect b="b" l="l" r="r" t="t"/>
              <a:pathLst>
                <a:path extrusionOk="0" h="3880" w="2923">
                  <a:moveTo>
                    <a:pt x="940" y="305"/>
                  </a:moveTo>
                  <a:cubicBezTo>
                    <a:pt x="999" y="305"/>
                    <a:pt x="1057" y="317"/>
                    <a:pt x="1113" y="344"/>
                  </a:cubicBezTo>
                  <a:cubicBezTo>
                    <a:pt x="1179" y="378"/>
                    <a:pt x="1240" y="442"/>
                    <a:pt x="1276" y="516"/>
                  </a:cubicBezTo>
                  <a:cubicBezTo>
                    <a:pt x="2248" y="870"/>
                    <a:pt x="2922" y="2087"/>
                    <a:pt x="2062" y="2948"/>
                  </a:cubicBezTo>
                  <a:cubicBezTo>
                    <a:pt x="1878" y="3133"/>
                    <a:pt x="1601" y="3269"/>
                    <a:pt x="1334" y="3269"/>
                  </a:cubicBezTo>
                  <a:cubicBezTo>
                    <a:pt x="1168" y="3269"/>
                    <a:pt x="1007" y="3216"/>
                    <a:pt x="875" y="3089"/>
                  </a:cubicBezTo>
                  <a:cubicBezTo>
                    <a:pt x="678" y="2899"/>
                    <a:pt x="655" y="2640"/>
                    <a:pt x="683" y="2381"/>
                  </a:cubicBezTo>
                  <a:cubicBezTo>
                    <a:pt x="740" y="1830"/>
                    <a:pt x="870" y="1416"/>
                    <a:pt x="544" y="903"/>
                  </a:cubicBezTo>
                  <a:cubicBezTo>
                    <a:pt x="510" y="852"/>
                    <a:pt x="499" y="777"/>
                    <a:pt x="518" y="713"/>
                  </a:cubicBezTo>
                  <a:cubicBezTo>
                    <a:pt x="512" y="699"/>
                    <a:pt x="506" y="686"/>
                    <a:pt x="503" y="672"/>
                  </a:cubicBezTo>
                  <a:cubicBezTo>
                    <a:pt x="482" y="590"/>
                    <a:pt x="498" y="526"/>
                    <a:pt x="561" y="466"/>
                  </a:cubicBezTo>
                  <a:cubicBezTo>
                    <a:pt x="662" y="372"/>
                    <a:pt x="801" y="305"/>
                    <a:pt x="940" y="305"/>
                  </a:cubicBezTo>
                  <a:close/>
                  <a:moveTo>
                    <a:pt x="786" y="0"/>
                  </a:moveTo>
                  <a:cubicBezTo>
                    <a:pt x="604" y="0"/>
                    <a:pt x="419" y="55"/>
                    <a:pt x="235" y="183"/>
                  </a:cubicBezTo>
                  <a:cubicBezTo>
                    <a:pt x="278" y="225"/>
                    <a:pt x="298" y="295"/>
                    <a:pt x="253" y="359"/>
                  </a:cubicBezTo>
                  <a:cubicBezTo>
                    <a:pt x="0" y="730"/>
                    <a:pt x="415" y="1200"/>
                    <a:pt x="458" y="1577"/>
                  </a:cubicBezTo>
                  <a:cubicBezTo>
                    <a:pt x="489" y="1847"/>
                    <a:pt x="418" y="2114"/>
                    <a:pt x="370" y="2377"/>
                  </a:cubicBezTo>
                  <a:cubicBezTo>
                    <a:pt x="284" y="2861"/>
                    <a:pt x="298" y="3370"/>
                    <a:pt x="734" y="3689"/>
                  </a:cubicBezTo>
                  <a:cubicBezTo>
                    <a:pt x="916" y="3821"/>
                    <a:pt x="1110" y="3879"/>
                    <a:pt x="1301" y="3879"/>
                  </a:cubicBezTo>
                  <a:cubicBezTo>
                    <a:pt x="1663" y="3879"/>
                    <a:pt x="2015" y="3671"/>
                    <a:pt x="2255" y="3370"/>
                  </a:cubicBezTo>
                  <a:cubicBezTo>
                    <a:pt x="2883" y="2585"/>
                    <a:pt x="2714" y="1780"/>
                    <a:pt x="2190" y="998"/>
                  </a:cubicBezTo>
                  <a:cubicBezTo>
                    <a:pt x="1865" y="513"/>
                    <a:pt x="1342" y="0"/>
                    <a:pt x="78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25" name="Google Shape;1225;p12"/>
            <p:cNvSpPr/>
            <p:nvPr/>
          </p:nvSpPr>
          <p:spPr>
            <a:xfrm>
              <a:off x="8982000" y="4681800"/>
              <a:ext cx="165240" cy="190080"/>
            </a:xfrm>
            <a:custGeom>
              <a:rect b="b" l="l" r="r" t="t"/>
              <a:pathLst>
                <a:path extrusionOk="0" h="3781" w="3289">
                  <a:moveTo>
                    <a:pt x="1995" y="323"/>
                  </a:moveTo>
                  <a:cubicBezTo>
                    <a:pt x="2307" y="323"/>
                    <a:pt x="2614" y="427"/>
                    <a:pt x="2675" y="764"/>
                  </a:cubicBezTo>
                  <a:cubicBezTo>
                    <a:pt x="2678" y="791"/>
                    <a:pt x="2669" y="813"/>
                    <a:pt x="2654" y="831"/>
                  </a:cubicBezTo>
                  <a:cubicBezTo>
                    <a:pt x="3167" y="1487"/>
                    <a:pt x="2875" y="2666"/>
                    <a:pt x="2068" y="2975"/>
                  </a:cubicBezTo>
                  <a:cubicBezTo>
                    <a:pt x="1926" y="3030"/>
                    <a:pt x="1786" y="3055"/>
                    <a:pt x="1651" y="3055"/>
                  </a:cubicBezTo>
                  <a:cubicBezTo>
                    <a:pt x="843" y="3055"/>
                    <a:pt x="225" y="2157"/>
                    <a:pt x="500" y="1343"/>
                  </a:cubicBezTo>
                  <a:cubicBezTo>
                    <a:pt x="664" y="854"/>
                    <a:pt x="1117" y="491"/>
                    <a:pt x="1609" y="370"/>
                  </a:cubicBezTo>
                  <a:cubicBezTo>
                    <a:pt x="1726" y="342"/>
                    <a:pt x="1861" y="323"/>
                    <a:pt x="1995" y="323"/>
                  </a:cubicBezTo>
                  <a:close/>
                  <a:moveTo>
                    <a:pt x="1804" y="1"/>
                  </a:moveTo>
                  <a:cubicBezTo>
                    <a:pt x="1625" y="1"/>
                    <a:pt x="1438" y="37"/>
                    <a:pt x="1246" y="117"/>
                  </a:cubicBezTo>
                  <a:cubicBezTo>
                    <a:pt x="1236" y="121"/>
                    <a:pt x="1225" y="123"/>
                    <a:pt x="1216" y="123"/>
                  </a:cubicBezTo>
                  <a:cubicBezTo>
                    <a:pt x="1206" y="123"/>
                    <a:pt x="1196" y="121"/>
                    <a:pt x="1187" y="118"/>
                  </a:cubicBezTo>
                  <a:cubicBezTo>
                    <a:pt x="354" y="421"/>
                    <a:pt x="1" y="1443"/>
                    <a:pt x="108" y="2278"/>
                  </a:cubicBezTo>
                  <a:cubicBezTo>
                    <a:pt x="206" y="3022"/>
                    <a:pt x="822" y="3780"/>
                    <a:pt x="1584" y="3780"/>
                  </a:cubicBezTo>
                  <a:cubicBezTo>
                    <a:pt x="1736" y="3780"/>
                    <a:pt x="1893" y="3750"/>
                    <a:pt x="2054" y="3684"/>
                  </a:cubicBezTo>
                  <a:cubicBezTo>
                    <a:pt x="2824" y="3369"/>
                    <a:pt x="3288" y="2200"/>
                    <a:pt x="3209" y="1420"/>
                  </a:cubicBezTo>
                  <a:cubicBezTo>
                    <a:pt x="3127" y="618"/>
                    <a:pt x="2540" y="1"/>
                    <a:pt x="180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26" name="Google Shape;1226;p12"/>
            <p:cNvSpPr/>
            <p:nvPr/>
          </p:nvSpPr>
          <p:spPr>
            <a:xfrm>
              <a:off x="9072720" y="4590360"/>
              <a:ext cx="30600" cy="20520"/>
            </a:xfrm>
            <a:custGeom>
              <a:rect b="b" l="l" r="r" t="t"/>
              <a:pathLst>
                <a:path extrusionOk="0" h="412" w="612">
                  <a:moveTo>
                    <a:pt x="487" y="1"/>
                  </a:moveTo>
                  <a:cubicBezTo>
                    <a:pt x="461" y="1"/>
                    <a:pt x="434" y="3"/>
                    <a:pt x="407" y="6"/>
                  </a:cubicBezTo>
                  <a:cubicBezTo>
                    <a:pt x="284" y="23"/>
                    <a:pt x="1" y="130"/>
                    <a:pt x="53" y="298"/>
                  </a:cubicBezTo>
                  <a:cubicBezTo>
                    <a:pt x="80" y="381"/>
                    <a:pt x="141" y="412"/>
                    <a:pt x="210" y="412"/>
                  </a:cubicBezTo>
                  <a:cubicBezTo>
                    <a:pt x="307" y="412"/>
                    <a:pt x="419" y="350"/>
                    <a:pt x="471" y="286"/>
                  </a:cubicBezTo>
                  <a:cubicBezTo>
                    <a:pt x="539" y="205"/>
                    <a:pt x="566" y="101"/>
                    <a:pt x="611" y="14"/>
                  </a:cubicBezTo>
                  <a:cubicBezTo>
                    <a:pt x="571" y="6"/>
                    <a:pt x="529" y="1"/>
                    <a:pt x="4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0425" lIns="91425" spcFirstLastPara="1" rIns="91425" wrap="square" tIns="10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27" name="Google Shape;1227;p12"/>
            <p:cNvSpPr/>
            <p:nvPr/>
          </p:nvSpPr>
          <p:spPr>
            <a:xfrm>
              <a:off x="8938440" y="4668120"/>
              <a:ext cx="28440" cy="14040"/>
            </a:xfrm>
            <a:custGeom>
              <a:rect b="b" l="l" r="r" t="t"/>
              <a:pathLst>
                <a:path extrusionOk="0" h="289" w="575">
                  <a:moveTo>
                    <a:pt x="250" y="0"/>
                  </a:moveTo>
                  <a:cubicBezTo>
                    <a:pt x="202" y="0"/>
                    <a:pt x="154" y="15"/>
                    <a:pt x="109" y="49"/>
                  </a:cubicBezTo>
                  <a:cubicBezTo>
                    <a:pt x="0" y="129"/>
                    <a:pt x="58" y="250"/>
                    <a:pt x="179" y="281"/>
                  </a:cubicBezTo>
                  <a:cubicBezTo>
                    <a:pt x="198" y="286"/>
                    <a:pt x="218" y="288"/>
                    <a:pt x="237" y="288"/>
                  </a:cubicBezTo>
                  <a:cubicBezTo>
                    <a:pt x="356" y="288"/>
                    <a:pt x="467" y="204"/>
                    <a:pt x="574" y="156"/>
                  </a:cubicBezTo>
                  <a:cubicBezTo>
                    <a:pt x="478" y="77"/>
                    <a:pt x="362" y="0"/>
                    <a:pt x="2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7200" lIns="91425" spcFirstLastPara="1" rIns="91425" wrap="square" tIns="7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28" name="Google Shape;1228;p12"/>
            <p:cNvSpPr/>
            <p:nvPr/>
          </p:nvSpPr>
          <p:spPr>
            <a:xfrm>
              <a:off x="8901360" y="4874760"/>
              <a:ext cx="36720" cy="10080"/>
            </a:xfrm>
            <a:custGeom>
              <a:rect b="b" l="l" r="r" t="t"/>
              <a:pathLst>
                <a:path extrusionOk="0" h="207" w="738">
                  <a:moveTo>
                    <a:pt x="579" y="1"/>
                  </a:moveTo>
                  <a:cubicBezTo>
                    <a:pt x="373" y="1"/>
                    <a:pt x="172" y="68"/>
                    <a:pt x="1" y="188"/>
                  </a:cubicBezTo>
                  <a:cubicBezTo>
                    <a:pt x="59" y="201"/>
                    <a:pt x="116" y="207"/>
                    <a:pt x="171" y="207"/>
                  </a:cubicBezTo>
                  <a:cubicBezTo>
                    <a:pt x="370" y="207"/>
                    <a:pt x="548" y="130"/>
                    <a:pt x="738" y="14"/>
                  </a:cubicBezTo>
                  <a:cubicBezTo>
                    <a:pt x="684" y="5"/>
                    <a:pt x="631" y="1"/>
                    <a:pt x="5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29" name="Google Shape;1229;p12"/>
            <p:cNvSpPr/>
            <p:nvPr/>
          </p:nvSpPr>
          <p:spPr>
            <a:xfrm>
              <a:off x="8632080" y="4653360"/>
              <a:ext cx="29160" cy="37080"/>
            </a:xfrm>
            <a:custGeom>
              <a:rect b="b" l="l" r="r" t="t"/>
              <a:pathLst>
                <a:path extrusionOk="0" h="746" w="588">
                  <a:moveTo>
                    <a:pt x="43" y="1"/>
                  </a:moveTo>
                  <a:cubicBezTo>
                    <a:pt x="46" y="8"/>
                    <a:pt x="49" y="15"/>
                    <a:pt x="49" y="23"/>
                  </a:cubicBezTo>
                  <a:cubicBezTo>
                    <a:pt x="49" y="188"/>
                    <a:pt x="1" y="355"/>
                    <a:pt x="49" y="518"/>
                  </a:cubicBezTo>
                  <a:cubicBezTo>
                    <a:pt x="80" y="622"/>
                    <a:pt x="192" y="746"/>
                    <a:pt x="304" y="746"/>
                  </a:cubicBezTo>
                  <a:cubicBezTo>
                    <a:pt x="343" y="746"/>
                    <a:pt x="383" y="730"/>
                    <a:pt x="419" y="692"/>
                  </a:cubicBezTo>
                  <a:cubicBezTo>
                    <a:pt x="588" y="518"/>
                    <a:pt x="223" y="178"/>
                    <a:pt x="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8700" lIns="91425" spcFirstLastPara="1" rIns="91425" wrap="square" tIns="18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30" name="Google Shape;1230;p12"/>
            <p:cNvSpPr/>
            <p:nvPr/>
          </p:nvSpPr>
          <p:spPr>
            <a:xfrm>
              <a:off x="8664120" y="4575960"/>
              <a:ext cx="38520" cy="19440"/>
            </a:xfrm>
            <a:custGeom>
              <a:rect b="b" l="l" r="r" t="t"/>
              <a:pathLst>
                <a:path extrusionOk="0" h="394" w="773">
                  <a:moveTo>
                    <a:pt x="773" y="5"/>
                  </a:moveTo>
                  <a:lnTo>
                    <a:pt x="773" y="5"/>
                  </a:lnTo>
                  <a:cubicBezTo>
                    <a:pt x="506" y="12"/>
                    <a:pt x="203" y="0"/>
                    <a:pt x="88" y="196"/>
                  </a:cubicBezTo>
                  <a:cubicBezTo>
                    <a:pt x="1" y="348"/>
                    <a:pt x="79" y="394"/>
                    <a:pt x="187" y="394"/>
                  </a:cubicBezTo>
                  <a:cubicBezTo>
                    <a:pt x="255" y="394"/>
                    <a:pt x="336" y="375"/>
                    <a:pt x="394" y="353"/>
                  </a:cubicBezTo>
                  <a:cubicBezTo>
                    <a:pt x="557" y="291"/>
                    <a:pt x="668" y="177"/>
                    <a:pt x="753" y="29"/>
                  </a:cubicBezTo>
                  <a:cubicBezTo>
                    <a:pt x="760" y="19"/>
                    <a:pt x="767" y="12"/>
                    <a:pt x="773" y="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31" name="Google Shape;1231;p12"/>
            <p:cNvSpPr/>
            <p:nvPr/>
          </p:nvSpPr>
          <p:spPr>
            <a:xfrm>
              <a:off x="8693280" y="4358880"/>
              <a:ext cx="25920" cy="24480"/>
            </a:xfrm>
            <a:custGeom>
              <a:rect b="b" l="l" r="r" t="t"/>
              <a:pathLst>
                <a:path extrusionOk="0" h="492" w="524">
                  <a:moveTo>
                    <a:pt x="524" y="0"/>
                  </a:moveTo>
                  <a:cubicBezTo>
                    <a:pt x="385" y="2"/>
                    <a:pt x="237" y="22"/>
                    <a:pt x="137" y="111"/>
                  </a:cubicBezTo>
                  <a:cubicBezTo>
                    <a:pt x="57" y="186"/>
                    <a:pt x="1" y="335"/>
                    <a:pt x="73" y="433"/>
                  </a:cubicBezTo>
                  <a:cubicBezTo>
                    <a:pt x="104" y="475"/>
                    <a:pt x="143" y="492"/>
                    <a:pt x="184" y="492"/>
                  </a:cubicBezTo>
                  <a:cubicBezTo>
                    <a:pt x="280" y="492"/>
                    <a:pt x="387" y="397"/>
                    <a:pt x="429" y="321"/>
                  </a:cubicBezTo>
                  <a:cubicBezTo>
                    <a:pt x="483" y="222"/>
                    <a:pt x="491" y="108"/>
                    <a:pt x="52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2225" lIns="91425" spcFirstLastPara="1" rIns="91425" wrap="square" tIns="12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32" name="Google Shape;1232;p12"/>
            <p:cNvSpPr/>
            <p:nvPr/>
          </p:nvSpPr>
          <p:spPr>
            <a:xfrm>
              <a:off x="8398800" y="4155120"/>
              <a:ext cx="37800" cy="24840"/>
            </a:xfrm>
            <a:custGeom>
              <a:rect b="b" l="l" r="r" t="t"/>
              <a:pathLst>
                <a:path extrusionOk="0" h="503" w="759">
                  <a:moveTo>
                    <a:pt x="112" y="1"/>
                  </a:moveTo>
                  <a:cubicBezTo>
                    <a:pt x="44" y="1"/>
                    <a:pt x="0" y="34"/>
                    <a:pt x="25" y="136"/>
                  </a:cubicBezTo>
                  <a:cubicBezTo>
                    <a:pt x="86" y="391"/>
                    <a:pt x="320" y="503"/>
                    <a:pt x="555" y="503"/>
                  </a:cubicBezTo>
                  <a:cubicBezTo>
                    <a:pt x="624" y="503"/>
                    <a:pt x="694" y="493"/>
                    <a:pt x="759" y="475"/>
                  </a:cubicBezTo>
                  <a:cubicBezTo>
                    <a:pt x="675" y="326"/>
                    <a:pt x="558" y="194"/>
                    <a:pt x="412" y="105"/>
                  </a:cubicBezTo>
                  <a:cubicBezTo>
                    <a:pt x="350" y="68"/>
                    <a:pt x="207" y="1"/>
                    <a:pt x="11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2600" lIns="91425" spcFirstLastPara="1" rIns="91425" wrap="square" tIns="12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33" name="Google Shape;1233;p12"/>
            <p:cNvSpPr/>
            <p:nvPr/>
          </p:nvSpPr>
          <p:spPr>
            <a:xfrm>
              <a:off x="8361720" y="4384080"/>
              <a:ext cx="32400" cy="30600"/>
            </a:xfrm>
            <a:custGeom>
              <a:rect b="b" l="l" r="r" t="t"/>
              <a:pathLst>
                <a:path extrusionOk="0" h="617" w="652">
                  <a:moveTo>
                    <a:pt x="26" y="1"/>
                  </a:moveTo>
                  <a:cubicBezTo>
                    <a:pt x="1" y="155"/>
                    <a:pt x="7" y="317"/>
                    <a:pt x="96" y="451"/>
                  </a:cubicBezTo>
                  <a:cubicBezTo>
                    <a:pt x="164" y="553"/>
                    <a:pt x="284" y="617"/>
                    <a:pt x="401" y="617"/>
                  </a:cubicBezTo>
                  <a:cubicBezTo>
                    <a:pt x="479" y="617"/>
                    <a:pt x="557" y="589"/>
                    <a:pt x="617" y="525"/>
                  </a:cubicBezTo>
                  <a:cubicBezTo>
                    <a:pt x="627" y="515"/>
                    <a:pt x="637" y="508"/>
                    <a:pt x="651" y="502"/>
                  </a:cubicBezTo>
                  <a:cubicBezTo>
                    <a:pt x="538" y="246"/>
                    <a:pt x="306" y="55"/>
                    <a:pt x="2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5475" lIns="91425" spcFirstLastPara="1" rIns="91425" wrap="square" tIns="15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34" name="Google Shape;1234;p12"/>
            <p:cNvSpPr/>
            <p:nvPr/>
          </p:nvSpPr>
          <p:spPr>
            <a:xfrm>
              <a:off x="8170920" y="4244400"/>
              <a:ext cx="21960" cy="46080"/>
            </a:xfrm>
            <a:custGeom>
              <a:rect b="b" l="l" r="r" t="t"/>
              <a:pathLst>
                <a:path extrusionOk="0" h="924" w="440">
                  <a:moveTo>
                    <a:pt x="0" y="0"/>
                  </a:moveTo>
                  <a:lnTo>
                    <a:pt x="0" y="106"/>
                  </a:lnTo>
                  <a:cubicBezTo>
                    <a:pt x="3" y="184"/>
                    <a:pt x="10" y="262"/>
                    <a:pt x="23" y="340"/>
                  </a:cubicBezTo>
                  <a:cubicBezTo>
                    <a:pt x="50" y="493"/>
                    <a:pt x="82" y="670"/>
                    <a:pt x="160" y="809"/>
                  </a:cubicBezTo>
                  <a:cubicBezTo>
                    <a:pt x="202" y="884"/>
                    <a:pt x="251" y="923"/>
                    <a:pt x="298" y="923"/>
                  </a:cubicBezTo>
                  <a:cubicBezTo>
                    <a:pt x="339" y="923"/>
                    <a:pt x="378" y="893"/>
                    <a:pt x="407" y="832"/>
                  </a:cubicBezTo>
                  <a:cubicBezTo>
                    <a:pt x="439" y="762"/>
                    <a:pt x="425" y="616"/>
                    <a:pt x="414" y="541"/>
                  </a:cubicBezTo>
                  <a:cubicBezTo>
                    <a:pt x="391" y="306"/>
                    <a:pt x="271" y="186"/>
                    <a:pt x="78" y="72"/>
                  </a:cubicBezTo>
                  <a:cubicBezTo>
                    <a:pt x="51" y="57"/>
                    <a:pt x="37" y="28"/>
                    <a:pt x="3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23025" lIns="91425" spcFirstLastPara="1" rIns="91425" wrap="square" tIns="23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35" name="Google Shape;1235;p12"/>
            <p:cNvSpPr/>
            <p:nvPr/>
          </p:nvSpPr>
          <p:spPr>
            <a:xfrm>
              <a:off x="8236440" y="4203720"/>
              <a:ext cx="45000" cy="37080"/>
            </a:xfrm>
            <a:custGeom>
              <a:rect b="b" l="l" r="r" t="t"/>
              <a:pathLst>
                <a:path extrusionOk="0" h="743" w="903">
                  <a:moveTo>
                    <a:pt x="559" y="1"/>
                  </a:moveTo>
                  <a:cubicBezTo>
                    <a:pt x="432" y="1"/>
                    <a:pt x="295" y="86"/>
                    <a:pt x="215" y="171"/>
                  </a:cubicBezTo>
                  <a:cubicBezTo>
                    <a:pt x="96" y="295"/>
                    <a:pt x="36" y="463"/>
                    <a:pt x="38" y="633"/>
                  </a:cubicBezTo>
                  <a:cubicBezTo>
                    <a:pt x="39" y="667"/>
                    <a:pt x="23" y="690"/>
                    <a:pt x="1" y="700"/>
                  </a:cubicBezTo>
                  <a:lnTo>
                    <a:pt x="25" y="742"/>
                  </a:lnTo>
                  <a:cubicBezTo>
                    <a:pt x="32" y="740"/>
                    <a:pt x="38" y="735"/>
                    <a:pt x="45" y="732"/>
                  </a:cubicBezTo>
                  <a:cubicBezTo>
                    <a:pt x="203" y="670"/>
                    <a:pt x="358" y="626"/>
                    <a:pt x="498" y="520"/>
                  </a:cubicBezTo>
                  <a:cubicBezTo>
                    <a:pt x="624" y="422"/>
                    <a:pt x="902" y="171"/>
                    <a:pt x="688" y="37"/>
                  </a:cubicBezTo>
                  <a:cubicBezTo>
                    <a:pt x="648" y="12"/>
                    <a:pt x="604" y="1"/>
                    <a:pt x="5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8700" lIns="91425" spcFirstLastPara="1" rIns="91425" wrap="square" tIns="18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36" name="Google Shape;1236;p12"/>
            <p:cNvSpPr/>
            <p:nvPr/>
          </p:nvSpPr>
          <p:spPr>
            <a:xfrm>
              <a:off x="8241120" y="4004640"/>
              <a:ext cx="35280" cy="18000"/>
            </a:xfrm>
            <a:custGeom>
              <a:rect b="b" l="l" r="r" t="t"/>
              <a:pathLst>
                <a:path extrusionOk="0" h="368" w="708">
                  <a:moveTo>
                    <a:pt x="707" y="1"/>
                  </a:moveTo>
                  <a:cubicBezTo>
                    <a:pt x="695" y="10"/>
                    <a:pt x="680" y="18"/>
                    <a:pt x="661" y="18"/>
                  </a:cubicBezTo>
                  <a:cubicBezTo>
                    <a:pt x="659" y="18"/>
                    <a:pt x="656" y="18"/>
                    <a:pt x="654" y="18"/>
                  </a:cubicBezTo>
                  <a:cubicBezTo>
                    <a:pt x="595" y="17"/>
                    <a:pt x="529" y="13"/>
                    <a:pt x="462" y="13"/>
                  </a:cubicBezTo>
                  <a:cubicBezTo>
                    <a:pt x="335" y="13"/>
                    <a:pt x="207" y="30"/>
                    <a:pt x="128" y="130"/>
                  </a:cubicBezTo>
                  <a:cubicBezTo>
                    <a:pt x="0" y="288"/>
                    <a:pt x="139" y="367"/>
                    <a:pt x="282" y="367"/>
                  </a:cubicBezTo>
                  <a:cubicBezTo>
                    <a:pt x="330" y="367"/>
                    <a:pt x="378" y="358"/>
                    <a:pt x="417" y="341"/>
                  </a:cubicBezTo>
                  <a:cubicBezTo>
                    <a:pt x="539" y="287"/>
                    <a:pt x="638" y="185"/>
                    <a:pt x="689" y="60"/>
                  </a:cubicBezTo>
                  <a:cubicBezTo>
                    <a:pt x="698" y="39"/>
                    <a:pt x="703" y="21"/>
                    <a:pt x="7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000" lIns="91425" spcFirstLastPara="1" rIns="91425" wrap="square" tIns="9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37" name="Google Shape;1237;p12"/>
            <p:cNvSpPr/>
            <p:nvPr/>
          </p:nvSpPr>
          <p:spPr>
            <a:xfrm>
              <a:off x="7003440" y="3144600"/>
              <a:ext cx="2419920" cy="1969560"/>
            </a:xfrm>
            <a:custGeom>
              <a:rect b="b" l="l" r="r" t="t"/>
              <a:pathLst>
                <a:path extrusionOk="0" h="39103" w="48042">
                  <a:moveTo>
                    <a:pt x="12145" y="1624"/>
                  </a:moveTo>
                  <a:cubicBezTo>
                    <a:pt x="13951" y="1624"/>
                    <a:pt x="15757" y="2020"/>
                    <a:pt x="17387" y="2797"/>
                  </a:cubicBezTo>
                  <a:cubicBezTo>
                    <a:pt x="19273" y="3695"/>
                    <a:pt x="20753" y="5105"/>
                    <a:pt x="21961" y="6793"/>
                  </a:cubicBezTo>
                  <a:cubicBezTo>
                    <a:pt x="23234" y="8576"/>
                    <a:pt x="24267" y="10517"/>
                    <a:pt x="25528" y="12307"/>
                  </a:cubicBezTo>
                  <a:cubicBezTo>
                    <a:pt x="26740" y="14028"/>
                    <a:pt x="28086" y="15652"/>
                    <a:pt x="29573" y="17140"/>
                  </a:cubicBezTo>
                  <a:cubicBezTo>
                    <a:pt x="30298" y="17869"/>
                    <a:pt x="31061" y="18557"/>
                    <a:pt x="31853" y="19209"/>
                  </a:cubicBezTo>
                  <a:cubicBezTo>
                    <a:pt x="31860" y="19243"/>
                    <a:pt x="31891" y="19270"/>
                    <a:pt x="31924" y="19270"/>
                  </a:cubicBezTo>
                  <a:cubicBezTo>
                    <a:pt x="31925" y="19270"/>
                    <a:pt x="31926" y="19269"/>
                    <a:pt x="31927" y="19269"/>
                  </a:cubicBezTo>
                  <a:cubicBezTo>
                    <a:pt x="32724" y="19921"/>
                    <a:pt x="33555" y="20534"/>
                    <a:pt x="34415" y="21105"/>
                  </a:cubicBezTo>
                  <a:cubicBezTo>
                    <a:pt x="36049" y="22189"/>
                    <a:pt x="37755" y="23155"/>
                    <a:pt x="39403" y="24215"/>
                  </a:cubicBezTo>
                  <a:cubicBezTo>
                    <a:pt x="41046" y="25270"/>
                    <a:pt x="42654" y="26419"/>
                    <a:pt x="43990" y="27852"/>
                  </a:cubicBezTo>
                  <a:cubicBezTo>
                    <a:pt x="45238" y="29189"/>
                    <a:pt x="46361" y="30839"/>
                    <a:pt x="46567" y="32699"/>
                  </a:cubicBezTo>
                  <a:cubicBezTo>
                    <a:pt x="46961" y="36292"/>
                    <a:pt x="43351" y="37548"/>
                    <a:pt x="40165" y="37548"/>
                  </a:cubicBezTo>
                  <a:cubicBezTo>
                    <a:pt x="39200" y="37548"/>
                    <a:pt x="38274" y="37433"/>
                    <a:pt x="37510" y="37233"/>
                  </a:cubicBezTo>
                  <a:cubicBezTo>
                    <a:pt x="31261" y="35596"/>
                    <a:pt x="28499" y="28503"/>
                    <a:pt x="23262" y="25403"/>
                  </a:cubicBezTo>
                  <a:cubicBezTo>
                    <a:pt x="23266" y="25353"/>
                    <a:pt x="23221" y="25318"/>
                    <a:pt x="23175" y="25318"/>
                  </a:cubicBezTo>
                  <a:cubicBezTo>
                    <a:pt x="23161" y="25318"/>
                    <a:pt x="23146" y="25321"/>
                    <a:pt x="23133" y="25329"/>
                  </a:cubicBezTo>
                  <a:cubicBezTo>
                    <a:pt x="21930" y="24639"/>
                    <a:pt x="20598" y="24157"/>
                    <a:pt x="19063" y="24001"/>
                  </a:cubicBezTo>
                  <a:cubicBezTo>
                    <a:pt x="17536" y="23844"/>
                    <a:pt x="16002" y="23915"/>
                    <a:pt x="14473" y="23835"/>
                  </a:cubicBezTo>
                  <a:lnTo>
                    <a:pt x="14473" y="23833"/>
                  </a:lnTo>
                  <a:cubicBezTo>
                    <a:pt x="14484" y="23776"/>
                    <a:pt x="14441" y="23743"/>
                    <a:pt x="14397" y="23743"/>
                  </a:cubicBezTo>
                  <a:cubicBezTo>
                    <a:pt x="14362" y="23743"/>
                    <a:pt x="14327" y="23763"/>
                    <a:pt x="14317" y="23807"/>
                  </a:cubicBezTo>
                  <a:cubicBezTo>
                    <a:pt x="14317" y="23813"/>
                    <a:pt x="14316" y="23818"/>
                    <a:pt x="14313" y="23825"/>
                  </a:cubicBezTo>
                  <a:cubicBezTo>
                    <a:pt x="13821" y="23797"/>
                    <a:pt x="13327" y="23750"/>
                    <a:pt x="12835" y="23675"/>
                  </a:cubicBezTo>
                  <a:cubicBezTo>
                    <a:pt x="12098" y="23560"/>
                    <a:pt x="11368" y="23396"/>
                    <a:pt x="10660" y="23174"/>
                  </a:cubicBezTo>
                  <a:cubicBezTo>
                    <a:pt x="10643" y="23140"/>
                    <a:pt x="10610" y="23124"/>
                    <a:pt x="10576" y="23124"/>
                  </a:cubicBezTo>
                  <a:cubicBezTo>
                    <a:pt x="10561" y="23124"/>
                    <a:pt x="10546" y="23127"/>
                    <a:pt x="10532" y="23134"/>
                  </a:cubicBezTo>
                  <a:cubicBezTo>
                    <a:pt x="9563" y="22819"/>
                    <a:pt x="8635" y="22391"/>
                    <a:pt x="7785" y="21827"/>
                  </a:cubicBezTo>
                  <a:cubicBezTo>
                    <a:pt x="7797" y="21769"/>
                    <a:pt x="7747" y="21726"/>
                    <a:pt x="7697" y="21726"/>
                  </a:cubicBezTo>
                  <a:cubicBezTo>
                    <a:pt x="7682" y="21726"/>
                    <a:pt x="7667" y="21730"/>
                    <a:pt x="7653" y="21738"/>
                  </a:cubicBezTo>
                  <a:cubicBezTo>
                    <a:pt x="7457" y="21603"/>
                    <a:pt x="7266" y="21462"/>
                    <a:pt x="7079" y="21313"/>
                  </a:cubicBezTo>
                  <a:cubicBezTo>
                    <a:pt x="6363" y="20739"/>
                    <a:pt x="5733" y="20074"/>
                    <a:pt x="5200" y="19340"/>
                  </a:cubicBezTo>
                  <a:lnTo>
                    <a:pt x="5227" y="19319"/>
                  </a:lnTo>
                  <a:cubicBezTo>
                    <a:pt x="5291" y="19265"/>
                    <a:pt x="5243" y="19173"/>
                    <a:pt x="5177" y="19173"/>
                  </a:cubicBezTo>
                  <a:cubicBezTo>
                    <a:pt x="5162" y="19173"/>
                    <a:pt x="5146" y="19178"/>
                    <a:pt x="5130" y="19189"/>
                  </a:cubicBezTo>
                  <a:cubicBezTo>
                    <a:pt x="5122" y="19194"/>
                    <a:pt x="5115" y="19201"/>
                    <a:pt x="5106" y="19207"/>
                  </a:cubicBezTo>
                  <a:cubicBezTo>
                    <a:pt x="4443" y="18265"/>
                    <a:pt x="3937" y="17215"/>
                    <a:pt x="3611" y="16098"/>
                  </a:cubicBezTo>
                  <a:cubicBezTo>
                    <a:pt x="2993" y="13979"/>
                    <a:pt x="2947" y="11749"/>
                    <a:pt x="2614" y="9579"/>
                  </a:cubicBezTo>
                  <a:cubicBezTo>
                    <a:pt x="2555" y="9197"/>
                    <a:pt x="2486" y="8818"/>
                    <a:pt x="2405" y="8440"/>
                  </a:cubicBezTo>
                  <a:cubicBezTo>
                    <a:pt x="2459" y="8389"/>
                    <a:pt x="2434" y="8295"/>
                    <a:pt x="2367" y="8275"/>
                  </a:cubicBezTo>
                  <a:cubicBezTo>
                    <a:pt x="2254" y="7772"/>
                    <a:pt x="2116" y="7275"/>
                    <a:pt x="1947" y="6785"/>
                  </a:cubicBezTo>
                  <a:cubicBezTo>
                    <a:pt x="2016" y="6354"/>
                    <a:pt x="2204" y="5957"/>
                    <a:pt x="2470" y="5594"/>
                  </a:cubicBezTo>
                  <a:cubicBezTo>
                    <a:pt x="2480" y="5599"/>
                    <a:pt x="2491" y="5601"/>
                    <a:pt x="2502" y="5601"/>
                  </a:cubicBezTo>
                  <a:cubicBezTo>
                    <a:pt x="2555" y="5601"/>
                    <a:pt x="2609" y="5552"/>
                    <a:pt x="2580" y="5497"/>
                  </a:cubicBezTo>
                  <a:cubicBezTo>
                    <a:pt x="2577" y="5488"/>
                    <a:pt x="2571" y="5478"/>
                    <a:pt x="2565" y="5470"/>
                  </a:cubicBezTo>
                  <a:cubicBezTo>
                    <a:pt x="3298" y="4548"/>
                    <a:pt x="4507" y="3855"/>
                    <a:pt x="5407" y="3377"/>
                  </a:cubicBezTo>
                  <a:cubicBezTo>
                    <a:pt x="7368" y="2331"/>
                    <a:pt x="9557" y="1694"/>
                    <a:pt x="11782" y="1629"/>
                  </a:cubicBezTo>
                  <a:cubicBezTo>
                    <a:pt x="11903" y="1626"/>
                    <a:pt x="12024" y="1624"/>
                    <a:pt x="12145" y="1624"/>
                  </a:cubicBezTo>
                  <a:close/>
                  <a:moveTo>
                    <a:pt x="12043" y="1"/>
                  </a:moveTo>
                  <a:cubicBezTo>
                    <a:pt x="12019" y="1"/>
                    <a:pt x="11996" y="14"/>
                    <a:pt x="11986" y="43"/>
                  </a:cubicBezTo>
                  <a:cubicBezTo>
                    <a:pt x="11856" y="423"/>
                    <a:pt x="11771" y="819"/>
                    <a:pt x="11693" y="1210"/>
                  </a:cubicBezTo>
                  <a:cubicBezTo>
                    <a:pt x="11309" y="1224"/>
                    <a:pt x="10926" y="1252"/>
                    <a:pt x="10545" y="1296"/>
                  </a:cubicBezTo>
                  <a:cubicBezTo>
                    <a:pt x="10556" y="982"/>
                    <a:pt x="10588" y="678"/>
                    <a:pt x="10670" y="361"/>
                  </a:cubicBezTo>
                  <a:cubicBezTo>
                    <a:pt x="10684" y="304"/>
                    <a:pt x="10633" y="267"/>
                    <a:pt x="10584" y="267"/>
                  </a:cubicBezTo>
                  <a:cubicBezTo>
                    <a:pt x="10553" y="267"/>
                    <a:pt x="10523" y="282"/>
                    <a:pt x="10510" y="316"/>
                  </a:cubicBezTo>
                  <a:cubicBezTo>
                    <a:pt x="10389" y="629"/>
                    <a:pt x="10321" y="982"/>
                    <a:pt x="10342" y="1325"/>
                  </a:cubicBezTo>
                  <a:cubicBezTo>
                    <a:pt x="10130" y="1353"/>
                    <a:pt x="9917" y="1383"/>
                    <a:pt x="9705" y="1422"/>
                  </a:cubicBezTo>
                  <a:cubicBezTo>
                    <a:pt x="9706" y="1415"/>
                    <a:pt x="9709" y="1410"/>
                    <a:pt x="9712" y="1402"/>
                  </a:cubicBezTo>
                  <a:cubicBezTo>
                    <a:pt x="9757" y="1098"/>
                    <a:pt x="9749" y="779"/>
                    <a:pt x="9742" y="473"/>
                  </a:cubicBezTo>
                  <a:cubicBezTo>
                    <a:pt x="9739" y="421"/>
                    <a:pt x="9695" y="394"/>
                    <a:pt x="9650" y="394"/>
                  </a:cubicBezTo>
                  <a:cubicBezTo>
                    <a:pt x="9609" y="394"/>
                    <a:pt x="9568" y="418"/>
                    <a:pt x="9564" y="467"/>
                  </a:cubicBezTo>
                  <a:cubicBezTo>
                    <a:pt x="9539" y="773"/>
                    <a:pt x="9509" y="1091"/>
                    <a:pt x="9538" y="1397"/>
                  </a:cubicBezTo>
                  <a:cubicBezTo>
                    <a:pt x="9539" y="1418"/>
                    <a:pt x="9549" y="1435"/>
                    <a:pt x="9560" y="1446"/>
                  </a:cubicBezTo>
                  <a:cubicBezTo>
                    <a:pt x="9261" y="1503"/>
                    <a:pt x="8964" y="1571"/>
                    <a:pt x="8667" y="1645"/>
                  </a:cubicBezTo>
                  <a:cubicBezTo>
                    <a:pt x="8652" y="1404"/>
                    <a:pt x="8631" y="1167"/>
                    <a:pt x="8597" y="928"/>
                  </a:cubicBezTo>
                  <a:cubicBezTo>
                    <a:pt x="8588" y="868"/>
                    <a:pt x="8543" y="840"/>
                    <a:pt x="8498" y="840"/>
                  </a:cubicBezTo>
                  <a:cubicBezTo>
                    <a:pt x="8445" y="840"/>
                    <a:pt x="8391" y="879"/>
                    <a:pt x="8394" y="949"/>
                  </a:cubicBezTo>
                  <a:cubicBezTo>
                    <a:pt x="8405" y="1201"/>
                    <a:pt x="8431" y="1451"/>
                    <a:pt x="8462" y="1699"/>
                  </a:cubicBezTo>
                  <a:cubicBezTo>
                    <a:pt x="8207" y="1769"/>
                    <a:pt x="7955" y="1843"/>
                    <a:pt x="7704" y="1925"/>
                  </a:cubicBezTo>
                  <a:cubicBezTo>
                    <a:pt x="7581" y="1594"/>
                    <a:pt x="7477" y="1262"/>
                    <a:pt x="7388" y="921"/>
                  </a:cubicBezTo>
                  <a:cubicBezTo>
                    <a:pt x="7377" y="878"/>
                    <a:pt x="7344" y="860"/>
                    <a:pt x="7309" y="860"/>
                  </a:cubicBezTo>
                  <a:cubicBezTo>
                    <a:pt x="7254" y="860"/>
                    <a:pt x="7194" y="904"/>
                    <a:pt x="7199" y="967"/>
                  </a:cubicBezTo>
                  <a:cubicBezTo>
                    <a:pt x="7229" y="1325"/>
                    <a:pt x="7340" y="1677"/>
                    <a:pt x="7508" y="1995"/>
                  </a:cubicBezTo>
                  <a:cubicBezTo>
                    <a:pt x="7320" y="2059"/>
                    <a:pt x="7130" y="2125"/>
                    <a:pt x="6944" y="2197"/>
                  </a:cubicBezTo>
                  <a:cubicBezTo>
                    <a:pt x="6886" y="2222"/>
                    <a:pt x="6825" y="2246"/>
                    <a:pt x="6766" y="2268"/>
                  </a:cubicBezTo>
                  <a:cubicBezTo>
                    <a:pt x="6702" y="1935"/>
                    <a:pt x="6608" y="1584"/>
                    <a:pt x="6462" y="1283"/>
                  </a:cubicBezTo>
                  <a:cubicBezTo>
                    <a:pt x="6445" y="1248"/>
                    <a:pt x="6412" y="1232"/>
                    <a:pt x="6379" y="1232"/>
                  </a:cubicBezTo>
                  <a:cubicBezTo>
                    <a:pt x="6332" y="1232"/>
                    <a:pt x="6287" y="1265"/>
                    <a:pt x="6294" y="1325"/>
                  </a:cubicBezTo>
                  <a:cubicBezTo>
                    <a:pt x="6335" y="1666"/>
                    <a:pt x="6450" y="2020"/>
                    <a:pt x="6581" y="2343"/>
                  </a:cubicBezTo>
                  <a:cubicBezTo>
                    <a:pt x="6070" y="2550"/>
                    <a:pt x="5541" y="2786"/>
                    <a:pt x="5023" y="3058"/>
                  </a:cubicBezTo>
                  <a:cubicBezTo>
                    <a:pt x="4887" y="2732"/>
                    <a:pt x="4790" y="2393"/>
                    <a:pt x="4685" y="2054"/>
                  </a:cubicBezTo>
                  <a:cubicBezTo>
                    <a:pt x="4671" y="2009"/>
                    <a:pt x="4635" y="1990"/>
                    <a:pt x="4598" y="1990"/>
                  </a:cubicBezTo>
                  <a:cubicBezTo>
                    <a:pt x="4541" y="1990"/>
                    <a:pt x="4480" y="2035"/>
                    <a:pt x="4486" y="2104"/>
                  </a:cubicBezTo>
                  <a:cubicBezTo>
                    <a:pt x="4511" y="2484"/>
                    <a:pt x="4647" y="2834"/>
                    <a:pt x="4827" y="3164"/>
                  </a:cubicBezTo>
                  <a:cubicBezTo>
                    <a:pt x="4556" y="3310"/>
                    <a:pt x="4291" y="3466"/>
                    <a:pt x="4033" y="3634"/>
                  </a:cubicBezTo>
                  <a:cubicBezTo>
                    <a:pt x="3951" y="3293"/>
                    <a:pt x="3802" y="2961"/>
                    <a:pt x="3604" y="2672"/>
                  </a:cubicBezTo>
                  <a:cubicBezTo>
                    <a:pt x="3579" y="2636"/>
                    <a:pt x="3547" y="2621"/>
                    <a:pt x="3515" y="2621"/>
                  </a:cubicBezTo>
                  <a:cubicBezTo>
                    <a:pt x="3432" y="2621"/>
                    <a:pt x="3350" y="2723"/>
                    <a:pt x="3409" y="2818"/>
                  </a:cubicBezTo>
                  <a:cubicBezTo>
                    <a:pt x="3591" y="3112"/>
                    <a:pt x="3736" y="3408"/>
                    <a:pt x="3866" y="3728"/>
                  </a:cubicBezTo>
                  <a:cubicBezTo>
                    <a:pt x="3868" y="3734"/>
                    <a:pt x="3871" y="3735"/>
                    <a:pt x="3875" y="3741"/>
                  </a:cubicBezTo>
                  <a:cubicBezTo>
                    <a:pt x="3614" y="3918"/>
                    <a:pt x="3363" y="4108"/>
                    <a:pt x="3129" y="4309"/>
                  </a:cubicBezTo>
                  <a:cubicBezTo>
                    <a:pt x="3005" y="3969"/>
                    <a:pt x="2825" y="3647"/>
                    <a:pt x="2594" y="3369"/>
                  </a:cubicBezTo>
                  <a:cubicBezTo>
                    <a:pt x="2568" y="3339"/>
                    <a:pt x="2537" y="3326"/>
                    <a:pt x="2507" y="3326"/>
                  </a:cubicBezTo>
                  <a:cubicBezTo>
                    <a:pt x="2429" y="3326"/>
                    <a:pt x="2359" y="3415"/>
                    <a:pt x="2414" y="3504"/>
                  </a:cubicBezTo>
                  <a:cubicBezTo>
                    <a:pt x="2608" y="3823"/>
                    <a:pt x="2779" y="4145"/>
                    <a:pt x="2934" y="4482"/>
                  </a:cubicBezTo>
                  <a:cubicBezTo>
                    <a:pt x="2720" y="4680"/>
                    <a:pt x="2520" y="4890"/>
                    <a:pt x="2339" y="5114"/>
                  </a:cubicBezTo>
                  <a:cubicBezTo>
                    <a:pt x="2161" y="4857"/>
                    <a:pt x="1960" y="4612"/>
                    <a:pt x="1776" y="4366"/>
                  </a:cubicBezTo>
                  <a:cubicBezTo>
                    <a:pt x="1755" y="4339"/>
                    <a:pt x="1726" y="4328"/>
                    <a:pt x="1697" y="4328"/>
                  </a:cubicBezTo>
                  <a:cubicBezTo>
                    <a:pt x="1628" y="4328"/>
                    <a:pt x="1558" y="4390"/>
                    <a:pt x="1596" y="4465"/>
                  </a:cubicBezTo>
                  <a:cubicBezTo>
                    <a:pt x="1752" y="4770"/>
                    <a:pt x="1933" y="5081"/>
                    <a:pt x="2169" y="5339"/>
                  </a:cubicBezTo>
                  <a:cubicBezTo>
                    <a:pt x="2127" y="5393"/>
                    <a:pt x="2088" y="5448"/>
                    <a:pt x="2050" y="5505"/>
                  </a:cubicBezTo>
                  <a:cubicBezTo>
                    <a:pt x="1943" y="5667"/>
                    <a:pt x="1851" y="5832"/>
                    <a:pt x="1777" y="6005"/>
                  </a:cubicBezTo>
                  <a:cubicBezTo>
                    <a:pt x="1400" y="5722"/>
                    <a:pt x="1065" y="5403"/>
                    <a:pt x="723" y="5067"/>
                  </a:cubicBezTo>
                  <a:cubicBezTo>
                    <a:pt x="707" y="5051"/>
                    <a:pt x="689" y="5044"/>
                    <a:pt x="673" y="5044"/>
                  </a:cubicBezTo>
                  <a:cubicBezTo>
                    <a:pt x="615" y="5044"/>
                    <a:pt x="569" y="5127"/>
                    <a:pt x="603" y="5186"/>
                  </a:cubicBezTo>
                  <a:cubicBezTo>
                    <a:pt x="855" y="5617"/>
                    <a:pt x="1259" y="5963"/>
                    <a:pt x="1705" y="6192"/>
                  </a:cubicBezTo>
                  <a:cubicBezTo>
                    <a:pt x="1658" y="6317"/>
                    <a:pt x="1623" y="6442"/>
                    <a:pt x="1599" y="6569"/>
                  </a:cubicBezTo>
                  <a:cubicBezTo>
                    <a:pt x="1593" y="6572"/>
                    <a:pt x="1592" y="6575"/>
                    <a:pt x="1586" y="6579"/>
                  </a:cubicBezTo>
                  <a:cubicBezTo>
                    <a:pt x="1319" y="6535"/>
                    <a:pt x="1032" y="6502"/>
                    <a:pt x="750" y="6502"/>
                  </a:cubicBezTo>
                  <a:cubicBezTo>
                    <a:pt x="546" y="6502"/>
                    <a:pt x="345" y="6519"/>
                    <a:pt x="156" y="6561"/>
                  </a:cubicBezTo>
                  <a:cubicBezTo>
                    <a:pt x="36" y="6588"/>
                    <a:pt x="0" y="6795"/>
                    <a:pt x="149" y="6800"/>
                  </a:cubicBezTo>
                  <a:cubicBezTo>
                    <a:pt x="246" y="6804"/>
                    <a:pt x="343" y="6805"/>
                    <a:pt x="440" y="6805"/>
                  </a:cubicBezTo>
                  <a:cubicBezTo>
                    <a:pt x="789" y="6805"/>
                    <a:pt x="1138" y="6786"/>
                    <a:pt x="1487" y="6782"/>
                  </a:cubicBezTo>
                  <a:cubicBezTo>
                    <a:pt x="1488" y="6796"/>
                    <a:pt x="1493" y="6813"/>
                    <a:pt x="1497" y="6829"/>
                  </a:cubicBezTo>
                  <a:cubicBezTo>
                    <a:pt x="1515" y="6880"/>
                    <a:pt x="1531" y="6935"/>
                    <a:pt x="1549" y="6987"/>
                  </a:cubicBezTo>
                  <a:cubicBezTo>
                    <a:pt x="1545" y="7082"/>
                    <a:pt x="1549" y="7177"/>
                    <a:pt x="1558" y="7275"/>
                  </a:cubicBezTo>
                  <a:cubicBezTo>
                    <a:pt x="1246" y="7302"/>
                    <a:pt x="935" y="7303"/>
                    <a:pt x="617" y="7303"/>
                  </a:cubicBezTo>
                  <a:cubicBezTo>
                    <a:pt x="587" y="7303"/>
                    <a:pt x="557" y="7303"/>
                    <a:pt x="526" y="7303"/>
                  </a:cubicBezTo>
                  <a:cubicBezTo>
                    <a:pt x="391" y="7303"/>
                    <a:pt x="399" y="7507"/>
                    <a:pt x="522" y="7531"/>
                  </a:cubicBezTo>
                  <a:cubicBezTo>
                    <a:pt x="696" y="7567"/>
                    <a:pt x="873" y="7582"/>
                    <a:pt x="1051" y="7582"/>
                  </a:cubicBezTo>
                  <a:cubicBezTo>
                    <a:pt x="1233" y="7582"/>
                    <a:pt x="1416" y="7566"/>
                    <a:pt x="1596" y="7537"/>
                  </a:cubicBezTo>
                  <a:cubicBezTo>
                    <a:pt x="1600" y="7551"/>
                    <a:pt x="1602" y="7564"/>
                    <a:pt x="1603" y="7575"/>
                  </a:cubicBezTo>
                  <a:cubicBezTo>
                    <a:pt x="1623" y="7666"/>
                    <a:pt x="1694" y="7713"/>
                    <a:pt x="1766" y="7720"/>
                  </a:cubicBezTo>
                  <a:cubicBezTo>
                    <a:pt x="1827" y="7948"/>
                    <a:pt x="1879" y="8176"/>
                    <a:pt x="1929" y="8407"/>
                  </a:cubicBezTo>
                  <a:cubicBezTo>
                    <a:pt x="1500" y="8546"/>
                    <a:pt x="1063" y="8679"/>
                    <a:pt x="639" y="8837"/>
                  </a:cubicBezTo>
                  <a:cubicBezTo>
                    <a:pt x="531" y="8877"/>
                    <a:pt x="563" y="9055"/>
                    <a:pt x="673" y="9055"/>
                  </a:cubicBezTo>
                  <a:cubicBezTo>
                    <a:pt x="679" y="9055"/>
                    <a:pt x="686" y="9055"/>
                    <a:pt x="693" y="9053"/>
                  </a:cubicBezTo>
                  <a:cubicBezTo>
                    <a:pt x="1133" y="8968"/>
                    <a:pt x="1565" y="8818"/>
                    <a:pt x="1981" y="8643"/>
                  </a:cubicBezTo>
                  <a:cubicBezTo>
                    <a:pt x="2061" y="9038"/>
                    <a:pt x="2126" y="9436"/>
                    <a:pt x="2184" y="9836"/>
                  </a:cubicBezTo>
                  <a:cubicBezTo>
                    <a:pt x="1756" y="9905"/>
                    <a:pt x="1325" y="9976"/>
                    <a:pt x="906" y="10094"/>
                  </a:cubicBezTo>
                  <a:cubicBezTo>
                    <a:pt x="785" y="10128"/>
                    <a:pt x="833" y="10310"/>
                    <a:pt x="947" y="10310"/>
                  </a:cubicBezTo>
                  <a:cubicBezTo>
                    <a:pt x="951" y="10310"/>
                    <a:pt x="954" y="10309"/>
                    <a:pt x="958" y="10309"/>
                  </a:cubicBezTo>
                  <a:cubicBezTo>
                    <a:pt x="1383" y="10267"/>
                    <a:pt x="1804" y="10174"/>
                    <a:pt x="2220" y="10084"/>
                  </a:cubicBezTo>
                  <a:cubicBezTo>
                    <a:pt x="2252" y="10318"/>
                    <a:pt x="2282" y="10551"/>
                    <a:pt x="2310" y="10788"/>
                  </a:cubicBezTo>
                  <a:cubicBezTo>
                    <a:pt x="1928" y="10883"/>
                    <a:pt x="1546" y="10951"/>
                    <a:pt x="1160" y="11022"/>
                  </a:cubicBezTo>
                  <a:cubicBezTo>
                    <a:pt x="993" y="11052"/>
                    <a:pt x="1019" y="11280"/>
                    <a:pt x="1184" y="11280"/>
                  </a:cubicBezTo>
                  <a:cubicBezTo>
                    <a:pt x="1184" y="11280"/>
                    <a:pt x="1185" y="11280"/>
                    <a:pt x="1185" y="11280"/>
                  </a:cubicBezTo>
                  <a:cubicBezTo>
                    <a:pt x="1568" y="11278"/>
                    <a:pt x="1974" y="11189"/>
                    <a:pt x="2343" y="11057"/>
                  </a:cubicBezTo>
                  <a:cubicBezTo>
                    <a:pt x="2368" y="11271"/>
                    <a:pt x="2392" y="11485"/>
                    <a:pt x="2417" y="11702"/>
                  </a:cubicBezTo>
                  <a:cubicBezTo>
                    <a:pt x="2042" y="11804"/>
                    <a:pt x="1653" y="11893"/>
                    <a:pt x="1296" y="12035"/>
                  </a:cubicBezTo>
                  <a:cubicBezTo>
                    <a:pt x="1178" y="12079"/>
                    <a:pt x="1232" y="12235"/>
                    <a:pt x="1344" y="12235"/>
                  </a:cubicBezTo>
                  <a:cubicBezTo>
                    <a:pt x="1712" y="12235"/>
                    <a:pt x="2106" y="12107"/>
                    <a:pt x="2445" y="11947"/>
                  </a:cubicBezTo>
                  <a:cubicBezTo>
                    <a:pt x="2473" y="12205"/>
                    <a:pt x="2503" y="12463"/>
                    <a:pt x="2534" y="12722"/>
                  </a:cubicBezTo>
                  <a:cubicBezTo>
                    <a:pt x="2052" y="12868"/>
                    <a:pt x="1586" y="13053"/>
                    <a:pt x="1171" y="13343"/>
                  </a:cubicBezTo>
                  <a:cubicBezTo>
                    <a:pt x="1080" y="13408"/>
                    <a:pt x="1142" y="13545"/>
                    <a:pt x="1238" y="13545"/>
                  </a:cubicBezTo>
                  <a:cubicBezTo>
                    <a:pt x="1250" y="13545"/>
                    <a:pt x="1264" y="13543"/>
                    <a:pt x="1277" y="13537"/>
                  </a:cubicBezTo>
                  <a:cubicBezTo>
                    <a:pt x="1709" y="13362"/>
                    <a:pt x="2132" y="13169"/>
                    <a:pt x="2570" y="13010"/>
                  </a:cubicBezTo>
                  <a:cubicBezTo>
                    <a:pt x="2598" y="13237"/>
                    <a:pt x="2623" y="13462"/>
                    <a:pt x="2656" y="13689"/>
                  </a:cubicBezTo>
                  <a:cubicBezTo>
                    <a:pt x="2670" y="13789"/>
                    <a:pt x="2686" y="13889"/>
                    <a:pt x="2701" y="13991"/>
                  </a:cubicBezTo>
                  <a:cubicBezTo>
                    <a:pt x="2687" y="13991"/>
                    <a:pt x="2676" y="13991"/>
                    <a:pt x="2662" y="13995"/>
                  </a:cubicBezTo>
                  <a:cubicBezTo>
                    <a:pt x="2266" y="14127"/>
                    <a:pt x="1861" y="14257"/>
                    <a:pt x="1480" y="14426"/>
                  </a:cubicBezTo>
                  <a:cubicBezTo>
                    <a:pt x="1375" y="14473"/>
                    <a:pt x="1400" y="14641"/>
                    <a:pt x="1513" y="14641"/>
                  </a:cubicBezTo>
                  <a:cubicBezTo>
                    <a:pt x="1519" y="14641"/>
                    <a:pt x="1526" y="14641"/>
                    <a:pt x="1532" y="14640"/>
                  </a:cubicBezTo>
                  <a:cubicBezTo>
                    <a:pt x="1950" y="14580"/>
                    <a:pt x="2367" y="14423"/>
                    <a:pt x="2741" y="14227"/>
                  </a:cubicBezTo>
                  <a:cubicBezTo>
                    <a:pt x="2782" y="14481"/>
                    <a:pt x="2828" y="14730"/>
                    <a:pt x="2881" y="14980"/>
                  </a:cubicBezTo>
                  <a:cubicBezTo>
                    <a:pt x="2557" y="15112"/>
                    <a:pt x="2215" y="15263"/>
                    <a:pt x="1929" y="15462"/>
                  </a:cubicBezTo>
                  <a:cubicBezTo>
                    <a:pt x="1839" y="15525"/>
                    <a:pt x="1905" y="15650"/>
                    <a:pt x="1998" y="15650"/>
                  </a:cubicBezTo>
                  <a:cubicBezTo>
                    <a:pt x="2008" y="15650"/>
                    <a:pt x="2020" y="15648"/>
                    <a:pt x="2031" y="15644"/>
                  </a:cubicBezTo>
                  <a:cubicBezTo>
                    <a:pt x="2339" y="15542"/>
                    <a:pt x="2643" y="15374"/>
                    <a:pt x="2928" y="15205"/>
                  </a:cubicBezTo>
                  <a:cubicBezTo>
                    <a:pt x="3006" y="15551"/>
                    <a:pt x="3095" y="15891"/>
                    <a:pt x="3195" y="16225"/>
                  </a:cubicBezTo>
                  <a:cubicBezTo>
                    <a:pt x="2833" y="16332"/>
                    <a:pt x="2517" y="16523"/>
                    <a:pt x="2296" y="16842"/>
                  </a:cubicBezTo>
                  <a:cubicBezTo>
                    <a:pt x="2253" y="16904"/>
                    <a:pt x="2307" y="16997"/>
                    <a:pt x="2371" y="16997"/>
                  </a:cubicBezTo>
                  <a:cubicBezTo>
                    <a:pt x="2389" y="16997"/>
                    <a:pt x="2407" y="16990"/>
                    <a:pt x="2424" y="16974"/>
                  </a:cubicBezTo>
                  <a:cubicBezTo>
                    <a:pt x="2669" y="16734"/>
                    <a:pt x="2939" y="16543"/>
                    <a:pt x="3258" y="16435"/>
                  </a:cubicBezTo>
                  <a:cubicBezTo>
                    <a:pt x="3314" y="16607"/>
                    <a:pt x="3372" y="16777"/>
                    <a:pt x="3434" y="16947"/>
                  </a:cubicBezTo>
                  <a:cubicBezTo>
                    <a:pt x="3111" y="17052"/>
                    <a:pt x="2728" y="17223"/>
                    <a:pt x="2543" y="17484"/>
                  </a:cubicBezTo>
                  <a:cubicBezTo>
                    <a:pt x="2489" y="17558"/>
                    <a:pt x="2544" y="17666"/>
                    <a:pt x="2629" y="17666"/>
                  </a:cubicBezTo>
                  <a:cubicBezTo>
                    <a:pt x="2642" y="17666"/>
                    <a:pt x="2657" y="17663"/>
                    <a:pt x="2672" y="17657"/>
                  </a:cubicBezTo>
                  <a:cubicBezTo>
                    <a:pt x="2829" y="17590"/>
                    <a:pt x="2961" y="17471"/>
                    <a:pt x="3110" y="17385"/>
                  </a:cubicBezTo>
                  <a:cubicBezTo>
                    <a:pt x="3243" y="17307"/>
                    <a:pt x="3380" y="17243"/>
                    <a:pt x="3522" y="17183"/>
                  </a:cubicBezTo>
                  <a:cubicBezTo>
                    <a:pt x="3598" y="17380"/>
                    <a:pt x="3679" y="17576"/>
                    <a:pt x="3767" y="17769"/>
                  </a:cubicBezTo>
                  <a:cubicBezTo>
                    <a:pt x="3750" y="17769"/>
                    <a:pt x="3732" y="17770"/>
                    <a:pt x="3712" y="17774"/>
                  </a:cubicBezTo>
                  <a:cubicBezTo>
                    <a:pt x="3604" y="17796"/>
                    <a:pt x="3491" y="17845"/>
                    <a:pt x="3393" y="17896"/>
                  </a:cubicBezTo>
                  <a:cubicBezTo>
                    <a:pt x="3216" y="17984"/>
                    <a:pt x="3066" y="18105"/>
                    <a:pt x="2928" y="18246"/>
                  </a:cubicBezTo>
                  <a:cubicBezTo>
                    <a:pt x="2874" y="18303"/>
                    <a:pt x="2935" y="18389"/>
                    <a:pt x="3001" y="18389"/>
                  </a:cubicBezTo>
                  <a:cubicBezTo>
                    <a:pt x="3017" y="18389"/>
                    <a:pt x="3034" y="18383"/>
                    <a:pt x="3049" y="18371"/>
                  </a:cubicBezTo>
                  <a:cubicBezTo>
                    <a:pt x="3202" y="18249"/>
                    <a:pt x="3360" y="18137"/>
                    <a:pt x="3533" y="18045"/>
                  </a:cubicBezTo>
                  <a:cubicBezTo>
                    <a:pt x="3601" y="18010"/>
                    <a:pt x="3669" y="17977"/>
                    <a:pt x="3740" y="17946"/>
                  </a:cubicBezTo>
                  <a:cubicBezTo>
                    <a:pt x="3781" y="17926"/>
                    <a:pt x="3804" y="17910"/>
                    <a:pt x="3825" y="17892"/>
                  </a:cubicBezTo>
                  <a:cubicBezTo>
                    <a:pt x="3939" y="18136"/>
                    <a:pt x="4060" y="18374"/>
                    <a:pt x="4192" y="18610"/>
                  </a:cubicBezTo>
                  <a:cubicBezTo>
                    <a:pt x="3946" y="18788"/>
                    <a:pt x="3689" y="18961"/>
                    <a:pt x="3464" y="19163"/>
                  </a:cubicBezTo>
                  <a:cubicBezTo>
                    <a:pt x="3403" y="19217"/>
                    <a:pt x="3447" y="19303"/>
                    <a:pt x="3511" y="19303"/>
                  </a:cubicBezTo>
                  <a:cubicBezTo>
                    <a:pt x="3526" y="19303"/>
                    <a:pt x="3542" y="19298"/>
                    <a:pt x="3557" y="19288"/>
                  </a:cubicBezTo>
                  <a:cubicBezTo>
                    <a:pt x="3807" y="19129"/>
                    <a:pt x="4038" y="18934"/>
                    <a:pt x="4270" y="18748"/>
                  </a:cubicBezTo>
                  <a:cubicBezTo>
                    <a:pt x="4413" y="18996"/>
                    <a:pt x="4569" y="19238"/>
                    <a:pt x="4735" y="19476"/>
                  </a:cubicBezTo>
                  <a:cubicBezTo>
                    <a:pt x="4477" y="19670"/>
                    <a:pt x="4225" y="19886"/>
                    <a:pt x="4048" y="20138"/>
                  </a:cubicBezTo>
                  <a:cubicBezTo>
                    <a:pt x="4007" y="20194"/>
                    <a:pt x="4052" y="20262"/>
                    <a:pt x="4108" y="20262"/>
                  </a:cubicBezTo>
                  <a:cubicBezTo>
                    <a:pt x="4122" y="20262"/>
                    <a:pt x="4138" y="20258"/>
                    <a:pt x="4153" y="20247"/>
                  </a:cubicBezTo>
                  <a:cubicBezTo>
                    <a:pt x="4402" y="20073"/>
                    <a:pt x="4627" y="19855"/>
                    <a:pt x="4855" y="19645"/>
                  </a:cubicBezTo>
                  <a:cubicBezTo>
                    <a:pt x="4860" y="19649"/>
                    <a:pt x="4862" y="19653"/>
                    <a:pt x="4867" y="19659"/>
                  </a:cubicBezTo>
                  <a:cubicBezTo>
                    <a:pt x="5014" y="19855"/>
                    <a:pt x="5164" y="20045"/>
                    <a:pt x="5322" y="20227"/>
                  </a:cubicBezTo>
                  <a:cubicBezTo>
                    <a:pt x="5127" y="20433"/>
                    <a:pt x="4926" y="20645"/>
                    <a:pt x="4773" y="20879"/>
                  </a:cubicBezTo>
                  <a:cubicBezTo>
                    <a:pt x="4732" y="20941"/>
                    <a:pt x="4783" y="21033"/>
                    <a:pt x="4846" y="21033"/>
                  </a:cubicBezTo>
                  <a:cubicBezTo>
                    <a:pt x="4864" y="21033"/>
                    <a:pt x="4883" y="21025"/>
                    <a:pt x="4901" y="21008"/>
                  </a:cubicBezTo>
                  <a:cubicBezTo>
                    <a:pt x="5102" y="20818"/>
                    <a:pt x="5276" y="20592"/>
                    <a:pt x="5444" y="20368"/>
                  </a:cubicBezTo>
                  <a:cubicBezTo>
                    <a:pt x="5663" y="20616"/>
                    <a:pt x="5894" y="20850"/>
                    <a:pt x="6131" y="21071"/>
                  </a:cubicBezTo>
                  <a:cubicBezTo>
                    <a:pt x="5979" y="21307"/>
                    <a:pt x="5825" y="21560"/>
                    <a:pt x="5730" y="21813"/>
                  </a:cubicBezTo>
                  <a:cubicBezTo>
                    <a:pt x="5707" y="21871"/>
                    <a:pt x="5756" y="21927"/>
                    <a:pt x="5807" y="21927"/>
                  </a:cubicBezTo>
                  <a:cubicBezTo>
                    <a:pt x="5828" y="21927"/>
                    <a:pt x="5849" y="21918"/>
                    <a:pt x="5866" y="21895"/>
                  </a:cubicBezTo>
                  <a:cubicBezTo>
                    <a:pt x="6023" y="21688"/>
                    <a:pt x="6151" y="21440"/>
                    <a:pt x="6268" y="21197"/>
                  </a:cubicBezTo>
                  <a:cubicBezTo>
                    <a:pt x="6399" y="21313"/>
                    <a:pt x="6533" y="21425"/>
                    <a:pt x="6668" y="21534"/>
                  </a:cubicBezTo>
                  <a:cubicBezTo>
                    <a:pt x="6502" y="21739"/>
                    <a:pt x="6329" y="21978"/>
                    <a:pt x="6280" y="22235"/>
                  </a:cubicBezTo>
                  <a:cubicBezTo>
                    <a:pt x="6270" y="22280"/>
                    <a:pt x="6308" y="22312"/>
                    <a:pt x="6347" y="22312"/>
                  </a:cubicBezTo>
                  <a:cubicBezTo>
                    <a:pt x="6365" y="22312"/>
                    <a:pt x="6384" y="22305"/>
                    <a:pt x="6397" y="22288"/>
                  </a:cubicBezTo>
                  <a:cubicBezTo>
                    <a:pt x="6553" y="22087"/>
                    <a:pt x="6662" y="21857"/>
                    <a:pt x="6814" y="21652"/>
                  </a:cubicBezTo>
                  <a:cubicBezTo>
                    <a:pt x="7017" y="21810"/>
                    <a:pt x="7228" y="21962"/>
                    <a:pt x="7442" y="22105"/>
                  </a:cubicBezTo>
                  <a:cubicBezTo>
                    <a:pt x="7286" y="22389"/>
                    <a:pt x="7121" y="22672"/>
                    <a:pt x="7012" y="22970"/>
                  </a:cubicBezTo>
                  <a:cubicBezTo>
                    <a:pt x="6992" y="23025"/>
                    <a:pt x="7036" y="23073"/>
                    <a:pt x="7083" y="23073"/>
                  </a:cubicBezTo>
                  <a:cubicBezTo>
                    <a:pt x="7102" y="23073"/>
                    <a:pt x="7121" y="23065"/>
                    <a:pt x="7137" y="23046"/>
                  </a:cubicBezTo>
                  <a:cubicBezTo>
                    <a:pt x="7335" y="22808"/>
                    <a:pt x="7484" y="22512"/>
                    <a:pt x="7615" y="22218"/>
                  </a:cubicBezTo>
                  <a:cubicBezTo>
                    <a:pt x="7780" y="22325"/>
                    <a:pt x="7949" y="22425"/>
                    <a:pt x="8119" y="22522"/>
                  </a:cubicBezTo>
                  <a:cubicBezTo>
                    <a:pt x="7940" y="22877"/>
                    <a:pt x="7738" y="23235"/>
                    <a:pt x="7617" y="23613"/>
                  </a:cubicBezTo>
                  <a:cubicBezTo>
                    <a:pt x="7602" y="23664"/>
                    <a:pt x="7647" y="23717"/>
                    <a:pt x="7692" y="23717"/>
                  </a:cubicBezTo>
                  <a:cubicBezTo>
                    <a:pt x="7710" y="23717"/>
                    <a:pt x="7728" y="23708"/>
                    <a:pt x="7742" y="23687"/>
                  </a:cubicBezTo>
                  <a:cubicBezTo>
                    <a:pt x="7957" y="23352"/>
                    <a:pt x="8108" y="22970"/>
                    <a:pt x="8269" y="22604"/>
                  </a:cubicBezTo>
                  <a:cubicBezTo>
                    <a:pt x="8445" y="22702"/>
                    <a:pt x="8624" y="22792"/>
                    <a:pt x="8805" y="22879"/>
                  </a:cubicBezTo>
                  <a:cubicBezTo>
                    <a:pt x="8638" y="23242"/>
                    <a:pt x="8458" y="23631"/>
                    <a:pt x="8397" y="24028"/>
                  </a:cubicBezTo>
                  <a:cubicBezTo>
                    <a:pt x="8388" y="24078"/>
                    <a:pt x="8427" y="24109"/>
                    <a:pt x="8467" y="24109"/>
                  </a:cubicBezTo>
                  <a:cubicBezTo>
                    <a:pt x="8493" y="24109"/>
                    <a:pt x="8519" y="24096"/>
                    <a:pt x="8533" y="24068"/>
                  </a:cubicBezTo>
                  <a:cubicBezTo>
                    <a:pt x="8706" y="23712"/>
                    <a:pt x="8809" y="23317"/>
                    <a:pt x="8949" y="22947"/>
                  </a:cubicBezTo>
                  <a:cubicBezTo>
                    <a:pt x="9121" y="23028"/>
                    <a:pt x="9297" y="23103"/>
                    <a:pt x="9474" y="23175"/>
                  </a:cubicBezTo>
                  <a:cubicBezTo>
                    <a:pt x="9451" y="23185"/>
                    <a:pt x="9436" y="23209"/>
                    <a:pt x="9430" y="23242"/>
                  </a:cubicBezTo>
                  <a:cubicBezTo>
                    <a:pt x="9380" y="23575"/>
                    <a:pt x="9256" y="23892"/>
                    <a:pt x="9209" y="24224"/>
                  </a:cubicBezTo>
                  <a:cubicBezTo>
                    <a:pt x="9201" y="24276"/>
                    <a:pt x="9250" y="24319"/>
                    <a:pt x="9296" y="24319"/>
                  </a:cubicBezTo>
                  <a:cubicBezTo>
                    <a:pt x="9317" y="24319"/>
                    <a:pt x="9338" y="24310"/>
                    <a:pt x="9352" y="24287"/>
                  </a:cubicBezTo>
                  <a:cubicBezTo>
                    <a:pt x="9539" y="23993"/>
                    <a:pt x="9587" y="23613"/>
                    <a:pt x="9621" y="23273"/>
                  </a:cubicBezTo>
                  <a:cubicBezTo>
                    <a:pt x="9623" y="23259"/>
                    <a:pt x="9621" y="23244"/>
                    <a:pt x="9617" y="23233"/>
                  </a:cubicBezTo>
                  <a:lnTo>
                    <a:pt x="9617" y="23233"/>
                  </a:lnTo>
                  <a:cubicBezTo>
                    <a:pt x="9896" y="23345"/>
                    <a:pt x="10180" y="23446"/>
                    <a:pt x="10464" y="23538"/>
                  </a:cubicBezTo>
                  <a:cubicBezTo>
                    <a:pt x="10445" y="23825"/>
                    <a:pt x="10385" y="24105"/>
                    <a:pt x="10307" y="24387"/>
                  </a:cubicBezTo>
                  <a:cubicBezTo>
                    <a:pt x="10290" y="24451"/>
                    <a:pt x="10345" y="24492"/>
                    <a:pt x="10400" y="24492"/>
                  </a:cubicBezTo>
                  <a:cubicBezTo>
                    <a:pt x="10435" y="24492"/>
                    <a:pt x="10471" y="24476"/>
                    <a:pt x="10487" y="24438"/>
                  </a:cubicBezTo>
                  <a:cubicBezTo>
                    <a:pt x="10605" y="24170"/>
                    <a:pt x="10657" y="23889"/>
                    <a:pt x="10670" y="23602"/>
                  </a:cubicBezTo>
                  <a:cubicBezTo>
                    <a:pt x="10960" y="23691"/>
                    <a:pt x="11257" y="23769"/>
                    <a:pt x="11554" y="23841"/>
                  </a:cubicBezTo>
                  <a:cubicBezTo>
                    <a:pt x="11541" y="23984"/>
                    <a:pt x="11527" y="24130"/>
                    <a:pt x="11506" y="24275"/>
                  </a:cubicBezTo>
                  <a:cubicBezTo>
                    <a:pt x="11466" y="24521"/>
                    <a:pt x="11402" y="24764"/>
                    <a:pt x="11370" y="25012"/>
                  </a:cubicBezTo>
                  <a:cubicBezTo>
                    <a:pt x="11362" y="25069"/>
                    <a:pt x="11412" y="25109"/>
                    <a:pt x="11460" y="25109"/>
                  </a:cubicBezTo>
                  <a:cubicBezTo>
                    <a:pt x="11489" y="25109"/>
                    <a:pt x="11517" y="25095"/>
                    <a:pt x="11530" y="25060"/>
                  </a:cubicBezTo>
                  <a:cubicBezTo>
                    <a:pt x="11662" y="24704"/>
                    <a:pt x="11727" y="24282"/>
                    <a:pt x="11735" y="23884"/>
                  </a:cubicBezTo>
                  <a:cubicBezTo>
                    <a:pt x="12008" y="23946"/>
                    <a:pt x="12278" y="24000"/>
                    <a:pt x="12553" y="24048"/>
                  </a:cubicBezTo>
                  <a:cubicBezTo>
                    <a:pt x="12455" y="24527"/>
                    <a:pt x="12406" y="25054"/>
                    <a:pt x="12484" y="25515"/>
                  </a:cubicBezTo>
                  <a:cubicBezTo>
                    <a:pt x="12492" y="25567"/>
                    <a:pt x="12541" y="25596"/>
                    <a:pt x="12586" y="25596"/>
                  </a:cubicBezTo>
                  <a:cubicBezTo>
                    <a:pt x="12626" y="25596"/>
                    <a:pt x="12664" y="25573"/>
                    <a:pt x="12668" y="25520"/>
                  </a:cubicBezTo>
                  <a:cubicBezTo>
                    <a:pt x="12689" y="25224"/>
                    <a:pt x="12661" y="24927"/>
                    <a:pt x="12674" y="24629"/>
                  </a:cubicBezTo>
                  <a:cubicBezTo>
                    <a:pt x="12682" y="24445"/>
                    <a:pt x="12699" y="24261"/>
                    <a:pt x="12719" y="24078"/>
                  </a:cubicBezTo>
                  <a:cubicBezTo>
                    <a:pt x="13021" y="24130"/>
                    <a:pt x="13321" y="24173"/>
                    <a:pt x="13626" y="24208"/>
                  </a:cubicBezTo>
                  <a:cubicBezTo>
                    <a:pt x="13556" y="24579"/>
                    <a:pt x="13510" y="24956"/>
                    <a:pt x="13481" y="25335"/>
                  </a:cubicBezTo>
                  <a:cubicBezTo>
                    <a:pt x="13477" y="25383"/>
                    <a:pt x="13515" y="25412"/>
                    <a:pt x="13552" y="25412"/>
                  </a:cubicBezTo>
                  <a:cubicBezTo>
                    <a:pt x="13581" y="25412"/>
                    <a:pt x="13609" y="25394"/>
                    <a:pt x="13617" y="25356"/>
                  </a:cubicBezTo>
                  <a:cubicBezTo>
                    <a:pt x="13691" y="24983"/>
                    <a:pt x="13745" y="24605"/>
                    <a:pt x="13776" y="24225"/>
                  </a:cubicBezTo>
                  <a:cubicBezTo>
                    <a:pt x="13924" y="24241"/>
                    <a:pt x="14072" y="24258"/>
                    <a:pt x="14220" y="24269"/>
                  </a:cubicBezTo>
                  <a:cubicBezTo>
                    <a:pt x="14157" y="24637"/>
                    <a:pt x="14121" y="25012"/>
                    <a:pt x="14140" y="25384"/>
                  </a:cubicBezTo>
                  <a:cubicBezTo>
                    <a:pt x="14143" y="25434"/>
                    <a:pt x="14185" y="25459"/>
                    <a:pt x="14227" y="25459"/>
                  </a:cubicBezTo>
                  <a:cubicBezTo>
                    <a:pt x="14267" y="25459"/>
                    <a:pt x="14307" y="25436"/>
                    <a:pt x="14310" y="25389"/>
                  </a:cubicBezTo>
                  <a:cubicBezTo>
                    <a:pt x="14340" y="25019"/>
                    <a:pt x="14360" y="24652"/>
                    <a:pt x="14403" y="24286"/>
                  </a:cubicBezTo>
                  <a:cubicBezTo>
                    <a:pt x="14689" y="24309"/>
                    <a:pt x="14974" y="24324"/>
                    <a:pt x="15261" y="24336"/>
                  </a:cubicBezTo>
                  <a:cubicBezTo>
                    <a:pt x="15239" y="24507"/>
                    <a:pt x="15217" y="24677"/>
                    <a:pt x="15196" y="24847"/>
                  </a:cubicBezTo>
                  <a:cubicBezTo>
                    <a:pt x="15168" y="25073"/>
                    <a:pt x="15108" y="25309"/>
                    <a:pt x="15139" y="25536"/>
                  </a:cubicBezTo>
                  <a:cubicBezTo>
                    <a:pt x="15144" y="25578"/>
                    <a:pt x="15183" y="25604"/>
                    <a:pt x="15220" y="25604"/>
                  </a:cubicBezTo>
                  <a:cubicBezTo>
                    <a:pt x="15247" y="25604"/>
                    <a:pt x="15273" y="25590"/>
                    <a:pt x="15284" y="25559"/>
                  </a:cubicBezTo>
                  <a:cubicBezTo>
                    <a:pt x="15362" y="25345"/>
                    <a:pt x="15360" y="25102"/>
                    <a:pt x="15382" y="24877"/>
                  </a:cubicBezTo>
                  <a:cubicBezTo>
                    <a:pt x="15397" y="24698"/>
                    <a:pt x="15416" y="24521"/>
                    <a:pt x="15431" y="24343"/>
                  </a:cubicBezTo>
                  <a:cubicBezTo>
                    <a:pt x="15569" y="24347"/>
                    <a:pt x="15711" y="24353"/>
                    <a:pt x="15849" y="24354"/>
                  </a:cubicBezTo>
                  <a:cubicBezTo>
                    <a:pt x="15977" y="24357"/>
                    <a:pt x="16103" y="24357"/>
                    <a:pt x="16228" y="24358"/>
                  </a:cubicBezTo>
                  <a:cubicBezTo>
                    <a:pt x="16058" y="24704"/>
                    <a:pt x="15959" y="25104"/>
                    <a:pt x="16028" y="25486"/>
                  </a:cubicBezTo>
                  <a:cubicBezTo>
                    <a:pt x="16035" y="25522"/>
                    <a:pt x="16069" y="25543"/>
                    <a:pt x="16101" y="25543"/>
                  </a:cubicBezTo>
                  <a:cubicBezTo>
                    <a:pt x="16129" y="25543"/>
                    <a:pt x="16154" y="25527"/>
                    <a:pt x="16155" y="25491"/>
                  </a:cubicBezTo>
                  <a:cubicBezTo>
                    <a:pt x="16177" y="25094"/>
                    <a:pt x="16218" y="24725"/>
                    <a:pt x="16377" y="24358"/>
                  </a:cubicBezTo>
                  <a:cubicBezTo>
                    <a:pt x="16680" y="24358"/>
                    <a:pt x="16983" y="24360"/>
                    <a:pt x="17286" y="24361"/>
                  </a:cubicBezTo>
                  <a:cubicBezTo>
                    <a:pt x="17187" y="24669"/>
                    <a:pt x="17112" y="24997"/>
                    <a:pt x="17135" y="25316"/>
                  </a:cubicBezTo>
                  <a:cubicBezTo>
                    <a:pt x="17138" y="25372"/>
                    <a:pt x="17183" y="25400"/>
                    <a:pt x="17229" y="25400"/>
                  </a:cubicBezTo>
                  <a:cubicBezTo>
                    <a:pt x="17273" y="25400"/>
                    <a:pt x="17317" y="25374"/>
                    <a:pt x="17325" y="25322"/>
                  </a:cubicBezTo>
                  <a:cubicBezTo>
                    <a:pt x="17376" y="24999"/>
                    <a:pt x="17407" y="24683"/>
                    <a:pt x="17486" y="24365"/>
                  </a:cubicBezTo>
                  <a:cubicBezTo>
                    <a:pt x="17700" y="24368"/>
                    <a:pt x="17917" y="24374"/>
                    <a:pt x="18131" y="24382"/>
                  </a:cubicBezTo>
                  <a:cubicBezTo>
                    <a:pt x="18056" y="24708"/>
                    <a:pt x="17952" y="25058"/>
                    <a:pt x="17967" y="25384"/>
                  </a:cubicBezTo>
                  <a:cubicBezTo>
                    <a:pt x="17967" y="25432"/>
                    <a:pt x="18007" y="25457"/>
                    <a:pt x="18047" y="25457"/>
                  </a:cubicBezTo>
                  <a:cubicBezTo>
                    <a:pt x="18079" y="25457"/>
                    <a:pt x="18111" y="25441"/>
                    <a:pt x="18124" y="25408"/>
                  </a:cubicBezTo>
                  <a:cubicBezTo>
                    <a:pt x="18253" y="25102"/>
                    <a:pt x="18273" y="24728"/>
                    <a:pt x="18317" y="24389"/>
                  </a:cubicBezTo>
                  <a:cubicBezTo>
                    <a:pt x="18514" y="24401"/>
                    <a:pt x="18711" y="24414"/>
                    <a:pt x="18906" y="24432"/>
                  </a:cubicBezTo>
                  <a:cubicBezTo>
                    <a:pt x="18788" y="24758"/>
                    <a:pt x="18672" y="25115"/>
                    <a:pt x="18662" y="25457"/>
                  </a:cubicBezTo>
                  <a:cubicBezTo>
                    <a:pt x="18662" y="25519"/>
                    <a:pt x="18708" y="25555"/>
                    <a:pt x="18753" y="25555"/>
                  </a:cubicBezTo>
                  <a:cubicBezTo>
                    <a:pt x="18790" y="25555"/>
                    <a:pt x="18826" y="25532"/>
                    <a:pt x="18838" y="25484"/>
                  </a:cubicBezTo>
                  <a:cubicBezTo>
                    <a:pt x="18926" y="25138"/>
                    <a:pt x="18973" y="24791"/>
                    <a:pt x="19075" y="24449"/>
                  </a:cubicBezTo>
                  <a:cubicBezTo>
                    <a:pt x="19201" y="24460"/>
                    <a:pt x="19327" y="24477"/>
                    <a:pt x="19452" y="24494"/>
                  </a:cubicBezTo>
                  <a:cubicBezTo>
                    <a:pt x="19551" y="24509"/>
                    <a:pt x="19650" y="24527"/>
                    <a:pt x="19748" y="24544"/>
                  </a:cubicBezTo>
                  <a:cubicBezTo>
                    <a:pt x="19615" y="24912"/>
                    <a:pt x="19487" y="25301"/>
                    <a:pt x="19426" y="25678"/>
                  </a:cubicBezTo>
                  <a:cubicBezTo>
                    <a:pt x="19415" y="25741"/>
                    <a:pt x="19468" y="25783"/>
                    <a:pt x="19520" y="25783"/>
                  </a:cubicBezTo>
                  <a:cubicBezTo>
                    <a:pt x="19553" y="25783"/>
                    <a:pt x="19585" y="25766"/>
                    <a:pt x="19600" y="25729"/>
                  </a:cubicBezTo>
                  <a:cubicBezTo>
                    <a:pt x="19752" y="25372"/>
                    <a:pt x="19853" y="24969"/>
                    <a:pt x="19939" y="24581"/>
                  </a:cubicBezTo>
                  <a:cubicBezTo>
                    <a:pt x="20376" y="24670"/>
                    <a:pt x="20802" y="24792"/>
                    <a:pt x="21220" y="24941"/>
                  </a:cubicBezTo>
                  <a:cubicBezTo>
                    <a:pt x="21056" y="25335"/>
                    <a:pt x="20859" y="25733"/>
                    <a:pt x="20768" y="26150"/>
                  </a:cubicBezTo>
                  <a:cubicBezTo>
                    <a:pt x="20756" y="26198"/>
                    <a:pt x="20791" y="26224"/>
                    <a:pt x="20829" y="26224"/>
                  </a:cubicBezTo>
                  <a:cubicBezTo>
                    <a:pt x="20855" y="26224"/>
                    <a:pt x="20882" y="26212"/>
                    <a:pt x="20897" y="26186"/>
                  </a:cubicBezTo>
                  <a:cubicBezTo>
                    <a:pt x="21113" y="25824"/>
                    <a:pt x="21240" y="25400"/>
                    <a:pt x="21386" y="25003"/>
                  </a:cubicBezTo>
                  <a:cubicBezTo>
                    <a:pt x="21627" y="25095"/>
                    <a:pt x="21865" y="25201"/>
                    <a:pt x="22100" y="25311"/>
                  </a:cubicBezTo>
                  <a:cubicBezTo>
                    <a:pt x="21951" y="25591"/>
                    <a:pt x="21804" y="25903"/>
                    <a:pt x="21762" y="26209"/>
                  </a:cubicBezTo>
                  <a:cubicBezTo>
                    <a:pt x="21755" y="26268"/>
                    <a:pt x="21798" y="26302"/>
                    <a:pt x="21843" y="26302"/>
                  </a:cubicBezTo>
                  <a:cubicBezTo>
                    <a:pt x="21872" y="26302"/>
                    <a:pt x="21902" y="26288"/>
                    <a:pt x="21920" y="26256"/>
                  </a:cubicBezTo>
                  <a:cubicBezTo>
                    <a:pt x="22007" y="26094"/>
                    <a:pt x="22058" y="25920"/>
                    <a:pt x="22126" y="25753"/>
                  </a:cubicBezTo>
                  <a:cubicBezTo>
                    <a:pt x="22175" y="25632"/>
                    <a:pt x="22226" y="25513"/>
                    <a:pt x="22279" y="25394"/>
                  </a:cubicBezTo>
                  <a:cubicBezTo>
                    <a:pt x="22319" y="25414"/>
                    <a:pt x="22357" y="25430"/>
                    <a:pt x="22396" y="25449"/>
                  </a:cubicBezTo>
                  <a:cubicBezTo>
                    <a:pt x="22574" y="25537"/>
                    <a:pt x="22745" y="25635"/>
                    <a:pt x="22917" y="25734"/>
                  </a:cubicBezTo>
                  <a:cubicBezTo>
                    <a:pt x="22789" y="25998"/>
                    <a:pt x="22664" y="26264"/>
                    <a:pt x="22579" y="26541"/>
                  </a:cubicBezTo>
                  <a:cubicBezTo>
                    <a:pt x="22557" y="26609"/>
                    <a:pt x="22606" y="26659"/>
                    <a:pt x="22658" y="26659"/>
                  </a:cubicBezTo>
                  <a:cubicBezTo>
                    <a:pt x="22686" y="26659"/>
                    <a:pt x="22716" y="26644"/>
                    <a:pt x="22735" y="26610"/>
                  </a:cubicBezTo>
                  <a:cubicBezTo>
                    <a:pt x="22877" y="26366"/>
                    <a:pt x="22985" y="26101"/>
                    <a:pt x="23089" y="25835"/>
                  </a:cubicBezTo>
                  <a:cubicBezTo>
                    <a:pt x="23264" y="25941"/>
                    <a:pt x="23437" y="26050"/>
                    <a:pt x="23604" y="26164"/>
                  </a:cubicBezTo>
                  <a:cubicBezTo>
                    <a:pt x="23394" y="26468"/>
                    <a:pt x="23204" y="26803"/>
                    <a:pt x="23084" y="27139"/>
                  </a:cubicBezTo>
                  <a:cubicBezTo>
                    <a:pt x="23056" y="27216"/>
                    <a:pt x="23115" y="27272"/>
                    <a:pt x="23176" y="27272"/>
                  </a:cubicBezTo>
                  <a:cubicBezTo>
                    <a:pt x="23208" y="27272"/>
                    <a:pt x="23242" y="27256"/>
                    <a:pt x="23262" y="27217"/>
                  </a:cubicBezTo>
                  <a:cubicBezTo>
                    <a:pt x="23432" y="26902"/>
                    <a:pt x="23593" y="26585"/>
                    <a:pt x="23767" y="26273"/>
                  </a:cubicBezTo>
                  <a:cubicBezTo>
                    <a:pt x="23937" y="26390"/>
                    <a:pt x="24103" y="26511"/>
                    <a:pt x="24267" y="26634"/>
                  </a:cubicBezTo>
                  <a:cubicBezTo>
                    <a:pt x="23994" y="26990"/>
                    <a:pt x="23738" y="27418"/>
                    <a:pt x="23663" y="27850"/>
                  </a:cubicBezTo>
                  <a:cubicBezTo>
                    <a:pt x="23652" y="27914"/>
                    <a:pt x="23701" y="27952"/>
                    <a:pt x="23752" y="27952"/>
                  </a:cubicBezTo>
                  <a:cubicBezTo>
                    <a:pt x="23785" y="27952"/>
                    <a:pt x="23818" y="27936"/>
                    <a:pt x="23836" y="27901"/>
                  </a:cubicBezTo>
                  <a:cubicBezTo>
                    <a:pt x="24035" y="27513"/>
                    <a:pt x="24183" y="27117"/>
                    <a:pt x="24403" y="26740"/>
                  </a:cubicBezTo>
                  <a:cubicBezTo>
                    <a:pt x="24552" y="26855"/>
                    <a:pt x="24699" y="26974"/>
                    <a:pt x="24844" y="27093"/>
                  </a:cubicBezTo>
                  <a:cubicBezTo>
                    <a:pt x="24606" y="27337"/>
                    <a:pt x="24422" y="27652"/>
                    <a:pt x="24332" y="27979"/>
                  </a:cubicBezTo>
                  <a:cubicBezTo>
                    <a:pt x="24317" y="28035"/>
                    <a:pt x="24366" y="28070"/>
                    <a:pt x="24414" y="28070"/>
                  </a:cubicBezTo>
                  <a:cubicBezTo>
                    <a:pt x="24445" y="28070"/>
                    <a:pt x="24475" y="28056"/>
                    <a:pt x="24490" y="28023"/>
                  </a:cubicBezTo>
                  <a:cubicBezTo>
                    <a:pt x="24623" y="27724"/>
                    <a:pt x="24773" y="27456"/>
                    <a:pt x="24964" y="27194"/>
                  </a:cubicBezTo>
                  <a:cubicBezTo>
                    <a:pt x="25204" y="27394"/>
                    <a:pt x="25438" y="27602"/>
                    <a:pt x="25669" y="27815"/>
                  </a:cubicBezTo>
                  <a:cubicBezTo>
                    <a:pt x="25416" y="28057"/>
                    <a:pt x="25208" y="28357"/>
                    <a:pt x="25141" y="28707"/>
                  </a:cubicBezTo>
                  <a:cubicBezTo>
                    <a:pt x="25132" y="28755"/>
                    <a:pt x="25171" y="28786"/>
                    <a:pt x="25211" y="28786"/>
                  </a:cubicBezTo>
                  <a:cubicBezTo>
                    <a:pt x="25236" y="28786"/>
                    <a:pt x="25261" y="28774"/>
                    <a:pt x="25273" y="28746"/>
                  </a:cubicBezTo>
                  <a:cubicBezTo>
                    <a:pt x="25404" y="28440"/>
                    <a:pt x="25544" y="28156"/>
                    <a:pt x="25778" y="27917"/>
                  </a:cubicBezTo>
                  <a:cubicBezTo>
                    <a:pt x="25900" y="28030"/>
                    <a:pt x="26020" y="28143"/>
                    <a:pt x="26139" y="28261"/>
                  </a:cubicBezTo>
                  <a:cubicBezTo>
                    <a:pt x="25949" y="28665"/>
                    <a:pt x="25728" y="29049"/>
                    <a:pt x="25521" y="29444"/>
                  </a:cubicBezTo>
                  <a:cubicBezTo>
                    <a:pt x="25492" y="29497"/>
                    <a:pt x="25544" y="29548"/>
                    <a:pt x="25594" y="29548"/>
                  </a:cubicBezTo>
                  <a:cubicBezTo>
                    <a:pt x="25614" y="29548"/>
                    <a:pt x="25634" y="29540"/>
                    <a:pt x="25647" y="29519"/>
                  </a:cubicBezTo>
                  <a:cubicBezTo>
                    <a:pt x="25885" y="29155"/>
                    <a:pt x="26067" y="28757"/>
                    <a:pt x="26237" y="28356"/>
                  </a:cubicBezTo>
                  <a:cubicBezTo>
                    <a:pt x="26559" y="28672"/>
                    <a:pt x="26875" y="28995"/>
                    <a:pt x="27181" y="29325"/>
                  </a:cubicBezTo>
                  <a:cubicBezTo>
                    <a:pt x="27246" y="29395"/>
                    <a:pt x="27312" y="29463"/>
                    <a:pt x="27376" y="29534"/>
                  </a:cubicBezTo>
                  <a:cubicBezTo>
                    <a:pt x="27373" y="29533"/>
                    <a:pt x="27370" y="29533"/>
                    <a:pt x="27367" y="29533"/>
                  </a:cubicBezTo>
                  <a:cubicBezTo>
                    <a:pt x="27349" y="29533"/>
                    <a:pt x="27331" y="29541"/>
                    <a:pt x="27314" y="29561"/>
                  </a:cubicBezTo>
                  <a:cubicBezTo>
                    <a:pt x="27046" y="29879"/>
                    <a:pt x="26814" y="30255"/>
                    <a:pt x="26668" y="30645"/>
                  </a:cubicBezTo>
                  <a:cubicBezTo>
                    <a:pt x="26643" y="30707"/>
                    <a:pt x="26689" y="30751"/>
                    <a:pt x="26738" y="30751"/>
                  </a:cubicBezTo>
                  <a:cubicBezTo>
                    <a:pt x="26765" y="30751"/>
                    <a:pt x="26792" y="30738"/>
                    <a:pt x="26809" y="30707"/>
                  </a:cubicBezTo>
                  <a:cubicBezTo>
                    <a:pt x="27011" y="30348"/>
                    <a:pt x="27209" y="29997"/>
                    <a:pt x="27429" y="29651"/>
                  </a:cubicBezTo>
                  <a:cubicBezTo>
                    <a:pt x="27440" y="29636"/>
                    <a:pt x="27443" y="29619"/>
                    <a:pt x="27441" y="29603"/>
                  </a:cubicBezTo>
                  <a:lnTo>
                    <a:pt x="27441" y="29603"/>
                  </a:lnTo>
                  <a:cubicBezTo>
                    <a:pt x="27818" y="30014"/>
                    <a:pt x="28191" y="30436"/>
                    <a:pt x="28564" y="30859"/>
                  </a:cubicBezTo>
                  <a:cubicBezTo>
                    <a:pt x="28314" y="31168"/>
                    <a:pt x="28122" y="31523"/>
                    <a:pt x="28049" y="31917"/>
                  </a:cubicBezTo>
                  <a:cubicBezTo>
                    <a:pt x="28038" y="31974"/>
                    <a:pt x="28087" y="32012"/>
                    <a:pt x="28135" y="32012"/>
                  </a:cubicBezTo>
                  <a:cubicBezTo>
                    <a:pt x="28165" y="32012"/>
                    <a:pt x="28194" y="31997"/>
                    <a:pt x="28208" y="31963"/>
                  </a:cubicBezTo>
                  <a:cubicBezTo>
                    <a:pt x="28343" y="31624"/>
                    <a:pt x="28486" y="31298"/>
                    <a:pt x="28687" y="30999"/>
                  </a:cubicBezTo>
                  <a:cubicBezTo>
                    <a:pt x="28836" y="31166"/>
                    <a:pt x="28980" y="31332"/>
                    <a:pt x="29128" y="31501"/>
                  </a:cubicBezTo>
                  <a:cubicBezTo>
                    <a:pt x="28846" y="31815"/>
                    <a:pt x="28545" y="32223"/>
                    <a:pt x="28470" y="32640"/>
                  </a:cubicBezTo>
                  <a:cubicBezTo>
                    <a:pt x="28463" y="32690"/>
                    <a:pt x="28509" y="32731"/>
                    <a:pt x="28554" y="32731"/>
                  </a:cubicBezTo>
                  <a:cubicBezTo>
                    <a:pt x="28576" y="32731"/>
                    <a:pt x="28596" y="32721"/>
                    <a:pt x="28611" y="32699"/>
                  </a:cubicBezTo>
                  <a:cubicBezTo>
                    <a:pt x="28725" y="32527"/>
                    <a:pt x="28802" y="32331"/>
                    <a:pt x="28904" y="32148"/>
                  </a:cubicBezTo>
                  <a:cubicBezTo>
                    <a:pt x="29006" y="31970"/>
                    <a:pt x="29122" y="31798"/>
                    <a:pt x="29247" y="31635"/>
                  </a:cubicBezTo>
                  <a:cubicBezTo>
                    <a:pt x="29448" y="31863"/>
                    <a:pt x="29651" y="32092"/>
                    <a:pt x="29856" y="32318"/>
                  </a:cubicBezTo>
                  <a:cubicBezTo>
                    <a:pt x="29577" y="32630"/>
                    <a:pt x="29296" y="33004"/>
                    <a:pt x="29170" y="33407"/>
                  </a:cubicBezTo>
                  <a:cubicBezTo>
                    <a:pt x="29151" y="33467"/>
                    <a:pt x="29206" y="33532"/>
                    <a:pt x="29258" y="33532"/>
                  </a:cubicBezTo>
                  <a:cubicBezTo>
                    <a:pt x="29280" y="33532"/>
                    <a:pt x="29302" y="33521"/>
                    <a:pt x="29318" y="33494"/>
                  </a:cubicBezTo>
                  <a:cubicBezTo>
                    <a:pt x="29533" y="33137"/>
                    <a:pt x="29716" y="32776"/>
                    <a:pt x="29967" y="32443"/>
                  </a:cubicBezTo>
                  <a:cubicBezTo>
                    <a:pt x="30121" y="32613"/>
                    <a:pt x="30277" y="32782"/>
                    <a:pt x="30433" y="32949"/>
                  </a:cubicBezTo>
                  <a:cubicBezTo>
                    <a:pt x="30430" y="32952"/>
                    <a:pt x="30426" y="32953"/>
                    <a:pt x="30424" y="32956"/>
                  </a:cubicBezTo>
                  <a:cubicBezTo>
                    <a:pt x="30220" y="33278"/>
                    <a:pt x="29958" y="33601"/>
                    <a:pt x="29818" y="33955"/>
                  </a:cubicBezTo>
                  <a:cubicBezTo>
                    <a:pt x="29791" y="34025"/>
                    <a:pt x="29845" y="34083"/>
                    <a:pt x="29903" y="34083"/>
                  </a:cubicBezTo>
                  <a:cubicBezTo>
                    <a:pt x="29927" y="34083"/>
                    <a:pt x="29952" y="34073"/>
                    <a:pt x="29972" y="34050"/>
                  </a:cubicBezTo>
                  <a:cubicBezTo>
                    <a:pt x="30215" y="33774"/>
                    <a:pt x="30380" y="33409"/>
                    <a:pt x="30565" y="33089"/>
                  </a:cubicBezTo>
                  <a:cubicBezTo>
                    <a:pt x="30763" y="33302"/>
                    <a:pt x="30963" y="33509"/>
                    <a:pt x="31167" y="33714"/>
                  </a:cubicBezTo>
                  <a:cubicBezTo>
                    <a:pt x="30987" y="34002"/>
                    <a:pt x="30810" y="34298"/>
                    <a:pt x="30674" y="34603"/>
                  </a:cubicBezTo>
                  <a:cubicBezTo>
                    <a:pt x="30644" y="34669"/>
                    <a:pt x="30705" y="34732"/>
                    <a:pt x="30764" y="34732"/>
                  </a:cubicBezTo>
                  <a:cubicBezTo>
                    <a:pt x="30788" y="34732"/>
                    <a:pt x="30812" y="34721"/>
                    <a:pt x="30830" y="34696"/>
                  </a:cubicBezTo>
                  <a:cubicBezTo>
                    <a:pt x="31011" y="34433"/>
                    <a:pt x="31163" y="34145"/>
                    <a:pt x="31309" y="33856"/>
                  </a:cubicBezTo>
                  <a:cubicBezTo>
                    <a:pt x="31408" y="33958"/>
                    <a:pt x="31510" y="34054"/>
                    <a:pt x="31611" y="34153"/>
                  </a:cubicBezTo>
                  <a:cubicBezTo>
                    <a:pt x="31443" y="34512"/>
                    <a:pt x="31238" y="34848"/>
                    <a:pt x="31065" y="35205"/>
                  </a:cubicBezTo>
                  <a:cubicBezTo>
                    <a:pt x="31035" y="35267"/>
                    <a:pt x="31089" y="35318"/>
                    <a:pt x="31145" y="35318"/>
                  </a:cubicBezTo>
                  <a:cubicBezTo>
                    <a:pt x="31168" y="35318"/>
                    <a:pt x="31191" y="35309"/>
                    <a:pt x="31209" y="35290"/>
                  </a:cubicBezTo>
                  <a:cubicBezTo>
                    <a:pt x="31462" y="35015"/>
                    <a:pt x="31636" y="34655"/>
                    <a:pt x="31766" y="34301"/>
                  </a:cubicBezTo>
                  <a:cubicBezTo>
                    <a:pt x="31914" y="34440"/>
                    <a:pt x="32063" y="34576"/>
                    <a:pt x="32213" y="34710"/>
                  </a:cubicBezTo>
                  <a:cubicBezTo>
                    <a:pt x="31968" y="35042"/>
                    <a:pt x="31749" y="35419"/>
                    <a:pt x="31659" y="35813"/>
                  </a:cubicBezTo>
                  <a:cubicBezTo>
                    <a:pt x="31647" y="35866"/>
                    <a:pt x="31688" y="35897"/>
                    <a:pt x="31730" y="35897"/>
                  </a:cubicBezTo>
                  <a:cubicBezTo>
                    <a:pt x="31758" y="35897"/>
                    <a:pt x="31787" y="35883"/>
                    <a:pt x="31802" y="35854"/>
                  </a:cubicBezTo>
                  <a:cubicBezTo>
                    <a:pt x="31983" y="35504"/>
                    <a:pt x="32139" y="35155"/>
                    <a:pt x="32339" y="34822"/>
                  </a:cubicBezTo>
                  <a:cubicBezTo>
                    <a:pt x="32465" y="34933"/>
                    <a:pt x="32594" y="35043"/>
                    <a:pt x="32723" y="35150"/>
                  </a:cubicBezTo>
                  <a:cubicBezTo>
                    <a:pt x="32543" y="35512"/>
                    <a:pt x="32315" y="35840"/>
                    <a:pt x="32078" y="36170"/>
                  </a:cubicBezTo>
                  <a:cubicBezTo>
                    <a:pt x="32029" y="36239"/>
                    <a:pt x="32085" y="36309"/>
                    <a:pt x="32149" y="36309"/>
                  </a:cubicBezTo>
                  <a:cubicBezTo>
                    <a:pt x="32172" y="36309"/>
                    <a:pt x="32196" y="36300"/>
                    <a:pt x="32217" y="36278"/>
                  </a:cubicBezTo>
                  <a:cubicBezTo>
                    <a:pt x="32496" y="35987"/>
                    <a:pt x="32700" y="35633"/>
                    <a:pt x="32856" y="35260"/>
                  </a:cubicBezTo>
                  <a:cubicBezTo>
                    <a:pt x="32982" y="35364"/>
                    <a:pt x="33111" y="35463"/>
                    <a:pt x="33240" y="35562"/>
                  </a:cubicBezTo>
                  <a:cubicBezTo>
                    <a:pt x="33124" y="35855"/>
                    <a:pt x="33005" y="36146"/>
                    <a:pt x="32913" y="36446"/>
                  </a:cubicBezTo>
                  <a:cubicBezTo>
                    <a:pt x="32897" y="36501"/>
                    <a:pt x="32940" y="36544"/>
                    <a:pt x="32982" y="36544"/>
                  </a:cubicBezTo>
                  <a:cubicBezTo>
                    <a:pt x="33005" y="36544"/>
                    <a:pt x="33028" y="36531"/>
                    <a:pt x="33042" y="36502"/>
                  </a:cubicBezTo>
                  <a:cubicBezTo>
                    <a:pt x="33172" y="36228"/>
                    <a:pt x="33278" y="35949"/>
                    <a:pt x="33382" y="35665"/>
                  </a:cubicBezTo>
                  <a:cubicBezTo>
                    <a:pt x="33524" y="35772"/>
                    <a:pt x="33670" y="35874"/>
                    <a:pt x="33817" y="35977"/>
                  </a:cubicBezTo>
                  <a:cubicBezTo>
                    <a:pt x="33708" y="36299"/>
                    <a:pt x="33609" y="36631"/>
                    <a:pt x="33543" y="36958"/>
                  </a:cubicBezTo>
                  <a:cubicBezTo>
                    <a:pt x="33534" y="37008"/>
                    <a:pt x="33578" y="37042"/>
                    <a:pt x="33621" y="37042"/>
                  </a:cubicBezTo>
                  <a:cubicBezTo>
                    <a:pt x="33647" y="37042"/>
                    <a:pt x="33672" y="37029"/>
                    <a:pt x="33682" y="36999"/>
                  </a:cubicBezTo>
                  <a:cubicBezTo>
                    <a:pt x="33791" y="36701"/>
                    <a:pt x="33881" y="36387"/>
                    <a:pt x="33954" y="36072"/>
                  </a:cubicBezTo>
                  <a:cubicBezTo>
                    <a:pt x="34174" y="36220"/>
                    <a:pt x="34398" y="36361"/>
                    <a:pt x="34626" y="36494"/>
                  </a:cubicBezTo>
                  <a:cubicBezTo>
                    <a:pt x="34544" y="36857"/>
                    <a:pt x="34424" y="37233"/>
                    <a:pt x="34398" y="37603"/>
                  </a:cubicBezTo>
                  <a:cubicBezTo>
                    <a:pt x="34394" y="37651"/>
                    <a:pt x="34438" y="37688"/>
                    <a:pt x="34478" y="37688"/>
                  </a:cubicBezTo>
                  <a:cubicBezTo>
                    <a:pt x="34502" y="37688"/>
                    <a:pt x="34525" y="37675"/>
                    <a:pt x="34535" y="37644"/>
                  </a:cubicBezTo>
                  <a:cubicBezTo>
                    <a:pt x="34656" y="37308"/>
                    <a:pt x="34706" y="36935"/>
                    <a:pt x="34774" y="36581"/>
                  </a:cubicBezTo>
                  <a:cubicBezTo>
                    <a:pt x="35003" y="36710"/>
                    <a:pt x="35238" y="36833"/>
                    <a:pt x="35479" y="36949"/>
                  </a:cubicBezTo>
                  <a:cubicBezTo>
                    <a:pt x="35425" y="37319"/>
                    <a:pt x="35366" y="37691"/>
                    <a:pt x="35336" y="38066"/>
                  </a:cubicBezTo>
                  <a:cubicBezTo>
                    <a:pt x="35331" y="38125"/>
                    <a:pt x="35377" y="38159"/>
                    <a:pt x="35422" y="38159"/>
                  </a:cubicBezTo>
                  <a:cubicBezTo>
                    <a:pt x="35458" y="38159"/>
                    <a:pt x="35493" y="38137"/>
                    <a:pt x="35502" y="38090"/>
                  </a:cubicBezTo>
                  <a:cubicBezTo>
                    <a:pt x="35569" y="37740"/>
                    <a:pt x="35611" y="37383"/>
                    <a:pt x="35654" y="37029"/>
                  </a:cubicBezTo>
                  <a:cubicBezTo>
                    <a:pt x="35904" y="37145"/>
                    <a:pt x="36162" y="37253"/>
                    <a:pt x="36426" y="37348"/>
                  </a:cubicBezTo>
                  <a:cubicBezTo>
                    <a:pt x="36458" y="37360"/>
                    <a:pt x="36491" y="37372"/>
                    <a:pt x="36524" y="37382"/>
                  </a:cubicBezTo>
                  <a:cubicBezTo>
                    <a:pt x="36440" y="37692"/>
                    <a:pt x="36405" y="38016"/>
                    <a:pt x="36412" y="38337"/>
                  </a:cubicBezTo>
                  <a:cubicBezTo>
                    <a:pt x="36412" y="38381"/>
                    <a:pt x="36451" y="38403"/>
                    <a:pt x="36489" y="38403"/>
                  </a:cubicBezTo>
                  <a:cubicBezTo>
                    <a:pt x="36525" y="38403"/>
                    <a:pt x="36559" y="38384"/>
                    <a:pt x="36561" y="38342"/>
                  </a:cubicBezTo>
                  <a:cubicBezTo>
                    <a:pt x="36576" y="38033"/>
                    <a:pt x="36619" y="37736"/>
                    <a:pt x="36680" y="37437"/>
                  </a:cubicBezTo>
                  <a:cubicBezTo>
                    <a:pt x="36925" y="37522"/>
                    <a:pt x="37176" y="37594"/>
                    <a:pt x="37426" y="37659"/>
                  </a:cubicBezTo>
                  <a:cubicBezTo>
                    <a:pt x="37382" y="37934"/>
                    <a:pt x="37339" y="38212"/>
                    <a:pt x="37334" y="38487"/>
                  </a:cubicBezTo>
                  <a:cubicBezTo>
                    <a:pt x="37334" y="38539"/>
                    <a:pt x="37370" y="38563"/>
                    <a:pt x="37410" y="38563"/>
                  </a:cubicBezTo>
                  <a:cubicBezTo>
                    <a:pt x="37451" y="38563"/>
                    <a:pt x="37496" y="38537"/>
                    <a:pt x="37509" y="38493"/>
                  </a:cubicBezTo>
                  <a:cubicBezTo>
                    <a:pt x="37570" y="38239"/>
                    <a:pt x="37595" y="37974"/>
                    <a:pt x="37618" y="37709"/>
                  </a:cubicBezTo>
                  <a:cubicBezTo>
                    <a:pt x="37795" y="37751"/>
                    <a:pt x="37973" y="37790"/>
                    <a:pt x="38153" y="37822"/>
                  </a:cubicBezTo>
                  <a:cubicBezTo>
                    <a:pt x="38141" y="38092"/>
                    <a:pt x="38126" y="38365"/>
                    <a:pt x="38158" y="38626"/>
                  </a:cubicBezTo>
                  <a:cubicBezTo>
                    <a:pt x="38164" y="38678"/>
                    <a:pt x="38209" y="38706"/>
                    <a:pt x="38252" y="38706"/>
                  </a:cubicBezTo>
                  <a:cubicBezTo>
                    <a:pt x="38293" y="38706"/>
                    <a:pt x="38334" y="38682"/>
                    <a:pt x="38340" y="38630"/>
                  </a:cubicBezTo>
                  <a:cubicBezTo>
                    <a:pt x="38374" y="38381"/>
                    <a:pt x="38369" y="38118"/>
                    <a:pt x="38360" y="37861"/>
                  </a:cubicBezTo>
                  <a:lnTo>
                    <a:pt x="38360" y="37861"/>
                  </a:lnTo>
                  <a:cubicBezTo>
                    <a:pt x="38588" y="37899"/>
                    <a:pt x="38817" y="37927"/>
                    <a:pt x="39048" y="37953"/>
                  </a:cubicBezTo>
                  <a:cubicBezTo>
                    <a:pt x="39072" y="38247"/>
                    <a:pt x="39090" y="38552"/>
                    <a:pt x="39157" y="38840"/>
                  </a:cubicBezTo>
                  <a:cubicBezTo>
                    <a:pt x="39169" y="38892"/>
                    <a:pt x="39209" y="38917"/>
                    <a:pt x="39249" y="38917"/>
                  </a:cubicBezTo>
                  <a:cubicBezTo>
                    <a:pt x="39295" y="38917"/>
                    <a:pt x="39340" y="38884"/>
                    <a:pt x="39338" y="38820"/>
                  </a:cubicBezTo>
                  <a:cubicBezTo>
                    <a:pt x="39330" y="38538"/>
                    <a:pt x="39270" y="38252"/>
                    <a:pt x="39219" y="37970"/>
                  </a:cubicBezTo>
                  <a:lnTo>
                    <a:pt x="39219" y="37970"/>
                  </a:lnTo>
                  <a:cubicBezTo>
                    <a:pt x="39412" y="37988"/>
                    <a:pt x="39607" y="37997"/>
                    <a:pt x="39801" y="38005"/>
                  </a:cubicBezTo>
                  <a:cubicBezTo>
                    <a:pt x="39844" y="38287"/>
                    <a:pt x="39898" y="38573"/>
                    <a:pt x="40010" y="38824"/>
                  </a:cubicBezTo>
                  <a:cubicBezTo>
                    <a:pt x="40025" y="38858"/>
                    <a:pt x="40055" y="38873"/>
                    <a:pt x="40085" y="38873"/>
                  </a:cubicBezTo>
                  <a:cubicBezTo>
                    <a:pt x="40129" y="38873"/>
                    <a:pt x="40172" y="38840"/>
                    <a:pt x="40167" y="38785"/>
                  </a:cubicBezTo>
                  <a:cubicBezTo>
                    <a:pt x="40142" y="38524"/>
                    <a:pt x="40071" y="38267"/>
                    <a:pt x="40003" y="38011"/>
                  </a:cubicBezTo>
                  <a:lnTo>
                    <a:pt x="40003" y="38011"/>
                  </a:lnTo>
                  <a:cubicBezTo>
                    <a:pt x="40060" y="38012"/>
                    <a:pt x="40116" y="38012"/>
                    <a:pt x="40173" y="38012"/>
                  </a:cubicBezTo>
                  <a:cubicBezTo>
                    <a:pt x="40251" y="38012"/>
                    <a:pt x="40329" y="38012"/>
                    <a:pt x="40407" y="38011"/>
                  </a:cubicBezTo>
                  <a:cubicBezTo>
                    <a:pt x="40516" y="38358"/>
                    <a:pt x="40635" y="38715"/>
                    <a:pt x="40796" y="39044"/>
                  </a:cubicBezTo>
                  <a:cubicBezTo>
                    <a:pt x="40813" y="39081"/>
                    <a:pt x="40844" y="39096"/>
                    <a:pt x="40874" y="39096"/>
                  </a:cubicBezTo>
                  <a:cubicBezTo>
                    <a:pt x="40926" y="39096"/>
                    <a:pt x="40978" y="39049"/>
                    <a:pt x="40956" y="38980"/>
                  </a:cubicBezTo>
                  <a:cubicBezTo>
                    <a:pt x="40860" y="38649"/>
                    <a:pt x="40713" y="38321"/>
                    <a:pt x="40565" y="38007"/>
                  </a:cubicBezTo>
                  <a:cubicBezTo>
                    <a:pt x="40734" y="38002"/>
                    <a:pt x="40903" y="37991"/>
                    <a:pt x="41068" y="37978"/>
                  </a:cubicBezTo>
                  <a:cubicBezTo>
                    <a:pt x="41179" y="38359"/>
                    <a:pt x="41322" y="38749"/>
                    <a:pt x="41554" y="39072"/>
                  </a:cubicBezTo>
                  <a:cubicBezTo>
                    <a:pt x="41570" y="39094"/>
                    <a:pt x="41593" y="39103"/>
                    <a:pt x="41616" y="39103"/>
                  </a:cubicBezTo>
                  <a:cubicBezTo>
                    <a:pt x="41670" y="39103"/>
                    <a:pt x="41727" y="39051"/>
                    <a:pt x="41698" y="38991"/>
                  </a:cubicBezTo>
                  <a:cubicBezTo>
                    <a:pt x="41530" y="38649"/>
                    <a:pt x="41350" y="38323"/>
                    <a:pt x="41217" y="37964"/>
                  </a:cubicBezTo>
                  <a:cubicBezTo>
                    <a:pt x="41450" y="37941"/>
                    <a:pt x="41683" y="37913"/>
                    <a:pt x="41914" y="37876"/>
                  </a:cubicBezTo>
                  <a:cubicBezTo>
                    <a:pt x="42052" y="38294"/>
                    <a:pt x="42257" y="38722"/>
                    <a:pt x="42528" y="39067"/>
                  </a:cubicBezTo>
                  <a:cubicBezTo>
                    <a:pt x="42547" y="39089"/>
                    <a:pt x="42573" y="39099"/>
                    <a:pt x="42599" y="39099"/>
                  </a:cubicBezTo>
                  <a:cubicBezTo>
                    <a:pt x="42661" y="39099"/>
                    <a:pt x="42724" y="39045"/>
                    <a:pt x="42688" y="38977"/>
                  </a:cubicBezTo>
                  <a:cubicBezTo>
                    <a:pt x="42487" y="38599"/>
                    <a:pt x="42280" y="38232"/>
                    <a:pt x="42096" y="37846"/>
                  </a:cubicBezTo>
                  <a:cubicBezTo>
                    <a:pt x="42171" y="37834"/>
                    <a:pt x="42245" y="37819"/>
                    <a:pt x="42320" y="37805"/>
                  </a:cubicBezTo>
                  <a:cubicBezTo>
                    <a:pt x="42476" y="37773"/>
                    <a:pt x="42629" y="37736"/>
                    <a:pt x="42787" y="37698"/>
                  </a:cubicBezTo>
                  <a:lnTo>
                    <a:pt x="42787" y="37698"/>
                  </a:lnTo>
                  <a:cubicBezTo>
                    <a:pt x="42782" y="37709"/>
                    <a:pt x="42780" y="37726"/>
                    <a:pt x="42783" y="37742"/>
                  </a:cubicBezTo>
                  <a:cubicBezTo>
                    <a:pt x="42899" y="38182"/>
                    <a:pt x="43112" y="38592"/>
                    <a:pt x="43392" y="38952"/>
                  </a:cubicBezTo>
                  <a:cubicBezTo>
                    <a:pt x="43410" y="38974"/>
                    <a:pt x="43433" y="38983"/>
                    <a:pt x="43455" y="38983"/>
                  </a:cubicBezTo>
                  <a:cubicBezTo>
                    <a:pt x="43515" y="38983"/>
                    <a:pt x="43571" y="38916"/>
                    <a:pt x="43526" y="38853"/>
                  </a:cubicBezTo>
                  <a:cubicBezTo>
                    <a:pt x="43265" y="38488"/>
                    <a:pt x="43069" y="38109"/>
                    <a:pt x="42918" y="37709"/>
                  </a:cubicBezTo>
                  <a:cubicBezTo>
                    <a:pt x="42912" y="37699"/>
                    <a:pt x="42909" y="37692"/>
                    <a:pt x="42904" y="37686"/>
                  </a:cubicBezTo>
                  <a:cubicBezTo>
                    <a:pt x="43096" y="37635"/>
                    <a:pt x="43292" y="37576"/>
                    <a:pt x="43483" y="37512"/>
                  </a:cubicBezTo>
                  <a:cubicBezTo>
                    <a:pt x="43543" y="37913"/>
                    <a:pt x="43680" y="38289"/>
                    <a:pt x="43922" y="38620"/>
                  </a:cubicBezTo>
                  <a:cubicBezTo>
                    <a:pt x="43942" y="38646"/>
                    <a:pt x="43966" y="38657"/>
                    <a:pt x="43989" y="38657"/>
                  </a:cubicBezTo>
                  <a:cubicBezTo>
                    <a:pt x="44051" y="38657"/>
                    <a:pt x="44110" y="38582"/>
                    <a:pt x="44067" y="38510"/>
                  </a:cubicBezTo>
                  <a:cubicBezTo>
                    <a:pt x="43869" y="38178"/>
                    <a:pt x="43720" y="37834"/>
                    <a:pt x="43646" y="37455"/>
                  </a:cubicBezTo>
                  <a:cubicBezTo>
                    <a:pt x="43779" y="37409"/>
                    <a:pt x="43910" y="37359"/>
                    <a:pt x="44039" y="37304"/>
                  </a:cubicBezTo>
                  <a:cubicBezTo>
                    <a:pt x="44173" y="37700"/>
                    <a:pt x="44362" y="38084"/>
                    <a:pt x="44622" y="38412"/>
                  </a:cubicBezTo>
                  <a:cubicBezTo>
                    <a:pt x="44638" y="38432"/>
                    <a:pt x="44660" y="38441"/>
                    <a:pt x="44683" y="38441"/>
                  </a:cubicBezTo>
                  <a:cubicBezTo>
                    <a:pt x="44734" y="38441"/>
                    <a:pt x="44787" y="38395"/>
                    <a:pt x="44757" y="38338"/>
                  </a:cubicBezTo>
                  <a:cubicBezTo>
                    <a:pt x="44567" y="37968"/>
                    <a:pt x="44383" y="37607"/>
                    <a:pt x="44226" y="37226"/>
                  </a:cubicBezTo>
                  <a:cubicBezTo>
                    <a:pt x="44424" y="37136"/>
                    <a:pt x="44618" y="37037"/>
                    <a:pt x="44804" y="36931"/>
                  </a:cubicBezTo>
                  <a:cubicBezTo>
                    <a:pt x="44995" y="37217"/>
                    <a:pt x="45147" y="37518"/>
                    <a:pt x="45279" y="37835"/>
                  </a:cubicBezTo>
                  <a:cubicBezTo>
                    <a:pt x="45294" y="37871"/>
                    <a:pt x="45323" y="37887"/>
                    <a:pt x="45352" y="37887"/>
                  </a:cubicBezTo>
                  <a:cubicBezTo>
                    <a:pt x="45404" y="37887"/>
                    <a:pt x="45457" y="37839"/>
                    <a:pt x="45437" y="37773"/>
                  </a:cubicBezTo>
                  <a:cubicBezTo>
                    <a:pt x="45331" y="37434"/>
                    <a:pt x="45158" y="37128"/>
                    <a:pt x="44943" y="36849"/>
                  </a:cubicBezTo>
                  <a:cubicBezTo>
                    <a:pt x="45086" y="36759"/>
                    <a:pt x="45228" y="36666"/>
                    <a:pt x="45362" y="36565"/>
                  </a:cubicBezTo>
                  <a:cubicBezTo>
                    <a:pt x="45534" y="36820"/>
                    <a:pt x="45707" y="37078"/>
                    <a:pt x="45919" y="37302"/>
                  </a:cubicBezTo>
                  <a:cubicBezTo>
                    <a:pt x="45937" y="37321"/>
                    <a:pt x="45959" y="37329"/>
                    <a:pt x="45978" y="37329"/>
                  </a:cubicBezTo>
                  <a:cubicBezTo>
                    <a:pt x="46031" y="37329"/>
                    <a:pt x="46076" y="37273"/>
                    <a:pt x="46040" y="37212"/>
                  </a:cubicBezTo>
                  <a:cubicBezTo>
                    <a:pt x="45885" y="36944"/>
                    <a:pt x="45682" y="36704"/>
                    <a:pt x="45484" y="36469"/>
                  </a:cubicBezTo>
                  <a:cubicBezTo>
                    <a:pt x="45631" y="36353"/>
                    <a:pt x="45772" y="36228"/>
                    <a:pt x="45902" y="36095"/>
                  </a:cubicBezTo>
                  <a:cubicBezTo>
                    <a:pt x="46105" y="36357"/>
                    <a:pt x="46316" y="36622"/>
                    <a:pt x="46558" y="36850"/>
                  </a:cubicBezTo>
                  <a:cubicBezTo>
                    <a:pt x="46572" y="36863"/>
                    <a:pt x="46588" y="36869"/>
                    <a:pt x="46603" y="36869"/>
                  </a:cubicBezTo>
                  <a:cubicBezTo>
                    <a:pt x="46655" y="36869"/>
                    <a:pt x="46702" y="36799"/>
                    <a:pt x="46665" y="36745"/>
                  </a:cubicBezTo>
                  <a:cubicBezTo>
                    <a:pt x="46475" y="36470"/>
                    <a:pt x="46242" y="36221"/>
                    <a:pt x="46008" y="35980"/>
                  </a:cubicBezTo>
                  <a:cubicBezTo>
                    <a:pt x="46195" y="35776"/>
                    <a:pt x="46361" y="35556"/>
                    <a:pt x="46503" y="35315"/>
                  </a:cubicBezTo>
                  <a:cubicBezTo>
                    <a:pt x="46724" y="35590"/>
                    <a:pt x="47005" y="35853"/>
                    <a:pt x="47297" y="36031"/>
                  </a:cubicBezTo>
                  <a:cubicBezTo>
                    <a:pt x="47314" y="36042"/>
                    <a:pt x="47331" y="36046"/>
                    <a:pt x="47347" y="36046"/>
                  </a:cubicBezTo>
                  <a:cubicBezTo>
                    <a:pt x="47414" y="36046"/>
                    <a:pt x="47458" y="35964"/>
                    <a:pt x="47397" y="35902"/>
                  </a:cubicBezTo>
                  <a:cubicBezTo>
                    <a:pt x="47142" y="35641"/>
                    <a:pt x="46864" y="35393"/>
                    <a:pt x="46594" y="35150"/>
                  </a:cubicBezTo>
                  <a:cubicBezTo>
                    <a:pt x="46645" y="35052"/>
                    <a:pt x="46691" y="34951"/>
                    <a:pt x="46734" y="34848"/>
                  </a:cubicBezTo>
                  <a:cubicBezTo>
                    <a:pt x="46765" y="34767"/>
                    <a:pt x="46795" y="34685"/>
                    <a:pt x="46823" y="34604"/>
                  </a:cubicBezTo>
                  <a:cubicBezTo>
                    <a:pt x="47003" y="34698"/>
                    <a:pt x="47192" y="34777"/>
                    <a:pt x="47376" y="34862"/>
                  </a:cubicBezTo>
                  <a:cubicBezTo>
                    <a:pt x="47552" y="34943"/>
                    <a:pt x="47729" y="35031"/>
                    <a:pt x="47917" y="35077"/>
                  </a:cubicBezTo>
                  <a:cubicBezTo>
                    <a:pt x="47923" y="35079"/>
                    <a:pt x="47928" y="35079"/>
                    <a:pt x="47933" y="35079"/>
                  </a:cubicBezTo>
                  <a:cubicBezTo>
                    <a:pt x="48000" y="35079"/>
                    <a:pt x="48041" y="34976"/>
                    <a:pt x="47978" y="34936"/>
                  </a:cubicBezTo>
                  <a:cubicBezTo>
                    <a:pt x="47818" y="34829"/>
                    <a:pt x="47634" y="34760"/>
                    <a:pt x="47457" y="34685"/>
                  </a:cubicBezTo>
                  <a:cubicBezTo>
                    <a:pt x="47265" y="34604"/>
                    <a:pt x="47074" y="34519"/>
                    <a:pt x="46877" y="34450"/>
                  </a:cubicBezTo>
                  <a:lnTo>
                    <a:pt x="46873" y="34450"/>
                  </a:lnTo>
                  <a:cubicBezTo>
                    <a:pt x="46915" y="34299"/>
                    <a:pt x="46949" y="34151"/>
                    <a:pt x="46976" y="33998"/>
                  </a:cubicBezTo>
                  <a:cubicBezTo>
                    <a:pt x="47220" y="34071"/>
                    <a:pt x="47467" y="34139"/>
                    <a:pt x="47720" y="34168"/>
                  </a:cubicBezTo>
                  <a:cubicBezTo>
                    <a:pt x="47724" y="34168"/>
                    <a:pt x="47728" y="34168"/>
                    <a:pt x="47731" y="34168"/>
                  </a:cubicBezTo>
                  <a:cubicBezTo>
                    <a:pt x="47803" y="34168"/>
                    <a:pt x="47831" y="34064"/>
                    <a:pt x="47759" y="34032"/>
                  </a:cubicBezTo>
                  <a:cubicBezTo>
                    <a:pt x="47518" y="33924"/>
                    <a:pt x="47263" y="33853"/>
                    <a:pt x="47006" y="33791"/>
                  </a:cubicBezTo>
                  <a:cubicBezTo>
                    <a:pt x="47032" y="33589"/>
                    <a:pt x="47040" y="33385"/>
                    <a:pt x="47039" y="33181"/>
                  </a:cubicBezTo>
                  <a:lnTo>
                    <a:pt x="47039" y="33181"/>
                  </a:lnTo>
                  <a:cubicBezTo>
                    <a:pt x="47137" y="33184"/>
                    <a:pt x="47236" y="33186"/>
                    <a:pt x="47336" y="33186"/>
                  </a:cubicBezTo>
                  <a:cubicBezTo>
                    <a:pt x="47535" y="33186"/>
                    <a:pt x="47735" y="33177"/>
                    <a:pt x="47929" y="33147"/>
                  </a:cubicBezTo>
                  <a:cubicBezTo>
                    <a:pt x="48024" y="33133"/>
                    <a:pt x="48038" y="32983"/>
                    <a:pt x="47933" y="32973"/>
                  </a:cubicBezTo>
                  <a:cubicBezTo>
                    <a:pt x="47816" y="32961"/>
                    <a:pt x="47697" y="32956"/>
                    <a:pt x="47578" y="32956"/>
                  </a:cubicBezTo>
                  <a:cubicBezTo>
                    <a:pt x="47395" y="32956"/>
                    <a:pt x="47211" y="32967"/>
                    <a:pt x="47029" y="32980"/>
                  </a:cubicBezTo>
                  <a:cubicBezTo>
                    <a:pt x="47015" y="32707"/>
                    <a:pt x="46978" y="32434"/>
                    <a:pt x="46925" y="32165"/>
                  </a:cubicBezTo>
                  <a:lnTo>
                    <a:pt x="46927" y="32165"/>
                  </a:lnTo>
                  <a:cubicBezTo>
                    <a:pt x="47123" y="32179"/>
                    <a:pt x="47318" y="32190"/>
                    <a:pt x="47513" y="32190"/>
                  </a:cubicBezTo>
                  <a:cubicBezTo>
                    <a:pt x="47626" y="32190"/>
                    <a:pt x="47740" y="32186"/>
                    <a:pt x="47855" y="32177"/>
                  </a:cubicBezTo>
                  <a:cubicBezTo>
                    <a:pt x="47941" y="32172"/>
                    <a:pt x="47947" y="32038"/>
                    <a:pt x="47861" y="32026"/>
                  </a:cubicBezTo>
                  <a:cubicBezTo>
                    <a:pt x="47655" y="32001"/>
                    <a:pt x="47450" y="31993"/>
                    <a:pt x="47245" y="31993"/>
                  </a:cubicBezTo>
                  <a:cubicBezTo>
                    <a:pt x="47141" y="31993"/>
                    <a:pt x="47037" y="31995"/>
                    <a:pt x="46932" y="31998"/>
                  </a:cubicBezTo>
                  <a:cubicBezTo>
                    <a:pt x="46931" y="31998"/>
                    <a:pt x="46929" y="31998"/>
                    <a:pt x="46928" y="31998"/>
                  </a:cubicBezTo>
                  <a:cubicBezTo>
                    <a:pt x="46913" y="31998"/>
                    <a:pt x="46903" y="32004"/>
                    <a:pt x="46893" y="32011"/>
                  </a:cubicBezTo>
                  <a:cubicBezTo>
                    <a:pt x="46850" y="31822"/>
                    <a:pt x="46799" y="31635"/>
                    <a:pt x="46741" y="31451"/>
                  </a:cubicBezTo>
                  <a:cubicBezTo>
                    <a:pt x="47084" y="31437"/>
                    <a:pt x="47416" y="31374"/>
                    <a:pt x="47742" y="31254"/>
                  </a:cubicBezTo>
                  <a:cubicBezTo>
                    <a:pt x="47820" y="31226"/>
                    <a:pt x="47798" y="31097"/>
                    <a:pt x="47722" y="31097"/>
                  </a:cubicBezTo>
                  <a:cubicBezTo>
                    <a:pt x="47716" y="31097"/>
                    <a:pt x="47711" y="31098"/>
                    <a:pt x="47705" y="31100"/>
                  </a:cubicBezTo>
                  <a:cubicBezTo>
                    <a:pt x="47366" y="31180"/>
                    <a:pt x="47026" y="31240"/>
                    <a:pt x="46682" y="31275"/>
                  </a:cubicBezTo>
                  <a:cubicBezTo>
                    <a:pt x="46625" y="31109"/>
                    <a:pt x="46561" y="30946"/>
                    <a:pt x="46493" y="30785"/>
                  </a:cubicBezTo>
                  <a:cubicBezTo>
                    <a:pt x="46862" y="30609"/>
                    <a:pt x="47220" y="30510"/>
                    <a:pt x="47634" y="30452"/>
                  </a:cubicBezTo>
                  <a:cubicBezTo>
                    <a:pt x="47705" y="30443"/>
                    <a:pt x="47715" y="30326"/>
                    <a:pt x="47637" y="30320"/>
                  </a:cubicBezTo>
                  <a:cubicBezTo>
                    <a:pt x="47605" y="30318"/>
                    <a:pt x="47573" y="30318"/>
                    <a:pt x="47541" y="30318"/>
                  </a:cubicBezTo>
                  <a:cubicBezTo>
                    <a:pt x="47154" y="30318"/>
                    <a:pt x="46758" y="30443"/>
                    <a:pt x="46434" y="30656"/>
                  </a:cubicBezTo>
                  <a:cubicBezTo>
                    <a:pt x="46323" y="30404"/>
                    <a:pt x="46200" y="30161"/>
                    <a:pt x="46069" y="29928"/>
                  </a:cubicBezTo>
                  <a:cubicBezTo>
                    <a:pt x="46040" y="29877"/>
                    <a:pt x="46011" y="29827"/>
                    <a:pt x="45980" y="29777"/>
                  </a:cubicBezTo>
                  <a:cubicBezTo>
                    <a:pt x="46014" y="29745"/>
                    <a:pt x="46055" y="29722"/>
                    <a:pt x="46099" y="29709"/>
                  </a:cubicBezTo>
                  <a:cubicBezTo>
                    <a:pt x="46108" y="29713"/>
                    <a:pt x="46118" y="29715"/>
                    <a:pt x="46129" y="29715"/>
                  </a:cubicBezTo>
                  <a:cubicBezTo>
                    <a:pt x="46131" y="29715"/>
                    <a:pt x="46133" y="29715"/>
                    <a:pt x="46136" y="29715"/>
                  </a:cubicBezTo>
                  <a:cubicBezTo>
                    <a:pt x="46163" y="29714"/>
                    <a:pt x="46188" y="29709"/>
                    <a:pt x="46211" y="29708"/>
                  </a:cubicBezTo>
                  <a:cubicBezTo>
                    <a:pt x="46225" y="29711"/>
                    <a:pt x="46238" y="29714"/>
                    <a:pt x="46249" y="29718"/>
                  </a:cubicBezTo>
                  <a:cubicBezTo>
                    <a:pt x="46262" y="29723"/>
                    <a:pt x="46274" y="29725"/>
                    <a:pt x="46285" y="29725"/>
                  </a:cubicBezTo>
                  <a:cubicBezTo>
                    <a:pt x="46314" y="29725"/>
                    <a:pt x="46337" y="29709"/>
                    <a:pt x="46351" y="29688"/>
                  </a:cubicBezTo>
                  <a:cubicBezTo>
                    <a:pt x="46597" y="29646"/>
                    <a:pt x="46830" y="29566"/>
                    <a:pt x="47043" y="29420"/>
                  </a:cubicBezTo>
                  <a:cubicBezTo>
                    <a:pt x="47109" y="29376"/>
                    <a:pt x="47063" y="29279"/>
                    <a:pt x="46995" y="29279"/>
                  </a:cubicBezTo>
                  <a:cubicBezTo>
                    <a:pt x="46986" y="29279"/>
                    <a:pt x="46977" y="29281"/>
                    <a:pt x="46968" y="29284"/>
                  </a:cubicBezTo>
                  <a:cubicBezTo>
                    <a:pt x="46706" y="29382"/>
                    <a:pt x="46445" y="29483"/>
                    <a:pt x="46171" y="29544"/>
                  </a:cubicBezTo>
                  <a:cubicBezTo>
                    <a:pt x="46072" y="29551"/>
                    <a:pt x="45980" y="29595"/>
                    <a:pt x="45912" y="29664"/>
                  </a:cubicBezTo>
                  <a:cubicBezTo>
                    <a:pt x="45770" y="29430"/>
                    <a:pt x="45617" y="29201"/>
                    <a:pt x="45460" y="28978"/>
                  </a:cubicBezTo>
                  <a:cubicBezTo>
                    <a:pt x="45758" y="28875"/>
                    <a:pt x="46055" y="28778"/>
                    <a:pt x="46341" y="28647"/>
                  </a:cubicBezTo>
                  <a:cubicBezTo>
                    <a:pt x="46420" y="28610"/>
                    <a:pt x="46386" y="28502"/>
                    <a:pt x="46314" y="28502"/>
                  </a:cubicBezTo>
                  <a:cubicBezTo>
                    <a:pt x="46305" y="28502"/>
                    <a:pt x="46297" y="28503"/>
                    <a:pt x="46288" y="28506"/>
                  </a:cubicBezTo>
                  <a:cubicBezTo>
                    <a:pt x="45979" y="28610"/>
                    <a:pt x="45682" y="28744"/>
                    <a:pt x="45385" y="28875"/>
                  </a:cubicBezTo>
                  <a:cubicBezTo>
                    <a:pt x="45255" y="28695"/>
                    <a:pt x="45120" y="28516"/>
                    <a:pt x="44980" y="28342"/>
                  </a:cubicBezTo>
                  <a:lnTo>
                    <a:pt x="44980" y="28342"/>
                  </a:lnTo>
                  <a:cubicBezTo>
                    <a:pt x="44983" y="28342"/>
                    <a:pt x="44987" y="28342"/>
                    <a:pt x="44990" y="28342"/>
                  </a:cubicBezTo>
                  <a:cubicBezTo>
                    <a:pt x="45006" y="28342"/>
                    <a:pt x="45023" y="28339"/>
                    <a:pt x="45041" y="28328"/>
                  </a:cubicBezTo>
                  <a:cubicBezTo>
                    <a:pt x="45300" y="28159"/>
                    <a:pt x="45561" y="27992"/>
                    <a:pt x="45807" y="27800"/>
                  </a:cubicBezTo>
                  <a:cubicBezTo>
                    <a:pt x="45876" y="27745"/>
                    <a:pt x="45825" y="27657"/>
                    <a:pt x="45756" y="27657"/>
                  </a:cubicBezTo>
                  <a:cubicBezTo>
                    <a:pt x="45741" y="27657"/>
                    <a:pt x="45726" y="27661"/>
                    <a:pt x="45711" y="27670"/>
                  </a:cubicBezTo>
                  <a:cubicBezTo>
                    <a:pt x="45442" y="27830"/>
                    <a:pt x="45192" y="28010"/>
                    <a:pt x="44939" y="28193"/>
                  </a:cubicBezTo>
                  <a:cubicBezTo>
                    <a:pt x="44917" y="28209"/>
                    <a:pt x="44907" y="28228"/>
                    <a:pt x="44906" y="28248"/>
                  </a:cubicBezTo>
                  <a:cubicBezTo>
                    <a:pt x="44757" y="28070"/>
                    <a:pt x="44604" y="27894"/>
                    <a:pt x="44447" y="27723"/>
                  </a:cubicBezTo>
                  <a:cubicBezTo>
                    <a:pt x="44583" y="27479"/>
                    <a:pt x="44780" y="27283"/>
                    <a:pt x="45016" y="27132"/>
                  </a:cubicBezTo>
                  <a:cubicBezTo>
                    <a:pt x="45068" y="27100"/>
                    <a:pt x="45033" y="27018"/>
                    <a:pt x="44981" y="27018"/>
                  </a:cubicBezTo>
                  <a:cubicBezTo>
                    <a:pt x="44973" y="27018"/>
                    <a:pt x="44965" y="27020"/>
                    <a:pt x="44957" y="27024"/>
                  </a:cubicBezTo>
                  <a:cubicBezTo>
                    <a:pt x="44689" y="27157"/>
                    <a:pt x="44485" y="27361"/>
                    <a:pt x="44346" y="27613"/>
                  </a:cubicBezTo>
                  <a:cubicBezTo>
                    <a:pt x="44185" y="27441"/>
                    <a:pt x="44020" y="27269"/>
                    <a:pt x="43850" y="27102"/>
                  </a:cubicBezTo>
                  <a:cubicBezTo>
                    <a:pt x="44030" y="26912"/>
                    <a:pt x="44204" y="26719"/>
                    <a:pt x="44356" y="26507"/>
                  </a:cubicBezTo>
                  <a:cubicBezTo>
                    <a:pt x="44404" y="26440"/>
                    <a:pt x="44350" y="26372"/>
                    <a:pt x="44287" y="26372"/>
                  </a:cubicBezTo>
                  <a:cubicBezTo>
                    <a:pt x="44265" y="26372"/>
                    <a:pt x="44241" y="26380"/>
                    <a:pt x="44221" y="26400"/>
                  </a:cubicBezTo>
                  <a:cubicBezTo>
                    <a:pt x="44041" y="26582"/>
                    <a:pt x="43881" y="26780"/>
                    <a:pt x="43727" y="26983"/>
                  </a:cubicBezTo>
                  <a:cubicBezTo>
                    <a:pt x="43578" y="26841"/>
                    <a:pt x="43428" y="26699"/>
                    <a:pt x="43276" y="26563"/>
                  </a:cubicBezTo>
                  <a:cubicBezTo>
                    <a:pt x="43407" y="26213"/>
                    <a:pt x="43633" y="25961"/>
                    <a:pt x="43959" y="25763"/>
                  </a:cubicBezTo>
                  <a:cubicBezTo>
                    <a:pt x="44028" y="25719"/>
                    <a:pt x="43974" y="25629"/>
                    <a:pt x="43908" y="25629"/>
                  </a:cubicBezTo>
                  <a:cubicBezTo>
                    <a:pt x="43901" y="25629"/>
                    <a:pt x="43893" y="25630"/>
                    <a:pt x="43886" y="25632"/>
                  </a:cubicBezTo>
                  <a:cubicBezTo>
                    <a:pt x="43514" y="25740"/>
                    <a:pt x="43228" y="26067"/>
                    <a:pt x="43137" y="26441"/>
                  </a:cubicBezTo>
                  <a:cubicBezTo>
                    <a:pt x="42981" y="26305"/>
                    <a:pt x="42826" y="26172"/>
                    <a:pt x="42667" y="26039"/>
                  </a:cubicBezTo>
                  <a:cubicBezTo>
                    <a:pt x="42887" y="25817"/>
                    <a:pt x="43118" y="25590"/>
                    <a:pt x="43295" y="25339"/>
                  </a:cubicBezTo>
                  <a:cubicBezTo>
                    <a:pt x="43345" y="25269"/>
                    <a:pt x="43285" y="25169"/>
                    <a:pt x="43212" y="25169"/>
                  </a:cubicBezTo>
                  <a:cubicBezTo>
                    <a:pt x="43192" y="25169"/>
                    <a:pt x="43171" y="25176"/>
                    <a:pt x="43152" y="25193"/>
                  </a:cubicBezTo>
                  <a:cubicBezTo>
                    <a:pt x="42915" y="25400"/>
                    <a:pt x="42705" y="25658"/>
                    <a:pt x="42500" y="25903"/>
                  </a:cubicBezTo>
                  <a:cubicBezTo>
                    <a:pt x="42374" y="25800"/>
                    <a:pt x="42246" y="25699"/>
                    <a:pt x="42118" y="25598"/>
                  </a:cubicBezTo>
                  <a:cubicBezTo>
                    <a:pt x="42089" y="25576"/>
                    <a:pt x="42058" y="25554"/>
                    <a:pt x="42026" y="25529"/>
                  </a:cubicBezTo>
                  <a:cubicBezTo>
                    <a:pt x="42202" y="25359"/>
                    <a:pt x="42372" y="25167"/>
                    <a:pt x="42478" y="24956"/>
                  </a:cubicBezTo>
                  <a:cubicBezTo>
                    <a:pt x="42508" y="24895"/>
                    <a:pt x="42456" y="24846"/>
                    <a:pt x="42401" y="24846"/>
                  </a:cubicBezTo>
                  <a:cubicBezTo>
                    <a:pt x="42379" y="24846"/>
                    <a:pt x="42356" y="24854"/>
                    <a:pt x="42338" y="24874"/>
                  </a:cubicBezTo>
                  <a:cubicBezTo>
                    <a:pt x="42181" y="25051"/>
                    <a:pt x="42046" y="25245"/>
                    <a:pt x="41896" y="25430"/>
                  </a:cubicBezTo>
                  <a:cubicBezTo>
                    <a:pt x="41676" y="25261"/>
                    <a:pt x="41455" y="25098"/>
                    <a:pt x="41230" y="24938"/>
                  </a:cubicBezTo>
                  <a:cubicBezTo>
                    <a:pt x="41486" y="24757"/>
                    <a:pt x="41761" y="24548"/>
                    <a:pt x="41919" y="24280"/>
                  </a:cubicBezTo>
                  <a:cubicBezTo>
                    <a:pt x="41952" y="24222"/>
                    <a:pt x="41894" y="24166"/>
                    <a:pt x="41837" y="24166"/>
                  </a:cubicBezTo>
                  <a:cubicBezTo>
                    <a:pt x="41821" y="24166"/>
                    <a:pt x="41805" y="24171"/>
                    <a:pt x="41791" y="24181"/>
                  </a:cubicBezTo>
                  <a:cubicBezTo>
                    <a:pt x="41536" y="24372"/>
                    <a:pt x="41325" y="24626"/>
                    <a:pt x="41081" y="24833"/>
                  </a:cubicBezTo>
                  <a:cubicBezTo>
                    <a:pt x="40941" y="24734"/>
                    <a:pt x="40799" y="24636"/>
                    <a:pt x="40659" y="24538"/>
                  </a:cubicBezTo>
                  <a:cubicBezTo>
                    <a:pt x="40890" y="24361"/>
                    <a:pt x="41122" y="24133"/>
                    <a:pt x="41243" y="23882"/>
                  </a:cubicBezTo>
                  <a:cubicBezTo>
                    <a:pt x="41270" y="23823"/>
                    <a:pt x="41214" y="23755"/>
                    <a:pt x="41158" y="23755"/>
                  </a:cubicBezTo>
                  <a:cubicBezTo>
                    <a:pt x="41141" y="23755"/>
                    <a:pt x="41124" y="23761"/>
                    <a:pt x="41109" y="23776"/>
                  </a:cubicBezTo>
                  <a:cubicBezTo>
                    <a:pt x="40998" y="23882"/>
                    <a:pt x="40907" y="24007"/>
                    <a:pt x="40803" y="24120"/>
                  </a:cubicBezTo>
                  <a:cubicBezTo>
                    <a:pt x="40706" y="24229"/>
                    <a:pt x="40598" y="24324"/>
                    <a:pt x="40489" y="24421"/>
                  </a:cubicBezTo>
                  <a:cubicBezTo>
                    <a:pt x="40316" y="24303"/>
                    <a:pt x="40142" y="24187"/>
                    <a:pt x="39967" y="24071"/>
                  </a:cubicBezTo>
                  <a:cubicBezTo>
                    <a:pt x="40183" y="23833"/>
                    <a:pt x="40395" y="23587"/>
                    <a:pt x="40550" y="23305"/>
                  </a:cubicBezTo>
                  <a:cubicBezTo>
                    <a:pt x="40582" y="23247"/>
                    <a:pt x="40528" y="23195"/>
                    <a:pt x="40474" y="23195"/>
                  </a:cubicBezTo>
                  <a:cubicBezTo>
                    <a:pt x="40452" y="23195"/>
                    <a:pt x="40430" y="23203"/>
                    <a:pt x="40414" y="23223"/>
                  </a:cubicBezTo>
                  <a:cubicBezTo>
                    <a:pt x="40211" y="23468"/>
                    <a:pt x="40047" y="23743"/>
                    <a:pt x="39868" y="24005"/>
                  </a:cubicBezTo>
                  <a:cubicBezTo>
                    <a:pt x="39624" y="23847"/>
                    <a:pt x="39381" y="23691"/>
                    <a:pt x="39135" y="23535"/>
                  </a:cubicBezTo>
                  <a:cubicBezTo>
                    <a:pt x="39318" y="23318"/>
                    <a:pt x="39504" y="23093"/>
                    <a:pt x="39629" y="22851"/>
                  </a:cubicBezTo>
                  <a:cubicBezTo>
                    <a:pt x="39661" y="22788"/>
                    <a:pt x="39608" y="22741"/>
                    <a:pt x="39553" y="22741"/>
                  </a:cubicBezTo>
                  <a:cubicBezTo>
                    <a:pt x="39530" y="22741"/>
                    <a:pt x="39507" y="22749"/>
                    <a:pt x="39490" y="22767"/>
                  </a:cubicBezTo>
                  <a:cubicBezTo>
                    <a:pt x="39301" y="22958"/>
                    <a:pt x="39147" y="23210"/>
                    <a:pt x="39001" y="23450"/>
                  </a:cubicBezTo>
                  <a:cubicBezTo>
                    <a:pt x="38753" y="23291"/>
                    <a:pt x="38505" y="23135"/>
                    <a:pt x="38254" y="22982"/>
                  </a:cubicBezTo>
                  <a:cubicBezTo>
                    <a:pt x="38491" y="22787"/>
                    <a:pt x="38689" y="22537"/>
                    <a:pt x="38773" y="22243"/>
                  </a:cubicBezTo>
                  <a:cubicBezTo>
                    <a:pt x="38787" y="22198"/>
                    <a:pt x="38745" y="22166"/>
                    <a:pt x="38704" y="22166"/>
                  </a:cubicBezTo>
                  <a:cubicBezTo>
                    <a:pt x="38685" y="22166"/>
                    <a:pt x="38665" y="22174"/>
                    <a:pt x="38652" y="22190"/>
                  </a:cubicBezTo>
                  <a:cubicBezTo>
                    <a:pt x="38472" y="22440"/>
                    <a:pt x="38302" y="22673"/>
                    <a:pt x="38083" y="22873"/>
                  </a:cubicBezTo>
                  <a:cubicBezTo>
                    <a:pt x="37837" y="22723"/>
                    <a:pt x="37594" y="22573"/>
                    <a:pt x="37347" y="22423"/>
                  </a:cubicBezTo>
                  <a:cubicBezTo>
                    <a:pt x="37523" y="22179"/>
                    <a:pt x="37738" y="21978"/>
                    <a:pt x="37978" y="21793"/>
                  </a:cubicBezTo>
                  <a:cubicBezTo>
                    <a:pt x="38029" y="21753"/>
                    <a:pt x="37996" y="21665"/>
                    <a:pt x="37941" y="21665"/>
                  </a:cubicBezTo>
                  <a:cubicBezTo>
                    <a:pt x="37932" y="21665"/>
                    <a:pt x="37922" y="21668"/>
                    <a:pt x="37912" y="21673"/>
                  </a:cubicBezTo>
                  <a:cubicBezTo>
                    <a:pt x="37615" y="21827"/>
                    <a:pt x="37391" y="22064"/>
                    <a:pt x="37232" y="22349"/>
                  </a:cubicBezTo>
                  <a:cubicBezTo>
                    <a:pt x="37065" y="22247"/>
                    <a:pt x="36899" y="22143"/>
                    <a:pt x="36731" y="22041"/>
                  </a:cubicBezTo>
                  <a:cubicBezTo>
                    <a:pt x="36945" y="21815"/>
                    <a:pt x="37150" y="21572"/>
                    <a:pt x="37290" y="21290"/>
                  </a:cubicBezTo>
                  <a:cubicBezTo>
                    <a:pt x="37318" y="21236"/>
                    <a:pt x="37270" y="21189"/>
                    <a:pt x="37221" y="21189"/>
                  </a:cubicBezTo>
                  <a:cubicBezTo>
                    <a:pt x="37201" y="21189"/>
                    <a:pt x="37181" y="21197"/>
                    <a:pt x="37166" y="21215"/>
                  </a:cubicBezTo>
                  <a:cubicBezTo>
                    <a:pt x="36967" y="21456"/>
                    <a:pt x="36797" y="21718"/>
                    <a:pt x="36604" y="21965"/>
                  </a:cubicBezTo>
                  <a:cubicBezTo>
                    <a:pt x="36433" y="21859"/>
                    <a:pt x="36264" y="21754"/>
                    <a:pt x="36094" y="21647"/>
                  </a:cubicBezTo>
                  <a:cubicBezTo>
                    <a:pt x="36223" y="21319"/>
                    <a:pt x="36424" y="21052"/>
                    <a:pt x="36626" y="20757"/>
                  </a:cubicBezTo>
                  <a:cubicBezTo>
                    <a:pt x="36665" y="20699"/>
                    <a:pt x="36621" y="20627"/>
                    <a:pt x="36564" y="20627"/>
                  </a:cubicBezTo>
                  <a:cubicBezTo>
                    <a:pt x="36549" y="20627"/>
                    <a:pt x="36532" y="20632"/>
                    <a:pt x="36517" y="20644"/>
                  </a:cubicBezTo>
                  <a:cubicBezTo>
                    <a:pt x="36228" y="20857"/>
                    <a:pt x="36045" y="21207"/>
                    <a:pt x="35938" y="21551"/>
                  </a:cubicBezTo>
                  <a:cubicBezTo>
                    <a:pt x="35758" y="21438"/>
                    <a:pt x="35578" y="21326"/>
                    <a:pt x="35400" y="21211"/>
                  </a:cubicBezTo>
                  <a:cubicBezTo>
                    <a:pt x="35454" y="21112"/>
                    <a:pt x="35505" y="21008"/>
                    <a:pt x="35554" y="20906"/>
                  </a:cubicBezTo>
                  <a:cubicBezTo>
                    <a:pt x="35625" y="20755"/>
                    <a:pt x="35720" y="20602"/>
                    <a:pt x="35739" y="20433"/>
                  </a:cubicBezTo>
                  <a:cubicBezTo>
                    <a:pt x="35743" y="20386"/>
                    <a:pt x="35707" y="20354"/>
                    <a:pt x="35668" y="20354"/>
                  </a:cubicBezTo>
                  <a:cubicBezTo>
                    <a:pt x="35649" y="20354"/>
                    <a:pt x="35629" y="20361"/>
                    <a:pt x="35614" y="20379"/>
                  </a:cubicBezTo>
                  <a:cubicBezTo>
                    <a:pt x="35506" y="20511"/>
                    <a:pt x="35462" y="20684"/>
                    <a:pt x="35406" y="20842"/>
                  </a:cubicBezTo>
                  <a:cubicBezTo>
                    <a:pt x="35366" y="20942"/>
                    <a:pt x="35330" y="21044"/>
                    <a:pt x="35298" y="21147"/>
                  </a:cubicBezTo>
                  <a:cubicBezTo>
                    <a:pt x="35060" y="20994"/>
                    <a:pt x="34823" y="20840"/>
                    <a:pt x="34586" y="20684"/>
                  </a:cubicBezTo>
                  <a:cubicBezTo>
                    <a:pt x="34710" y="20456"/>
                    <a:pt x="34832" y="20230"/>
                    <a:pt x="34918" y="19987"/>
                  </a:cubicBezTo>
                  <a:cubicBezTo>
                    <a:pt x="34938" y="19927"/>
                    <a:pt x="34886" y="19867"/>
                    <a:pt x="34834" y="19867"/>
                  </a:cubicBezTo>
                  <a:cubicBezTo>
                    <a:pt x="34813" y="19867"/>
                    <a:pt x="34791" y="19877"/>
                    <a:pt x="34775" y="19901"/>
                  </a:cubicBezTo>
                  <a:cubicBezTo>
                    <a:pt x="34626" y="20121"/>
                    <a:pt x="34533" y="20355"/>
                    <a:pt x="34456" y="20599"/>
                  </a:cubicBezTo>
                  <a:cubicBezTo>
                    <a:pt x="34300" y="20495"/>
                    <a:pt x="34144" y="20390"/>
                    <a:pt x="33990" y="20284"/>
                  </a:cubicBezTo>
                  <a:lnTo>
                    <a:pt x="33990" y="20284"/>
                  </a:lnTo>
                  <a:cubicBezTo>
                    <a:pt x="34001" y="20287"/>
                    <a:pt x="34013" y="20289"/>
                    <a:pt x="34025" y="20289"/>
                  </a:cubicBezTo>
                  <a:cubicBezTo>
                    <a:pt x="34053" y="20289"/>
                    <a:pt x="34081" y="20279"/>
                    <a:pt x="34102" y="20252"/>
                  </a:cubicBezTo>
                  <a:cubicBezTo>
                    <a:pt x="34279" y="20029"/>
                    <a:pt x="34465" y="19777"/>
                    <a:pt x="34579" y="19515"/>
                  </a:cubicBezTo>
                  <a:cubicBezTo>
                    <a:pt x="34612" y="19439"/>
                    <a:pt x="34552" y="19381"/>
                    <a:pt x="34488" y="19381"/>
                  </a:cubicBezTo>
                  <a:cubicBezTo>
                    <a:pt x="34461" y="19381"/>
                    <a:pt x="34434" y="19391"/>
                    <a:pt x="34412" y="19414"/>
                  </a:cubicBezTo>
                  <a:cubicBezTo>
                    <a:pt x="34214" y="19621"/>
                    <a:pt x="34055" y="19893"/>
                    <a:pt x="33918" y="20142"/>
                  </a:cubicBezTo>
                  <a:cubicBezTo>
                    <a:pt x="33896" y="20178"/>
                    <a:pt x="33903" y="20213"/>
                    <a:pt x="33923" y="20240"/>
                  </a:cubicBezTo>
                  <a:cubicBezTo>
                    <a:pt x="33762" y="20127"/>
                    <a:pt x="33599" y="20013"/>
                    <a:pt x="33439" y="19897"/>
                  </a:cubicBezTo>
                  <a:cubicBezTo>
                    <a:pt x="33708" y="19702"/>
                    <a:pt x="33937" y="19441"/>
                    <a:pt x="34044" y="19122"/>
                  </a:cubicBezTo>
                  <a:cubicBezTo>
                    <a:pt x="34065" y="19054"/>
                    <a:pt x="34016" y="19007"/>
                    <a:pt x="33965" y="19007"/>
                  </a:cubicBezTo>
                  <a:cubicBezTo>
                    <a:pt x="33937" y="19007"/>
                    <a:pt x="33908" y="19021"/>
                    <a:pt x="33889" y="19054"/>
                  </a:cubicBezTo>
                  <a:cubicBezTo>
                    <a:pt x="33729" y="19337"/>
                    <a:pt x="33551" y="19591"/>
                    <a:pt x="33295" y="19794"/>
                  </a:cubicBezTo>
                  <a:cubicBezTo>
                    <a:pt x="33162" y="19697"/>
                    <a:pt x="33033" y="19602"/>
                    <a:pt x="32903" y="19505"/>
                  </a:cubicBezTo>
                  <a:cubicBezTo>
                    <a:pt x="33089" y="19224"/>
                    <a:pt x="33287" y="18932"/>
                    <a:pt x="33406" y="18626"/>
                  </a:cubicBezTo>
                  <a:cubicBezTo>
                    <a:pt x="33432" y="18558"/>
                    <a:pt x="33377" y="18498"/>
                    <a:pt x="33319" y="18498"/>
                  </a:cubicBezTo>
                  <a:cubicBezTo>
                    <a:pt x="33296" y="18498"/>
                    <a:pt x="33271" y="18508"/>
                    <a:pt x="33252" y="18533"/>
                  </a:cubicBezTo>
                  <a:cubicBezTo>
                    <a:pt x="33047" y="18783"/>
                    <a:pt x="32896" y="19094"/>
                    <a:pt x="32748" y="19387"/>
                  </a:cubicBezTo>
                  <a:cubicBezTo>
                    <a:pt x="32564" y="19248"/>
                    <a:pt x="32380" y="19106"/>
                    <a:pt x="32199" y="18959"/>
                  </a:cubicBezTo>
                  <a:cubicBezTo>
                    <a:pt x="32362" y="18747"/>
                    <a:pt x="32525" y="18530"/>
                    <a:pt x="32658" y="18296"/>
                  </a:cubicBezTo>
                  <a:cubicBezTo>
                    <a:pt x="32689" y="18240"/>
                    <a:pt x="32638" y="18193"/>
                    <a:pt x="32586" y="18193"/>
                  </a:cubicBezTo>
                  <a:cubicBezTo>
                    <a:pt x="32565" y="18193"/>
                    <a:pt x="32545" y="18201"/>
                    <a:pt x="32529" y="18218"/>
                  </a:cubicBezTo>
                  <a:cubicBezTo>
                    <a:pt x="32359" y="18415"/>
                    <a:pt x="32213" y="18633"/>
                    <a:pt x="32070" y="18853"/>
                  </a:cubicBezTo>
                  <a:cubicBezTo>
                    <a:pt x="31939" y="18747"/>
                    <a:pt x="31808" y="18640"/>
                    <a:pt x="31679" y="18530"/>
                  </a:cubicBezTo>
                  <a:cubicBezTo>
                    <a:pt x="31645" y="18500"/>
                    <a:pt x="31611" y="18472"/>
                    <a:pt x="31578" y="18442"/>
                  </a:cubicBezTo>
                  <a:lnTo>
                    <a:pt x="31578" y="18442"/>
                  </a:lnTo>
                  <a:cubicBezTo>
                    <a:pt x="31588" y="18447"/>
                    <a:pt x="31598" y="18449"/>
                    <a:pt x="31609" y="18449"/>
                  </a:cubicBezTo>
                  <a:cubicBezTo>
                    <a:pt x="31627" y="18449"/>
                    <a:pt x="31646" y="18442"/>
                    <a:pt x="31660" y="18426"/>
                  </a:cubicBezTo>
                  <a:cubicBezTo>
                    <a:pt x="31859" y="18197"/>
                    <a:pt x="32054" y="17932"/>
                    <a:pt x="32197" y="17664"/>
                  </a:cubicBezTo>
                  <a:cubicBezTo>
                    <a:pt x="32233" y="17597"/>
                    <a:pt x="32171" y="17539"/>
                    <a:pt x="32109" y="17539"/>
                  </a:cubicBezTo>
                  <a:cubicBezTo>
                    <a:pt x="32084" y="17539"/>
                    <a:pt x="32060" y="17548"/>
                    <a:pt x="32041" y="17570"/>
                  </a:cubicBezTo>
                  <a:cubicBezTo>
                    <a:pt x="31850" y="17803"/>
                    <a:pt x="31680" y="18086"/>
                    <a:pt x="31545" y="18355"/>
                  </a:cubicBezTo>
                  <a:cubicBezTo>
                    <a:pt x="31535" y="18377"/>
                    <a:pt x="31537" y="18398"/>
                    <a:pt x="31547" y="18414"/>
                  </a:cubicBezTo>
                  <a:cubicBezTo>
                    <a:pt x="31270" y="18173"/>
                    <a:pt x="30998" y="17930"/>
                    <a:pt x="30731" y="17682"/>
                  </a:cubicBezTo>
                  <a:cubicBezTo>
                    <a:pt x="30933" y="17427"/>
                    <a:pt x="31124" y="17162"/>
                    <a:pt x="31287" y="16886"/>
                  </a:cubicBezTo>
                  <a:cubicBezTo>
                    <a:pt x="31323" y="16827"/>
                    <a:pt x="31267" y="16775"/>
                    <a:pt x="31211" y="16775"/>
                  </a:cubicBezTo>
                  <a:cubicBezTo>
                    <a:pt x="31189" y="16775"/>
                    <a:pt x="31166" y="16784"/>
                    <a:pt x="31150" y="16804"/>
                  </a:cubicBezTo>
                  <a:cubicBezTo>
                    <a:pt x="30950" y="17039"/>
                    <a:pt x="30772" y="17297"/>
                    <a:pt x="30604" y="17559"/>
                  </a:cubicBezTo>
                  <a:cubicBezTo>
                    <a:pt x="30382" y="17351"/>
                    <a:pt x="30162" y="17140"/>
                    <a:pt x="29945" y="16924"/>
                  </a:cubicBezTo>
                  <a:cubicBezTo>
                    <a:pt x="30093" y="16573"/>
                    <a:pt x="30305" y="16281"/>
                    <a:pt x="30553" y="15993"/>
                  </a:cubicBezTo>
                  <a:cubicBezTo>
                    <a:pt x="30605" y="15934"/>
                    <a:pt x="30549" y="15863"/>
                    <a:pt x="30486" y="15863"/>
                  </a:cubicBezTo>
                  <a:cubicBezTo>
                    <a:pt x="30470" y="15863"/>
                    <a:pt x="30455" y="15867"/>
                    <a:pt x="30440" y="15877"/>
                  </a:cubicBezTo>
                  <a:cubicBezTo>
                    <a:pt x="30121" y="16084"/>
                    <a:pt x="29910" y="16417"/>
                    <a:pt x="29802" y="16777"/>
                  </a:cubicBezTo>
                  <a:cubicBezTo>
                    <a:pt x="29542" y="16515"/>
                    <a:pt x="29286" y="16248"/>
                    <a:pt x="29037" y="15979"/>
                  </a:cubicBezTo>
                  <a:cubicBezTo>
                    <a:pt x="29058" y="15977"/>
                    <a:pt x="29080" y="15969"/>
                    <a:pt x="29094" y="15948"/>
                  </a:cubicBezTo>
                  <a:cubicBezTo>
                    <a:pt x="29322" y="15620"/>
                    <a:pt x="29551" y="15289"/>
                    <a:pt x="29774" y="14956"/>
                  </a:cubicBezTo>
                  <a:cubicBezTo>
                    <a:pt x="29814" y="14896"/>
                    <a:pt x="29768" y="14834"/>
                    <a:pt x="29714" y="14834"/>
                  </a:cubicBezTo>
                  <a:cubicBezTo>
                    <a:pt x="29694" y="14834"/>
                    <a:pt x="29672" y="14842"/>
                    <a:pt x="29654" y="14862"/>
                  </a:cubicBezTo>
                  <a:cubicBezTo>
                    <a:pt x="29370" y="15161"/>
                    <a:pt x="29136" y="15496"/>
                    <a:pt x="28946" y="15861"/>
                  </a:cubicBezTo>
                  <a:cubicBezTo>
                    <a:pt x="28944" y="15866"/>
                    <a:pt x="28944" y="15871"/>
                    <a:pt x="28942" y="15877"/>
                  </a:cubicBezTo>
                  <a:cubicBezTo>
                    <a:pt x="28724" y="15642"/>
                    <a:pt x="28507" y="15402"/>
                    <a:pt x="28297" y="15160"/>
                  </a:cubicBezTo>
                  <a:cubicBezTo>
                    <a:pt x="28465" y="14994"/>
                    <a:pt x="28618" y="14814"/>
                    <a:pt x="28769" y="14637"/>
                  </a:cubicBezTo>
                  <a:cubicBezTo>
                    <a:pt x="28931" y="14448"/>
                    <a:pt x="29108" y="14268"/>
                    <a:pt x="29234" y="14056"/>
                  </a:cubicBezTo>
                  <a:cubicBezTo>
                    <a:pt x="29272" y="13991"/>
                    <a:pt x="29204" y="13919"/>
                    <a:pt x="29138" y="13919"/>
                  </a:cubicBezTo>
                  <a:cubicBezTo>
                    <a:pt x="29120" y="13919"/>
                    <a:pt x="29101" y="13925"/>
                    <a:pt x="29085" y="13938"/>
                  </a:cubicBezTo>
                  <a:cubicBezTo>
                    <a:pt x="28908" y="14090"/>
                    <a:pt x="28773" y="14283"/>
                    <a:pt x="28626" y="14463"/>
                  </a:cubicBezTo>
                  <a:cubicBezTo>
                    <a:pt x="28476" y="14650"/>
                    <a:pt x="28321" y="14831"/>
                    <a:pt x="28185" y="15029"/>
                  </a:cubicBezTo>
                  <a:cubicBezTo>
                    <a:pt x="27954" y="14760"/>
                    <a:pt x="27725" y="14491"/>
                    <a:pt x="27501" y="14217"/>
                  </a:cubicBezTo>
                  <a:cubicBezTo>
                    <a:pt x="27773" y="13901"/>
                    <a:pt x="28054" y="13570"/>
                    <a:pt x="28266" y="13218"/>
                  </a:cubicBezTo>
                  <a:cubicBezTo>
                    <a:pt x="28306" y="13153"/>
                    <a:pt x="28258" y="13088"/>
                    <a:pt x="28200" y="13088"/>
                  </a:cubicBezTo>
                  <a:cubicBezTo>
                    <a:pt x="28179" y="13088"/>
                    <a:pt x="28157" y="13096"/>
                    <a:pt x="28137" y="13116"/>
                  </a:cubicBezTo>
                  <a:cubicBezTo>
                    <a:pt x="27858" y="13404"/>
                    <a:pt x="27619" y="13747"/>
                    <a:pt x="27388" y="14080"/>
                  </a:cubicBezTo>
                  <a:cubicBezTo>
                    <a:pt x="27210" y="13863"/>
                    <a:pt x="27038" y="13641"/>
                    <a:pt x="26866" y="13418"/>
                  </a:cubicBezTo>
                  <a:cubicBezTo>
                    <a:pt x="26641" y="13128"/>
                    <a:pt x="26424" y="12831"/>
                    <a:pt x="26211" y="12534"/>
                  </a:cubicBezTo>
                  <a:cubicBezTo>
                    <a:pt x="26442" y="12242"/>
                    <a:pt x="26689" y="11953"/>
                    <a:pt x="26897" y="11648"/>
                  </a:cubicBezTo>
                  <a:cubicBezTo>
                    <a:pt x="26936" y="11593"/>
                    <a:pt x="26892" y="11523"/>
                    <a:pt x="26837" y="11523"/>
                  </a:cubicBezTo>
                  <a:cubicBezTo>
                    <a:pt x="26822" y="11523"/>
                    <a:pt x="26806" y="11528"/>
                    <a:pt x="26791" y="11539"/>
                  </a:cubicBezTo>
                  <a:cubicBezTo>
                    <a:pt x="26513" y="11749"/>
                    <a:pt x="26278" y="12063"/>
                    <a:pt x="26104" y="12378"/>
                  </a:cubicBezTo>
                  <a:cubicBezTo>
                    <a:pt x="25969" y="12185"/>
                    <a:pt x="25833" y="11993"/>
                    <a:pt x="25701" y="11797"/>
                  </a:cubicBezTo>
                  <a:cubicBezTo>
                    <a:pt x="25715" y="11796"/>
                    <a:pt x="25732" y="11790"/>
                    <a:pt x="25747" y="11777"/>
                  </a:cubicBezTo>
                  <a:cubicBezTo>
                    <a:pt x="25973" y="11565"/>
                    <a:pt x="26203" y="11355"/>
                    <a:pt x="26400" y="11111"/>
                  </a:cubicBezTo>
                  <a:cubicBezTo>
                    <a:pt x="26453" y="11046"/>
                    <a:pt x="26391" y="10954"/>
                    <a:pt x="26321" y="10954"/>
                  </a:cubicBezTo>
                  <a:cubicBezTo>
                    <a:pt x="26303" y="10954"/>
                    <a:pt x="26284" y="10960"/>
                    <a:pt x="26267" y="10975"/>
                  </a:cubicBezTo>
                  <a:cubicBezTo>
                    <a:pt x="26027" y="11175"/>
                    <a:pt x="25819" y="11407"/>
                    <a:pt x="25609" y="11638"/>
                  </a:cubicBezTo>
                  <a:cubicBezTo>
                    <a:pt x="25606" y="11643"/>
                    <a:pt x="25606" y="11647"/>
                    <a:pt x="25602" y="11652"/>
                  </a:cubicBezTo>
                  <a:cubicBezTo>
                    <a:pt x="25466" y="11451"/>
                    <a:pt x="25333" y="11249"/>
                    <a:pt x="25201" y="11046"/>
                  </a:cubicBezTo>
                  <a:cubicBezTo>
                    <a:pt x="25486" y="10804"/>
                    <a:pt x="25755" y="10512"/>
                    <a:pt x="25905" y="10172"/>
                  </a:cubicBezTo>
                  <a:cubicBezTo>
                    <a:pt x="25934" y="10103"/>
                    <a:pt x="25874" y="10040"/>
                    <a:pt x="25814" y="10040"/>
                  </a:cubicBezTo>
                  <a:cubicBezTo>
                    <a:pt x="25789" y="10040"/>
                    <a:pt x="25765" y="10050"/>
                    <a:pt x="25747" y="10075"/>
                  </a:cubicBezTo>
                  <a:cubicBezTo>
                    <a:pt x="25537" y="10360"/>
                    <a:pt x="25347" y="10641"/>
                    <a:pt x="25099" y="10889"/>
                  </a:cubicBezTo>
                  <a:cubicBezTo>
                    <a:pt x="24967" y="10686"/>
                    <a:pt x="24837" y="10483"/>
                    <a:pt x="24706" y="10279"/>
                  </a:cubicBezTo>
                  <a:cubicBezTo>
                    <a:pt x="24947" y="10058"/>
                    <a:pt x="25204" y="9841"/>
                    <a:pt x="25413" y="9591"/>
                  </a:cubicBezTo>
                  <a:cubicBezTo>
                    <a:pt x="25460" y="9534"/>
                    <a:pt x="25407" y="9456"/>
                    <a:pt x="25347" y="9456"/>
                  </a:cubicBezTo>
                  <a:cubicBezTo>
                    <a:pt x="25331" y="9456"/>
                    <a:pt x="25315" y="9461"/>
                    <a:pt x="25300" y="9473"/>
                  </a:cubicBezTo>
                  <a:cubicBezTo>
                    <a:pt x="25055" y="9676"/>
                    <a:pt x="24842" y="9921"/>
                    <a:pt x="24628" y="10155"/>
                  </a:cubicBezTo>
                  <a:cubicBezTo>
                    <a:pt x="24515" y="9976"/>
                    <a:pt x="24403" y="9799"/>
                    <a:pt x="24290" y="9620"/>
                  </a:cubicBezTo>
                  <a:lnTo>
                    <a:pt x="24290" y="9620"/>
                  </a:lnTo>
                  <a:cubicBezTo>
                    <a:pt x="24297" y="9621"/>
                    <a:pt x="24304" y="9622"/>
                    <a:pt x="24311" y="9622"/>
                  </a:cubicBezTo>
                  <a:cubicBezTo>
                    <a:pt x="24338" y="9622"/>
                    <a:pt x="24365" y="9613"/>
                    <a:pt x="24388" y="9588"/>
                  </a:cubicBezTo>
                  <a:cubicBezTo>
                    <a:pt x="24636" y="9338"/>
                    <a:pt x="24919" y="9069"/>
                    <a:pt x="25110" y="8771"/>
                  </a:cubicBezTo>
                  <a:cubicBezTo>
                    <a:pt x="25155" y="8702"/>
                    <a:pt x="25102" y="8608"/>
                    <a:pt x="25032" y="8608"/>
                  </a:cubicBezTo>
                  <a:cubicBezTo>
                    <a:pt x="25014" y="8608"/>
                    <a:pt x="24994" y="8615"/>
                    <a:pt x="24974" y="8631"/>
                  </a:cubicBezTo>
                  <a:cubicBezTo>
                    <a:pt x="24692" y="8862"/>
                    <a:pt x="24451" y="9177"/>
                    <a:pt x="24223" y="9460"/>
                  </a:cubicBezTo>
                  <a:cubicBezTo>
                    <a:pt x="24216" y="9472"/>
                    <a:pt x="24212" y="9481"/>
                    <a:pt x="24209" y="9491"/>
                  </a:cubicBezTo>
                  <a:cubicBezTo>
                    <a:pt x="24040" y="9224"/>
                    <a:pt x="23872" y="8956"/>
                    <a:pt x="23706" y="8691"/>
                  </a:cubicBezTo>
                  <a:lnTo>
                    <a:pt x="23706" y="8691"/>
                  </a:lnTo>
                  <a:cubicBezTo>
                    <a:pt x="23713" y="8693"/>
                    <a:pt x="23720" y="8694"/>
                    <a:pt x="23727" y="8694"/>
                  </a:cubicBezTo>
                  <a:cubicBezTo>
                    <a:pt x="23747" y="8694"/>
                    <a:pt x="23769" y="8686"/>
                    <a:pt x="23787" y="8669"/>
                  </a:cubicBezTo>
                  <a:cubicBezTo>
                    <a:pt x="24103" y="8376"/>
                    <a:pt x="24436" y="8064"/>
                    <a:pt x="24698" y="7727"/>
                  </a:cubicBezTo>
                  <a:cubicBezTo>
                    <a:pt x="24750" y="7660"/>
                    <a:pt x="24689" y="7567"/>
                    <a:pt x="24619" y="7567"/>
                  </a:cubicBezTo>
                  <a:cubicBezTo>
                    <a:pt x="24600" y="7567"/>
                    <a:pt x="24581" y="7574"/>
                    <a:pt x="24563" y="7588"/>
                  </a:cubicBezTo>
                  <a:cubicBezTo>
                    <a:pt x="24227" y="7856"/>
                    <a:pt x="23920" y="8192"/>
                    <a:pt x="23635" y="8511"/>
                  </a:cubicBezTo>
                  <a:cubicBezTo>
                    <a:pt x="23624" y="8522"/>
                    <a:pt x="23618" y="8536"/>
                    <a:pt x="23615" y="8546"/>
                  </a:cubicBezTo>
                  <a:cubicBezTo>
                    <a:pt x="23510" y="8383"/>
                    <a:pt x="23408" y="8220"/>
                    <a:pt x="23305" y="8057"/>
                  </a:cubicBezTo>
                  <a:cubicBezTo>
                    <a:pt x="23424" y="7906"/>
                    <a:pt x="23529" y="7738"/>
                    <a:pt x="23635" y="7580"/>
                  </a:cubicBezTo>
                  <a:cubicBezTo>
                    <a:pt x="23741" y="7422"/>
                    <a:pt x="23849" y="7268"/>
                    <a:pt x="23921" y="7091"/>
                  </a:cubicBezTo>
                  <a:cubicBezTo>
                    <a:pt x="23946" y="7029"/>
                    <a:pt x="23899" y="6984"/>
                    <a:pt x="23847" y="6984"/>
                  </a:cubicBezTo>
                  <a:cubicBezTo>
                    <a:pt x="23826" y="6984"/>
                    <a:pt x="23804" y="6991"/>
                    <a:pt x="23787" y="7009"/>
                  </a:cubicBezTo>
                  <a:cubicBezTo>
                    <a:pt x="23644" y="7156"/>
                    <a:pt x="23536" y="7335"/>
                    <a:pt x="23425" y="7507"/>
                  </a:cubicBezTo>
                  <a:cubicBezTo>
                    <a:pt x="23346" y="7629"/>
                    <a:pt x="23262" y="7751"/>
                    <a:pt x="23189" y="7877"/>
                  </a:cubicBezTo>
                  <a:cubicBezTo>
                    <a:pt x="23135" y="7798"/>
                    <a:pt x="23084" y="7717"/>
                    <a:pt x="23033" y="7636"/>
                  </a:cubicBezTo>
                  <a:cubicBezTo>
                    <a:pt x="22951" y="7510"/>
                    <a:pt x="22866" y="7384"/>
                    <a:pt x="22782" y="7259"/>
                  </a:cubicBezTo>
                  <a:cubicBezTo>
                    <a:pt x="23047" y="7055"/>
                    <a:pt x="23267" y="6802"/>
                    <a:pt x="23401" y="6491"/>
                  </a:cubicBezTo>
                  <a:cubicBezTo>
                    <a:pt x="23426" y="6433"/>
                    <a:pt x="23370" y="6373"/>
                    <a:pt x="23316" y="6373"/>
                  </a:cubicBezTo>
                  <a:cubicBezTo>
                    <a:pt x="23294" y="6373"/>
                    <a:pt x="23272" y="6383"/>
                    <a:pt x="23257" y="6406"/>
                  </a:cubicBezTo>
                  <a:cubicBezTo>
                    <a:pt x="23091" y="6666"/>
                    <a:pt x="22909" y="6907"/>
                    <a:pt x="22680" y="7108"/>
                  </a:cubicBezTo>
                  <a:cubicBezTo>
                    <a:pt x="22582" y="6970"/>
                    <a:pt x="22487" y="6830"/>
                    <a:pt x="22389" y="6694"/>
                  </a:cubicBezTo>
                  <a:cubicBezTo>
                    <a:pt x="22608" y="6498"/>
                    <a:pt x="22803" y="6255"/>
                    <a:pt x="22881" y="5980"/>
                  </a:cubicBezTo>
                  <a:cubicBezTo>
                    <a:pt x="22893" y="5941"/>
                    <a:pt x="22856" y="5913"/>
                    <a:pt x="22822" y="5913"/>
                  </a:cubicBezTo>
                  <a:cubicBezTo>
                    <a:pt x="22805" y="5913"/>
                    <a:pt x="22788" y="5920"/>
                    <a:pt x="22778" y="5934"/>
                  </a:cubicBezTo>
                  <a:cubicBezTo>
                    <a:pt x="22610" y="6150"/>
                    <a:pt x="22470" y="6367"/>
                    <a:pt x="22293" y="6565"/>
                  </a:cubicBezTo>
                  <a:cubicBezTo>
                    <a:pt x="22141" y="6352"/>
                    <a:pt x="21984" y="6143"/>
                    <a:pt x="21823" y="5939"/>
                  </a:cubicBezTo>
                  <a:cubicBezTo>
                    <a:pt x="22042" y="5679"/>
                    <a:pt x="22276" y="5419"/>
                    <a:pt x="22456" y="5128"/>
                  </a:cubicBezTo>
                  <a:cubicBezTo>
                    <a:pt x="22497" y="5065"/>
                    <a:pt x="22449" y="5000"/>
                    <a:pt x="22393" y="5000"/>
                  </a:cubicBezTo>
                  <a:cubicBezTo>
                    <a:pt x="22372" y="5000"/>
                    <a:pt x="22351" y="5009"/>
                    <a:pt x="22331" y="5029"/>
                  </a:cubicBezTo>
                  <a:cubicBezTo>
                    <a:pt x="22102" y="5263"/>
                    <a:pt x="21910" y="5540"/>
                    <a:pt x="21719" y="5807"/>
                  </a:cubicBezTo>
                  <a:cubicBezTo>
                    <a:pt x="21417" y="5431"/>
                    <a:pt x="21100" y="5070"/>
                    <a:pt x="20763" y="4726"/>
                  </a:cubicBezTo>
                  <a:cubicBezTo>
                    <a:pt x="20918" y="4533"/>
                    <a:pt x="21094" y="4363"/>
                    <a:pt x="21263" y="4173"/>
                  </a:cubicBezTo>
                  <a:cubicBezTo>
                    <a:pt x="21305" y="4124"/>
                    <a:pt x="21257" y="4068"/>
                    <a:pt x="21205" y="4068"/>
                  </a:cubicBezTo>
                  <a:cubicBezTo>
                    <a:pt x="21193" y="4068"/>
                    <a:pt x="21181" y="4071"/>
                    <a:pt x="21169" y="4078"/>
                  </a:cubicBezTo>
                  <a:cubicBezTo>
                    <a:pt x="20960" y="4203"/>
                    <a:pt x="20794" y="4404"/>
                    <a:pt x="20655" y="4616"/>
                  </a:cubicBezTo>
                  <a:cubicBezTo>
                    <a:pt x="20505" y="4465"/>
                    <a:pt x="20352" y="4320"/>
                    <a:pt x="20194" y="4179"/>
                  </a:cubicBezTo>
                  <a:cubicBezTo>
                    <a:pt x="20248" y="4101"/>
                    <a:pt x="20301" y="4021"/>
                    <a:pt x="20352" y="3941"/>
                  </a:cubicBezTo>
                  <a:cubicBezTo>
                    <a:pt x="20435" y="3813"/>
                    <a:pt x="20534" y="3685"/>
                    <a:pt x="20588" y="3541"/>
                  </a:cubicBezTo>
                  <a:cubicBezTo>
                    <a:pt x="20608" y="3485"/>
                    <a:pt x="20566" y="3441"/>
                    <a:pt x="20519" y="3441"/>
                  </a:cubicBezTo>
                  <a:cubicBezTo>
                    <a:pt x="20500" y="3441"/>
                    <a:pt x="20480" y="3448"/>
                    <a:pt x="20464" y="3466"/>
                  </a:cubicBezTo>
                  <a:cubicBezTo>
                    <a:pt x="20357" y="3576"/>
                    <a:pt x="20286" y="3724"/>
                    <a:pt x="20210" y="3855"/>
                  </a:cubicBezTo>
                  <a:cubicBezTo>
                    <a:pt x="20166" y="3929"/>
                    <a:pt x="20123" y="4003"/>
                    <a:pt x="20081" y="4078"/>
                  </a:cubicBezTo>
                  <a:cubicBezTo>
                    <a:pt x="19972" y="3982"/>
                    <a:pt x="19861" y="3888"/>
                    <a:pt x="19748" y="3796"/>
                  </a:cubicBezTo>
                  <a:cubicBezTo>
                    <a:pt x="19905" y="3534"/>
                    <a:pt x="20038" y="3253"/>
                    <a:pt x="20160" y="2975"/>
                  </a:cubicBezTo>
                  <a:cubicBezTo>
                    <a:pt x="20188" y="2911"/>
                    <a:pt x="20138" y="2865"/>
                    <a:pt x="20086" y="2865"/>
                  </a:cubicBezTo>
                  <a:cubicBezTo>
                    <a:pt x="20057" y="2865"/>
                    <a:pt x="20028" y="2879"/>
                    <a:pt x="20010" y="2910"/>
                  </a:cubicBezTo>
                  <a:cubicBezTo>
                    <a:pt x="19865" y="3160"/>
                    <a:pt x="19724" y="3419"/>
                    <a:pt x="19608" y="3685"/>
                  </a:cubicBezTo>
                  <a:cubicBezTo>
                    <a:pt x="19447" y="3558"/>
                    <a:pt x="19282" y="3436"/>
                    <a:pt x="19112" y="3317"/>
                  </a:cubicBezTo>
                  <a:cubicBezTo>
                    <a:pt x="19216" y="2983"/>
                    <a:pt x="19369" y="2689"/>
                    <a:pt x="19535" y="2379"/>
                  </a:cubicBezTo>
                  <a:cubicBezTo>
                    <a:pt x="19567" y="2319"/>
                    <a:pt x="19513" y="2269"/>
                    <a:pt x="19459" y="2269"/>
                  </a:cubicBezTo>
                  <a:cubicBezTo>
                    <a:pt x="19438" y="2269"/>
                    <a:pt x="19416" y="2277"/>
                    <a:pt x="19399" y="2297"/>
                  </a:cubicBezTo>
                  <a:cubicBezTo>
                    <a:pt x="19182" y="2552"/>
                    <a:pt x="19045" y="2895"/>
                    <a:pt x="18976" y="3225"/>
                  </a:cubicBezTo>
                  <a:cubicBezTo>
                    <a:pt x="18869" y="3153"/>
                    <a:pt x="18760" y="3082"/>
                    <a:pt x="18648" y="3015"/>
                  </a:cubicBezTo>
                  <a:cubicBezTo>
                    <a:pt x="18005" y="2618"/>
                    <a:pt x="17323" y="2290"/>
                    <a:pt x="16616" y="2023"/>
                  </a:cubicBezTo>
                  <a:cubicBezTo>
                    <a:pt x="16680" y="1847"/>
                    <a:pt x="16738" y="1670"/>
                    <a:pt x="16799" y="1493"/>
                  </a:cubicBezTo>
                  <a:cubicBezTo>
                    <a:pt x="16863" y="1302"/>
                    <a:pt x="16943" y="1106"/>
                    <a:pt x="16975" y="905"/>
                  </a:cubicBezTo>
                  <a:cubicBezTo>
                    <a:pt x="16986" y="827"/>
                    <a:pt x="16927" y="781"/>
                    <a:pt x="16866" y="781"/>
                  </a:cubicBezTo>
                  <a:cubicBezTo>
                    <a:pt x="16827" y="781"/>
                    <a:pt x="16787" y="800"/>
                    <a:pt x="16765" y="843"/>
                  </a:cubicBezTo>
                  <a:cubicBezTo>
                    <a:pt x="16667" y="1038"/>
                    <a:pt x="16620" y="1261"/>
                    <a:pt x="16558" y="1468"/>
                  </a:cubicBezTo>
                  <a:cubicBezTo>
                    <a:pt x="16508" y="1628"/>
                    <a:pt x="16462" y="1789"/>
                    <a:pt x="16416" y="1949"/>
                  </a:cubicBezTo>
                  <a:cubicBezTo>
                    <a:pt x="16121" y="1843"/>
                    <a:pt x="15822" y="1748"/>
                    <a:pt x="15522" y="1665"/>
                  </a:cubicBezTo>
                  <a:cubicBezTo>
                    <a:pt x="15638" y="1360"/>
                    <a:pt x="15756" y="1052"/>
                    <a:pt x="15834" y="736"/>
                  </a:cubicBezTo>
                  <a:cubicBezTo>
                    <a:pt x="15849" y="674"/>
                    <a:pt x="15795" y="634"/>
                    <a:pt x="15741" y="634"/>
                  </a:cubicBezTo>
                  <a:cubicBezTo>
                    <a:pt x="15707" y="634"/>
                    <a:pt x="15674" y="649"/>
                    <a:pt x="15658" y="685"/>
                  </a:cubicBezTo>
                  <a:cubicBezTo>
                    <a:pt x="15532" y="986"/>
                    <a:pt x="15444" y="1305"/>
                    <a:pt x="15355" y="1621"/>
                  </a:cubicBezTo>
                  <a:cubicBezTo>
                    <a:pt x="15114" y="1558"/>
                    <a:pt x="14870" y="1500"/>
                    <a:pt x="14625" y="1451"/>
                  </a:cubicBezTo>
                  <a:cubicBezTo>
                    <a:pt x="14750" y="1145"/>
                    <a:pt x="14877" y="820"/>
                    <a:pt x="14916" y="497"/>
                  </a:cubicBezTo>
                  <a:cubicBezTo>
                    <a:pt x="14923" y="440"/>
                    <a:pt x="14880" y="405"/>
                    <a:pt x="14835" y="405"/>
                  </a:cubicBezTo>
                  <a:cubicBezTo>
                    <a:pt x="14806" y="405"/>
                    <a:pt x="14776" y="420"/>
                    <a:pt x="14760" y="453"/>
                  </a:cubicBezTo>
                  <a:cubicBezTo>
                    <a:pt x="14611" y="744"/>
                    <a:pt x="14534" y="1092"/>
                    <a:pt x="14463" y="1418"/>
                  </a:cubicBezTo>
                  <a:cubicBezTo>
                    <a:pt x="14221" y="1373"/>
                    <a:pt x="13975" y="1333"/>
                    <a:pt x="13729" y="1303"/>
                  </a:cubicBezTo>
                  <a:cubicBezTo>
                    <a:pt x="13823" y="992"/>
                    <a:pt x="13908" y="666"/>
                    <a:pt x="13952" y="347"/>
                  </a:cubicBezTo>
                  <a:cubicBezTo>
                    <a:pt x="13960" y="292"/>
                    <a:pt x="13909" y="252"/>
                    <a:pt x="13862" y="252"/>
                  </a:cubicBezTo>
                  <a:cubicBezTo>
                    <a:pt x="13834" y="252"/>
                    <a:pt x="13807" y="267"/>
                    <a:pt x="13796" y="301"/>
                  </a:cubicBezTo>
                  <a:cubicBezTo>
                    <a:pt x="13691" y="615"/>
                    <a:pt x="13620" y="953"/>
                    <a:pt x="13568" y="1283"/>
                  </a:cubicBezTo>
                  <a:cubicBezTo>
                    <a:pt x="13471" y="1274"/>
                    <a:pt x="13375" y="1262"/>
                    <a:pt x="13277" y="1254"/>
                  </a:cubicBezTo>
                  <a:cubicBezTo>
                    <a:pt x="13127" y="1239"/>
                    <a:pt x="12973" y="1230"/>
                    <a:pt x="12820" y="1222"/>
                  </a:cubicBezTo>
                  <a:cubicBezTo>
                    <a:pt x="12882" y="885"/>
                    <a:pt x="12985" y="564"/>
                    <a:pt x="13073" y="233"/>
                  </a:cubicBezTo>
                  <a:cubicBezTo>
                    <a:pt x="13086" y="187"/>
                    <a:pt x="13050" y="161"/>
                    <a:pt x="13013" y="161"/>
                  </a:cubicBezTo>
                  <a:cubicBezTo>
                    <a:pt x="12988" y="161"/>
                    <a:pt x="12962" y="172"/>
                    <a:pt x="12950" y="197"/>
                  </a:cubicBezTo>
                  <a:cubicBezTo>
                    <a:pt x="12780" y="508"/>
                    <a:pt x="12709" y="863"/>
                    <a:pt x="12681" y="1213"/>
                  </a:cubicBezTo>
                  <a:cubicBezTo>
                    <a:pt x="12496" y="1206"/>
                    <a:pt x="12311" y="1202"/>
                    <a:pt x="12127" y="1202"/>
                  </a:cubicBezTo>
                  <a:cubicBezTo>
                    <a:pt x="12046" y="1202"/>
                    <a:pt x="11964" y="1202"/>
                    <a:pt x="11883" y="1204"/>
                  </a:cubicBezTo>
                  <a:cubicBezTo>
                    <a:pt x="11981" y="834"/>
                    <a:pt x="12073" y="460"/>
                    <a:pt x="12122" y="83"/>
                  </a:cubicBezTo>
                  <a:cubicBezTo>
                    <a:pt x="12128" y="35"/>
                    <a:pt x="12083" y="1"/>
                    <a:pt x="120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38" name="Google Shape;1238;p12"/>
            <p:cNvSpPr/>
            <p:nvPr/>
          </p:nvSpPr>
          <p:spPr>
            <a:xfrm>
              <a:off x="7144200" y="3290760"/>
              <a:ext cx="2160720" cy="1668240"/>
            </a:xfrm>
            <a:custGeom>
              <a:rect b="b" l="l" r="r" t="t"/>
              <a:pathLst>
                <a:path extrusionOk="0" h="33122" w="42900">
                  <a:moveTo>
                    <a:pt x="9181" y="353"/>
                  </a:moveTo>
                  <a:cubicBezTo>
                    <a:pt x="9353" y="353"/>
                    <a:pt x="9525" y="356"/>
                    <a:pt x="9697" y="364"/>
                  </a:cubicBezTo>
                  <a:cubicBezTo>
                    <a:pt x="13568" y="538"/>
                    <a:pt x="16551" y="2947"/>
                    <a:pt x="18805" y="5925"/>
                  </a:cubicBezTo>
                  <a:cubicBezTo>
                    <a:pt x="21271" y="9178"/>
                    <a:pt x="23013" y="12918"/>
                    <a:pt x="25946" y="15818"/>
                  </a:cubicBezTo>
                  <a:cubicBezTo>
                    <a:pt x="28644" y="18486"/>
                    <a:pt x="31938" y="20453"/>
                    <a:pt x="35251" y="22253"/>
                  </a:cubicBezTo>
                  <a:cubicBezTo>
                    <a:pt x="36951" y="23177"/>
                    <a:pt x="38806" y="23973"/>
                    <a:pt x="40300" y="25226"/>
                  </a:cubicBezTo>
                  <a:cubicBezTo>
                    <a:pt x="41614" y="26330"/>
                    <a:pt x="42617" y="28013"/>
                    <a:pt x="42268" y="29789"/>
                  </a:cubicBezTo>
                  <a:cubicBezTo>
                    <a:pt x="41873" y="31804"/>
                    <a:pt x="39725" y="32510"/>
                    <a:pt x="37919" y="32704"/>
                  </a:cubicBezTo>
                  <a:cubicBezTo>
                    <a:pt x="37574" y="32741"/>
                    <a:pt x="37228" y="32760"/>
                    <a:pt x="36882" y="32760"/>
                  </a:cubicBezTo>
                  <a:cubicBezTo>
                    <a:pt x="35373" y="32760"/>
                    <a:pt x="33871" y="32408"/>
                    <a:pt x="32526" y="31723"/>
                  </a:cubicBezTo>
                  <a:cubicBezTo>
                    <a:pt x="30202" y="30540"/>
                    <a:pt x="28498" y="28550"/>
                    <a:pt x="26830" y="26574"/>
                  </a:cubicBezTo>
                  <a:lnTo>
                    <a:pt x="26830" y="26574"/>
                  </a:lnTo>
                  <a:cubicBezTo>
                    <a:pt x="26883" y="26610"/>
                    <a:pt x="26928" y="26634"/>
                    <a:pt x="26995" y="26634"/>
                  </a:cubicBezTo>
                  <a:cubicBezTo>
                    <a:pt x="27081" y="26634"/>
                    <a:pt x="27136" y="26507"/>
                    <a:pt x="27078" y="26443"/>
                  </a:cubicBezTo>
                  <a:cubicBezTo>
                    <a:pt x="27029" y="26391"/>
                    <a:pt x="26978" y="26375"/>
                    <a:pt x="26910" y="26360"/>
                  </a:cubicBezTo>
                  <a:cubicBezTo>
                    <a:pt x="26901" y="26358"/>
                    <a:pt x="26893" y="26357"/>
                    <a:pt x="26886" y="26357"/>
                  </a:cubicBezTo>
                  <a:cubicBezTo>
                    <a:pt x="26807" y="26357"/>
                    <a:pt x="26756" y="26450"/>
                    <a:pt x="26782" y="26518"/>
                  </a:cubicBezTo>
                  <a:cubicBezTo>
                    <a:pt x="26275" y="25920"/>
                    <a:pt x="25773" y="25321"/>
                    <a:pt x="25254" y="24750"/>
                  </a:cubicBezTo>
                  <a:cubicBezTo>
                    <a:pt x="24190" y="23568"/>
                    <a:pt x="23040" y="22437"/>
                    <a:pt x="21688" y="21587"/>
                  </a:cubicBezTo>
                  <a:cubicBezTo>
                    <a:pt x="20231" y="20673"/>
                    <a:pt x="18580" y="20175"/>
                    <a:pt x="16896" y="19896"/>
                  </a:cubicBezTo>
                  <a:cubicBezTo>
                    <a:pt x="13393" y="19315"/>
                    <a:pt x="9700" y="19525"/>
                    <a:pt x="6455" y="17864"/>
                  </a:cubicBezTo>
                  <a:cubicBezTo>
                    <a:pt x="4762" y="16998"/>
                    <a:pt x="3492" y="15659"/>
                    <a:pt x="2868" y="13846"/>
                  </a:cubicBezTo>
                  <a:cubicBezTo>
                    <a:pt x="2161" y="11794"/>
                    <a:pt x="1728" y="9622"/>
                    <a:pt x="1182" y="7525"/>
                  </a:cubicBezTo>
                  <a:cubicBezTo>
                    <a:pt x="904" y="6462"/>
                    <a:pt x="628" y="5396"/>
                    <a:pt x="333" y="4339"/>
                  </a:cubicBezTo>
                  <a:cubicBezTo>
                    <a:pt x="326" y="4316"/>
                    <a:pt x="318" y="4298"/>
                    <a:pt x="303" y="4284"/>
                  </a:cubicBezTo>
                  <a:cubicBezTo>
                    <a:pt x="660" y="2607"/>
                    <a:pt x="2783" y="1831"/>
                    <a:pt x="4209" y="1305"/>
                  </a:cubicBezTo>
                  <a:cubicBezTo>
                    <a:pt x="5795" y="719"/>
                    <a:pt x="7485" y="353"/>
                    <a:pt x="9181" y="353"/>
                  </a:cubicBezTo>
                  <a:close/>
                  <a:moveTo>
                    <a:pt x="9170" y="1"/>
                  </a:moveTo>
                  <a:cubicBezTo>
                    <a:pt x="8044" y="1"/>
                    <a:pt x="6917" y="157"/>
                    <a:pt x="5824" y="428"/>
                  </a:cubicBezTo>
                  <a:cubicBezTo>
                    <a:pt x="4198" y="832"/>
                    <a:pt x="2289" y="1438"/>
                    <a:pt x="1016" y="2583"/>
                  </a:cubicBezTo>
                  <a:cubicBezTo>
                    <a:pt x="486" y="3062"/>
                    <a:pt x="102" y="3646"/>
                    <a:pt x="7" y="4362"/>
                  </a:cubicBezTo>
                  <a:cubicBezTo>
                    <a:pt x="0" y="4414"/>
                    <a:pt x="20" y="4452"/>
                    <a:pt x="48" y="4479"/>
                  </a:cubicBezTo>
                  <a:cubicBezTo>
                    <a:pt x="585" y="6707"/>
                    <a:pt x="1175" y="8923"/>
                    <a:pt x="1747" y="11145"/>
                  </a:cubicBezTo>
                  <a:cubicBezTo>
                    <a:pt x="2255" y="13118"/>
                    <a:pt x="2653" y="15144"/>
                    <a:pt x="4137" y="16645"/>
                  </a:cubicBezTo>
                  <a:cubicBezTo>
                    <a:pt x="6757" y="19295"/>
                    <a:pt x="10732" y="19594"/>
                    <a:pt x="14225" y="19936"/>
                  </a:cubicBezTo>
                  <a:cubicBezTo>
                    <a:pt x="16158" y="20126"/>
                    <a:pt x="18129" y="20367"/>
                    <a:pt x="19936" y="21115"/>
                  </a:cubicBezTo>
                  <a:cubicBezTo>
                    <a:pt x="21656" y="21826"/>
                    <a:pt x="23105" y="23009"/>
                    <a:pt x="24382" y="24343"/>
                  </a:cubicBezTo>
                  <a:cubicBezTo>
                    <a:pt x="26758" y="26823"/>
                    <a:pt x="28692" y="29870"/>
                    <a:pt x="31691" y="31674"/>
                  </a:cubicBezTo>
                  <a:cubicBezTo>
                    <a:pt x="33230" y="32601"/>
                    <a:pt x="34993" y="33101"/>
                    <a:pt x="36791" y="33121"/>
                  </a:cubicBezTo>
                  <a:cubicBezTo>
                    <a:pt x="36837" y="33121"/>
                    <a:pt x="36884" y="33121"/>
                    <a:pt x="36931" y="33121"/>
                  </a:cubicBezTo>
                  <a:cubicBezTo>
                    <a:pt x="38582" y="33121"/>
                    <a:pt x="40575" y="32773"/>
                    <a:pt x="41762" y="31546"/>
                  </a:cubicBezTo>
                  <a:cubicBezTo>
                    <a:pt x="42852" y="30424"/>
                    <a:pt x="42899" y="28730"/>
                    <a:pt x="42342" y="27336"/>
                  </a:cubicBezTo>
                  <a:cubicBezTo>
                    <a:pt x="41659" y="25624"/>
                    <a:pt x="40109" y="24505"/>
                    <a:pt x="38563" y="23620"/>
                  </a:cubicBezTo>
                  <a:cubicBezTo>
                    <a:pt x="34974" y="21573"/>
                    <a:pt x="31253" y="19821"/>
                    <a:pt x="28024" y="17199"/>
                  </a:cubicBezTo>
                  <a:cubicBezTo>
                    <a:pt x="26336" y="15829"/>
                    <a:pt x="24852" y="14259"/>
                    <a:pt x="23587" y="12487"/>
                  </a:cubicBezTo>
                  <a:cubicBezTo>
                    <a:pt x="22263" y="10632"/>
                    <a:pt x="21139" y="8641"/>
                    <a:pt x="19844" y="6766"/>
                  </a:cubicBezTo>
                  <a:cubicBezTo>
                    <a:pt x="17747" y="3728"/>
                    <a:pt x="14982" y="878"/>
                    <a:pt x="11205" y="181"/>
                  </a:cubicBezTo>
                  <a:cubicBezTo>
                    <a:pt x="10533" y="58"/>
                    <a:pt x="9852" y="1"/>
                    <a:pt x="91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39" name="Google Shape;1239;p12"/>
            <p:cNvSpPr/>
            <p:nvPr/>
          </p:nvSpPr>
          <p:spPr>
            <a:xfrm>
              <a:off x="7159320" y="3308400"/>
              <a:ext cx="2131200" cy="1632240"/>
            </a:xfrm>
            <a:custGeom>
              <a:rect b="b" l="l" r="r" t="t"/>
              <a:pathLst>
                <a:path extrusionOk="0" h="32409" w="42316">
                  <a:moveTo>
                    <a:pt x="7355" y="210"/>
                  </a:moveTo>
                  <a:cubicBezTo>
                    <a:pt x="7418" y="210"/>
                    <a:pt x="7473" y="250"/>
                    <a:pt x="7502" y="310"/>
                  </a:cubicBezTo>
                  <a:lnTo>
                    <a:pt x="7533" y="374"/>
                  </a:lnTo>
                  <a:cubicBezTo>
                    <a:pt x="7573" y="454"/>
                    <a:pt x="7517" y="549"/>
                    <a:pt x="7442" y="580"/>
                  </a:cubicBezTo>
                  <a:cubicBezTo>
                    <a:pt x="7424" y="588"/>
                    <a:pt x="7404" y="592"/>
                    <a:pt x="7384" y="592"/>
                  </a:cubicBezTo>
                  <a:cubicBezTo>
                    <a:pt x="7319" y="592"/>
                    <a:pt x="7251" y="553"/>
                    <a:pt x="7234" y="490"/>
                  </a:cubicBezTo>
                  <a:lnTo>
                    <a:pt x="7211" y="423"/>
                  </a:lnTo>
                  <a:cubicBezTo>
                    <a:pt x="7187" y="344"/>
                    <a:pt x="7217" y="254"/>
                    <a:pt x="7300" y="220"/>
                  </a:cubicBezTo>
                  <a:cubicBezTo>
                    <a:pt x="7319" y="214"/>
                    <a:pt x="7337" y="210"/>
                    <a:pt x="7355" y="210"/>
                  </a:cubicBezTo>
                  <a:close/>
                  <a:moveTo>
                    <a:pt x="8879" y="499"/>
                  </a:moveTo>
                  <a:cubicBezTo>
                    <a:pt x="8915" y="499"/>
                    <a:pt x="8949" y="517"/>
                    <a:pt x="8966" y="561"/>
                  </a:cubicBezTo>
                  <a:cubicBezTo>
                    <a:pt x="8996" y="638"/>
                    <a:pt x="8931" y="696"/>
                    <a:pt x="8868" y="696"/>
                  </a:cubicBezTo>
                  <a:cubicBezTo>
                    <a:pt x="8832" y="696"/>
                    <a:pt x="8797" y="678"/>
                    <a:pt x="8780" y="634"/>
                  </a:cubicBezTo>
                  <a:cubicBezTo>
                    <a:pt x="8750" y="557"/>
                    <a:pt x="8816" y="499"/>
                    <a:pt x="8879" y="499"/>
                  </a:cubicBezTo>
                  <a:close/>
                  <a:moveTo>
                    <a:pt x="11169" y="1124"/>
                  </a:moveTo>
                  <a:cubicBezTo>
                    <a:pt x="11226" y="1124"/>
                    <a:pt x="11281" y="1154"/>
                    <a:pt x="11305" y="1218"/>
                  </a:cubicBezTo>
                  <a:cubicBezTo>
                    <a:pt x="11351" y="1333"/>
                    <a:pt x="11257" y="1428"/>
                    <a:pt x="11148" y="1428"/>
                  </a:cubicBezTo>
                  <a:cubicBezTo>
                    <a:pt x="11146" y="1428"/>
                    <a:pt x="11143" y="1428"/>
                    <a:pt x="11141" y="1428"/>
                  </a:cubicBezTo>
                  <a:lnTo>
                    <a:pt x="11141" y="1429"/>
                  </a:lnTo>
                  <a:cubicBezTo>
                    <a:pt x="11135" y="1431"/>
                    <a:pt x="11113" y="1435"/>
                    <a:pt x="11113" y="1435"/>
                  </a:cubicBezTo>
                  <a:cubicBezTo>
                    <a:pt x="11105" y="1436"/>
                    <a:pt x="11098" y="1437"/>
                    <a:pt x="11090" y="1437"/>
                  </a:cubicBezTo>
                  <a:cubicBezTo>
                    <a:pt x="10976" y="1437"/>
                    <a:pt x="10914" y="1257"/>
                    <a:pt x="11019" y="1194"/>
                  </a:cubicBezTo>
                  <a:cubicBezTo>
                    <a:pt x="11019" y="1194"/>
                    <a:pt x="11039" y="1180"/>
                    <a:pt x="11043" y="1177"/>
                  </a:cubicBezTo>
                  <a:cubicBezTo>
                    <a:pt x="11078" y="1142"/>
                    <a:pt x="11125" y="1124"/>
                    <a:pt x="11169" y="1124"/>
                  </a:cubicBezTo>
                  <a:close/>
                  <a:moveTo>
                    <a:pt x="5296" y="1285"/>
                  </a:moveTo>
                  <a:cubicBezTo>
                    <a:pt x="5339" y="1285"/>
                    <a:pt x="5381" y="1307"/>
                    <a:pt x="5402" y="1358"/>
                  </a:cubicBezTo>
                  <a:cubicBezTo>
                    <a:pt x="5438" y="1450"/>
                    <a:pt x="5360" y="1518"/>
                    <a:pt x="5284" y="1518"/>
                  </a:cubicBezTo>
                  <a:cubicBezTo>
                    <a:pt x="5242" y="1518"/>
                    <a:pt x="5200" y="1496"/>
                    <a:pt x="5179" y="1445"/>
                  </a:cubicBezTo>
                  <a:cubicBezTo>
                    <a:pt x="5143" y="1353"/>
                    <a:pt x="5221" y="1285"/>
                    <a:pt x="5296" y="1285"/>
                  </a:cubicBezTo>
                  <a:close/>
                  <a:moveTo>
                    <a:pt x="12774" y="1452"/>
                  </a:moveTo>
                  <a:cubicBezTo>
                    <a:pt x="12809" y="1452"/>
                    <a:pt x="12843" y="1469"/>
                    <a:pt x="12860" y="1510"/>
                  </a:cubicBezTo>
                  <a:cubicBezTo>
                    <a:pt x="12888" y="1585"/>
                    <a:pt x="12825" y="1641"/>
                    <a:pt x="12764" y="1641"/>
                  </a:cubicBezTo>
                  <a:cubicBezTo>
                    <a:pt x="12729" y="1641"/>
                    <a:pt x="12695" y="1623"/>
                    <a:pt x="12678" y="1581"/>
                  </a:cubicBezTo>
                  <a:cubicBezTo>
                    <a:pt x="12648" y="1507"/>
                    <a:pt x="12712" y="1452"/>
                    <a:pt x="12774" y="1452"/>
                  </a:cubicBezTo>
                  <a:close/>
                  <a:moveTo>
                    <a:pt x="4090" y="1446"/>
                  </a:moveTo>
                  <a:cubicBezTo>
                    <a:pt x="4136" y="1446"/>
                    <a:pt x="4182" y="1469"/>
                    <a:pt x="4204" y="1524"/>
                  </a:cubicBezTo>
                  <a:cubicBezTo>
                    <a:pt x="4244" y="1626"/>
                    <a:pt x="4159" y="1701"/>
                    <a:pt x="4077" y="1701"/>
                  </a:cubicBezTo>
                  <a:cubicBezTo>
                    <a:pt x="4030" y="1701"/>
                    <a:pt x="3984" y="1677"/>
                    <a:pt x="3962" y="1621"/>
                  </a:cubicBezTo>
                  <a:cubicBezTo>
                    <a:pt x="3922" y="1521"/>
                    <a:pt x="4007" y="1446"/>
                    <a:pt x="4090" y="1446"/>
                  </a:cubicBezTo>
                  <a:close/>
                  <a:moveTo>
                    <a:pt x="7637" y="1274"/>
                  </a:moveTo>
                  <a:cubicBezTo>
                    <a:pt x="7663" y="1274"/>
                    <a:pt x="7688" y="1279"/>
                    <a:pt x="7711" y="1288"/>
                  </a:cubicBezTo>
                  <a:cubicBezTo>
                    <a:pt x="7802" y="1323"/>
                    <a:pt x="7850" y="1443"/>
                    <a:pt x="7808" y="1531"/>
                  </a:cubicBezTo>
                  <a:cubicBezTo>
                    <a:pt x="7794" y="1560"/>
                    <a:pt x="7777" y="1591"/>
                    <a:pt x="7762" y="1621"/>
                  </a:cubicBezTo>
                  <a:cubicBezTo>
                    <a:pt x="7729" y="1688"/>
                    <a:pt x="7665" y="1728"/>
                    <a:pt x="7596" y="1728"/>
                  </a:cubicBezTo>
                  <a:cubicBezTo>
                    <a:pt x="7572" y="1728"/>
                    <a:pt x="7548" y="1723"/>
                    <a:pt x="7524" y="1714"/>
                  </a:cubicBezTo>
                  <a:cubicBezTo>
                    <a:pt x="7429" y="1677"/>
                    <a:pt x="7397" y="1564"/>
                    <a:pt x="7432" y="1475"/>
                  </a:cubicBezTo>
                  <a:cubicBezTo>
                    <a:pt x="7442" y="1445"/>
                    <a:pt x="7455" y="1412"/>
                    <a:pt x="7468" y="1382"/>
                  </a:cubicBezTo>
                  <a:cubicBezTo>
                    <a:pt x="7495" y="1310"/>
                    <a:pt x="7566" y="1274"/>
                    <a:pt x="7637" y="1274"/>
                  </a:cubicBezTo>
                  <a:close/>
                  <a:moveTo>
                    <a:pt x="9827" y="796"/>
                  </a:moveTo>
                  <a:cubicBezTo>
                    <a:pt x="9864" y="796"/>
                    <a:pt x="9901" y="801"/>
                    <a:pt x="9936" y="810"/>
                  </a:cubicBezTo>
                  <a:cubicBezTo>
                    <a:pt x="10210" y="884"/>
                    <a:pt x="10354" y="1160"/>
                    <a:pt x="10466" y="1391"/>
                  </a:cubicBezTo>
                  <a:cubicBezTo>
                    <a:pt x="10501" y="1462"/>
                    <a:pt x="10429" y="1528"/>
                    <a:pt x="10365" y="1528"/>
                  </a:cubicBezTo>
                  <a:cubicBezTo>
                    <a:pt x="10337" y="1528"/>
                    <a:pt x="10311" y="1516"/>
                    <a:pt x="10295" y="1487"/>
                  </a:cubicBezTo>
                  <a:cubicBezTo>
                    <a:pt x="10211" y="1343"/>
                    <a:pt x="10119" y="1171"/>
                    <a:pt x="9966" y="1089"/>
                  </a:cubicBezTo>
                  <a:cubicBezTo>
                    <a:pt x="9927" y="1067"/>
                    <a:pt x="9874" y="1054"/>
                    <a:pt x="9820" y="1054"/>
                  </a:cubicBezTo>
                  <a:cubicBezTo>
                    <a:pt x="9741" y="1054"/>
                    <a:pt x="9662" y="1083"/>
                    <a:pt x="9630" y="1159"/>
                  </a:cubicBezTo>
                  <a:cubicBezTo>
                    <a:pt x="9566" y="1310"/>
                    <a:pt x="9857" y="1463"/>
                    <a:pt x="9965" y="1509"/>
                  </a:cubicBezTo>
                  <a:cubicBezTo>
                    <a:pt x="10094" y="1564"/>
                    <a:pt x="10228" y="1590"/>
                    <a:pt x="10366" y="1590"/>
                  </a:cubicBezTo>
                  <a:cubicBezTo>
                    <a:pt x="10402" y="1590"/>
                    <a:pt x="10437" y="1589"/>
                    <a:pt x="10473" y="1585"/>
                  </a:cubicBezTo>
                  <a:cubicBezTo>
                    <a:pt x="10476" y="1585"/>
                    <a:pt x="10479" y="1585"/>
                    <a:pt x="10482" y="1585"/>
                  </a:cubicBezTo>
                  <a:cubicBezTo>
                    <a:pt x="10567" y="1585"/>
                    <a:pt x="10573" y="1709"/>
                    <a:pt x="10488" y="1728"/>
                  </a:cubicBezTo>
                  <a:cubicBezTo>
                    <a:pt x="10404" y="1747"/>
                    <a:pt x="10320" y="1756"/>
                    <a:pt x="10236" y="1756"/>
                  </a:cubicBezTo>
                  <a:cubicBezTo>
                    <a:pt x="10038" y="1756"/>
                    <a:pt x="9844" y="1704"/>
                    <a:pt x="9671" y="1599"/>
                  </a:cubicBezTo>
                  <a:cubicBezTo>
                    <a:pt x="9480" y="1482"/>
                    <a:pt x="9282" y="1280"/>
                    <a:pt x="9402" y="1041"/>
                  </a:cubicBezTo>
                  <a:cubicBezTo>
                    <a:pt x="9479" y="889"/>
                    <a:pt x="9657" y="796"/>
                    <a:pt x="9827" y="796"/>
                  </a:cubicBezTo>
                  <a:close/>
                  <a:moveTo>
                    <a:pt x="6667" y="1732"/>
                  </a:moveTo>
                  <a:cubicBezTo>
                    <a:pt x="6706" y="1732"/>
                    <a:pt x="6744" y="1752"/>
                    <a:pt x="6762" y="1799"/>
                  </a:cubicBezTo>
                  <a:cubicBezTo>
                    <a:pt x="6795" y="1883"/>
                    <a:pt x="6724" y="1945"/>
                    <a:pt x="6656" y="1945"/>
                  </a:cubicBezTo>
                  <a:cubicBezTo>
                    <a:pt x="6617" y="1945"/>
                    <a:pt x="6579" y="1926"/>
                    <a:pt x="6561" y="1878"/>
                  </a:cubicBezTo>
                  <a:cubicBezTo>
                    <a:pt x="6527" y="1795"/>
                    <a:pt x="6598" y="1732"/>
                    <a:pt x="6667" y="1732"/>
                  </a:cubicBezTo>
                  <a:close/>
                  <a:moveTo>
                    <a:pt x="9264" y="1991"/>
                  </a:moveTo>
                  <a:cubicBezTo>
                    <a:pt x="9335" y="1991"/>
                    <a:pt x="9401" y="2040"/>
                    <a:pt x="9432" y="2105"/>
                  </a:cubicBezTo>
                  <a:lnTo>
                    <a:pt x="9460" y="2168"/>
                  </a:lnTo>
                  <a:cubicBezTo>
                    <a:pt x="9504" y="2260"/>
                    <a:pt x="9442" y="2366"/>
                    <a:pt x="9355" y="2406"/>
                  </a:cubicBezTo>
                  <a:cubicBezTo>
                    <a:pt x="9336" y="2414"/>
                    <a:pt x="9314" y="2418"/>
                    <a:pt x="9293" y="2418"/>
                  </a:cubicBezTo>
                  <a:cubicBezTo>
                    <a:pt x="9219" y="2418"/>
                    <a:pt x="9142" y="2372"/>
                    <a:pt x="9119" y="2301"/>
                  </a:cubicBezTo>
                  <a:lnTo>
                    <a:pt x="9099" y="2237"/>
                  </a:lnTo>
                  <a:cubicBezTo>
                    <a:pt x="9069" y="2141"/>
                    <a:pt x="9107" y="2047"/>
                    <a:pt x="9199" y="2005"/>
                  </a:cubicBezTo>
                  <a:cubicBezTo>
                    <a:pt x="9221" y="1995"/>
                    <a:pt x="9243" y="1991"/>
                    <a:pt x="9264" y="1991"/>
                  </a:cubicBezTo>
                  <a:close/>
                  <a:moveTo>
                    <a:pt x="8285" y="2191"/>
                  </a:moveTo>
                  <a:cubicBezTo>
                    <a:pt x="8336" y="2191"/>
                    <a:pt x="8386" y="2217"/>
                    <a:pt x="8412" y="2278"/>
                  </a:cubicBezTo>
                  <a:cubicBezTo>
                    <a:pt x="8453" y="2388"/>
                    <a:pt x="8361" y="2469"/>
                    <a:pt x="8271" y="2469"/>
                  </a:cubicBezTo>
                  <a:cubicBezTo>
                    <a:pt x="8220" y="2469"/>
                    <a:pt x="8170" y="2443"/>
                    <a:pt x="8145" y="2382"/>
                  </a:cubicBezTo>
                  <a:cubicBezTo>
                    <a:pt x="8103" y="2272"/>
                    <a:pt x="8195" y="2191"/>
                    <a:pt x="8285" y="2191"/>
                  </a:cubicBezTo>
                  <a:close/>
                  <a:moveTo>
                    <a:pt x="13855" y="2275"/>
                  </a:moveTo>
                  <a:cubicBezTo>
                    <a:pt x="13891" y="2275"/>
                    <a:pt x="13926" y="2290"/>
                    <a:pt x="13952" y="2323"/>
                  </a:cubicBezTo>
                  <a:cubicBezTo>
                    <a:pt x="13967" y="2342"/>
                    <a:pt x="13977" y="2360"/>
                    <a:pt x="13988" y="2380"/>
                  </a:cubicBezTo>
                  <a:cubicBezTo>
                    <a:pt x="14032" y="2457"/>
                    <a:pt x="14018" y="2556"/>
                    <a:pt x="13927" y="2591"/>
                  </a:cubicBezTo>
                  <a:cubicBezTo>
                    <a:pt x="13910" y="2598"/>
                    <a:pt x="13893" y="2601"/>
                    <a:pt x="13877" y="2601"/>
                  </a:cubicBezTo>
                  <a:cubicBezTo>
                    <a:pt x="13809" y="2601"/>
                    <a:pt x="13756" y="2545"/>
                    <a:pt x="13740" y="2477"/>
                  </a:cubicBezTo>
                  <a:cubicBezTo>
                    <a:pt x="13736" y="2455"/>
                    <a:pt x="13731" y="2434"/>
                    <a:pt x="13729" y="2410"/>
                  </a:cubicBezTo>
                  <a:cubicBezTo>
                    <a:pt x="13722" y="2330"/>
                    <a:pt x="13788" y="2275"/>
                    <a:pt x="13855" y="2275"/>
                  </a:cubicBezTo>
                  <a:close/>
                  <a:moveTo>
                    <a:pt x="12897" y="2526"/>
                  </a:moveTo>
                  <a:cubicBezTo>
                    <a:pt x="12933" y="2526"/>
                    <a:pt x="12968" y="2544"/>
                    <a:pt x="12985" y="2587"/>
                  </a:cubicBezTo>
                  <a:cubicBezTo>
                    <a:pt x="13015" y="2664"/>
                    <a:pt x="12949" y="2722"/>
                    <a:pt x="12885" y="2722"/>
                  </a:cubicBezTo>
                  <a:cubicBezTo>
                    <a:pt x="12850" y="2722"/>
                    <a:pt x="12815" y="2704"/>
                    <a:pt x="12797" y="2661"/>
                  </a:cubicBezTo>
                  <a:cubicBezTo>
                    <a:pt x="12767" y="2584"/>
                    <a:pt x="12833" y="2526"/>
                    <a:pt x="12897" y="2526"/>
                  </a:cubicBezTo>
                  <a:close/>
                  <a:moveTo>
                    <a:pt x="7140" y="2733"/>
                  </a:moveTo>
                  <a:cubicBezTo>
                    <a:pt x="7184" y="2733"/>
                    <a:pt x="7228" y="2756"/>
                    <a:pt x="7249" y="2810"/>
                  </a:cubicBezTo>
                  <a:cubicBezTo>
                    <a:pt x="7287" y="2905"/>
                    <a:pt x="7205" y="2975"/>
                    <a:pt x="7126" y="2975"/>
                  </a:cubicBezTo>
                  <a:cubicBezTo>
                    <a:pt x="7082" y="2975"/>
                    <a:pt x="7038" y="2953"/>
                    <a:pt x="7017" y="2899"/>
                  </a:cubicBezTo>
                  <a:cubicBezTo>
                    <a:pt x="6980" y="2803"/>
                    <a:pt x="7061" y="2733"/>
                    <a:pt x="7140" y="2733"/>
                  </a:cubicBezTo>
                  <a:close/>
                  <a:moveTo>
                    <a:pt x="11406" y="2687"/>
                  </a:moveTo>
                  <a:cubicBezTo>
                    <a:pt x="11459" y="2687"/>
                    <a:pt x="11511" y="2714"/>
                    <a:pt x="11536" y="2778"/>
                  </a:cubicBezTo>
                  <a:cubicBezTo>
                    <a:pt x="11582" y="2893"/>
                    <a:pt x="11484" y="2979"/>
                    <a:pt x="11390" y="2979"/>
                  </a:cubicBezTo>
                  <a:cubicBezTo>
                    <a:pt x="11337" y="2979"/>
                    <a:pt x="11285" y="2952"/>
                    <a:pt x="11260" y="2887"/>
                  </a:cubicBezTo>
                  <a:cubicBezTo>
                    <a:pt x="11215" y="2772"/>
                    <a:pt x="11312" y="2687"/>
                    <a:pt x="11406" y="2687"/>
                  </a:cubicBezTo>
                  <a:close/>
                  <a:moveTo>
                    <a:pt x="1379" y="2711"/>
                  </a:moveTo>
                  <a:cubicBezTo>
                    <a:pt x="1436" y="2711"/>
                    <a:pt x="1489" y="2739"/>
                    <a:pt x="1509" y="2807"/>
                  </a:cubicBezTo>
                  <a:lnTo>
                    <a:pt x="1520" y="2849"/>
                  </a:lnTo>
                  <a:cubicBezTo>
                    <a:pt x="1564" y="2940"/>
                    <a:pt x="1509" y="3012"/>
                    <a:pt x="1432" y="3038"/>
                  </a:cubicBezTo>
                  <a:cubicBezTo>
                    <a:pt x="1408" y="3049"/>
                    <a:pt x="1383" y="3055"/>
                    <a:pt x="1359" y="3055"/>
                  </a:cubicBezTo>
                  <a:cubicBezTo>
                    <a:pt x="1307" y="3055"/>
                    <a:pt x="1259" y="3027"/>
                    <a:pt x="1239" y="2960"/>
                  </a:cubicBezTo>
                  <a:lnTo>
                    <a:pt x="1221" y="2920"/>
                  </a:lnTo>
                  <a:cubicBezTo>
                    <a:pt x="1164" y="2804"/>
                    <a:pt x="1277" y="2711"/>
                    <a:pt x="1379" y="2711"/>
                  </a:cubicBezTo>
                  <a:close/>
                  <a:moveTo>
                    <a:pt x="5391" y="2153"/>
                  </a:moveTo>
                  <a:cubicBezTo>
                    <a:pt x="5449" y="2153"/>
                    <a:pt x="5478" y="2201"/>
                    <a:pt x="5474" y="2244"/>
                  </a:cubicBezTo>
                  <a:cubicBezTo>
                    <a:pt x="5485" y="2247"/>
                    <a:pt x="5494" y="2250"/>
                    <a:pt x="5505" y="2254"/>
                  </a:cubicBezTo>
                  <a:cubicBezTo>
                    <a:pt x="5729" y="2367"/>
                    <a:pt x="5750" y="2662"/>
                    <a:pt x="5618" y="2859"/>
                  </a:cubicBezTo>
                  <a:cubicBezTo>
                    <a:pt x="5531" y="2988"/>
                    <a:pt x="5389" y="3072"/>
                    <a:pt x="5246" y="3126"/>
                  </a:cubicBezTo>
                  <a:cubicBezTo>
                    <a:pt x="5158" y="3161"/>
                    <a:pt x="5041" y="3211"/>
                    <a:pt x="4937" y="3211"/>
                  </a:cubicBezTo>
                  <a:cubicBezTo>
                    <a:pt x="4906" y="3211"/>
                    <a:pt x="4876" y="3207"/>
                    <a:pt x="4849" y="3196"/>
                  </a:cubicBezTo>
                  <a:cubicBezTo>
                    <a:pt x="4588" y="3107"/>
                    <a:pt x="4672" y="2712"/>
                    <a:pt x="4775" y="2533"/>
                  </a:cubicBezTo>
                  <a:cubicBezTo>
                    <a:pt x="4903" y="2309"/>
                    <a:pt x="5131" y="2162"/>
                    <a:pt x="5389" y="2153"/>
                  </a:cubicBezTo>
                  <a:cubicBezTo>
                    <a:pt x="5390" y="2153"/>
                    <a:pt x="5391" y="2153"/>
                    <a:pt x="5391" y="2153"/>
                  </a:cubicBezTo>
                  <a:close/>
                  <a:moveTo>
                    <a:pt x="15330" y="2980"/>
                  </a:moveTo>
                  <a:cubicBezTo>
                    <a:pt x="15372" y="2980"/>
                    <a:pt x="15413" y="3002"/>
                    <a:pt x="15433" y="3053"/>
                  </a:cubicBezTo>
                  <a:cubicBezTo>
                    <a:pt x="15470" y="3144"/>
                    <a:pt x="15393" y="3211"/>
                    <a:pt x="15319" y="3211"/>
                  </a:cubicBezTo>
                  <a:cubicBezTo>
                    <a:pt x="15277" y="3211"/>
                    <a:pt x="15235" y="3190"/>
                    <a:pt x="15215" y="3138"/>
                  </a:cubicBezTo>
                  <a:cubicBezTo>
                    <a:pt x="15180" y="3048"/>
                    <a:pt x="15256" y="2980"/>
                    <a:pt x="15330" y="2980"/>
                  </a:cubicBezTo>
                  <a:close/>
                  <a:moveTo>
                    <a:pt x="3161" y="2366"/>
                  </a:moveTo>
                  <a:cubicBezTo>
                    <a:pt x="3287" y="2366"/>
                    <a:pt x="3430" y="2427"/>
                    <a:pt x="3538" y="2502"/>
                  </a:cubicBezTo>
                  <a:cubicBezTo>
                    <a:pt x="3793" y="2685"/>
                    <a:pt x="3898" y="2933"/>
                    <a:pt x="3912" y="3236"/>
                  </a:cubicBezTo>
                  <a:cubicBezTo>
                    <a:pt x="3914" y="3260"/>
                    <a:pt x="3899" y="3277"/>
                    <a:pt x="3882" y="3286"/>
                  </a:cubicBezTo>
                  <a:cubicBezTo>
                    <a:pt x="3889" y="3330"/>
                    <a:pt x="3870" y="3378"/>
                    <a:pt x="3821" y="3400"/>
                  </a:cubicBezTo>
                  <a:cubicBezTo>
                    <a:pt x="3750" y="3433"/>
                    <a:pt x="3676" y="3447"/>
                    <a:pt x="3603" y="3447"/>
                  </a:cubicBezTo>
                  <a:cubicBezTo>
                    <a:pt x="3201" y="3447"/>
                    <a:pt x="2819" y="3004"/>
                    <a:pt x="2892" y="2607"/>
                  </a:cubicBezTo>
                  <a:cubicBezTo>
                    <a:pt x="2924" y="2430"/>
                    <a:pt x="3033" y="2366"/>
                    <a:pt x="3161" y="2366"/>
                  </a:cubicBezTo>
                  <a:close/>
                  <a:moveTo>
                    <a:pt x="5893" y="3333"/>
                  </a:moveTo>
                  <a:cubicBezTo>
                    <a:pt x="5951" y="3333"/>
                    <a:pt x="6009" y="3363"/>
                    <a:pt x="6036" y="3434"/>
                  </a:cubicBezTo>
                  <a:cubicBezTo>
                    <a:pt x="6086" y="3559"/>
                    <a:pt x="5978" y="3653"/>
                    <a:pt x="5874" y="3653"/>
                  </a:cubicBezTo>
                  <a:cubicBezTo>
                    <a:pt x="5816" y="3653"/>
                    <a:pt x="5759" y="3624"/>
                    <a:pt x="5732" y="3554"/>
                  </a:cubicBezTo>
                  <a:cubicBezTo>
                    <a:pt x="5682" y="3428"/>
                    <a:pt x="5789" y="3333"/>
                    <a:pt x="5893" y="3333"/>
                  </a:cubicBezTo>
                  <a:close/>
                  <a:moveTo>
                    <a:pt x="2324" y="3630"/>
                  </a:moveTo>
                  <a:cubicBezTo>
                    <a:pt x="2373" y="3630"/>
                    <a:pt x="2422" y="3655"/>
                    <a:pt x="2445" y="3714"/>
                  </a:cubicBezTo>
                  <a:cubicBezTo>
                    <a:pt x="2487" y="3821"/>
                    <a:pt x="2397" y="3900"/>
                    <a:pt x="2309" y="3900"/>
                  </a:cubicBezTo>
                  <a:cubicBezTo>
                    <a:pt x="2260" y="3900"/>
                    <a:pt x="2212" y="3875"/>
                    <a:pt x="2189" y="3816"/>
                  </a:cubicBezTo>
                  <a:cubicBezTo>
                    <a:pt x="2146" y="3709"/>
                    <a:pt x="2236" y="3630"/>
                    <a:pt x="2324" y="3630"/>
                  </a:cubicBezTo>
                  <a:close/>
                  <a:moveTo>
                    <a:pt x="14336" y="3930"/>
                  </a:moveTo>
                  <a:cubicBezTo>
                    <a:pt x="14365" y="3930"/>
                    <a:pt x="14393" y="3945"/>
                    <a:pt x="14407" y="3980"/>
                  </a:cubicBezTo>
                  <a:cubicBezTo>
                    <a:pt x="14431" y="4041"/>
                    <a:pt x="14378" y="4087"/>
                    <a:pt x="14328" y="4087"/>
                  </a:cubicBezTo>
                  <a:cubicBezTo>
                    <a:pt x="14299" y="4087"/>
                    <a:pt x="14272" y="4073"/>
                    <a:pt x="14259" y="4038"/>
                  </a:cubicBezTo>
                  <a:cubicBezTo>
                    <a:pt x="14235" y="3976"/>
                    <a:pt x="14286" y="3930"/>
                    <a:pt x="14336" y="3930"/>
                  </a:cubicBezTo>
                  <a:close/>
                  <a:moveTo>
                    <a:pt x="4122" y="4203"/>
                  </a:moveTo>
                  <a:cubicBezTo>
                    <a:pt x="4169" y="4203"/>
                    <a:pt x="4217" y="4228"/>
                    <a:pt x="4240" y="4286"/>
                  </a:cubicBezTo>
                  <a:cubicBezTo>
                    <a:pt x="4279" y="4389"/>
                    <a:pt x="4192" y="4467"/>
                    <a:pt x="4108" y="4467"/>
                  </a:cubicBezTo>
                  <a:cubicBezTo>
                    <a:pt x="4060" y="4467"/>
                    <a:pt x="4013" y="4442"/>
                    <a:pt x="3990" y="4384"/>
                  </a:cubicBezTo>
                  <a:cubicBezTo>
                    <a:pt x="3949" y="4281"/>
                    <a:pt x="4037" y="4203"/>
                    <a:pt x="4122" y="4203"/>
                  </a:cubicBezTo>
                  <a:close/>
                  <a:moveTo>
                    <a:pt x="3162" y="4401"/>
                  </a:moveTo>
                  <a:cubicBezTo>
                    <a:pt x="3221" y="4401"/>
                    <a:pt x="3278" y="4432"/>
                    <a:pt x="3306" y="4503"/>
                  </a:cubicBezTo>
                  <a:cubicBezTo>
                    <a:pt x="3356" y="4628"/>
                    <a:pt x="3248" y="4723"/>
                    <a:pt x="3143" y="4723"/>
                  </a:cubicBezTo>
                  <a:cubicBezTo>
                    <a:pt x="3085" y="4723"/>
                    <a:pt x="3027" y="4694"/>
                    <a:pt x="3000" y="4623"/>
                  </a:cubicBezTo>
                  <a:cubicBezTo>
                    <a:pt x="2950" y="4496"/>
                    <a:pt x="3058" y="4401"/>
                    <a:pt x="3162" y="4401"/>
                  </a:cubicBezTo>
                  <a:close/>
                  <a:moveTo>
                    <a:pt x="1018" y="4497"/>
                  </a:moveTo>
                  <a:cubicBezTo>
                    <a:pt x="1158" y="4497"/>
                    <a:pt x="1229" y="4737"/>
                    <a:pt x="1067" y="4789"/>
                  </a:cubicBezTo>
                  <a:lnTo>
                    <a:pt x="1000" y="4812"/>
                  </a:lnTo>
                  <a:cubicBezTo>
                    <a:pt x="981" y="4818"/>
                    <a:pt x="964" y="4821"/>
                    <a:pt x="947" y="4821"/>
                  </a:cubicBezTo>
                  <a:cubicBezTo>
                    <a:pt x="803" y="4821"/>
                    <a:pt x="740" y="4610"/>
                    <a:pt x="894" y="4540"/>
                  </a:cubicBezTo>
                  <a:lnTo>
                    <a:pt x="957" y="4511"/>
                  </a:lnTo>
                  <a:cubicBezTo>
                    <a:pt x="979" y="4502"/>
                    <a:pt x="999" y="4497"/>
                    <a:pt x="1018" y="4497"/>
                  </a:cubicBezTo>
                  <a:close/>
                  <a:moveTo>
                    <a:pt x="15645" y="4216"/>
                  </a:moveTo>
                  <a:cubicBezTo>
                    <a:pt x="15698" y="4216"/>
                    <a:pt x="15752" y="4225"/>
                    <a:pt x="15809" y="4245"/>
                  </a:cubicBezTo>
                  <a:cubicBezTo>
                    <a:pt x="16102" y="4347"/>
                    <a:pt x="16156" y="4674"/>
                    <a:pt x="15999" y="4917"/>
                  </a:cubicBezTo>
                  <a:cubicBezTo>
                    <a:pt x="15883" y="5095"/>
                    <a:pt x="15672" y="5216"/>
                    <a:pt x="15461" y="5216"/>
                  </a:cubicBezTo>
                  <a:cubicBezTo>
                    <a:pt x="15380" y="5216"/>
                    <a:pt x="15298" y="5198"/>
                    <a:pt x="15222" y="5159"/>
                  </a:cubicBezTo>
                  <a:cubicBezTo>
                    <a:pt x="15079" y="5085"/>
                    <a:pt x="14995" y="4869"/>
                    <a:pt x="15039" y="4717"/>
                  </a:cubicBezTo>
                  <a:cubicBezTo>
                    <a:pt x="15041" y="4710"/>
                    <a:pt x="15041" y="4703"/>
                    <a:pt x="15045" y="4696"/>
                  </a:cubicBezTo>
                  <a:cubicBezTo>
                    <a:pt x="15153" y="4452"/>
                    <a:pt x="15374" y="4216"/>
                    <a:pt x="15645" y="4216"/>
                  </a:cubicBezTo>
                  <a:close/>
                  <a:moveTo>
                    <a:pt x="17436" y="4874"/>
                  </a:moveTo>
                  <a:cubicBezTo>
                    <a:pt x="17516" y="4874"/>
                    <a:pt x="17585" y="4936"/>
                    <a:pt x="17603" y="5017"/>
                  </a:cubicBezTo>
                  <a:cubicBezTo>
                    <a:pt x="17603" y="5016"/>
                    <a:pt x="17603" y="5016"/>
                    <a:pt x="17603" y="5016"/>
                  </a:cubicBezTo>
                  <a:cubicBezTo>
                    <a:pt x="17604" y="5016"/>
                    <a:pt x="17614" y="5046"/>
                    <a:pt x="17614" y="5049"/>
                  </a:cubicBezTo>
                  <a:cubicBezTo>
                    <a:pt x="17644" y="5135"/>
                    <a:pt x="17607" y="5223"/>
                    <a:pt x="17522" y="5261"/>
                  </a:cubicBezTo>
                  <a:cubicBezTo>
                    <a:pt x="17504" y="5269"/>
                    <a:pt x="17485" y="5273"/>
                    <a:pt x="17466" y="5273"/>
                  </a:cubicBezTo>
                  <a:cubicBezTo>
                    <a:pt x="17399" y="5273"/>
                    <a:pt x="17335" y="5227"/>
                    <a:pt x="17310" y="5166"/>
                  </a:cubicBezTo>
                  <a:cubicBezTo>
                    <a:pt x="17310" y="5165"/>
                    <a:pt x="17294" y="5136"/>
                    <a:pt x="17295" y="5136"/>
                  </a:cubicBezTo>
                  <a:lnTo>
                    <a:pt x="17295" y="5136"/>
                  </a:lnTo>
                  <a:cubicBezTo>
                    <a:pt x="17296" y="5136"/>
                    <a:pt x="17296" y="5137"/>
                    <a:pt x="17297" y="5138"/>
                  </a:cubicBezTo>
                  <a:cubicBezTo>
                    <a:pt x="17243" y="5046"/>
                    <a:pt x="17270" y="4925"/>
                    <a:pt x="17375" y="4886"/>
                  </a:cubicBezTo>
                  <a:cubicBezTo>
                    <a:pt x="17395" y="4877"/>
                    <a:pt x="17416" y="4874"/>
                    <a:pt x="17436" y="4874"/>
                  </a:cubicBezTo>
                  <a:close/>
                  <a:moveTo>
                    <a:pt x="3023" y="5602"/>
                  </a:moveTo>
                  <a:cubicBezTo>
                    <a:pt x="3074" y="5602"/>
                    <a:pt x="3123" y="5628"/>
                    <a:pt x="3147" y="5689"/>
                  </a:cubicBezTo>
                  <a:cubicBezTo>
                    <a:pt x="3190" y="5797"/>
                    <a:pt x="3097" y="5879"/>
                    <a:pt x="3007" y="5879"/>
                  </a:cubicBezTo>
                  <a:cubicBezTo>
                    <a:pt x="2956" y="5879"/>
                    <a:pt x="2907" y="5854"/>
                    <a:pt x="2883" y="5793"/>
                  </a:cubicBezTo>
                  <a:cubicBezTo>
                    <a:pt x="2840" y="5684"/>
                    <a:pt x="2933" y="5602"/>
                    <a:pt x="3023" y="5602"/>
                  </a:cubicBezTo>
                  <a:close/>
                  <a:moveTo>
                    <a:pt x="16744" y="5610"/>
                  </a:moveTo>
                  <a:cubicBezTo>
                    <a:pt x="16820" y="5610"/>
                    <a:pt x="16889" y="5670"/>
                    <a:pt x="16899" y="5747"/>
                  </a:cubicBezTo>
                  <a:cubicBezTo>
                    <a:pt x="16906" y="5824"/>
                    <a:pt x="16843" y="5916"/>
                    <a:pt x="16760" y="5916"/>
                  </a:cubicBezTo>
                  <a:cubicBezTo>
                    <a:pt x="16687" y="5916"/>
                    <a:pt x="16612" y="5916"/>
                    <a:pt x="16539" y="5917"/>
                  </a:cubicBezTo>
                  <a:cubicBezTo>
                    <a:pt x="16536" y="5917"/>
                    <a:pt x="16534" y="5917"/>
                    <a:pt x="16532" y="5917"/>
                  </a:cubicBezTo>
                  <a:cubicBezTo>
                    <a:pt x="16458" y="5917"/>
                    <a:pt x="16391" y="5872"/>
                    <a:pt x="16383" y="5793"/>
                  </a:cubicBezTo>
                  <a:cubicBezTo>
                    <a:pt x="16374" y="5715"/>
                    <a:pt x="16434" y="5641"/>
                    <a:pt x="16510" y="5634"/>
                  </a:cubicBezTo>
                  <a:cubicBezTo>
                    <a:pt x="16581" y="5625"/>
                    <a:pt x="16655" y="5618"/>
                    <a:pt x="16729" y="5611"/>
                  </a:cubicBezTo>
                  <a:cubicBezTo>
                    <a:pt x="16734" y="5611"/>
                    <a:pt x="16739" y="5610"/>
                    <a:pt x="16744" y="5610"/>
                  </a:cubicBezTo>
                  <a:close/>
                  <a:moveTo>
                    <a:pt x="15221" y="5763"/>
                  </a:moveTo>
                  <a:cubicBezTo>
                    <a:pt x="15279" y="5763"/>
                    <a:pt x="15339" y="5801"/>
                    <a:pt x="15361" y="5856"/>
                  </a:cubicBezTo>
                  <a:cubicBezTo>
                    <a:pt x="15392" y="5937"/>
                    <a:pt x="15336" y="6049"/>
                    <a:pt x="15242" y="6050"/>
                  </a:cubicBezTo>
                  <a:cubicBezTo>
                    <a:pt x="15244" y="6047"/>
                    <a:pt x="15244" y="6046"/>
                    <a:pt x="15242" y="6046"/>
                  </a:cubicBezTo>
                  <a:cubicBezTo>
                    <a:pt x="15241" y="6046"/>
                    <a:pt x="15239" y="6046"/>
                    <a:pt x="15236" y="6048"/>
                  </a:cubicBezTo>
                  <a:cubicBezTo>
                    <a:pt x="15228" y="6050"/>
                    <a:pt x="15221" y="6052"/>
                    <a:pt x="15212" y="6055"/>
                  </a:cubicBezTo>
                  <a:cubicBezTo>
                    <a:pt x="15196" y="6059"/>
                    <a:pt x="15181" y="6061"/>
                    <a:pt x="15167" y="6061"/>
                  </a:cubicBezTo>
                  <a:cubicBezTo>
                    <a:pt x="15032" y="6061"/>
                    <a:pt x="14976" y="5879"/>
                    <a:pt x="15114" y="5808"/>
                  </a:cubicBezTo>
                  <a:cubicBezTo>
                    <a:pt x="15122" y="5804"/>
                    <a:pt x="15129" y="5801"/>
                    <a:pt x="15137" y="5797"/>
                  </a:cubicBezTo>
                  <a:cubicBezTo>
                    <a:pt x="15146" y="5795"/>
                    <a:pt x="15148" y="5794"/>
                    <a:pt x="15141" y="5793"/>
                  </a:cubicBezTo>
                  <a:cubicBezTo>
                    <a:pt x="15165" y="5772"/>
                    <a:pt x="15193" y="5763"/>
                    <a:pt x="15221" y="5763"/>
                  </a:cubicBezTo>
                  <a:close/>
                  <a:moveTo>
                    <a:pt x="3770" y="6368"/>
                  </a:moveTo>
                  <a:cubicBezTo>
                    <a:pt x="3817" y="6368"/>
                    <a:pt x="3863" y="6392"/>
                    <a:pt x="3885" y="6449"/>
                  </a:cubicBezTo>
                  <a:cubicBezTo>
                    <a:pt x="3926" y="6551"/>
                    <a:pt x="3838" y="6628"/>
                    <a:pt x="3754" y="6628"/>
                  </a:cubicBezTo>
                  <a:cubicBezTo>
                    <a:pt x="3706" y="6628"/>
                    <a:pt x="3660" y="6604"/>
                    <a:pt x="3637" y="6546"/>
                  </a:cubicBezTo>
                  <a:cubicBezTo>
                    <a:pt x="3597" y="6445"/>
                    <a:pt x="3685" y="6368"/>
                    <a:pt x="3770" y="6368"/>
                  </a:cubicBezTo>
                  <a:close/>
                  <a:moveTo>
                    <a:pt x="17711" y="6378"/>
                  </a:moveTo>
                  <a:cubicBezTo>
                    <a:pt x="17787" y="6378"/>
                    <a:pt x="17845" y="6450"/>
                    <a:pt x="17841" y="6531"/>
                  </a:cubicBezTo>
                  <a:cubicBezTo>
                    <a:pt x="17841" y="6531"/>
                    <a:pt x="17849" y="6561"/>
                    <a:pt x="17849" y="6562"/>
                  </a:cubicBezTo>
                  <a:cubicBezTo>
                    <a:pt x="17861" y="6635"/>
                    <a:pt x="17794" y="6687"/>
                    <a:pt x="17730" y="6687"/>
                  </a:cubicBezTo>
                  <a:cubicBezTo>
                    <a:pt x="17697" y="6687"/>
                    <a:pt x="17666" y="6674"/>
                    <a:pt x="17645" y="6643"/>
                  </a:cubicBezTo>
                  <a:cubicBezTo>
                    <a:pt x="17645" y="6640"/>
                    <a:pt x="17631" y="6616"/>
                    <a:pt x="17628" y="6612"/>
                  </a:cubicBezTo>
                  <a:cubicBezTo>
                    <a:pt x="17558" y="6546"/>
                    <a:pt x="17562" y="6426"/>
                    <a:pt x="17661" y="6388"/>
                  </a:cubicBezTo>
                  <a:cubicBezTo>
                    <a:pt x="17678" y="6381"/>
                    <a:pt x="17695" y="6378"/>
                    <a:pt x="17711" y="6378"/>
                  </a:cubicBezTo>
                  <a:close/>
                  <a:moveTo>
                    <a:pt x="14132" y="6414"/>
                  </a:moveTo>
                  <a:cubicBezTo>
                    <a:pt x="14190" y="6414"/>
                    <a:pt x="14240" y="6454"/>
                    <a:pt x="14268" y="6508"/>
                  </a:cubicBezTo>
                  <a:lnTo>
                    <a:pt x="14302" y="6569"/>
                  </a:lnTo>
                  <a:cubicBezTo>
                    <a:pt x="14342" y="6644"/>
                    <a:pt x="14285" y="6742"/>
                    <a:pt x="14215" y="6770"/>
                  </a:cubicBezTo>
                  <a:cubicBezTo>
                    <a:pt x="14198" y="6777"/>
                    <a:pt x="14180" y="6780"/>
                    <a:pt x="14162" y="6780"/>
                  </a:cubicBezTo>
                  <a:cubicBezTo>
                    <a:pt x="14099" y="6780"/>
                    <a:pt x="14031" y="6744"/>
                    <a:pt x="14013" y="6681"/>
                  </a:cubicBezTo>
                  <a:lnTo>
                    <a:pt x="13998" y="6614"/>
                  </a:lnTo>
                  <a:cubicBezTo>
                    <a:pt x="13977" y="6537"/>
                    <a:pt x="13998" y="6456"/>
                    <a:pt x="14080" y="6425"/>
                  </a:cubicBezTo>
                  <a:cubicBezTo>
                    <a:pt x="14098" y="6417"/>
                    <a:pt x="14115" y="6414"/>
                    <a:pt x="14132" y="6414"/>
                  </a:cubicBezTo>
                  <a:close/>
                  <a:moveTo>
                    <a:pt x="18676" y="6527"/>
                  </a:moveTo>
                  <a:cubicBezTo>
                    <a:pt x="18724" y="6527"/>
                    <a:pt x="18771" y="6552"/>
                    <a:pt x="18793" y="6610"/>
                  </a:cubicBezTo>
                  <a:cubicBezTo>
                    <a:pt x="18834" y="6713"/>
                    <a:pt x="18747" y="6790"/>
                    <a:pt x="18662" y="6790"/>
                  </a:cubicBezTo>
                  <a:cubicBezTo>
                    <a:pt x="18615" y="6790"/>
                    <a:pt x="18568" y="6765"/>
                    <a:pt x="18545" y="6708"/>
                  </a:cubicBezTo>
                  <a:cubicBezTo>
                    <a:pt x="18505" y="6605"/>
                    <a:pt x="18592" y="6527"/>
                    <a:pt x="18676" y="6527"/>
                  </a:cubicBezTo>
                  <a:close/>
                  <a:moveTo>
                    <a:pt x="10521" y="6599"/>
                  </a:moveTo>
                  <a:cubicBezTo>
                    <a:pt x="10559" y="6599"/>
                    <a:pt x="10596" y="6618"/>
                    <a:pt x="10614" y="6664"/>
                  </a:cubicBezTo>
                  <a:cubicBezTo>
                    <a:pt x="10646" y="6747"/>
                    <a:pt x="10576" y="6808"/>
                    <a:pt x="10509" y="6808"/>
                  </a:cubicBezTo>
                  <a:cubicBezTo>
                    <a:pt x="10471" y="6808"/>
                    <a:pt x="10433" y="6789"/>
                    <a:pt x="10415" y="6742"/>
                  </a:cubicBezTo>
                  <a:cubicBezTo>
                    <a:pt x="10384" y="6660"/>
                    <a:pt x="10454" y="6599"/>
                    <a:pt x="10521" y="6599"/>
                  </a:cubicBezTo>
                  <a:close/>
                  <a:moveTo>
                    <a:pt x="2367" y="6615"/>
                  </a:moveTo>
                  <a:cubicBezTo>
                    <a:pt x="2415" y="6615"/>
                    <a:pt x="2462" y="6639"/>
                    <a:pt x="2484" y="6697"/>
                  </a:cubicBezTo>
                  <a:cubicBezTo>
                    <a:pt x="2525" y="6801"/>
                    <a:pt x="2436" y="6879"/>
                    <a:pt x="2351" y="6879"/>
                  </a:cubicBezTo>
                  <a:cubicBezTo>
                    <a:pt x="2303" y="6879"/>
                    <a:pt x="2256" y="6855"/>
                    <a:pt x="2233" y="6796"/>
                  </a:cubicBezTo>
                  <a:cubicBezTo>
                    <a:pt x="2193" y="6692"/>
                    <a:pt x="2282" y="6615"/>
                    <a:pt x="2367" y="6615"/>
                  </a:cubicBezTo>
                  <a:close/>
                  <a:moveTo>
                    <a:pt x="12554" y="6982"/>
                  </a:moveTo>
                  <a:cubicBezTo>
                    <a:pt x="12599" y="6982"/>
                    <a:pt x="12644" y="7006"/>
                    <a:pt x="12666" y="7061"/>
                  </a:cubicBezTo>
                  <a:cubicBezTo>
                    <a:pt x="12704" y="7158"/>
                    <a:pt x="12621" y="7231"/>
                    <a:pt x="12540" y="7231"/>
                  </a:cubicBezTo>
                  <a:cubicBezTo>
                    <a:pt x="12495" y="7231"/>
                    <a:pt x="12450" y="7208"/>
                    <a:pt x="12429" y="7153"/>
                  </a:cubicBezTo>
                  <a:cubicBezTo>
                    <a:pt x="12390" y="7055"/>
                    <a:pt x="12473" y="6982"/>
                    <a:pt x="12554" y="6982"/>
                  </a:cubicBezTo>
                  <a:close/>
                  <a:moveTo>
                    <a:pt x="15988" y="7151"/>
                  </a:moveTo>
                  <a:cubicBezTo>
                    <a:pt x="16028" y="7151"/>
                    <a:pt x="16067" y="7171"/>
                    <a:pt x="16085" y="7220"/>
                  </a:cubicBezTo>
                  <a:cubicBezTo>
                    <a:pt x="16119" y="7306"/>
                    <a:pt x="16045" y="7371"/>
                    <a:pt x="15974" y="7371"/>
                  </a:cubicBezTo>
                  <a:cubicBezTo>
                    <a:pt x="15934" y="7371"/>
                    <a:pt x="15895" y="7350"/>
                    <a:pt x="15875" y="7302"/>
                  </a:cubicBezTo>
                  <a:cubicBezTo>
                    <a:pt x="15842" y="7216"/>
                    <a:pt x="15916" y="7151"/>
                    <a:pt x="15988" y="7151"/>
                  </a:cubicBezTo>
                  <a:close/>
                  <a:moveTo>
                    <a:pt x="14104" y="7524"/>
                  </a:moveTo>
                  <a:cubicBezTo>
                    <a:pt x="14140" y="7524"/>
                    <a:pt x="14176" y="7543"/>
                    <a:pt x="14193" y="7587"/>
                  </a:cubicBezTo>
                  <a:cubicBezTo>
                    <a:pt x="14225" y="7665"/>
                    <a:pt x="14158" y="7723"/>
                    <a:pt x="14093" y="7723"/>
                  </a:cubicBezTo>
                  <a:cubicBezTo>
                    <a:pt x="14057" y="7723"/>
                    <a:pt x="14021" y="7705"/>
                    <a:pt x="14003" y="7660"/>
                  </a:cubicBezTo>
                  <a:cubicBezTo>
                    <a:pt x="13973" y="7582"/>
                    <a:pt x="14039" y="7524"/>
                    <a:pt x="14104" y="7524"/>
                  </a:cubicBezTo>
                  <a:close/>
                  <a:moveTo>
                    <a:pt x="3728" y="7385"/>
                  </a:moveTo>
                  <a:cubicBezTo>
                    <a:pt x="3798" y="7385"/>
                    <a:pt x="3863" y="7427"/>
                    <a:pt x="3892" y="7496"/>
                  </a:cubicBezTo>
                  <a:cubicBezTo>
                    <a:pt x="3932" y="7584"/>
                    <a:pt x="3878" y="7689"/>
                    <a:pt x="3792" y="7724"/>
                  </a:cubicBezTo>
                  <a:lnTo>
                    <a:pt x="3728" y="7751"/>
                  </a:lnTo>
                  <a:cubicBezTo>
                    <a:pt x="3707" y="7760"/>
                    <a:pt x="3685" y="7764"/>
                    <a:pt x="3664" y="7764"/>
                  </a:cubicBezTo>
                  <a:cubicBezTo>
                    <a:pt x="3593" y="7764"/>
                    <a:pt x="3526" y="7717"/>
                    <a:pt x="3496" y="7650"/>
                  </a:cubicBezTo>
                  <a:cubicBezTo>
                    <a:pt x="3459" y="7565"/>
                    <a:pt x="3510" y="7452"/>
                    <a:pt x="3599" y="7419"/>
                  </a:cubicBezTo>
                  <a:lnTo>
                    <a:pt x="3664" y="7397"/>
                  </a:lnTo>
                  <a:cubicBezTo>
                    <a:pt x="3685" y="7389"/>
                    <a:pt x="3707" y="7385"/>
                    <a:pt x="3728" y="7385"/>
                  </a:cubicBezTo>
                  <a:close/>
                  <a:moveTo>
                    <a:pt x="17384" y="7643"/>
                  </a:moveTo>
                  <a:cubicBezTo>
                    <a:pt x="17428" y="7643"/>
                    <a:pt x="17472" y="7666"/>
                    <a:pt x="17494" y="7720"/>
                  </a:cubicBezTo>
                  <a:cubicBezTo>
                    <a:pt x="17531" y="7815"/>
                    <a:pt x="17450" y="7886"/>
                    <a:pt x="17371" y="7886"/>
                  </a:cubicBezTo>
                  <a:cubicBezTo>
                    <a:pt x="17326" y="7886"/>
                    <a:pt x="17282" y="7863"/>
                    <a:pt x="17261" y="7809"/>
                  </a:cubicBezTo>
                  <a:cubicBezTo>
                    <a:pt x="17224" y="7714"/>
                    <a:pt x="17305" y="7643"/>
                    <a:pt x="17384" y="7643"/>
                  </a:cubicBezTo>
                  <a:close/>
                  <a:moveTo>
                    <a:pt x="1900" y="7516"/>
                  </a:moveTo>
                  <a:cubicBezTo>
                    <a:pt x="1922" y="7516"/>
                    <a:pt x="1944" y="7520"/>
                    <a:pt x="1965" y="7526"/>
                  </a:cubicBezTo>
                  <a:cubicBezTo>
                    <a:pt x="1995" y="7537"/>
                    <a:pt x="2027" y="7546"/>
                    <a:pt x="2059" y="7557"/>
                  </a:cubicBezTo>
                  <a:cubicBezTo>
                    <a:pt x="2154" y="7585"/>
                    <a:pt x="2180" y="7707"/>
                    <a:pt x="2149" y="7786"/>
                  </a:cubicBezTo>
                  <a:cubicBezTo>
                    <a:pt x="2126" y="7848"/>
                    <a:pt x="2053" y="7894"/>
                    <a:pt x="1984" y="7894"/>
                  </a:cubicBezTo>
                  <a:cubicBezTo>
                    <a:pt x="1961" y="7894"/>
                    <a:pt x="1939" y="7889"/>
                    <a:pt x="1918" y="7877"/>
                  </a:cubicBezTo>
                  <a:cubicBezTo>
                    <a:pt x="1891" y="7862"/>
                    <a:pt x="1860" y="7845"/>
                    <a:pt x="1832" y="7828"/>
                  </a:cubicBezTo>
                  <a:cubicBezTo>
                    <a:pt x="1752" y="7781"/>
                    <a:pt x="1711" y="7701"/>
                    <a:pt x="1747" y="7611"/>
                  </a:cubicBezTo>
                  <a:cubicBezTo>
                    <a:pt x="1773" y="7544"/>
                    <a:pt x="1836" y="7516"/>
                    <a:pt x="1900" y="7516"/>
                  </a:cubicBezTo>
                  <a:close/>
                  <a:moveTo>
                    <a:pt x="19595" y="7739"/>
                  </a:moveTo>
                  <a:cubicBezTo>
                    <a:pt x="19642" y="7739"/>
                    <a:pt x="19691" y="7763"/>
                    <a:pt x="19720" y="7820"/>
                  </a:cubicBezTo>
                  <a:cubicBezTo>
                    <a:pt x="19730" y="7843"/>
                    <a:pt x="19741" y="7863"/>
                    <a:pt x="19751" y="7884"/>
                  </a:cubicBezTo>
                  <a:cubicBezTo>
                    <a:pt x="19785" y="7954"/>
                    <a:pt x="19736" y="8042"/>
                    <a:pt x="19670" y="8068"/>
                  </a:cubicBezTo>
                  <a:cubicBezTo>
                    <a:pt x="19655" y="8075"/>
                    <a:pt x="19638" y="8078"/>
                    <a:pt x="19620" y="8078"/>
                  </a:cubicBezTo>
                  <a:cubicBezTo>
                    <a:pt x="19563" y="8078"/>
                    <a:pt x="19504" y="8045"/>
                    <a:pt x="19488" y="7989"/>
                  </a:cubicBezTo>
                  <a:cubicBezTo>
                    <a:pt x="19481" y="7965"/>
                    <a:pt x="19474" y="7944"/>
                    <a:pt x="19466" y="7920"/>
                  </a:cubicBezTo>
                  <a:cubicBezTo>
                    <a:pt x="19436" y="7813"/>
                    <a:pt x="19514" y="7739"/>
                    <a:pt x="19595" y="7739"/>
                  </a:cubicBezTo>
                  <a:close/>
                  <a:moveTo>
                    <a:pt x="12378" y="7876"/>
                  </a:moveTo>
                  <a:cubicBezTo>
                    <a:pt x="12423" y="7876"/>
                    <a:pt x="12467" y="7899"/>
                    <a:pt x="12489" y="7954"/>
                  </a:cubicBezTo>
                  <a:cubicBezTo>
                    <a:pt x="12527" y="8051"/>
                    <a:pt x="12443" y="8123"/>
                    <a:pt x="12363" y="8123"/>
                  </a:cubicBezTo>
                  <a:cubicBezTo>
                    <a:pt x="12318" y="8123"/>
                    <a:pt x="12274" y="8100"/>
                    <a:pt x="12253" y="8046"/>
                  </a:cubicBezTo>
                  <a:cubicBezTo>
                    <a:pt x="12216" y="7949"/>
                    <a:pt x="12299" y="7876"/>
                    <a:pt x="12378" y="7876"/>
                  </a:cubicBezTo>
                  <a:close/>
                  <a:moveTo>
                    <a:pt x="10767" y="7590"/>
                  </a:moveTo>
                  <a:cubicBezTo>
                    <a:pt x="10830" y="7590"/>
                    <a:pt x="10892" y="7596"/>
                    <a:pt x="10951" y="7606"/>
                  </a:cubicBezTo>
                  <a:cubicBezTo>
                    <a:pt x="11188" y="7650"/>
                    <a:pt x="11538" y="7815"/>
                    <a:pt x="11521" y="8100"/>
                  </a:cubicBezTo>
                  <a:cubicBezTo>
                    <a:pt x="11507" y="8314"/>
                    <a:pt x="11299" y="8390"/>
                    <a:pt x="11110" y="8390"/>
                  </a:cubicBezTo>
                  <a:cubicBezTo>
                    <a:pt x="11066" y="8390"/>
                    <a:pt x="11023" y="8386"/>
                    <a:pt x="10984" y="8379"/>
                  </a:cubicBezTo>
                  <a:cubicBezTo>
                    <a:pt x="10706" y="8326"/>
                    <a:pt x="10451" y="8180"/>
                    <a:pt x="10245" y="7983"/>
                  </a:cubicBezTo>
                  <a:cubicBezTo>
                    <a:pt x="10241" y="7984"/>
                    <a:pt x="10236" y="7985"/>
                    <a:pt x="10231" y="7985"/>
                  </a:cubicBezTo>
                  <a:cubicBezTo>
                    <a:pt x="10161" y="7985"/>
                    <a:pt x="10104" y="7886"/>
                    <a:pt x="10157" y="7828"/>
                  </a:cubicBezTo>
                  <a:cubicBezTo>
                    <a:pt x="10307" y="7662"/>
                    <a:pt x="10542" y="7590"/>
                    <a:pt x="10767" y="7590"/>
                  </a:cubicBezTo>
                  <a:close/>
                  <a:moveTo>
                    <a:pt x="18668" y="8073"/>
                  </a:moveTo>
                  <a:cubicBezTo>
                    <a:pt x="18695" y="8073"/>
                    <a:pt x="18721" y="8084"/>
                    <a:pt x="18738" y="8110"/>
                  </a:cubicBezTo>
                  <a:cubicBezTo>
                    <a:pt x="19010" y="8508"/>
                    <a:pt x="18349" y="8994"/>
                    <a:pt x="17897" y="8994"/>
                  </a:cubicBezTo>
                  <a:cubicBezTo>
                    <a:pt x="17810" y="8994"/>
                    <a:pt x="17730" y="8976"/>
                    <a:pt x="17667" y="8936"/>
                  </a:cubicBezTo>
                  <a:cubicBezTo>
                    <a:pt x="17427" y="8784"/>
                    <a:pt x="17426" y="8495"/>
                    <a:pt x="17645" y="8324"/>
                  </a:cubicBezTo>
                  <a:cubicBezTo>
                    <a:pt x="17869" y="8148"/>
                    <a:pt x="18199" y="8088"/>
                    <a:pt x="18493" y="8088"/>
                  </a:cubicBezTo>
                  <a:cubicBezTo>
                    <a:pt x="18532" y="8088"/>
                    <a:pt x="18570" y="8089"/>
                    <a:pt x="18608" y="8091"/>
                  </a:cubicBezTo>
                  <a:cubicBezTo>
                    <a:pt x="18626" y="8079"/>
                    <a:pt x="18647" y="8073"/>
                    <a:pt x="18668" y="8073"/>
                  </a:cubicBezTo>
                  <a:close/>
                  <a:moveTo>
                    <a:pt x="9383" y="8638"/>
                  </a:moveTo>
                  <a:cubicBezTo>
                    <a:pt x="9447" y="8638"/>
                    <a:pt x="9515" y="8677"/>
                    <a:pt x="9532" y="8737"/>
                  </a:cubicBezTo>
                  <a:lnTo>
                    <a:pt x="9552" y="8805"/>
                  </a:lnTo>
                  <a:cubicBezTo>
                    <a:pt x="9575" y="8883"/>
                    <a:pt x="9548" y="8970"/>
                    <a:pt x="9466" y="9002"/>
                  </a:cubicBezTo>
                  <a:cubicBezTo>
                    <a:pt x="9447" y="9009"/>
                    <a:pt x="9429" y="9013"/>
                    <a:pt x="9412" y="9013"/>
                  </a:cubicBezTo>
                  <a:cubicBezTo>
                    <a:pt x="9351" y="9013"/>
                    <a:pt x="9297" y="8974"/>
                    <a:pt x="9269" y="8919"/>
                  </a:cubicBezTo>
                  <a:lnTo>
                    <a:pt x="9236" y="8855"/>
                  </a:lnTo>
                  <a:cubicBezTo>
                    <a:pt x="9198" y="8776"/>
                    <a:pt x="9255" y="8681"/>
                    <a:pt x="9327" y="8649"/>
                  </a:cubicBezTo>
                  <a:cubicBezTo>
                    <a:pt x="9344" y="8641"/>
                    <a:pt x="9363" y="8638"/>
                    <a:pt x="9383" y="8638"/>
                  </a:cubicBezTo>
                  <a:close/>
                  <a:moveTo>
                    <a:pt x="12593" y="8827"/>
                  </a:moveTo>
                  <a:cubicBezTo>
                    <a:pt x="12601" y="8827"/>
                    <a:pt x="12610" y="8827"/>
                    <a:pt x="12619" y="8829"/>
                  </a:cubicBezTo>
                  <a:cubicBezTo>
                    <a:pt x="12650" y="8837"/>
                    <a:pt x="12681" y="8844"/>
                    <a:pt x="12712" y="8851"/>
                  </a:cubicBezTo>
                  <a:cubicBezTo>
                    <a:pt x="12806" y="8872"/>
                    <a:pt x="12868" y="8968"/>
                    <a:pt x="12827" y="9060"/>
                  </a:cubicBezTo>
                  <a:cubicBezTo>
                    <a:pt x="12801" y="9119"/>
                    <a:pt x="12747" y="9149"/>
                    <a:pt x="12690" y="9149"/>
                  </a:cubicBezTo>
                  <a:cubicBezTo>
                    <a:pt x="12657" y="9149"/>
                    <a:pt x="12624" y="9139"/>
                    <a:pt x="12595" y="9119"/>
                  </a:cubicBezTo>
                  <a:lnTo>
                    <a:pt x="12515" y="9066"/>
                  </a:lnTo>
                  <a:cubicBezTo>
                    <a:pt x="12415" y="8996"/>
                    <a:pt x="12480" y="8827"/>
                    <a:pt x="12593" y="8827"/>
                  </a:cubicBezTo>
                  <a:close/>
                  <a:moveTo>
                    <a:pt x="15290" y="8973"/>
                  </a:moveTo>
                  <a:cubicBezTo>
                    <a:pt x="15350" y="8973"/>
                    <a:pt x="15408" y="9009"/>
                    <a:pt x="15422" y="9096"/>
                  </a:cubicBezTo>
                  <a:cubicBezTo>
                    <a:pt x="15425" y="9110"/>
                    <a:pt x="15428" y="9123"/>
                    <a:pt x="15429" y="9137"/>
                  </a:cubicBezTo>
                  <a:cubicBezTo>
                    <a:pt x="15443" y="9215"/>
                    <a:pt x="15399" y="9259"/>
                    <a:pt x="15344" y="9273"/>
                  </a:cubicBezTo>
                  <a:cubicBezTo>
                    <a:pt x="15326" y="9283"/>
                    <a:pt x="15305" y="9289"/>
                    <a:pt x="15285" y="9289"/>
                  </a:cubicBezTo>
                  <a:cubicBezTo>
                    <a:pt x="15250" y="9289"/>
                    <a:pt x="15215" y="9272"/>
                    <a:pt x="15188" y="9232"/>
                  </a:cubicBezTo>
                  <a:cubicBezTo>
                    <a:pt x="15181" y="9219"/>
                    <a:pt x="15173" y="9209"/>
                    <a:pt x="15165" y="9196"/>
                  </a:cubicBezTo>
                  <a:cubicBezTo>
                    <a:pt x="15085" y="9072"/>
                    <a:pt x="15190" y="8973"/>
                    <a:pt x="15290" y="8973"/>
                  </a:cubicBezTo>
                  <a:close/>
                  <a:moveTo>
                    <a:pt x="2755" y="8494"/>
                  </a:moveTo>
                  <a:cubicBezTo>
                    <a:pt x="2965" y="8494"/>
                    <a:pt x="3179" y="8543"/>
                    <a:pt x="3375" y="8606"/>
                  </a:cubicBezTo>
                  <a:cubicBezTo>
                    <a:pt x="3442" y="8624"/>
                    <a:pt x="3423" y="8715"/>
                    <a:pt x="3369" y="8736"/>
                  </a:cubicBezTo>
                  <a:lnTo>
                    <a:pt x="3375" y="8757"/>
                  </a:lnTo>
                  <a:cubicBezTo>
                    <a:pt x="3382" y="8754"/>
                    <a:pt x="3388" y="8754"/>
                    <a:pt x="3395" y="8751"/>
                  </a:cubicBezTo>
                  <a:cubicBezTo>
                    <a:pt x="3402" y="8750"/>
                    <a:pt x="3408" y="8750"/>
                    <a:pt x="3414" y="8750"/>
                  </a:cubicBezTo>
                  <a:cubicBezTo>
                    <a:pt x="3508" y="8750"/>
                    <a:pt x="3525" y="8894"/>
                    <a:pt x="3439" y="8934"/>
                  </a:cubicBezTo>
                  <a:cubicBezTo>
                    <a:pt x="3187" y="9050"/>
                    <a:pt x="2941" y="9290"/>
                    <a:pt x="2649" y="9290"/>
                  </a:cubicBezTo>
                  <a:cubicBezTo>
                    <a:pt x="2645" y="9290"/>
                    <a:pt x="2641" y="9290"/>
                    <a:pt x="2637" y="9290"/>
                  </a:cubicBezTo>
                  <a:cubicBezTo>
                    <a:pt x="2433" y="9287"/>
                    <a:pt x="2190" y="9170"/>
                    <a:pt x="2151" y="8950"/>
                  </a:cubicBezTo>
                  <a:cubicBezTo>
                    <a:pt x="2112" y="8726"/>
                    <a:pt x="2305" y="8564"/>
                    <a:pt x="2504" y="8520"/>
                  </a:cubicBezTo>
                  <a:cubicBezTo>
                    <a:pt x="2586" y="8502"/>
                    <a:pt x="2670" y="8494"/>
                    <a:pt x="2755" y="8494"/>
                  </a:cubicBezTo>
                  <a:close/>
                  <a:moveTo>
                    <a:pt x="10453" y="3113"/>
                  </a:moveTo>
                  <a:cubicBezTo>
                    <a:pt x="11448" y="3113"/>
                    <a:pt x="12451" y="3301"/>
                    <a:pt x="13182" y="3896"/>
                  </a:cubicBezTo>
                  <a:cubicBezTo>
                    <a:pt x="13889" y="4086"/>
                    <a:pt x="14193" y="4951"/>
                    <a:pt x="13836" y="5590"/>
                  </a:cubicBezTo>
                  <a:cubicBezTo>
                    <a:pt x="13561" y="6085"/>
                    <a:pt x="13157" y="6196"/>
                    <a:pt x="12714" y="6196"/>
                  </a:cubicBezTo>
                  <a:cubicBezTo>
                    <a:pt x="12353" y="6196"/>
                    <a:pt x="11966" y="6122"/>
                    <a:pt x="11601" y="6122"/>
                  </a:cubicBezTo>
                  <a:cubicBezTo>
                    <a:pt x="11589" y="6122"/>
                    <a:pt x="11577" y="6123"/>
                    <a:pt x="11565" y="6123"/>
                  </a:cubicBezTo>
                  <a:cubicBezTo>
                    <a:pt x="9418" y="6155"/>
                    <a:pt x="8796" y="9126"/>
                    <a:pt x="6678" y="9416"/>
                  </a:cubicBezTo>
                  <a:cubicBezTo>
                    <a:pt x="6578" y="9430"/>
                    <a:pt x="6480" y="9437"/>
                    <a:pt x="6386" y="9437"/>
                  </a:cubicBezTo>
                  <a:cubicBezTo>
                    <a:pt x="4864" y="9437"/>
                    <a:pt x="4204" y="7689"/>
                    <a:pt x="4597" y="6345"/>
                  </a:cubicBezTo>
                  <a:cubicBezTo>
                    <a:pt x="5121" y="4543"/>
                    <a:pt x="6871" y="3592"/>
                    <a:pt x="8611" y="3289"/>
                  </a:cubicBezTo>
                  <a:cubicBezTo>
                    <a:pt x="9172" y="3191"/>
                    <a:pt x="9811" y="3113"/>
                    <a:pt x="10453" y="3113"/>
                  </a:cubicBezTo>
                  <a:close/>
                  <a:moveTo>
                    <a:pt x="17971" y="9194"/>
                  </a:moveTo>
                  <a:cubicBezTo>
                    <a:pt x="18026" y="9194"/>
                    <a:pt x="18067" y="9235"/>
                    <a:pt x="18083" y="9287"/>
                  </a:cubicBezTo>
                  <a:cubicBezTo>
                    <a:pt x="18113" y="9352"/>
                    <a:pt x="18099" y="9435"/>
                    <a:pt x="18012" y="9460"/>
                  </a:cubicBezTo>
                  <a:lnTo>
                    <a:pt x="17973" y="9480"/>
                  </a:lnTo>
                  <a:cubicBezTo>
                    <a:pt x="17954" y="9489"/>
                    <a:pt x="17935" y="9493"/>
                    <a:pt x="17918" y="9493"/>
                  </a:cubicBezTo>
                  <a:cubicBezTo>
                    <a:pt x="17790" y="9493"/>
                    <a:pt x="17722" y="9267"/>
                    <a:pt x="17872" y="9222"/>
                  </a:cubicBezTo>
                  <a:lnTo>
                    <a:pt x="17913" y="9208"/>
                  </a:lnTo>
                  <a:cubicBezTo>
                    <a:pt x="17934" y="9198"/>
                    <a:pt x="17953" y="9194"/>
                    <a:pt x="17971" y="9194"/>
                  </a:cubicBezTo>
                  <a:close/>
                  <a:moveTo>
                    <a:pt x="16223" y="8244"/>
                  </a:moveTo>
                  <a:cubicBezTo>
                    <a:pt x="16276" y="8244"/>
                    <a:pt x="16335" y="8260"/>
                    <a:pt x="16400" y="8295"/>
                  </a:cubicBezTo>
                  <a:cubicBezTo>
                    <a:pt x="16707" y="8464"/>
                    <a:pt x="16842" y="8863"/>
                    <a:pt x="16816" y="9202"/>
                  </a:cubicBezTo>
                  <a:cubicBezTo>
                    <a:pt x="16822" y="9230"/>
                    <a:pt x="16816" y="9260"/>
                    <a:pt x="16807" y="9289"/>
                  </a:cubicBezTo>
                  <a:cubicBezTo>
                    <a:pt x="16807" y="9297"/>
                    <a:pt x="16804" y="9310"/>
                    <a:pt x="16802" y="9318"/>
                  </a:cubicBezTo>
                  <a:cubicBezTo>
                    <a:pt x="16794" y="9358"/>
                    <a:pt x="16768" y="9379"/>
                    <a:pt x="16743" y="9389"/>
                  </a:cubicBezTo>
                  <a:cubicBezTo>
                    <a:pt x="16653" y="9486"/>
                    <a:pt x="16509" y="9556"/>
                    <a:pt x="16407" y="9556"/>
                  </a:cubicBezTo>
                  <a:cubicBezTo>
                    <a:pt x="16024" y="9552"/>
                    <a:pt x="15904" y="9066"/>
                    <a:pt x="15892" y="8763"/>
                  </a:cubicBezTo>
                  <a:cubicBezTo>
                    <a:pt x="15882" y="8526"/>
                    <a:pt x="15998" y="8244"/>
                    <a:pt x="16223" y="8244"/>
                  </a:cubicBezTo>
                  <a:close/>
                  <a:moveTo>
                    <a:pt x="19739" y="9230"/>
                  </a:moveTo>
                  <a:cubicBezTo>
                    <a:pt x="19801" y="9230"/>
                    <a:pt x="19860" y="9274"/>
                    <a:pt x="19886" y="9331"/>
                  </a:cubicBezTo>
                  <a:cubicBezTo>
                    <a:pt x="19918" y="9408"/>
                    <a:pt x="19876" y="9512"/>
                    <a:pt x="19797" y="9537"/>
                  </a:cubicBezTo>
                  <a:lnTo>
                    <a:pt x="19733" y="9556"/>
                  </a:lnTo>
                  <a:cubicBezTo>
                    <a:pt x="19715" y="9562"/>
                    <a:pt x="19696" y="9565"/>
                    <a:pt x="19678" y="9565"/>
                  </a:cubicBezTo>
                  <a:cubicBezTo>
                    <a:pt x="19616" y="9565"/>
                    <a:pt x="19558" y="9532"/>
                    <a:pt x="19533" y="9469"/>
                  </a:cubicBezTo>
                  <a:cubicBezTo>
                    <a:pt x="19502" y="9389"/>
                    <a:pt x="19546" y="9307"/>
                    <a:pt x="19621" y="9272"/>
                  </a:cubicBezTo>
                  <a:lnTo>
                    <a:pt x="19683" y="9243"/>
                  </a:lnTo>
                  <a:cubicBezTo>
                    <a:pt x="19702" y="9234"/>
                    <a:pt x="19721" y="9230"/>
                    <a:pt x="19739" y="9230"/>
                  </a:cubicBezTo>
                  <a:close/>
                  <a:moveTo>
                    <a:pt x="14169" y="9185"/>
                  </a:moveTo>
                  <a:cubicBezTo>
                    <a:pt x="14198" y="9185"/>
                    <a:pt x="14227" y="9194"/>
                    <a:pt x="14249" y="9215"/>
                  </a:cubicBezTo>
                  <a:cubicBezTo>
                    <a:pt x="14305" y="9269"/>
                    <a:pt x="14365" y="9323"/>
                    <a:pt x="14416" y="9382"/>
                  </a:cubicBezTo>
                  <a:cubicBezTo>
                    <a:pt x="14471" y="9446"/>
                    <a:pt x="14447" y="9551"/>
                    <a:pt x="14385" y="9599"/>
                  </a:cubicBezTo>
                  <a:cubicBezTo>
                    <a:pt x="14357" y="9620"/>
                    <a:pt x="14326" y="9630"/>
                    <a:pt x="14294" y="9630"/>
                  </a:cubicBezTo>
                  <a:cubicBezTo>
                    <a:pt x="14247" y="9630"/>
                    <a:pt x="14200" y="9608"/>
                    <a:pt x="14168" y="9569"/>
                  </a:cubicBezTo>
                  <a:cubicBezTo>
                    <a:pt x="14128" y="9517"/>
                    <a:pt x="14093" y="9459"/>
                    <a:pt x="14054" y="9402"/>
                  </a:cubicBezTo>
                  <a:cubicBezTo>
                    <a:pt x="14016" y="9344"/>
                    <a:pt x="14019" y="9273"/>
                    <a:pt x="14069" y="9223"/>
                  </a:cubicBezTo>
                  <a:cubicBezTo>
                    <a:pt x="14092" y="9200"/>
                    <a:pt x="14131" y="9185"/>
                    <a:pt x="14169" y="9185"/>
                  </a:cubicBezTo>
                  <a:close/>
                  <a:moveTo>
                    <a:pt x="7829" y="9293"/>
                  </a:moveTo>
                  <a:cubicBezTo>
                    <a:pt x="7861" y="9293"/>
                    <a:pt x="7893" y="9306"/>
                    <a:pt x="7914" y="9337"/>
                  </a:cubicBezTo>
                  <a:cubicBezTo>
                    <a:pt x="7931" y="9364"/>
                    <a:pt x="7951" y="9388"/>
                    <a:pt x="7965" y="9416"/>
                  </a:cubicBezTo>
                  <a:cubicBezTo>
                    <a:pt x="7982" y="9452"/>
                    <a:pt x="7985" y="9484"/>
                    <a:pt x="7985" y="9522"/>
                  </a:cubicBezTo>
                  <a:cubicBezTo>
                    <a:pt x="7985" y="9596"/>
                    <a:pt x="7933" y="9643"/>
                    <a:pt x="7875" y="9643"/>
                  </a:cubicBezTo>
                  <a:cubicBezTo>
                    <a:pt x="7845" y="9643"/>
                    <a:pt x="7813" y="9629"/>
                    <a:pt x="7787" y="9600"/>
                  </a:cubicBezTo>
                  <a:cubicBezTo>
                    <a:pt x="7760" y="9573"/>
                    <a:pt x="7741" y="9549"/>
                    <a:pt x="7730" y="9508"/>
                  </a:cubicBezTo>
                  <a:cubicBezTo>
                    <a:pt x="7719" y="9478"/>
                    <a:pt x="7717" y="9444"/>
                    <a:pt x="7713" y="9415"/>
                  </a:cubicBezTo>
                  <a:cubicBezTo>
                    <a:pt x="7703" y="9343"/>
                    <a:pt x="7767" y="9293"/>
                    <a:pt x="7829" y="9293"/>
                  </a:cubicBezTo>
                  <a:close/>
                  <a:moveTo>
                    <a:pt x="11639" y="9808"/>
                  </a:moveTo>
                  <a:cubicBezTo>
                    <a:pt x="11687" y="9808"/>
                    <a:pt x="11733" y="9833"/>
                    <a:pt x="11756" y="9891"/>
                  </a:cubicBezTo>
                  <a:cubicBezTo>
                    <a:pt x="11797" y="9993"/>
                    <a:pt x="11709" y="10070"/>
                    <a:pt x="11624" y="10070"/>
                  </a:cubicBezTo>
                  <a:cubicBezTo>
                    <a:pt x="11576" y="10070"/>
                    <a:pt x="11530" y="10046"/>
                    <a:pt x="11508" y="9989"/>
                  </a:cubicBezTo>
                  <a:cubicBezTo>
                    <a:pt x="11467" y="9885"/>
                    <a:pt x="11554" y="9808"/>
                    <a:pt x="11639" y="9808"/>
                  </a:cubicBezTo>
                  <a:close/>
                  <a:moveTo>
                    <a:pt x="18184" y="9886"/>
                  </a:moveTo>
                  <a:cubicBezTo>
                    <a:pt x="18227" y="9886"/>
                    <a:pt x="18268" y="9908"/>
                    <a:pt x="18289" y="9959"/>
                  </a:cubicBezTo>
                  <a:cubicBezTo>
                    <a:pt x="18324" y="10048"/>
                    <a:pt x="18247" y="10116"/>
                    <a:pt x="18172" y="10116"/>
                  </a:cubicBezTo>
                  <a:cubicBezTo>
                    <a:pt x="18130" y="10116"/>
                    <a:pt x="18089" y="10095"/>
                    <a:pt x="18069" y="10044"/>
                  </a:cubicBezTo>
                  <a:cubicBezTo>
                    <a:pt x="18033" y="9953"/>
                    <a:pt x="18109" y="9886"/>
                    <a:pt x="18184" y="9886"/>
                  </a:cubicBezTo>
                  <a:close/>
                  <a:moveTo>
                    <a:pt x="3730" y="9893"/>
                  </a:moveTo>
                  <a:cubicBezTo>
                    <a:pt x="3783" y="9893"/>
                    <a:pt x="3834" y="9920"/>
                    <a:pt x="3858" y="9983"/>
                  </a:cubicBezTo>
                  <a:cubicBezTo>
                    <a:pt x="3902" y="10095"/>
                    <a:pt x="3806" y="10179"/>
                    <a:pt x="3714" y="10179"/>
                  </a:cubicBezTo>
                  <a:cubicBezTo>
                    <a:pt x="3662" y="10179"/>
                    <a:pt x="3611" y="10153"/>
                    <a:pt x="3586" y="10089"/>
                  </a:cubicBezTo>
                  <a:cubicBezTo>
                    <a:pt x="3542" y="9977"/>
                    <a:pt x="3638" y="9893"/>
                    <a:pt x="3730" y="9893"/>
                  </a:cubicBezTo>
                  <a:close/>
                  <a:moveTo>
                    <a:pt x="8633" y="9968"/>
                  </a:moveTo>
                  <a:cubicBezTo>
                    <a:pt x="8700" y="9968"/>
                    <a:pt x="8771" y="10011"/>
                    <a:pt x="8793" y="10075"/>
                  </a:cubicBezTo>
                  <a:cubicBezTo>
                    <a:pt x="8801" y="10098"/>
                    <a:pt x="8808" y="10122"/>
                    <a:pt x="8815" y="10143"/>
                  </a:cubicBezTo>
                  <a:cubicBezTo>
                    <a:pt x="8845" y="10231"/>
                    <a:pt x="8807" y="10320"/>
                    <a:pt x="8722" y="10357"/>
                  </a:cubicBezTo>
                  <a:cubicBezTo>
                    <a:pt x="8703" y="10365"/>
                    <a:pt x="8683" y="10369"/>
                    <a:pt x="8663" y="10369"/>
                  </a:cubicBezTo>
                  <a:cubicBezTo>
                    <a:pt x="8597" y="10369"/>
                    <a:pt x="8534" y="10325"/>
                    <a:pt x="8506" y="10264"/>
                  </a:cubicBezTo>
                  <a:cubicBezTo>
                    <a:pt x="8498" y="10242"/>
                    <a:pt x="8488" y="10221"/>
                    <a:pt x="8478" y="10197"/>
                  </a:cubicBezTo>
                  <a:cubicBezTo>
                    <a:pt x="8441" y="10111"/>
                    <a:pt x="8495" y="10016"/>
                    <a:pt x="8574" y="9980"/>
                  </a:cubicBezTo>
                  <a:cubicBezTo>
                    <a:pt x="8593" y="9972"/>
                    <a:pt x="8613" y="9968"/>
                    <a:pt x="8633" y="9968"/>
                  </a:cubicBezTo>
                  <a:close/>
                  <a:moveTo>
                    <a:pt x="5991" y="10116"/>
                  </a:moveTo>
                  <a:cubicBezTo>
                    <a:pt x="6054" y="10116"/>
                    <a:pt x="6114" y="10150"/>
                    <a:pt x="6138" y="10215"/>
                  </a:cubicBezTo>
                  <a:cubicBezTo>
                    <a:pt x="6180" y="10316"/>
                    <a:pt x="6109" y="10419"/>
                    <a:pt x="6005" y="10435"/>
                  </a:cubicBezTo>
                  <a:cubicBezTo>
                    <a:pt x="5984" y="10438"/>
                    <a:pt x="5961" y="10442"/>
                    <a:pt x="5939" y="10444"/>
                  </a:cubicBezTo>
                  <a:cubicBezTo>
                    <a:pt x="5791" y="10442"/>
                    <a:pt x="5729" y="10283"/>
                    <a:pt x="5838" y="10186"/>
                  </a:cubicBezTo>
                  <a:cubicBezTo>
                    <a:pt x="5855" y="10169"/>
                    <a:pt x="5875" y="10159"/>
                    <a:pt x="5892" y="10146"/>
                  </a:cubicBezTo>
                  <a:cubicBezTo>
                    <a:pt x="5923" y="10126"/>
                    <a:pt x="5957" y="10116"/>
                    <a:pt x="5991" y="10116"/>
                  </a:cubicBezTo>
                  <a:close/>
                  <a:moveTo>
                    <a:pt x="9836" y="9227"/>
                  </a:moveTo>
                  <a:cubicBezTo>
                    <a:pt x="9884" y="9227"/>
                    <a:pt x="9932" y="9266"/>
                    <a:pt x="9936" y="9315"/>
                  </a:cubicBezTo>
                  <a:cubicBezTo>
                    <a:pt x="9940" y="9315"/>
                    <a:pt x="9943" y="9315"/>
                    <a:pt x="9947" y="9315"/>
                  </a:cubicBezTo>
                  <a:cubicBezTo>
                    <a:pt x="9966" y="9315"/>
                    <a:pt x="9984" y="9321"/>
                    <a:pt x="10002" y="9338"/>
                  </a:cubicBezTo>
                  <a:cubicBezTo>
                    <a:pt x="10203" y="9522"/>
                    <a:pt x="10424" y="9796"/>
                    <a:pt x="10370" y="10088"/>
                  </a:cubicBezTo>
                  <a:cubicBezTo>
                    <a:pt x="10337" y="10282"/>
                    <a:pt x="10169" y="10479"/>
                    <a:pt x="9959" y="10485"/>
                  </a:cubicBezTo>
                  <a:cubicBezTo>
                    <a:pt x="9957" y="10485"/>
                    <a:pt x="9956" y="10485"/>
                    <a:pt x="9954" y="10485"/>
                  </a:cubicBezTo>
                  <a:cubicBezTo>
                    <a:pt x="9723" y="10485"/>
                    <a:pt x="9589" y="10278"/>
                    <a:pt x="9558" y="10071"/>
                  </a:cubicBezTo>
                  <a:cubicBezTo>
                    <a:pt x="9517" y="9792"/>
                    <a:pt x="9608" y="9490"/>
                    <a:pt x="9768" y="9263"/>
                  </a:cubicBezTo>
                  <a:cubicBezTo>
                    <a:pt x="9786" y="9238"/>
                    <a:pt x="9811" y="9227"/>
                    <a:pt x="9836" y="9227"/>
                  </a:cubicBezTo>
                  <a:close/>
                  <a:moveTo>
                    <a:pt x="4298" y="9376"/>
                  </a:moveTo>
                  <a:cubicBezTo>
                    <a:pt x="4325" y="9376"/>
                    <a:pt x="4353" y="9392"/>
                    <a:pt x="4361" y="9425"/>
                  </a:cubicBezTo>
                  <a:cubicBezTo>
                    <a:pt x="4364" y="9432"/>
                    <a:pt x="4364" y="9437"/>
                    <a:pt x="4366" y="9444"/>
                  </a:cubicBezTo>
                  <a:cubicBezTo>
                    <a:pt x="4391" y="9440"/>
                    <a:pt x="4415" y="9438"/>
                    <a:pt x="4439" y="9438"/>
                  </a:cubicBezTo>
                  <a:cubicBezTo>
                    <a:pt x="4666" y="9438"/>
                    <a:pt x="4840" y="9623"/>
                    <a:pt x="4941" y="9821"/>
                  </a:cubicBezTo>
                  <a:cubicBezTo>
                    <a:pt x="5046" y="10033"/>
                    <a:pt x="5173" y="10398"/>
                    <a:pt x="4975" y="10591"/>
                  </a:cubicBezTo>
                  <a:cubicBezTo>
                    <a:pt x="4907" y="10657"/>
                    <a:pt x="4819" y="10686"/>
                    <a:pt x="4729" y="10686"/>
                  </a:cubicBezTo>
                  <a:cubicBezTo>
                    <a:pt x="4606" y="10686"/>
                    <a:pt x="4480" y="10631"/>
                    <a:pt x="4400" y="10541"/>
                  </a:cubicBezTo>
                  <a:cubicBezTo>
                    <a:pt x="4174" y="10288"/>
                    <a:pt x="4266" y="9925"/>
                    <a:pt x="4259" y="9605"/>
                  </a:cubicBezTo>
                  <a:cubicBezTo>
                    <a:pt x="4252" y="9580"/>
                    <a:pt x="4248" y="9555"/>
                    <a:pt x="4255" y="9531"/>
                  </a:cubicBezTo>
                  <a:cubicBezTo>
                    <a:pt x="4254" y="9500"/>
                    <a:pt x="4249" y="9467"/>
                    <a:pt x="4245" y="9439"/>
                  </a:cubicBezTo>
                  <a:cubicBezTo>
                    <a:pt x="4238" y="9397"/>
                    <a:pt x="4267" y="9376"/>
                    <a:pt x="4298" y="9376"/>
                  </a:cubicBezTo>
                  <a:close/>
                  <a:moveTo>
                    <a:pt x="2636" y="10544"/>
                  </a:moveTo>
                  <a:cubicBezTo>
                    <a:pt x="2689" y="10544"/>
                    <a:pt x="2742" y="10571"/>
                    <a:pt x="2767" y="10636"/>
                  </a:cubicBezTo>
                  <a:cubicBezTo>
                    <a:pt x="2812" y="10751"/>
                    <a:pt x="2715" y="10837"/>
                    <a:pt x="2621" y="10837"/>
                  </a:cubicBezTo>
                  <a:cubicBezTo>
                    <a:pt x="2567" y="10837"/>
                    <a:pt x="2515" y="10810"/>
                    <a:pt x="2489" y="10745"/>
                  </a:cubicBezTo>
                  <a:cubicBezTo>
                    <a:pt x="2445" y="10630"/>
                    <a:pt x="2542" y="10544"/>
                    <a:pt x="2636" y="10544"/>
                  </a:cubicBezTo>
                  <a:close/>
                  <a:moveTo>
                    <a:pt x="12786" y="10651"/>
                  </a:moveTo>
                  <a:cubicBezTo>
                    <a:pt x="12827" y="10651"/>
                    <a:pt x="12867" y="10672"/>
                    <a:pt x="12885" y="10721"/>
                  </a:cubicBezTo>
                  <a:cubicBezTo>
                    <a:pt x="12921" y="10810"/>
                    <a:pt x="12846" y="10876"/>
                    <a:pt x="12773" y="10876"/>
                  </a:cubicBezTo>
                  <a:cubicBezTo>
                    <a:pt x="12732" y="10876"/>
                    <a:pt x="12691" y="10855"/>
                    <a:pt x="12671" y="10805"/>
                  </a:cubicBezTo>
                  <a:cubicBezTo>
                    <a:pt x="12638" y="10718"/>
                    <a:pt x="12714" y="10651"/>
                    <a:pt x="12786" y="10651"/>
                  </a:cubicBezTo>
                  <a:close/>
                  <a:moveTo>
                    <a:pt x="15859" y="10638"/>
                  </a:moveTo>
                  <a:cubicBezTo>
                    <a:pt x="15903" y="10638"/>
                    <a:pt x="15945" y="10661"/>
                    <a:pt x="15966" y="10714"/>
                  </a:cubicBezTo>
                  <a:cubicBezTo>
                    <a:pt x="16003" y="10809"/>
                    <a:pt x="15923" y="10881"/>
                    <a:pt x="15844" y="10881"/>
                  </a:cubicBezTo>
                  <a:cubicBezTo>
                    <a:pt x="15801" y="10881"/>
                    <a:pt x="15757" y="10858"/>
                    <a:pt x="15737" y="10805"/>
                  </a:cubicBezTo>
                  <a:cubicBezTo>
                    <a:pt x="15699" y="10710"/>
                    <a:pt x="15780" y="10638"/>
                    <a:pt x="15859" y="10638"/>
                  </a:cubicBezTo>
                  <a:close/>
                  <a:moveTo>
                    <a:pt x="19685" y="10625"/>
                  </a:moveTo>
                  <a:cubicBezTo>
                    <a:pt x="19735" y="10625"/>
                    <a:pt x="19784" y="10651"/>
                    <a:pt x="19808" y="10711"/>
                  </a:cubicBezTo>
                  <a:cubicBezTo>
                    <a:pt x="19850" y="10820"/>
                    <a:pt x="19759" y="10900"/>
                    <a:pt x="19670" y="10900"/>
                  </a:cubicBezTo>
                  <a:cubicBezTo>
                    <a:pt x="19620" y="10900"/>
                    <a:pt x="19570" y="10874"/>
                    <a:pt x="19546" y="10813"/>
                  </a:cubicBezTo>
                  <a:cubicBezTo>
                    <a:pt x="19503" y="10706"/>
                    <a:pt x="19595" y="10625"/>
                    <a:pt x="19685" y="10625"/>
                  </a:cubicBezTo>
                  <a:close/>
                  <a:moveTo>
                    <a:pt x="18765" y="10590"/>
                  </a:moveTo>
                  <a:cubicBezTo>
                    <a:pt x="18825" y="10590"/>
                    <a:pt x="18888" y="10636"/>
                    <a:pt x="18908" y="10689"/>
                  </a:cubicBezTo>
                  <a:cubicBezTo>
                    <a:pt x="18935" y="10757"/>
                    <a:pt x="18901" y="10862"/>
                    <a:pt x="18823" y="10881"/>
                  </a:cubicBezTo>
                  <a:cubicBezTo>
                    <a:pt x="18800" y="10887"/>
                    <a:pt x="18778" y="10891"/>
                    <a:pt x="18756" y="10897"/>
                  </a:cubicBezTo>
                  <a:cubicBezTo>
                    <a:pt x="18740" y="10901"/>
                    <a:pt x="18723" y="10904"/>
                    <a:pt x="18706" y="10904"/>
                  </a:cubicBezTo>
                  <a:cubicBezTo>
                    <a:pt x="18650" y="10904"/>
                    <a:pt x="18598" y="10877"/>
                    <a:pt x="18575" y="10818"/>
                  </a:cubicBezTo>
                  <a:cubicBezTo>
                    <a:pt x="18545" y="10741"/>
                    <a:pt x="18588" y="10672"/>
                    <a:pt x="18653" y="10636"/>
                  </a:cubicBezTo>
                  <a:cubicBezTo>
                    <a:pt x="18674" y="10626"/>
                    <a:pt x="18696" y="10614"/>
                    <a:pt x="18715" y="10602"/>
                  </a:cubicBezTo>
                  <a:cubicBezTo>
                    <a:pt x="18731" y="10594"/>
                    <a:pt x="18748" y="10590"/>
                    <a:pt x="18765" y="10590"/>
                  </a:cubicBezTo>
                  <a:close/>
                  <a:moveTo>
                    <a:pt x="9897" y="10904"/>
                  </a:moveTo>
                  <a:cubicBezTo>
                    <a:pt x="9962" y="10904"/>
                    <a:pt x="10023" y="10948"/>
                    <a:pt x="10050" y="11009"/>
                  </a:cubicBezTo>
                  <a:cubicBezTo>
                    <a:pt x="10085" y="11087"/>
                    <a:pt x="10040" y="11192"/>
                    <a:pt x="9958" y="11220"/>
                  </a:cubicBezTo>
                  <a:cubicBezTo>
                    <a:pt x="9936" y="11229"/>
                    <a:pt x="9915" y="11236"/>
                    <a:pt x="9892" y="11246"/>
                  </a:cubicBezTo>
                  <a:cubicBezTo>
                    <a:pt x="9873" y="11253"/>
                    <a:pt x="9853" y="11256"/>
                    <a:pt x="9834" y="11256"/>
                  </a:cubicBezTo>
                  <a:cubicBezTo>
                    <a:pt x="9769" y="11256"/>
                    <a:pt x="9710" y="11218"/>
                    <a:pt x="9683" y="11153"/>
                  </a:cubicBezTo>
                  <a:cubicBezTo>
                    <a:pt x="9646" y="11073"/>
                    <a:pt x="9695" y="10975"/>
                    <a:pt x="9773" y="10944"/>
                  </a:cubicBezTo>
                  <a:cubicBezTo>
                    <a:pt x="9796" y="10934"/>
                    <a:pt x="9817" y="10925"/>
                    <a:pt x="9839" y="10917"/>
                  </a:cubicBezTo>
                  <a:cubicBezTo>
                    <a:pt x="9858" y="10908"/>
                    <a:pt x="9878" y="10904"/>
                    <a:pt x="9897" y="10904"/>
                  </a:cubicBezTo>
                  <a:close/>
                  <a:moveTo>
                    <a:pt x="21029" y="11008"/>
                  </a:moveTo>
                  <a:cubicBezTo>
                    <a:pt x="21076" y="11008"/>
                    <a:pt x="21121" y="11031"/>
                    <a:pt x="21143" y="11087"/>
                  </a:cubicBezTo>
                  <a:cubicBezTo>
                    <a:pt x="21182" y="11187"/>
                    <a:pt x="21097" y="11263"/>
                    <a:pt x="21014" y="11263"/>
                  </a:cubicBezTo>
                  <a:cubicBezTo>
                    <a:pt x="20967" y="11263"/>
                    <a:pt x="20922" y="11239"/>
                    <a:pt x="20899" y="11182"/>
                  </a:cubicBezTo>
                  <a:cubicBezTo>
                    <a:pt x="20861" y="11082"/>
                    <a:pt x="20947" y="11008"/>
                    <a:pt x="21029" y="11008"/>
                  </a:cubicBezTo>
                  <a:close/>
                  <a:moveTo>
                    <a:pt x="7531" y="11192"/>
                  </a:moveTo>
                  <a:cubicBezTo>
                    <a:pt x="7579" y="11192"/>
                    <a:pt x="7626" y="11216"/>
                    <a:pt x="7649" y="11274"/>
                  </a:cubicBezTo>
                  <a:cubicBezTo>
                    <a:pt x="7689" y="11377"/>
                    <a:pt x="7602" y="11455"/>
                    <a:pt x="7517" y="11455"/>
                  </a:cubicBezTo>
                  <a:cubicBezTo>
                    <a:pt x="7470" y="11455"/>
                    <a:pt x="7423" y="11430"/>
                    <a:pt x="7400" y="11372"/>
                  </a:cubicBezTo>
                  <a:cubicBezTo>
                    <a:pt x="7359" y="11268"/>
                    <a:pt x="7446" y="11192"/>
                    <a:pt x="7531" y="11192"/>
                  </a:cubicBezTo>
                  <a:close/>
                  <a:moveTo>
                    <a:pt x="4345" y="11126"/>
                  </a:moveTo>
                  <a:cubicBezTo>
                    <a:pt x="4412" y="11126"/>
                    <a:pt x="4464" y="11176"/>
                    <a:pt x="4485" y="11237"/>
                  </a:cubicBezTo>
                  <a:cubicBezTo>
                    <a:pt x="4520" y="11315"/>
                    <a:pt x="4502" y="11414"/>
                    <a:pt x="4397" y="11448"/>
                  </a:cubicBezTo>
                  <a:lnTo>
                    <a:pt x="4359" y="11468"/>
                  </a:lnTo>
                  <a:cubicBezTo>
                    <a:pt x="4336" y="11478"/>
                    <a:pt x="4314" y="11483"/>
                    <a:pt x="4293" y="11483"/>
                  </a:cubicBezTo>
                  <a:cubicBezTo>
                    <a:pt x="4136" y="11483"/>
                    <a:pt x="4055" y="11215"/>
                    <a:pt x="4237" y="11156"/>
                  </a:cubicBezTo>
                  <a:lnTo>
                    <a:pt x="4276" y="11142"/>
                  </a:lnTo>
                  <a:cubicBezTo>
                    <a:pt x="4300" y="11131"/>
                    <a:pt x="4323" y="11126"/>
                    <a:pt x="4345" y="11126"/>
                  </a:cubicBezTo>
                  <a:close/>
                  <a:moveTo>
                    <a:pt x="6031" y="11220"/>
                  </a:moveTo>
                  <a:cubicBezTo>
                    <a:pt x="6096" y="11220"/>
                    <a:pt x="6145" y="11269"/>
                    <a:pt x="6164" y="11329"/>
                  </a:cubicBezTo>
                  <a:cubicBezTo>
                    <a:pt x="6201" y="11406"/>
                    <a:pt x="6185" y="11504"/>
                    <a:pt x="6080" y="11533"/>
                  </a:cubicBezTo>
                  <a:cubicBezTo>
                    <a:pt x="6068" y="11540"/>
                    <a:pt x="6053" y="11546"/>
                    <a:pt x="6041" y="11553"/>
                  </a:cubicBezTo>
                  <a:cubicBezTo>
                    <a:pt x="6018" y="11564"/>
                    <a:pt x="5996" y="11569"/>
                    <a:pt x="5976" y="11569"/>
                  </a:cubicBezTo>
                  <a:cubicBezTo>
                    <a:pt x="5826" y="11569"/>
                    <a:pt x="5745" y="11302"/>
                    <a:pt x="5923" y="11250"/>
                  </a:cubicBezTo>
                  <a:cubicBezTo>
                    <a:pt x="5937" y="11246"/>
                    <a:pt x="5951" y="11241"/>
                    <a:pt x="5963" y="11237"/>
                  </a:cubicBezTo>
                  <a:cubicBezTo>
                    <a:pt x="5987" y="11225"/>
                    <a:pt x="6010" y="11220"/>
                    <a:pt x="6031" y="11220"/>
                  </a:cubicBezTo>
                  <a:close/>
                  <a:moveTo>
                    <a:pt x="14445" y="11396"/>
                  </a:moveTo>
                  <a:cubicBezTo>
                    <a:pt x="14509" y="11396"/>
                    <a:pt x="14571" y="11433"/>
                    <a:pt x="14584" y="11526"/>
                  </a:cubicBezTo>
                  <a:lnTo>
                    <a:pt x="14592" y="11567"/>
                  </a:lnTo>
                  <a:cubicBezTo>
                    <a:pt x="14603" y="11645"/>
                    <a:pt x="14556" y="11695"/>
                    <a:pt x="14499" y="11712"/>
                  </a:cubicBezTo>
                  <a:cubicBezTo>
                    <a:pt x="14480" y="11721"/>
                    <a:pt x="14459" y="11726"/>
                    <a:pt x="14439" y="11726"/>
                  </a:cubicBezTo>
                  <a:cubicBezTo>
                    <a:pt x="14401" y="11726"/>
                    <a:pt x="14363" y="11709"/>
                    <a:pt x="14335" y="11666"/>
                  </a:cubicBezTo>
                  <a:lnTo>
                    <a:pt x="14311" y="11632"/>
                  </a:lnTo>
                  <a:cubicBezTo>
                    <a:pt x="14222" y="11501"/>
                    <a:pt x="14337" y="11396"/>
                    <a:pt x="14445" y="11396"/>
                  </a:cubicBezTo>
                  <a:close/>
                  <a:moveTo>
                    <a:pt x="8160" y="11815"/>
                  </a:moveTo>
                  <a:cubicBezTo>
                    <a:pt x="8181" y="11815"/>
                    <a:pt x="8202" y="11818"/>
                    <a:pt x="8222" y="11827"/>
                  </a:cubicBezTo>
                  <a:cubicBezTo>
                    <a:pt x="8298" y="11861"/>
                    <a:pt x="8346" y="11964"/>
                    <a:pt x="8305" y="12042"/>
                  </a:cubicBezTo>
                  <a:cubicBezTo>
                    <a:pt x="8291" y="12070"/>
                    <a:pt x="8275" y="12100"/>
                    <a:pt x="8258" y="12128"/>
                  </a:cubicBezTo>
                  <a:cubicBezTo>
                    <a:pt x="8230" y="12184"/>
                    <a:pt x="8175" y="12221"/>
                    <a:pt x="8115" y="12221"/>
                  </a:cubicBezTo>
                  <a:cubicBezTo>
                    <a:pt x="8094" y="12221"/>
                    <a:pt x="8074" y="12217"/>
                    <a:pt x="8053" y="12208"/>
                  </a:cubicBezTo>
                  <a:cubicBezTo>
                    <a:pt x="7972" y="12174"/>
                    <a:pt x="7944" y="12082"/>
                    <a:pt x="7974" y="12002"/>
                  </a:cubicBezTo>
                  <a:cubicBezTo>
                    <a:pt x="7986" y="11973"/>
                    <a:pt x="7996" y="11943"/>
                    <a:pt x="8008" y="11910"/>
                  </a:cubicBezTo>
                  <a:cubicBezTo>
                    <a:pt x="8030" y="11850"/>
                    <a:pt x="8096" y="11815"/>
                    <a:pt x="8160" y="11815"/>
                  </a:cubicBezTo>
                  <a:close/>
                  <a:moveTo>
                    <a:pt x="3418" y="11954"/>
                  </a:moveTo>
                  <a:cubicBezTo>
                    <a:pt x="3474" y="11954"/>
                    <a:pt x="3530" y="11983"/>
                    <a:pt x="3556" y="12052"/>
                  </a:cubicBezTo>
                  <a:cubicBezTo>
                    <a:pt x="3604" y="12173"/>
                    <a:pt x="3501" y="12264"/>
                    <a:pt x="3401" y="12264"/>
                  </a:cubicBezTo>
                  <a:cubicBezTo>
                    <a:pt x="3344" y="12264"/>
                    <a:pt x="3289" y="12235"/>
                    <a:pt x="3262" y="12167"/>
                  </a:cubicBezTo>
                  <a:cubicBezTo>
                    <a:pt x="3215" y="12045"/>
                    <a:pt x="3318" y="11954"/>
                    <a:pt x="3418" y="11954"/>
                  </a:cubicBezTo>
                  <a:close/>
                  <a:moveTo>
                    <a:pt x="4804" y="12254"/>
                  </a:moveTo>
                  <a:cubicBezTo>
                    <a:pt x="4854" y="12254"/>
                    <a:pt x="4902" y="12279"/>
                    <a:pt x="4925" y="12338"/>
                  </a:cubicBezTo>
                  <a:cubicBezTo>
                    <a:pt x="4967" y="12446"/>
                    <a:pt x="4874" y="12528"/>
                    <a:pt x="4785" y="12528"/>
                  </a:cubicBezTo>
                  <a:cubicBezTo>
                    <a:pt x="4735" y="12528"/>
                    <a:pt x="4687" y="12502"/>
                    <a:pt x="4663" y="12442"/>
                  </a:cubicBezTo>
                  <a:cubicBezTo>
                    <a:pt x="4621" y="12335"/>
                    <a:pt x="4715" y="12254"/>
                    <a:pt x="4804" y="12254"/>
                  </a:cubicBezTo>
                  <a:close/>
                  <a:moveTo>
                    <a:pt x="21383" y="12289"/>
                  </a:moveTo>
                  <a:cubicBezTo>
                    <a:pt x="21431" y="12289"/>
                    <a:pt x="21478" y="12314"/>
                    <a:pt x="21501" y="12372"/>
                  </a:cubicBezTo>
                  <a:cubicBezTo>
                    <a:pt x="21542" y="12477"/>
                    <a:pt x="21454" y="12554"/>
                    <a:pt x="21368" y="12554"/>
                  </a:cubicBezTo>
                  <a:cubicBezTo>
                    <a:pt x="21319" y="12554"/>
                    <a:pt x="21272" y="12530"/>
                    <a:pt x="21249" y="12471"/>
                  </a:cubicBezTo>
                  <a:cubicBezTo>
                    <a:pt x="21208" y="12367"/>
                    <a:pt x="21297" y="12289"/>
                    <a:pt x="21383" y="12289"/>
                  </a:cubicBezTo>
                  <a:close/>
                  <a:moveTo>
                    <a:pt x="22807" y="12518"/>
                  </a:moveTo>
                  <a:cubicBezTo>
                    <a:pt x="22842" y="12518"/>
                    <a:pt x="22876" y="12536"/>
                    <a:pt x="22893" y="12578"/>
                  </a:cubicBezTo>
                  <a:cubicBezTo>
                    <a:pt x="22922" y="12653"/>
                    <a:pt x="22858" y="12709"/>
                    <a:pt x="22796" y="12709"/>
                  </a:cubicBezTo>
                  <a:cubicBezTo>
                    <a:pt x="22761" y="12709"/>
                    <a:pt x="22727" y="12691"/>
                    <a:pt x="22710" y="12649"/>
                  </a:cubicBezTo>
                  <a:cubicBezTo>
                    <a:pt x="22680" y="12574"/>
                    <a:pt x="22744" y="12518"/>
                    <a:pt x="22807" y="12518"/>
                  </a:cubicBezTo>
                  <a:close/>
                  <a:moveTo>
                    <a:pt x="6150" y="12579"/>
                  </a:moveTo>
                  <a:cubicBezTo>
                    <a:pt x="6218" y="12579"/>
                    <a:pt x="6284" y="12614"/>
                    <a:pt x="6316" y="12695"/>
                  </a:cubicBezTo>
                  <a:cubicBezTo>
                    <a:pt x="6373" y="12840"/>
                    <a:pt x="6249" y="12949"/>
                    <a:pt x="6129" y="12949"/>
                  </a:cubicBezTo>
                  <a:cubicBezTo>
                    <a:pt x="6061" y="12949"/>
                    <a:pt x="5995" y="12914"/>
                    <a:pt x="5963" y="12833"/>
                  </a:cubicBezTo>
                  <a:cubicBezTo>
                    <a:pt x="5907" y="12688"/>
                    <a:pt x="6031" y="12579"/>
                    <a:pt x="6150" y="12579"/>
                  </a:cubicBezTo>
                  <a:close/>
                  <a:moveTo>
                    <a:pt x="2648" y="12702"/>
                  </a:moveTo>
                  <a:cubicBezTo>
                    <a:pt x="2670" y="12702"/>
                    <a:pt x="2692" y="12705"/>
                    <a:pt x="2713" y="12712"/>
                  </a:cubicBezTo>
                  <a:cubicBezTo>
                    <a:pt x="2743" y="12725"/>
                    <a:pt x="2774" y="12734"/>
                    <a:pt x="2805" y="12746"/>
                  </a:cubicBezTo>
                  <a:cubicBezTo>
                    <a:pt x="2905" y="12786"/>
                    <a:pt x="2936" y="12911"/>
                    <a:pt x="2885" y="12999"/>
                  </a:cubicBezTo>
                  <a:cubicBezTo>
                    <a:pt x="2851" y="13055"/>
                    <a:pt x="2798" y="13081"/>
                    <a:pt x="2742" y="13081"/>
                  </a:cubicBezTo>
                  <a:cubicBezTo>
                    <a:pt x="2703" y="13081"/>
                    <a:pt x="2662" y="13068"/>
                    <a:pt x="2625" y="13045"/>
                  </a:cubicBezTo>
                  <a:cubicBezTo>
                    <a:pt x="2600" y="13030"/>
                    <a:pt x="2573" y="13010"/>
                    <a:pt x="2547" y="12993"/>
                  </a:cubicBezTo>
                  <a:cubicBezTo>
                    <a:pt x="2479" y="12946"/>
                    <a:pt x="2470" y="12846"/>
                    <a:pt x="2509" y="12780"/>
                  </a:cubicBezTo>
                  <a:cubicBezTo>
                    <a:pt x="2540" y="12726"/>
                    <a:pt x="2593" y="12702"/>
                    <a:pt x="2648" y="12702"/>
                  </a:cubicBezTo>
                  <a:close/>
                  <a:moveTo>
                    <a:pt x="3914" y="13425"/>
                  </a:moveTo>
                  <a:cubicBezTo>
                    <a:pt x="3964" y="13425"/>
                    <a:pt x="4014" y="13451"/>
                    <a:pt x="4038" y="13512"/>
                  </a:cubicBezTo>
                  <a:cubicBezTo>
                    <a:pt x="4081" y="13621"/>
                    <a:pt x="3987" y="13704"/>
                    <a:pt x="3896" y="13704"/>
                  </a:cubicBezTo>
                  <a:cubicBezTo>
                    <a:pt x="3846" y="13704"/>
                    <a:pt x="3796" y="13678"/>
                    <a:pt x="3772" y="13616"/>
                  </a:cubicBezTo>
                  <a:cubicBezTo>
                    <a:pt x="3729" y="13507"/>
                    <a:pt x="3823" y="13425"/>
                    <a:pt x="3914" y="13425"/>
                  </a:cubicBezTo>
                  <a:close/>
                  <a:moveTo>
                    <a:pt x="14974" y="13391"/>
                  </a:moveTo>
                  <a:cubicBezTo>
                    <a:pt x="15038" y="13391"/>
                    <a:pt x="15097" y="13444"/>
                    <a:pt x="15089" y="13523"/>
                  </a:cubicBezTo>
                  <a:cubicBezTo>
                    <a:pt x="15086" y="13565"/>
                    <a:pt x="15086" y="13604"/>
                    <a:pt x="15058" y="13641"/>
                  </a:cubicBezTo>
                  <a:cubicBezTo>
                    <a:pt x="15029" y="13679"/>
                    <a:pt x="14994" y="13697"/>
                    <a:pt x="14947" y="13704"/>
                  </a:cubicBezTo>
                  <a:cubicBezTo>
                    <a:pt x="14944" y="13705"/>
                    <a:pt x="14940" y="13705"/>
                    <a:pt x="14937" y="13705"/>
                  </a:cubicBezTo>
                  <a:cubicBezTo>
                    <a:pt x="14903" y="13705"/>
                    <a:pt x="14867" y="13687"/>
                    <a:pt x="14845" y="13660"/>
                  </a:cubicBezTo>
                  <a:cubicBezTo>
                    <a:pt x="14820" y="13624"/>
                    <a:pt x="14811" y="13582"/>
                    <a:pt x="14818" y="13537"/>
                  </a:cubicBezTo>
                  <a:cubicBezTo>
                    <a:pt x="14827" y="13489"/>
                    <a:pt x="14854" y="13466"/>
                    <a:pt x="14883" y="13432"/>
                  </a:cubicBezTo>
                  <a:cubicBezTo>
                    <a:pt x="14910" y="13404"/>
                    <a:pt x="14943" y="13391"/>
                    <a:pt x="14974" y="13391"/>
                  </a:cubicBezTo>
                  <a:close/>
                  <a:moveTo>
                    <a:pt x="13602" y="13293"/>
                  </a:moveTo>
                  <a:cubicBezTo>
                    <a:pt x="13661" y="13293"/>
                    <a:pt x="13713" y="13333"/>
                    <a:pt x="13741" y="13388"/>
                  </a:cubicBezTo>
                  <a:cubicBezTo>
                    <a:pt x="13770" y="13442"/>
                    <a:pt x="13802" y="13495"/>
                    <a:pt x="13804" y="13556"/>
                  </a:cubicBezTo>
                  <a:cubicBezTo>
                    <a:pt x="13805" y="13655"/>
                    <a:pt x="13732" y="13717"/>
                    <a:pt x="13654" y="13717"/>
                  </a:cubicBezTo>
                  <a:cubicBezTo>
                    <a:pt x="13612" y="13717"/>
                    <a:pt x="13569" y="13700"/>
                    <a:pt x="13534" y="13660"/>
                  </a:cubicBezTo>
                  <a:cubicBezTo>
                    <a:pt x="13492" y="13615"/>
                    <a:pt x="13479" y="13554"/>
                    <a:pt x="13465" y="13496"/>
                  </a:cubicBezTo>
                  <a:cubicBezTo>
                    <a:pt x="13445" y="13418"/>
                    <a:pt x="13469" y="13334"/>
                    <a:pt x="13550" y="13303"/>
                  </a:cubicBezTo>
                  <a:cubicBezTo>
                    <a:pt x="13568" y="13296"/>
                    <a:pt x="13585" y="13293"/>
                    <a:pt x="13602" y="13293"/>
                  </a:cubicBezTo>
                  <a:close/>
                  <a:moveTo>
                    <a:pt x="20204" y="13475"/>
                  </a:moveTo>
                  <a:cubicBezTo>
                    <a:pt x="20251" y="13475"/>
                    <a:pt x="20295" y="13498"/>
                    <a:pt x="20331" y="13537"/>
                  </a:cubicBezTo>
                  <a:cubicBezTo>
                    <a:pt x="20345" y="13553"/>
                    <a:pt x="20361" y="13570"/>
                    <a:pt x="20375" y="13588"/>
                  </a:cubicBezTo>
                  <a:cubicBezTo>
                    <a:pt x="20437" y="13669"/>
                    <a:pt x="20409" y="13788"/>
                    <a:pt x="20322" y="13836"/>
                  </a:cubicBezTo>
                  <a:cubicBezTo>
                    <a:pt x="20296" y="13851"/>
                    <a:pt x="20267" y="13857"/>
                    <a:pt x="20240" y="13857"/>
                  </a:cubicBezTo>
                  <a:cubicBezTo>
                    <a:pt x="20173" y="13857"/>
                    <a:pt x="20111" y="13817"/>
                    <a:pt x="20081" y="13751"/>
                  </a:cubicBezTo>
                  <a:cubicBezTo>
                    <a:pt x="20070" y="13730"/>
                    <a:pt x="20066" y="13709"/>
                    <a:pt x="20060" y="13687"/>
                  </a:cubicBezTo>
                  <a:cubicBezTo>
                    <a:pt x="20035" y="13612"/>
                    <a:pt x="20060" y="13533"/>
                    <a:pt x="20131" y="13495"/>
                  </a:cubicBezTo>
                  <a:cubicBezTo>
                    <a:pt x="20155" y="13481"/>
                    <a:pt x="20180" y="13475"/>
                    <a:pt x="20204" y="13475"/>
                  </a:cubicBezTo>
                  <a:close/>
                  <a:moveTo>
                    <a:pt x="6917" y="13817"/>
                  </a:moveTo>
                  <a:cubicBezTo>
                    <a:pt x="6970" y="13817"/>
                    <a:pt x="7022" y="13844"/>
                    <a:pt x="7047" y="13908"/>
                  </a:cubicBezTo>
                  <a:cubicBezTo>
                    <a:pt x="7092" y="14023"/>
                    <a:pt x="6995" y="14108"/>
                    <a:pt x="6900" y="14108"/>
                  </a:cubicBezTo>
                  <a:cubicBezTo>
                    <a:pt x="6847" y="14108"/>
                    <a:pt x="6795" y="14081"/>
                    <a:pt x="6769" y="14016"/>
                  </a:cubicBezTo>
                  <a:cubicBezTo>
                    <a:pt x="6725" y="13902"/>
                    <a:pt x="6823" y="13817"/>
                    <a:pt x="6917" y="13817"/>
                  </a:cubicBezTo>
                  <a:close/>
                  <a:moveTo>
                    <a:pt x="7849" y="13933"/>
                  </a:moveTo>
                  <a:cubicBezTo>
                    <a:pt x="7890" y="13933"/>
                    <a:pt x="7931" y="13954"/>
                    <a:pt x="7951" y="14003"/>
                  </a:cubicBezTo>
                  <a:cubicBezTo>
                    <a:pt x="7986" y="14093"/>
                    <a:pt x="7909" y="14161"/>
                    <a:pt x="7835" y="14161"/>
                  </a:cubicBezTo>
                  <a:cubicBezTo>
                    <a:pt x="7793" y="14161"/>
                    <a:pt x="7753" y="14140"/>
                    <a:pt x="7733" y="14090"/>
                  </a:cubicBezTo>
                  <a:cubicBezTo>
                    <a:pt x="7697" y="14000"/>
                    <a:pt x="7774" y="13933"/>
                    <a:pt x="7849" y="13933"/>
                  </a:cubicBezTo>
                  <a:close/>
                  <a:moveTo>
                    <a:pt x="5363" y="14012"/>
                  </a:moveTo>
                  <a:cubicBezTo>
                    <a:pt x="5430" y="14012"/>
                    <a:pt x="5496" y="14047"/>
                    <a:pt x="5528" y="14128"/>
                  </a:cubicBezTo>
                  <a:cubicBezTo>
                    <a:pt x="5584" y="14273"/>
                    <a:pt x="5460" y="14383"/>
                    <a:pt x="5340" y="14383"/>
                  </a:cubicBezTo>
                  <a:cubicBezTo>
                    <a:pt x="5273" y="14383"/>
                    <a:pt x="5207" y="14348"/>
                    <a:pt x="5175" y="14267"/>
                  </a:cubicBezTo>
                  <a:cubicBezTo>
                    <a:pt x="5119" y="14122"/>
                    <a:pt x="5243" y="14012"/>
                    <a:pt x="5363" y="14012"/>
                  </a:cubicBezTo>
                  <a:close/>
                  <a:moveTo>
                    <a:pt x="22295" y="13473"/>
                  </a:moveTo>
                  <a:cubicBezTo>
                    <a:pt x="22322" y="13473"/>
                    <a:pt x="22350" y="13484"/>
                    <a:pt x="22372" y="13507"/>
                  </a:cubicBezTo>
                  <a:cubicBezTo>
                    <a:pt x="22534" y="13683"/>
                    <a:pt x="22406" y="14009"/>
                    <a:pt x="22278" y="14169"/>
                  </a:cubicBezTo>
                  <a:cubicBezTo>
                    <a:pt x="22148" y="14331"/>
                    <a:pt x="21948" y="14441"/>
                    <a:pt x="21740" y="14441"/>
                  </a:cubicBezTo>
                  <a:cubicBezTo>
                    <a:pt x="21707" y="14441"/>
                    <a:pt x="21673" y="14439"/>
                    <a:pt x="21640" y="14433"/>
                  </a:cubicBezTo>
                  <a:cubicBezTo>
                    <a:pt x="21370" y="14385"/>
                    <a:pt x="21231" y="14129"/>
                    <a:pt x="21364" y="13881"/>
                  </a:cubicBezTo>
                  <a:cubicBezTo>
                    <a:pt x="21467" y="13688"/>
                    <a:pt x="21663" y="13627"/>
                    <a:pt x="21864" y="13627"/>
                  </a:cubicBezTo>
                  <a:cubicBezTo>
                    <a:pt x="21957" y="13627"/>
                    <a:pt x="22050" y="13640"/>
                    <a:pt x="22136" y="13659"/>
                  </a:cubicBezTo>
                  <a:cubicBezTo>
                    <a:pt x="22163" y="13665"/>
                    <a:pt x="22182" y="13682"/>
                    <a:pt x="22194" y="13703"/>
                  </a:cubicBezTo>
                  <a:cubicBezTo>
                    <a:pt x="22194" y="13652"/>
                    <a:pt x="22194" y="13601"/>
                    <a:pt x="22204" y="13551"/>
                  </a:cubicBezTo>
                  <a:cubicBezTo>
                    <a:pt x="22215" y="13499"/>
                    <a:pt x="22254" y="13473"/>
                    <a:pt x="22295" y="13473"/>
                  </a:cubicBezTo>
                  <a:close/>
                  <a:moveTo>
                    <a:pt x="13858" y="14556"/>
                  </a:moveTo>
                  <a:cubicBezTo>
                    <a:pt x="13867" y="14556"/>
                    <a:pt x="13876" y="14558"/>
                    <a:pt x="13886" y="14560"/>
                  </a:cubicBezTo>
                  <a:cubicBezTo>
                    <a:pt x="13911" y="14567"/>
                    <a:pt x="13938" y="14573"/>
                    <a:pt x="13961" y="14580"/>
                  </a:cubicBezTo>
                  <a:cubicBezTo>
                    <a:pt x="14005" y="14593"/>
                    <a:pt x="14032" y="14614"/>
                    <a:pt x="14062" y="14647"/>
                  </a:cubicBezTo>
                  <a:cubicBezTo>
                    <a:pt x="14124" y="14722"/>
                    <a:pt x="14067" y="14852"/>
                    <a:pt x="13969" y="14856"/>
                  </a:cubicBezTo>
                  <a:cubicBezTo>
                    <a:pt x="13962" y="14857"/>
                    <a:pt x="13954" y="14857"/>
                    <a:pt x="13947" y="14857"/>
                  </a:cubicBezTo>
                  <a:cubicBezTo>
                    <a:pt x="13913" y="14857"/>
                    <a:pt x="13884" y="14850"/>
                    <a:pt x="13853" y="14828"/>
                  </a:cubicBezTo>
                  <a:cubicBezTo>
                    <a:pt x="13832" y="14814"/>
                    <a:pt x="13811" y="14800"/>
                    <a:pt x="13788" y="14786"/>
                  </a:cubicBezTo>
                  <a:cubicBezTo>
                    <a:pt x="13691" y="14727"/>
                    <a:pt x="13754" y="14556"/>
                    <a:pt x="13858" y="14556"/>
                  </a:cubicBezTo>
                  <a:close/>
                  <a:moveTo>
                    <a:pt x="4022" y="14621"/>
                  </a:moveTo>
                  <a:cubicBezTo>
                    <a:pt x="4086" y="14621"/>
                    <a:pt x="4149" y="14654"/>
                    <a:pt x="4180" y="14732"/>
                  </a:cubicBezTo>
                  <a:cubicBezTo>
                    <a:pt x="4233" y="14870"/>
                    <a:pt x="4115" y="14973"/>
                    <a:pt x="4001" y="14973"/>
                  </a:cubicBezTo>
                  <a:cubicBezTo>
                    <a:pt x="3937" y="14973"/>
                    <a:pt x="3874" y="14941"/>
                    <a:pt x="3844" y="14864"/>
                  </a:cubicBezTo>
                  <a:cubicBezTo>
                    <a:pt x="3790" y="14725"/>
                    <a:pt x="3908" y="14621"/>
                    <a:pt x="4022" y="14621"/>
                  </a:cubicBezTo>
                  <a:close/>
                  <a:moveTo>
                    <a:pt x="24344" y="14904"/>
                  </a:moveTo>
                  <a:cubicBezTo>
                    <a:pt x="24383" y="14904"/>
                    <a:pt x="24421" y="14924"/>
                    <a:pt x="24439" y="14970"/>
                  </a:cubicBezTo>
                  <a:cubicBezTo>
                    <a:pt x="24472" y="15053"/>
                    <a:pt x="24401" y="15116"/>
                    <a:pt x="24332" y="15116"/>
                  </a:cubicBezTo>
                  <a:cubicBezTo>
                    <a:pt x="24293" y="15116"/>
                    <a:pt x="24255" y="15097"/>
                    <a:pt x="24236" y="15049"/>
                  </a:cubicBezTo>
                  <a:cubicBezTo>
                    <a:pt x="24204" y="14966"/>
                    <a:pt x="24275" y="14904"/>
                    <a:pt x="24344" y="14904"/>
                  </a:cubicBezTo>
                  <a:close/>
                  <a:moveTo>
                    <a:pt x="13063" y="15212"/>
                  </a:moveTo>
                  <a:cubicBezTo>
                    <a:pt x="13096" y="15212"/>
                    <a:pt x="13128" y="15229"/>
                    <a:pt x="13143" y="15270"/>
                  </a:cubicBezTo>
                  <a:cubicBezTo>
                    <a:pt x="13171" y="15342"/>
                    <a:pt x="13111" y="15396"/>
                    <a:pt x="13052" y="15396"/>
                  </a:cubicBezTo>
                  <a:cubicBezTo>
                    <a:pt x="13019" y="15396"/>
                    <a:pt x="12987" y="15379"/>
                    <a:pt x="12970" y="15338"/>
                  </a:cubicBezTo>
                  <a:cubicBezTo>
                    <a:pt x="12942" y="15267"/>
                    <a:pt x="13004" y="15212"/>
                    <a:pt x="13063" y="15212"/>
                  </a:cubicBezTo>
                  <a:close/>
                  <a:moveTo>
                    <a:pt x="22660" y="15152"/>
                  </a:moveTo>
                  <a:cubicBezTo>
                    <a:pt x="22713" y="15152"/>
                    <a:pt x="22765" y="15178"/>
                    <a:pt x="22790" y="15242"/>
                  </a:cubicBezTo>
                  <a:cubicBezTo>
                    <a:pt x="22834" y="15356"/>
                    <a:pt x="22736" y="15441"/>
                    <a:pt x="22642" y="15441"/>
                  </a:cubicBezTo>
                  <a:cubicBezTo>
                    <a:pt x="22590" y="15441"/>
                    <a:pt x="22538" y="15414"/>
                    <a:pt x="22513" y="15351"/>
                  </a:cubicBezTo>
                  <a:cubicBezTo>
                    <a:pt x="22468" y="15237"/>
                    <a:pt x="22566" y="15152"/>
                    <a:pt x="22660" y="15152"/>
                  </a:cubicBezTo>
                  <a:close/>
                  <a:moveTo>
                    <a:pt x="7133" y="14929"/>
                  </a:moveTo>
                  <a:cubicBezTo>
                    <a:pt x="7339" y="14929"/>
                    <a:pt x="7549" y="14986"/>
                    <a:pt x="7716" y="15079"/>
                  </a:cubicBezTo>
                  <a:cubicBezTo>
                    <a:pt x="7745" y="15096"/>
                    <a:pt x="7758" y="15124"/>
                    <a:pt x="7760" y="15150"/>
                  </a:cubicBezTo>
                  <a:cubicBezTo>
                    <a:pt x="7808" y="15154"/>
                    <a:pt x="7847" y="15188"/>
                    <a:pt x="7867" y="15252"/>
                  </a:cubicBezTo>
                  <a:cubicBezTo>
                    <a:pt x="7908" y="15376"/>
                    <a:pt x="7836" y="15493"/>
                    <a:pt x="7748" y="15575"/>
                  </a:cubicBezTo>
                  <a:cubicBezTo>
                    <a:pt x="7597" y="15721"/>
                    <a:pt x="7385" y="15796"/>
                    <a:pt x="7174" y="15796"/>
                  </a:cubicBezTo>
                  <a:cubicBezTo>
                    <a:pt x="7074" y="15796"/>
                    <a:pt x="6974" y="15779"/>
                    <a:pt x="6881" y="15745"/>
                  </a:cubicBezTo>
                  <a:cubicBezTo>
                    <a:pt x="6620" y="15650"/>
                    <a:pt x="6309" y="15291"/>
                    <a:pt x="6636" y="15069"/>
                  </a:cubicBezTo>
                  <a:cubicBezTo>
                    <a:pt x="6779" y="14971"/>
                    <a:pt x="6955" y="14929"/>
                    <a:pt x="7133" y="14929"/>
                  </a:cubicBezTo>
                  <a:close/>
                  <a:moveTo>
                    <a:pt x="20645" y="15603"/>
                  </a:moveTo>
                  <a:cubicBezTo>
                    <a:pt x="20684" y="15603"/>
                    <a:pt x="20722" y="15623"/>
                    <a:pt x="20740" y="15670"/>
                  </a:cubicBezTo>
                  <a:cubicBezTo>
                    <a:pt x="20773" y="15753"/>
                    <a:pt x="20702" y="15815"/>
                    <a:pt x="20634" y="15815"/>
                  </a:cubicBezTo>
                  <a:cubicBezTo>
                    <a:pt x="20595" y="15815"/>
                    <a:pt x="20557" y="15796"/>
                    <a:pt x="20538" y="15749"/>
                  </a:cubicBezTo>
                  <a:cubicBezTo>
                    <a:pt x="20505" y="15665"/>
                    <a:pt x="20576" y="15603"/>
                    <a:pt x="20645" y="15603"/>
                  </a:cubicBezTo>
                  <a:close/>
                  <a:moveTo>
                    <a:pt x="14712" y="15575"/>
                  </a:moveTo>
                  <a:cubicBezTo>
                    <a:pt x="14793" y="15575"/>
                    <a:pt x="14870" y="15651"/>
                    <a:pt x="14837" y="15758"/>
                  </a:cubicBezTo>
                  <a:cubicBezTo>
                    <a:pt x="14828" y="15778"/>
                    <a:pt x="14823" y="15797"/>
                    <a:pt x="14818" y="15819"/>
                  </a:cubicBezTo>
                  <a:cubicBezTo>
                    <a:pt x="14806" y="15889"/>
                    <a:pt x="14740" y="15939"/>
                    <a:pt x="14671" y="15939"/>
                  </a:cubicBezTo>
                  <a:cubicBezTo>
                    <a:pt x="14652" y="15939"/>
                    <a:pt x="14634" y="15936"/>
                    <a:pt x="14616" y="15928"/>
                  </a:cubicBezTo>
                  <a:cubicBezTo>
                    <a:pt x="14529" y="15891"/>
                    <a:pt x="14504" y="15779"/>
                    <a:pt x="14562" y="15705"/>
                  </a:cubicBezTo>
                  <a:cubicBezTo>
                    <a:pt x="14575" y="15688"/>
                    <a:pt x="14583" y="15670"/>
                    <a:pt x="14593" y="15651"/>
                  </a:cubicBezTo>
                  <a:cubicBezTo>
                    <a:pt x="14623" y="15598"/>
                    <a:pt x="14668" y="15575"/>
                    <a:pt x="14712" y="15575"/>
                  </a:cubicBezTo>
                  <a:close/>
                  <a:moveTo>
                    <a:pt x="5740" y="15895"/>
                  </a:moveTo>
                  <a:cubicBezTo>
                    <a:pt x="5770" y="15895"/>
                    <a:pt x="5801" y="15903"/>
                    <a:pt x="5832" y="15921"/>
                  </a:cubicBezTo>
                  <a:cubicBezTo>
                    <a:pt x="5913" y="15965"/>
                    <a:pt x="5953" y="16096"/>
                    <a:pt x="5859" y="16156"/>
                  </a:cubicBezTo>
                  <a:cubicBezTo>
                    <a:pt x="5822" y="16180"/>
                    <a:pt x="5780" y="16203"/>
                    <a:pt x="5735" y="16203"/>
                  </a:cubicBezTo>
                  <a:cubicBezTo>
                    <a:pt x="5728" y="16203"/>
                    <a:pt x="5720" y="16202"/>
                    <a:pt x="5713" y="16201"/>
                  </a:cubicBezTo>
                  <a:cubicBezTo>
                    <a:pt x="5679" y="16194"/>
                    <a:pt x="5654" y="16180"/>
                    <a:pt x="5627" y="16160"/>
                  </a:cubicBezTo>
                  <a:lnTo>
                    <a:pt x="5542" y="16149"/>
                  </a:lnTo>
                  <a:cubicBezTo>
                    <a:pt x="5424" y="16137"/>
                    <a:pt x="5443" y="15973"/>
                    <a:pt x="5548" y="15955"/>
                  </a:cubicBezTo>
                  <a:cubicBezTo>
                    <a:pt x="5570" y="15950"/>
                    <a:pt x="5594" y="15948"/>
                    <a:pt x="5618" y="15942"/>
                  </a:cubicBezTo>
                  <a:cubicBezTo>
                    <a:pt x="5655" y="15912"/>
                    <a:pt x="5696" y="15895"/>
                    <a:pt x="5740" y="15895"/>
                  </a:cubicBezTo>
                  <a:close/>
                  <a:moveTo>
                    <a:pt x="11084" y="11375"/>
                  </a:moveTo>
                  <a:cubicBezTo>
                    <a:pt x="11432" y="11375"/>
                    <a:pt x="11770" y="11472"/>
                    <a:pt x="12063" y="11696"/>
                  </a:cubicBezTo>
                  <a:cubicBezTo>
                    <a:pt x="12089" y="11699"/>
                    <a:pt x="12113" y="11710"/>
                    <a:pt x="12137" y="11733"/>
                  </a:cubicBezTo>
                  <a:cubicBezTo>
                    <a:pt x="13038" y="12592"/>
                    <a:pt x="13020" y="14163"/>
                    <a:pt x="12368" y="15170"/>
                  </a:cubicBezTo>
                  <a:cubicBezTo>
                    <a:pt x="11955" y="15805"/>
                    <a:pt x="11218" y="16210"/>
                    <a:pt x="10477" y="16210"/>
                  </a:cubicBezTo>
                  <a:cubicBezTo>
                    <a:pt x="10135" y="16210"/>
                    <a:pt x="9792" y="16123"/>
                    <a:pt x="9480" y="15933"/>
                  </a:cubicBezTo>
                  <a:cubicBezTo>
                    <a:pt x="8383" y="15267"/>
                    <a:pt x="8301" y="13624"/>
                    <a:pt x="8932" y="12613"/>
                  </a:cubicBezTo>
                  <a:cubicBezTo>
                    <a:pt x="9355" y="11937"/>
                    <a:pt x="10245" y="11375"/>
                    <a:pt x="11084" y="11375"/>
                  </a:cubicBezTo>
                  <a:close/>
                  <a:moveTo>
                    <a:pt x="23275" y="15981"/>
                  </a:moveTo>
                  <a:cubicBezTo>
                    <a:pt x="23320" y="15981"/>
                    <a:pt x="23363" y="16003"/>
                    <a:pt x="23385" y="16057"/>
                  </a:cubicBezTo>
                  <a:cubicBezTo>
                    <a:pt x="23422" y="16154"/>
                    <a:pt x="23340" y="16226"/>
                    <a:pt x="23260" y="16226"/>
                  </a:cubicBezTo>
                  <a:cubicBezTo>
                    <a:pt x="23216" y="16226"/>
                    <a:pt x="23172" y="16203"/>
                    <a:pt x="23151" y="16149"/>
                  </a:cubicBezTo>
                  <a:cubicBezTo>
                    <a:pt x="23114" y="16053"/>
                    <a:pt x="23196" y="15981"/>
                    <a:pt x="23275" y="15981"/>
                  </a:cubicBezTo>
                  <a:close/>
                  <a:moveTo>
                    <a:pt x="8288" y="15972"/>
                  </a:moveTo>
                  <a:cubicBezTo>
                    <a:pt x="8332" y="15972"/>
                    <a:pt x="8376" y="15990"/>
                    <a:pt x="8403" y="16033"/>
                  </a:cubicBezTo>
                  <a:lnTo>
                    <a:pt x="8429" y="16075"/>
                  </a:lnTo>
                  <a:cubicBezTo>
                    <a:pt x="8489" y="16162"/>
                    <a:pt x="8460" y="16286"/>
                    <a:pt x="8358" y="16325"/>
                  </a:cubicBezTo>
                  <a:cubicBezTo>
                    <a:pt x="8338" y="16333"/>
                    <a:pt x="8318" y="16336"/>
                    <a:pt x="8298" y="16336"/>
                  </a:cubicBezTo>
                  <a:cubicBezTo>
                    <a:pt x="8219" y="16336"/>
                    <a:pt x="8149" y="16274"/>
                    <a:pt x="8137" y="16190"/>
                  </a:cubicBezTo>
                  <a:cubicBezTo>
                    <a:pt x="8132" y="16173"/>
                    <a:pt x="8131" y="16156"/>
                    <a:pt x="8128" y="16140"/>
                  </a:cubicBezTo>
                  <a:cubicBezTo>
                    <a:pt x="8109" y="16043"/>
                    <a:pt x="8201" y="15972"/>
                    <a:pt x="8288" y="15972"/>
                  </a:cubicBezTo>
                  <a:close/>
                  <a:moveTo>
                    <a:pt x="21969" y="16333"/>
                  </a:moveTo>
                  <a:cubicBezTo>
                    <a:pt x="21986" y="16333"/>
                    <a:pt x="22003" y="16336"/>
                    <a:pt x="22017" y="16339"/>
                  </a:cubicBezTo>
                  <a:cubicBezTo>
                    <a:pt x="22054" y="16346"/>
                    <a:pt x="22090" y="16359"/>
                    <a:pt x="22125" y="16368"/>
                  </a:cubicBezTo>
                  <a:cubicBezTo>
                    <a:pt x="22182" y="16385"/>
                    <a:pt x="22213" y="16458"/>
                    <a:pt x="22203" y="16510"/>
                  </a:cubicBezTo>
                  <a:cubicBezTo>
                    <a:pt x="22194" y="16570"/>
                    <a:pt x="22145" y="16616"/>
                    <a:pt x="22087" y="16622"/>
                  </a:cubicBezTo>
                  <a:cubicBezTo>
                    <a:pt x="22057" y="16626"/>
                    <a:pt x="22030" y="16628"/>
                    <a:pt x="22002" y="16628"/>
                  </a:cubicBezTo>
                  <a:cubicBezTo>
                    <a:pt x="21970" y="16625"/>
                    <a:pt x="21942" y="16628"/>
                    <a:pt x="21917" y="16615"/>
                  </a:cubicBezTo>
                  <a:cubicBezTo>
                    <a:pt x="21910" y="16614"/>
                    <a:pt x="21877" y="16598"/>
                    <a:pt x="21885" y="16598"/>
                  </a:cubicBezTo>
                  <a:cubicBezTo>
                    <a:pt x="21886" y="16598"/>
                    <a:pt x="21887" y="16598"/>
                    <a:pt x="21888" y="16598"/>
                  </a:cubicBezTo>
                  <a:cubicBezTo>
                    <a:pt x="21829" y="16578"/>
                    <a:pt x="21790" y="16536"/>
                    <a:pt x="21790" y="16472"/>
                  </a:cubicBezTo>
                  <a:cubicBezTo>
                    <a:pt x="21792" y="16411"/>
                    <a:pt x="21842" y="16353"/>
                    <a:pt x="21904" y="16350"/>
                  </a:cubicBezTo>
                  <a:cubicBezTo>
                    <a:pt x="21918" y="16347"/>
                    <a:pt x="21946" y="16334"/>
                    <a:pt x="21961" y="16333"/>
                  </a:cubicBezTo>
                  <a:cubicBezTo>
                    <a:pt x="21963" y="16333"/>
                    <a:pt x="21966" y="16333"/>
                    <a:pt x="21969" y="16333"/>
                  </a:cubicBezTo>
                  <a:close/>
                  <a:moveTo>
                    <a:pt x="13481" y="15899"/>
                  </a:moveTo>
                  <a:cubicBezTo>
                    <a:pt x="13879" y="15899"/>
                    <a:pt x="14342" y="16140"/>
                    <a:pt x="14332" y="16507"/>
                  </a:cubicBezTo>
                  <a:cubicBezTo>
                    <a:pt x="14328" y="16715"/>
                    <a:pt x="14175" y="16863"/>
                    <a:pt x="13990" y="16863"/>
                  </a:cubicBezTo>
                  <a:cubicBezTo>
                    <a:pt x="13943" y="16863"/>
                    <a:pt x="13894" y="16854"/>
                    <a:pt x="13845" y="16833"/>
                  </a:cubicBezTo>
                  <a:cubicBezTo>
                    <a:pt x="13712" y="16778"/>
                    <a:pt x="13604" y="16669"/>
                    <a:pt x="13496" y="16580"/>
                  </a:cubicBezTo>
                  <a:cubicBezTo>
                    <a:pt x="13340" y="16446"/>
                    <a:pt x="13183" y="16317"/>
                    <a:pt x="13033" y="16180"/>
                  </a:cubicBezTo>
                  <a:cubicBezTo>
                    <a:pt x="12982" y="16132"/>
                    <a:pt x="13000" y="16067"/>
                    <a:pt x="13045" y="16041"/>
                  </a:cubicBezTo>
                  <a:cubicBezTo>
                    <a:pt x="13150" y="15943"/>
                    <a:pt x="13310" y="15899"/>
                    <a:pt x="13481" y="15899"/>
                  </a:cubicBezTo>
                  <a:close/>
                  <a:moveTo>
                    <a:pt x="26300" y="16831"/>
                  </a:moveTo>
                  <a:cubicBezTo>
                    <a:pt x="26342" y="16831"/>
                    <a:pt x="26382" y="16853"/>
                    <a:pt x="26402" y="16903"/>
                  </a:cubicBezTo>
                  <a:cubicBezTo>
                    <a:pt x="26437" y="16990"/>
                    <a:pt x="26362" y="17056"/>
                    <a:pt x="26289" y="17056"/>
                  </a:cubicBezTo>
                  <a:cubicBezTo>
                    <a:pt x="26248" y="17056"/>
                    <a:pt x="26207" y="17035"/>
                    <a:pt x="26188" y="16985"/>
                  </a:cubicBezTo>
                  <a:cubicBezTo>
                    <a:pt x="26153" y="16897"/>
                    <a:pt x="26228" y="16831"/>
                    <a:pt x="26300" y="16831"/>
                  </a:cubicBezTo>
                  <a:close/>
                  <a:moveTo>
                    <a:pt x="8801" y="16910"/>
                  </a:moveTo>
                  <a:cubicBezTo>
                    <a:pt x="8851" y="16910"/>
                    <a:pt x="8900" y="16936"/>
                    <a:pt x="8923" y="16996"/>
                  </a:cubicBezTo>
                  <a:cubicBezTo>
                    <a:pt x="8967" y="17105"/>
                    <a:pt x="8874" y="17185"/>
                    <a:pt x="8785" y="17185"/>
                  </a:cubicBezTo>
                  <a:cubicBezTo>
                    <a:pt x="8734" y="17185"/>
                    <a:pt x="8684" y="17159"/>
                    <a:pt x="8661" y="17098"/>
                  </a:cubicBezTo>
                  <a:cubicBezTo>
                    <a:pt x="8619" y="16991"/>
                    <a:pt x="8712" y="16910"/>
                    <a:pt x="8801" y="16910"/>
                  </a:cubicBezTo>
                  <a:close/>
                  <a:moveTo>
                    <a:pt x="14928" y="17111"/>
                  </a:moveTo>
                  <a:cubicBezTo>
                    <a:pt x="14959" y="17111"/>
                    <a:pt x="14991" y="17127"/>
                    <a:pt x="15005" y="17166"/>
                  </a:cubicBezTo>
                  <a:cubicBezTo>
                    <a:pt x="15033" y="17234"/>
                    <a:pt x="14975" y="17285"/>
                    <a:pt x="14919" y="17285"/>
                  </a:cubicBezTo>
                  <a:cubicBezTo>
                    <a:pt x="14887" y="17285"/>
                    <a:pt x="14856" y="17269"/>
                    <a:pt x="14841" y="17230"/>
                  </a:cubicBezTo>
                  <a:cubicBezTo>
                    <a:pt x="14814" y="17162"/>
                    <a:pt x="14872" y="17111"/>
                    <a:pt x="14928" y="17111"/>
                  </a:cubicBezTo>
                  <a:close/>
                  <a:moveTo>
                    <a:pt x="23592" y="17150"/>
                  </a:moveTo>
                  <a:cubicBezTo>
                    <a:pt x="23663" y="17150"/>
                    <a:pt x="23730" y="17197"/>
                    <a:pt x="23759" y="17261"/>
                  </a:cubicBezTo>
                  <a:cubicBezTo>
                    <a:pt x="23796" y="17346"/>
                    <a:pt x="23746" y="17458"/>
                    <a:pt x="23660" y="17488"/>
                  </a:cubicBezTo>
                  <a:cubicBezTo>
                    <a:pt x="23637" y="17495"/>
                    <a:pt x="23616" y="17505"/>
                    <a:pt x="23594" y="17511"/>
                  </a:cubicBezTo>
                  <a:cubicBezTo>
                    <a:pt x="23573" y="17518"/>
                    <a:pt x="23552" y="17522"/>
                    <a:pt x="23531" y="17522"/>
                  </a:cubicBezTo>
                  <a:cubicBezTo>
                    <a:pt x="23463" y="17522"/>
                    <a:pt x="23401" y="17482"/>
                    <a:pt x="23371" y="17414"/>
                  </a:cubicBezTo>
                  <a:cubicBezTo>
                    <a:pt x="23332" y="17325"/>
                    <a:pt x="23386" y="17226"/>
                    <a:pt x="23468" y="17190"/>
                  </a:cubicBezTo>
                  <a:cubicBezTo>
                    <a:pt x="23490" y="17182"/>
                    <a:pt x="23511" y="17172"/>
                    <a:pt x="23532" y="17162"/>
                  </a:cubicBezTo>
                  <a:cubicBezTo>
                    <a:pt x="23552" y="17154"/>
                    <a:pt x="23572" y="17150"/>
                    <a:pt x="23592" y="17150"/>
                  </a:cubicBezTo>
                  <a:close/>
                  <a:moveTo>
                    <a:pt x="7141" y="17064"/>
                  </a:moveTo>
                  <a:cubicBezTo>
                    <a:pt x="7213" y="17064"/>
                    <a:pt x="7282" y="17113"/>
                    <a:pt x="7312" y="17179"/>
                  </a:cubicBezTo>
                  <a:cubicBezTo>
                    <a:pt x="7330" y="17223"/>
                    <a:pt x="7349" y="17266"/>
                    <a:pt x="7369" y="17308"/>
                  </a:cubicBezTo>
                  <a:cubicBezTo>
                    <a:pt x="7408" y="17402"/>
                    <a:pt x="7352" y="17506"/>
                    <a:pt x="7264" y="17545"/>
                  </a:cubicBezTo>
                  <a:cubicBezTo>
                    <a:pt x="7242" y="17554"/>
                    <a:pt x="7219" y="17559"/>
                    <a:pt x="7197" y="17559"/>
                  </a:cubicBezTo>
                  <a:cubicBezTo>
                    <a:pt x="7123" y="17559"/>
                    <a:pt x="7049" y="17512"/>
                    <a:pt x="7024" y="17443"/>
                  </a:cubicBezTo>
                  <a:cubicBezTo>
                    <a:pt x="7009" y="17396"/>
                    <a:pt x="6993" y="17353"/>
                    <a:pt x="6977" y="17309"/>
                  </a:cubicBezTo>
                  <a:cubicBezTo>
                    <a:pt x="6945" y="17214"/>
                    <a:pt x="6989" y="17118"/>
                    <a:pt x="7079" y="17077"/>
                  </a:cubicBezTo>
                  <a:cubicBezTo>
                    <a:pt x="7100" y="17068"/>
                    <a:pt x="7121" y="17064"/>
                    <a:pt x="7141" y="17064"/>
                  </a:cubicBezTo>
                  <a:close/>
                  <a:moveTo>
                    <a:pt x="24673" y="16561"/>
                  </a:moveTo>
                  <a:cubicBezTo>
                    <a:pt x="24775" y="16561"/>
                    <a:pt x="24886" y="16592"/>
                    <a:pt x="24978" y="16633"/>
                  </a:cubicBezTo>
                  <a:cubicBezTo>
                    <a:pt x="25236" y="16751"/>
                    <a:pt x="25440" y="16974"/>
                    <a:pt x="25520" y="17246"/>
                  </a:cubicBezTo>
                  <a:cubicBezTo>
                    <a:pt x="25533" y="17287"/>
                    <a:pt x="25518" y="17318"/>
                    <a:pt x="25493" y="17335"/>
                  </a:cubicBezTo>
                  <a:cubicBezTo>
                    <a:pt x="25508" y="17368"/>
                    <a:pt x="25503" y="17409"/>
                    <a:pt x="25466" y="17438"/>
                  </a:cubicBezTo>
                  <a:cubicBezTo>
                    <a:pt x="25365" y="17523"/>
                    <a:pt x="25245" y="17560"/>
                    <a:pt x="25123" y="17560"/>
                  </a:cubicBezTo>
                  <a:cubicBezTo>
                    <a:pt x="24747" y="17560"/>
                    <a:pt x="24345" y="17211"/>
                    <a:pt x="24375" y="16828"/>
                  </a:cubicBezTo>
                  <a:cubicBezTo>
                    <a:pt x="24391" y="16629"/>
                    <a:pt x="24522" y="16561"/>
                    <a:pt x="24673" y="16561"/>
                  </a:cubicBezTo>
                  <a:close/>
                  <a:moveTo>
                    <a:pt x="12741" y="17220"/>
                  </a:moveTo>
                  <a:cubicBezTo>
                    <a:pt x="12803" y="17220"/>
                    <a:pt x="12862" y="17263"/>
                    <a:pt x="12890" y="17321"/>
                  </a:cubicBezTo>
                  <a:lnTo>
                    <a:pt x="12919" y="17385"/>
                  </a:lnTo>
                  <a:cubicBezTo>
                    <a:pt x="12960" y="17465"/>
                    <a:pt x="12904" y="17559"/>
                    <a:pt x="12827" y="17593"/>
                  </a:cubicBezTo>
                  <a:cubicBezTo>
                    <a:pt x="12809" y="17601"/>
                    <a:pt x="12790" y="17604"/>
                    <a:pt x="12770" y="17604"/>
                  </a:cubicBezTo>
                  <a:cubicBezTo>
                    <a:pt x="12705" y="17604"/>
                    <a:pt x="12637" y="17564"/>
                    <a:pt x="12619" y="17501"/>
                  </a:cubicBezTo>
                  <a:lnTo>
                    <a:pt x="12596" y="17434"/>
                  </a:lnTo>
                  <a:cubicBezTo>
                    <a:pt x="12572" y="17349"/>
                    <a:pt x="12602" y="17267"/>
                    <a:pt x="12686" y="17232"/>
                  </a:cubicBezTo>
                  <a:cubicBezTo>
                    <a:pt x="12704" y="17223"/>
                    <a:pt x="12722" y="17220"/>
                    <a:pt x="12741" y="17220"/>
                  </a:cubicBezTo>
                  <a:close/>
                  <a:moveTo>
                    <a:pt x="19695" y="17369"/>
                  </a:moveTo>
                  <a:cubicBezTo>
                    <a:pt x="19823" y="17369"/>
                    <a:pt x="19886" y="17578"/>
                    <a:pt x="19741" y="17630"/>
                  </a:cubicBezTo>
                  <a:lnTo>
                    <a:pt x="19678" y="17655"/>
                  </a:lnTo>
                  <a:cubicBezTo>
                    <a:pt x="19660" y="17661"/>
                    <a:pt x="19644" y="17664"/>
                    <a:pt x="19628" y="17664"/>
                  </a:cubicBezTo>
                  <a:cubicBezTo>
                    <a:pt x="19499" y="17664"/>
                    <a:pt x="19439" y="17467"/>
                    <a:pt x="19580" y="17409"/>
                  </a:cubicBezTo>
                  <a:lnTo>
                    <a:pt x="19644" y="17380"/>
                  </a:lnTo>
                  <a:cubicBezTo>
                    <a:pt x="19662" y="17373"/>
                    <a:pt x="19679" y="17369"/>
                    <a:pt x="19695" y="17369"/>
                  </a:cubicBezTo>
                  <a:close/>
                  <a:moveTo>
                    <a:pt x="10628" y="16525"/>
                  </a:moveTo>
                  <a:cubicBezTo>
                    <a:pt x="10662" y="16525"/>
                    <a:pt x="10694" y="16549"/>
                    <a:pt x="10707" y="16581"/>
                  </a:cubicBezTo>
                  <a:cubicBezTo>
                    <a:pt x="10714" y="16598"/>
                    <a:pt x="10716" y="16616"/>
                    <a:pt x="10710" y="16636"/>
                  </a:cubicBezTo>
                  <a:cubicBezTo>
                    <a:pt x="10964" y="16670"/>
                    <a:pt x="11090" y="16925"/>
                    <a:pt x="11054" y="17165"/>
                  </a:cubicBezTo>
                  <a:cubicBezTo>
                    <a:pt x="11026" y="17352"/>
                    <a:pt x="10923" y="17705"/>
                    <a:pt x="10699" y="17735"/>
                  </a:cubicBezTo>
                  <a:cubicBezTo>
                    <a:pt x="10688" y="17736"/>
                    <a:pt x="10677" y="17737"/>
                    <a:pt x="10666" y="17737"/>
                  </a:cubicBezTo>
                  <a:cubicBezTo>
                    <a:pt x="10478" y="17737"/>
                    <a:pt x="10344" y="17520"/>
                    <a:pt x="10319" y="17353"/>
                  </a:cubicBezTo>
                  <a:cubicBezTo>
                    <a:pt x="10274" y="17076"/>
                    <a:pt x="10390" y="16768"/>
                    <a:pt x="10566" y="16557"/>
                  </a:cubicBezTo>
                  <a:cubicBezTo>
                    <a:pt x="10585" y="16535"/>
                    <a:pt x="10607" y="16525"/>
                    <a:pt x="10628" y="16525"/>
                  </a:cubicBezTo>
                  <a:close/>
                  <a:moveTo>
                    <a:pt x="16879" y="10734"/>
                  </a:moveTo>
                  <a:cubicBezTo>
                    <a:pt x="17701" y="10734"/>
                    <a:pt x="18546" y="11216"/>
                    <a:pt x="19063" y="11886"/>
                  </a:cubicBezTo>
                  <a:cubicBezTo>
                    <a:pt x="19921" y="13001"/>
                    <a:pt x="20161" y="14597"/>
                    <a:pt x="19697" y="15925"/>
                  </a:cubicBezTo>
                  <a:cubicBezTo>
                    <a:pt x="19326" y="16984"/>
                    <a:pt x="18416" y="17857"/>
                    <a:pt x="17282" y="17857"/>
                  </a:cubicBezTo>
                  <a:cubicBezTo>
                    <a:pt x="17161" y="17857"/>
                    <a:pt x="17038" y="17847"/>
                    <a:pt x="16913" y="17827"/>
                  </a:cubicBezTo>
                  <a:cubicBezTo>
                    <a:pt x="15568" y="17606"/>
                    <a:pt x="15114" y="16251"/>
                    <a:pt x="15389" y="15041"/>
                  </a:cubicBezTo>
                  <a:cubicBezTo>
                    <a:pt x="15513" y="14498"/>
                    <a:pt x="15697" y="14098"/>
                    <a:pt x="15513" y="13530"/>
                  </a:cubicBezTo>
                  <a:cubicBezTo>
                    <a:pt x="15411" y="13213"/>
                    <a:pt x="15243" y="12916"/>
                    <a:pt x="15170" y="12589"/>
                  </a:cubicBezTo>
                  <a:cubicBezTo>
                    <a:pt x="15068" y="12138"/>
                    <a:pt x="15122" y="11654"/>
                    <a:pt x="15477" y="11356"/>
                  </a:cubicBezTo>
                  <a:cubicBezTo>
                    <a:pt x="15481" y="11345"/>
                    <a:pt x="15489" y="11335"/>
                    <a:pt x="15497" y="11324"/>
                  </a:cubicBezTo>
                  <a:cubicBezTo>
                    <a:pt x="15897" y="10909"/>
                    <a:pt x="16384" y="10734"/>
                    <a:pt x="16879" y="10734"/>
                  </a:cubicBezTo>
                  <a:close/>
                  <a:moveTo>
                    <a:pt x="20803" y="17526"/>
                  </a:moveTo>
                  <a:cubicBezTo>
                    <a:pt x="20862" y="17526"/>
                    <a:pt x="20923" y="17559"/>
                    <a:pt x="20939" y="17616"/>
                  </a:cubicBezTo>
                  <a:lnTo>
                    <a:pt x="20956" y="17684"/>
                  </a:lnTo>
                  <a:cubicBezTo>
                    <a:pt x="20985" y="17789"/>
                    <a:pt x="20909" y="17861"/>
                    <a:pt x="20829" y="17861"/>
                  </a:cubicBezTo>
                  <a:cubicBezTo>
                    <a:pt x="20783" y="17861"/>
                    <a:pt x="20735" y="17837"/>
                    <a:pt x="20706" y="17781"/>
                  </a:cubicBezTo>
                  <a:lnTo>
                    <a:pt x="20675" y="17719"/>
                  </a:lnTo>
                  <a:cubicBezTo>
                    <a:pt x="20640" y="17651"/>
                    <a:pt x="20689" y="17559"/>
                    <a:pt x="20755" y="17535"/>
                  </a:cubicBezTo>
                  <a:cubicBezTo>
                    <a:pt x="20770" y="17529"/>
                    <a:pt x="20786" y="17526"/>
                    <a:pt x="20803" y="17526"/>
                  </a:cubicBezTo>
                  <a:close/>
                  <a:moveTo>
                    <a:pt x="9156" y="17833"/>
                  </a:moveTo>
                  <a:cubicBezTo>
                    <a:pt x="9201" y="17833"/>
                    <a:pt x="9246" y="17856"/>
                    <a:pt x="9267" y="17912"/>
                  </a:cubicBezTo>
                  <a:cubicBezTo>
                    <a:pt x="9306" y="18011"/>
                    <a:pt x="9221" y="18084"/>
                    <a:pt x="9140" y="18084"/>
                  </a:cubicBezTo>
                  <a:cubicBezTo>
                    <a:pt x="9094" y="18084"/>
                    <a:pt x="9049" y="18061"/>
                    <a:pt x="9028" y="18005"/>
                  </a:cubicBezTo>
                  <a:cubicBezTo>
                    <a:pt x="8989" y="17907"/>
                    <a:pt x="9074" y="17833"/>
                    <a:pt x="9156" y="17833"/>
                  </a:cubicBezTo>
                  <a:close/>
                  <a:moveTo>
                    <a:pt x="14247" y="18044"/>
                  </a:moveTo>
                  <a:cubicBezTo>
                    <a:pt x="14282" y="18044"/>
                    <a:pt x="14315" y="18062"/>
                    <a:pt x="14331" y="18103"/>
                  </a:cubicBezTo>
                  <a:cubicBezTo>
                    <a:pt x="14361" y="18178"/>
                    <a:pt x="14299" y="18234"/>
                    <a:pt x="14238" y="18234"/>
                  </a:cubicBezTo>
                  <a:cubicBezTo>
                    <a:pt x="14203" y="18234"/>
                    <a:pt x="14169" y="18216"/>
                    <a:pt x="14152" y="18174"/>
                  </a:cubicBezTo>
                  <a:cubicBezTo>
                    <a:pt x="14123" y="18099"/>
                    <a:pt x="14187" y="18044"/>
                    <a:pt x="14247" y="18044"/>
                  </a:cubicBezTo>
                  <a:close/>
                  <a:moveTo>
                    <a:pt x="27847" y="18114"/>
                  </a:moveTo>
                  <a:cubicBezTo>
                    <a:pt x="27883" y="18114"/>
                    <a:pt x="27917" y="18132"/>
                    <a:pt x="27934" y="18175"/>
                  </a:cubicBezTo>
                  <a:cubicBezTo>
                    <a:pt x="27965" y="18252"/>
                    <a:pt x="27899" y="18310"/>
                    <a:pt x="27836" y="18310"/>
                  </a:cubicBezTo>
                  <a:cubicBezTo>
                    <a:pt x="27800" y="18310"/>
                    <a:pt x="27765" y="18292"/>
                    <a:pt x="27748" y="18249"/>
                  </a:cubicBezTo>
                  <a:cubicBezTo>
                    <a:pt x="27718" y="18172"/>
                    <a:pt x="27784" y="18114"/>
                    <a:pt x="27847" y="18114"/>
                  </a:cubicBezTo>
                  <a:close/>
                  <a:moveTo>
                    <a:pt x="11939" y="18262"/>
                  </a:moveTo>
                  <a:cubicBezTo>
                    <a:pt x="11977" y="18262"/>
                    <a:pt x="12015" y="18282"/>
                    <a:pt x="12034" y="18328"/>
                  </a:cubicBezTo>
                  <a:cubicBezTo>
                    <a:pt x="12066" y="18412"/>
                    <a:pt x="11996" y="18474"/>
                    <a:pt x="11927" y="18474"/>
                  </a:cubicBezTo>
                  <a:cubicBezTo>
                    <a:pt x="11889" y="18474"/>
                    <a:pt x="11851" y="18454"/>
                    <a:pt x="11832" y="18408"/>
                  </a:cubicBezTo>
                  <a:cubicBezTo>
                    <a:pt x="11799" y="18324"/>
                    <a:pt x="11870" y="18262"/>
                    <a:pt x="11939" y="18262"/>
                  </a:cubicBezTo>
                  <a:close/>
                  <a:moveTo>
                    <a:pt x="26315" y="17939"/>
                  </a:moveTo>
                  <a:cubicBezTo>
                    <a:pt x="26417" y="17939"/>
                    <a:pt x="26518" y="17951"/>
                    <a:pt x="26616" y="17974"/>
                  </a:cubicBezTo>
                  <a:cubicBezTo>
                    <a:pt x="26738" y="18003"/>
                    <a:pt x="26715" y="18173"/>
                    <a:pt x="26596" y="18173"/>
                  </a:cubicBezTo>
                  <a:cubicBezTo>
                    <a:pt x="26592" y="18173"/>
                    <a:pt x="26588" y="18173"/>
                    <a:pt x="26583" y="18172"/>
                  </a:cubicBezTo>
                  <a:cubicBezTo>
                    <a:pt x="26518" y="18166"/>
                    <a:pt x="26452" y="18162"/>
                    <a:pt x="26386" y="18162"/>
                  </a:cubicBezTo>
                  <a:cubicBezTo>
                    <a:pt x="26306" y="18162"/>
                    <a:pt x="26227" y="18168"/>
                    <a:pt x="26148" y="18185"/>
                  </a:cubicBezTo>
                  <a:cubicBezTo>
                    <a:pt x="26087" y="18197"/>
                    <a:pt x="25807" y="18260"/>
                    <a:pt x="25791" y="18328"/>
                  </a:cubicBezTo>
                  <a:cubicBezTo>
                    <a:pt x="25780" y="18373"/>
                    <a:pt x="25965" y="18383"/>
                    <a:pt x="26064" y="18383"/>
                  </a:cubicBezTo>
                  <a:cubicBezTo>
                    <a:pt x="26093" y="18383"/>
                    <a:pt x="26114" y="18382"/>
                    <a:pt x="26121" y="18381"/>
                  </a:cubicBezTo>
                  <a:cubicBezTo>
                    <a:pt x="26257" y="18362"/>
                    <a:pt x="26358" y="18287"/>
                    <a:pt x="26468" y="18211"/>
                  </a:cubicBezTo>
                  <a:cubicBezTo>
                    <a:pt x="26488" y="18197"/>
                    <a:pt x="26509" y="18192"/>
                    <a:pt x="26529" y="18192"/>
                  </a:cubicBezTo>
                  <a:cubicBezTo>
                    <a:pt x="26607" y="18192"/>
                    <a:pt x="26671" y="18284"/>
                    <a:pt x="26614" y="18360"/>
                  </a:cubicBezTo>
                  <a:cubicBezTo>
                    <a:pt x="26485" y="18535"/>
                    <a:pt x="26246" y="18619"/>
                    <a:pt x="26033" y="18620"/>
                  </a:cubicBezTo>
                  <a:cubicBezTo>
                    <a:pt x="25873" y="18620"/>
                    <a:pt x="25621" y="18576"/>
                    <a:pt x="25549" y="18408"/>
                  </a:cubicBezTo>
                  <a:cubicBezTo>
                    <a:pt x="25466" y="18211"/>
                    <a:pt x="25685" y="18089"/>
                    <a:pt x="25836" y="18029"/>
                  </a:cubicBezTo>
                  <a:cubicBezTo>
                    <a:pt x="25988" y="17969"/>
                    <a:pt x="26152" y="17939"/>
                    <a:pt x="26315" y="17939"/>
                  </a:cubicBezTo>
                  <a:close/>
                  <a:moveTo>
                    <a:pt x="18976" y="18432"/>
                  </a:moveTo>
                  <a:cubicBezTo>
                    <a:pt x="19015" y="18432"/>
                    <a:pt x="19053" y="18451"/>
                    <a:pt x="19071" y="18498"/>
                  </a:cubicBezTo>
                  <a:cubicBezTo>
                    <a:pt x="19105" y="18581"/>
                    <a:pt x="19034" y="18642"/>
                    <a:pt x="18965" y="18642"/>
                  </a:cubicBezTo>
                  <a:cubicBezTo>
                    <a:pt x="18927" y="18642"/>
                    <a:pt x="18889" y="18623"/>
                    <a:pt x="18871" y="18576"/>
                  </a:cubicBezTo>
                  <a:cubicBezTo>
                    <a:pt x="18839" y="18492"/>
                    <a:pt x="18908" y="18432"/>
                    <a:pt x="18976" y="18432"/>
                  </a:cubicBezTo>
                  <a:close/>
                  <a:moveTo>
                    <a:pt x="24789" y="18359"/>
                  </a:moveTo>
                  <a:cubicBezTo>
                    <a:pt x="24848" y="18359"/>
                    <a:pt x="24893" y="18404"/>
                    <a:pt x="24912" y="18459"/>
                  </a:cubicBezTo>
                  <a:cubicBezTo>
                    <a:pt x="24944" y="18528"/>
                    <a:pt x="24928" y="18617"/>
                    <a:pt x="24834" y="18647"/>
                  </a:cubicBezTo>
                  <a:cubicBezTo>
                    <a:pt x="24822" y="18653"/>
                    <a:pt x="24809" y="18660"/>
                    <a:pt x="24795" y="18664"/>
                  </a:cubicBezTo>
                  <a:cubicBezTo>
                    <a:pt x="24774" y="18674"/>
                    <a:pt x="24754" y="18678"/>
                    <a:pt x="24736" y="18678"/>
                  </a:cubicBezTo>
                  <a:cubicBezTo>
                    <a:pt x="24598" y="18678"/>
                    <a:pt x="24526" y="18440"/>
                    <a:pt x="24687" y="18388"/>
                  </a:cubicBezTo>
                  <a:cubicBezTo>
                    <a:pt x="24700" y="18384"/>
                    <a:pt x="24714" y="18378"/>
                    <a:pt x="24728" y="18374"/>
                  </a:cubicBezTo>
                  <a:cubicBezTo>
                    <a:pt x="24750" y="18363"/>
                    <a:pt x="24770" y="18359"/>
                    <a:pt x="24789" y="18359"/>
                  </a:cubicBezTo>
                  <a:close/>
                  <a:moveTo>
                    <a:pt x="21937" y="17571"/>
                  </a:moveTo>
                  <a:cubicBezTo>
                    <a:pt x="22024" y="17571"/>
                    <a:pt x="22113" y="17594"/>
                    <a:pt x="22201" y="17647"/>
                  </a:cubicBezTo>
                  <a:cubicBezTo>
                    <a:pt x="22775" y="17988"/>
                    <a:pt x="21817" y="18657"/>
                    <a:pt x="21470" y="18685"/>
                  </a:cubicBezTo>
                  <a:cubicBezTo>
                    <a:pt x="21468" y="18686"/>
                    <a:pt x="21465" y="18686"/>
                    <a:pt x="21463" y="18686"/>
                  </a:cubicBezTo>
                  <a:cubicBezTo>
                    <a:pt x="21370" y="18686"/>
                    <a:pt x="21333" y="18562"/>
                    <a:pt x="21406" y="18515"/>
                  </a:cubicBezTo>
                  <a:lnTo>
                    <a:pt x="21381" y="18473"/>
                  </a:lnTo>
                  <a:cubicBezTo>
                    <a:pt x="21371" y="18478"/>
                    <a:pt x="21360" y="18481"/>
                    <a:pt x="21348" y="18481"/>
                  </a:cubicBezTo>
                  <a:cubicBezTo>
                    <a:pt x="21318" y="18481"/>
                    <a:pt x="21289" y="18462"/>
                    <a:pt x="21280" y="18420"/>
                  </a:cubicBezTo>
                  <a:cubicBezTo>
                    <a:pt x="21217" y="18038"/>
                    <a:pt x="21549" y="17571"/>
                    <a:pt x="21937" y="17571"/>
                  </a:cubicBezTo>
                  <a:close/>
                  <a:moveTo>
                    <a:pt x="17456" y="18524"/>
                  </a:moveTo>
                  <a:cubicBezTo>
                    <a:pt x="17602" y="18524"/>
                    <a:pt x="17675" y="18767"/>
                    <a:pt x="17509" y="18824"/>
                  </a:cubicBezTo>
                  <a:cubicBezTo>
                    <a:pt x="17465" y="18839"/>
                    <a:pt x="17420" y="18854"/>
                    <a:pt x="17376" y="18870"/>
                  </a:cubicBezTo>
                  <a:cubicBezTo>
                    <a:pt x="17357" y="18876"/>
                    <a:pt x="17339" y="18879"/>
                    <a:pt x="17322" y="18879"/>
                  </a:cubicBezTo>
                  <a:cubicBezTo>
                    <a:pt x="17178" y="18879"/>
                    <a:pt x="17113" y="18663"/>
                    <a:pt x="17268" y="18593"/>
                  </a:cubicBezTo>
                  <a:cubicBezTo>
                    <a:pt x="17312" y="18575"/>
                    <a:pt x="17355" y="18557"/>
                    <a:pt x="17397" y="18537"/>
                  </a:cubicBezTo>
                  <a:cubicBezTo>
                    <a:pt x="17418" y="18528"/>
                    <a:pt x="17438" y="18524"/>
                    <a:pt x="17456" y="18524"/>
                  </a:cubicBezTo>
                  <a:close/>
                  <a:moveTo>
                    <a:pt x="15471" y="18675"/>
                  </a:moveTo>
                  <a:cubicBezTo>
                    <a:pt x="15542" y="18675"/>
                    <a:pt x="15596" y="18743"/>
                    <a:pt x="15582" y="18810"/>
                  </a:cubicBezTo>
                  <a:lnTo>
                    <a:pt x="15582" y="18812"/>
                  </a:lnTo>
                  <a:lnTo>
                    <a:pt x="15582" y="18834"/>
                  </a:lnTo>
                  <a:cubicBezTo>
                    <a:pt x="15630" y="18882"/>
                    <a:pt x="15616" y="18979"/>
                    <a:pt x="15527" y="18997"/>
                  </a:cubicBezTo>
                  <a:cubicBezTo>
                    <a:pt x="15519" y="18999"/>
                    <a:pt x="15511" y="19000"/>
                    <a:pt x="15503" y="19000"/>
                  </a:cubicBezTo>
                  <a:cubicBezTo>
                    <a:pt x="15480" y="19000"/>
                    <a:pt x="15456" y="18993"/>
                    <a:pt x="15436" y="18982"/>
                  </a:cubicBezTo>
                  <a:cubicBezTo>
                    <a:pt x="15416" y="18973"/>
                    <a:pt x="15405" y="18960"/>
                    <a:pt x="15391" y="18946"/>
                  </a:cubicBezTo>
                  <a:lnTo>
                    <a:pt x="15381" y="18938"/>
                  </a:lnTo>
                  <a:cubicBezTo>
                    <a:pt x="15310" y="18891"/>
                    <a:pt x="15300" y="18812"/>
                    <a:pt x="15344" y="18741"/>
                  </a:cubicBezTo>
                  <a:cubicBezTo>
                    <a:pt x="15367" y="18702"/>
                    <a:pt x="15416" y="18681"/>
                    <a:pt x="15459" y="18676"/>
                  </a:cubicBezTo>
                  <a:cubicBezTo>
                    <a:pt x="15463" y="18675"/>
                    <a:pt x="15467" y="18675"/>
                    <a:pt x="15471" y="18675"/>
                  </a:cubicBezTo>
                  <a:close/>
                  <a:moveTo>
                    <a:pt x="26805" y="18895"/>
                  </a:moveTo>
                  <a:cubicBezTo>
                    <a:pt x="26875" y="18895"/>
                    <a:pt x="26929" y="18946"/>
                    <a:pt x="26950" y="19010"/>
                  </a:cubicBezTo>
                  <a:cubicBezTo>
                    <a:pt x="26986" y="19092"/>
                    <a:pt x="26969" y="19193"/>
                    <a:pt x="26861" y="19228"/>
                  </a:cubicBezTo>
                  <a:cubicBezTo>
                    <a:pt x="26848" y="19234"/>
                    <a:pt x="26835" y="19240"/>
                    <a:pt x="26821" y="19245"/>
                  </a:cubicBezTo>
                  <a:cubicBezTo>
                    <a:pt x="26798" y="19256"/>
                    <a:pt x="26775" y="19261"/>
                    <a:pt x="26754" y="19261"/>
                  </a:cubicBezTo>
                  <a:cubicBezTo>
                    <a:pt x="26593" y="19261"/>
                    <a:pt x="26510" y="18986"/>
                    <a:pt x="26695" y="18925"/>
                  </a:cubicBezTo>
                  <a:cubicBezTo>
                    <a:pt x="26709" y="18919"/>
                    <a:pt x="26723" y="18916"/>
                    <a:pt x="26736" y="18911"/>
                  </a:cubicBezTo>
                  <a:cubicBezTo>
                    <a:pt x="26761" y="18900"/>
                    <a:pt x="26784" y="18895"/>
                    <a:pt x="26805" y="18895"/>
                  </a:cubicBezTo>
                  <a:close/>
                  <a:moveTo>
                    <a:pt x="23148" y="19119"/>
                  </a:moveTo>
                  <a:cubicBezTo>
                    <a:pt x="23187" y="19119"/>
                    <a:pt x="23226" y="19139"/>
                    <a:pt x="23244" y="19187"/>
                  </a:cubicBezTo>
                  <a:cubicBezTo>
                    <a:pt x="23279" y="19273"/>
                    <a:pt x="23207" y="19337"/>
                    <a:pt x="23136" y="19337"/>
                  </a:cubicBezTo>
                  <a:cubicBezTo>
                    <a:pt x="23096" y="19337"/>
                    <a:pt x="23057" y="19317"/>
                    <a:pt x="23038" y="19269"/>
                  </a:cubicBezTo>
                  <a:cubicBezTo>
                    <a:pt x="23004" y="19184"/>
                    <a:pt x="23077" y="19119"/>
                    <a:pt x="23148" y="19119"/>
                  </a:cubicBezTo>
                  <a:close/>
                  <a:moveTo>
                    <a:pt x="19205" y="19305"/>
                  </a:moveTo>
                  <a:cubicBezTo>
                    <a:pt x="19222" y="19305"/>
                    <a:pt x="19239" y="19306"/>
                    <a:pt x="19254" y="19308"/>
                  </a:cubicBezTo>
                  <a:cubicBezTo>
                    <a:pt x="19325" y="19313"/>
                    <a:pt x="19364" y="19414"/>
                    <a:pt x="19316" y="19468"/>
                  </a:cubicBezTo>
                  <a:cubicBezTo>
                    <a:pt x="19289" y="19493"/>
                    <a:pt x="19261" y="19526"/>
                    <a:pt x="19226" y="19540"/>
                  </a:cubicBezTo>
                  <a:cubicBezTo>
                    <a:pt x="19201" y="19550"/>
                    <a:pt x="19182" y="19546"/>
                    <a:pt x="19159" y="19548"/>
                  </a:cubicBezTo>
                  <a:cubicBezTo>
                    <a:pt x="19146" y="19550"/>
                    <a:pt x="19132" y="19556"/>
                    <a:pt x="19119" y="19557"/>
                  </a:cubicBezTo>
                  <a:cubicBezTo>
                    <a:pt x="19113" y="19558"/>
                    <a:pt x="19107" y="19559"/>
                    <a:pt x="19101" y="19559"/>
                  </a:cubicBezTo>
                  <a:cubicBezTo>
                    <a:pt x="19014" y="19559"/>
                    <a:pt x="18967" y="19422"/>
                    <a:pt x="19047" y="19376"/>
                  </a:cubicBezTo>
                  <a:cubicBezTo>
                    <a:pt x="19060" y="19369"/>
                    <a:pt x="19077" y="19361"/>
                    <a:pt x="19087" y="19352"/>
                  </a:cubicBezTo>
                  <a:cubicBezTo>
                    <a:pt x="19105" y="19340"/>
                    <a:pt x="19118" y="19323"/>
                    <a:pt x="19139" y="19315"/>
                  </a:cubicBezTo>
                  <a:cubicBezTo>
                    <a:pt x="19159" y="19307"/>
                    <a:pt x="19183" y="19305"/>
                    <a:pt x="19205" y="19305"/>
                  </a:cubicBezTo>
                  <a:close/>
                  <a:moveTo>
                    <a:pt x="29499" y="19328"/>
                  </a:moveTo>
                  <a:cubicBezTo>
                    <a:pt x="29543" y="19328"/>
                    <a:pt x="29576" y="19362"/>
                    <a:pt x="29590" y="19404"/>
                  </a:cubicBezTo>
                  <a:cubicBezTo>
                    <a:pt x="29614" y="19455"/>
                    <a:pt x="29604" y="19520"/>
                    <a:pt x="29534" y="19543"/>
                  </a:cubicBezTo>
                  <a:lnTo>
                    <a:pt x="29494" y="19561"/>
                  </a:lnTo>
                  <a:cubicBezTo>
                    <a:pt x="29478" y="19569"/>
                    <a:pt x="29463" y="19572"/>
                    <a:pt x="29449" y="19572"/>
                  </a:cubicBezTo>
                  <a:cubicBezTo>
                    <a:pt x="29344" y="19572"/>
                    <a:pt x="29288" y="19388"/>
                    <a:pt x="29412" y="19350"/>
                  </a:cubicBezTo>
                  <a:lnTo>
                    <a:pt x="29451" y="19340"/>
                  </a:lnTo>
                  <a:cubicBezTo>
                    <a:pt x="29468" y="19332"/>
                    <a:pt x="29484" y="19328"/>
                    <a:pt x="29499" y="19328"/>
                  </a:cubicBezTo>
                  <a:close/>
                  <a:moveTo>
                    <a:pt x="21683" y="19336"/>
                  </a:moveTo>
                  <a:cubicBezTo>
                    <a:pt x="21744" y="19336"/>
                    <a:pt x="21804" y="19367"/>
                    <a:pt x="21833" y="19441"/>
                  </a:cubicBezTo>
                  <a:cubicBezTo>
                    <a:pt x="21884" y="19572"/>
                    <a:pt x="21773" y="19669"/>
                    <a:pt x="21666" y="19669"/>
                  </a:cubicBezTo>
                  <a:cubicBezTo>
                    <a:pt x="21605" y="19669"/>
                    <a:pt x="21545" y="19638"/>
                    <a:pt x="21516" y="19564"/>
                  </a:cubicBezTo>
                  <a:cubicBezTo>
                    <a:pt x="21464" y="19433"/>
                    <a:pt x="21575" y="19336"/>
                    <a:pt x="21683" y="19336"/>
                  </a:cubicBezTo>
                  <a:close/>
                  <a:moveTo>
                    <a:pt x="20049" y="18233"/>
                  </a:moveTo>
                  <a:cubicBezTo>
                    <a:pt x="20069" y="18233"/>
                    <a:pt x="20089" y="18240"/>
                    <a:pt x="20104" y="18250"/>
                  </a:cubicBezTo>
                  <a:cubicBezTo>
                    <a:pt x="20159" y="18287"/>
                    <a:pt x="20181" y="18337"/>
                    <a:pt x="20147" y="18395"/>
                  </a:cubicBezTo>
                  <a:cubicBezTo>
                    <a:pt x="20137" y="18413"/>
                    <a:pt x="20120" y="18421"/>
                    <a:pt x="20104" y="18421"/>
                  </a:cubicBezTo>
                  <a:cubicBezTo>
                    <a:pt x="20097" y="18421"/>
                    <a:pt x="20089" y="18419"/>
                    <a:pt x="20083" y="18416"/>
                  </a:cubicBezTo>
                  <a:lnTo>
                    <a:pt x="20083" y="18416"/>
                  </a:lnTo>
                  <a:cubicBezTo>
                    <a:pt x="20096" y="18450"/>
                    <a:pt x="20096" y="18487"/>
                    <a:pt x="20081" y="18525"/>
                  </a:cubicBezTo>
                  <a:lnTo>
                    <a:pt x="20081" y="18582"/>
                  </a:lnTo>
                  <a:lnTo>
                    <a:pt x="20117" y="18582"/>
                  </a:lnTo>
                  <a:cubicBezTo>
                    <a:pt x="20117" y="18547"/>
                    <a:pt x="20137" y="18513"/>
                    <a:pt x="20182" y="18508"/>
                  </a:cubicBezTo>
                  <a:cubicBezTo>
                    <a:pt x="20193" y="18508"/>
                    <a:pt x="20203" y="18507"/>
                    <a:pt x="20213" y="18507"/>
                  </a:cubicBezTo>
                  <a:cubicBezTo>
                    <a:pt x="20511" y="18507"/>
                    <a:pt x="20673" y="18839"/>
                    <a:pt x="20701" y="19102"/>
                  </a:cubicBezTo>
                  <a:cubicBezTo>
                    <a:pt x="20722" y="19313"/>
                    <a:pt x="20740" y="19745"/>
                    <a:pt x="20451" y="19775"/>
                  </a:cubicBezTo>
                  <a:cubicBezTo>
                    <a:pt x="20441" y="19776"/>
                    <a:pt x="20430" y="19777"/>
                    <a:pt x="20420" y="19777"/>
                  </a:cubicBezTo>
                  <a:cubicBezTo>
                    <a:pt x="20148" y="19777"/>
                    <a:pt x="20014" y="19407"/>
                    <a:pt x="19958" y="19200"/>
                  </a:cubicBezTo>
                  <a:cubicBezTo>
                    <a:pt x="19893" y="18955"/>
                    <a:pt x="19788" y="18449"/>
                    <a:pt x="20006" y="18249"/>
                  </a:cubicBezTo>
                  <a:cubicBezTo>
                    <a:pt x="20018" y="18238"/>
                    <a:pt x="20034" y="18233"/>
                    <a:pt x="20049" y="18233"/>
                  </a:cubicBezTo>
                  <a:close/>
                  <a:moveTo>
                    <a:pt x="24972" y="19786"/>
                  </a:moveTo>
                  <a:cubicBezTo>
                    <a:pt x="25031" y="19786"/>
                    <a:pt x="25074" y="19831"/>
                    <a:pt x="25091" y="19887"/>
                  </a:cubicBezTo>
                  <a:cubicBezTo>
                    <a:pt x="25126" y="19957"/>
                    <a:pt x="25112" y="20044"/>
                    <a:pt x="25016" y="20071"/>
                  </a:cubicBezTo>
                  <a:lnTo>
                    <a:pt x="24979" y="20093"/>
                  </a:lnTo>
                  <a:cubicBezTo>
                    <a:pt x="24958" y="20103"/>
                    <a:pt x="24938" y="20108"/>
                    <a:pt x="24919" y="20108"/>
                  </a:cubicBezTo>
                  <a:cubicBezTo>
                    <a:pt x="24783" y="20108"/>
                    <a:pt x="24708" y="19859"/>
                    <a:pt x="24871" y="19815"/>
                  </a:cubicBezTo>
                  <a:lnTo>
                    <a:pt x="24910" y="19802"/>
                  </a:lnTo>
                  <a:cubicBezTo>
                    <a:pt x="24932" y="19791"/>
                    <a:pt x="24953" y="19786"/>
                    <a:pt x="24972" y="19786"/>
                  </a:cubicBezTo>
                  <a:close/>
                  <a:moveTo>
                    <a:pt x="23401" y="20307"/>
                  </a:moveTo>
                  <a:cubicBezTo>
                    <a:pt x="23467" y="20307"/>
                    <a:pt x="23531" y="20357"/>
                    <a:pt x="23556" y="20414"/>
                  </a:cubicBezTo>
                  <a:cubicBezTo>
                    <a:pt x="23589" y="20491"/>
                    <a:pt x="23546" y="20604"/>
                    <a:pt x="23463" y="20627"/>
                  </a:cubicBezTo>
                  <a:lnTo>
                    <a:pt x="23398" y="20645"/>
                  </a:lnTo>
                  <a:cubicBezTo>
                    <a:pt x="23378" y="20650"/>
                    <a:pt x="23360" y="20653"/>
                    <a:pt x="23341" y="20653"/>
                  </a:cubicBezTo>
                  <a:cubicBezTo>
                    <a:pt x="23278" y="20653"/>
                    <a:pt x="23222" y="20622"/>
                    <a:pt x="23193" y="20556"/>
                  </a:cubicBezTo>
                  <a:cubicBezTo>
                    <a:pt x="23157" y="20474"/>
                    <a:pt x="23209" y="20390"/>
                    <a:pt x="23283" y="20353"/>
                  </a:cubicBezTo>
                  <a:lnTo>
                    <a:pt x="23344" y="20321"/>
                  </a:lnTo>
                  <a:cubicBezTo>
                    <a:pt x="23362" y="20311"/>
                    <a:pt x="23381" y="20307"/>
                    <a:pt x="23401" y="20307"/>
                  </a:cubicBezTo>
                  <a:close/>
                  <a:moveTo>
                    <a:pt x="22045" y="20888"/>
                  </a:moveTo>
                  <a:cubicBezTo>
                    <a:pt x="22089" y="20888"/>
                    <a:pt x="22132" y="20911"/>
                    <a:pt x="22153" y="20964"/>
                  </a:cubicBezTo>
                  <a:cubicBezTo>
                    <a:pt x="22191" y="21059"/>
                    <a:pt x="22110" y="21131"/>
                    <a:pt x="22032" y="21131"/>
                  </a:cubicBezTo>
                  <a:cubicBezTo>
                    <a:pt x="21988" y="21131"/>
                    <a:pt x="21945" y="21108"/>
                    <a:pt x="21924" y="21055"/>
                  </a:cubicBezTo>
                  <a:cubicBezTo>
                    <a:pt x="21886" y="20960"/>
                    <a:pt x="21967" y="20888"/>
                    <a:pt x="22045" y="20888"/>
                  </a:cubicBezTo>
                  <a:close/>
                  <a:moveTo>
                    <a:pt x="32352" y="20984"/>
                  </a:moveTo>
                  <a:cubicBezTo>
                    <a:pt x="32393" y="20984"/>
                    <a:pt x="32433" y="21004"/>
                    <a:pt x="32453" y="21053"/>
                  </a:cubicBezTo>
                  <a:cubicBezTo>
                    <a:pt x="32487" y="21143"/>
                    <a:pt x="32411" y="21211"/>
                    <a:pt x="32337" y="21211"/>
                  </a:cubicBezTo>
                  <a:cubicBezTo>
                    <a:pt x="32296" y="21211"/>
                    <a:pt x="32256" y="21190"/>
                    <a:pt x="32236" y="21140"/>
                  </a:cubicBezTo>
                  <a:cubicBezTo>
                    <a:pt x="32201" y="21051"/>
                    <a:pt x="32277" y="20984"/>
                    <a:pt x="32352" y="20984"/>
                  </a:cubicBezTo>
                  <a:close/>
                  <a:moveTo>
                    <a:pt x="29679" y="21073"/>
                  </a:moveTo>
                  <a:cubicBezTo>
                    <a:pt x="29714" y="21073"/>
                    <a:pt x="29749" y="21090"/>
                    <a:pt x="29766" y="21133"/>
                  </a:cubicBezTo>
                  <a:cubicBezTo>
                    <a:pt x="29796" y="21208"/>
                    <a:pt x="29731" y="21266"/>
                    <a:pt x="29668" y="21266"/>
                  </a:cubicBezTo>
                  <a:cubicBezTo>
                    <a:pt x="29634" y="21266"/>
                    <a:pt x="29599" y="21248"/>
                    <a:pt x="29583" y="21205"/>
                  </a:cubicBezTo>
                  <a:cubicBezTo>
                    <a:pt x="29552" y="21129"/>
                    <a:pt x="29617" y="21073"/>
                    <a:pt x="29679" y="21073"/>
                  </a:cubicBezTo>
                  <a:close/>
                  <a:moveTo>
                    <a:pt x="30895" y="20710"/>
                  </a:moveTo>
                  <a:cubicBezTo>
                    <a:pt x="30976" y="20710"/>
                    <a:pt x="31056" y="20718"/>
                    <a:pt x="31131" y="20728"/>
                  </a:cubicBezTo>
                  <a:cubicBezTo>
                    <a:pt x="31218" y="20740"/>
                    <a:pt x="31195" y="20861"/>
                    <a:pt x="31114" y="20861"/>
                  </a:cubicBezTo>
                  <a:cubicBezTo>
                    <a:pt x="31113" y="20861"/>
                    <a:pt x="31113" y="20861"/>
                    <a:pt x="31112" y="20861"/>
                  </a:cubicBezTo>
                  <a:lnTo>
                    <a:pt x="31112" y="20861"/>
                  </a:lnTo>
                  <a:cubicBezTo>
                    <a:pt x="31134" y="21069"/>
                    <a:pt x="31053" y="21327"/>
                    <a:pt x="30881" y="21453"/>
                  </a:cubicBezTo>
                  <a:cubicBezTo>
                    <a:pt x="30810" y="21505"/>
                    <a:pt x="30722" y="21533"/>
                    <a:pt x="30637" y="21533"/>
                  </a:cubicBezTo>
                  <a:cubicBezTo>
                    <a:pt x="30535" y="21533"/>
                    <a:pt x="30436" y="21493"/>
                    <a:pt x="30370" y="21405"/>
                  </a:cubicBezTo>
                  <a:cubicBezTo>
                    <a:pt x="30252" y="21246"/>
                    <a:pt x="30297" y="21015"/>
                    <a:pt x="30426" y="20879"/>
                  </a:cubicBezTo>
                  <a:cubicBezTo>
                    <a:pt x="30545" y="20746"/>
                    <a:pt x="30720" y="20710"/>
                    <a:pt x="30895" y="20710"/>
                  </a:cubicBezTo>
                  <a:close/>
                  <a:moveTo>
                    <a:pt x="23806" y="21111"/>
                  </a:moveTo>
                  <a:cubicBezTo>
                    <a:pt x="23810" y="21111"/>
                    <a:pt x="23813" y="21111"/>
                    <a:pt x="23817" y="21112"/>
                  </a:cubicBezTo>
                  <a:cubicBezTo>
                    <a:pt x="24336" y="21129"/>
                    <a:pt x="24752" y="21582"/>
                    <a:pt x="24717" y="22101"/>
                  </a:cubicBezTo>
                  <a:cubicBezTo>
                    <a:pt x="24714" y="22139"/>
                    <a:pt x="24686" y="22157"/>
                    <a:pt x="24656" y="22157"/>
                  </a:cubicBezTo>
                  <a:cubicBezTo>
                    <a:pt x="24623" y="22157"/>
                    <a:pt x="24589" y="22136"/>
                    <a:pt x="24584" y="22098"/>
                  </a:cubicBezTo>
                  <a:cubicBezTo>
                    <a:pt x="24582" y="22084"/>
                    <a:pt x="24581" y="22070"/>
                    <a:pt x="24579" y="22051"/>
                  </a:cubicBezTo>
                  <a:cubicBezTo>
                    <a:pt x="24486" y="22133"/>
                    <a:pt x="24367" y="22174"/>
                    <a:pt x="24246" y="22174"/>
                  </a:cubicBezTo>
                  <a:cubicBezTo>
                    <a:pt x="24139" y="22174"/>
                    <a:pt x="24030" y="22142"/>
                    <a:pt x="23936" y="22079"/>
                  </a:cubicBezTo>
                  <a:cubicBezTo>
                    <a:pt x="23651" y="21891"/>
                    <a:pt x="23616" y="21511"/>
                    <a:pt x="23684" y="21207"/>
                  </a:cubicBezTo>
                  <a:cubicBezTo>
                    <a:pt x="23697" y="21145"/>
                    <a:pt x="23745" y="21111"/>
                    <a:pt x="23806" y="21111"/>
                  </a:cubicBezTo>
                  <a:close/>
                  <a:moveTo>
                    <a:pt x="23566" y="22082"/>
                  </a:moveTo>
                  <a:cubicBezTo>
                    <a:pt x="23613" y="22082"/>
                    <a:pt x="23660" y="22107"/>
                    <a:pt x="23682" y="22164"/>
                  </a:cubicBezTo>
                  <a:cubicBezTo>
                    <a:pt x="23723" y="22267"/>
                    <a:pt x="23636" y="22344"/>
                    <a:pt x="23551" y="22344"/>
                  </a:cubicBezTo>
                  <a:cubicBezTo>
                    <a:pt x="23503" y="22344"/>
                    <a:pt x="23457" y="22320"/>
                    <a:pt x="23434" y="22262"/>
                  </a:cubicBezTo>
                  <a:cubicBezTo>
                    <a:pt x="23394" y="22159"/>
                    <a:pt x="23481" y="22082"/>
                    <a:pt x="23566" y="22082"/>
                  </a:cubicBezTo>
                  <a:close/>
                  <a:moveTo>
                    <a:pt x="32866" y="22102"/>
                  </a:moveTo>
                  <a:cubicBezTo>
                    <a:pt x="32921" y="22102"/>
                    <a:pt x="32977" y="22142"/>
                    <a:pt x="32997" y="22191"/>
                  </a:cubicBezTo>
                  <a:cubicBezTo>
                    <a:pt x="33023" y="22257"/>
                    <a:pt x="32991" y="22352"/>
                    <a:pt x="32919" y="22370"/>
                  </a:cubicBezTo>
                  <a:lnTo>
                    <a:pt x="32851" y="22390"/>
                  </a:lnTo>
                  <a:cubicBezTo>
                    <a:pt x="32835" y="22395"/>
                    <a:pt x="32820" y="22397"/>
                    <a:pt x="32805" y="22397"/>
                  </a:cubicBezTo>
                  <a:cubicBezTo>
                    <a:pt x="32674" y="22397"/>
                    <a:pt x="32618" y="22214"/>
                    <a:pt x="32756" y="22146"/>
                  </a:cubicBezTo>
                  <a:lnTo>
                    <a:pt x="32817" y="22113"/>
                  </a:lnTo>
                  <a:cubicBezTo>
                    <a:pt x="32833" y="22106"/>
                    <a:pt x="32849" y="22102"/>
                    <a:pt x="32866" y="22102"/>
                  </a:cubicBezTo>
                  <a:close/>
                  <a:moveTo>
                    <a:pt x="31422" y="22269"/>
                  </a:moveTo>
                  <a:cubicBezTo>
                    <a:pt x="31455" y="22269"/>
                    <a:pt x="31488" y="22286"/>
                    <a:pt x="31503" y="22326"/>
                  </a:cubicBezTo>
                  <a:cubicBezTo>
                    <a:pt x="31532" y="22399"/>
                    <a:pt x="31469" y="22453"/>
                    <a:pt x="31410" y="22453"/>
                  </a:cubicBezTo>
                  <a:cubicBezTo>
                    <a:pt x="31376" y="22453"/>
                    <a:pt x="31343" y="22436"/>
                    <a:pt x="31328" y="22395"/>
                  </a:cubicBezTo>
                  <a:cubicBezTo>
                    <a:pt x="31299" y="22324"/>
                    <a:pt x="31362" y="22269"/>
                    <a:pt x="31422" y="22269"/>
                  </a:cubicBezTo>
                  <a:close/>
                  <a:moveTo>
                    <a:pt x="34614" y="22165"/>
                  </a:moveTo>
                  <a:cubicBezTo>
                    <a:pt x="34670" y="22165"/>
                    <a:pt x="34727" y="22205"/>
                    <a:pt x="34747" y="22255"/>
                  </a:cubicBezTo>
                  <a:cubicBezTo>
                    <a:pt x="34771" y="22320"/>
                    <a:pt x="34740" y="22415"/>
                    <a:pt x="34669" y="22437"/>
                  </a:cubicBezTo>
                  <a:lnTo>
                    <a:pt x="34601" y="22455"/>
                  </a:lnTo>
                  <a:cubicBezTo>
                    <a:pt x="34585" y="22460"/>
                    <a:pt x="34570" y="22462"/>
                    <a:pt x="34556" y="22462"/>
                  </a:cubicBezTo>
                  <a:cubicBezTo>
                    <a:pt x="34423" y="22462"/>
                    <a:pt x="34367" y="22276"/>
                    <a:pt x="34503" y="22207"/>
                  </a:cubicBezTo>
                  <a:lnTo>
                    <a:pt x="34567" y="22176"/>
                  </a:lnTo>
                  <a:cubicBezTo>
                    <a:pt x="34582" y="22168"/>
                    <a:pt x="34598" y="22165"/>
                    <a:pt x="34614" y="22165"/>
                  </a:cubicBezTo>
                  <a:close/>
                  <a:moveTo>
                    <a:pt x="25002" y="22509"/>
                  </a:moveTo>
                  <a:cubicBezTo>
                    <a:pt x="25044" y="22509"/>
                    <a:pt x="25085" y="22530"/>
                    <a:pt x="25105" y="22581"/>
                  </a:cubicBezTo>
                  <a:cubicBezTo>
                    <a:pt x="25141" y="22673"/>
                    <a:pt x="25064" y="22740"/>
                    <a:pt x="24989" y="22740"/>
                  </a:cubicBezTo>
                  <a:cubicBezTo>
                    <a:pt x="24947" y="22740"/>
                    <a:pt x="24905" y="22719"/>
                    <a:pt x="24885" y="22668"/>
                  </a:cubicBezTo>
                  <a:cubicBezTo>
                    <a:pt x="24850" y="22577"/>
                    <a:pt x="24927" y="22509"/>
                    <a:pt x="25002" y="22509"/>
                  </a:cubicBezTo>
                  <a:close/>
                  <a:moveTo>
                    <a:pt x="30083" y="22844"/>
                  </a:moveTo>
                  <a:cubicBezTo>
                    <a:pt x="30125" y="22844"/>
                    <a:pt x="30166" y="22865"/>
                    <a:pt x="30185" y="22916"/>
                  </a:cubicBezTo>
                  <a:cubicBezTo>
                    <a:pt x="30222" y="23008"/>
                    <a:pt x="30144" y="23076"/>
                    <a:pt x="30069" y="23076"/>
                  </a:cubicBezTo>
                  <a:cubicBezTo>
                    <a:pt x="30027" y="23076"/>
                    <a:pt x="29985" y="23054"/>
                    <a:pt x="29966" y="23003"/>
                  </a:cubicBezTo>
                  <a:cubicBezTo>
                    <a:pt x="29929" y="22912"/>
                    <a:pt x="30008" y="22844"/>
                    <a:pt x="30083" y="22844"/>
                  </a:cubicBezTo>
                  <a:close/>
                  <a:moveTo>
                    <a:pt x="36736" y="23385"/>
                  </a:moveTo>
                  <a:cubicBezTo>
                    <a:pt x="36751" y="23385"/>
                    <a:pt x="36767" y="23387"/>
                    <a:pt x="36784" y="23393"/>
                  </a:cubicBezTo>
                  <a:cubicBezTo>
                    <a:pt x="36813" y="23403"/>
                    <a:pt x="36843" y="23414"/>
                    <a:pt x="36876" y="23424"/>
                  </a:cubicBezTo>
                  <a:cubicBezTo>
                    <a:pt x="37013" y="23472"/>
                    <a:pt x="36947" y="23673"/>
                    <a:pt x="36830" y="23673"/>
                  </a:cubicBezTo>
                  <a:cubicBezTo>
                    <a:pt x="36813" y="23673"/>
                    <a:pt x="36794" y="23668"/>
                    <a:pt x="36775" y="23658"/>
                  </a:cubicBezTo>
                  <a:cubicBezTo>
                    <a:pt x="36745" y="23643"/>
                    <a:pt x="36714" y="23628"/>
                    <a:pt x="36686" y="23613"/>
                  </a:cubicBezTo>
                  <a:cubicBezTo>
                    <a:pt x="36565" y="23550"/>
                    <a:pt x="36619" y="23385"/>
                    <a:pt x="36736" y="23385"/>
                  </a:cubicBezTo>
                  <a:close/>
                  <a:moveTo>
                    <a:pt x="35272" y="23020"/>
                  </a:moveTo>
                  <a:cubicBezTo>
                    <a:pt x="35284" y="23020"/>
                    <a:pt x="35297" y="23025"/>
                    <a:pt x="35307" y="23035"/>
                  </a:cubicBezTo>
                  <a:cubicBezTo>
                    <a:pt x="35446" y="23176"/>
                    <a:pt x="35500" y="23460"/>
                    <a:pt x="35511" y="23655"/>
                  </a:cubicBezTo>
                  <a:cubicBezTo>
                    <a:pt x="35521" y="23804"/>
                    <a:pt x="35453" y="23936"/>
                    <a:pt x="35297" y="23967"/>
                  </a:cubicBezTo>
                  <a:cubicBezTo>
                    <a:pt x="35277" y="23971"/>
                    <a:pt x="35257" y="23972"/>
                    <a:pt x="35237" y="23972"/>
                  </a:cubicBezTo>
                  <a:cubicBezTo>
                    <a:pt x="35112" y="23972"/>
                    <a:pt x="34988" y="23905"/>
                    <a:pt x="34924" y="23800"/>
                  </a:cubicBezTo>
                  <a:cubicBezTo>
                    <a:pt x="34818" y="23621"/>
                    <a:pt x="34869" y="23400"/>
                    <a:pt x="34921" y="23213"/>
                  </a:cubicBezTo>
                  <a:cubicBezTo>
                    <a:pt x="34933" y="23171"/>
                    <a:pt x="34970" y="23152"/>
                    <a:pt x="35004" y="23152"/>
                  </a:cubicBezTo>
                  <a:cubicBezTo>
                    <a:pt x="35049" y="23152"/>
                    <a:pt x="35090" y="23183"/>
                    <a:pt x="35076" y="23239"/>
                  </a:cubicBezTo>
                  <a:cubicBezTo>
                    <a:pt x="35046" y="23359"/>
                    <a:pt x="35009" y="23492"/>
                    <a:pt x="35035" y="23616"/>
                  </a:cubicBezTo>
                  <a:cubicBezTo>
                    <a:pt x="35054" y="23704"/>
                    <a:pt x="35130" y="23801"/>
                    <a:pt x="35230" y="23801"/>
                  </a:cubicBezTo>
                  <a:cubicBezTo>
                    <a:pt x="35241" y="23801"/>
                    <a:pt x="35253" y="23800"/>
                    <a:pt x="35264" y="23797"/>
                  </a:cubicBezTo>
                  <a:cubicBezTo>
                    <a:pt x="35493" y="23745"/>
                    <a:pt x="35218" y="23230"/>
                    <a:pt x="35205" y="23091"/>
                  </a:cubicBezTo>
                  <a:cubicBezTo>
                    <a:pt x="35203" y="23055"/>
                    <a:pt x="35238" y="23020"/>
                    <a:pt x="35272" y="23020"/>
                  </a:cubicBezTo>
                  <a:close/>
                  <a:moveTo>
                    <a:pt x="30830" y="23826"/>
                  </a:moveTo>
                  <a:cubicBezTo>
                    <a:pt x="30902" y="23826"/>
                    <a:pt x="30970" y="23892"/>
                    <a:pt x="30939" y="23984"/>
                  </a:cubicBezTo>
                  <a:cubicBezTo>
                    <a:pt x="30931" y="24017"/>
                    <a:pt x="30922" y="24048"/>
                    <a:pt x="30905" y="24078"/>
                  </a:cubicBezTo>
                  <a:cubicBezTo>
                    <a:pt x="30879" y="24127"/>
                    <a:pt x="30837" y="24147"/>
                    <a:pt x="30796" y="24147"/>
                  </a:cubicBezTo>
                  <a:cubicBezTo>
                    <a:pt x="30721" y="24147"/>
                    <a:pt x="30649" y="24077"/>
                    <a:pt x="30681" y="23978"/>
                  </a:cubicBezTo>
                  <a:cubicBezTo>
                    <a:pt x="30691" y="23949"/>
                    <a:pt x="30711" y="23920"/>
                    <a:pt x="30727" y="23891"/>
                  </a:cubicBezTo>
                  <a:cubicBezTo>
                    <a:pt x="30752" y="23845"/>
                    <a:pt x="30792" y="23826"/>
                    <a:pt x="30830" y="23826"/>
                  </a:cubicBezTo>
                  <a:close/>
                  <a:moveTo>
                    <a:pt x="37784" y="24346"/>
                  </a:moveTo>
                  <a:cubicBezTo>
                    <a:pt x="37820" y="24346"/>
                    <a:pt x="37855" y="24364"/>
                    <a:pt x="37872" y="24408"/>
                  </a:cubicBezTo>
                  <a:cubicBezTo>
                    <a:pt x="37902" y="24485"/>
                    <a:pt x="37837" y="24542"/>
                    <a:pt x="37774" y="24542"/>
                  </a:cubicBezTo>
                  <a:cubicBezTo>
                    <a:pt x="37738" y="24542"/>
                    <a:pt x="37702" y="24524"/>
                    <a:pt x="37685" y="24480"/>
                  </a:cubicBezTo>
                  <a:cubicBezTo>
                    <a:pt x="37654" y="24403"/>
                    <a:pt x="37720" y="24346"/>
                    <a:pt x="37784" y="24346"/>
                  </a:cubicBezTo>
                  <a:close/>
                  <a:moveTo>
                    <a:pt x="27342" y="19663"/>
                  </a:moveTo>
                  <a:cubicBezTo>
                    <a:pt x="27534" y="19663"/>
                    <a:pt x="27729" y="19711"/>
                    <a:pt x="27920" y="19819"/>
                  </a:cubicBezTo>
                  <a:cubicBezTo>
                    <a:pt x="27937" y="19810"/>
                    <a:pt x="27956" y="19804"/>
                    <a:pt x="27976" y="19804"/>
                  </a:cubicBezTo>
                  <a:cubicBezTo>
                    <a:pt x="27987" y="19804"/>
                    <a:pt x="27998" y="19805"/>
                    <a:pt x="28009" y="19809"/>
                  </a:cubicBezTo>
                  <a:cubicBezTo>
                    <a:pt x="28598" y="20002"/>
                    <a:pt x="28576" y="20545"/>
                    <a:pt x="28430" y="21027"/>
                  </a:cubicBezTo>
                  <a:cubicBezTo>
                    <a:pt x="28335" y="21341"/>
                    <a:pt x="28271" y="21596"/>
                    <a:pt x="28549" y="21827"/>
                  </a:cubicBezTo>
                  <a:cubicBezTo>
                    <a:pt x="28698" y="21952"/>
                    <a:pt x="28869" y="22041"/>
                    <a:pt x="29001" y="22186"/>
                  </a:cubicBezTo>
                  <a:cubicBezTo>
                    <a:pt x="29196" y="22403"/>
                    <a:pt x="29315" y="22706"/>
                    <a:pt x="29388" y="22985"/>
                  </a:cubicBezTo>
                  <a:cubicBezTo>
                    <a:pt x="29628" y="23919"/>
                    <a:pt x="28607" y="24601"/>
                    <a:pt x="27723" y="24601"/>
                  </a:cubicBezTo>
                  <a:cubicBezTo>
                    <a:pt x="27547" y="24601"/>
                    <a:pt x="27377" y="24574"/>
                    <a:pt x="27224" y="24517"/>
                  </a:cubicBezTo>
                  <a:cubicBezTo>
                    <a:pt x="25991" y="24062"/>
                    <a:pt x="25440" y="22340"/>
                    <a:pt x="25707" y="21144"/>
                  </a:cubicBezTo>
                  <a:cubicBezTo>
                    <a:pt x="25871" y="20407"/>
                    <a:pt x="26584" y="19663"/>
                    <a:pt x="27342" y="19663"/>
                  </a:cubicBezTo>
                  <a:close/>
                  <a:moveTo>
                    <a:pt x="25863" y="24317"/>
                  </a:moveTo>
                  <a:cubicBezTo>
                    <a:pt x="25881" y="24317"/>
                    <a:pt x="25900" y="24321"/>
                    <a:pt x="25920" y="24328"/>
                  </a:cubicBezTo>
                  <a:cubicBezTo>
                    <a:pt x="25951" y="24340"/>
                    <a:pt x="25982" y="24351"/>
                    <a:pt x="26012" y="24364"/>
                  </a:cubicBezTo>
                  <a:cubicBezTo>
                    <a:pt x="26086" y="24392"/>
                    <a:pt x="26118" y="24487"/>
                    <a:pt x="26089" y="24558"/>
                  </a:cubicBezTo>
                  <a:cubicBezTo>
                    <a:pt x="26065" y="24611"/>
                    <a:pt x="26008" y="24647"/>
                    <a:pt x="25950" y="24647"/>
                  </a:cubicBezTo>
                  <a:cubicBezTo>
                    <a:pt x="25931" y="24647"/>
                    <a:pt x="25912" y="24643"/>
                    <a:pt x="25894" y="24635"/>
                  </a:cubicBezTo>
                  <a:cubicBezTo>
                    <a:pt x="25865" y="24620"/>
                    <a:pt x="25836" y="24605"/>
                    <a:pt x="25805" y="24591"/>
                  </a:cubicBezTo>
                  <a:cubicBezTo>
                    <a:pt x="25659" y="24518"/>
                    <a:pt x="25727" y="24317"/>
                    <a:pt x="25863" y="24317"/>
                  </a:cubicBezTo>
                  <a:close/>
                  <a:moveTo>
                    <a:pt x="36046" y="24488"/>
                  </a:moveTo>
                  <a:cubicBezTo>
                    <a:pt x="36086" y="24488"/>
                    <a:pt x="36125" y="24508"/>
                    <a:pt x="36144" y="24557"/>
                  </a:cubicBezTo>
                  <a:cubicBezTo>
                    <a:pt x="36178" y="24645"/>
                    <a:pt x="36104" y="24710"/>
                    <a:pt x="36033" y="24710"/>
                  </a:cubicBezTo>
                  <a:cubicBezTo>
                    <a:pt x="35992" y="24710"/>
                    <a:pt x="35953" y="24689"/>
                    <a:pt x="35933" y="24640"/>
                  </a:cubicBezTo>
                  <a:cubicBezTo>
                    <a:pt x="35900" y="24554"/>
                    <a:pt x="35974" y="24488"/>
                    <a:pt x="36046" y="24488"/>
                  </a:cubicBezTo>
                  <a:close/>
                  <a:moveTo>
                    <a:pt x="37115" y="24715"/>
                  </a:moveTo>
                  <a:cubicBezTo>
                    <a:pt x="37132" y="24715"/>
                    <a:pt x="37151" y="24718"/>
                    <a:pt x="37170" y="24725"/>
                  </a:cubicBezTo>
                  <a:cubicBezTo>
                    <a:pt x="37202" y="24737"/>
                    <a:pt x="37231" y="24748"/>
                    <a:pt x="37263" y="24761"/>
                  </a:cubicBezTo>
                  <a:cubicBezTo>
                    <a:pt x="37338" y="24789"/>
                    <a:pt x="37370" y="24884"/>
                    <a:pt x="37338" y="24953"/>
                  </a:cubicBezTo>
                  <a:cubicBezTo>
                    <a:pt x="37315" y="25004"/>
                    <a:pt x="37259" y="25040"/>
                    <a:pt x="37202" y="25040"/>
                  </a:cubicBezTo>
                  <a:cubicBezTo>
                    <a:pt x="37183" y="25040"/>
                    <a:pt x="37164" y="25036"/>
                    <a:pt x="37146" y="25027"/>
                  </a:cubicBezTo>
                  <a:cubicBezTo>
                    <a:pt x="37117" y="25011"/>
                    <a:pt x="37087" y="24997"/>
                    <a:pt x="37057" y="24983"/>
                  </a:cubicBezTo>
                  <a:cubicBezTo>
                    <a:pt x="36914" y="24912"/>
                    <a:pt x="36980" y="24715"/>
                    <a:pt x="37115" y="24715"/>
                  </a:cubicBezTo>
                  <a:close/>
                  <a:moveTo>
                    <a:pt x="39749" y="25137"/>
                  </a:moveTo>
                  <a:cubicBezTo>
                    <a:pt x="39789" y="25137"/>
                    <a:pt x="39829" y="25157"/>
                    <a:pt x="39849" y="25207"/>
                  </a:cubicBezTo>
                  <a:cubicBezTo>
                    <a:pt x="39882" y="25294"/>
                    <a:pt x="39807" y="25360"/>
                    <a:pt x="39735" y="25360"/>
                  </a:cubicBezTo>
                  <a:cubicBezTo>
                    <a:pt x="39695" y="25360"/>
                    <a:pt x="39655" y="25339"/>
                    <a:pt x="39636" y="25289"/>
                  </a:cubicBezTo>
                  <a:cubicBezTo>
                    <a:pt x="39602" y="25202"/>
                    <a:pt x="39676" y="25137"/>
                    <a:pt x="39749" y="25137"/>
                  </a:cubicBezTo>
                  <a:close/>
                  <a:moveTo>
                    <a:pt x="28029" y="25439"/>
                  </a:moveTo>
                  <a:cubicBezTo>
                    <a:pt x="28074" y="25439"/>
                    <a:pt x="28118" y="25462"/>
                    <a:pt x="28139" y="25516"/>
                  </a:cubicBezTo>
                  <a:cubicBezTo>
                    <a:pt x="28178" y="25615"/>
                    <a:pt x="28094" y="25688"/>
                    <a:pt x="28014" y="25688"/>
                  </a:cubicBezTo>
                  <a:cubicBezTo>
                    <a:pt x="27968" y="25688"/>
                    <a:pt x="27924" y="25665"/>
                    <a:pt x="27903" y="25611"/>
                  </a:cubicBezTo>
                  <a:cubicBezTo>
                    <a:pt x="27863" y="25513"/>
                    <a:pt x="27948" y="25439"/>
                    <a:pt x="28029" y="25439"/>
                  </a:cubicBezTo>
                  <a:close/>
                  <a:moveTo>
                    <a:pt x="35635" y="25573"/>
                  </a:moveTo>
                  <a:cubicBezTo>
                    <a:pt x="35666" y="25573"/>
                    <a:pt x="35696" y="25589"/>
                    <a:pt x="35711" y="25626"/>
                  </a:cubicBezTo>
                  <a:cubicBezTo>
                    <a:pt x="35738" y="25694"/>
                    <a:pt x="35681" y="25744"/>
                    <a:pt x="35626" y="25744"/>
                  </a:cubicBezTo>
                  <a:cubicBezTo>
                    <a:pt x="35595" y="25744"/>
                    <a:pt x="35564" y="25728"/>
                    <a:pt x="35549" y="25690"/>
                  </a:cubicBezTo>
                  <a:cubicBezTo>
                    <a:pt x="35523" y="25623"/>
                    <a:pt x="35580" y="25573"/>
                    <a:pt x="35635" y="25573"/>
                  </a:cubicBezTo>
                  <a:close/>
                  <a:moveTo>
                    <a:pt x="30478" y="24977"/>
                  </a:moveTo>
                  <a:cubicBezTo>
                    <a:pt x="30654" y="24977"/>
                    <a:pt x="30829" y="25004"/>
                    <a:pt x="30962" y="25053"/>
                  </a:cubicBezTo>
                  <a:cubicBezTo>
                    <a:pt x="30996" y="25065"/>
                    <a:pt x="30993" y="25118"/>
                    <a:pt x="30961" y="25131"/>
                  </a:cubicBezTo>
                  <a:cubicBezTo>
                    <a:pt x="30910" y="25148"/>
                    <a:pt x="30849" y="25159"/>
                    <a:pt x="30784" y="25163"/>
                  </a:cubicBezTo>
                  <a:cubicBezTo>
                    <a:pt x="30812" y="25189"/>
                    <a:pt x="30826" y="25228"/>
                    <a:pt x="30809" y="25275"/>
                  </a:cubicBezTo>
                  <a:cubicBezTo>
                    <a:pt x="30718" y="25527"/>
                    <a:pt x="30479" y="25703"/>
                    <a:pt x="30224" y="25760"/>
                  </a:cubicBezTo>
                  <a:cubicBezTo>
                    <a:pt x="30164" y="25772"/>
                    <a:pt x="30088" y="25783"/>
                    <a:pt x="30012" y="25783"/>
                  </a:cubicBezTo>
                  <a:cubicBezTo>
                    <a:pt x="29866" y="25783"/>
                    <a:pt x="29720" y="25744"/>
                    <a:pt x="29684" y="25604"/>
                  </a:cubicBezTo>
                  <a:cubicBezTo>
                    <a:pt x="29627" y="25393"/>
                    <a:pt x="29782" y="25176"/>
                    <a:pt x="29960" y="25081"/>
                  </a:cubicBezTo>
                  <a:cubicBezTo>
                    <a:pt x="30098" y="25009"/>
                    <a:pt x="30288" y="24977"/>
                    <a:pt x="30478" y="24977"/>
                  </a:cubicBezTo>
                  <a:close/>
                  <a:moveTo>
                    <a:pt x="29478" y="25699"/>
                  </a:moveTo>
                  <a:cubicBezTo>
                    <a:pt x="29522" y="25699"/>
                    <a:pt x="29566" y="25722"/>
                    <a:pt x="29587" y="25775"/>
                  </a:cubicBezTo>
                  <a:cubicBezTo>
                    <a:pt x="29626" y="25872"/>
                    <a:pt x="29543" y="25944"/>
                    <a:pt x="29464" y="25944"/>
                  </a:cubicBezTo>
                  <a:cubicBezTo>
                    <a:pt x="29419" y="25944"/>
                    <a:pt x="29376" y="25921"/>
                    <a:pt x="29355" y="25867"/>
                  </a:cubicBezTo>
                  <a:cubicBezTo>
                    <a:pt x="29317" y="25771"/>
                    <a:pt x="29399" y="25699"/>
                    <a:pt x="29478" y="25699"/>
                  </a:cubicBezTo>
                  <a:close/>
                  <a:moveTo>
                    <a:pt x="38426" y="25270"/>
                  </a:moveTo>
                  <a:cubicBezTo>
                    <a:pt x="38527" y="25270"/>
                    <a:pt x="38627" y="25293"/>
                    <a:pt x="38718" y="25337"/>
                  </a:cubicBezTo>
                  <a:cubicBezTo>
                    <a:pt x="38723" y="25337"/>
                    <a:pt x="38727" y="25336"/>
                    <a:pt x="38732" y="25336"/>
                  </a:cubicBezTo>
                  <a:cubicBezTo>
                    <a:pt x="38762" y="25336"/>
                    <a:pt x="38790" y="25352"/>
                    <a:pt x="38802" y="25386"/>
                  </a:cubicBezTo>
                  <a:cubicBezTo>
                    <a:pt x="38827" y="25403"/>
                    <a:pt x="38854" y="25424"/>
                    <a:pt x="38879" y="25445"/>
                  </a:cubicBezTo>
                  <a:cubicBezTo>
                    <a:pt x="38918" y="25481"/>
                    <a:pt x="38892" y="25552"/>
                    <a:pt x="38847" y="25552"/>
                  </a:cubicBezTo>
                  <a:cubicBezTo>
                    <a:pt x="38839" y="25552"/>
                    <a:pt x="38829" y="25550"/>
                    <a:pt x="38820" y="25544"/>
                  </a:cubicBezTo>
                  <a:cubicBezTo>
                    <a:pt x="38811" y="25539"/>
                    <a:pt x="38803" y="25537"/>
                    <a:pt x="38794" y="25533"/>
                  </a:cubicBezTo>
                  <a:cubicBezTo>
                    <a:pt x="38748" y="25740"/>
                    <a:pt x="38575" y="25968"/>
                    <a:pt x="38401" y="26043"/>
                  </a:cubicBezTo>
                  <a:cubicBezTo>
                    <a:pt x="38349" y="26065"/>
                    <a:pt x="38291" y="26076"/>
                    <a:pt x="38233" y="26076"/>
                  </a:cubicBezTo>
                  <a:cubicBezTo>
                    <a:pt x="38068" y="26076"/>
                    <a:pt x="37899" y="25990"/>
                    <a:pt x="37841" y="25833"/>
                  </a:cubicBezTo>
                  <a:cubicBezTo>
                    <a:pt x="37749" y="25587"/>
                    <a:pt x="37999" y="25374"/>
                    <a:pt x="38209" y="25305"/>
                  </a:cubicBezTo>
                  <a:cubicBezTo>
                    <a:pt x="38281" y="25282"/>
                    <a:pt x="38354" y="25270"/>
                    <a:pt x="38426" y="25270"/>
                  </a:cubicBezTo>
                  <a:close/>
                  <a:moveTo>
                    <a:pt x="36704" y="26137"/>
                  </a:moveTo>
                  <a:cubicBezTo>
                    <a:pt x="36723" y="26137"/>
                    <a:pt x="36743" y="26141"/>
                    <a:pt x="36764" y="26151"/>
                  </a:cubicBezTo>
                  <a:cubicBezTo>
                    <a:pt x="36846" y="26185"/>
                    <a:pt x="36867" y="26271"/>
                    <a:pt x="36842" y="26351"/>
                  </a:cubicBezTo>
                  <a:cubicBezTo>
                    <a:pt x="36832" y="26380"/>
                    <a:pt x="36822" y="26413"/>
                    <a:pt x="36812" y="26444"/>
                  </a:cubicBezTo>
                  <a:cubicBezTo>
                    <a:pt x="36792" y="26509"/>
                    <a:pt x="36724" y="26540"/>
                    <a:pt x="36660" y="26540"/>
                  </a:cubicBezTo>
                  <a:cubicBezTo>
                    <a:pt x="36638" y="26540"/>
                    <a:pt x="36616" y="26537"/>
                    <a:pt x="36597" y="26529"/>
                  </a:cubicBezTo>
                  <a:cubicBezTo>
                    <a:pt x="36520" y="26499"/>
                    <a:pt x="36468" y="26387"/>
                    <a:pt x="36514" y="26314"/>
                  </a:cubicBezTo>
                  <a:cubicBezTo>
                    <a:pt x="36530" y="26285"/>
                    <a:pt x="36546" y="26257"/>
                    <a:pt x="36564" y="26229"/>
                  </a:cubicBezTo>
                  <a:cubicBezTo>
                    <a:pt x="36595" y="26176"/>
                    <a:pt x="36646" y="26137"/>
                    <a:pt x="36704" y="26137"/>
                  </a:cubicBezTo>
                  <a:close/>
                  <a:moveTo>
                    <a:pt x="39157" y="26486"/>
                  </a:moveTo>
                  <a:cubicBezTo>
                    <a:pt x="39200" y="26486"/>
                    <a:pt x="39243" y="26509"/>
                    <a:pt x="39264" y="26562"/>
                  </a:cubicBezTo>
                  <a:cubicBezTo>
                    <a:pt x="39300" y="26656"/>
                    <a:pt x="39220" y="26726"/>
                    <a:pt x="39143" y="26726"/>
                  </a:cubicBezTo>
                  <a:cubicBezTo>
                    <a:pt x="39099" y="26726"/>
                    <a:pt x="39056" y="26703"/>
                    <a:pt x="39035" y="26650"/>
                  </a:cubicBezTo>
                  <a:cubicBezTo>
                    <a:pt x="38999" y="26556"/>
                    <a:pt x="39079" y="26486"/>
                    <a:pt x="39157" y="26486"/>
                  </a:cubicBezTo>
                  <a:close/>
                  <a:moveTo>
                    <a:pt x="32589" y="22652"/>
                  </a:moveTo>
                  <a:cubicBezTo>
                    <a:pt x="33174" y="22652"/>
                    <a:pt x="33807" y="23164"/>
                    <a:pt x="34138" y="23628"/>
                  </a:cubicBezTo>
                  <a:cubicBezTo>
                    <a:pt x="34814" y="24578"/>
                    <a:pt x="35025" y="25566"/>
                    <a:pt x="34233" y="26521"/>
                  </a:cubicBezTo>
                  <a:cubicBezTo>
                    <a:pt x="33945" y="26868"/>
                    <a:pt x="33532" y="27043"/>
                    <a:pt x="33131" y="27043"/>
                  </a:cubicBezTo>
                  <a:cubicBezTo>
                    <a:pt x="32594" y="27043"/>
                    <a:pt x="32079" y="26731"/>
                    <a:pt x="31910" y="26104"/>
                  </a:cubicBezTo>
                  <a:cubicBezTo>
                    <a:pt x="31744" y="25485"/>
                    <a:pt x="32151" y="24881"/>
                    <a:pt x="31944" y="24266"/>
                  </a:cubicBezTo>
                  <a:cubicBezTo>
                    <a:pt x="31818" y="23889"/>
                    <a:pt x="31598" y="23558"/>
                    <a:pt x="31814" y="23199"/>
                  </a:cubicBezTo>
                  <a:cubicBezTo>
                    <a:pt x="31787" y="23169"/>
                    <a:pt x="31778" y="23121"/>
                    <a:pt x="31804" y="23086"/>
                  </a:cubicBezTo>
                  <a:cubicBezTo>
                    <a:pt x="32027" y="22775"/>
                    <a:pt x="32302" y="22652"/>
                    <a:pt x="32589" y="22652"/>
                  </a:cubicBezTo>
                  <a:close/>
                  <a:moveTo>
                    <a:pt x="41287" y="26776"/>
                  </a:moveTo>
                  <a:cubicBezTo>
                    <a:pt x="41394" y="26776"/>
                    <a:pt x="41467" y="26928"/>
                    <a:pt x="41362" y="26997"/>
                  </a:cubicBezTo>
                  <a:cubicBezTo>
                    <a:pt x="41334" y="27032"/>
                    <a:pt x="41290" y="27054"/>
                    <a:pt x="41245" y="27054"/>
                  </a:cubicBezTo>
                  <a:cubicBezTo>
                    <a:pt x="41224" y="27054"/>
                    <a:pt x="41202" y="27049"/>
                    <a:pt x="41181" y="27038"/>
                  </a:cubicBezTo>
                  <a:cubicBezTo>
                    <a:pt x="41131" y="27015"/>
                    <a:pt x="41103" y="26967"/>
                    <a:pt x="41110" y="26912"/>
                  </a:cubicBezTo>
                  <a:cubicBezTo>
                    <a:pt x="41120" y="26834"/>
                    <a:pt x="41188" y="26779"/>
                    <a:pt x="41263" y="26779"/>
                  </a:cubicBezTo>
                  <a:cubicBezTo>
                    <a:pt x="41271" y="26777"/>
                    <a:pt x="41279" y="26776"/>
                    <a:pt x="41287" y="26776"/>
                  </a:cubicBezTo>
                  <a:close/>
                  <a:moveTo>
                    <a:pt x="27920" y="26901"/>
                  </a:moveTo>
                  <a:cubicBezTo>
                    <a:pt x="27936" y="26901"/>
                    <a:pt x="27953" y="26904"/>
                    <a:pt x="27971" y="26910"/>
                  </a:cubicBezTo>
                  <a:cubicBezTo>
                    <a:pt x="28003" y="26922"/>
                    <a:pt x="28033" y="26932"/>
                    <a:pt x="28065" y="26943"/>
                  </a:cubicBezTo>
                  <a:cubicBezTo>
                    <a:pt x="28138" y="26967"/>
                    <a:pt x="28166" y="27061"/>
                    <a:pt x="28138" y="27124"/>
                  </a:cubicBezTo>
                  <a:cubicBezTo>
                    <a:pt x="28116" y="27172"/>
                    <a:pt x="28061" y="27208"/>
                    <a:pt x="28007" y="27208"/>
                  </a:cubicBezTo>
                  <a:cubicBezTo>
                    <a:pt x="27989" y="27208"/>
                    <a:pt x="27971" y="27204"/>
                    <a:pt x="27955" y="27195"/>
                  </a:cubicBezTo>
                  <a:cubicBezTo>
                    <a:pt x="27925" y="27180"/>
                    <a:pt x="27897" y="27164"/>
                    <a:pt x="27867" y="27151"/>
                  </a:cubicBezTo>
                  <a:cubicBezTo>
                    <a:pt x="27735" y="27080"/>
                    <a:pt x="27794" y="26901"/>
                    <a:pt x="27920" y="26901"/>
                  </a:cubicBezTo>
                  <a:close/>
                  <a:moveTo>
                    <a:pt x="31115" y="27006"/>
                  </a:moveTo>
                  <a:cubicBezTo>
                    <a:pt x="31160" y="27006"/>
                    <a:pt x="31205" y="27029"/>
                    <a:pt x="31227" y="27085"/>
                  </a:cubicBezTo>
                  <a:cubicBezTo>
                    <a:pt x="31264" y="27182"/>
                    <a:pt x="31181" y="27254"/>
                    <a:pt x="31101" y="27254"/>
                  </a:cubicBezTo>
                  <a:cubicBezTo>
                    <a:pt x="31055" y="27254"/>
                    <a:pt x="31011" y="27231"/>
                    <a:pt x="30989" y="27177"/>
                  </a:cubicBezTo>
                  <a:cubicBezTo>
                    <a:pt x="30951" y="27079"/>
                    <a:pt x="31034" y="27006"/>
                    <a:pt x="31115" y="27006"/>
                  </a:cubicBezTo>
                  <a:close/>
                  <a:moveTo>
                    <a:pt x="40016" y="26452"/>
                  </a:moveTo>
                  <a:cubicBezTo>
                    <a:pt x="40051" y="26452"/>
                    <a:pt x="40087" y="26458"/>
                    <a:pt x="40121" y="26468"/>
                  </a:cubicBezTo>
                  <a:cubicBezTo>
                    <a:pt x="40273" y="26514"/>
                    <a:pt x="40492" y="26723"/>
                    <a:pt x="40468" y="26895"/>
                  </a:cubicBezTo>
                  <a:cubicBezTo>
                    <a:pt x="40467" y="26910"/>
                    <a:pt x="40455" y="26925"/>
                    <a:pt x="40441" y="26929"/>
                  </a:cubicBezTo>
                  <a:cubicBezTo>
                    <a:pt x="40433" y="26930"/>
                    <a:pt x="40430" y="26930"/>
                    <a:pt x="40421" y="26932"/>
                  </a:cubicBezTo>
                  <a:cubicBezTo>
                    <a:pt x="40501" y="27017"/>
                    <a:pt x="40559" y="27117"/>
                    <a:pt x="40617" y="27219"/>
                  </a:cubicBezTo>
                  <a:cubicBezTo>
                    <a:pt x="40665" y="27301"/>
                    <a:pt x="40615" y="27385"/>
                    <a:pt x="40519" y="27385"/>
                  </a:cubicBezTo>
                  <a:cubicBezTo>
                    <a:pt x="40518" y="27385"/>
                    <a:pt x="40517" y="27385"/>
                    <a:pt x="40516" y="27385"/>
                  </a:cubicBezTo>
                  <a:cubicBezTo>
                    <a:pt x="40291" y="27379"/>
                    <a:pt x="40077" y="27292"/>
                    <a:pt x="39921" y="27134"/>
                  </a:cubicBezTo>
                  <a:cubicBezTo>
                    <a:pt x="39798" y="27014"/>
                    <a:pt x="39667" y="26823"/>
                    <a:pt x="39726" y="26643"/>
                  </a:cubicBezTo>
                  <a:cubicBezTo>
                    <a:pt x="39767" y="26518"/>
                    <a:pt x="39890" y="26452"/>
                    <a:pt x="40016" y="26452"/>
                  </a:cubicBezTo>
                  <a:close/>
                  <a:moveTo>
                    <a:pt x="34883" y="27288"/>
                  </a:moveTo>
                  <a:cubicBezTo>
                    <a:pt x="34916" y="27288"/>
                    <a:pt x="34948" y="27305"/>
                    <a:pt x="34964" y="27344"/>
                  </a:cubicBezTo>
                  <a:cubicBezTo>
                    <a:pt x="34991" y="27415"/>
                    <a:pt x="34931" y="27468"/>
                    <a:pt x="34872" y="27468"/>
                  </a:cubicBezTo>
                  <a:cubicBezTo>
                    <a:pt x="34840" y="27468"/>
                    <a:pt x="34808" y="27451"/>
                    <a:pt x="34793" y="27412"/>
                  </a:cubicBezTo>
                  <a:cubicBezTo>
                    <a:pt x="34765" y="27340"/>
                    <a:pt x="34825" y="27288"/>
                    <a:pt x="34883" y="27288"/>
                  </a:cubicBezTo>
                  <a:close/>
                  <a:moveTo>
                    <a:pt x="35549" y="26825"/>
                  </a:moveTo>
                  <a:cubicBezTo>
                    <a:pt x="35567" y="26825"/>
                    <a:pt x="35584" y="26826"/>
                    <a:pt x="35600" y="26828"/>
                  </a:cubicBezTo>
                  <a:cubicBezTo>
                    <a:pt x="35810" y="26858"/>
                    <a:pt x="35938" y="27025"/>
                    <a:pt x="36055" y="27182"/>
                  </a:cubicBezTo>
                  <a:cubicBezTo>
                    <a:pt x="36076" y="27209"/>
                    <a:pt x="36054" y="27245"/>
                    <a:pt x="36027" y="27251"/>
                  </a:cubicBezTo>
                  <a:cubicBezTo>
                    <a:pt x="36025" y="27276"/>
                    <a:pt x="36016" y="27300"/>
                    <a:pt x="35991" y="27319"/>
                  </a:cubicBezTo>
                  <a:cubicBezTo>
                    <a:pt x="35870" y="27412"/>
                    <a:pt x="35711" y="27485"/>
                    <a:pt x="35555" y="27485"/>
                  </a:cubicBezTo>
                  <a:cubicBezTo>
                    <a:pt x="35490" y="27485"/>
                    <a:pt x="35426" y="27472"/>
                    <a:pt x="35365" y="27443"/>
                  </a:cubicBezTo>
                  <a:cubicBezTo>
                    <a:pt x="35205" y="27368"/>
                    <a:pt x="35117" y="27181"/>
                    <a:pt x="35202" y="27017"/>
                  </a:cubicBezTo>
                  <a:cubicBezTo>
                    <a:pt x="35266" y="26894"/>
                    <a:pt x="35412" y="26825"/>
                    <a:pt x="35549" y="26825"/>
                  </a:cubicBezTo>
                  <a:close/>
                  <a:moveTo>
                    <a:pt x="29260" y="26559"/>
                  </a:moveTo>
                  <a:cubicBezTo>
                    <a:pt x="29270" y="26559"/>
                    <a:pt x="29279" y="26562"/>
                    <a:pt x="29288" y="26569"/>
                  </a:cubicBezTo>
                  <a:cubicBezTo>
                    <a:pt x="29494" y="26722"/>
                    <a:pt x="29748" y="26891"/>
                    <a:pt x="29854" y="27136"/>
                  </a:cubicBezTo>
                  <a:cubicBezTo>
                    <a:pt x="29932" y="27314"/>
                    <a:pt x="29889" y="27533"/>
                    <a:pt x="29698" y="27616"/>
                  </a:cubicBezTo>
                  <a:cubicBezTo>
                    <a:pt x="29652" y="27637"/>
                    <a:pt x="29602" y="27646"/>
                    <a:pt x="29551" y="27646"/>
                  </a:cubicBezTo>
                  <a:cubicBezTo>
                    <a:pt x="29407" y="27646"/>
                    <a:pt x="29258" y="27570"/>
                    <a:pt x="29169" y="27463"/>
                  </a:cubicBezTo>
                  <a:cubicBezTo>
                    <a:pt x="29004" y="27259"/>
                    <a:pt x="29016" y="26932"/>
                    <a:pt x="29086" y="26692"/>
                  </a:cubicBezTo>
                  <a:cubicBezTo>
                    <a:pt x="29099" y="26650"/>
                    <a:pt x="29137" y="26631"/>
                    <a:pt x="29177" y="26631"/>
                  </a:cubicBezTo>
                  <a:cubicBezTo>
                    <a:pt x="29193" y="26631"/>
                    <a:pt x="29210" y="26634"/>
                    <a:pt x="29225" y="26640"/>
                  </a:cubicBezTo>
                  <a:lnTo>
                    <a:pt x="29220" y="26634"/>
                  </a:lnTo>
                  <a:cubicBezTo>
                    <a:pt x="29192" y="26601"/>
                    <a:pt x="29225" y="26559"/>
                    <a:pt x="29260" y="26559"/>
                  </a:cubicBezTo>
                  <a:close/>
                  <a:moveTo>
                    <a:pt x="32827" y="27503"/>
                  </a:moveTo>
                  <a:cubicBezTo>
                    <a:pt x="32885" y="27503"/>
                    <a:pt x="32940" y="27532"/>
                    <a:pt x="32963" y="27602"/>
                  </a:cubicBezTo>
                  <a:lnTo>
                    <a:pt x="32977" y="27643"/>
                  </a:lnTo>
                  <a:cubicBezTo>
                    <a:pt x="33020" y="27738"/>
                    <a:pt x="32963" y="27815"/>
                    <a:pt x="32885" y="27840"/>
                  </a:cubicBezTo>
                  <a:cubicBezTo>
                    <a:pt x="32862" y="27851"/>
                    <a:pt x="32837" y="27856"/>
                    <a:pt x="32813" y="27856"/>
                  </a:cubicBezTo>
                  <a:cubicBezTo>
                    <a:pt x="32759" y="27856"/>
                    <a:pt x="32708" y="27828"/>
                    <a:pt x="32685" y="27759"/>
                  </a:cubicBezTo>
                  <a:lnTo>
                    <a:pt x="32667" y="27718"/>
                  </a:lnTo>
                  <a:cubicBezTo>
                    <a:pt x="32612" y="27598"/>
                    <a:pt x="32724" y="27503"/>
                    <a:pt x="32827" y="27503"/>
                  </a:cubicBezTo>
                  <a:close/>
                  <a:moveTo>
                    <a:pt x="29927" y="28007"/>
                  </a:moveTo>
                  <a:cubicBezTo>
                    <a:pt x="29968" y="28007"/>
                    <a:pt x="30009" y="28028"/>
                    <a:pt x="30028" y="28078"/>
                  </a:cubicBezTo>
                  <a:cubicBezTo>
                    <a:pt x="30063" y="28166"/>
                    <a:pt x="29987" y="28232"/>
                    <a:pt x="29914" y="28232"/>
                  </a:cubicBezTo>
                  <a:cubicBezTo>
                    <a:pt x="29873" y="28232"/>
                    <a:pt x="29833" y="28211"/>
                    <a:pt x="29813" y="28162"/>
                  </a:cubicBezTo>
                  <a:cubicBezTo>
                    <a:pt x="29779" y="28073"/>
                    <a:pt x="29855" y="28007"/>
                    <a:pt x="29927" y="28007"/>
                  </a:cubicBezTo>
                  <a:close/>
                  <a:moveTo>
                    <a:pt x="40193" y="28006"/>
                  </a:moveTo>
                  <a:cubicBezTo>
                    <a:pt x="40202" y="28006"/>
                    <a:pt x="40212" y="28007"/>
                    <a:pt x="40221" y="28010"/>
                  </a:cubicBezTo>
                  <a:cubicBezTo>
                    <a:pt x="40254" y="28020"/>
                    <a:pt x="40284" y="28029"/>
                    <a:pt x="40316" y="28037"/>
                  </a:cubicBezTo>
                  <a:cubicBezTo>
                    <a:pt x="40406" y="28063"/>
                    <a:pt x="40468" y="28149"/>
                    <a:pt x="40427" y="28241"/>
                  </a:cubicBezTo>
                  <a:cubicBezTo>
                    <a:pt x="40402" y="28299"/>
                    <a:pt x="40352" y="28326"/>
                    <a:pt x="40298" y="28326"/>
                  </a:cubicBezTo>
                  <a:cubicBezTo>
                    <a:pt x="40265" y="28326"/>
                    <a:pt x="40231" y="28316"/>
                    <a:pt x="40200" y="28298"/>
                  </a:cubicBezTo>
                  <a:cubicBezTo>
                    <a:pt x="40175" y="28281"/>
                    <a:pt x="40146" y="28264"/>
                    <a:pt x="40119" y="28248"/>
                  </a:cubicBezTo>
                  <a:cubicBezTo>
                    <a:pt x="40016" y="28184"/>
                    <a:pt x="40084" y="28006"/>
                    <a:pt x="40193" y="28006"/>
                  </a:cubicBezTo>
                  <a:close/>
                  <a:moveTo>
                    <a:pt x="41007" y="28528"/>
                  </a:moveTo>
                  <a:cubicBezTo>
                    <a:pt x="41053" y="28528"/>
                    <a:pt x="41098" y="28552"/>
                    <a:pt x="41120" y="28608"/>
                  </a:cubicBezTo>
                  <a:cubicBezTo>
                    <a:pt x="41159" y="28706"/>
                    <a:pt x="41075" y="28780"/>
                    <a:pt x="40993" y="28780"/>
                  </a:cubicBezTo>
                  <a:cubicBezTo>
                    <a:pt x="40947" y="28780"/>
                    <a:pt x="40902" y="28757"/>
                    <a:pt x="40880" y="28702"/>
                  </a:cubicBezTo>
                  <a:cubicBezTo>
                    <a:pt x="40842" y="28602"/>
                    <a:pt x="40926" y="28528"/>
                    <a:pt x="41007" y="28528"/>
                  </a:cubicBezTo>
                  <a:close/>
                  <a:moveTo>
                    <a:pt x="34255" y="28664"/>
                  </a:moveTo>
                  <a:cubicBezTo>
                    <a:pt x="34314" y="28664"/>
                    <a:pt x="34372" y="28694"/>
                    <a:pt x="34400" y="28765"/>
                  </a:cubicBezTo>
                  <a:cubicBezTo>
                    <a:pt x="34449" y="28892"/>
                    <a:pt x="34341" y="28986"/>
                    <a:pt x="34236" y="28986"/>
                  </a:cubicBezTo>
                  <a:cubicBezTo>
                    <a:pt x="34178" y="28986"/>
                    <a:pt x="34120" y="28957"/>
                    <a:pt x="34092" y="28886"/>
                  </a:cubicBezTo>
                  <a:cubicBezTo>
                    <a:pt x="34043" y="28759"/>
                    <a:pt x="34151" y="28664"/>
                    <a:pt x="34255" y="28664"/>
                  </a:cubicBezTo>
                  <a:close/>
                  <a:moveTo>
                    <a:pt x="31296" y="28807"/>
                  </a:moveTo>
                  <a:cubicBezTo>
                    <a:pt x="31341" y="28807"/>
                    <a:pt x="31386" y="28830"/>
                    <a:pt x="31407" y="28886"/>
                  </a:cubicBezTo>
                  <a:cubicBezTo>
                    <a:pt x="31447" y="28985"/>
                    <a:pt x="31363" y="29059"/>
                    <a:pt x="31282" y="29059"/>
                  </a:cubicBezTo>
                  <a:cubicBezTo>
                    <a:pt x="31236" y="29059"/>
                    <a:pt x="31190" y="29036"/>
                    <a:pt x="31169" y="28979"/>
                  </a:cubicBezTo>
                  <a:cubicBezTo>
                    <a:pt x="31130" y="28881"/>
                    <a:pt x="31214" y="28807"/>
                    <a:pt x="31296" y="28807"/>
                  </a:cubicBezTo>
                  <a:close/>
                  <a:moveTo>
                    <a:pt x="32669" y="28892"/>
                  </a:moveTo>
                  <a:cubicBezTo>
                    <a:pt x="32706" y="28892"/>
                    <a:pt x="32743" y="28911"/>
                    <a:pt x="32760" y="28957"/>
                  </a:cubicBezTo>
                  <a:cubicBezTo>
                    <a:pt x="32792" y="29037"/>
                    <a:pt x="32724" y="29097"/>
                    <a:pt x="32658" y="29097"/>
                  </a:cubicBezTo>
                  <a:cubicBezTo>
                    <a:pt x="32621" y="29097"/>
                    <a:pt x="32584" y="29078"/>
                    <a:pt x="32566" y="29033"/>
                  </a:cubicBezTo>
                  <a:cubicBezTo>
                    <a:pt x="32535" y="28953"/>
                    <a:pt x="32603" y="28892"/>
                    <a:pt x="32669" y="28892"/>
                  </a:cubicBezTo>
                  <a:close/>
                  <a:moveTo>
                    <a:pt x="35669" y="29047"/>
                  </a:moveTo>
                  <a:cubicBezTo>
                    <a:pt x="35780" y="29047"/>
                    <a:pt x="35841" y="29228"/>
                    <a:pt x="35739" y="29288"/>
                  </a:cubicBezTo>
                  <a:cubicBezTo>
                    <a:pt x="35709" y="29305"/>
                    <a:pt x="35681" y="29321"/>
                    <a:pt x="35653" y="29338"/>
                  </a:cubicBezTo>
                  <a:cubicBezTo>
                    <a:pt x="35617" y="29358"/>
                    <a:pt x="35586" y="29362"/>
                    <a:pt x="35546" y="29362"/>
                  </a:cubicBezTo>
                  <a:cubicBezTo>
                    <a:pt x="35540" y="29362"/>
                    <a:pt x="35533" y="29362"/>
                    <a:pt x="35527" y="29362"/>
                  </a:cubicBezTo>
                  <a:cubicBezTo>
                    <a:pt x="35427" y="29359"/>
                    <a:pt x="35372" y="29212"/>
                    <a:pt x="35439" y="29142"/>
                  </a:cubicBezTo>
                  <a:cubicBezTo>
                    <a:pt x="35474" y="29107"/>
                    <a:pt x="35503" y="29086"/>
                    <a:pt x="35551" y="29073"/>
                  </a:cubicBezTo>
                  <a:cubicBezTo>
                    <a:pt x="35580" y="29064"/>
                    <a:pt x="35613" y="29057"/>
                    <a:pt x="35644" y="29050"/>
                  </a:cubicBezTo>
                  <a:cubicBezTo>
                    <a:pt x="35653" y="29048"/>
                    <a:pt x="35661" y="29047"/>
                    <a:pt x="35669" y="29047"/>
                  </a:cubicBezTo>
                  <a:close/>
                  <a:moveTo>
                    <a:pt x="30077" y="29327"/>
                  </a:moveTo>
                  <a:cubicBezTo>
                    <a:pt x="30138" y="29327"/>
                    <a:pt x="30199" y="29366"/>
                    <a:pt x="30222" y="29426"/>
                  </a:cubicBezTo>
                  <a:lnTo>
                    <a:pt x="30248" y="29491"/>
                  </a:lnTo>
                  <a:cubicBezTo>
                    <a:pt x="30278" y="29569"/>
                    <a:pt x="30241" y="29660"/>
                    <a:pt x="30160" y="29689"/>
                  </a:cubicBezTo>
                  <a:cubicBezTo>
                    <a:pt x="30142" y="29697"/>
                    <a:pt x="30124" y="29700"/>
                    <a:pt x="30106" y="29700"/>
                  </a:cubicBezTo>
                  <a:cubicBezTo>
                    <a:pt x="30045" y="29700"/>
                    <a:pt x="29987" y="29662"/>
                    <a:pt x="29962" y="29603"/>
                  </a:cubicBezTo>
                  <a:lnTo>
                    <a:pt x="29935" y="29538"/>
                  </a:lnTo>
                  <a:cubicBezTo>
                    <a:pt x="29903" y="29460"/>
                    <a:pt x="29946" y="29368"/>
                    <a:pt x="30023" y="29338"/>
                  </a:cubicBezTo>
                  <a:cubicBezTo>
                    <a:pt x="30040" y="29331"/>
                    <a:pt x="30058" y="29327"/>
                    <a:pt x="30077" y="29327"/>
                  </a:cubicBezTo>
                  <a:close/>
                  <a:moveTo>
                    <a:pt x="31782" y="29691"/>
                  </a:moveTo>
                  <a:cubicBezTo>
                    <a:pt x="31819" y="29691"/>
                    <a:pt x="31856" y="29709"/>
                    <a:pt x="31873" y="29753"/>
                  </a:cubicBezTo>
                  <a:cubicBezTo>
                    <a:pt x="31904" y="29834"/>
                    <a:pt x="31835" y="29894"/>
                    <a:pt x="31769" y="29894"/>
                  </a:cubicBezTo>
                  <a:cubicBezTo>
                    <a:pt x="31732" y="29894"/>
                    <a:pt x="31696" y="29875"/>
                    <a:pt x="31679" y="29830"/>
                  </a:cubicBezTo>
                  <a:cubicBezTo>
                    <a:pt x="31647" y="29750"/>
                    <a:pt x="31716" y="29691"/>
                    <a:pt x="31782" y="29691"/>
                  </a:cubicBezTo>
                  <a:close/>
                  <a:moveTo>
                    <a:pt x="41247" y="29699"/>
                  </a:moveTo>
                  <a:cubicBezTo>
                    <a:pt x="41297" y="29699"/>
                    <a:pt x="41346" y="29724"/>
                    <a:pt x="41369" y="29784"/>
                  </a:cubicBezTo>
                  <a:cubicBezTo>
                    <a:pt x="41412" y="29891"/>
                    <a:pt x="41320" y="29972"/>
                    <a:pt x="41232" y="29972"/>
                  </a:cubicBezTo>
                  <a:cubicBezTo>
                    <a:pt x="41182" y="29972"/>
                    <a:pt x="41133" y="29947"/>
                    <a:pt x="41110" y="29886"/>
                  </a:cubicBezTo>
                  <a:cubicBezTo>
                    <a:pt x="41067" y="29779"/>
                    <a:pt x="41159" y="29699"/>
                    <a:pt x="41247" y="29699"/>
                  </a:cubicBezTo>
                  <a:close/>
                  <a:moveTo>
                    <a:pt x="34867" y="29916"/>
                  </a:moveTo>
                  <a:cubicBezTo>
                    <a:pt x="34935" y="29916"/>
                    <a:pt x="34988" y="29966"/>
                    <a:pt x="35009" y="30027"/>
                  </a:cubicBezTo>
                  <a:cubicBezTo>
                    <a:pt x="35042" y="30105"/>
                    <a:pt x="35025" y="30202"/>
                    <a:pt x="34921" y="30238"/>
                  </a:cubicBezTo>
                  <a:lnTo>
                    <a:pt x="34882" y="30255"/>
                  </a:lnTo>
                  <a:cubicBezTo>
                    <a:pt x="34859" y="30265"/>
                    <a:pt x="34837" y="30269"/>
                    <a:pt x="34817" y="30269"/>
                  </a:cubicBezTo>
                  <a:cubicBezTo>
                    <a:pt x="34660" y="30269"/>
                    <a:pt x="34580" y="30006"/>
                    <a:pt x="34759" y="29944"/>
                  </a:cubicBezTo>
                  <a:lnTo>
                    <a:pt x="34801" y="29930"/>
                  </a:lnTo>
                  <a:cubicBezTo>
                    <a:pt x="34824" y="29920"/>
                    <a:pt x="34846" y="29916"/>
                    <a:pt x="34867" y="29916"/>
                  </a:cubicBezTo>
                  <a:close/>
                  <a:moveTo>
                    <a:pt x="40176" y="30015"/>
                  </a:moveTo>
                  <a:cubicBezTo>
                    <a:pt x="40197" y="30015"/>
                    <a:pt x="40219" y="30019"/>
                    <a:pt x="40240" y="30028"/>
                  </a:cubicBezTo>
                  <a:cubicBezTo>
                    <a:pt x="40321" y="30065"/>
                    <a:pt x="40355" y="30161"/>
                    <a:pt x="40324" y="30242"/>
                  </a:cubicBezTo>
                  <a:cubicBezTo>
                    <a:pt x="40311" y="30273"/>
                    <a:pt x="40298" y="30304"/>
                    <a:pt x="40285" y="30334"/>
                  </a:cubicBezTo>
                  <a:cubicBezTo>
                    <a:pt x="40261" y="30397"/>
                    <a:pt x="40198" y="30432"/>
                    <a:pt x="40133" y="30432"/>
                  </a:cubicBezTo>
                  <a:cubicBezTo>
                    <a:pt x="40111" y="30432"/>
                    <a:pt x="40089" y="30428"/>
                    <a:pt x="40068" y="30419"/>
                  </a:cubicBezTo>
                  <a:cubicBezTo>
                    <a:pt x="39985" y="30388"/>
                    <a:pt x="39945" y="30280"/>
                    <a:pt x="39983" y="30202"/>
                  </a:cubicBezTo>
                  <a:lnTo>
                    <a:pt x="40026" y="30112"/>
                  </a:lnTo>
                  <a:cubicBezTo>
                    <a:pt x="40054" y="30052"/>
                    <a:pt x="40113" y="30015"/>
                    <a:pt x="40176" y="30015"/>
                  </a:cubicBezTo>
                  <a:close/>
                  <a:moveTo>
                    <a:pt x="38051" y="27003"/>
                  </a:moveTo>
                  <a:cubicBezTo>
                    <a:pt x="38768" y="27003"/>
                    <a:pt x="39425" y="27603"/>
                    <a:pt x="39611" y="28342"/>
                  </a:cubicBezTo>
                  <a:cubicBezTo>
                    <a:pt x="39864" y="29346"/>
                    <a:pt x="39312" y="30875"/>
                    <a:pt x="38270" y="31238"/>
                  </a:cubicBezTo>
                  <a:cubicBezTo>
                    <a:pt x="38101" y="31297"/>
                    <a:pt x="37934" y="31324"/>
                    <a:pt x="37772" y="31324"/>
                  </a:cubicBezTo>
                  <a:cubicBezTo>
                    <a:pt x="36918" y="31324"/>
                    <a:pt x="36193" y="30574"/>
                    <a:pt x="36034" y="29735"/>
                  </a:cubicBezTo>
                  <a:cubicBezTo>
                    <a:pt x="35833" y="28680"/>
                    <a:pt x="36322" y="27259"/>
                    <a:pt x="37503" y="27075"/>
                  </a:cubicBezTo>
                  <a:cubicBezTo>
                    <a:pt x="37513" y="27073"/>
                    <a:pt x="37522" y="27072"/>
                    <a:pt x="37530" y="27072"/>
                  </a:cubicBezTo>
                  <a:cubicBezTo>
                    <a:pt x="37552" y="27072"/>
                    <a:pt x="37571" y="27079"/>
                    <a:pt x="37588" y="27089"/>
                  </a:cubicBezTo>
                  <a:cubicBezTo>
                    <a:pt x="37743" y="27030"/>
                    <a:pt x="37898" y="27003"/>
                    <a:pt x="38051" y="27003"/>
                  </a:cubicBezTo>
                  <a:close/>
                  <a:moveTo>
                    <a:pt x="35056" y="30987"/>
                  </a:moveTo>
                  <a:cubicBezTo>
                    <a:pt x="35185" y="30987"/>
                    <a:pt x="35315" y="31008"/>
                    <a:pt x="35443" y="31048"/>
                  </a:cubicBezTo>
                  <a:cubicBezTo>
                    <a:pt x="35445" y="31048"/>
                    <a:pt x="35447" y="31048"/>
                    <a:pt x="35449" y="31048"/>
                  </a:cubicBezTo>
                  <a:cubicBezTo>
                    <a:pt x="35475" y="31048"/>
                    <a:pt x="35498" y="31057"/>
                    <a:pt x="35517" y="31074"/>
                  </a:cubicBezTo>
                  <a:cubicBezTo>
                    <a:pt x="35518" y="31074"/>
                    <a:pt x="35521" y="31074"/>
                    <a:pt x="35524" y="31075"/>
                  </a:cubicBezTo>
                  <a:cubicBezTo>
                    <a:pt x="35551" y="31085"/>
                    <a:pt x="35555" y="31111"/>
                    <a:pt x="35546" y="31131"/>
                  </a:cubicBezTo>
                  <a:cubicBezTo>
                    <a:pt x="35549" y="31152"/>
                    <a:pt x="35544" y="31174"/>
                    <a:pt x="35528" y="31196"/>
                  </a:cubicBezTo>
                  <a:cubicBezTo>
                    <a:pt x="35369" y="31413"/>
                    <a:pt x="35087" y="31510"/>
                    <a:pt x="34810" y="31510"/>
                  </a:cubicBezTo>
                  <a:cubicBezTo>
                    <a:pt x="34645" y="31510"/>
                    <a:pt x="34482" y="31476"/>
                    <a:pt x="34348" y="31411"/>
                  </a:cubicBezTo>
                  <a:cubicBezTo>
                    <a:pt x="34281" y="31380"/>
                    <a:pt x="34274" y="31292"/>
                    <a:pt x="34331" y="31247"/>
                  </a:cubicBezTo>
                  <a:cubicBezTo>
                    <a:pt x="34545" y="31071"/>
                    <a:pt x="34797" y="30987"/>
                    <a:pt x="35056" y="30987"/>
                  </a:cubicBezTo>
                  <a:close/>
                  <a:moveTo>
                    <a:pt x="33103" y="31354"/>
                  </a:moveTo>
                  <a:cubicBezTo>
                    <a:pt x="33138" y="31354"/>
                    <a:pt x="33172" y="31372"/>
                    <a:pt x="33188" y="31414"/>
                  </a:cubicBezTo>
                  <a:cubicBezTo>
                    <a:pt x="33216" y="31487"/>
                    <a:pt x="33154" y="31542"/>
                    <a:pt x="33093" y="31542"/>
                  </a:cubicBezTo>
                  <a:cubicBezTo>
                    <a:pt x="33059" y="31542"/>
                    <a:pt x="33025" y="31524"/>
                    <a:pt x="33008" y="31482"/>
                  </a:cubicBezTo>
                  <a:cubicBezTo>
                    <a:pt x="32980" y="31409"/>
                    <a:pt x="33043" y="31354"/>
                    <a:pt x="33103" y="31354"/>
                  </a:cubicBezTo>
                  <a:close/>
                  <a:moveTo>
                    <a:pt x="38663" y="31581"/>
                  </a:moveTo>
                  <a:cubicBezTo>
                    <a:pt x="38696" y="31581"/>
                    <a:pt x="38728" y="31598"/>
                    <a:pt x="38743" y="31636"/>
                  </a:cubicBezTo>
                  <a:cubicBezTo>
                    <a:pt x="38771" y="31705"/>
                    <a:pt x="38711" y="31757"/>
                    <a:pt x="38654" y="31757"/>
                  </a:cubicBezTo>
                  <a:cubicBezTo>
                    <a:pt x="38622" y="31757"/>
                    <a:pt x="38590" y="31741"/>
                    <a:pt x="38575" y="31702"/>
                  </a:cubicBezTo>
                  <a:cubicBezTo>
                    <a:pt x="38548" y="31633"/>
                    <a:pt x="38606" y="31581"/>
                    <a:pt x="38663" y="31581"/>
                  </a:cubicBezTo>
                  <a:close/>
                  <a:moveTo>
                    <a:pt x="36487" y="31713"/>
                  </a:moveTo>
                  <a:cubicBezTo>
                    <a:pt x="36537" y="31713"/>
                    <a:pt x="36585" y="31738"/>
                    <a:pt x="36608" y="31798"/>
                  </a:cubicBezTo>
                  <a:cubicBezTo>
                    <a:pt x="36650" y="31904"/>
                    <a:pt x="36560" y="31984"/>
                    <a:pt x="36472" y="31984"/>
                  </a:cubicBezTo>
                  <a:cubicBezTo>
                    <a:pt x="36422" y="31984"/>
                    <a:pt x="36373" y="31959"/>
                    <a:pt x="36350" y="31899"/>
                  </a:cubicBezTo>
                  <a:cubicBezTo>
                    <a:pt x="36308" y="31793"/>
                    <a:pt x="36399" y="31713"/>
                    <a:pt x="36487" y="31713"/>
                  </a:cubicBezTo>
                  <a:close/>
                  <a:moveTo>
                    <a:pt x="8879" y="1"/>
                  </a:moveTo>
                  <a:cubicBezTo>
                    <a:pt x="7182" y="1"/>
                    <a:pt x="5492" y="368"/>
                    <a:pt x="3906" y="953"/>
                  </a:cubicBezTo>
                  <a:cubicBezTo>
                    <a:pt x="2482" y="1479"/>
                    <a:pt x="358" y="2254"/>
                    <a:pt x="1" y="3932"/>
                  </a:cubicBezTo>
                  <a:cubicBezTo>
                    <a:pt x="15" y="3947"/>
                    <a:pt x="24" y="3963"/>
                    <a:pt x="31" y="3987"/>
                  </a:cubicBezTo>
                  <a:cubicBezTo>
                    <a:pt x="324" y="5044"/>
                    <a:pt x="603" y="6109"/>
                    <a:pt x="880" y="7171"/>
                  </a:cubicBezTo>
                  <a:cubicBezTo>
                    <a:pt x="1425" y="9269"/>
                    <a:pt x="1859" y="11444"/>
                    <a:pt x="2566" y="13495"/>
                  </a:cubicBezTo>
                  <a:cubicBezTo>
                    <a:pt x="3189" y="15304"/>
                    <a:pt x="4459" y="16645"/>
                    <a:pt x="6153" y="17512"/>
                  </a:cubicBezTo>
                  <a:cubicBezTo>
                    <a:pt x="9398" y="19173"/>
                    <a:pt x="13091" y="18960"/>
                    <a:pt x="16593" y="19543"/>
                  </a:cubicBezTo>
                  <a:cubicBezTo>
                    <a:pt x="18280" y="19823"/>
                    <a:pt x="19931" y="20321"/>
                    <a:pt x="21385" y="21235"/>
                  </a:cubicBezTo>
                  <a:cubicBezTo>
                    <a:pt x="22737" y="22087"/>
                    <a:pt x="23888" y="23216"/>
                    <a:pt x="24952" y="24396"/>
                  </a:cubicBezTo>
                  <a:cubicBezTo>
                    <a:pt x="25469" y="24969"/>
                    <a:pt x="25972" y="25566"/>
                    <a:pt x="26480" y="26166"/>
                  </a:cubicBezTo>
                  <a:cubicBezTo>
                    <a:pt x="26454" y="26099"/>
                    <a:pt x="26505" y="26005"/>
                    <a:pt x="26584" y="26005"/>
                  </a:cubicBezTo>
                  <a:cubicBezTo>
                    <a:pt x="26591" y="26005"/>
                    <a:pt x="26599" y="26006"/>
                    <a:pt x="26607" y="26008"/>
                  </a:cubicBezTo>
                  <a:cubicBezTo>
                    <a:pt x="26677" y="26023"/>
                    <a:pt x="26726" y="26037"/>
                    <a:pt x="26776" y="26090"/>
                  </a:cubicBezTo>
                  <a:cubicBezTo>
                    <a:pt x="26835" y="26154"/>
                    <a:pt x="26779" y="26281"/>
                    <a:pt x="26692" y="26281"/>
                  </a:cubicBezTo>
                  <a:cubicBezTo>
                    <a:pt x="26624" y="26281"/>
                    <a:pt x="26580" y="26259"/>
                    <a:pt x="26528" y="26222"/>
                  </a:cubicBezTo>
                  <a:lnTo>
                    <a:pt x="26528" y="26222"/>
                  </a:lnTo>
                  <a:cubicBezTo>
                    <a:pt x="28196" y="28199"/>
                    <a:pt x="29898" y="30190"/>
                    <a:pt x="32222" y="31371"/>
                  </a:cubicBezTo>
                  <a:cubicBezTo>
                    <a:pt x="33570" y="32058"/>
                    <a:pt x="35074" y="32409"/>
                    <a:pt x="36584" y="32409"/>
                  </a:cubicBezTo>
                  <a:cubicBezTo>
                    <a:pt x="36929" y="32409"/>
                    <a:pt x="37274" y="32390"/>
                    <a:pt x="37618" y="32354"/>
                  </a:cubicBezTo>
                  <a:cubicBezTo>
                    <a:pt x="39424" y="32161"/>
                    <a:pt x="41572" y="31454"/>
                    <a:pt x="41967" y="29439"/>
                  </a:cubicBezTo>
                  <a:cubicBezTo>
                    <a:pt x="42316" y="27663"/>
                    <a:pt x="41313" y="25978"/>
                    <a:pt x="39996" y="24874"/>
                  </a:cubicBezTo>
                  <a:cubicBezTo>
                    <a:pt x="38504" y="23621"/>
                    <a:pt x="36649" y="22826"/>
                    <a:pt x="34948" y="21901"/>
                  </a:cubicBezTo>
                  <a:cubicBezTo>
                    <a:pt x="31634" y="20101"/>
                    <a:pt x="28343" y="18133"/>
                    <a:pt x="25644" y="15466"/>
                  </a:cubicBezTo>
                  <a:cubicBezTo>
                    <a:pt x="22712" y="12566"/>
                    <a:pt x="20969" y="8827"/>
                    <a:pt x="18503" y="5573"/>
                  </a:cubicBezTo>
                  <a:cubicBezTo>
                    <a:pt x="16248" y="2594"/>
                    <a:pt x="13265" y="185"/>
                    <a:pt x="9395" y="12"/>
                  </a:cubicBezTo>
                  <a:cubicBezTo>
                    <a:pt x="9223" y="4"/>
                    <a:pt x="9051" y="1"/>
                    <a:pt x="887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40" name="Google Shape;1240;p12"/>
            <p:cNvSpPr/>
            <p:nvPr/>
          </p:nvSpPr>
          <p:spPr>
            <a:xfrm>
              <a:off x="9101160" y="4899240"/>
              <a:ext cx="10800" cy="8640"/>
            </a:xfrm>
            <a:custGeom>
              <a:rect b="b" l="l" r="r" t="t"/>
              <a:pathLst>
                <a:path extrusionOk="0" h="177" w="224">
                  <a:moveTo>
                    <a:pt x="116" y="0"/>
                  </a:moveTo>
                  <a:cubicBezTo>
                    <a:pt x="59" y="0"/>
                    <a:pt x="1" y="52"/>
                    <a:pt x="28" y="121"/>
                  </a:cubicBezTo>
                  <a:cubicBezTo>
                    <a:pt x="43" y="160"/>
                    <a:pt x="75" y="176"/>
                    <a:pt x="107" y="176"/>
                  </a:cubicBezTo>
                  <a:cubicBezTo>
                    <a:pt x="164" y="176"/>
                    <a:pt x="224" y="124"/>
                    <a:pt x="196" y="55"/>
                  </a:cubicBezTo>
                  <a:cubicBezTo>
                    <a:pt x="181" y="17"/>
                    <a:pt x="149" y="0"/>
                    <a:pt x="1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300" lIns="91425" spcFirstLastPara="1" rIns="91425" wrap="square" tIns="4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41" name="Google Shape;1241;p12"/>
            <p:cNvSpPr/>
            <p:nvPr/>
          </p:nvSpPr>
          <p:spPr>
            <a:xfrm>
              <a:off x="8964360" y="4668480"/>
              <a:ext cx="203040" cy="217440"/>
            </a:xfrm>
            <a:custGeom>
              <a:rect b="b" l="l" r="r" t="t"/>
              <a:pathLst>
                <a:path extrusionOk="0" h="4324" w="4036">
                  <a:moveTo>
                    <a:pt x="2155" y="265"/>
                  </a:moveTo>
                  <a:cubicBezTo>
                    <a:pt x="2891" y="265"/>
                    <a:pt x="3479" y="882"/>
                    <a:pt x="3562" y="1685"/>
                  </a:cubicBezTo>
                  <a:cubicBezTo>
                    <a:pt x="3641" y="2466"/>
                    <a:pt x="3178" y="3634"/>
                    <a:pt x="2407" y="3950"/>
                  </a:cubicBezTo>
                  <a:cubicBezTo>
                    <a:pt x="2246" y="4016"/>
                    <a:pt x="2088" y="4046"/>
                    <a:pt x="1936" y="4046"/>
                  </a:cubicBezTo>
                  <a:cubicBezTo>
                    <a:pt x="1173" y="4046"/>
                    <a:pt x="558" y="3288"/>
                    <a:pt x="461" y="2544"/>
                  </a:cubicBezTo>
                  <a:cubicBezTo>
                    <a:pt x="354" y="1709"/>
                    <a:pt x="707" y="687"/>
                    <a:pt x="1538" y="383"/>
                  </a:cubicBezTo>
                  <a:cubicBezTo>
                    <a:pt x="1548" y="385"/>
                    <a:pt x="1558" y="387"/>
                    <a:pt x="1568" y="387"/>
                  </a:cubicBezTo>
                  <a:cubicBezTo>
                    <a:pt x="1578" y="387"/>
                    <a:pt x="1589" y="385"/>
                    <a:pt x="1599" y="380"/>
                  </a:cubicBezTo>
                  <a:cubicBezTo>
                    <a:pt x="1790" y="301"/>
                    <a:pt x="1977" y="265"/>
                    <a:pt x="2155" y="265"/>
                  </a:cubicBezTo>
                  <a:close/>
                  <a:moveTo>
                    <a:pt x="2220" y="0"/>
                  </a:moveTo>
                  <a:cubicBezTo>
                    <a:pt x="2067" y="0"/>
                    <a:pt x="1911" y="28"/>
                    <a:pt x="1757" y="87"/>
                  </a:cubicBezTo>
                  <a:cubicBezTo>
                    <a:pt x="1740" y="77"/>
                    <a:pt x="1720" y="70"/>
                    <a:pt x="1696" y="70"/>
                  </a:cubicBezTo>
                  <a:cubicBezTo>
                    <a:pt x="1688" y="70"/>
                    <a:pt x="1680" y="71"/>
                    <a:pt x="1672" y="72"/>
                  </a:cubicBezTo>
                  <a:cubicBezTo>
                    <a:pt x="490" y="258"/>
                    <a:pt x="1" y="1678"/>
                    <a:pt x="204" y="2731"/>
                  </a:cubicBezTo>
                  <a:cubicBezTo>
                    <a:pt x="364" y="3573"/>
                    <a:pt x="1089" y="4323"/>
                    <a:pt x="1943" y="4323"/>
                  </a:cubicBezTo>
                  <a:cubicBezTo>
                    <a:pt x="2105" y="4323"/>
                    <a:pt x="2272" y="4296"/>
                    <a:pt x="2441" y="4237"/>
                  </a:cubicBezTo>
                  <a:cubicBezTo>
                    <a:pt x="3481" y="3874"/>
                    <a:pt x="4035" y="2345"/>
                    <a:pt x="3782" y="1341"/>
                  </a:cubicBezTo>
                  <a:cubicBezTo>
                    <a:pt x="3596" y="602"/>
                    <a:pt x="2939" y="0"/>
                    <a:pt x="22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42" name="Google Shape;1242;p12"/>
            <p:cNvSpPr/>
            <p:nvPr/>
          </p:nvSpPr>
          <p:spPr>
            <a:xfrm>
              <a:off x="8988480" y="4905720"/>
              <a:ext cx="16920" cy="13320"/>
            </a:xfrm>
            <a:custGeom>
              <a:rect b="b" l="l" r="r" t="t"/>
              <a:pathLst>
                <a:path extrusionOk="0" h="273" w="342">
                  <a:moveTo>
                    <a:pt x="179" y="1"/>
                  </a:moveTo>
                  <a:cubicBezTo>
                    <a:pt x="91" y="1"/>
                    <a:pt x="0" y="81"/>
                    <a:pt x="42" y="187"/>
                  </a:cubicBezTo>
                  <a:cubicBezTo>
                    <a:pt x="65" y="247"/>
                    <a:pt x="113" y="272"/>
                    <a:pt x="163" y="272"/>
                  </a:cubicBezTo>
                  <a:cubicBezTo>
                    <a:pt x="250" y="272"/>
                    <a:pt x="342" y="192"/>
                    <a:pt x="300" y="86"/>
                  </a:cubicBezTo>
                  <a:cubicBezTo>
                    <a:pt x="277" y="26"/>
                    <a:pt x="229" y="1"/>
                    <a:pt x="1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825" lIns="91425" spcFirstLastPara="1" rIns="91425" wrap="square" tIns="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43" name="Google Shape;1243;p12"/>
            <p:cNvSpPr/>
            <p:nvPr/>
          </p:nvSpPr>
          <p:spPr>
            <a:xfrm>
              <a:off x="9171720" y="4820400"/>
              <a:ext cx="20520" cy="20520"/>
            </a:xfrm>
            <a:custGeom>
              <a:rect b="b" l="l" r="r" t="t"/>
              <a:pathLst>
                <a:path extrusionOk="0" h="418" w="412">
                  <a:moveTo>
                    <a:pt x="231" y="0"/>
                  </a:moveTo>
                  <a:cubicBezTo>
                    <a:pt x="168" y="0"/>
                    <a:pt x="108" y="38"/>
                    <a:pt x="80" y="98"/>
                  </a:cubicBezTo>
                  <a:lnTo>
                    <a:pt x="37" y="188"/>
                  </a:lnTo>
                  <a:cubicBezTo>
                    <a:pt x="0" y="266"/>
                    <a:pt x="41" y="374"/>
                    <a:pt x="122" y="405"/>
                  </a:cubicBezTo>
                  <a:cubicBezTo>
                    <a:pt x="143" y="414"/>
                    <a:pt x="165" y="418"/>
                    <a:pt x="187" y="418"/>
                  </a:cubicBezTo>
                  <a:cubicBezTo>
                    <a:pt x="252" y="418"/>
                    <a:pt x="314" y="383"/>
                    <a:pt x="340" y="320"/>
                  </a:cubicBezTo>
                  <a:cubicBezTo>
                    <a:pt x="353" y="290"/>
                    <a:pt x="366" y="259"/>
                    <a:pt x="377" y="228"/>
                  </a:cubicBezTo>
                  <a:cubicBezTo>
                    <a:pt x="411" y="147"/>
                    <a:pt x="376" y="51"/>
                    <a:pt x="295" y="14"/>
                  </a:cubicBezTo>
                  <a:cubicBezTo>
                    <a:pt x="274" y="5"/>
                    <a:pt x="252" y="0"/>
                    <a:pt x="2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0425" lIns="91425" spcFirstLastPara="1" rIns="91425" wrap="square" tIns="10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44" name="Google Shape;1244;p12"/>
            <p:cNvSpPr/>
            <p:nvPr/>
          </p:nvSpPr>
          <p:spPr>
            <a:xfrm>
              <a:off x="9228240" y="4804200"/>
              <a:ext cx="16920" cy="13320"/>
            </a:xfrm>
            <a:custGeom>
              <a:rect b="b" l="l" r="r" t="t"/>
              <a:pathLst>
                <a:path extrusionOk="0" h="274" w="346">
                  <a:moveTo>
                    <a:pt x="180" y="1"/>
                  </a:moveTo>
                  <a:cubicBezTo>
                    <a:pt x="92" y="1"/>
                    <a:pt x="0" y="81"/>
                    <a:pt x="43" y="188"/>
                  </a:cubicBezTo>
                  <a:cubicBezTo>
                    <a:pt x="66" y="248"/>
                    <a:pt x="115" y="273"/>
                    <a:pt x="165" y="273"/>
                  </a:cubicBezTo>
                  <a:cubicBezTo>
                    <a:pt x="253" y="273"/>
                    <a:pt x="345" y="193"/>
                    <a:pt x="302" y="86"/>
                  </a:cubicBezTo>
                  <a:cubicBezTo>
                    <a:pt x="279" y="26"/>
                    <a:pt x="230" y="1"/>
                    <a:pt x="1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825" lIns="91425" spcFirstLastPara="1" rIns="91425" wrap="square" tIns="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45" name="Google Shape;1245;p12"/>
            <p:cNvSpPr/>
            <p:nvPr/>
          </p:nvSpPr>
          <p:spPr>
            <a:xfrm>
              <a:off x="8993160" y="4698000"/>
              <a:ext cx="147960" cy="137160"/>
            </a:xfrm>
            <a:custGeom>
              <a:rect b="b" l="l" r="r" t="t"/>
              <a:pathLst>
                <a:path extrusionOk="0" h="2732" w="2944">
                  <a:moveTo>
                    <a:pt x="1869" y="1737"/>
                  </a:moveTo>
                  <a:lnTo>
                    <a:pt x="1869" y="1737"/>
                  </a:lnTo>
                  <a:cubicBezTo>
                    <a:pt x="1804" y="1821"/>
                    <a:pt x="1703" y="1883"/>
                    <a:pt x="1578" y="1883"/>
                  </a:cubicBezTo>
                  <a:cubicBezTo>
                    <a:pt x="1546" y="1883"/>
                    <a:pt x="1512" y="1879"/>
                    <a:pt x="1477" y="1870"/>
                  </a:cubicBezTo>
                  <a:cubicBezTo>
                    <a:pt x="1422" y="1856"/>
                    <a:pt x="1372" y="1833"/>
                    <a:pt x="1331" y="1805"/>
                  </a:cubicBezTo>
                  <a:lnTo>
                    <a:pt x="1331" y="1805"/>
                  </a:lnTo>
                  <a:cubicBezTo>
                    <a:pt x="1365" y="1820"/>
                    <a:pt x="1399" y="1836"/>
                    <a:pt x="1440" y="1843"/>
                  </a:cubicBezTo>
                  <a:cubicBezTo>
                    <a:pt x="1468" y="1848"/>
                    <a:pt x="1494" y="1850"/>
                    <a:pt x="1519" y="1850"/>
                  </a:cubicBezTo>
                  <a:cubicBezTo>
                    <a:pt x="1594" y="1850"/>
                    <a:pt x="1658" y="1830"/>
                    <a:pt x="1712" y="1795"/>
                  </a:cubicBezTo>
                  <a:cubicBezTo>
                    <a:pt x="1767" y="1781"/>
                    <a:pt x="1820" y="1761"/>
                    <a:pt x="1869" y="1737"/>
                  </a:cubicBezTo>
                  <a:close/>
                  <a:moveTo>
                    <a:pt x="1771" y="0"/>
                  </a:moveTo>
                  <a:cubicBezTo>
                    <a:pt x="1637" y="0"/>
                    <a:pt x="1501" y="20"/>
                    <a:pt x="1385" y="49"/>
                  </a:cubicBezTo>
                  <a:cubicBezTo>
                    <a:pt x="893" y="169"/>
                    <a:pt x="440" y="532"/>
                    <a:pt x="274" y="1021"/>
                  </a:cubicBezTo>
                  <a:cubicBezTo>
                    <a:pt x="0" y="1835"/>
                    <a:pt x="617" y="2732"/>
                    <a:pt x="1426" y="2732"/>
                  </a:cubicBezTo>
                  <a:cubicBezTo>
                    <a:pt x="1561" y="2732"/>
                    <a:pt x="1701" y="2707"/>
                    <a:pt x="1844" y="2652"/>
                  </a:cubicBezTo>
                  <a:cubicBezTo>
                    <a:pt x="2652" y="2343"/>
                    <a:pt x="2944" y="1164"/>
                    <a:pt x="2428" y="508"/>
                  </a:cubicBezTo>
                  <a:cubicBezTo>
                    <a:pt x="2445" y="490"/>
                    <a:pt x="2455" y="468"/>
                    <a:pt x="2449" y="444"/>
                  </a:cubicBezTo>
                  <a:cubicBezTo>
                    <a:pt x="2389" y="106"/>
                    <a:pt x="2082" y="0"/>
                    <a:pt x="17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8750" lIns="91425" spcFirstLastPara="1" rIns="91425" wrap="square" tIns="68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46" name="Google Shape;1246;p12"/>
            <p:cNvSpPr/>
            <p:nvPr/>
          </p:nvSpPr>
          <p:spPr>
            <a:xfrm>
              <a:off x="8885880" y="4869360"/>
              <a:ext cx="64080" cy="25920"/>
            </a:xfrm>
            <a:custGeom>
              <a:rect b="b" l="l" r="r" t="t"/>
              <a:pathLst>
                <a:path extrusionOk="0" h="524" w="1282">
                  <a:moveTo>
                    <a:pt x="891" y="113"/>
                  </a:moveTo>
                  <a:cubicBezTo>
                    <a:pt x="944" y="113"/>
                    <a:pt x="998" y="117"/>
                    <a:pt x="1051" y="126"/>
                  </a:cubicBezTo>
                  <a:cubicBezTo>
                    <a:pt x="861" y="242"/>
                    <a:pt x="682" y="319"/>
                    <a:pt x="484" y="319"/>
                  </a:cubicBezTo>
                  <a:cubicBezTo>
                    <a:pt x="429" y="319"/>
                    <a:pt x="373" y="313"/>
                    <a:pt x="314" y="300"/>
                  </a:cubicBezTo>
                  <a:cubicBezTo>
                    <a:pt x="484" y="180"/>
                    <a:pt x="685" y="113"/>
                    <a:pt x="891" y="113"/>
                  </a:cubicBezTo>
                  <a:close/>
                  <a:moveTo>
                    <a:pt x="783" y="0"/>
                  </a:moveTo>
                  <a:cubicBezTo>
                    <a:pt x="524" y="0"/>
                    <a:pt x="272" y="85"/>
                    <a:pt x="58" y="261"/>
                  </a:cubicBezTo>
                  <a:cubicBezTo>
                    <a:pt x="1" y="306"/>
                    <a:pt x="9" y="394"/>
                    <a:pt x="75" y="425"/>
                  </a:cubicBezTo>
                  <a:cubicBezTo>
                    <a:pt x="210" y="489"/>
                    <a:pt x="373" y="523"/>
                    <a:pt x="538" y="523"/>
                  </a:cubicBezTo>
                  <a:cubicBezTo>
                    <a:pt x="815" y="523"/>
                    <a:pt x="1097" y="426"/>
                    <a:pt x="1255" y="210"/>
                  </a:cubicBezTo>
                  <a:cubicBezTo>
                    <a:pt x="1271" y="187"/>
                    <a:pt x="1276" y="163"/>
                    <a:pt x="1275" y="145"/>
                  </a:cubicBezTo>
                  <a:cubicBezTo>
                    <a:pt x="1282" y="122"/>
                    <a:pt x="1278" y="99"/>
                    <a:pt x="1251" y="89"/>
                  </a:cubicBezTo>
                  <a:cubicBezTo>
                    <a:pt x="1249" y="89"/>
                    <a:pt x="1248" y="89"/>
                    <a:pt x="1244" y="86"/>
                  </a:cubicBezTo>
                  <a:cubicBezTo>
                    <a:pt x="1226" y="71"/>
                    <a:pt x="1206" y="61"/>
                    <a:pt x="1183" y="61"/>
                  </a:cubicBezTo>
                  <a:cubicBezTo>
                    <a:pt x="1179" y="61"/>
                    <a:pt x="1174" y="62"/>
                    <a:pt x="1170" y="62"/>
                  </a:cubicBezTo>
                  <a:cubicBezTo>
                    <a:pt x="1042" y="21"/>
                    <a:pt x="912" y="0"/>
                    <a:pt x="7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950" lIns="91425" spcFirstLastPara="1" rIns="91425" wrap="square" tIns="12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47" name="Google Shape;1247;p12"/>
            <p:cNvSpPr/>
            <p:nvPr/>
          </p:nvSpPr>
          <p:spPr>
            <a:xfrm>
              <a:off x="9216720" y="4745160"/>
              <a:ext cx="15480" cy="12600"/>
            </a:xfrm>
            <a:custGeom>
              <a:rect b="b" l="l" r="r" t="t"/>
              <a:pathLst>
                <a:path extrusionOk="0" h="254" w="318">
                  <a:moveTo>
                    <a:pt x="165" y="1"/>
                  </a:moveTo>
                  <a:cubicBezTo>
                    <a:pt x="84" y="1"/>
                    <a:pt x="0" y="75"/>
                    <a:pt x="40" y="175"/>
                  </a:cubicBezTo>
                  <a:cubicBezTo>
                    <a:pt x="62" y="230"/>
                    <a:pt x="106" y="253"/>
                    <a:pt x="152" y="253"/>
                  </a:cubicBezTo>
                  <a:cubicBezTo>
                    <a:pt x="233" y="253"/>
                    <a:pt x="317" y="179"/>
                    <a:pt x="278" y="81"/>
                  </a:cubicBezTo>
                  <a:cubicBezTo>
                    <a:pt x="256" y="25"/>
                    <a:pt x="211" y="1"/>
                    <a:pt x="1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475" lIns="91425" spcFirstLastPara="1" rIns="91425" wrap="square" tIns="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48" name="Google Shape;1248;p12"/>
            <p:cNvSpPr/>
            <p:nvPr/>
          </p:nvSpPr>
          <p:spPr>
            <a:xfrm>
              <a:off x="8820720" y="4887720"/>
              <a:ext cx="11520" cy="9000"/>
            </a:xfrm>
            <a:custGeom>
              <a:rect b="b" l="l" r="r" t="t"/>
              <a:pathLst>
                <a:path extrusionOk="0" h="188" w="237">
                  <a:moveTo>
                    <a:pt x="123" y="0"/>
                  </a:moveTo>
                  <a:cubicBezTo>
                    <a:pt x="63" y="0"/>
                    <a:pt x="0" y="55"/>
                    <a:pt x="28" y="128"/>
                  </a:cubicBezTo>
                  <a:cubicBezTo>
                    <a:pt x="45" y="170"/>
                    <a:pt x="80" y="187"/>
                    <a:pt x="114" y="187"/>
                  </a:cubicBezTo>
                  <a:cubicBezTo>
                    <a:pt x="175" y="187"/>
                    <a:pt x="236" y="133"/>
                    <a:pt x="208" y="60"/>
                  </a:cubicBezTo>
                  <a:cubicBezTo>
                    <a:pt x="192" y="18"/>
                    <a:pt x="158" y="0"/>
                    <a:pt x="1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49" name="Google Shape;1249;p12"/>
            <p:cNvSpPr/>
            <p:nvPr/>
          </p:nvSpPr>
          <p:spPr>
            <a:xfrm>
              <a:off x="9174960" y="4718880"/>
              <a:ext cx="22680" cy="15840"/>
            </a:xfrm>
            <a:custGeom>
              <a:rect b="b" l="l" r="r" t="t"/>
              <a:pathLst>
                <a:path extrusionOk="0" h="322" w="455">
                  <a:moveTo>
                    <a:pt x="177" y="1"/>
                  </a:moveTo>
                  <a:cubicBezTo>
                    <a:pt x="67" y="1"/>
                    <a:pt x="1" y="179"/>
                    <a:pt x="104" y="243"/>
                  </a:cubicBezTo>
                  <a:cubicBezTo>
                    <a:pt x="130" y="259"/>
                    <a:pt x="158" y="277"/>
                    <a:pt x="185" y="293"/>
                  </a:cubicBezTo>
                  <a:cubicBezTo>
                    <a:pt x="215" y="311"/>
                    <a:pt x="248" y="321"/>
                    <a:pt x="281" y="321"/>
                  </a:cubicBezTo>
                  <a:cubicBezTo>
                    <a:pt x="335" y="321"/>
                    <a:pt x="386" y="294"/>
                    <a:pt x="412" y="236"/>
                  </a:cubicBezTo>
                  <a:cubicBezTo>
                    <a:pt x="454" y="144"/>
                    <a:pt x="390" y="58"/>
                    <a:pt x="300" y="32"/>
                  </a:cubicBezTo>
                  <a:cubicBezTo>
                    <a:pt x="268" y="24"/>
                    <a:pt x="239" y="15"/>
                    <a:pt x="206" y="5"/>
                  </a:cubicBezTo>
                  <a:cubicBezTo>
                    <a:pt x="196" y="2"/>
                    <a:pt x="186" y="1"/>
                    <a:pt x="1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900" lIns="91425" spcFirstLastPara="1" rIns="91425" wrap="square" tIns="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50" name="Google Shape;1250;p12"/>
            <p:cNvSpPr/>
            <p:nvPr/>
          </p:nvSpPr>
          <p:spPr>
            <a:xfrm>
              <a:off x="8901000" y="4815360"/>
              <a:ext cx="23040" cy="17640"/>
            </a:xfrm>
            <a:custGeom>
              <a:rect b="b" l="l" r="r" t="t"/>
              <a:pathLst>
                <a:path extrusionOk="0" h="355" w="464">
                  <a:moveTo>
                    <a:pt x="289" y="0"/>
                  </a:moveTo>
                  <a:cubicBezTo>
                    <a:pt x="268" y="0"/>
                    <a:pt x="246" y="5"/>
                    <a:pt x="223" y="15"/>
                  </a:cubicBezTo>
                  <a:lnTo>
                    <a:pt x="180" y="29"/>
                  </a:lnTo>
                  <a:cubicBezTo>
                    <a:pt x="1" y="91"/>
                    <a:pt x="81" y="354"/>
                    <a:pt x="237" y="354"/>
                  </a:cubicBezTo>
                  <a:cubicBezTo>
                    <a:pt x="258" y="354"/>
                    <a:pt x="279" y="350"/>
                    <a:pt x="302" y="340"/>
                  </a:cubicBezTo>
                  <a:lnTo>
                    <a:pt x="343" y="321"/>
                  </a:lnTo>
                  <a:cubicBezTo>
                    <a:pt x="447" y="286"/>
                    <a:pt x="464" y="190"/>
                    <a:pt x="430" y="112"/>
                  </a:cubicBezTo>
                  <a:cubicBezTo>
                    <a:pt x="408" y="50"/>
                    <a:pt x="356" y="0"/>
                    <a:pt x="2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000" lIns="91425" spcFirstLastPara="1" rIns="91425" wrap="square" tIns="9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51" name="Google Shape;1251;p12"/>
            <p:cNvSpPr/>
            <p:nvPr/>
          </p:nvSpPr>
          <p:spPr>
            <a:xfrm>
              <a:off x="8941320" y="4771440"/>
              <a:ext cx="23400" cy="15840"/>
            </a:xfrm>
            <a:custGeom>
              <a:rect b="b" l="l" r="r" t="t"/>
              <a:pathLst>
                <a:path extrusionOk="0" h="319" w="470">
                  <a:moveTo>
                    <a:pt x="298" y="0"/>
                  </a:moveTo>
                  <a:cubicBezTo>
                    <a:pt x="290" y="0"/>
                    <a:pt x="282" y="1"/>
                    <a:pt x="274" y="3"/>
                  </a:cubicBezTo>
                  <a:cubicBezTo>
                    <a:pt x="241" y="11"/>
                    <a:pt x="212" y="20"/>
                    <a:pt x="179" y="27"/>
                  </a:cubicBezTo>
                  <a:cubicBezTo>
                    <a:pt x="132" y="38"/>
                    <a:pt x="104" y="60"/>
                    <a:pt x="69" y="95"/>
                  </a:cubicBezTo>
                  <a:cubicBezTo>
                    <a:pt x="1" y="166"/>
                    <a:pt x="56" y="313"/>
                    <a:pt x="155" y="318"/>
                  </a:cubicBezTo>
                  <a:cubicBezTo>
                    <a:pt x="163" y="318"/>
                    <a:pt x="171" y="318"/>
                    <a:pt x="179" y="318"/>
                  </a:cubicBezTo>
                  <a:cubicBezTo>
                    <a:pt x="216" y="318"/>
                    <a:pt x="246" y="312"/>
                    <a:pt x="283" y="292"/>
                  </a:cubicBezTo>
                  <a:cubicBezTo>
                    <a:pt x="311" y="276"/>
                    <a:pt x="339" y="261"/>
                    <a:pt x="368" y="241"/>
                  </a:cubicBezTo>
                  <a:cubicBezTo>
                    <a:pt x="469" y="182"/>
                    <a:pt x="407" y="0"/>
                    <a:pt x="2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900" lIns="91425" spcFirstLastPara="1" rIns="91425" wrap="square" tIns="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52" name="Google Shape;1252;p12"/>
            <p:cNvSpPr/>
            <p:nvPr/>
          </p:nvSpPr>
          <p:spPr>
            <a:xfrm>
              <a:off x="9157320" y="4640760"/>
              <a:ext cx="50040" cy="46800"/>
            </a:xfrm>
            <a:custGeom>
              <a:rect b="b" l="l" r="r" t="t"/>
              <a:pathLst>
                <a:path extrusionOk="0" h="934" w="1000">
                  <a:moveTo>
                    <a:pt x="357" y="175"/>
                  </a:moveTo>
                  <a:cubicBezTo>
                    <a:pt x="372" y="175"/>
                    <a:pt x="389" y="176"/>
                    <a:pt x="407" y="179"/>
                  </a:cubicBezTo>
                  <a:cubicBezTo>
                    <a:pt x="536" y="199"/>
                    <a:pt x="633" y="329"/>
                    <a:pt x="706" y="423"/>
                  </a:cubicBezTo>
                  <a:cubicBezTo>
                    <a:pt x="702" y="418"/>
                    <a:pt x="697" y="416"/>
                    <a:pt x="691" y="416"/>
                  </a:cubicBezTo>
                  <a:cubicBezTo>
                    <a:pt x="682" y="416"/>
                    <a:pt x="673" y="422"/>
                    <a:pt x="671" y="431"/>
                  </a:cubicBezTo>
                  <a:cubicBezTo>
                    <a:pt x="634" y="443"/>
                    <a:pt x="607" y="491"/>
                    <a:pt x="616" y="531"/>
                  </a:cubicBezTo>
                  <a:cubicBezTo>
                    <a:pt x="628" y="586"/>
                    <a:pt x="650" y="637"/>
                    <a:pt x="675" y="689"/>
                  </a:cubicBezTo>
                  <a:cubicBezTo>
                    <a:pt x="543" y="650"/>
                    <a:pt x="427" y="576"/>
                    <a:pt x="336" y="467"/>
                  </a:cubicBezTo>
                  <a:cubicBezTo>
                    <a:pt x="269" y="383"/>
                    <a:pt x="183" y="175"/>
                    <a:pt x="357" y="175"/>
                  </a:cubicBezTo>
                  <a:close/>
                  <a:moveTo>
                    <a:pt x="348" y="0"/>
                  </a:moveTo>
                  <a:cubicBezTo>
                    <a:pt x="222" y="0"/>
                    <a:pt x="99" y="65"/>
                    <a:pt x="59" y="191"/>
                  </a:cubicBezTo>
                  <a:cubicBezTo>
                    <a:pt x="1" y="369"/>
                    <a:pt x="131" y="560"/>
                    <a:pt x="253" y="681"/>
                  </a:cubicBezTo>
                  <a:cubicBezTo>
                    <a:pt x="414" y="840"/>
                    <a:pt x="627" y="926"/>
                    <a:pt x="852" y="933"/>
                  </a:cubicBezTo>
                  <a:cubicBezTo>
                    <a:pt x="854" y="933"/>
                    <a:pt x="857" y="933"/>
                    <a:pt x="859" y="933"/>
                  </a:cubicBezTo>
                  <a:cubicBezTo>
                    <a:pt x="950" y="933"/>
                    <a:pt x="1000" y="848"/>
                    <a:pt x="953" y="766"/>
                  </a:cubicBezTo>
                  <a:cubicBezTo>
                    <a:pt x="895" y="665"/>
                    <a:pt x="837" y="565"/>
                    <a:pt x="754" y="480"/>
                  </a:cubicBezTo>
                  <a:cubicBezTo>
                    <a:pt x="762" y="478"/>
                    <a:pt x="767" y="478"/>
                    <a:pt x="774" y="477"/>
                  </a:cubicBezTo>
                  <a:cubicBezTo>
                    <a:pt x="788" y="471"/>
                    <a:pt x="798" y="457"/>
                    <a:pt x="801" y="443"/>
                  </a:cubicBezTo>
                  <a:cubicBezTo>
                    <a:pt x="825" y="270"/>
                    <a:pt x="607" y="62"/>
                    <a:pt x="454" y="16"/>
                  </a:cubicBezTo>
                  <a:cubicBezTo>
                    <a:pt x="420" y="6"/>
                    <a:pt x="384" y="0"/>
                    <a:pt x="3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3400" lIns="91425" spcFirstLastPara="1" rIns="91425" wrap="square" tIns="23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53" name="Google Shape;1253;p12"/>
            <p:cNvSpPr/>
            <p:nvPr/>
          </p:nvSpPr>
          <p:spPr>
            <a:xfrm>
              <a:off x="9229680" y="4656960"/>
              <a:ext cx="18000" cy="13680"/>
            </a:xfrm>
            <a:custGeom>
              <a:rect b="b" l="l" r="r" t="t"/>
              <a:pathLst>
                <a:path extrusionOk="0" h="280" w="365">
                  <a:moveTo>
                    <a:pt x="184" y="1"/>
                  </a:moveTo>
                  <a:cubicBezTo>
                    <a:pt x="177" y="1"/>
                    <a:pt x="169" y="2"/>
                    <a:pt x="161" y="3"/>
                  </a:cubicBezTo>
                  <a:cubicBezTo>
                    <a:pt x="86" y="3"/>
                    <a:pt x="18" y="58"/>
                    <a:pt x="8" y="136"/>
                  </a:cubicBezTo>
                  <a:cubicBezTo>
                    <a:pt x="1" y="192"/>
                    <a:pt x="28" y="240"/>
                    <a:pt x="79" y="264"/>
                  </a:cubicBezTo>
                  <a:cubicBezTo>
                    <a:pt x="99" y="275"/>
                    <a:pt x="121" y="280"/>
                    <a:pt x="142" y="280"/>
                  </a:cubicBezTo>
                  <a:cubicBezTo>
                    <a:pt x="187" y="280"/>
                    <a:pt x="230" y="258"/>
                    <a:pt x="260" y="223"/>
                  </a:cubicBezTo>
                  <a:cubicBezTo>
                    <a:pt x="365" y="154"/>
                    <a:pt x="293" y="1"/>
                    <a:pt x="1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825" lIns="91425" spcFirstLastPara="1" rIns="91425" wrap="square" tIns="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54" name="Google Shape;1254;p12"/>
            <p:cNvSpPr/>
            <p:nvPr/>
          </p:nvSpPr>
          <p:spPr>
            <a:xfrm>
              <a:off x="8874360" y="4752360"/>
              <a:ext cx="20160" cy="15840"/>
            </a:xfrm>
            <a:custGeom>
              <a:rect b="b" l="l" r="r" t="t"/>
              <a:pathLst>
                <a:path extrusionOk="0" h="323" w="408">
                  <a:moveTo>
                    <a:pt x="213" y="1"/>
                  </a:moveTo>
                  <a:cubicBezTo>
                    <a:pt x="109" y="1"/>
                    <a:pt x="1" y="96"/>
                    <a:pt x="50" y="223"/>
                  </a:cubicBezTo>
                  <a:cubicBezTo>
                    <a:pt x="78" y="293"/>
                    <a:pt x="135" y="323"/>
                    <a:pt x="194" y="323"/>
                  </a:cubicBezTo>
                  <a:cubicBezTo>
                    <a:pt x="299" y="323"/>
                    <a:pt x="408" y="229"/>
                    <a:pt x="358" y="102"/>
                  </a:cubicBezTo>
                  <a:cubicBezTo>
                    <a:pt x="330" y="31"/>
                    <a:pt x="272" y="1"/>
                    <a:pt x="2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900" lIns="91425" spcFirstLastPara="1" rIns="91425" wrap="square" tIns="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55" name="Google Shape;1255;p12"/>
            <p:cNvSpPr/>
            <p:nvPr/>
          </p:nvSpPr>
          <p:spPr>
            <a:xfrm>
              <a:off x="8753400" y="4803840"/>
              <a:ext cx="12600" cy="10080"/>
            </a:xfrm>
            <a:custGeom>
              <a:rect b="b" l="l" r="r" t="t"/>
              <a:pathLst>
                <a:path extrusionOk="0" h="204" w="259">
                  <a:moveTo>
                    <a:pt x="135" y="1"/>
                  </a:moveTo>
                  <a:cubicBezTo>
                    <a:pt x="69" y="1"/>
                    <a:pt x="0" y="60"/>
                    <a:pt x="32" y="140"/>
                  </a:cubicBezTo>
                  <a:cubicBezTo>
                    <a:pt x="50" y="184"/>
                    <a:pt x="86" y="203"/>
                    <a:pt x="123" y="203"/>
                  </a:cubicBezTo>
                  <a:cubicBezTo>
                    <a:pt x="190" y="203"/>
                    <a:pt x="258" y="143"/>
                    <a:pt x="226" y="63"/>
                  </a:cubicBezTo>
                  <a:cubicBezTo>
                    <a:pt x="209" y="19"/>
                    <a:pt x="172" y="1"/>
                    <a:pt x="1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56" name="Google Shape;1256;p12"/>
            <p:cNvSpPr/>
            <p:nvPr/>
          </p:nvSpPr>
          <p:spPr>
            <a:xfrm>
              <a:off x="9123840" y="4642560"/>
              <a:ext cx="14760" cy="11520"/>
            </a:xfrm>
            <a:custGeom>
              <a:rect b="b" l="l" r="r" t="t"/>
              <a:pathLst>
                <a:path extrusionOk="0" h="239" w="302">
                  <a:moveTo>
                    <a:pt x="158" y="1"/>
                  </a:moveTo>
                  <a:cubicBezTo>
                    <a:pt x="81" y="1"/>
                    <a:pt x="0" y="71"/>
                    <a:pt x="36" y="163"/>
                  </a:cubicBezTo>
                  <a:cubicBezTo>
                    <a:pt x="57" y="216"/>
                    <a:pt x="100" y="239"/>
                    <a:pt x="144" y="239"/>
                  </a:cubicBezTo>
                  <a:cubicBezTo>
                    <a:pt x="222" y="239"/>
                    <a:pt x="302" y="169"/>
                    <a:pt x="265" y="75"/>
                  </a:cubicBezTo>
                  <a:cubicBezTo>
                    <a:pt x="244" y="23"/>
                    <a:pt x="202" y="1"/>
                    <a:pt x="1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750" lIns="91425" spcFirstLastPara="1" rIns="91425" wrap="square" tIns="5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57" name="Google Shape;1257;p12"/>
            <p:cNvSpPr/>
            <p:nvPr/>
          </p:nvSpPr>
          <p:spPr>
            <a:xfrm>
              <a:off x="8798040" y="4763880"/>
              <a:ext cx="12600" cy="10080"/>
            </a:xfrm>
            <a:custGeom>
              <a:rect b="b" l="l" r="r" t="t"/>
              <a:pathLst>
                <a:path extrusionOk="0" h="206" w="259">
                  <a:moveTo>
                    <a:pt x="135" y="0"/>
                  </a:moveTo>
                  <a:cubicBezTo>
                    <a:pt x="69" y="0"/>
                    <a:pt x="1" y="61"/>
                    <a:pt x="32" y="141"/>
                  </a:cubicBezTo>
                  <a:cubicBezTo>
                    <a:pt x="50" y="186"/>
                    <a:pt x="87" y="205"/>
                    <a:pt x="124" y="205"/>
                  </a:cubicBezTo>
                  <a:cubicBezTo>
                    <a:pt x="190" y="205"/>
                    <a:pt x="258" y="145"/>
                    <a:pt x="226" y="65"/>
                  </a:cubicBezTo>
                  <a:cubicBezTo>
                    <a:pt x="209" y="19"/>
                    <a:pt x="172" y="0"/>
                    <a:pt x="1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58" name="Google Shape;1258;p12"/>
            <p:cNvSpPr/>
            <p:nvPr/>
          </p:nvSpPr>
          <p:spPr>
            <a:xfrm>
              <a:off x="8928360" y="4659480"/>
              <a:ext cx="48240" cy="32760"/>
            </a:xfrm>
            <a:custGeom>
              <a:rect b="b" l="l" r="r" t="t"/>
              <a:pathLst>
                <a:path extrusionOk="0" h="661" w="962">
                  <a:moveTo>
                    <a:pt x="455" y="172"/>
                  </a:moveTo>
                  <a:cubicBezTo>
                    <a:pt x="568" y="172"/>
                    <a:pt x="684" y="249"/>
                    <a:pt x="780" y="328"/>
                  </a:cubicBezTo>
                  <a:cubicBezTo>
                    <a:pt x="672" y="375"/>
                    <a:pt x="561" y="459"/>
                    <a:pt x="440" y="459"/>
                  </a:cubicBezTo>
                  <a:cubicBezTo>
                    <a:pt x="422" y="459"/>
                    <a:pt x="404" y="457"/>
                    <a:pt x="385" y="453"/>
                  </a:cubicBezTo>
                  <a:cubicBezTo>
                    <a:pt x="264" y="422"/>
                    <a:pt x="206" y="300"/>
                    <a:pt x="314" y="221"/>
                  </a:cubicBezTo>
                  <a:cubicBezTo>
                    <a:pt x="359" y="187"/>
                    <a:pt x="407" y="172"/>
                    <a:pt x="455" y="172"/>
                  </a:cubicBezTo>
                  <a:close/>
                  <a:moveTo>
                    <a:pt x="432" y="0"/>
                  </a:moveTo>
                  <a:cubicBezTo>
                    <a:pt x="295" y="0"/>
                    <a:pt x="151" y="70"/>
                    <a:pt x="87" y="192"/>
                  </a:cubicBezTo>
                  <a:cubicBezTo>
                    <a:pt x="1" y="357"/>
                    <a:pt x="88" y="542"/>
                    <a:pt x="250" y="619"/>
                  </a:cubicBezTo>
                  <a:cubicBezTo>
                    <a:pt x="311" y="648"/>
                    <a:pt x="375" y="661"/>
                    <a:pt x="440" y="661"/>
                  </a:cubicBezTo>
                  <a:cubicBezTo>
                    <a:pt x="596" y="661"/>
                    <a:pt x="755" y="587"/>
                    <a:pt x="876" y="493"/>
                  </a:cubicBezTo>
                  <a:cubicBezTo>
                    <a:pt x="902" y="476"/>
                    <a:pt x="910" y="453"/>
                    <a:pt x="912" y="426"/>
                  </a:cubicBezTo>
                  <a:cubicBezTo>
                    <a:pt x="939" y="420"/>
                    <a:pt x="961" y="385"/>
                    <a:pt x="940" y="358"/>
                  </a:cubicBezTo>
                  <a:cubicBezTo>
                    <a:pt x="824" y="201"/>
                    <a:pt x="695" y="34"/>
                    <a:pt x="485" y="4"/>
                  </a:cubicBezTo>
                  <a:cubicBezTo>
                    <a:pt x="468" y="1"/>
                    <a:pt x="450" y="0"/>
                    <a:pt x="4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6550" lIns="91425" spcFirstLastPara="1" rIns="91425" wrap="square" tIns="165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59" name="Google Shape;1259;p12"/>
            <p:cNvSpPr/>
            <p:nvPr/>
          </p:nvSpPr>
          <p:spPr>
            <a:xfrm>
              <a:off x="8665560" y="4785480"/>
              <a:ext cx="18360" cy="18360"/>
            </a:xfrm>
            <a:custGeom>
              <a:rect b="b" l="l" r="r" t="t"/>
              <a:pathLst>
                <a:path extrusionOk="0" h="373" w="374">
                  <a:moveTo>
                    <a:pt x="175" y="0"/>
                  </a:moveTo>
                  <a:cubicBezTo>
                    <a:pt x="156" y="0"/>
                    <a:pt x="137" y="4"/>
                    <a:pt x="120" y="11"/>
                  </a:cubicBezTo>
                  <a:cubicBezTo>
                    <a:pt x="43" y="41"/>
                    <a:pt x="0" y="133"/>
                    <a:pt x="33" y="211"/>
                  </a:cubicBezTo>
                  <a:lnTo>
                    <a:pt x="59" y="276"/>
                  </a:lnTo>
                  <a:cubicBezTo>
                    <a:pt x="84" y="335"/>
                    <a:pt x="142" y="372"/>
                    <a:pt x="203" y="372"/>
                  </a:cubicBezTo>
                  <a:cubicBezTo>
                    <a:pt x="221" y="372"/>
                    <a:pt x="239" y="369"/>
                    <a:pt x="257" y="362"/>
                  </a:cubicBezTo>
                  <a:cubicBezTo>
                    <a:pt x="335" y="333"/>
                    <a:pt x="373" y="242"/>
                    <a:pt x="345" y="164"/>
                  </a:cubicBezTo>
                  <a:lnTo>
                    <a:pt x="319" y="99"/>
                  </a:lnTo>
                  <a:cubicBezTo>
                    <a:pt x="298" y="38"/>
                    <a:pt x="236" y="0"/>
                    <a:pt x="1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350" lIns="91425" spcFirstLastPara="1" rIns="91425" wrap="square" tIns="9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60" name="Google Shape;1260;p12"/>
            <p:cNvSpPr/>
            <p:nvPr/>
          </p:nvSpPr>
          <p:spPr>
            <a:xfrm>
              <a:off x="8727480" y="4759560"/>
              <a:ext cx="15480" cy="12600"/>
            </a:xfrm>
            <a:custGeom>
              <a:rect b="b" l="l" r="r" t="t"/>
              <a:pathLst>
                <a:path extrusionOk="0" h="254" w="318">
                  <a:moveTo>
                    <a:pt x="166" y="1"/>
                  </a:moveTo>
                  <a:cubicBezTo>
                    <a:pt x="85" y="1"/>
                    <a:pt x="1" y="75"/>
                    <a:pt x="40" y="173"/>
                  </a:cubicBezTo>
                  <a:cubicBezTo>
                    <a:pt x="62" y="230"/>
                    <a:pt x="107" y="253"/>
                    <a:pt x="153" y="253"/>
                  </a:cubicBezTo>
                  <a:cubicBezTo>
                    <a:pt x="234" y="253"/>
                    <a:pt x="318" y="179"/>
                    <a:pt x="280" y="80"/>
                  </a:cubicBezTo>
                  <a:cubicBezTo>
                    <a:pt x="258" y="24"/>
                    <a:pt x="213" y="1"/>
                    <a:pt x="1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475" lIns="91425" spcFirstLastPara="1" rIns="91425" wrap="square" tIns="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61" name="Google Shape;1261;p12"/>
            <p:cNvSpPr/>
            <p:nvPr/>
          </p:nvSpPr>
          <p:spPr>
            <a:xfrm>
              <a:off x="9060840" y="4581360"/>
              <a:ext cx="58320" cy="40320"/>
            </a:xfrm>
            <a:custGeom>
              <a:rect b="b" l="l" r="r" t="t"/>
              <a:pathLst>
                <a:path extrusionOk="0" h="804" w="1168">
                  <a:moveTo>
                    <a:pt x="732" y="176"/>
                  </a:moveTo>
                  <a:cubicBezTo>
                    <a:pt x="773" y="176"/>
                    <a:pt x="814" y="180"/>
                    <a:pt x="855" y="189"/>
                  </a:cubicBezTo>
                  <a:cubicBezTo>
                    <a:pt x="807" y="277"/>
                    <a:pt x="778" y="380"/>
                    <a:pt x="713" y="461"/>
                  </a:cubicBezTo>
                  <a:cubicBezTo>
                    <a:pt x="659" y="526"/>
                    <a:pt x="546" y="588"/>
                    <a:pt x="449" y="588"/>
                  </a:cubicBezTo>
                  <a:cubicBezTo>
                    <a:pt x="381" y="588"/>
                    <a:pt x="320" y="557"/>
                    <a:pt x="295" y="474"/>
                  </a:cubicBezTo>
                  <a:cubicBezTo>
                    <a:pt x="241" y="305"/>
                    <a:pt x="523" y="199"/>
                    <a:pt x="651" y="182"/>
                  </a:cubicBezTo>
                  <a:cubicBezTo>
                    <a:pt x="678" y="178"/>
                    <a:pt x="705" y="176"/>
                    <a:pt x="732" y="176"/>
                  </a:cubicBezTo>
                  <a:close/>
                  <a:moveTo>
                    <a:pt x="677" y="1"/>
                  </a:moveTo>
                  <a:cubicBezTo>
                    <a:pt x="605" y="1"/>
                    <a:pt x="532" y="13"/>
                    <a:pt x="461" y="36"/>
                  </a:cubicBezTo>
                  <a:cubicBezTo>
                    <a:pt x="250" y="104"/>
                    <a:pt x="0" y="317"/>
                    <a:pt x="92" y="562"/>
                  </a:cubicBezTo>
                  <a:cubicBezTo>
                    <a:pt x="152" y="719"/>
                    <a:pt x="321" y="804"/>
                    <a:pt x="485" y="804"/>
                  </a:cubicBezTo>
                  <a:cubicBezTo>
                    <a:pt x="543" y="804"/>
                    <a:pt x="600" y="793"/>
                    <a:pt x="652" y="772"/>
                  </a:cubicBezTo>
                  <a:cubicBezTo>
                    <a:pt x="828" y="695"/>
                    <a:pt x="999" y="468"/>
                    <a:pt x="1045" y="263"/>
                  </a:cubicBezTo>
                  <a:cubicBezTo>
                    <a:pt x="1055" y="268"/>
                    <a:pt x="1063" y="270"/>
                    <a:pt x="1072" y="276"/>
                  </a:cubicBezTo>
                  <a:cubicBezTo>
                    <a:pt x="1081" y="281"/>
                    <a:pt x="1090" y="283"/>
                    <a:pt x="1098" y="283"/>
                  </a:cubicBezTo>
                  <a:cubicBezTo>
                    <a:pt x="1144" y="283"/>
                    <a:pt x="1168" y="212"/>
                    <a:pt x="1130" y="176"/>
                  </a:cubicBezTo>
                  <a:cubicBezTo>
                    <a:pt x="1106" y="155"/>
                    <a:pt x="1079" y="134"/>
                    <a:pt x="1052" y="115"/>
                  </a:cubicBezTo>
                  <a:cubicBezTo>
                    <a:pt x="1042" y="83"/>
                    <a:pt x="1014" y="68"/>
                    <a:pt x="984" y="68"/>
                  </a:cubicBezTo>
                  <a:cubicBezTo>
                    <a:pt x="979" y="68"/>
                    <a:pt x="974" y="68"/>
                    <a:pt x="970" y="69"/>
                  </a:cubicBezTo>
                  <a:cubicBezTo>
                    <a:pt x="878" y="24"/>
                    <a:pt x="778" y="1"/>
                    <a:pt x="6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0150" lIns="91425" spcFirstLastPara="1" rIns="91425" wrap="square" tIns="201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62" name="Google Shape;1262;p12"/>
            <p:cNvSpPr/>
            <p:nvPr/>
          </p:nvSpPr>
          <p:spPr>
            <a:xfrm>
              <a:off x="8910720" y="4682880"/>
              <a:ext cx="11160" cy="8640"/>
            </a:xfrm>
            <a:custGeom>
              <a:rect b="b" l="l" r="r" t="t"/>
              <a:pathLst>
                <a:path extrusionOk="0" h="180" w="227">
                  <a:moveTo>
                    <a:pt x="118" y="0"/>
                  </a:moveTo>
                  <a:cubicBezTo>
                    <a:pt x="60" y="0"/>
                    <a:pt x="0" y="52"/>
                    <a:pt x="28" y="124"/>
                  </a:cubicBezTo>
                  <a:cubicBezTo>
                    <a:pt x="43" y="163"/>
                    <a:pt x="75" y="180"/>
                    <a:pt x="107" y="180"/>
                  </a:cubicBezTo>
                  <a:cubicBezTo>
                    <a:pt x="166" y="180"/>
                    <a:pt x="226" y="127"/>
                    <a:pt x="199" y="56"/>
                  </a:cubicBezTo>
                  <a:cubicBezTo>
                    <a:pt x="183" y="17"/>
                    <a:pt x="151" y="0"/>
                    <a:pt x="1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300" lIns="91425" spcFirstLastPara="1" rIns="91425" wrap="square" tIns="4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63" name="Google Shape;1263;p12"/>
            <p:cNvSpPr/>
            <p:nvPr/>
          </p:nvSpPr>
          <p:spPr>
            <a:xfrm>
              <a:off x="8996400" y="4624920"/>
              <a:ext cx="19800" cy="20160"/>
            </a:xfrm>
            <a:custGeom>
              <a:rect b="b" l="l" r="r" t="t"/>
              <a:pathLst>
                <a:path extrusionOk="0" h="404" w="398">
                  <a:moveTo>
                    <a:pt x="231" y="0"/>
                  </a:moveTo>
                  <a:cubicBezTo>
                    <a:pt x="173" y="0"/>
                    <a:pt x="123" y="37"/>
                    <a:pt x="93" y="92"/>
                  </a:cubicBezTo>
                  <a:cubicBezTo>
                    <a:pt x="75" y="119"/>
                    <a:pt x="59" y="148"/>
                    <a:pt x="43" y="177"/>
                  </a:cubicBezTo>
                  <a:cubicBezTo>
                    <a:pt x="1" y="250"/>
                    <a:pt x="52" y="362"/>
                    <a:pt x="129" y="392"/>
                  </a:cubicBezTo>
                  <a:cubicBezTo>
                    <a:pt x="148" y="399"/>
                    <a:pt x="169" y="403"/>
                    <a:pt x="191" y="403"/>
                  </a:cubicBezTo>
                  <a:cubicBezTo>
                    <a:pt x="256" y="403"/>
                    <a:pt x="324" y="372"/>
                    <a:pt x="344" y="307"/>
                  </a:cubicBezTo>
                  <a:cubicBezTo>
                    <a:pt x="352" y="276"/>
                    <a:pt x="364" y="246"/>
                    <a:pt x="371" y="214"/>
                  </a:cubicBezTo>
                  <a:cubicBezTo>
                    <a:pt x="398" y="134"/>
                    <a:pt x="377" y="49"/>
                    <a:pt x="293" y="14"/>
                  </a:cubicBezTo>
                  <a:cubicBezTo>
                    <a:pt x="272" y="4"/>
                    <a:pt x="251" y="0"/>
                    <a:pt x="2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0075" lIns="91425" spcFirstLastPara="1" rIns="91425" wrap="square" tIns="100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64" name="Google Shape;1264;p12"/>
            <p:cNvSpPr/>
            <p:nvPr/>
          </p:nvSpPr>
          <p:spPr>
            <a:xfrm>
              <a:off x="9154080" y="4574520"/>
              <a:ext cx="13680" cy="10800"/>
            </a:xfrm>
            <a:custGeom>
              <a:rect b="b" l="l" r="r" t="t"/>
              <a:pathLst>
                <a:path extrusionOk="0" h="224" w="282">
                  <a:moveTo>
                    <a:pt x="148" y="1"/>
                  </a:moveTo>
                  <a:cubicBezTo>
                    <a:pt x="75" y="1"/>
                    <a:pt x="1" y="66"/>
                    <a:pt x="35" y="153"/>
                  </a:cubicBezTo>
                  <a:cubicBezTo>
                    <a:pt x="54" y="203"/>
                    <a:pt x="94" y="224"/>
                    <a:pt x="134" y="224"/>
                  </a:cubicBezTo>
                  <a:cubicBezTo>
                    <a:pt x="206" y="224"/>
                    <a:pt x="281" y="158"/>
                    <a:pt x="248" y="71"/>
                  </a:cubicBezTo>
                  <a:cubicBezTo>
                    <a:pt x="228" y="21"/>
                    <a:pt x="188" y="1"/>
                    <a:pt x="1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400" lIns="91425" spcFirstLastPara="1" rIns="91425" wrap="square" tIns="5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65" name="Google Shape;1265;p12"/>
            <p:cNvSpPr/>
            <p:nvPr/>
          </p:nvSpPr>
          <p:spPr>
            <a:xfrm>
              <a:off x="8802000" y="4693680"/>
              <a:ext cx="20160" cy="17280"/>
            </a:xfrm>
            <a:custGeom>
              <a:rect b="b" l="l" r="r" t="t"/>
              <a:pathLst>
                <a:path extrusionOk="0" h="353" w="408">
                  <a:moveTo>
                    <a:pt x="216" y="0"/>
                  </a:moveTo>
                  <a:cubicBezTo>
                    <a:pt x="112" y="0"/>
                    <a:pt x="0" y="94"/>
                    <a:pt x="55" y="215"/>
                  </a:cubicBezTo>
                  <a:lnTo>
                    <a:pt x="73" y="256"/>
                  </a:lnTo>
                  <a:cubicBezTo>
                    <a:pt x="95" y="324"/>
                    <a:pt x="147" y="353"/>
                    <a:pt x="202" y="353"/>
                  </a:cubicBezTo>
                  <a:cubicBezTo>
                    <a:pt x="226" y="353"/>
                    <a:pt x="250" y="347"/>
                    <a:pt x="273" y="337"/>
                  </a:cubicBezTo>
                  <a:cubicBezTo>
                    <a:pt x="351" y="313"/>
                    <a:pt x="408" y="235"/>
                    <a:pt x="365" y="140"/>
                  </a:cubicBezTo>
                  <a:lnTo>
                    <a:pt x="351" y="98"/>
                  </a:lnTo>
                  <a:cubicBezTo>
                    <a:pt x="328" y="29"/>
                    <a:pt x="273" y="0"/>
                    <a:pt x="2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8625" lIns="91425" spcFirstLastPara="1" rIns="91425" wrap="square" tIns="86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66" name="Google Shape;1266;p12"/>
            <p:cNvSpPr/>
            <p:nvPr/>
          </p:nvSpPr>
          <p:spPr>
            <a:xfrm>
              <a:off x="8751240" y="4449240"/>
              <a:ext cx="172080" cy="220680"/>
            </a:xfrm>
            <a:custGeom>
              <a:rect b="b" l="l" r="r" t="t"/>
              <a:pathLst>
                <a:path extrusionOk="0" h="4391" w="3424">
                  <a:moveTo>
                    <a:pt x="1005" y="272"/>
                  </a:moveTo>
                  <a:cubicBezTo>
                    <a:pt x="1562" y="272"/>
                    <a:pt x="2085" y="785"/>
                    <a:pt x="2409" y="1270"/>
                  </a:cubicBezTo>
                  <a:cubicBezTo>
                    <a:pt x="2935" y="2051"/>
                    <a:pt x="3101" y="2857"/>
                    <a:pt x="2476" y="3642"/>
                  </a:cubicBezTo>
                  <a:cubicBezTo>
                    <a:pt x="2237" y="3943"/>
                    <a:pt x="1885" y="4153"/>
                    <a:pt x="1523" y="4153"/>
                  </a:cubicBezTo>
                  <a:cubicBezTo>
                    <a:pt x="1332" y="4153"/>
                    <a:pt x="1138" y="4094"/>
                    <a:pt x="957" y="3961"/>
                  </a:cubicBezTo>
                  <a:cubicBezTo>
                    <a:pt x="519" y="3642"/>
                    <a:pt x="505" y="3133"/>
                    <a:pt x="590" y="2649"/>
                  </a:cubicBezTo>
                  <a:cubicBezTo>
                    <a:pt x="636" y="2386"/>
                    <a:pt x="707" y="2119"/>
                    <a:pt x="678" y="1849"/>
                  </a:cubicBezTo>
                  <a:cubicBezTo>
                    <a:pt x="635" y="1472"/>
                    <a:pt x="218" y="1003"/>
                    <a:pt x="472" y="631"/>
                  </a:cubicBezTo>
                  <a:cubicBezTo>
                    <a:pt x="517" y="565"/>
                    <a:pt x="498" y="496"/>
                    <a:pt x="455" y="455"/>
                  </a:cubicBezTo>
                  <a:cubicBezTo>
                    <a:pt x="638" y="327"/>
                    <a:pt x="823" y="272"/>
                    <a:pt x="1005" y="272"/>
                  </a:cubicBezTo>
                  <a:close/>
                  <a:moveTo>
                    <a:pt x="989" y="0"/>
                  </a:moveTo>
                  <a:cubicBezTo>
                    <a:pt x="703" y="0"/>
                    <a:pt x="428" y="123"/>
                    <a:pt x="206" y="434"/>
                  </a:cubicBezTo>
                  <a:cubicBezTo>
                    <a:pt x="179" y="469"/>
                    <a:pt x="189" y="517"/>
                    <a:pt x="214" y="547"/>
                  </a:cubicBezTo>
                  <a:cubicBezTo>
                    <a:pt x="0" y="906"/>
                    <a:pt x="220" y="1236"/>
                    <a:pt x="345" y="1614"/>
                  </a:cubicBezTo>
                  <a:cubicBezTo>
                    <a:pt x="550" y="2229"/>
                    <a:pt x="145" y="2833"/>
                    <a:pt x="309" y="3452"/>
                  </a:cubicBezTo>
                  <a:cubicBezTo>
                    <a:pt x="477" y="4079"/>
                    <a:pt x="993" y="4391"/>
                    <a:pt x="1529" y="4391"/>
                  </a:cubicBezTo>
                  <a:cubicBezTo>
                    <a:pt x="1931" y="4391"/>
                    <a:pt x="2344" y="4216"/>
                    <a:pt x="2632" y="3869"/>
                  </a:cubicBezTo>
                  <a:cubicBezTo>
                    <a:pt x="3424" y="2912"/>
                    <a:pt x="3213" y="1926"/>
                    <a:pt x="2538" y="976"/>
                  </a:cubicBezTo>
                  <a:cubicBezTo>
                    <a:pt x="2207" y="512"/>
                    <a:pt x="1574" y="0"/>
                    <a:pt x="9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67" name="Google Shape;1267;p12"/>
            <p:cNvSpPr/>
            <p:nvPr/>
          </p:nvSpPr>
          <p:spPr>
            <a:xfrm>
              <a:off x="8659440" y="4719240"/>
              <a:ext cx="14040" cy="10800"/>
            </a:xfrm>
            <a:custGeom>
              <a:rect b="b" l="l" r="r" t="t"/>
              <a:pathLst>
                <a:path extrusionOk="0" h="225" w="284">
                  <a:moveTo>
                    <a:pt x="149" y="0"/>
                  </a:moveTo>
                  <a:cubicBezTo>
                    <a:pt x="76" y="0"/>
                    <a:pt x="0" y="66"/>
                    <a:pt x="34" y="153"/>
                  </a:cubicBezTo>
                  <a:cubicBezTo>
                    <a:pt x="54" y="204"/>
                    <a:pt x="94" y="225"/>
                    <a:pt x="136" y="225"/>
                  </a:cubicBezTo>
                  <a:cubicBezTo>
                    <a:pt x="209" y="225"/>
                    <a:pt x="284" y="158"/>
                    <a:pt x="249" y="71"/>
                  </a:cubicBezTo>
                  <a:cubicBezTo>
                    <a:pt x="230" y="21"/>
                    <a:pt x="190" y="0"/>
                    <a:pt x="1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400" lIns="91425" spcFirstLastPara="1" rIns="91425" wrap="square" tIns="5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68" name="Google Shape;1268;p12"/>
            <p:cNvSpPr/>
            <p:nvPr/>
          </p:nvSpPr>
          <p:spPr>
            <a:xfrm>
              <a:off x="8948880" y="4596480"/>
              <a:ext cx="10440" cy="8280"/>
            </a:xfrm>
            <a:custGeom>
              <a:rect b="b" l="l" r="r" t="t"/>
              <a:pathLst>
                <a:path extrusionOk="0" h="172" w="215">
                  <a:moveTo>
                    <a:pt x="113" y="1"/>
                  </a:moveTo>
                  <a:cubicBezTo>
                    <a:pt x="58" y="1"/>
                    <a:pt x="1" y="51"/>
                    <a:pt x="27" y="118"/>
                  </a:cubicBezTo>
                  <a:cubicBezTo>
                    <a:pt x="42" y="156"/>
                    <a:pt x="72" y="172"/>
                    <a:pt x="103" y="172"/>
                  </a:cubicBezTo>
                  <a:cubicBezTo>
                    <a:pt x="157" y="172"/>
                    <a:pt x="214" y="121"/>
                    <a:pt x="189" y="54"/>
                  </a:cubicBezTo>
                  <a:cubicBezTo>
                    <a:pt x="174" y="17"/>
                    <a:pt x="144" y="1"/>
                    <a:pt x="1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300" lIns="91425" spcFirstLastPara="1" rIns="91425" wrap="square" tIns="4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69" name="Google Shape;1269;p12"/>
            <p:cNvSpPr/>
            <p:nvPr/>
          </p:nvSpPr>
          <p:spPr>
            <a:xfrm>
              <a:off x="9018720" y="4552920"/>
              <a:ext cx="22680" cy="16200"/>
            </a:xfrm>
            <a:custGeom>
              <a:rect b="b" l="l" r="r" t="t"/>
              <a:pathLst>
                <a:path extrusionOk="0" h="330" w="458">
                  <a:moveTo>
                    <a:pt x="204" y="1"/>
                  </a:moveTo>
                  <a:cubicBezTo>
                    <a:pt x="68" y="1"/>
                    <a:pt x="1" y="197"/>
                    <a:pt x="145" y="270"/>
                  </a:cubicBezTo>
                  <a:cubicBezTo>
                    <a:pt x="175" y="286"/>
                    <a:pt x="204" y="300"/>
                    <a:pt x="233" y="316"/>
                  </a:cubicBezTo>
                  <a:cubicBezTo>
                    <a:pt x="251" y="325"/>
                    <a:pt x="270" y="329"/>
                    <a:pt x="289" y="329"/>
                  </a:cubicBezTo>
                  <a:cubicBezTo>
                    <a:pt x="346" y="329"/>
                    <a:pt x="402" y="293"/>
                    <a:pt x="425" y="242"/>
                  </a:cubicBezTo>
                  <a:cubicBezTo>
                    <a:pt x="457" y="173"/>
                    <a:pt x="425" y="76"/>
                    <a:pt x="351" y="46"/>
                  </a:cubicBezTo>
                  <a:cubicBezTo>
                    <a:pt x="321" y="34"/>
                    <a:pt x="290" y="22"/>
                    <a:pt x="259" y="11"/>
                  </a:cubicBezTo>
                  <a:cubicBezTo>
                    <a:pt x="240" y="4"/>
                    <a:pt x="221" y="1"/>
                    <a:pt x="2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8275" lIns="91425" spcFirstLastPara="1" rIns="91425" wrap="square" tIns="8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70" name="Google Shape;1270;p12"/>
            <p:cNvSpPr/>
            <p:nvPr/>
          </p:nvSpPr>
          <p:spPr>
            <a:xfrm>
              <a:off x="8718480" y="4668840"/>
              <a:ext cx="15480" cy="12240"/>
            </a:xfrm>
            <a:custGeom>
              <a:rect b="b" l="l" r="r" t="t"/>
              <a:pathLst>
                <a:path extrusionOk="0" h="249" w="316">
                  <a:moveTo>
                    <a:pt x="165" y="0"/>
                  </a:moveTo>
                  <a:cubicBezTo>
                    <a:pt x="84" y="0"/>
                    <a:pt x="1" y="73"/>
                    <a:pt x="39" y="171"/>
                  </a:cubicBezTo>
                  <a:cubicBezTo>
                    <a:pt x="61" y="225"/>
                    <a:pt x="106" y="248"/>
                    <a:pt x="151" y="248"/>
                  </a:cubicBezTo>
                  <a:cubicBezTo>
                    <a:pt x="232" y="248"/>
                    <a:pt x="315" y="176"/>
                    <a:pt x="277" y="79"/>
                  </a:cubicBezTo>
                  <a:cubicBezTo>
                    <a:pt x="255" y="23"/>
                    <a:pt x="210" y="0"/>
                    <a:pt x="1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100" lIns="91425" spcFirstLastPara="1" rIns="91425" wrap="square" tIns="6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71" name="Google Shape;1271;p12"/>
            <p:cNvSpPr/>
            <p:nvPr/>
          </p:nvSpPr>
          <p:spPr>
            <a:xfrm>
              <a:off x="9056160" y="4534560"/>
              <a:ext cx="12240" cy="9360"/>
            </a:xfrm>
            <a:custGeom>
              <a:rect b="b" l="l" r="r" t="t"/>
              <a:pathLst>
                <a:path extrusionOk="0" h="196" w="248">
                  <a:moveTo>
                    <a:pt x="130" y="0"/>
                  </a:moveTo>
                  <a:cubicBezTo>
                    <a:pt x="66" y="0"/>
                    <a:pt x="0" y="57"/>
                    <a:pt x="31" y="134"/>
                  </a:cubicBezTo>
                  <a:cubicBezTo>
                    <a:pt x="48" y="177"/>
                    <a:pt x="83" y="196"/>
                    <a:pt x="119" y="196"/>
                  </a:cubicBezTo>
                  <a:cubicBezTo>
                    <a:pt x="182" y="196"/>
                    <a:pt x="248" y="138"/>
                    <a:pt x="218" y="61"/>
                  </a:cubicBezTo>
                  <a:cubicBezTo>
                    <a:pt x="201" y="18"/>
                    <a:pt x="166" y="0"/>
                    <a:pt x="1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72" name="Google Shape;1272;p12"/>
            <p:cNvSpPr/>
            <p:nvPr/>
          </p:nvSpPr>
          <p:spPr>
            <a:xfrm>
              <a:off x="8620200" y="4646160"/>
              <a:ext cx="46440" cy="54360"/>
            </a:xfrm>
            <a:custGeom>
              <a:rect b="b" l="l" r="r" t="t"/>
              <a:pathLst>
                <a:path extrusionOk="0" h="1088" w="929">
                  <a:moveTo>
                    <a:pt x="284" y="145"/>
                  </a:moveTo>
                  <a:lnTo>
                    <a:pt x="284" y="145"/>
                  </a:lnTo>
                  <a:cubicBezTo>
                    <a:pt x="461" y="323"/>
                    <a:pt x="825" y="662"/>
                    <a:pt x="658" y="836"/>
                  </a:cubicBezTo>
                  <a:cubicBezTo>
                    <a:pt x="621" y="874"/>
                    <a:pt x="581" y="890"/>
                    <a:pt x="541" y="890"/>
                  </a:cubicBezTo>
                  <a:cubicBezTo>
                    <a:pt x="429" y="890"/>
                    <a:pt x="318" y="766"/>
                    <a:pt x="286" y="662"/>
                  </a:cubicBezTo>
                  <a:cubicBezTo>
                    <a:pt x="237" y="499"/>
                    <a:pt x="285" y="332"/>
                    <a:pt x="289" y="167"/>
                  </a:cubicBezTo>
                  <a:cubicBezTo>
                    <a:pt x="286" y="159"/>
                    <a:pt x="285" y="152"/>
                    <a:pt x="284" y="145"/>
                  </a:cubicBezTo>
                  <a:close/>
                  <a:moveTo>
                    <a:pt x="257" y="0"/>
                  </a:moveTo>
                  <a:cubicBezTo>
                    <a:pt x="221" y="0"/>
                    <a:pt x="188" y="42"/>
                    <a:pt x="216" y="75"/>
                  </a:cubicBezTo>
                  <a:lnTo>
                    <a:pt x="221" y="81"/>
                  </a:lnTo>
                  <a:cubicBezTo>
                    <a:pt x="206" y="75"/>
                    <a:pt x="189" y="72"/>
                    <a:pt x="173" y="72"/>
                  </a:cubicBezTo>
                  <a:cubicBezTo>
                    <a:pt x="133" y="72"/>
                    <a:pt x="94" y="91"/>
                    <a:pt x="81" y="133"/>
                  </a:cubicBezTo>
                  <a:cubicBezTo>
                    <a:pt x="13" y="373"/>
                    <a:pt x="0" y="699"/>
                    <a:pt x="166" y="904"/>
                  </a:cubicBezTo>
                  <a:cubicBezTo>
                    <a:pt x="254" y="1012"/>
                    <a:pt x="403" y="1087"/>
                    <a:pt x="547" y="1087"/>
                  </a:cubicBezTo>
                  <a:cubicBezTo>
                    <a:pt x="598" y="1087"/>
                    <a:pt x="648" y="1078"/>
                    <a:pt x="695" y="1057"/>
                  </a:cubicBezTo>
                  <a:cubicBezTo>
                    <a:pt x="886" y="974"/>
                    <a:pt x="928" y="757"/>
                    <a:pt x="850" y="577"/>
                  </a:cubicBezTo>
                  <a:cubicBezTo>
                    <a:pt x="744" y="332"/>
                    <a:pt x="491" y="163"/>
                    <a:pt x="285" y="10"/>
                  </a:cubicBezTo>
                  <a:cubicBezTo>
                    <a:pt x="276" y="3"/>
                    <a:pt x="266" y="0"/>
                    <a:pt x="2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7350" lIns="91425" spcFirstLastPara="1" rIns="91425" wrap="square" tIns="27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73" name="Google Shape;1273;p12"/>
            <p:cNvSpPr/>
            <p:nvPr/>
          </p:nvSpPr>
          <p:spPr>
            <a:xfrm>
              <a:off x="8786520" y="4478400"/>
              <a:ext cx="122760" cy="149040"/>
            </a:xfrm>
            <a:custGeom>
              <a:rect b="b" l="l" r="r" t="t"/>
              <a:pathLst>
                <a:path extrusionOk="0" h="2966" w="2444">
                  <a:moveTo>
                    <a:pt x="460" y="1"/>
                  </a:moveTo>
                  <a:cubicBezTo>
                    <a:pt x="321" y="1"/>
                    <a:pt x="183" y="68"/>
                    <a:pt x="82" y="162"/>
                  </a:cubicBezTo>
                  <a:cubicBezTo>
                    <a:pt x="19" y="220"/>
                    <a:pt x="0" y="286"/>
                    <a:pt x="24" y="368"/>
                  </a:cubicBezTo>
                  <a:cubicBezTo>
                    <a:pt x="26" y="382"/>
                    <a:pt x="33" y="395"/>
                    <a:pt x="39" y="409"/>
                  </a:cubicBezTo>
                  <a:cubicBezTo>
                    <a:pt x="20" y="471"/>
                    <a:pt x="31" y="546"/>
                    <a:pt x="65" y="599"/>
                  </a:cubicBezTo>
                  <a:cubicBezTo>
                    <a:pt x="391" y="1112"/>
                    <a:pt x="261" y="1526"/>
                    <a:pt x="204" y="2077"/>
                  </a:cubicBezTo>
                  <a:cubicBezTo>
                    <a:pt x="176" y="2336"/>
                    <a:pt x="200" y="2594"/>
                    <a:pt x="396" y="2785"/>
                  </a:cubicBezTo>
                  <a:cubicBezTo>
                    <a:pt x="527" y="2913"/>
                    <a:pt x="689" y="2966"/>
                    <a:pt x="854" y="2966"/>
                  </a:cubicBezTo>
                  <a:cubicBezTo>
                    <a:pt x="1121" y="2966"/>
                    <a:pt x="1399" y="2829"/>
                    <a:pt x="1583" y="2644"/>
                  </a:cubicBezTo>
                  <a:cubicBezTo>
                    <a:pt x="2443" y="1783"/>
                    <a:pt x="1769" y="566"/>
                    <a:pt x="797" y="212"/>
                  </a:cubicBezTo>
                  <a:cubicBezTo>
                    <a:pt x="761" y="140"/>
                    <a:pt x="700" y="74"/>
                    <a:pt x="634" y="40"/>
                  </a:cubicBezTo>
                  <a:cubicBezTo>
                    <a:pt x="578" y="13"/>
                    <a:pt x="519" y="1"/>
                    <a:pt x="4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4500" lIns="91425" spcFirstLastPara="1" rIns="91425" wrap="square" tIns="74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74" name="Google Shape;1274;p12"/>
            <p:cNvSpPr/>
            <p:nvPr/>
          </p:nvSpPr>
          <p:spPr>
            <a:xfrm>
              <a:off x="8967600" y="4541760"/>
              <a:ext cx="13680" cy="10800"/>
            </a:xfrm>
            <a:custGeom>
              <a:rect b="b" l="l" r="r" t="t"/>
              <a:pathLst>
                <a:path extrusionOk="0" h="223" w="280">
                  <a:moveTo>
                    <a:pt x="147" y="1"/>
                  </a:moveTo>
                  <a:cubicBezTo>
                    <a:pt x="75" y="1"/>
                    <a:pt x="1" y="66"/>
                    <a:pt x="34" y="154"/>
                  </a:cubicBezTo>
                  <a:cubicBezTo>
                    <a:pt x="54" y="202"/>
                    <a:pt x="93" y="222"/>
                    <a:pt x="133" y="222"/>
                  </a:cubicBezTo>
                  <a:cubicBezTo>
                    <a:pt x="205" y="222"/>
                    <a:pt x="279" y="157"/>
                    <a:pt x="245" y="70"/>
                  </a:cubicBezTo>
                  <a:cubicBezTo>
                    <a:pt x="226" y="21"/>
                    <a:pt x="187" y="1"/>
                    <a:pt x="1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400" lIns="91425" spcFirstLastPara="1" rIns="91425" wrap="square" tIns="5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75" name="Google Shape;1275;p12"/>
            <p:cNvSpPr/>
            <p:nvPr/>
          </p:nvSpPr>
          <p:spPr>
            <a:xfrm>
              <a:off x="8556480" y="4663080"/>
              <a:ext cx="21600" cy="15480"/>
            </a:xfrm>
            <a:custGeom>
              <a:rect b="b" l="l" r="r" t="t"/>
              <a:pathLst>
                <a:path extrusionOk="0" h="311" w="433">
                  <a:moveTo>
                    <a:pt x="188" y="1"/>
                  </a:moveTo>
                  <a:cubicBezTo>
                    <a:pt x="61" y="1"/>
                    <a:pt x="0" y="179"/>
                    <a:pt x="133" y="250"/>
                  </a:cubicBezTo>
                  <a:cubicBezTo>
                    <a:pt x="163" y="266"/>
                    <a:pt x="191" y="281"/>
                    <a:pt x="221" y="297"/>
                  </a:cubicBezTo>
                  <a:cubicBezTo>
                    <a:pt x="238" y="306"/>
                    <a:pt x="256" y="310"/>
                    <a:pt x="274" y="310"/>
                  </a:cubicBezTo>
                  <a:cubicBezTo>
                    <a:pt x="328" y="310"/>
                    <a:pt x="383" y="275"/>
                    <a:pt x="404" y="226"/>
                  </a:cubicBezTo>
                  <a:cubicBezTo>
                    <a:pt x="432" y="162"/>
                    <a:pt x="404" y="69"/>
                    <a:pt x="331" y="42"/>
                  </a:cubicBezTo>
                  <a:cubicBezTo>
                    <a:pt x="299" y="30"/>
                    <a:pt x="269" y="20"/>
                    <a:pt x="237" y="9"/>
                  </a:cubicBezTo>
                  <a:cubicBezTo>
                    <a:pt x="220" y="4"/>
                    <a:pt x="203" y="1"/>
                    <a:pt x="1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900" lIns="91425" spcFirstLastPara="1" rIns="91425" wrap="square" tIns="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76" name="Google Shape;1276;p12"/>
            <p:cNvSpPr/>
            <p:nvPr/>
          </p:nvSpPr>
          <p:spPr>
            <a:xfrm>
              <a:off x="9001080" y="4486320"/>
              <a:ext cx="22320" cy="14400"/>
            </a:xfrm>
            <a:custGeom>
              <a:rect b="b" l="l" r="r" t="t"/>
              <a:pathLst>
                <a:path extrusionOk="0" h="290" w="449">
                  <a:moveTo>
                    <a:pt x="174" y="0"/>
                  </a:moveTo>
                  <a:cubicBezTo>
                    <a:pt x="56" y="0"/>
                    <a:pt x="1" y="164"/>
                    <a:pt x="123" y="230"/>
                  </a:cubicBezTo>
                  <a:cubicBezTo>
                    <a:pt x="153" y="245"/>
                    <a:pt x="182" y="260"/>
                    <a:pt x="212" y="275"/>
                  </a:cubicBezTo>
                  <a:cubicBezTo>
                    <a:pt x="231" y="285"/>
                    <a:pt x="249" y="290"/>
                    <a:pt x="266" y="290"/>
                  </a:cubicBezTo>
                  <a:cubicBezTo>
                    <a:pt x="381" y="290"/>
                    <a:pt x="448" y="89"/>
                    <a:pt x="313" y="41"/>
                  </a:cubicBezTo>
                  <a:cubicBezTo>
                    <a:pt x="283" y="31"/>
                    <a:pt x="250" y="19"/>
                    <a:pt x="221" y="9"/>
                  </a:cubicBezTo>
                  <a:cubicBezTo>
                    <a:pt x="204" y="3"/>
                    <a:pt x="188" y="0"/>
                    <a:pt x="1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200" lIns="91425" spcFirstLastPara="1" rIns="91425" wrap="square" tIns="7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77" name="Google Shape;1277;p12"/>
            <p:cNvSpPr/>
            <p:nvPr/>
          </p:nvSpPr>
          <p:spPr>
            <a:xfrm>
              <a:off x="8913240" y="4467600"/>
              <a:ext cx="35280" cy="47880"/>
            </a:xfrm>
            <a:custGeom>
              <a:rect b="b" l="l" r="r" t="t"/>
              <a:pathLst>
                <a:path extrusionOk="0" h="957" w="705">
                  <a:moveTo>
                    <a:pt x="454" y="1"/>
                  </a:moveTo>
                  <a:cubicBezTo>
                    <a:pt x="420" y="1"/>
                    <a:pt x="384" y="35"/>
                    <a:pt x="388" y="72"/>
                  </a:cubicBezTo>
                  <a:cubicBezTo>
                    <a:pt x="403" y="210"/>
                    <a:pt x="678" y="726"/>
                    <a:pt x="447" y="777"/>
                  </a:cubicBezTo>
                  <a:cubicBezTo>
                    <a:pt x="434" y="780"/>
                    <a:pt x="423" y="781"/>
                    <a:pt x="411" y="781"/>
                  </a:cubicBezTo>
                  <a:cubicBezTo>
                    <a:pt x="313" y="781"/>
                    <a:pt x="237" y="685"/>
                    <a:pt x="218" y="597"/>
                  </a:cubicBezTo>
                  <a:cubicBezTo>
                    <a:pt x="192" y="472"/>
                    <a:pt x="230" y="339"/>
                    <a:pt x="260" y="218"/>
                  </a:cubicBezTo>
                  <a:cubicBezTo>
                    <a:pt x="273" y="163"/>
                    <a:pt x="232" y="132"/>
                    <a:pt x="188" y="132"/>
                  </a:cubicBezTo>
                  <a:cubicBezTo>
                    <a:pt x="153" y="132"/>
                    <a:pt x="117" y="152"/>
                    <a:pt x="105" y="194"/>
                  </a:cubicBezTo>
                  <a:cubicBezTo>
                    <a:pt x="53" y="381"/>
                    <a:pt x="0" y="604"/>
                    <a:pt x="106" y="781"/>
                  </a:cubicBezTo>
                  <a:cubicBezTo>
                    <a:pt x="171" y="889"/>
                    <a:pt x="295" y="956"/>
                    <a:pt x="421" y="956"/>
                  </a:cubicBezTo>
                  <a:cubicBezTo>
                    <a:pt x="441" y="956"/>
                    <a:pt x="461" y="955"/>
                    <a:pt x="481" y="951"/>
                  </a:cubicBezTo>
                  <a:cubicBezTo>
                    <a:pt x="636" y="920"/>
                    <a:pt x="705" y="788"/>
                    <a:pt x="695" y="639"/>
                  </a:cubicBezTo>
                  <a:cubicBezTo>
                    <a:pt x="683" y="442"/>
                    <a:pt x="629" y="160"/>
                    <a:pt x="489" y="16"/>
                  </a:cubicBezTo>
                  <a:cubicBezTo>
                    <a:pt x="479" y="5"/>
                    <a:pt x="467" y="1"/>
                    <a:pt x="4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4100" lIns="91425" spcFirstLastPara="1" rIns="91425" wrap="square" tIns="24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78" name="Google Shape;1278;p12"/>
            <p:cNvSpPr/>
            <p:nvPr/>
          </p:nvSpPr>
          <p:spPr>
            <a:xfrm>
              <a:off x="8377200" y="4668480"/>
              <a:ext cx="40320" cy="58680"/>
            </a:xfrm>
            <a:custGeom>
              <a:rect b="b" l="l" r="r" t="t"/>
              <a:pathLst>
                <a:path extrusionOk="0" h="1170" w="807">
                  <a:moveTo>
                    <a:pt x="681" y="0"/>
                  </a:moveTo>
                  <a:cubicBezTo>
                    <a:pt x="659" y="0"/>
                    <a:pt x="636" y="9"/>
                    <a:pt x="617" y="30"/>
                  </a:cubicBezTo>
                  <a:cubicBezTo>
                    <a:pt x="348" y="326"/>
                    <a:pt x="125" y="675"/>
                    <a:pt x="18" y="1063"/>
                  </a:cubicBezTo>
                  <a:cubicBezTo>
                    <a:pt x="0" y="1127"/>
                    <a:pt x="57" y="1169"/>
                    <a:pt x="112" y="1169"/>
                  </a:cubicBezTo>
                  <a:cubicBezTo>
                    <a:pt x="147" y="1169"/>
                    <a:pt x="181" y="1153"/>
                    <a:pt x="196" y="1115"/>
                  </a:cubicBezTo>
                  <a:cubicBezTo>
                    <a:pt x="342" y="764"/>
                    <a:pt x="506" y="435"/>
                    <a:pt x="753" y="138"/>
                  </a:cubicBezTo>
                  <a:cubicBezTo>
                    <a:pt x="807" y="73"/>
                    <a:pt x="746" y="0"/>
                    <a:pt x="6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9500" lIns="91425" spcFirstLastPara="1" rIns="91425" wrap="square" tIns="29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79" name="Google Shape;1279;p12"/>
            <p:cNvSpPr/>
            <p:nvPr/>
          </p:nvSpPr>
          <p:spPr>
            <a:xfrm>
              <a:off x="8651520" y="4566600"/>
              <a:ext cx="68760" cy="40320"/>
            </a:xfrm>
            <a:custGeom>
              <a:rect b="b" l="l" r="r" t="t"/>
              <a:pathLst>
                <a:path extrusionOk="0" h="807" w="1372">
                  <a:moveTo>
                    <a:pt x="1022" y="195"/>
                  </a:moveTo>
                  <a:cubicBezTo>
                    <a:pt x="1015" y="202"/>
                    <a:pt x="1007" y="207"/>
                    <a:pt x="1001" y="219"/>
                  </a:cubicBezTo>
                  <a:cubicBezTo>
                    <a:pt x="915" y="367"/>
                    <a:pt x="806" y="481"/>
                    <a:pt x="643" y="543"/>
                  </a:cubicBezTo>
                  <a:cubicBezTo>
                    <a:pt x="584" y="565"/>
                    <a:pt x="503" y="584"/>
                    <a:pt x="434" y="584"/>
                  </a:cubicBezTo>
                  <a:cubicBezTo>
                    <a:pt x="326" y="584"/>
                    <a:pt x="249" y="538"/>
                    <a:pt x="338" y="386"/>
                  </a:cubicBezTo>
                  <a:cubicBezTo>
                    <a:pt x="454" y="190"/>
                    <a:pt x="756" y="202"/>
                    <a:pt x="1022" y="195"/>
                  </a:cubicBezTo>
                  <a:close/>
                  <a:moveTo>
                    <a:pt x="849" y="1"/>
                  </a:moveTo>
                  <a:cubicBezTo>
                    <a:pt x="659" y="1"/>
                    <a:pt x="470" y="33"/>
                    <a:pt x="334" y="105"/>
                  </a:cubicBezTo>
                  <a:cubicBezTo>
                    <a:pt x="155" y="202"/>
                    <a:pt x="1" y="417"/>
                    <a:pt x="57" y="628"/>
                  </a:cubicBezTo>
                  <a:cubicBezTo>
                    <a:pt x="95" y="767"/>
                    <a:pt x="241" y="807"/>
                    <a:pt x="386" y="807"/>
                  </a:cubicBezTo>
                  <a:cubicBezTo>
                    <a:pt x="463" y="807"/>
                    <a:pt x="539" y="796"/>
                    <a:pt x="599" y="783"/>
                  </a:cubicBezTo>
                  <a:cubicBezTo>
                    <a:pt x="854" y="726"/>
                    <a:pt x="1093" y="550"/>
                    <a:pt x="1184" y="298"/>
                  </a:cubicBezTo>
                  <a:cubicBezTo>
                    <a:pt x="1201" y="251"/>
                    <a:pt x="1185" y="212"/>
                    <a:pt x="1157" y="189"/>
                  </a:cubicBezTo>
                  <a:cubicBezTo>
                    <a:pt x="1225" y="183"/>
                    <a:pt x="1285" y="172"/>
                    <a:pt x="1334" y="155"/>
                  </a:cubicBezTo>
                  <a:cubicBezTo>
                    <a:pt x="1368" y="142"/>
                    <a:pt x="1371" y="90"/>
                    <a:pt x="1336" y="77"/>
                  </a:cubicBezTo>
                  <a:cubicBezTo>
                    <a:pt x="1202" y="28"/>
                    <a:pt x="1025" y="1"/>
                    <a:pt x="8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0150" lIns="91425" spcFirstLastPara="1" rIns="91425" wrap="square" tIns="201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80" name="Google Shape;1280;p12"/>
            <p:cNvSpPr/>
            <p:nvPr/>
          </p:nvSpPr>
          <p:spPr>
            <a:xfrm>
              <a:off x="8636040" y="4602960"/>
              <a:ext cx="15120" cy="11880"/>
            </a:xfrm>
            <a:custGeom>
              <a:rect b="b" l="l" r="r" t="t"/>
              <a:pathLst>
                <a:path extrusionOk="0" h="245" w="310">
                  <a:moveTo>
                    <a:pt x="162" y="0"/>
                  </a:moveTo>
                  <a:cubicBezTo>
                    <a:pt x="83" y="0"/>
                    <a:pt x="1" y="72"/>
                    <a:pt x="37" y="168"/>
                  </a:cubicBezTo>
                  <a:cubicBezTo>
                    <a:pt x="59" y="222"/>
                    <a:pt x="103" y="244"/>
                    <a:pt x="148" y="244"/>
                  </a:cubicBezTo>
                  <a:cubicBezTo>
                    <a:pt x="227" y="244"/>
                    <a:pt x="309" y="173"/>
                    <a:pt x="271" y="76"/>
                  </a:cubicBezTo>
                  <a:cubicBezTo>
                    <a:pt x="250" y="23"/>
                    <a:pt x="207" y="0"/>
                    <a:pt x="1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100" lIns="91425" spcFirstLastPara="1" rIns="91425" wrap="square" tIns="6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81" name="Google Shape;1281;p12"/>
            <p:cNvSpPr/>
            <p:nvPr/>
          </p:nvSpPr>
          <p:spPr>
            <a:xfrm>
              <a:off x="8562960" y="4589640"/>
              <a:ext cx="15480" cy="12240"/>
            </a:xfrm>
            <a:custGeom>
              <a:rect b="b" l="l" r="r" t="t"/>
              <a:pathLst>
                <a:path extrusionOk="0" h="251" w="316">
                  <a:moveTo>
                    <a:pt x="166" y="0"/>
                  </a:moveTo>
                  <a:cubicBezTo>
                    <a:pt x="85" y="0"/>
                    <a:pt x="0" y="74"/>
                    <a:pt x="40" y="173"/>
                  </a:cubicBezTo>
                  <a:cubicBezTo>
                    <a:pt x="61" y="228"/>
                    <a:pt x="105" y="250"/>
                    <a:pt x="150" y="250"/>
                  </a:cubicBezTo>
                  <a:cubicBezTo>
                    <a:pt x="231" y="250"/>
                    <a:pt x="315" y="177"/>
                    <a:pt x="276" y="78"/>
                  </a:cubicBezTo>
                  <a:cubicBezTo>
                    <a:pt x="255" y="23"/>
                    <a:pt x="211" y="0"/>
                    <a:pt x="1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100" lIns="91425" spcFirstLastPara="1" rIns="91425" wrap="square" tIns="6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82" name="Google Shape;1282;p12"/>
            <p:cNvSpPr/>
            <p:nvPr/>
          </p:nvSpPr>
          <p:spPr>
            <a:xfrm>
              <a:off x="8703360" y="4508640"/>
              <a:ext cx="15840" cy="15840"/>
            </a:xfrm>
            <a:custGeom>
              <a:rect b="b" l="l" r="r" t="t"/>
              <a:pathLst>
                <a:path extrusionOk="0" h="322" w="321">
                  <a:moveTo>
                    <a:pt x="183" y="1"/>
                  </a:moveTo>
                  <a:cubicBezTo>
                    <a:pt x="144" y="1"/>
                    <a:pt x="104" y="20"/>
                    <a:pt x="78" y="66"/>
                  </a:cubicBezTo>
                  <a:cubicBezTo>
                    <a:pt x="62" y="94"/>
                    <a:pt x="42" y="121"/>
                    <a:pt x="32" y="152"/>
                  </a:cubicBezTo>
                  <a:cubicBezTo>
                    <a:pt x="0" y="251"/>
                    <a:pt x="73" y="321"/>
                    <a:pt x="148" y="321"/>
                  </a:cubicBezTo>
                  <a:cubicBezTo>
                    <a:pt x="189" y="321"/>
                    <a:pt x="230" y="301"/>
                    <a:pt x="256" y="252"/>
                  </a:cubicBezTo>
                  <a:cubicBezTo>
                    <a:pt x="272" y="222"/>
                    <a:pt x="280" y="191"/>
                    <a:pt x="290" y="159"/>
                  </a:cubicBezTo>
                  <a:cubicBezTo>
                    <a:pt x="321" y="67"/>
                    <a:pt x="254" y="1"/>
                    <a:pt x="1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900" lIns="91425" spcFirstLastPara="1" rIns="91425" wrap="square" tIns="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83" name="Google Shape;1283;p12"/>
            <p:cNvSpPr/>
            <p:nvPr/>
          </p:nvSpPr>
          <p:spPr>
            <a:xfrm>
              <a:off x="8890560" y="4424760"/>
              <a:ext cx="20160" cy="14760"/>
            </a:xfrm>
            <a:custGeom>
              <a:rect b="b" l="l" r="r" t="t"/>
              <a:pathLst>
                <a:path extrusionOk="0" h="297" w="406">
                  <a:moveTo>
                    <a:pt x="248" y="0"/>
                  </a:moveTo>
                  <a:cubicBezTo>
                    <a:pt x="232" y="0"/>
                    <a:pt x="216" y="4"/>
                    <a:pt x="201" y="11"/>
                  </a:cubicBezTo>
                  <a:lnTo>
                    <a:pt x="137" y="42"/>
                  </a:lnTo>
                  <a:cubicBezTo>
                    <a:pt x="1" y="112"/>
                    <a:pt x="56" y="297"/>
                    <a:pt x="189" y="297"/>
                  </a:cubicBezTo>
                  <a:cubicBezTo>
                    <a:pt x="204" y="297"/>
                    <a:pt x="219" y="295"/>
                    <a:pt x="235" y="290"/>
                  </a:cubicBezTo>
                  <a:lnTo>
                    <a:pt x="303" y="270"/>
                  </a:lnTo>
                  <a:cubicBezTo>
                    <a:pt x="374" y="250"/>
                    <a:pt x="405" y="155"/>
                    <a:pt x="381" y="90"/>
                  </a:cubicBezTo>
                  <a:cubicBezTo>
                    <a:pt x="361" y="41"/>
                    <a:pt x="304" y="0"/>
                    <a:pt x="2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550" lIns="91425" spcFirstLastPara="1" rIns="91425" wrap="square" tIns="75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84" name="Google Shape;1284;p12"/>
            <p:cNvSpPr/>
            <p:nvPr/>
          </p:nvSpPr>
          <p:spPr>
            <a:xfrm>
              <a:off x="8802360" y="4421520"/>
              <a:ext cx="20160" cy="14400"/>
            </a:xfrm>
            <a:custGeom>
              <a:rect b="b" l="l" r="r" t="t"/>
              <a:pathLst>
                <a:path extrusionOk="0" h="295" w="405">
                  <a:moveTo>
                    <a:pt x="249" y="0"/>
                  </a:moveTo>
                  <a:cubicBezTo>
                    <a:pt x="232" y="0"/>
                    <a:pt x="216" y="4"/>
                    <a:pt x="200" y="11"/>
                  </a:cubicBezTo>
                  <a:lnTo>
                    <a:pt x="138" y="43"/>
                  </a:lnTo>
                  <a:cubicBezTo>
                    <a:pt x="1" y="112"/>
                    <a:pt x="57" y="295"/>
                    <a:pt x="188" y="295"/>
                  </a:cubicBezTo>
                  <a:cubicBezTo>
                    <a:pt x="203" y="295"/>
                    <a:pt x="218" y="293"/>
                    <a:pt x="234" y="288"/>
                  </a:cubicBezTo>
                  <a:lnTo>
                    <a:pt x="301" y="268"/>
                  </a:lnTo>
                  <a:cubicBezTo>
                    <a:pt x="372" y="250"/>
                    <a:pt x="404" y="155"/>
                    <a:pt x="379" y="89"/>
                  </a:cubicBezTo>
                  <a:cubicBezTo>
                    <a:pt x="360" y="40"/>
                    <a:pt x="304" y="0"/>
                    <a:pt x="2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200" lIns="91425" spcFirstLastPara="1" rIns="91425" wrap="square" tIns="7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85" name="Google Shape;1285;p12"/>
            <p:cNvSpPr/>
            <p:nvPr/>
          </p:nvSpPr>
          <p:spPr>
            <a:xfrm>
              <a:off x="8440920" y="4298760"/>
              <a:ext cx="210600" cy="248400"/>
            </a:xfrm>
            <a:custGeom>
              <a:rect b="b" l="l" r="r" t="t"/>
              <a:pathLst>
                <a:path extrusionOk="0" h="4939" w="4189">
                  <a:moveTo>
                    <a:pt x="1980" y="278"/>
                  </a:moveTo>
                  <a:cubicBezTo>
                    <a:pt x="2148" y="278"/>
                    <a:pt x="2326" y="308"/>
                    <a:pt x="2510" y="373"/>
                  </a:cubicBezTo>
                  <a:cubicBezTo>
                    <a:pt x="2517" y="374"/>
                    <a:pt x="2524" y="375"/>
                    <a:pt x="2532" y="375"/>
                  </a:cubicBezTo>
                  <a:cubicBezTo>
                    <a:pt x="2818" y="604"/>
                    <a:pt x="2883" y="897"/>
                    <a:pt x="2755" y="1261"/>
                  </a:cubicBezTo>
                  <a:cubicBezTo>
                    <a:pt x="2707" y="1401"/>
                    <a:pt x="2621" y="1529"/>
                    <a:pt x="2602" y="1681"/>
                  </a:cubicBezTo>
                  <a:cubicBezTo>
                    <a:pt x="2574" y="1948"/>
                    <a:pt x="2704" y="2148"/>
                    <a:pt x="2899" y="2317"/>
                  </a:cubicBezTo>
                  <a:cubicBezTo>
                    <a:pt x="3297" y="2661"/>
                    <a:pt x="3777" y="3040"/>
                    <a:pt x="3762" y="3632"/>
                  </a:cubicBezTo>
                  <a:cubicBezTo>
                    <a:pt x="3743" y="4250"/>
                    <a:pt x="2884" y="4709"/>
                    <a:pt x="2288" y="4709"/>
                  </a:cubicBezTo>
                  <a:cubicBezTo>
                    <a:pt x="2234" y="4709"/>
                    <a:pt x="2182" y="4705"/>
                    <a:pt x="2133" y="4698"/>
                  </a:cubicBezTo>
                  <a:cubicBezTo>
                    <a:pt x="1001" y="4515"/>
                    <a:pt x="467" y="3139"/>
                    <a:pt x="441" y="2124"/>
                  </a:cubicBezTo>
                  <a:cubicBezTo>
                    <a:pt x="421" y="1155"/>
                    <a:pt x="1066" y="278"/>
                    <a:pt x="1980" y="278"/>
                  </a:cubicBezTo>
                  <a:close/>
                  <a:moveTo>
                    <a:pt x="1903" y="1"/>
                  </a:moveTo>
                  <a:cubicBezTo>
                    <a:pt x="1145" y="1"/>
                    <a:pt x="433" y="745"/>
                    <a:pt x="268" y="1482"/>
                  </a:cubicBezTo>
                  <a:cubicBezTo>
                    <a:pt x="1" y="2678"/>
                    <a:pt x="553" y="4400"/>
                    <a:pt x="1785" y="4855"/>
                  </a:cubicBezTo>
                  <a:cubicBezTo>
                    <a:pt x="1938" y="4912"/>
                    <a:pt x="2108" y="4939"/>
                    <a:pt x="2284" y="4939"/>
                  </a:cubicBezTo>
                  <a:cubicBezTo>
                    <a:pt x="3168" y="4939"/>
                    <a:pt x="4189" y="4257"/>
                    <a:pt x="3949" y="3323"/>
                  </a:cubicBezTo>
                  <a:cubicBezTo>
                    <a:pt x="3876" y="3044"/>
                    <a:pt x="3757" y="2741"/>
                    <a:pt x="3562" y="2524"/>
                  </a:cubicBezTo>
                  <a:cubicBezTo>
                    <a:pt x="3429" y="2376"/>
                    <a:pt x="3257" y="2288"/>
                    <a:pt x="3110" y="2164"/>
                  </a:cubicBezTo>
                  <a:cubicBezTo>
                    <a:pt x="2832" y="1934"/>
                    <a:pt x="2896" y="1678"/>
                    <a:pt x="2991" y="1365"/>
                  </a:cubicBezTo>
                  <a:cubicBezTo>
                    <a:pt x="3138" y="883"/>
                    <a:pt x="3161" y="340"/>
                    <a:pt x="2570" y="147"/>
                  </a:cubicBezTo>
                  <a:cubicBezTo>
                    <a:pt x="2559" y="143"/>
                    <a:pt x="2548" y="142"/>
                    <a:pt x="2537" y="142"/>
                  </a:cubicBezTo>
                  <a:cubicBezTo>
                    <a:pt x="2517" y="142"/>
                    <a:pt x="2498" y="148"/>
                    <a:pt x="2481" y="157"/>
                  </a:cubicBezTo>
                  <a:cubicBezTo>
                    <a:pt x="2290" y="49"/>
                    <a:pt x="2095" y="1"/>
                    <a:pt x="19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86" name="Google Shape;1286;p12"/>
            <p:cNvSpPr/>
            <p:nvPr/>
          </p:nvSpPr>
          <p:spPr>
            <a:xfrm>
              <a:off x="8452080" y="4533120"/>
              <a:ext cx="22680" cy="16200"/>
            </a:xfrm>
            <a:custGeom>
              <a:rect b="b" l="l" r="r" t="t"/>
              <a:pathLst>
                <a:path extrusionOk="0" h="331" w="459">
                  <a:moveTo>
                    <a:pt x="203" y="0"/>
                  </a:moveTo>
                  <a:cubicBezTo>
                    <a:pt x="67" y="0"/>
                    <a:pt x="0" y="201"/>
                    <a:pt x="146" y="274"/>
                  </a:cubicBezTo>
                  <a:cubicBezTo>
                    <a:pt x="174" y="288"/>
                    <a:pt x="204" y="303"/>
                    <a:pt x="233" y="318"/>
                  </a:cubicBezTo>
                  <a:cubicBezTo>
                    <a:pt x="251" y="326"/>
                    <a:pt x="270" y="330"/>
                    <a:pt x="289" y="330"/>
                  </a:cubicBezTo>
                  <a:cubicBezTo>
                    <a:pt x="347" y="330"/>
                    <a:pt x="404" y="294"/>
                    <a:pt x="428" y="241"/>
                  </a:cubicBezTo>
                  <a:cubicBezTo>
                    <a:pt x="459" y="170"/>
                    <a:pt x="428" y="75"/>
                    <a:pt x="352" y="47"/>
                  </a:cubicBezTo>
                  <a:cubicBezTo>
                    <a:pt x="323" y="36"/>
                    <a:pt x="290" y="23"/>
                    <a:pt x="260" y="11"/>
                  </a:cubicBezTo>
                  <a:cubicBezTo>
                    <a:pt x="240" y="4"/>
                    <a:pt x="221" y="0"/>
                    <a:pt x="2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8275" lIns="91425" spcFirstLastPara="1" rIns="91425" wrap="square" tIns="8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87" name="Google Shape;1287;p12"/>
            <p:cNvSpPr/>
            <p:nvPr/>
          </p:nvSpPr>
          <p:spPr>
            <a:xfrm>
              <a:off x="8667000" y="4458960"/>
              <a:ext cx="14400" cy="11520"/>
            </a:xfrm>
            <a:custGeom>
              <a:rect b="b" l="l" r="r" t="t"/>
              <a:pathLst>
                <a:path extrusionOk="0" h="234" w="292">
                  <a:moveTo>
                    <a:pt x="153" y="0"/>
                  </a:moveTo>
                  <a:cubicBezTo>
                    <a:pt x="78" y="0"/>
                    <a:pt x="1" y="69"/>
                    <a:pt x="37" y="161"/>
                  </a:cubicBezTo>
                  <a:cubicBezTo>
                    <a:pt x="56" y="212"/>
                    <a:pt x="97" y="233"/>
                    <a:pt x="139" y="233"/>
                  </a:cubicBezTo>
                  <a:cubicBezTo>
                    <a:pt x="214" y="233"/>
                    <a:pt x="292" y="165"/>
                    <a:pt x="256" y="74"/>
                  </a:cubicBezTo>
                  <a:cubicBezTo>
                    <a:pt x="237" y="22"/>
                    <a:pt x="195" y="0"/>
                    <a:pt x="1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750" lIns="91425" spcFirstLastPara="1" rIns="91425" wrap="square" tIns="5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88" name="Google Shape;1288;p12"/>
            <p:cNvSpPr/>
            <p:nvPr/>
          </p:nvSpPr>
          <p:spPr>
            <a:xfrm>
              <a:off x="8736120" y="4430160"/>
              <a:ext cx="11520" cy="9000"/>
            </a:xfrm>
            <a:custGeom>
              <a:rect b="b" l="l" r="r" t="t"/>
              <a:pathLst>
                <a:path extrusionOk="0" h="185" w="233">
                  <a:moveTo>
                    <a:pt x="123" y="0"/>
                  </a:moveTo>
                  <a:cubicBezTo>
                    <a:pt x="63" y="0"/>
                    <a:pt x="0" y="55"/>
                    <a:pt x="29" y="126"/>
                  </a:cubicBezTo>
                  <a:cubicBezTo>
                    <a:pt x="44" y="167"/>
                    <a:pt x="77" y="184"/>
                    <a:pt x="111" y="184"/>
                  </a:cubicBezTo>
                  <a:cubicBezTo>
                    <a:pt x="170" y="184"/>
                    <a:pt x="233" y="130"/>
                    <a:pt x="204" y="57"/>
                  </a:cubicBezTo>
                  <a:cubicBezTo>
                    <a:pt x="189" y="17"/>
                    <a:pt x="156" y="0"/>
                    <a:pt x="1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89" name="Google Shape;1289;p12"/>
            <p:cNvSpPr/>
            <p:nvPr/>
          </p:nvSpPr>
          <p:spPr>
            <a:xfrm>
              <a:off x="8476920" y="4321080"/>
              <a:ext cx="142200" cy="180360"/>
            </a:xfrm>
            <a:custGeom>
              <a:rect b="b" l="l" r="r" t="t"/>
              <a:pathLst>
                <a:path extrusionOk="0" h="3586" w="2830">
                  <a:moveTo>
                    <a:pt x="1435" y="462"/>
                  </a:moveTo>
                  <a:cubicBezTo>
                    <a:pt x="1466" y="565"/>
                    <a:pt x="1422" y="707"/>
                    <a:pt x="1365" y="844"/>
                  </a:cubicBezTo>
                  <a:cubicBezTo>
                    <a:pt x="1358" y="835"/>
                    <a:pt x="1348" y="825"/>
                    <a:pt x="1338" y="816"/>
                  </a:cubicBezTo>
                  <a:cubicBezTo>
                    <a:pt x="1368" y="700"/>
                    <a:pt x="1402" y="581"/>
                    <a:pt x="1435" y="462"/>
                  </a:cubicBezTo>
                  <a:close/>
                  <a:moveTo>
                    <a:pt x="1421" y="3083"/>
                  </a:moveTo>
                  <a:cubicBezTo>
                    <a:pt x="1429" y="3109"/>
                    <a:pt x="1442" y="3132"/>
                    <a:pt x="1457" y="3151"/>
                  </a:cubicBezTo>
                  <a:cubicBezTo>
                    <a:pt x="1423" y="3142"/>
                    <a:pt x="1388" y="3130"/>
                    <a:pt x="1353" y="3117"/>
                  </a:cubicBezTo>
                  <a:cubicBezTo>
                    <a:pt x="1375" y="3106"/>
                    <a:pt x="1396" y="3096"/>
                    <a:pt x="1421" y="3083"/>
                  </a:cubicBezTo>
                  <a:close/>
                  <a:moveTo>
                    <a:pt x="2054" y="2990"/>
                  </a:moveTo>
                  <a:lnTo>
                    <a:pt x="2054" y="2990"/>
                  </a:lnTo>
                  <a:cubicBezTo>
                    <a:pt x="1976" y="3123"/>
                    <a:pt x="1847" y="3176"/>
                    <a:pt x="1700" y="3181"/>
                  </a:cubicBezTo>
                  <a:cubicBezTo>
                    <a:pt x="1819" y="3142"/>
                    <a:pt x="1952" y="3076"/>
                    <a:pt x="2054" y="2990"/>
                  </a:cubicBezTo>
                  <a:close/>
                  <a:moveTo>
                    <a:pt x="1373" y="0"/>
                  </a:moveTo>
                  <a:cubicBezTo>
                    <a:pt x="1347" y="0"/>
                    <a:pt x="1323" y="7"/>
                    <a:pt x="1303" y="20"/>
                  </a:cubicBezTo>
                  <a:cubicBezTo>
                    <a:pt x="1252" y="10"/>
                    <a:pt x="1203" y="5"/>
                    <a:pt x="1155" y="5"/>
                  </a:cubicBezTo>
                  <a:cubicBezTo>
                    <a:pt x="481" y="5"/>
                    <a:pt x="47" y="916"/>
                    <a:pt x="28" y="1536"/>
                  </a:cubicBezTo>
                  <a:cubicBezTo>
                    <a:pt x="1" y="2433"/>
                    <a:pt x="628" y="3561"/>
                    <a:pt x="1630" y="3585"/>
                  </a:cubicBezTo>
                  <a:cubicBezTo>
                    <a:pt x="1639" y="3585"/>
                    <a:pt x="1647" y="3585"/>
                    <a:pt x="1655" y="3585"/>
                  </a:cubicBezTo>
                  <a:cubicBezTo>
                    <a:pt x="2479" y="3585"/>
                    <a:pt x="2829" y="2685"/>
                    <a:pt x="2261" y="2113"/>
                  </a:cubicBezTo>
                  <a:cubicBezTo>
                    <a:pt x="2095" y="1948"/>
                    <a:pt x="1863" y="1829"/>
                    <a:pt x="1727" y="1638"/>
                  </a:cubicBezTo>
                  <a:cubicBezTo>
                    <a:pt x="1466" y="1288"/>
                    <a:pt x="1735" y="1080"/>
                    <a:pt x="1807" y="754"/>
                  </a:cubicBezTo>
                  <a:cubicBezTo>
                    <a:pt x="1885" y="407"/>
                    <a:pt x="1765" y="93"/>
                    <a:pt x="1413" y="5"/>
                  </a:cubicBezTo>
                  <a:cubicBezTo>
                    <a:pt x="1400" y="2"/>
                    <a:pt x="1386" y="0"/>
                    <a:pt x="13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0350" lIns="91425" spcFirstLastPara="1" rIns="91425" wrap="square" tIns="90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90" name="Google Shape;1290;p12"/>
            <p:cNvSpPr/>
            <p:nvPr/>
          </p:nvSpPr>
          <p:spPr>
            <a:xfrm>
              <a:off x="8781480" y="4365360"/>
              <a:ext cx="14040" cy="11160"/>
            </a:xfrm>
            <a:custGeom>
              <a:rect b="b" l="l" r="r" t="t"/>
              <a:pathLst>
                <a:path extrusionOk="0" h="227" w="289">
                  <a:moveTo>
                    <a:pt x="151" y="0"/>
                  </a:moveTo>
                  <a:cubicBezTo>
                    <a:pt x="77" y="0"/>
                    <a:pt x="1" y="67"/>
                    <a:pt x="36" y="156"/>
                  </a:cubicBezTo>
                  <a:cubicBezTo>
                    <a:pt x="56" y="205"/>
                    <a:pt x="97" y="226"/>
                    <a:pt x="138" y="226"/>
                  </a:cubicBezTo>
                  <a:cubicBezTo>
                    <a:pt x="212" y="226"/>
                    <a:pt x="288" y="160"/>
                    <a:pt x="253" y="71"/>
                  </a:cubicBezTo>
                  <a:cubicBezTo>
                    <a:pt x="233" y="21"/>
                    <a:pt x="192" y="0"/>
                    <a:pt x="1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750" lIns="91425" spcFirstLastPara="1" rIns="91425" wrap="square" tIns="5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91" name="Google Shape;1291;p12"/>
            <p:cNvSpPr/>
            <p:nvPr/>
          </p:nvSpPr>
          <p:spPr>
            <a:xfrm>
              <a:off x="8683200" y="4351320"/>
              <a:ext cx="48240" cy="41400"/>
            </a:xfrm>
            <a:custGeom>
              <a:rect b="b" l="l" r="r" t="t"/>
              <a:pathLst>
                <a:path extrusionOk="0" h="826" w="964">
                  <a:moveTo>
                    <a:pt x="725" y="148"/>
                  </a:moveTo>
                  <a:cubicBezTo>
                    <a:pt x="694" y="255"/>
                    <a:pt x="687" y="370"/>
                    <a:pt x="631" y="469"/>
                  </a:cubicBezTo>
                  <a:cubicBezTo>
                    <a:pt x="588" y="545"/>
                    <a:pt x="482" y="640"/>
                    <a:pt x="386" y="640"/>
                  </a:cubicBezTo>
                  <a:cubicBezTo>
                    <a:pt x="345" y="640"/>
                    <a:pt x="307" y="623"/>
                    <a:pt x="276" y="581"/>
                  </a:cubicBezTo>
                  <a:cubicBezTo>
                    <a:pt x="205" y="483"/>
                    <a:pt x="260" y="334"/>
                    <a:pt x="339" y="259"/>
                  </a:cubicBezTo>
                  <a:cubicBezTo>
                    <a:pt x="440" y="167"/>
                    <a:pt x="587" y="148"/>
                    <a:pt x="725" y="148"/>
                  </a:cubicBezTo>
                  <a:close/>
                  <a:moveTo>
                    <a:pt x="642" y="0"/>
                  </a:moveTo>
                  <a:cubicBezTo>
                    <a:pt x="467" y="0"/>
                    <a:pt x="292" y="37"/>
                    <a:pt x="172" y="170"/>
                  </a:cubicBezTo>
                  <a:cubicBezTo>
                    <a:pt x="46" y="307"/>
                    <a:pt x="1" y="538"/>
                    <a:pt x="117" y="697"/>
                  </a:cubicBezTo>
                  <a:cubicBezTo>
                    <a:pt x="184" y="786"/>
                    <a:pt x="283" y="826"/>
                    <a:pt x="384" y="826"/>
                  </a:cubicBezTo>
                  <a:cubicBezTo>
                    <a:pt x="470" y="826"/>
                    <a:pt x="558" y="797"/>
                    <a:pt x="630" y="745"/>
                  </a:cubicBezTo>
                  <a:cubicBezTo>
                    <a:pt x="803" y="618"/>
                    <a:pt x="881" y="361"/>
                    <a:pt x="858" y="151"/>
                  </a:cubicBezTo>
                  <a:lnTo>
                    <a:pt x="858" y="151"/>
                  </a:lnTo>
                  <a:cubicBezTo>
                    <a:pt x="859" y="151"/>
                    <a:pt x="859" y="151"/>
                    <a:pt x="859" y="151"/>
                  </a:cubicBezTo>
                  <a:cubicBezTo>
                    <a:pt x="942" y="151"/>
                    <a:pt x="964" y="31"/>
                    <a:pt x="878" y="18"/>
                  </a:cubicBezTo>
                  <a:cubicBezTo>
                    <a:pt x="803" y="8"/>
                    <a:pt x="722" y="0"/>
                    <a:pt x="6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0875" lIns="91425" spcFirstLastPara="1" rIns="91425" wrap="square" tIns="20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92" name="Google Shape;1292;p12"/>
            <p:cNvSpPr/>
            <p:nvPr/>
          </p:nvSpPr>
          <p:spPr>
            <a:xfrm>
              <a:off x="8647920" y="4369680"/>
              <a:ext cx="11880" cy="9360"/>
            </a:xfrm>
            <a:custGeom>
              <a:rect b="b" l="l" r="r" t="t"/>
              <a:pathLst>
                <a:path extrusionOk="0" h="193" w="244">
                  <a:moveTo>
                    <a:pt x="127" y="1"/>
                  </a:moveTo>
                  <a:cubicBezTo>
                    <a:pt x="65" y="1"/>
                    <a:pt x="0" y="57"/>
                    <a:pt x="31" y="133"/>
                  </a:cubicBezTo>
                  <a:cubicBezTo>
                    <a:pt x="47" y="175"/>
                    <a:pt x="81" y="192"/>
                    <a:pt x="116" y="192"/>
                  </a:cubicBezTo>
                  <a:cubicBezTo>
                    <a:pt x="178" y="192"/>
                    <a:pt x="243" y="136"/>
                    <a:pt x="214" y="61"/>
                  </a:cubicBezTo>
                  <a:cubicBezTo>
                    <a:pt x="197" y="18"/>
                    <a:pt x="162" y="1"/>
                    <a:pt x="1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93" name="Google Shape;1293;p12"/>
            <p:cNvSpPr/>
            <p:nvPr/>
          </p:nvSpPr>
          <p:spPr>
            <a:xfrm>
              <a:off x="8411040" y="4442040"/>
              <a:ext cx="14400" cy="11160"/>
            </a:xfrm>
            <a:custGeom>
              <a:rect b="b" l="l" r="r" t="t"/>
              <a:pathLst>
                <a:path extrusionOk="0" h="232" w="291">
                  <a:moveTo>
                    <a:pt x="152" y="1"/>
                  </a:moveTo>
                  <a:cubicBezTo>
                    <a:pt x="77" y="1"/>
                    <a:pt x="0" y="69"/>
                    <a:pt x="35" y="160"/>
                  </a:cubicBezTo>
                  <a:cubicBezTo>
                    <a:pt x="55" y="211"/>
                    <a:pt x="96" y="232"/>
                    <a:pt x="138" y="232"/>
                  </a:cubicBezTo>
                  <a:cubicBezTo>
                    <a:pt x="213" y="232"/>
                    <a:pt x="291" y="164"/>
                    <a:pt x="255" y="73"/>
                  </a:cubicBezTo>
                  <a:cubicBezTo>
                    <a:pt x="235" y="22"/>
                    <a:pt x="194" y="1"/>
                    <a:pt x="1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750" lIns="91425" spcFirstLastPara="1" rIns="91425" wrap="square" tIns="5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94" name="Google Shape;1294;p12"/>
            <p:cNvSpPr/>
            <p:nvPr/>
          </p:nvSpPr>
          <p:spPr>
            <a:xfrm>
              <a:off x="8348760" y="4371840"/>
              <a:ext cx="56880" cy="53280"/>
            </a:xfrm>
            <a:custGeom>
              <a:rect b="b" l="l" r="r" t="t"/>
              <a:pathLst>
                <a:path extrusionOk="0" h="1063" w="1138">
                  <a:moveTo>
                    <a:pt x="274" y="243"/>
                  </a:moveTo>
                  <a:cubicBezTo>
                    <a:pt x="556" y="297"/>
                    <a:pt x="786" y="488"/>
                    <a:pt x="901" y="744"/>
                  </a:cubicBezTo>
                  <a:cubicBezTo>
                    <a:pt x="889" y="750"/>
                    <a:pt x="878" y="757"/>
                    <a:pt x="868" y="767"/>
                  </a:cubicBezTo>
                  <a:cubicBezTo>
                    <a:pt x="807" y="831"/>
                    <a:pt x="729" y="860"/>
                    <a:pt x="651" y="860"/>
                  </a:cubicBezTo>
                  <a:cubicBezTo>
                    <a:pt x="533" y="860"/>
                    <a:pt x="413" y="796"/>
                    <a:pt x="345" y="693"/>
                  </a:cubicBezTo>
                  <a:cubicBezTo>
                    <a:pt x="257" y="559"/>
                    <a:pt x="252" y="397"/>
                    <a:pt x="274" y="243"/>
                  </a:cubicBezTo>
                  <a:close/>
                  <a:moveTo>
                    <a:pt x="194" y="0"/>
                  </a:moveTo>
                  <a:cubicBezTo>
                    <a:pt x="133" y="0"/>
                    <a:pt x="85" y="32"/>
                    <a:pt x="69" y="97"/>
                  </a:cubicBezTo>
                  <a:cubicBezTo>
                    <a:pt x="1" y="401"/>
                    <a:pt x="38" y="780"/>
                    <a:pt x="321" y="970"/>
                  </a:cubicBezTo>
                  <a:cubicBezTo>
                    <a:pt x="415" y="1031"/>
                    <a:pt x="523" y="1063"/>
                    <a:pt x="631" y="1063"/>
                  </a:cubicBezTo>
                  <a:cubicBezTo>
                    <a:pt x="752" y="1063"/>
                    <a:pt x="871" y="1023"/>
                    <a:pt x="964" y="941"/>
                  </a:cubicBezTo>
                  <a:cubicBezTo>
                    <a:pt x="966" y="956"/>
                    <a:pt x="969" y="971"/>
                    <a:pt x="971" y="985"/>
                  </a:cubicBezTo>
                  <a:cubicBezTo>
                    <a:pt x="976" y="1023"/>
                    <a:pt x="1011" y="1044"/>
                    <a:pt x="1043" y="1044"/>
                  </a:cubicBezTo>
                  <a:cubicBezTo>
                    <a:pt x="1073" y="1044"/>
                    <a:pt x="1101" y="1027"/>
                    <a:pt x="1103" y="990"/>
                  </a:cubicBezTo>
                  <a:cubicBezTo>
                    <a:pt x="1137" y="468"/>
                    <a:pt x="723" y="16"/>
                    <a:pt x="202" y="0"/>
                  </a:cubicBezTo>
                  <a:cubicBezTo>
                    <a:pt x="199" y="0"/>
                    <a:pt x="197" y="0"/>
                    <a:pt x="1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6625" lIns="91425" spcFirstLastPara="1" rIns="91425" wrap="square" tIns="266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95" name="Google Shape;1295;p12"/>
            <p:cNvSpPr/>
            <p:nvPr/>
          </p:nvSpPr>
          <p:spPr>
            <a:xfrm>
              <a:off x="8337600" y="4420800"/>
              <a:ext cx="16200" cy="12960"/>
            </a:xfrm>
            <a:custGeom>
              <a:rect b="b" l="l" r="r" t="t"/>
              <a:pathLst>
                <a:path extrusionOk="0" h="263" w="330">
                  <a:moveTo>
                    <a:pt x="172" y="0"/>
                  </a:moveTo>
                  <a:cubicBezTo>
                    <a:pt x="88" y="0"/>
                    <a:pt x="1" y="77"/>
                    <a:pt x="42" y="180"/>
                  </a:cubicBezTo>
                  <a:cubicBezTo>
                    <a:pt x="64" y="238"/>
                    <a:pt x="111" y="262"/>
                    <a:pt x="158" y="262"/>
                  </a:cubicBezTo>
                  <a:cubicBezTo>
                    <a:pt x="242" y="262"/>
                    <a:pt x="330" y="185"/>
                    <a:pt x="290" y="82"/>
                  </a:cubicBezTo>
                  <a:cubicBezTo>
                    <a:pt x="267" y="25"/>
                    <a:pt x="220" y="0"/>
                    <a:pt x="1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475" lIns="91425" spcFirstLastPara="1" rIns="91425" wrap="square" tIns="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96" name="Google Shape;1296;p12"/>
            <p:cNvSpPr/>
            <p:nvPr/>
          </p:nvSpPr>
          <p:spPr>
            <a:xfrm>
              <a:off x="8634600" y="4281840"/>
              <a:ext cx="16200" cy="12240"/>
            </a:xfrm>
            <a:custGeom>
              <a:rect b="b" l="l" r="r" t="t"/>
              <a:pathLst>
                <a:path extrusionOk="0" h="248" w="326">
                  <a:moveTo>
                    <a:pt x="209" y="1"/>
                  </a:moveTo>
                  <a:cubicBezTo>
                    <a:pt x="194" y="1"/>
                    <a:pt x="179" y="4"/>
                    <a:pt x="162" y="12"/>
                  </a:cubicBezTo>
                  <a:lnTo>
                    <a:pt x="123" y="25"/>
                  </a:lnTo>
                  <a:cubicBezTo>
                    <a:pt x="0" y="63"/>
                    <a:pt x="55" y="247"/>
                    <a:pt x="160" y="247"/>
                  </a:cubicBezTo>
                  <a:cubicBezTo>
                    <a:pt x="174" y="247"/>
                    <a:pt x="189" y="244"/>
                    <a:pt x="205" y="236"/>
                  </a:cubicBezTo>
                  <a:lnTo>
                    <a:pt x="245" y="216"/>
                  </a:lnTo>
                  <a:cubicBezTo>
                    <a:pt x="315" y="195"/>
                    <a:pt x="325" y="130"/>
                    <a:pt x="301" y="76"/>
                  </a:cubicBezTo>
                  <a:cubicBezTo>
                    <a:pt x="286" y="35"/>
                    <a:pt x="253" y="1"/>
                    <a:pt x="2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100" lIns="91425" spcFirstLastPara="1" rIns="91425" wrap="square" tIns="6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97" name="Google Shape;1297;p12"/>
            <p:cNvSpPr/>
            <p:nvPr/>
          </p:nvSpPr>
          <p:spPr>
            <a:xfrm>
              <a:off x="8403840" y="4304880"/>
              <a:ext cx="20880" cy="15840"/>
            </a:xfrm>
            <a:custGeom>
              <a:rect b="b" l="l" r="r" t="t"/>
              <a:pathLst>
                <a:path extrusionOk="0" h="324" w="419">
                  <a:moveTo>
                    <a:pt x="267" y="0"/>
                  </a:moveTo>
                  <a:cubicBezTo>
                    <a:pt x="248" y="0"/>
                    <a:pt x="227" y="5"/>
                    <a:pt x="204" y="17"/>
                  </a:cubicBezTo>
                  <a:lnTo>
                    <a:pt x="163" y="30"/>
                  </a:lnTo>
                  <a:cubicBezTo>
                    <a:pt x="0" y="75"/>
                    <a:pt x="74" y="323"/>
                    <a:pt x="211" y="323"/>
                  </a:cubicBezTo>
                  <a:cubicBezTo>
                    <a:pt x="230" y="323"/>
                    <a:pt x="250" y="318"/>
                    <a:pt x="271" y="308"/>
                  </a:cubicBezTo>
                  <a:lnTo>
                    <a:pt x="311" y="286"/>
                  </a:lnTo>
                  <a:cubicBezTo>
                    <a:pt x="406" y="259"/>
                    <a:pt x="418" y="172"/>
                    <a:pt x="384" y="102"/>
                  </a:cubicBezTo>
                  <a:cubicBezTo>
                    <a:pt x="367" y="46"/>
                    <a:pt x="324" y="0"/>
                    <a:pt x="2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900" lIns="91425" spcFirstLastPara="1" rIns="91425" wrap="square" tIns="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98" name="Google Shape;1298;p12"/>
            <p:cNvSpPr/>
            <p:nvPr/>
          </p:nvSpPr>
          <p:spPr>
            <a:xfrm>
              <a:off x="8325720" y="4331160"/>
              <a:ext cx="21600" cy="17280"/>
            </a:xfrm>
            <a:custGeom>
              <a:rect b="b" l="l" r="r" t="t"/>
              <a:pathLst>
                <a:path extrusionOk="0" h="347" w="434">
                  <a:moveTo>
                    <a:pt x="244" y="1"/>
                  </a:moveTo>
                  <a:cubicBezTo>
                    <a:pt x="225" y="1"/>
                    <a:pt x="206" y="5"/>
                    <a:pt x="187" y="14"/>
                  </a:cubicBezTo>
                  <a:lnTo>
                    <a:pt x="125" y="46"/>
                  </a:lnTo>
                  <a:cubicBezTo>
                    <a:pt x="53" y="83"/>
                    <a:pt x="0" y="167"/>
                    <a:pt x="37" y="249"/>
                  </a:cubicBezTo>
                  <a:cubicBezTo>
                    <a:pt x="66" y="315"/>
                    <a:pt x="121" y="346"/>
                    <a:pt x="185" y="346"/>
                  </a:cubicBezTo>
                  <a:cubicBezTo>
                    <a:pt x="203" y="346"/>
                    <a:pt x="222" y="343"/>
                    <a:pt x="241" y="338"/>
                  </a:cubicBezTo>
                  <a:lnTo>
                    <a:pt x="308" y="320"/>
                  </a:lnTo>
                  <a:cubicBezTo>
                    <a:pt x="391" y="297"/>
                    <a:pt x="434" y="182"/>
                    <a:pt x="401" y="107"/>
                  </a:cubicBezTo>
                  <a:cubicBezTo>
                    <a:pt x="376" y="50"/>
                    <a:pt x="311" y="1"/>
                    <a:pt x="2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8625" lIns="91425" spcFirstLastPara="1" rIns="91425" wrap="square" tIns="86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99" name="Google Shape;1299;p12"/>
            <p:cNvSpPr/>
            <p:nvPr/>
          </p:nvSpPr>
          <p:spPr>
            <a:xfrm>
              <a:off x="8494920" y="4259880"/>
              <a:ext cx="23400" cy="18000"/>
            </a:xfrm>
            <a:custGeom>
              <a:rect b="b" l="l" r="r" t="t"/>
              <a:pathLst>
                <a:path extrusionOk="0" h="368" w="475">
                  <a:moveTo>
                    <a:pt x="296" y="1"/>
                  </a:moveTo>
                  <a:cubicBezTo>
                    <a:pt x="274" y="1"/>
                    <a:pt x="250" y="6"/>
                    <a:pt x="225" y="18"/>
                  </a:cubicBezTo>
                  <a:cubicBezTo>
                    <a:pt x="212" y="23"/>
                    <a:pt x="198" y="26"/>
                    <a:pt x="184" y="32"/>
                  </a:cubicBezTo>
                  <a:cubicBezTo>
                    <a:pt x="0" y="93"/>
                    <a:pt x="81" y="368"/>
                    <a:pt x="242" y="368"/>
                  </a:cubicBezTo>
                  <a:cubicBezTo>
                    <a:pt x="264" y="368"/>
                    <a:pt x="287" y="363"/>
                    <a:pt x="310" y="352"/>
                  </a:cubicBezTo>
                  <a:cubicBezTo>
                    <a:pt x="324" y="348"/>
                    <a:pt x="337" y="341"/>
                    <a:pt x="350" y="335"/>
                  </a:cubicBezTo>
                  <a:cubicBezTo>
                    <a:pt x="458" y="300"/>
                    <a:pt x="475" y="196"/>
                    <a:pt x="439" y="117"/>
                  </a:cubicBezTo>
                  <a:cubicBezTo>
                    <a:pt x="418" y="52"/>
                    <a:pt x="365" y="1"/>
                    <a:pt x="2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000" lIns="91425" spcFirstLastPara="1" rIns="91425" wrap="square" tIns="9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00" name="Google Shape;1300;p12"/>
            <p:cNvSpPr/>
            <p:nvPr/>
          </p:nvSpPr>
          <p:spPr>
            <a:xfrm>
              <a:off x="8261640" y="4360680"/>
              <a:ext cx="15120" cy="11880"/>
            </a:xfrm>
            <a:custGeom>
              <a:rect b="b" l="l" r="r" t="t"/>
              <a:pathLst>
                <a:path extrusionOk="0" h="243" w="306">
                  <a:moveTo>
                    <a:pt x="159" y="0"/>
                  </a:moveTo>
                  <a:cubicBezTo>
                    <a:pt x="81" y="0"/>
                    <a:pt x="0" y="72"/>
                    <a:pt x="38" y="167"/>
                  </a:cubicBezTo>
                  <a:cubicBezTo>
                    <a:pt x="58" y="220"/>
                    <a:pt x="101" y="243"/>
                    <a:pt x="145" y="243"/>
                  </a:cubicBezTo>
                  <a:cubicBezTo>
                    <a:pt x="224" y="243"/>
                    <a:pt x="305" y="171"/>
                    <a:pt x="267" y="76"/>
                  </a:cubicBezTo>
                  <a:cubicBezTo>
                    <a:pt x="246" y="23"/>
                    <a:pt x="203" y="0"/>
                    <a:pt x="1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100" lIns="91425" spcFirstLastPara="1" rIns="91425" wrap="square" tIns="6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01" name="Google Shape;1301;p12"/>
            <p:cNvSpPr/>
            <p:nvPr/>
          </p:nvSpPr>
          <p:spPr>
            <a:xfrm>
              <a:off x="8013240" y="4390200"/>
              <a:ext cx="26280" cy="63360"/>
            </a:xfrm>
            <a:custGeom>
              <a:rect b="b" l="l" r="r" t="t"/>
              <a:pathLst>
                <a:path extrusionOk="0" h="1266" w="530">
                  <a:moveTo>
                    <a:pt x="438" y="0"/>
                  </a:moveTo>
                  <a:cubicBezTo>
                    <a:pt x="403" y="0"/>
                    <a:pt x="369" y="21"/>
                    <a:pt x="361" y="68"/>
                  </a:cubicBezTo>
                  <a:cubicBezTo>
                    <a:pt x="302" y="447"/>
                    <a:pt x="167" y="788"/>
                    <a:pt x="26" y="1142"/>
                  </a:cubicBezTo>
                  <a:cubicBezTo>
                    <a:pt x="0" y="1203"/>
                    <a:pt x="57" y="1265"/>
                    <a:pt x="113" y="1265"/>
                  </a:cubicBezTo>
                  <a:cubicBezTo>
                    <a:pt x="135" y="1265"/>
                    <a:pt x="158" y="1255"/>
                    <a:pt x="174" y="1230"/>
                  </a:cubicBezTo>
                  <a:cubicBezTo>
                    <a:pt x="391" y="895"/>
                    <a:pt x="493" y="490"/>
                    <a:pt x="526" y="95"/>
                  </a:cubicBezTo>
                  <a:cubicBezTo>
                    <a:pt x="530" y="35"/>
                    <a:pt x="483" y="0"/>
                    <a:pt x="4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1675" lIns="91425" spcFirstLastPara="1" rIns="91425" wrap="square" tIns="31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02" name="Google Shape;1302;p12"/>
            <p:cNvSpPr/>
            <p:nvPr/>
          </p:nvSpPr>
          <p:spPr>
            <a:xfrm>
              <a:off x="8555760" y="4220640"/>
              <a:ext cx="12240" cy="9720"/>
            </a:xfrm>
            <a:custGeom>
              <a:rect b="b" l="l" r="r" t="t"/>
              <a:pathLst>
                <a:path extrusionOk="0" h="198" w="247">
                  <a:moveTo>
                    <a:pt x="129" y="1"/>
                  </a:moveTo>
                  <a:cubicBezTo>
                    <a:pt x="66" y="1"/>
                    <a:pt x="0" y="59"/>
                    <a:pt x="30" y="136"/>
                  </a:cubicBezTo>
                  <a:cubicBezTo>
                    <a:pt x="46" y="179"/>
                    <a:pt x="81" y="197"/>
                    <a:pt x="117" y="197"/>
                  </a:cubicBezTo>
                  <a:cubicBezTo>
                    <a:pt x="180" y="197"/>
                    <a:pt x="247" y="139"/>
                    <a:pt x="216" y="62"/>
                  </a:cubicBezTo>
                  <a:cubicBezTo>
                    <a:pt x="199" y="19"/>
                    <a:pt x="165" y="1"/>
                    <a:pt x="1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03" name="Google Shape;1303;p12"/>
            <p:cNvSpPr/>
            <p:nvPr/>
          </p:nvSpPr>
          <p:spPr>
            <a:xfrm>
              <a:off x="8442360" y="4212000"/>
              <a:ext cx="63720" cy="33840"/>
            </a:xfrm>
            <a:custGeom>
              <a:rect b="b" l="l" r="r" t="t"/>
              <a:pathLst>
                <a:path extrusionOk="0" h="682" w="1273">
                  <a:moveTo>
                    <a:pt x="850" y="1"/>
                  </a:moveTo>
                  <a:cubicBezTo>
                    <a:pt x="687" y="1"/>
                    <a:pt x="523" y="31"/>
                    <a:pt x="371" y="92"/>
                  </a:cubicBezTo>
                  <a:cubicBezTo>
                    <a:pt x="219" y="151"/>
                    <a:pt x="1" y="275"/>
                    <a:pt x="85" y="470"/>
                  </a:cubicBezTo>
                  <a:cubicBezTo>
                    <a:pt x="154" y="639"/>
                    <a:pt x="406" y="681"/>
                    <a:pt x="566" y="681"/>
                  </a:cubicBezTo>
                  <a:cubicBezTo>
                    <a:pt x="779" y="680"/>
                    <a:pt x="1018" y="596"/>
                    <a:pt x="1147" y="421"/>
                  </a:cubicBezTo>
                  <a:cubicBezTo>
                    <a:pt x="1204" y="344"/>
                    <a:pt x="1141" y="253"/>
                    <a:pt x="1065" y="253"/>
                  </a:cubicBezTo>
                  <a:cubicBezTo>
                    <a:pt x="1045" y="253"/>
                    <a:pt x="1024" y="259"/>
                    <a:pt x="1004" y="273"/>
                  </a:cubicBezTo>
                  <a:cubicBezTo>
                    <a:pt x="892" y="350"/>
                    <a:pt x="793" y="422"/>
                    <a:pt x="657" y="443"/>
                  </a:cubicBezTo>
                  <a:cubicBezTo>
                    <a:pt x="650" y="444"/>
                    <a:pt x="631" y="445"/>
                    <a:pt x="604" y="445"/>
                  </a:cubicBezTo>
                  <a:cubicBezTo>
                    <a:pt x="506" y="445"/>
                    <a:pt x="314" y="435"/>
                    <a:pt x="325" y="391"/>
                  </a:cubicBezTo>
                  <a:cubicBezTo>
                    <a:pt x="341" y="324"/>
                    <a:pt x="623" y="259"/>
                    <a:pt x="683" y="248"/>
                  </a:cubicBezTo>
                  <a:cubicBezTo>
                    <a:pt x="764" y="231"/>
                    <a:pt x="845" y="225"/>
                    <a:pt x="926" y="225"/>
                  </a:cubicBezTo>
                  <a:cubicBezTo>
                    <a:pt x="990" y="225"/>
                    <a:pt x="1055" y="229"/>
                    <a:pt x="1119" y="235"/>
                  </a:cubicBezTo>
                  <a:cubicBezTo>
                    <a:pt x="1123" y="235"/>
                    <a:pt x="1128" y="236"/>
                    <a:pt x="1132" y="236"/>
                  </a:cubicBezTo>
                  <a:cubicBezTo>
                    <a:pt x="1251" y="236"/>
                    <a:pt x="1272" y="65"/>
                    <a:pt x="1150" y="36"/>
                  </a:cubicBezTo>
                  <a:cubicBezTo>
                    <a:pt x="1052" y="13"/>
                    <a:pt x="951" y="1"/>
                    <a:pt x="8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6900" lIns="91425" spcFirstLastPara="1" rIns="91425" wrap="square" tIns="16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04" name="Google Shape;1304;p12"/>
            <p:cNvSpPr/>
            <p:nvPr/>
          </p:nvSpPr>
          <p:spPr>
            <a:xfrm>
              <a:off x="8394840" y="4233240"/>
              <a:ext cx="20880" cy="15840"/>
            </a:xfrm>
            <a:custGeom>
              <a:rect b="b" l="l" r="r" t="t"/>
              <a:pathLst>
                <a:path extrusionOk="0" h="321" w="420">
                  <a:moveTo>
                    <a:pt x="264" y="1"/>
                  </a:moveTo>
                  <a:cubicBezTo>
                    <a:pt x="246" y="1"/>
                    <a:pt x="225" y="5"/>
                    <a:pt x="204" y="16"/>
                  </a:cubicBezTo>
                  <a:cubicBezTo>
                    <a:pt x="191" y="21"/>
                    <a:pt x="177" y="26"/>
                    <a:pt x="163" y="30"/>
                  </a:cubicBezTo>
                  <a:cubicBezTo>
                    <a:pt x="1" y="80"/>
                    <a:pt x="74" y="320"/>
                    <a:pt x="212" y="320"/>
                  </a:cubicBezTo>
                  <a:cubicBezTo>
                    <a:pt x="231" y="320"/>
                    <a:pt x="250" y="316"/>
                    <a:pt x="271" y="306"/>
                  </a:cubicBezTo>
                  <a:cubicBezTo>
                    <a:pt x="285" y="302"/>
                    <a:pt x="298" y="296"/>
                    <a:pt x="310" y="289"/>
                  </a:cubicBezTo>
                  <a:cubicBezTo>
                    <a:pt x="404" y="259"/>
                    <a:pt x="420" y="170"/>
                    <a:pt x="388" y="101"/>
                  </a:cubicBezTo>
                  <a:cubicBezTo>
                    <a:pt x="369" y="46"/>
                    <a:pt x="324" y="1"/>
                    <a:pt x="2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900" lIns="91425" spcFirstLastPara="1" rIns="91425" wrap="square" tIns="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05" name="Google Shape;1305;p12"/>
            <p:cNvSpPr/>
            <p:nvPr/>
          </p:nvSpPr>
          <p:spPr>
            <a:xfrm>
              <a:off x="8318160" y="4271400"/>
              <a:ext cx="13680" cy="10800"/>
            </a:xfrm>
            <a:custGeom>
              <a:rect b="b" l="l" r="r" t="t"/>
              <a:pathLst>
                <a:path extrusionOk="0" h="218" w="277">
                  <a:moveTo>
                    <a:pt x="145" y="0"/>
                  </a:moveTo>
                  <a:cubicBezTo>
                    <a:pt x="74" y="0"/>
                    <a:pt x="1" y="65"/>
                    <a:pt x="35" y="150"/>
                  </a:cubicBezTo>
                  <a:cubicBezTo>
                    <a:pt x="53" y="198"/>
                    <a:pt x="92" y="217"/>
                    <a:pt x="131" y="217"/>
                  </a:cubicBezTo>
                  <a:cubicBezTo>
                    <a:pt x="202" y="217"/>
                    <a:pt x="276" y="154"/>
                    <a:pt x="241" y="68"/>
                  </a:cubicBezTo>
                  <a:cubicBezTo>
                    <a:pt x="223" y="20"/>
                    <a:pt x="184" y="0"/>
                    <a:pt x="1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400" lIns="91425" spcFirstLastPara="1" rIns="91425" wrap="square" tIns="5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06" name="Google Shape;1306;p12"/>
            <p:cNvSpPr/>
            <p:nvPr/>
          </p:nvSpPr>
          <p:spPr>
            <a:xfrm>
              <a:off x="8240400" y="4282200"/>
              <a:ext cx="20880" cy="16560"/>
            </a:xfrm>
            <a:custGeom>
              <a:rect b="b" l="l" r="r" t="t"/>
              <a:pathLst>
                <a:path extrusionOk="0" h="335" w="420">
                  <a:moveTo>
                    <a:pt x="219" y="1"/>
                  </a:moveTo>
                  <a:cubicBezTo>
                    <a:pt x="111" y="1"/>
                    <a:pt x="0" y="98"/>
                    <a:pt x="52" y="229"/>
                  </a:cubicBezTo>
                  <a:cubicBezTo>
                    <a:pt x="81" y="303"/>
                    <a:pt x="141" y="334"/>
                    <a:pt x="202" y="334"/>
                  </a:cubicBezTo>
                  <a:cubicBezTo>
                    <a:pt x="309" y="334"/>
                    <a:pt x="420" y="237"/>
                    <a:pt x="369" y="106"/>
                  </a:cubicBezTo>
                  <a:cubicBezTo>
                    <a:pt x="340" y="32"/>
                    <a:pt x="280" y="1"/>
                    <a:pt x="2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8275" lIns="91425" spcFirstLastPara="1" rIns="91425" wrap="square" tIns="8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07" name="Google Shape;1307;p12"/>
            <p:cNvSpPr/>
            <p:nvPr/>
          </p:nvSpPr>
          <p:spPr>
            <a:xfrm>
              <a:off x="8155800" y="4226760"/>
              <a:ext cx="47880" cy="77400"/>
            </a:xfrm>
            <a:custGeom>
              <a:rect b="b" l="l" r="r" t="t"/>
              <a:pathLst>
                <a:path extrusionOk="0" h="1544" w="956">
                  <a:moveTo>
                    <a:pt x="262" y="0"/>
                  </a:moveTo>
                  <a:cubicBezTo>
                    <a:pt x="246" y="0"/>
                    <a:pt x="230" y="5"/>
                    <a:pt x="219" y="16"/>
                  </a:cubicBezTo>
                  <a:cubicBezTo>
                    <a:pt x="0" y="216"/>
                    <a:pt x="105" y="722"/>
                    <a:pt x="170" y="967"/>
                  </a:cubicBezTo>
                  <a:cubicBezTo>
                    <a:pt x="226" y="1174"/>
                    <a:pt x="360" y="1544"/>
                    <a:pt x="633" y="1544"/>
                  </a:cubicBezTo>
                  <a:cubicBezTo>
                    <a:pt x="644" y="1544"/>
                    <a:pt x="654" y="1543"/>
                    <a:pt x="665" y="1542"/>
                  </a:cubicBezTo>
                  <a:cubicBezTo>
                    <a:pt x="955" y="1512"/>
                    <a:pt x="937" y="1082"/>
                    <a:pt x="914" y="869"/>
                  </a:cubicBezTo>
                  <a:cubicBezTo>
                    <a:pt x="888" y="606"/>
                    <a:pt x="726" y="274"/>
                    <a:pt x="428" y="274"/>
                  </a:cubicBezTo>
                  <a:cubicBezTo>
                    <a:pt x="418" y="274"/>
                    <a:pt x="408" y="275"/>
                    <a:pt x="397" y="275"/>
                  </a:cubicBezTo>
                  <a:cubicBezTo>
                    <a:pt x="349" y="280"/>
                    <a:pt x="330" y="312"/>
                    <a:pt x="332" y="348"/>
                  </a:cubicBezTo>
                  <a:cubicBezTo>
                    <a:pt x="333" y="376"/>
                    <a:pt x="347" y="404"/>
                    <a:pt x="374" y="421"/>
                  </a:cubicBezTo>
                  <a:cubicBezTo>
                    <a:pt x="567" y="535"/>
                    <a:pt x="688" y="655"/>
                    <a:pt x="710" y="890"/>
                  </a:cubicBezTo>
                  <a:cubicBezTo>
                    <a:pt x="717" y="964"/>
                    <a:pt x="734" y="1111"/>
                    <a:pt x="700" y="1181"/>
                  </a:cubicBezTo>
                  <a:cubicBezTo>
                    <a:pt x="671" y="1242"/>
                    <a:pt x="633" y="1271"/>
                    <a:pt x="592" y="1271"/>
                  </a:cubicBezTo>
                  <a:cubicBezTo>
                    <a:pt x="545" y="1271"/>
                    <a:pt x="495" y="1232"/>
                    <a:pt x="454" y="1158"/>
                  </a:cubicBezTo>
                  <a:cubicBezTo>
                    <a:pt x="376" y="1019"/>
                    <a:pt x="340" y="842"/>
                    <a:pt x="316" y="688"/>
                  </a:cubicBezTo>
                  <a:cubicBezTo>
                    <a:pt x="304" y="610"/>
                    <a:pt x="296" y="532"/>
                    <a:pt x="292" y="454"/>
                  </a:cubicBezTo>
                  <a:lnTo>
                    <a:pt x="292" y="348"/>
                  </a:lnTo>
                  <a:lnTo>
                    <a:pt x="292" y="291"/>
                  </a:lnTo>
                  <a:cubicBezTo>
                    <a:pt x="306" y="253"/>
                    <a:pt x="306" y="217"/>
                    <a:pt x="295" y="183"/>
                  </a:cubicBezTo>
                  <a:lnTo>
                    <a:pt x="295" y="183"/>
                  </a:lnTo>
                  <a:cubicBezTo>
                    <a:pt x="301" y="186"/>
                    <a:pt x="309" y="187"/>
                    <a:pt x="316" y="187"/>
                  </a:cubicBezTo>
                  <a:cubicBezTo>
                    <a:pt x="332" y="187"/>
                    <a:pt x="349" y="180"/>
                    <a:pt x="359" y="162"/>
                  </a:cubicBezTo>
                  <a:cubicBezTo>
                    <a:pt x="394" y="104"/>
                    <a:pt x="373" y="54"/>
                    <a:pt x="316" y="17"/>
                  </a:cubicBezTo>
                  <a:cubicBezTo>
                    <a:pt x="301" y="7"/>
                    <a:pt x="281" y="0"/>
                    <a:pt x="2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8875" lIns="91425" spcFirstLastPara="1" rIns="91425" wrap="square" tIns="38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08" name="Google Shape;1308;p12"/>
            <p:cNvSpPr/>
            <p:nvPr/>
          </p:nvSpPr>
          <p:spPr>
            <a:xfrm>
              <a:off x="8385840" y="4142520"/>
              <a:ext cx="59400" cy="50040"/>
            </a:xfrm>
            <a:custGeom>
              <a:rect b="b" l="l" r="r" t="t"/>
              <a:pathLst>
                <a:path extrusionOk="0" h="1000" w="1189">
                  <a:moveTo>
                    <a:pt x="374" y="252"/>
                  </a:moveTo>
                  <a:cubicBezTo>
                    <a:pt x="470" y="252"/>
                    <a:pt x="612" y="320"/>
                    <a:pt x="674" y="356"/>
                  </a:cubicBezTo>
                  <a:cubicBezTo>
                    <a:pt x="820" y="444"/>
                    <a:pt x="936" y="577"/>
                    <a:pt x="1021" y="726"/>
                  </a:cubicBezTo>
                  <a:cubicBezTo>
                    <a:pt x="956" y="744"/>
                    <a:pt x="887" y="754"/>
                    <a:pt x="818" y="754"/>
                  </a:cubicBezTo>
                  <a:cubicBezTo>
                    <a:pt x="582" y="754"/>
                    <a:pt x="348" y="644"/>
                    <a:pt x="287" y="390"/>
                  </a:cubicBezTo>
                  <a:cubicBezTo>
                    <a:pt x="262" y="286"/>
                    <a:pt x="307" y="252"/>
                    <a:pt x="374" y="252"/>
                  </a:cubicBezTo>
                  <a:close/>
                  <a:moveTo>
                    <a:pt x="325" y="1"/>
                  </a:moveTo>
                  <a:cubicBezTo>
                    <a:pt x="174" y="1"/>
                    <a:pt x="45" y="69"/>
                    <a:pt x="30" y="267"/>
                  </a:cubicBezTo>
                  <a:cubicBezTo>
                    <a:pt x="0" y="651"/>
                    <a:pt x="403" y="1000"/>
                    <a:pt x="779" y="1000"/>
                  </a:cubicBezTo>
                  <a:cubicBezTo>
                    <a:pt x="901" y="1000"/>
                    <a:pt x="1021" y="963"/>
                    <a:pt x="1121" y="879"/>
                  </a:cubicBezTo>
                  <a:cubicBezTo>
                    <a:pt x="1158" y="848"/>
                    <a:pt x="1163" y="808"/>
                    <a:pt x="1148" y="776"/>
                  </a:cubicBezTo>
                  <a:cubicBezTo>
                    <a:pt x="1173" y="760"/>
                    <a:pt x="1188" y="728"/>
                    <a:pt x="1177" y="688"/>
                  </a:cubicBezTo>
                  <a:cubicBezTo>
                    <a:pt x="1095" y="414"/>
                    <a:pt x="891" y="193"/>
                    <a:pt x="633" y="74"/>
                  </a:cubicBezTo>
                  <a:cubicBezTo>
                    <a:pt x="539" y="32"/>
                    <a:pt x="427" y="1"/>
                    <a:pt x="3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5200" lIns="91425" spcFirstLastPara="1" rIns="91425" wrap="square" tIns="25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09" name="Google Shape;1309;p12"/>
            <p:cNvSpPr/>
            <p:nvPr/>
          </p:nvSpPr>
          <p:spPr>
            <a:xfrm>
              <a:off x="8476560" y="4156200"/>
              <a:ext cx="14040" cy="11160"/>
            </a:xfrm>
            <a:custGeom>
              <a:rect b="b" l="l" r="r" t="t"/>
              <a:pathLst>
                <a:path extrusionOk="0" h="226" w="286">
                  <a:moveTo>
                    <a:pt x="149" y="1"/>
                  </a:moveTo>
                  <a:cubicBezTo>
                    <a:pt x="76" y="1"/>
                    <a:pt x="0" y="66"/>
                    <a:pt x="36" y="154"/>
                  </a:cubicBezTo>
                  <a:cubicBezTo>
                    <a:pt x="55" y="204"/>
                    <a:pt x="96" y="225"/>
                    <a:pt x="137" y="225"/>
                  </a:cubicBezTo>
                  <a:cubicBezTo>
                    <a:pt x="210" y="225"/>
                    <a:pt x="285" y="159"/>
                    <a:pt x="250" y="70"/>
                  </a:cubicBezTo>
                  <a:cubicBezTo>
                    <a:pt x="230" y="21"/>
                    <a:pt x="190" y="1"/>
                    <a:pt x="1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750" lIns="91425" spcFirstLastPara="1" rIns="91425" wrap="square" tIns="5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10" name="Google Shape;1310;p12"/>
            <p:cNvSpPr/>
            <p:nvPr/>
          </p:nvSpPr>
          <p:spPr>
            <a:xfrm>
              <a:off x="8228160" y="4193280"/>
              <a:ext cx="78120" cy="55800"/>
            </a:xfrm>
            <a:custGeom>
              <a:rect b="b" l="l" r="r" t="t"/>
              <a:pathLst>
                <a:path extrusionOk="0" h="1116" w="1560">
                  <a:moveTo>
                    <a:pt x="721" y="1"/>
                  </a:moveTo>
                  <a:cubicBezTo>
                    <a:pt x="334" y="1"/>
                    <a:pt x="1" y="468"/>
                    <a:pt x="64" y="850"/>
                  </a:cubicBezTo>
                  <a:cubicBezTo>
                    <a:pt x="73" y="892"/>
                    <a:pt x="102" y="911"/>
                    <a:pt x="132" y="911"/>
                  </a:cubicBezTo>
                  <a:cubicBezTo>
                    <a:pt x="144" y="911"/>
                    <a:pt x="155" y="908"/>
                    <a:pt x="165" y="903"/>
                  </a:cubicBezTo>
                  <a:cubicBezTo>
                    <a:pt x="186" y="890"/>
                    <a:pt x="203" y="867"/>
                    <a:pt x="203" y="836"/>
                  </a:cubicBezTo>
                  <a:cubicBezTo>
                    <a:pt x="203" y="666"/>
                    <a:pt x="261" y="496"/>
                    <a:pt x="380" y="374"/>
                  </a:cubicBezTo>
                  <a:cubicBezTo>
                    <a:pt x="461" y="289"/>
                    <a:pt x="597" y="204"/>
                    <a:pt x="724" y="204"/>
                  </a:cubicBezTo>
                  <a:cubicBezTo>
                    <a:pt x="769" y="204"/>
                    <a:pt x="813" y="215"/>
                    <a:pt x="852" y="240"/>
                  </a:cubicBezTo>
                  <a:cubicBezTo>
                    <a:pt x="1068" y="374"/>
                    <a:pt x="788" y="625"/>
                    <a:pt x="664" y="723"/>
                  </a:cubicBezTo>
                  <a:cubicBezTo>
                    <a:pt x="525" y="829"/>
                    <a:pt x="369" y="873"/>
                    <a:pt x="210" y="935"/>
                  </a:cubicBezTo>
                  <a:cubicBezTo>
                    <a:pt x="203" y="938"/>
                    <a:pt x="198" y="943"/>
                    <a:pt x="190" y="945"/>
                  </a:cubicBezTo>
                  <a:cubicBezTo>
                    <a:pt x="118" y="993"/>
                    <a:pt x="154" y="1116"/>
                    <a:pt x="244" y="1116"/>
                  </a:cubicBezTo>
                  <a:cubicBezTo>
                    <a:pt x="247" y="1116"/>
                    <a:pt x="251" y="1116"/>
                    <a:pt x="254" y="1115"/>
                  </a:cubicBezTo>
                  <a:cubicBezTo>
                    <a:pt x="600" y="1087"/>
                    <a:pt x="1559" y="418"/>
                    <a:pt x="985" y="77"/>
                  </a:cubicBezTo>
                  <a:cubicBezTo>
                    <a:pt x="897" y="24"/>
                    <a:pt x="808" y="1"/>
                    <a:pt x="7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8075" lIns="91425" spcFirstLastPara="1" rIns="91425" wrap="square" tIns="280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11" name="Google Shape;1311;p12"/>
            <p:cNvSpPr/>
            <p:nvPr/>
          </p:nvSpPr>
          <p:spPr>
            <a:xfrm>
              <a:off x="8114760" y="4280760"/>
              <a:ext cx="19800" cy="12600"/>
            </a:xfrm>
            <a:custGeom>
              <a:rect b="b" l="l" r="r" t="t"/>
              <a:pathLst>
                <a:path extrusionOk="0" h="257" w="400">
                  <a:moveTo>
                    <a:pt x="235" y="1"/>
                  </a:moveTo>
                  <a:cubicBezTo>
                    <a:pt x="214" y="1"/>
                    <a:pt x="192" y="3"/>
                    <a:pt x="173" y="10"/>
                  </a:cubicBezTo>
                  <a:cubicBezTo>
                    <a:pt x="151" y="20"/>
                    <a:pt x="139" y="36"/>
                    <a:pt x="120" y="49"/>
                  </a:cubicBezTo>
                  <a:cubicBezTo>
                    <a:pt x="110" y="57"/>
                    <a:pt x="92" y="64"/>
                    <a:pt x="81" y="71"/>
                  </a:cubicBezTo>
                  <a:cubicBezTo>
                    <a:pt x="1" y="117"/>
                    <a:pt x="49" y="256"/>
                    <a:pt x="135" y="256"/>
                  </a:cubicBezTo>
                  <a:cubicBezTo>
                    <a:pt x="141" y="256"/>
                    <a:pt x="147" y="256"/>
                    <a:pt x="153" y="254"/>
                  </a:cubicBezTo>
                  <a:cubicBezTo>
                    <a:pt x="166" y="250"/>
                    <a:pt x="180" y="246"/>
                    <a:pt x="194" y="243"/>
                  </a:cubicBezTo>
                  <a:cubicBezTo>
                    <a:pt x="218" y="240"/>
                    <a:pt x="236" y="243"/>
                    <a:pt x="261" y="234"/>
                  </a:cubicBezTo>
                  <a:cubicBezTo>
                    <a:pt x="296" y="220"/>
                    <a:pt x="324" y="189"/>
                    <a:pt x="350" y="164"/>
                  </a:cubicBezTo>
                  <a:cubicBezTo>
                    <a:pt x="399" y="110"/>
                    <a:pt x="360" y="9"/>
                    <a:pt x="287" y="3"/>
                  </a:cubicBezTo>
                  <a:cubicBezTo>
                    <a:pt x="271" y="2"/>
                    <a:pt x="253" y="1"/>
                    <a:pt x="2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475" lIns="91425" spcFirstLastPara="1" rIns="91425" wrap="square" tIns="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12" name="Google Shape;1312;p12"/>
            <p:cNvSpPr/>
            <p:nvPr/>
          </p:nvSpPr>
          <p:spPr>
            <a:xfrm>
              <a:off x="8334720" y="4172040"/>
              <a:ext cx="23040" cy="18360"/>
            </a:xfrm>
            <a:custGeom>
              <a:rect b="b" l="l" r="r" t="t"/>
              <a:pathLst>
                <a:path extrusionOk="0" h="374" w="464">
                  <a:moveTo>
                    <a:pt x="261" y="1"/>
                  </a:moveTo>
                  <a:cubicBezTo>
                    <a:pt x="241" y="1"/>
                    <a:pt x="220" y="5"/>
                    <a:pt x="200" y="13"/>
                  </a:cubicBezTo>
                  <a:cubicBezTo>
                    <a:pt x="179" y="23"/>
                    <a:pt x="158" y="31"/>
                    <a:pt x="136" y="41"/>
                  </a:cubicBezTo>
                  <a:cubicBezTo>
                    <a:pt x="54" y="77"/>
                    <a:pt x="0" y="179"/>
                    <a:pt x="39" y="265"/>
                  </a:cubicBezTo>
                  <a:cubicBezTo>
                    <a:pt x="69" y="333"/>
                    <a:pt x="132" y="373"/>
                    <a:pt x="202" y="373"/>
                  </a:cubicBezTo>
                  <a:cubicBezTo>
                    <a:pt x="222" y="373"/>
                    <a:pt x="242" y="370"/>
                    <a:pt x="262" y="363"/>
                  </a:cubicBezTo>
                  <a:cubicBezTo>
                    <a:pt x="285" y="356"/>
                    <a:pt x="306" y="346"/>
                    <a:pt x="328" y="339"/>
                  </a:cubicBezTo>
                  <a:cubicBezTo>
                    <a:pt x="414" y="309"/>
                    <a:pt x="464" y="197"/>
                    <a:pt x="427" y="112"/>
                  </a:cubicBezTo>
                  <a:cubicBezTo>
                    <a:pt x="398" y="48"/>
                    <a:pt x="332" y="1"/>
                    <a:pt x="2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350" lIns="91425" spcFirstLastPara="1" rIns="91425" wrap="square" tIns="9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13" name="Google Shape;1313;p12"/>
            <p:cNvSpPr/>
            <p:nvPr/>
          </p:nvSpPr>
          <p:spPr>
            <a:xfrm>
              <a:off x="8108280" y="4236840"/>
              <a:ext cx="12960" cy="10440"/>
            </a:xfrm>
            <a:custGeom>
              <a:rect b="b" l="l" r="r" t="t"/>
              <a:pathLst>
                <a:path extrusionOk="0" h="211" w="267">
                  <a:moveTo>
                    <a:pt x="139" y="0"/>
                  </a:moveTo>
                  <a:cubicBezTo>
                    <a:pt x="71" y="0"/>
                    <a:pt x="1" y="61"/>
                    <a:pt x="33" y="144"/>
                  </a:cubicBezTo>
                  <a:cubicBezTo>
                    <a:pt x="51" y="190"/>
                    <a:pt x="89" y="210"/>
                    <a:pt x="127" y="210"/>
                  </a:cubicBezTo>
                  <a:cubicBezTo>
                    <a:pt x="196" y="210"/>
                    <a:pt x="267" y="148"/>
                    <a:pt x="233" y="66"/>
                  </a:cubicBezTo>
                  <a:cubicBezTo>
                    <a:pt x="215" y="20"/>
                    <a:pt x="177" y="0"/>
                    <a:pt x="1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400" lIns="91425" spcFirstLastPara="1" rIns="91425" wrap="square" tIns="5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14" name="Google Shape;1314;p12"/>
            <p:cNvSpPr/>
            <p:nvPr/>
          </p:nvSpPr>
          <p:spPr>
            <a:xfrm>
              <a:off x="8199000" y="4191120"/>
              <a:ext cx="17280" cy="16560"/>
            </a:xfrm>
            <a:custGeom>
              <a:rect b="b" l="l" r="r" t="t"/>
              <a:pathLst>
                <a:path extrusionOk="0" h="337" w="347">
                  <a:moveTo>
                    <a:pt x="164" y="1"/>
                  </a:moveTo>
                  <a:cubicBezTo>
                    <a:pt x="147" y="1"/>
                    <a:pt x="131" y="4"/>
                    <a:pt x="116" y="10"/>
                  </a:cubicBezTo>
                  <a:cubicBezTo>
                    <a:pt x="50" y="34"/>
                    <a:pt x="1" y="126"/>
                    <a:pt x="36" y="194"/>
                  </a:cubicBezTo>
                  <a:lnTo>
                    <a:pt x="67" y="256"/>
                  </a:lnTo>
                  <a:cubicBezTo>
                    <a:pt x="96" y="312"/>
                    <a:pt x="144" y="336"/>
                    <a:pt x="190" y="336"/>
                  </a:cubicBezTo>
                  <a:cubicBezTo>
                    <a:pt x="270" y="336"/>
                    <a:pt x="346" y="264"/>
                    <a:pt x="317" y="159"/>
                  </a:cubicBezTo>
                  <a:lnTo>
                    <a:pt x="300" y="91"/>
                  </a:lnTo>
                  <a:cubicBezTo>
                    <a:pt x="283" y="34"/>
                    <a:pt x="222" y="1"/>
                    <a:pt x="1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8275" lIns="91425" spcFirstLastPara="1" rIns="91425" wrap="square" tIns="8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15" name="Google Shape;1315;p12"/>
            <p:cNvSpPr/>
            <p:nvPr/>
          </p:nvSpPr>
          <p:spPr>
            <a:xfrm>
              <a:off x="8021160" y="4241520"/>
              <a:ext cx="28080" cy="17640"/>
            </a:xfrm>
            <a:custGeom>
              <a:rect b="b" l="l" r="r" t="t"/>
              <a:pathLst>
                <a:path extrusionOk="0" h="357" w="564">
                  <a:moveTo>
                    <a:pt x="346" y="0"/>
                  </a:moveTo>
                  <a:cubicBezTo>
                    <a:pt x="328" y="0"/>
                    <a:pt x="307" y="5"/>
                    <a:pt x="286" y="14"/>
                  </a:cubicBezTo>
                  <a:cubicBezTo>
                    <a:pt x="244" y="34"/>
                    <a:pt x="201" y="52"/>
                    <a:pt x="157" y="70"/>
                  </a:cubicBezTo>
                  <a:cubicBezTo>
                    <a:pt x="0" y="139"/>
                    <a:pt x="65" y="356"/>
                    <a:pt x="211" y="356"/>
                  </a:cubicBezTo>
                  <a:cubicBezTo>
                    <a:pt x="228" y="356"/>
                    <a:pt x="246" y="353"/>
                    <a:pt x="265" y="347"/>
                  </a:cubicBezTo>
                  <a:cubicBezTo>
                    <a:pt x="309" y="331"/>
                    <a:pt x="354" y="317"/>
                    <a:pt x="398" y="301"/>
                  </a:cubicBezTo>
                  <a:cubicBezTo>
                    <a:pt x="564" y="244"/>
                    <a:pt x="492" y="0"/>
                    <a:pt x="3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000" lIns="91425" spcFirstLastPara="1" rIns="91425" wrap="square" tIns="9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16" name="Google Shape;1316;p12"/>
            <p:cNvSpPr/>
            <p:nvPr/>
          </p:nvSpPr>
          <p:spPr>
            <a:xfrm>
              <a:off x="8138520" y="4183200"/>
              <a:ext cx="22320" cy="14400"/>
            </a:xfrm>
            <a:custGeom>
              <a:rect b="b" l="l" r="r" t="t"/>
              <a:pathLst>
                <a:path extrusionOk="0" h="294" w="447">
                  <a:moveTo>
                    <a:pt x="257" y="1"/>
                  </a:moveTo>
                  <a:cubicBezTo>
                    <a:pt x="240" y="1"/>
                    <a:pt x="223" y="4"/>
                    <a:pt x="205" y="12"/>
                  </a:cubicBezTo>
                  <a:lnTo>
                    <a:pt x="139" y="39"/>
                  </a:lnTo>
                  <a:cubicBezTo>
                    <a:pt x="0" y="97"/>
                    <a:pt x="58" y="293"/>
                    <a:pt x="187" y="293"/>
                  </a:cubicBezTo>
                  <a:cubicBezTo>
                    <a:pt x="203" y="293"/>
                    <a:pt x="220" y="290"/>
                    <a:pt x="237" y="284"/>
                  </a:cubicBezTo>
                  <a:lnTo>
                    <a:pt x="302" y="261"/>
                  </a:lnTo>
                  <a:cubicBezTo>
                    <a:pt x="447" y="210"/>
                    <a:pt x="384" y="1"/>
                    <a:pt x="2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200" lIns="91425" spcFirstLastPara="1" rIns="91425" wrap="square" tIns="7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17" name="Google Shape;1317;p12"/>
            <p:cNvSpPr/>
            <p:nvPr/>
          </p:nvSpPr>
          <p:spPr>
            <a:xfrm>
              <a:off x="8256960" y="4131000"/>
              <a:ext cx="20880" cy="14760"/>
            </a:xfrm>
            <a:custGeom>
              <a:rect b="b" l="l" r="r" t="t"/>
              <a:pathLst>
                <a:path extrusionOk="0" h="298" w="424">
                  <a:moveTo>
                    <a:pt x="180" y="1"/>
                  </a:moveTo>
                  <a:cubicBezTo>
                    <a:pt x="177" y="1"/>
                    <a:pt x="174" y="1"/>
                    <a:pt x="172" y="1"/>
                  </a:cubicBezTo>
                  <a:cubicBezTo>
                    <a:pt x="157" y="4"/>
                    <a:pt x="128" y="18"/>
                    <a:pt x="115" y="18"/>
                  </a:cubicBezTo>
                  <a:cubicBezTo>
                    <a:pt x="51" y="21"/>
                    <a:pt x="1" y="79"/>
                    <a:pt x="1" y="140"/>
                  </a:cubicBezTo>
                  <a:cubicBezTo>
                    <a:pt x="0" y="204"/>
                    <a:pt x="41" y="246"/>
                    <a:pt x="99" y="266"/>
                  </a:cubicBezTo>
                  <a:cubicBezTo>
                    <a:pt x="98" y="266"/>
                    <a:pt x="98" y="266"/>
                    <a:pt x="97" y="266"/>
                  </a:cubicBezTo>
                  <a:cubicBezTo>
                    <a:pt x="90" y="266"/>
                    <a:pt x="121" y="282"/>
                    <a:pt x="128" y="284"/>
                  </a:cubicBezTo>
                  <a:cubicBezTo>
                    <a:pt x="156" y="297"/>
                    <a:pt x="183" y="297"/>
                    <a:pt x="213" y="297"/>
                  </a:cubicBezTo>
                  <a:cubicBezTo>
                    <a:pt x="241" y="297"/>
                    <a:pt x="269" y="294"/>
                    <a:pt x="298" y="290"/>
                  </a:cubicBezTo>
                  <a:cubicBezTo>
                    <a:pt x="356" y="284"/>
                    <a:pt x="405" y="235"/>
                    <a:pt x="414" y="178"/>
                  </a:cubicBezTo>
                  <a:cubicBezTo>
                    <a:pt x="424" y="126"/>
                    <a:pt x="393" y="53"/>
                    <a:pt x="336" y="36"/>
                  </a:cubicBezTo>
                  <a:cubicBezTo>
                    <a:pt x="301" y="27"/>
                    <a:pt x="265" y="14"/>
                    <a:pt x="228" y="7"/>
                  </a:cubicBezTo>
                  <a:cubicBezTo>
                    <a:pt x="214" y="4"/>
                    <a:pt x="197" y="1"/>
                    <a:pt x="1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550" lIns="91425" spcFirstLastPara="1" rIns="91425" wrap="square" tIns="75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18" name="Google Shape;1318;p12"/>
            <p:cNvSpPr/>
            <p:nvPr/>
          </p:nvSpPr>
          <p:spPr>
            <a:xfrm>
              <a:off x="8323560" y="4113360"/>
              <a:ext cx="15120" cy="12240"/>
            </a:xfrm>
            <a:custGeom>
              <a:rect b="b" l="l" r="r" t="t"/>
              <a:pathLst>
                <a:path extrusionOk="0" h="247" w="308">
                  <a:moveTo>
                    <a:pt x="161" y="1"/>
                  </a:moveTo>
                  <a:cubicBezTo>
                    <a:pt x="82" y="1"/>
                    <a:pt x="0" y="73"/>
                    <a:pt x="37" y="171"/>
                  </a:cubicBezTo>
                  <a:cubicBezTo>
                    <a:pt x="58" y="224"/>
                    <a:pt x="102" y="247"/>
                    <a:pt x="146" y="247"/>
                  </a:cubicBezTo>
                  <a:cubicBezTo>
                    <a:pt x="225" y="247"/>
                    <a:pt x="308" y="175"/>
                    <a:pt x="270" y="79"/>
                  </a:cubicBezTo>
                  <a:cubicBezTo>
                    <a:pt x="249" y="24"/>
                    <a:pt x="206" y="1"/>
                    <a:pt x="1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100" lIns="91425" spcFirstLastPara="1" rIns="91425" wrap="square" tIns="6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19" name="Google Shape;1319;p12"/>
            <p:cNvSpPr/>
            <p:nvPr/>
          </p:nvSpPr>
          <p:spPr>
            <a:xfrm>
              <a:off x="7930080" y="4249080"/>
              <a:ext cx="16200" cy="15840"/>
            </a:xfrm>
            <a:custGeom>
              <a:rect b="b" l="l" r="r" t="t"/>
              <a:pathLst>
                <a:path extrusionOk="0" h="325" w="331">
                  <a:moveTo>
                    <a:pt x="173" y="0"/>
                  </a:moveTo>
                  <a:cubicBezTo>
                    <a:pt x="168" y="0"/>
                    <a:pt x="164" y="0"/>
                    <a:pt x="160" y="1"/>
                  </a:cubicBezTo>
                  <a:cubicBezTo>
                    <a:pt x="118" y="7"/>
                    <a:pt x="68" y="28"/>
                    <a:pt x="44" y="66"/>
                  </a:cubicBezTo>
                  <a:cubicBezTo>
                    <a:pt x="0" y="137"/>
                    <a:pt x="13" y="216"/>
                    <a:pt x="82" y="263"/>
                  </a:cubicBezTo>
                  <a:lnTo>
                    <a:pt x="91" y="272"/>
                  </a:lnTo>
                  <a:cubicBezTo>
                    <a:pt x="106" y="286"/>
                    <a:pt x="118" y="297"/>
                    <a:pt x="136" y="307"/>
                  </a:cubicBezTo>
                  <a:cubicBezTo>
                    <a:pt x="157" y="317"/>
                    <a:pt x="181" y="324"/>
                    <a:pt x="204" y="324"/>
                  </a:cubicBezTo>
                  <a:cubicBezTo>
                    <a:pt x="212" y="324"/>
                    <a:pt x="220" y="323"/>
                    <a:pt x="228" y="321"/>
                  </a:cubicBezTo>
                  <a:cubicBezTo>
                    <a:pt x="316" y="300"/>
                    <a:pt x="330" y="206"/>
                    <a:pt x="284" y="158"/>
                  </a:cubicBezTo>
                  <a:cubicBezTo>
                    <a:pt x="284" y="151"/>
                    <a:pt x="284" y="143"/>
                    <a:pt x="282" y="137"/>
                  </a:cubicBezTo>
                  <a:lnTo>
                    <a:pt x="282" y="136"/>
                  </a:lnTo>
                  <a:cubicBezTo>
                    <a:pt x="296" y="67"/>
                    <a:pt x="242" y="0"/>
                    <a:pt x="1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900" lIns="91425" spcFirstLastPara="1" rIns="91425" wrap="square" tIns="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20" name="Google Shape;1320;p12"/>
            <p:cNvSpPr/>
            <p:nvPr/>
          </p:nvSpPr>
          <p:spPr>
            <a:xfrm>
              <a:off x="8378640" y="4059000"/>
              <a:ext cx="13320" cy="10440"/>
            </a:xfrm>
            <a:custGeom>
              <a:rect b="b" l="l" r="r" t="t"/>
              <a:pathLst>
                <a:path extrusionOk="0" h="214" w="269">
                  <a:moveTo>
                    <a:pt x="141" y="1"/>
                  </a:moveTo>
                  <a:cubicBezTo>
                    <a:pt x="72" y="1"/>
                    <a:pt x="1" y="63"/>
                    <a:pt x="33" y="147"/>
                  </a:cubicBezTo>
                  <a:cubicBezTo>
                    <a:pt x="52" y="194"/>
                    <a:pt x="91" y="214"/>
                    <a:pt x="130" y="214"/>
                  </a:cubicBezTo>
                  <a:cubicBezTo>
                    <a:pt x="198" y="214"/>
                    <a:pt x="269" y="151"/>
                    <a:pt x="236" y="67"/>
                  </a:cubicBezTo>
                  <a:cubicBezTo>
                    <a:pt x="218" y="20"/>
                    <a:pt x="180" y="1"/>
                    <a:pt x="1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400" lIns="91425" spcFirstLastPara="1" rIns="91425" wrap="square" tIns="5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21" name="Google Shape;1321;p12"/>
            <p:cNvSpPr/>
            <p:nvPr/>
          </p:nvSpPr>
          <p:spPr>
            <a:xfrm>
              <a:off x="7914600" y="3849120"/>
              <a:ext cx="259920" cy="358560"/>
            </a:xfrm>
            <a:custGeom>
              <a:rect b="b" l="l" r="r" t="t"/>
              <a:pathLst>
                <a:path extrusionOk="0" h="7122" w="5166">
                  <a:moveTo>
                    <a:pt x="1859" y="305"/>
                  </a:moveTo>
                  <a:cubicBezTo>
                    <a:pt x="2891" y="305"/>
                    <a:pt x="3848" y="1104"/>
                    <a:pt x="4287" y="2127"/>
                  </a:cubicBezTo>
                  <a:cubicBezTo>
                    <a:pt x="4870" y="3482"/>
                    <a:pt x="4766" y="5374"/>
                    <a:pt x="3550" y="6366"/>
                  </a:cubicBezTo>
                  <a:cubicBezTo>
                    <a:pt x="3192" y="6657"/>
                    <a:pt x="2728" y="6823"/>
                    <a:pt x="2265" y="6823"/>
                  </a:cubicBezTo>
                  <a:cubicBezTo>
                    <a:pt x="2037" y="6823"/>
                    <a:pt x="1809" y="6783"/>
                    <a:pt x="1595" y="6697"/>
                  </a:cubicBezTo>
                  <a:cubicBezTo>
                    <a:pt x="781" y="6373"/>
                    <a:pt x="529" y="5495"/>
                    <a:pt x="627" y="4688"/>
                  </a:cubicBezTo>
                  <a:cubicBezTo>
                    <a:pt x="702" y="4090"/>
                    <a:pt x="1014" y="3561"/>
                    <a:pt x="873" y="2946"/>
                  </a:cubicBezTo>
                  <a:cubicBezTo>
                    <a:pt x="726" y="2307"/>
                    <a:pt x="0" y="1306"/>
                    <a:pt x="751" y="778"/>
                  </a:cubicBezTo>
                  <a:cubicBezTo>
                    <a:pt x="820" y="731"/>
                    <a:pt x="822" y="662"/>
                    <a:pt x="794" y="608"/>
                  </a:cubicBezTo>
                  <a:cubicBezTo>
                    <a:pt x="1146" y="398"/>
                    <a:pt x="1507" y="305"/>
                    <a:pt x="1859" y="305"/>
                  </a:cubicBezTo>
                  <a:close/>
                  <a:moveTo>
                    <a:pt x="1886" y="0"/>
                  </a:moveTo>
                  <a:cubicBezTo>
                    <a:pt x="1390" y="0"/>
                    <a:pt x="903" y="176"/>
                    <a:pt x="502" y="591"/>
                  </a:cubicBezTo>
                  <a:cubicBezTo>
                    <a:pt x="491" y="601"/>
                    <a:pt x="486" y="612"/>
                    <a:pt x="482" y="622"/>
                  </a:cubicBezTo>
                  <a:cubicBezTo>
                    <a:pt x="127" y="920"/>
                    <a:pt x="73" y="1406"/>
                    <a:pt x="175" y="1855"/>
                  </a:cubicBezTo>
                  <a:cubicBezTo>
                    <a:pt x="247" y="2184"/>
                    <a:pt x="416" y="2478"/>
                    <a:pt x="518" y="2796"/>
                  </a:cubicBezTo>
                  <a:cubicBezTo>
                    <a:pt x="702" y="3364"/>
                    <a:pt x="518" y="3764"/>
                    <a:pt x="394" y="4306"/>
                  </a:cubicBezTo>
                  <a:cubicBezTo>
                    <a:pt x="119" y="5514"/>
                    <a:pt x="573" y="6870"/>
                    <a:pt x="1918" y="7091"/>
                  </a:cubicBezTo>
                  <a:cubicBezTo>
                    <a:pt x="2044" y="7112"/>
                    <a:pt x="2167" y="7122"/>
                    <a:pt x="2288" y="7122"/>
                  </a:cubicBezTo>
                  <a:cubicBezTo>
                    <a:pt x="3422" y="7122"/>
                    <a:pt x="4331" y="6247"/>
                    <a:pt x="4702" y="5189"/>
                  </a:cubicBezTo>
                  <a:cubicBezTo>
                    <a:pt x="5166" y="3863"/>
                    <a:pt x="4926" y="2266"/>
                    <a:pt x="4068" y="1152"/>
                  </a:cubicBezTo>
                  <a:cubicBezTo>
                    <a:pt x="3552" y="481"/>
                    <a:pt x="2707" y="0"/>
                    <a:pt x="18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22" name="Google Shape;1322;p12"/>
            <p:cNvSpPr/>
            <p:nvPr/>
          </p:nvSpPr>
          <p:spPr>
            <a:xfrm>
              <a:off x="8291160" y="4071600"/>
              <a:ext cx="18000" cy="14400"/>
            </a:xfrm>
            <a:custGeom>
              <a:rect b="b" l="l" r="r" t="t"/>
              <a:pathLst>
                <a:path extrusionOk="0" h="291" w="366">
                  <a:moveTo>
                    <a:pt x="192" y="1"/>
                  </a:moveTo>
                  <a:cubicBezTo>
                    <a:pt x="98" y="1"/>
                    <a:pt x="0" y="86"/>
                    <a:pt x="45" y="200"/>
                  </a:cubicBezTo>
                  <a:cubicBezTo>
                    <a:pt x="70" y="263"/>
                    <a:pt x="121" y="290"/>
                    <a:pt x="174" y="290"/>
                  </a:cubicBezTo>
                  <a:cubicBezTo>
                    <a:pt x="268" y="290"/>
                    <a:pt x="366" y="205"/>
                    <a:pt x="321" y="91"/>
                  </a:cubicBezTo>
                  <a:cubicBezTo>
                    <a:pt x="296" y="27"/>
                    <a:pt x="245" y="1"/>
                    <a:pt x="1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200" lIns="91425" spcFirstLastPara="1" rIns="91425" wrap="square" tIns="7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23" name="Google Shape;1323;p12"/>
            <p:cNvSpPr/>
            <p:nvPr/>
          </p:nvSpPr>
          <p:spPr>
            <a:xfrm>
              <a:off x="8192160" y="4094280"/>
              <a:ext cx="13320" cy="10440"/>
            </a:xfrm>
            <a:custGeom>
              <a:rect b="b" l="l" r="r" t="t"/>
              <a:pathLst>
                <a:path extrusionOk="0" h="213" w="269">
                  <a:moveTo>
                    <a:pt x="140" y="1"/>
                  </a:moveTo>
                  <a:cubicBezTo>
                    <a:pt x="71" y="1"/>
                    <a:pt x="0" y="63"/>
                    <a:pt x="33" y="147"/>
                  </a:cubicBezTo>
                  <a:cubicBezTo>
                    <a:pt x="52" y="193"/>
                    <a:pt x="89" y="213"/>
                    <a:pt x="128" y="213"/>
                  </a:cubicBezTo>
                  <a:cubicBezTo>
                    <a:pt x="197" y="213"/>
                    <a:pt x="268" y="151"/>
                    <a:pt x="235" y="68"/>
                  </a:cubicBezTo>
                  <a:cubicBezTo>
                    <a:pt x="217" y="21"/>
                    <a:pt x="179" y="1"/>
                    <a:pt x="1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400" lIns="91425" spcFirstLastPara="1" rIns="91425" wrap="square" tIns="5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24" name="Google Shape;1324;p12"/>
            <p:cNvSpPr/>
            <p:nvPr/>
          </p:nvSpPr>
          <p:spPr>
            <a:xfrm>
              <a:off x="7870680" y="4217400"/>
              <a:ext cx="11520" cy="9000"/>
            </a:xfrm>
            <a:custGeom>
              <a:rect b="b" l="l" r="r" t="t"/>
              <a:pathLst>
                <a:path extrusionOk="0" h="189" w="238">
                  <a:moveTo>
                    <a:pt x="124" y="0"/>
                  </a:moveTo>
                  <a:cubicBezTo>
                    <a:pt x="64" y="0"/>
                    <a:pt x="0" y="55"/>
                    <a:pt x="29" y="130"/>
                  </a:cubicBezTo>
                  <a:cubicBezTo>
                    <a:pt x="45" y="171"/>
                    <a:pt x="79" y="189"/>
                    <a:pt x="114" y="189"/>
                  </a:cubicBezTo>
                  <a:cubicBezTo>
                    <a:pt x="175" y="189"/>
                    <a:pt x="238" y="134"/>
                    <a:pt x="208" y="59"/>
                  </a:cubicBezTo>
                  <a:cubicBezTo>
                    <a:pt x="192" y="18"/>
                    <a:pt x="159" y="0"/>
                    <a:pt x="1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25" name="Google Shape;1325;p12"/>
            <p:cNvSpPr/>
            <p:nvPr/>
          </p:nvSpPr>
          <p:spPr>
            <a:xfrm>
              <a:off x="7958520" y="3880800"/>
              <a:ext cx="176400" cy="276840"/>
            </a:xfrm>
            <a:custGeom>
              <a:rect b="b" l="l" r="r" t="t"/>
              <a:pathLst>
                <a:path extrusionOk="0" h="5500" w="3510">
                  <a:moveTo>
                    <a:pt x="978" y="3556"/>
                  </a:moveTo>
                  <a:cubicBezTo>
                    <a:pt x="970" y="3609"/>
                    <a:pt x="964" y="3660"/>
                    <a:pt x="957" y="3713"/>
                  </a:cubicBezTo>
                  <a:cubicBezTo>
                    <a:pt x="830" y="3923"/>
                    <a:pt x="726" y="4144"/>
                    <a:pt x="672" y="4385"/>
                  </a:cubicBezTo>
                  <a:cubicBezTo>
                    <a:pt x="695" y="4243"/>
                    <a:pt x="745" y="4101"/>
                    <a:pt x="796" y="3974"/>
                  </a:cubicBezTo>
                  <a:cubicBezTo>
                    <a:pt x="852" y="3832"/>
                    <a:pt x="917" y="3696"/>
                    <a:pt x="978" y="3556"/>
                  </a:cubicBezTo>
                  <a:close/>
                  <a:moveTo>
                    <a:pt x="1157" y="0"/>
                  </a:moveTo>
                  <a:cubicBezTo>
                    <a:pt x="626" y="0"/>
                    <a:pt x="163" y="333"/>
                    <a:pt x="22" y="852"/>
                  </a:cubicBezTo>
                  <a:cubicBezTo>
                    <a:pt x="1" y="934"/>
                    <a:pt x="59" y="992"/>
                    <a:pt x="129" y="1012"/>
                  </a:cubicBezTo>
                  <a:cubicBezTo>
                    <a:pt x="128" y="1213"/>
                    <a:pt x="172" y="1424"/>
                    <a:pt x="250" y="1620"/>
                  </a:cubicBezTo>
                  <a:cubicBezTo>
                    <a:pt x="419" y="2039"/>
                    <a:pt x="750" y="2418"/>
                    <a:pt x="718" y="2895"/>
                  </a:cubicBezTo>
                  <a:cubicBezTo>
                    <a:pt x="689" y="3319"/>
                    <a:pt x="411" y="3683"/>
                    <a:pt x="294" y="4081"/>
                  </a:cubicBezTo>
                  <a:cubicBezTo>
                    <a:pt x="15" y="5021"/>
                    <a:pt x="597" y="5500"/>
                    <a:pt x="1289" y="5500"/>
                  </a:cubicBezTo>
                  <a:cubicBezTo>
                    <a:pt x="1666" y="5500"/>
                    <a:pt x="2075" y="5358"/>
                    <a:pt x="2395" y="5071"/>
                  </a:cubicBezTo>
                  <a:cubicBezTo>
                    <a:pt x="3446" y="4130"/>
                    <a:pt x="3509" y="2436"/>
                    <a:pt x="2863" y="1253"/>
                  </a:cubicBezTo>
                  <a:cubicBezTo>
                    <a:pt x="2540" y="663"/>
                    <a:pt x="1984" y="71"/>
                    <a:pt x="1276" y="6"/>
                  </a:cubicBezTo>
                  <a:cubicBezTo>
                    <a:pt x="1236" y="2"/>
                    <a:pt x="1196" y="0"/>
                    <a:pt x="11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26" name="Google Shape;1326;p12"/>
            <p:cNvSpPr/>
            <p:nvPr/>
          </p:nvSpPr>
          <p:spPr>
            <a:xfrm>
              <a:off x="7753680" y="4228200"/>
              <a:ext cx="13320" cy="10440"/>
            </a:xfrm>
            <a:custGeom>
              <a:rect b="b" l="l" r="r" t="t"/>
              <a:pathLst>
                <a:path extrusionOk="0" h="212" w="269">
                  <a:moveTo>
                    <a:pt x="141" y="0"/>
                  </a:moveTo>
                  <a:cubicBezTo>
                    <a:pt x="72" y="0"/>
                    <a:pt x="0" y="62"/>
                    <a:pt x="33" y="146"/>
                  </a:cubicBezTo>
                  <a:cubicBezTo>
                    <a:pt x="52" y="192"/>
                    <a:pt x="90" y="212"/>
                    <a:pt x="129" y="212"/>
                  </a:cubicBezTo>
                  <a:cubicBezTo>
                    <a:pt x="198" y="212"/>
                    <a:pt x="268" y="150"/>
                    <a:pt x="236" y="66"/>
                  </a:cubicBezTo>
                  <a:cubicBezTo>
                    <a:pt x="217" y="20"/>
                    <a:pt x="179" y="0"/>
                    <a:pt x="1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400" lIns="91425" spcFirstLastPara="1" rIns="91425" wrap="square" tIns="5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27" name="Google Shape;1327;p12"/>
            <p:cNvSpPr/>
            <p:nvPr/>
          </p:nvSpPr>
          <p:spPr>
            <a:xfrm>
              <a:off x="7905600" y="4170240"/>
              <a:ext cx="10800" cy="8280"/>
            </a:xfrm>
            <a:custGeom>
              <a:rect b="b" l="l" r="r" t="t"/>
              <a:pathLst>
                <a:path extrusionOk="0" h="174" w="219">
                  <a:moveTo>
                    <a:pt x="115" y="1"/>
                  </a:moveTo>
                  <a:cubicBezTo>
                    <a:pt x="59" y="1"/>
                    <a:pt x="1" y="52"/>
                    <a:pt x="28" y="119"/>
                  </a:cubicBezTo>
                  <a:cubicBezTo>
                    <a:pt x="43" y="157"/>
                    <a:pt x="74" y="173"/>
                    <a:pt x="105" y="173"/>
                  </a:cubicBezTo>
                  <a:cubicBezTo>
                    <a:pt x="161" y="173"/>
                    <a:pt x="219" y="123"/>
                    <a:pt x="192" y="55"/>
                  </a:cubicBezTo>
                  <a:cubicBezTo>
                    <a:pt x="178" y="17"/>
                    <a:pt x="147" y="1"/>
                    <a:pt x="1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300" lIns="91425" spcFirstLastPara="1" rIns="91425" wrap="square" tIns="4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28" name="Google Shape;1328;p12"/>
            <p:cNvSpPr/>
            <p:nvPr/>
          </p:nvSpPr>
          <p:spPr>
            <a:xfrm>
              <a:off x="8228880" y="3987000"/>
              <a:ext cx="65160" cy="48600"/>
            </a:xfrm>
            <a:custGeom>
              <a:rect b="b" l="l" r="r" t="t"/>
              <a:pathLst>
                <a:path extrusionOk="0" h="970" w="1304">
                  <a:moveTo>
                    <a:pt x="954" y="349"/>
                  </a:moveTo>
                  <a:lnTo>
                    <a:pt x="954" y="349"/>
                  </a:lnTo>
                  <a:cubicBezTo>
                    <a:pt x="950" y="367"/>
                    <a:pt x="943" y="388"/>
                    <a:pt x="936" y="408"/>
                  </a:cubicBezTo>
                  <a:cubicBezTo>
                    <a:pt x="885" y="534"/>
                    <a:pt x="786" y="636"/>
                    <a:pt x="664" y="690"/>
                  </a:cubicBezTo>
                  <a:cubicBezTo>
                    <a:pt x="625" y="707"/>
                    <a:pt x="577" y="716"/>
                    <a:pt x="529" y="716"/>
                  </a:cubicBezTo>
                  <a:cubicBezTo>
                    <a:pt x="386" y="716"/>
                    <a:pt x="247" y="637"/>
                    <a:pt x="375" y="479"/>
                  </a:cubicBezTo>
                  <a:cubicBezTo>
                    <a:pt x="456" y="378"/>
                    <a:pt x="587" y="362"/>
                    <a:pt x="717" y="362"/>
                  </a:cubicBezTo>
                  <a:cubicBezTo>
                    <a:pt x="780" y="362"/>
                    <a:pt x="844" y="366"/>
                    <a:pt x="901" y="366"/>
                  </a:cubicBezTo>
                  <a:cubicBezTo>
                    <a:pt x="902" y="366"/>
                    <a:pt x="904" y="366"/>
                    <a:pt x="906" y="366"/>
                  </a:cubicBezTo>
                  <a:cubicBezTo>
                    <a:pt x="926" y="366"/>
                    <a:pt x="943" y="358"/>
                    <a:pt x="954" y="349"/>
                  </a:cubicBezTo>
                  <a:close/>
                  <a:moveTo>
                    <a:pt x="1067" y="0"/>
                  </a:moveTo>
                  <a:cubicBezTo>
                    <a:pt x="1025" y="0"/>
                    <a:pt x="985" y="26"/>
                    <a:pt x="974" y="76"/>
                  </a:cubicBezTo>
                  <a:cubicBezTo>
                    <a:pt x="964" y="129"/>
                    <a:pt x="964" y="178"/>
                    <a:pt x="964" y="229"/>
                  </a:cubicBezTo>
                  <a:cubicBezTo>
                    <a:pt x="950" y="208"/>
                    <a:pt x="933" y="190"/>
                    <a:pt x="906" y="186"/>
                  </a:cubicBezTo>
                  <a:cubicBezTo>
                    <a:pt x="820" y="166"/>
                    <a:pt x="726" y="153"/>
                    <a:pt x="634" y="153"/>
                  </a:cubicBezTo>
                  <a:cubicBezTo>
                    <a:pt x="432" y="153"/>
                    <a:pt x="236" y="215"/>
                    <a:pt x="134" y="408"/>
                  </a:cubicBezTo>
                  <a:cubicBezTo>
                    <a:pt x="1" y="656"/>
                    <a:pt x="141" y="911"/>
                    <a:pt x="410" y="961"/>
                  </a:cubicBezTo>
                  <a:cubicBezTo>
                    <a:pt x="444" y="967"/>
                    <a:pt x="478" y="970"/>
                    <a:pt x="512" y="970"/>
                  </a:cubicBezTo>
                  <a:cubicBezTo>
                    <a:pt x="719" y="970"/>
                    <a:pt x="919" y="858"/>
                    <a:pt x="1048" y="697"/>
                  </a:cubicBezTo>
                  <a:cubicBezTo>
                    <a:pt x="1176" y="537"/>
                    <a:pt x="1303" y="211"/>
                    <a:pt x="1142" y="34"/>
                  </a:cubicBezTo>
                  <a:cubicBezTo>
                    <a:pt x="1121" y="11"/>
                    <a:pt x="1094" y="0"/>
                    <a:pt x="10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4475" lIns="91425" spcFirstLastPara="1" rIns="91425" wrap="square" tIns="24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29" name="Google Shape;1329;p12"/>
            <p:cNvSpPr/>
            <p:nvPr/>
          </p:nvSpPr>
          <p:spPr>
            <a:xfrm>
              <a:off x="7792560" y="4175640"/>
              <a:ext cx="19080" cy="19080"/>
            </a:xfrm>
            <a:custGeom>
              <a:rect b="b" l="l" r="r" t="t"/>
              <a:pathLst>
                <a:path extrusionOk="0" h="387" w="389">
                  <a:moveTo>
                    <a:pt x="169" y="1"/>
                  </a:moveTo>
                  <a:cubicBezTo>
                    <a:pt x="151" y="1"/>
                    <a:pt x="132" y="5"/>
                    <a:pt x="114" y="13"/>
                  </a:cubicBezTo>
                  <a:cubicBezTo>
                    <a:pt x="30" y="49"/>
                    <a:pt x="0" y="129"/>
                    <a:pt x="24" y="214"/>
                  </a:cubicBezTo>
                  <a:lnTo>
                    <a:pt x="47" y="282"/>
                  </a:lnTo>
                  <a:cubicBezTo>
                    <a:pt x="65" y="346"/>
                    <a:pt x="133" y="386"/>
                    <a:pt x="198" y="386"/>
                  </a:cubicBezTo>
                  <a:cubicBezTo>
                    <a:pt x="218" y="386"/>
                    <a:pt x="237" y="382"/>
                    <a:pt x="255" y="374"/>
                  </a:cubicBezTo>
                  <a:cubicBezTo>
                    <a:pt x="332" y="340"/>
                    <a:pt x="388" y="247"/>
                    <a:pt x="347" y="165"/>
                  </a:cubicBezTo>
                  <a:lnTo>
                    <a:pt x="318" y="101"/>
                  </a:lnTo>
                  <a:cubicBezTo>
                    <a:pt x="290" y="44"/>
                    <a:pt x="232" y="1"/>
                    <a:pt x="1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30" name="Google Shape;1330;p12"/>
            <p:cNvSpPr/>
            <p:nvPr/>
          </p:nvSpPr>
          <p:spPr>
            <a:xfrm>
              <a:off x="7813080" y="4109040"/>
              <a:ext cx="68400" cy="48240"/>
            </a:xfrm>
            <a:custGeom>
              <a:rect b="b" l="l" r="r" t="t"/>
              <a:pathLst>
                <a:path extrusionOk="0" h="965" w="1363">
                  <a:moveTo>
                    <a:pt x="511" y="241"/>
                  </a:moveTo>
                  <a:cubicBezTo>
                    <a:pt x="521" y="241"/>
                    <a:pt x="532" y="241"/>
                    <a:pt x="542" y="242"/>
                  </a:cubicBezTo>
                  <a:cubicBezTo>
                    <a:pt x="723" y="252"/>
                    <a:pt x="1024" y="323"/>
                    <a:pt x="1090" y="520"/>
                  </a:cubicBezTo>
                  <a:cubicBezTo>
                    <a:pt x="1126" y="626"/>
                    <a:pt x="1077" y="713"/>
                    <a:pt x="986" y="713"/>
                  </a:cubicBezTo>
                  <a:cubicBezTo>
                    <a:pt x="965" y="713"/>
                    <a:pt x="941" y="708"/>
                    <a:pt x="915" y="697"/>
                  </a:cubicBezTo>
                  <a:cubicBezTo>
                    <a:pt x="828" y="660"/>
                    <a:pt x="752" y="589"/>
                    <a:pt x="677" y="532"/>
                  </a:cubicBezTo>
                  <a:cubicBezTo>
                    <a:pt x="556" y="440"/>
                    <a:pt x="436" y="350"/>
                    <a:pt x="314" y="262"/>
                  </a:cubicBezTo>
                  <a:cubicBezTo>
                    <a:pt x="380" y="252"/>
                    <a:pt x="444" y="241"/>
                    <a:pt x="511" y="241"/>
                  </a:cubicBezTo>
                  <a:close/>
                  <a:moveTo>
                    <a:pt x="498" y="1"/>
                  </a:moveTo>
                  <a:cubicBezTo>
                    <a:pt x="327" y="1"/>
                    <a:pt x="169" y="45"/>
                    <a:pt x="64" y="141"/>
                  </a:cubicBezTo>
                  <a:cubicBezTo>
                    <a:pt x="21" y="167"/>
                    <a:pt x="1" y="233"/>
                    <a:pt x="52" y="279"/>
                  </a:cubicBezTo>
                  <a:cubicBezTo>
                    <a:pt x="202" y="418"/>
                    <a:pt x="361" y="547"/>
                    <a:pt x="517" y="680"/>
                  </a:cubicBezTo>
                  <a:cubicBezTo>
                    <a:pt x="624" y="772"/>
                    <a:pt x="732" y="880"/>
                    <a:pt x="864" y="935"/>
                  </a:cubicBezTo>
                  <a:cubicBezTo>
                    <a:pt x="912" y="955"/>
                    <a:pt x="961" y="965"/>
                    <a:pt x="1007" y="965"/>
                  </a:cubicBezTo>
                  <a:cubicBezTo>
                    <a:pt x="1192" y="965"/>
                    <a:pt x="1344" y="816"/>
                    <a:pt x="1351" y="609"/>
                  </a:cubicBezTo>
                  <a:cubicBezTo>
                    <a:pt x="1362" y="241"/>
                    <a:pt x="897" y="1"/>
                    <a:pt x="4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4100" lIns="91425" spcFirstLastPara="1" rIns="91425" wrap="square" tIns="24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31" name="Google Shape;1331;p12"/>
            <p:cNvSpPr/>
            <p:nvPr/>
          </p:nvSpPr>
          <p:spPr>
            <a:xfrm>
              <a:off x="7828920" y="4121280"/>
              <a:ext cx="40320" cy="23400"/>
            </a:xfrm>
            <a:custGeom>
              <a:rect b="b" l="l" r="r" t="t"/>
              <a:pathLst>
                <a:path extrusionOk="0" h="472" w="810">
                  <a:moveTo>
                    <a:pt x="198" y="0"/>
                  </a:moveTo>
                  <a:cubicBezTo>
                    <a:pt x="130" y="0"/>
                    <a:pt x="66" y="11"/>
                    <a:pt x="0" y="19"/>
                  </a:cubicBezTo>
                  <a:cubicBezTo>
                    <a:pt x="124" y="109"/>
                    <a:pt x="244" y="201"/>
                    <a:pt x="363" y="291"/>
                  </a:cubicBezTo>
                  <a:cubicBezTo>
                    <a:pt x="438" y="348"/>
                    <a:pt x="515" y="419"/>
                    <a:pt x="600" y="456"/>
                  </a:cubicBezTo>
                  <a:cubicBezTo>
                    <a:pt x="625" y="467"/>
                    <a:pt x="649" y="472"/>
                    <a:pt x="671" y="472"/>
                  </a:cubicBezTo>
                  <a:cubicBezTo>
                    <a:pt x="760" y="472"/>
                    <a:pt x="810" y="385"/>
                    <a:pt x="775" y="279"/>
                  </a:cubicBezTo>
                  <a:cubicBezTo>
                    <a:pt x="709" y="82"/>
                    <a:pt x="408" y="11"/>
                    <a:pt x="230" y="1"/>
                  </a:cubicBezTo>
                  <a:cubicBezTo>
                    <a:pt x="219" y="0"/>
                    <a:pt x="208" y="0"/>
                    <a:pt x="19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1875" lIns="91425" spcFirstLastPara="1" rIns="91425" wrap="square" tIns="11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32" name="Google Shape;1332;p12"/>
            <p:cNvSpPr/>
            <p:nvPr/>
          </p:nvSpPr>
          <p:spPr>
            <a:xfrm>
              <a:off x="7676640" y="4140720"/>
              <a:ext cx="41040" cy="60840"/>
            </a:xfrm>
            <a:custGeom>
              <a:rect b="b" l="l" r="r" t="t"/>
              <a:pathLst>
                <a:path extrusionOk="0" h="1213" w="820">
                  <a:moveTo>
                    <a:pt x="355" y="267"/>
                  </a:moveTo>
                  <a:cubicBezTo>
                    <a:pt x="369" y="282"/>
                    <a:pt x="385" y="294"/>
                    <a:pt x="410" y="297"/>
                  </a:cubicBezTo>
                  <a:cubicBezTo>
                    <a:pt x="624" y="323"/>
                    <a:pt x="629" y="553"/>
                    <a:pt x="579" y="713"/>
                  </a:cubicBezTo>
                  <a:cubicBezTo>
                    <a:pt x="552" y="801"/>
                    <a:pt x="482" y="993"/>
                    <a:pt x="391" y="993"/>
                  </a:cubicBezTo>
                  <a:cubicBezTo>
                    <a:pt x="366" y="993"/>
                    <a:pt x="339" y="978"/>
                    <a:pt x="311" y="941"/>
                  </a:cubicBezTo>
                  <a:cubicBezTo>
                    <a:pt x="169" y="756"/>
                    <a:pt x="253" y="474"/>
                    <a:pt x="355" y="267"/>
                  </a:cubicBezTo>
                  <a:close/>
                  <a:moveTo>
                    <a:pt x="357" y="1"/>
                  </a:moveTo>
                  <a:cubicBezTo>
                    <a:pt x="335" y="1"/>
                    <a:pt x="313" y="10"/>
                    <a:pt x="294" y="33"/>
                  </a:cubicBezTo>
                  <a:cubicBezTo>
                    <a:pt x="120" y="244"/>
                    <a:pt x="1" y="552"/>
                    <a:pt x="48" y="829"/>
                  </a:cubicBezTo>
                  <a:cubicBezTo>
                    <a:pt x="74" y="994"/>
                    <a:pt x="209" y="1213"/>
                    <a:pt x="397" y="1213"/>
                  </a:cubicBezTo>
                  <a:cubicBezTo>
                    <a:pt x="407" y="1213"/>
                    <a:pt x="418" y="1212"/>
                    <a:pt x="429" y="1211"/>
                  </a:cubicBezTo>
                  <a:cubicBezTo>
                    <a:pt x="653" y="1181"/>
                    <a:pt x="756" y="828"/>
                    <a:pt x="784" y="641"/>
                  </a:cubicBezTo>
                  <a:cubicBezTo>
                    <a:pt x="820" y="401"/>
                    <a:pt x="694" y="148"/>
                    <a:pt x="439" y="112"/>
                  </a:cubicBezTo>
                  <a:cubicBezTo>
                    <a:pt x="444" y="92"/>
                    <a:pt x="443" y="74"/>
                    <a:pt x="436" y="57"/>
                  </a:cubicBezTo>
                  <a:cubicBezTo>
                    <a:pt x="422" y="24"/>
                    <a:pt x="390" y="1"/>
                    <a:pt x="3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0600" lIns="91425" spcFirstLastPara="1" rIns="91425" wrap="square" tIns="30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33" name="Google Shape;1333;p12"/>
            <p:cNvSpPr/>
            <p:nvPr/>
          </p:nvSpPr>
          <p:spPr>
            <a:xfrm>
              <a:off x="8168400" y="3987000"/>
              <a:ext cx="20160" cy="19080"/>
            </a:xfrm>
            <a:custGeom>
              <a:rect b="b" l="l" r="r" t="t"/>
              <a:pathLst>
                <a:path extrusionOk="0" h="384" w="405">
                  <a:moveTo>
                    <a:pt x="171" y="1"/>
                  </a:moveTo>
                  <a:cubicBezTo>
                    <a:pt x="146" y="1"/>
                    <a:pt x="121" y="7"/>
                    <a:pt x="96" y="21"/>
                  </a:cubicBezTo>
                  <a:cubicBezTo>
                    <a:pt x="25" y="59"/>
                    <a:pt x="1" y="138"/>
                    <a:pt x="25" y="213"/>
                  </a:cubicBezTo>
                  <a:cubicBezTo>
                    <a:pt x="32" y="235"/>
                    <a:pt x="39" y="256"/>
                    <a:pt x="49" y="277"/>
                  </a:cubicBezTo>
                  <a:cubicBezTo>
                    <a:pt x="79" y="343"/>
                    <a:pt x="141" y="383"/>
                    <a:pt x="208" y="383"/>
                  </a:cubicBezTo>
                  <a:cubicBezTo>
                    <a:pt x="235" y="383"/>
                    <a:pt x="263" y="377"/>
                    <a:pt x="290" y="362"/>
                  </a:cubicBezTo>
                  <a:cubicBezTo>
                    <a:pt x="376" y="312"/>
                    <a:pt x="405" y="195"/>
                    <a:pt x="341" y="114"/>
                  </a:cubicBezTo>
                  <a:cubicBezTo>
                    <a:pt x="328" y="96"/>
                    <a:pt x="313" y="80"/>
                    <a:pt x="297" y="63"/>
                  </a:cubicBezTo>
                  <a:cubicBezTo>
                    <a:pt x="262" y="24"/>
                    <a:pt x="218" y="1"/>
                    <a:pt x="1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34" name="Google Shape;1334;p12"/>
            <p:cNvSpPr/>
            <p:nvPr/>
          </p:nvSpPr>
          <p:spPr>
            <a:xfrm>
              <a:off x="7890120" y="4092840"/>
              <a:ext cx="18000" cy="18000"/>
            </a:xfrm>
            <a:custGeom>
              <a:rect b="b" l="l" r="r" t="t"/>
              <a:pathLst>
                <a:path extrusionOk="0" h="366" w="362">
                  <a:moveTo>
                    <a:pt x="206" y="0"/>
                  </a:moveTo>
                  <a:cubicBezTo>
                    <a:pt x="162" y="0"/>
                    <a:pt x="116" y="23"/>
                    <a:pt x="87" y="76"/>
                  </a:cubicBezTo>
                  <a:cubicBezTo>
                    <a:pt x="75" y="95"/>
                    <a:pt x="67" y="113"/>
                    <a:pt x="54" y="130"/>
                  </a:cubicBezTo>
                  <a:cubicBezTo>
                    <a:pt x="0" y="204"/>
                    <a:pt x="24" y="316"/>
                    <a:pt x="111" y="353"/>
                  </a:cubicBezTo>
                  <a:cubicBezTo>
                    <a:pt x="130" y="362"/>
                    <a:pt x="150" y="366"/>
                    <a:pt x="169" y="366"/>
                  </a:cubicBezTo>
                  <a:cubicBezTo>
                    <a:pt x="237" y="366"/>
                    <a:pt x="301" y="315"/>
                    <a:pt x="313" y="244"/>
                  </a:cubicBezTo>
                  <a:cubicBezTo>
                    <a:pt x="318" y="222"/>
                    <a:pt x="323" y="203"/>
                    <a:pt x="329" y="183"/>
                  </a:cubicBezTo>
                  <a:cubicBezTo>
                    <a:pt x="362" y="76"/>
                    <a:pt x="286" y="0"/>
                    <a:pt x="2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000" lIns="91425" spcFirstLastPara="1" rIns="91425" wrap="square" tIns="9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35" name="Google Shape;1335;p12"/>
            <p:cNvSpPr/>
            <p:nvPr/>
          </p:nvSpPr>
          <p:spPr>
            <a:xfrm>
              <a:off x="7685280" y="4154040"/>
              <a:ext cx="22680" cy="36360"/>
            </a:xfrm>
            <a:custGeom>
              <a:rect b="b" l="l" r="r" t="t"/>
              <a:pathLst>
                <a:path extrusionOk="0" h="726" w="459">
                  <a:moveTo>
                    <a:pt x="188" y="0"/>
                  </a:moveTo>
                  <a:cubicBezTo>
                    <a:pt x="83" y="209"/>
                    <a:pt x="1" y="491"/>
                    <a:pt x="141" y="675"/>
                  </a:cubicBezTo>
                  <a:cubicBezTo>
                    <a:pt x="169" y="711"/>
                    <a:pt x="196" y="726"/>
                    <a:pt x="221" y="726"/>
                  </a:cubicBezTo>
                  <a:cubicBezTo>
                    <a:pt x="311" y="726"/>
                    <a:pt x="382" y="533"/>
                    <a:pt x="409" y="447"/>
                  </a:cubicBezTo>
                  <a:cubicBezTo>
                    <a:pt x="459" y="288"/>
                    <a:pt x="454" y="57"/>
                    <a:pt x="242" y="30"/>
                  </a:cubicBezTo>
                  <a:cubicBezTo>
                    <a:pt x="218" y="26"/>
                    <a:pt x="199" y="16"/>
                    <a:pt x="18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8350" lIns="91425" spcFirstLastPara="1" rIns="91425" wrap="square" tIns="18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36" name="Google Shape;1336;p12"/>
            <p:cNvSpPr/>
            <p:nvPr/>
          </p:nvSpPr>
          <p:spPr>
            <a:xfrm>
              <a:off x="7612200" y="4206600"/>
              <a:ext cx="15480" cy="12240"/>
            </a:xfrm>
            <a:custGeom>
              <a:rect b="b" l="l" r="r" t="t"/>
              <a:pathLst>
                <a:path extrusionOk="0" h="253" w="318">
                  <a:moveTo>
                    <a:pt x="167" y="1"/>
                  </a:moveTo>
                  <a:cubicBezTo>
                    <a:pt x="85" y="1"/>
                    <a:pt x="0" y="75"/>
                    <a:pt x="40" y="173"/>
                  </a:cubicBezTo>
                  <a:cubicBezTo>
                    <a:pt x="62" y="229"/>
                    <a:pt x="107" y="252"/>
                    <a:pt x="153" y="252"/>
                  </a:cubicBezTo>
                  <a:cubicBezTo>
                    <a:pt x="234" y="252"/>
                    <a:pt x="318" y="179"/>
                    <a:pt x="280" y="80"/>
                  </a:cubicBezTo>
                  <a:cubicBezTo>
                    <a:pt x="258" y="24"/>
                    <a:pt x="213" y="1"/>
                    <a:pt x="1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100" lIns="91425" spcFirstLastPara="1" rIns="91425" wrap="square" tIns="6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37" name="Google Shape;1337;p12"/>
            <p:cNvSpPr/>
            <p:nvPr/>
          </p:nvSpPr>
          <p:spPr>
            <a:xfrm>
              <a:off x="8301960" y="3938760"/>
              <a:ext cx="11880" cy="9360"/>
            </a:xfrm>
            <a:custGeom>
              <a:rect b="b" l="l" r="r" t="t"/>
              <a:pathLst>
                <a:path extrusionOk="0" h="191" w="242">
                  <a:moveTo>
                    <a:pt x="127" y="0"/>
                  </a:moveTo>
                  <a:cubicBezTo>
                    <a:pt x="64" y="0"/>
                    <a:pt x="0" y="56"/>
                    <a:pt x="30" y="131"/>
                  </a:cubicBezTo>
                  <a:cubicBezTo>
                    <a:pt x="47" y="173"/>
                    <a:pt x="81" y="191"/>
                    <a:pt x="116" y="191"/>
                  </a:cubicBezTo>
                  <a:cubicBezTo>
                    <a:pt x="178" y="191"/>
                    <a:pt x="242" y="135"/>
                    <a:pt x="213" y="60"/>
                  </a:cubicBezTo>
                  <a:cubicBezTo>
                    <a:pt x="196" y="18"/>
                    <a:pt x="162" y="0"/>
                    <a:pt x="1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38" name="Google Shape;1338;p12"/>
            <p:cNvSpPr/>
            <p:nvPr/>
          </p:nvSpPr>
          <p:spPr>
            <a:xfrm>
              <a:off x="8227800" y="3927240"/>
              <a:ext cx="16560" cy="12960"/>
            </a:xfrm>
            <a:custGeom>
              <a:rect b="b" l="l" r="r" t="t"/>
              <a:pathLst>
                <a:path extrusionOk="0" h="267" w="335">
                  <a:moveTo>
                    <a:pt x="175" y="1"/>
                  </a:moveTo>
                  <a:cubicBezTo>
                    <a:pt x="89" y="1"/>
                    <a:pt x="0" y="79"/>
                    <a:pt x="41" y="183"/>
                  </a:cubicBezTo>
                  <a:cubicBezTo>
                    <a:pt x="64" y="242"/>
                    <a:pt x="111" y="266"/>
                    <a:pt x="160" y="266"/>
                  </a:cubicBezTo>
                  <a:cubicBezTo>
                    <a:pt x="246" y="266"/>
                    <a:pt x="334" y="189"/>
                    <a:pt x="293" y="84"/>
                  </a:cubicBezTo>
                  <a:cubicBezTo>
                    <a:pt x="270" y="26"/>
                    <a:pt x="223" y="1"/>
                    <a:pt x="1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475" lIns="91425" spcFirstLastPara="1" rIns="91425" wrap="square" tIns="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39" name="Google Shape;1339;p12"/>
            <p:cNvSpPr/>
            <p:nvPr/>
          </p:nvSpPr>
          <p:spPr>
            <a:xfrm>
              <a:off x="7593480" y="4160160"/>
              <a:ext cx="17280" cy="13680"/>
            </a:xfrm>
            <a:custGeom>
              <a:rect b="b" l="l" r="r" t="t"/>
              <a:pathLst>
                <a:path extrusionOk="0" h="277" w="348">
                  <a:moveTo>
                    <a:pt x="182" y="1"/>
                  </a:moveTo>
                  <a:cubicBezTo>
                    <a:pt x="93" y="1"/>
                    <a:pt x="0" y="82"/>
                    <a:pt x="42" y="191"/>
                  </a:cubicBezTo>
                  <a:cubicBezTo>
                    <a:pt x="65" y="251"/>
                    <a:pt x="115" y="277"/>
                    <a:pt x="165" y="277"/>
                  </a:cubicBezTo>
                  <a:cubicBezTo>
                    <a:pt x="255" y="277"/>
                    <a:pt x="348" y="196"/>
                    <a:pt x="304" y="88"/>
                  </a:cubicBezTo>
                  <a:cubicBezTo>
                    <a:pt x="281" y="26"/>
                    <a:pt x="232" y="1"/>
                    <a:pt x="1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825" lIns="91425" spcFirstLastPara="1" rIns="91425" wrap="square" tIns="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40" name="Google Shape;1340;p12"/>
            <p:cNvSpPr/>
            <p:nvPr/>
          </p:nvSpPr>
          <p:spPr>
            <a:xfrm>
              <a:off x="7811280" y="4074480"/>
              <a:ext cx="11160" cy="9000"/>
            </a:xfrm>
            <a:custGeom>
              <a:rect b="b" l="l" r="r" t="t"/>
              <a:pathLst>
                <a:path extrusionOk="0" h="184" w="230">
                  <a:moveTo>
                    <a:pt x="120" y="0"/>
                  </a:moveTo>
                  <a:cubicBezTo>
                    <a:pt x="61" y="0"/>
                    <a:pt x="0" y="55"/>
                    <a:pt x="30" y="126"/>
                  </a:cubicBezTo>
                  <a:cubicBezTo>
                    <a:pt x="46" y="167"/>
                    <a:pt x="78" y="184"/>
                    <a:pt x="111" y="184"/>
                  </a:cubicBezTo>
                  <a:cubicBezTo>
                    <a:pt x="169" y="184"/>
                    <a:pt x="230" y="130"/>
                    <a:pt x="202" y="58"/>
                  </a:cubicBezTo>
                  <a:cubicBezTo>
                    <a:pt x="186" y="17"/>
                    <a:pt x="153" y="0"/>
                    <a:pt x="1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41" name="Google Shape;1341;p12"/>
            <p:cNvSpPr/>
            <p:nvPr/>
          </p:nvSpPr>
          <p:spPr>
            <a:xfrm>
              <a:off x="7508880" y="4167720"/>
              <a:ext cx="23040" cy="24480"/>
            </a:xfrm>
            <a:custGeom>
              <a:rect b="b" l="l" r="r" t="t"/>
              <a:pathLst>
                <a:path extrusionOk="0" h="495" w="464">
                  <a:moveTo>
                    <a:pt x="196" y="0"/>
                  </a:moveTo>
                  <a:cubicBezTo>
                    <a:pt x="176" y="0"/>
                    <a:pt x="155" y="4"/>
                    <a:pt x="135" y="13"/>
                  </a:cubicBezTo>
                  <a:cubicBezTo>
                    <a:pt x="44" y="54"/>
                    <a:pt x="0" y="152"/>
                    <a:pt x="33" y="245"/>
                  </a:cubicBezTo>
                  <a:cubicBezTo>
                    <a:pt x="47" y="289"/>
                    <a:pt x="64" y="335"/>
                    <a:pt x="80" y="379"/>
                  </a:cubicBezTo>
                  <a:cubicBezTo>
                    <a:pt x="106" y="448"/>
                    <a:pt x="180" y="495"/>
                    <a:pt x="253" y="495"/>
                  </a:cubicBezTo>
                  <a:cubicBezTo>
                    <a:pt x="276" y="495"/>
                    <a:pt x="298" y="490"/>
                    <a:pt x="319" y="481"/>
                  </a:cubicBezTo>
                  <a:cubicBezTo>
                    <a:pt x="409" y="442"/>
                    <a:pt x="464" y="338"/>
                    <a:pt x="423" y="244"/>
                  </a:cubicBezTo>
                  <a:cubicBezTo>
                    <a:pt x="404" y="200"/>
                    <a:pt x="386" y="158"/>
                    <a:pt x="366" y="115"/>
                  </a:cubicBezTo>
                  <a:cubicBezTo>
                    <a:pt x="337" y="49"/>
                    <a:pt x="268" y="0"/>
                    <a:pt x="1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225" lIns="91425" spcFirstLastPara="1" rIns="91425" wrap="square" tIns="12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42" name="Google Shape;1342;p12"/>
            <p:cNvSpPr/>
            <p:nvPr/>
          </p:nvSpPr>
          <p:spPr>
            <a:xfrm>
              <a:off x="7848720" y="4041720"/>
              <a:ext cx="21600" cy="14760"/>
            </a:xfrm>
            <a:custGeom>
              <a:rect b="b" l="l" r="r" t="t"/>
              <a:pathLst>
                <a:path extrusionOk="0" h="302" w="438">
                  <a:moveTo>
                    <a:pt x="171" y="1"/>
                  </a:moveTo>
                  <a:cubicBezTo>
                    <a:pt x="66" y="1"/>
                    <a:pt x="1" y="171"/>
                    <a:pt x="99" y="230"/>
                  </a:cubicBezTo>
                  <a:cubicBezTo>
                    <a:pt x="121" y="244"/>
                    <a:pt x="143" y="258"/>
                    <a:pt x="164" y="272"/>
                  </a:cubicBezTo>
                  <a:cubicBezTo>
                    <a:pt x="201" y="295"/>
                    <a:pt x="230" y="301"/>
                    <a:pt x="269" y="301"/>
                  </a:cubicBezTo>
                  <a:cubicBezTo>
                    <a:pt x="273" y="301"/>
                    <a:pt x="278" y="301"/>
                    <a:pt x="283" y="301"/>
                  </a:cubicBezTo>
                  <a:cubicBezTo>
                    <a:pt x="381" y="298"/>
                    <a:pt x="437" y="166"/>
                    <a:pt x="375" y="93"/>
                  </a:cubicBezTo>
                  <a:cubicBezTo>
                    <a:pt x="345" y="57"/>
                    <a:pt x="320" y="37"/>
                    <a:pt x="272" y="24"/>
                  </a:cubicBezTo>
                  <a:cubicBezTo>
                    <a:pt x="248" y="17"/>
                    <a:pt x="222" y="12"/>
                    <a:pt x="198" y="5"/>
                  </a:cubicBezTo>
                  <a:cubicBezTo>
                    <a:pt x="189" y="2"/>
                    <a:pt x="180" y="1"/>
                    <a:pt x="1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550" lIns="91425" spcFirstLastPara="1" rIns="91425" wrap="square" tIns="75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43" name="Google Shape;1343;p12"/>
            <p:cNvSpPr/>
            <p:nvPr/>
          </p:nvSpPr>
          <p:spPr>
            <a:xfrm>
              <a:off x="7577280" y="3881520"/>
              <a:ext cx="249480" cy="243360"/>
            </a:xfrm>
            <a:custGeom>
              <a:rect b="b" l="l" r="r" t="t"/>
              <a:pathLst>
                <a:path extrusionOk="0" h="4835" w="4963">
                  <a:moveTo>
                    <a:pt x="2865" y="301"/>
                  </a:moveTo>
                  <a:cubicBezTo>
                    <a:pt x="3117" y="301"/>
                    <a:pt x="3370" y="345"/>
                    <a:pt x="3613" y="438"/>
                  </a:cubicBezTo>
                  <a:cubicBezTo>
                    <a:pt x="3600" y="488"/>
                    <a:pt x="3609" y="545"/>
                    <a:pt x="3655" y="589"/>
                  </a:cubicBezTo>
                  <a:cubicBezTo>
                    <a:pt x="4962" y="1833"/>
                    <a:pt x="3955" y="4562"/>
                    <a:pt x="2249" y="4562"/>
                  </a:cubicBezTo>
                  <a:cubicBezTo>
                    <a:pt x="2002" y="4562"/>
                    <a:pt x="1740" y="4505"/>
                    <a:pt x="1469" y="4378"/>
                  </a:cubicBezTo>
                  <a:cubicBezTo>
                    <a:pt x="395" y="3872"/>
                    <a:pt x="325" y="2313"/>
                    <a:pt x="881" y="1412"/>
                  </a:cubicBezTo>
                  <a:cubicBezTo>
                    <a:pt x="1305" y="726"/>
                    <a:pt x="2080" y="301"/>
                    <a:pt x="2865" y="301"/>
                  </a:cubicBezTo>
                  <a:close/>
                  <a:moveTo>
                    <a:pt x="2782" y="0"/>
                  </a:moveTo>
                  <a:cubicBezTo>
                    <a:pt x="1943" y="0"/>
                    <a:pt x="1053" y="563"/>
                    <a:pt x="630" y="1240"/>
                  </a:cubicBezTo>
                  <a:cubicBezTo>
                    <a:pt x="1" y="2247"/>
                    <a:pt x="81" y="3890"/>
                    <a:pt x="1178" y="4558"/>
                  </a:cubicBezTo>
                  <a:cubicBezTo>
                    <a:pt x="1491" y="4748"/>
                    <a:pt x="1834" y="4835"/>
                    <a:pt x="2177" y="4835"/>
                  </a:cubicBezTo>
                  <a:cubicBezTo>
                    <a:pt x="2918" y="4835"/>
                    <a:pt x="3656" y="4430"/>
                    <a:pt x="4068" y="3794"/>
                  </a:cubicBezTo>
                  <a:cubicBezTo>
                    <a:pt x="4720" y="2788"/>
                    <a:pt x="4738" y="1218"/>
                    <a:pt x="3834" y="359"/>
                  </a:cubicBezTo>
                  <a:cubicBezTo>
                    <a:pt x="3811" y="336"/>
                    <a:pt x="3786" y="326"/>
                    <a:pt x="3762" y="322"/>
                  </a:cubicBezTo>
                  <a:cubicBezTo>
                    <a:pt x="3468" y="97"/>
                    <a:pt x="3130" y="0"/>
                    <a:pt x="27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44" name="Google Shape;1344;p12"/>
            <p:cNvSpPr/>
            <p:nvPr/>
          </p:nvSpPr>
          <p:spPr>
            <a:xfrm>
              <a:off x="7624080" y="3907440"/>
              <a:ext cx="154800" cy="173880"/>
            </a:xfrm>
            <a:custGeom>
              <a:rect b="b" l="l" r="r" t="t"/>
              <a:pathLst>
                <a:path extrusionOk="0" h="3461" w="3082">
                  <a:moveTo>
                    <a:pt x="1700" y="1222"/>
                  </a:moveTo>
                  <a:cubicBezTo>
                    <a:pt x="1657" y="1280"/>
                    <a:pt x="1616" y="1344"/>
                    <a:pt x="1579" y="1409"/>
                  </a:cubicBezTo>
                  <a:cubicBezTo>
                    <a:pt x="1548" y="1437"/>
                    <a:pt x="1515" y="1474"/>
                    <a:pt x="1487" y="1521"/>
                  </a:cubicBezTo>
                  <a:cubicBezTo>
                    <a:pt x="1540" y="1411"/>
                    <a:pt x="1613" y="1296"/>
                    <a:pt x="1700" y="1222"/>
                  </a:cubicBezTo>
                  <a:close/>
                  <a:moveTo>
                    <a:pt x="1464" y="2989"/>
                  </a:moveTo>
                  <a:cubicBezTo>
                    <a:pt x="1483" y="2991"/>
                    <a:pt x="1500" y="2991"/>
                    <a:pt x="1518" y="2991"/>
                  </a:cubicBezTo>
                  <a:cubicBezTo>
                    <a:pt x="1525" y="2995"/>
                    <a:pt x="1532" y="2996"/>
                    <a:pt x="1537" y="3001"/>
                  </a:cubicBezTo>
                  <a:cubicBezTo>
                    <a:pt x="1528" y="3012"/>
                    <a:pt x="1521" y="3025"/>
                    <a:pt x="1515" y="3037"/>
                  </a:cubicBezTo>
                  <a:cubicBezTo>
                    <a:pt x="1482" y="3042"/>
                    <a:pt x="1448" y="3044"/>
                    <a:pt x="1413" y="3044"/>
                  </a:cubicBezTo>
                  <a:cubicBezTo>
                    <a:pt x="1379" y="3044"/>
                    <a:pt x="1343" y="3042"/>
                    <a:pt x="1307" y="3037"/>
                  </a:cubicBezTo>
                  <a:cubicBezTo>
                    <a:pt x="1270" y="3033"/>
                    <a:pt x="1236" y="3026"/>
                    <a:pt x="1202" y="3018"/>
                  </a:cubicBezTo>
                  <a:lnTo>
                    <a:pt x="1202" y="3018"/>
                  </a:lnTo>
                  <a:cubicBezTo>
                    <a:pt x="1219" y="3019"/>
                    <a:pt x="1235" y="3019"/>
                    <a:pt x="1252" y="3019"/>
                  </a:cubicBezTo>
                  <a:cubicBezTo>
                    <a:pt x="1313" y="3019"/>
                    <a:pt x="1376" y="3011"/>
                    <a:pt x="1445" y="2995"/>
                  </a:cubicBezTo>
                  <a:cubicBezTo>
                    <a:pt x="1452" y="2993"/>
                    <a:pt x="1457" y="2991"/>
                    <a:pt x="1464" y="2989"/>
                  </a:cubicBezTo>
                  <a:close/>
                  <a:moveTo>
                    <a:pt x="1954" y="0"/>
                  </a:moveTo>
                  <a:cubicBezTo>
                    <a:pt x="1517" y="0"/>
                    <a:pt x="990" y="393"/>
                    <a:pt x="747" y="658"/>
                  </a:cubicBezTo>
                  <a:cubicBezTo>
                    <a:pt x="240" y="1212"/>
                    <a:pt x="1" y="2089"/>
                    <a:pt x="341" y="2791"/>
                  </a:cubicBezTo>
                  <a:cubicBezTo>
                    <a:pt x="556" y="3234"/>
                    <a:pt x="978" y="3461"/>
                    <a:pt x="1424" y="3461"/>
                  </a:cubicBezTo>
                  <a:cubicBezTo>
                    <a:pt x="1632" y="3461"/>
                    <a:pt x="1845" y="3411"/>
                    <a:pt x="2045" y="3312"/>
                  </a:cubicBezTo>
                  <a:cubicBezTo>
                    <a:pt x="2744" y="2965"/>
                    <a:pt x="3081" y="2084"/>
                    <a:pt x="3054" y="1338"/>
                  </a:cubicBezTo>
                  <a:cubicBezTo>
                    <a:pt x="3037" y="846"/>
                    <a:pt x="2796" y="424"/>
                    <a:pt x="2401" y="247"/>
                  </a:cubicBezTo>
                  <a:cubicBezTo>
                    <a:pt x="2400" y="224"/>
                    <a:pt x="2394" y="197"/>
                    <a:pt x="2377" y="180"/>
                  </a:cubicBezTo>
                  <a:cubicBezTo>
                    <a:pt x="2260" y="52"/>
                    <a:pt x="2113" y="0"/>
                    <a:pt x="19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87100" lIns="91425" spcFirstLastPara="1" rIns="91425" wrap="square" tIns="8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45" name="Google Shape;1345;p12"/>
            <p:cNvSpPr/>
            <p:nvPr/>
          </p:nvSpPr>
          <p:spPr>
            <a:xfrm>
              <a:off x="7905240" y="3982680"/>
              <a:ext cx="14040" cy="15480"/>
            </a:xfrm>
            <a:custGeom>
              <a:rect b="b" l="l" r="r" t="t"/>
              <a:pathLst>
                <a:path extrusionOk="0" h="315" w="287">
                  <a:moveTo>
                    <a:pt x="164" y="0"/>
                  </a:moveTo>
                  <a:cubicBezTo>
                    <a:pt x="133" y="0"/>
                    <a:pt x="101" y="13"/>
                    <a:pt x="75" y="42"/>
                  </a:cubicBezTo>
                  <a:cubicBezTo>
                    <a:pt x="46" y="74"/>
                    <a:pt x="17" y="98"/>
                    <a:pt x="9" y="145"/>
                  </a:cubicBezTo>
                  <a:cubicBezTo>
                    <a:pt x="0" y="192"/>
                    <a:pt x="9" y="233"/>
                    <a:pt x="36" y="270"/>
                  </a:cubicBezTo>
                  <a:cubicBezTo>
                    <a:pt x="54" y="296"/>
                    <a:pt x="90" y="315"/>
                    <a:pt x="123" y="315"/>
                  </a:cubicBezTo>
                  <a:cubicBezTo>
                    <a:pt x="128" y="315"/>
                    <a:pt x="132" y="315"/>
                    <a:pt x="136" y="314"/>
                  </a:cubicBezTo>
                  <a:cubicBezTo>
                    <a:pt x="183" y="308"/>
                    <a:pt x="218" y="287"/>
                    <a:pt x="247" y="250"/>
                  </a:cubicBezTo>
                  <a:cubicBezTo>
                    <a:pt x="275" y="215"/>
                    <a:pt x="275" y="176"/>
                    <a:pt x="279" y="131"/>
                  </a:cubicBezTo>
                  <a:cubicBezTo>
                    <a:pt x="287" y="53"/>
                    <a:pt x="228" y="0"/>
                    <a:pt x="1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900" lIns="91425" spcFirstLastPara="1" rIns="91425" wrap="square" tIns="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46" name="Google Shape;1346;p12"/>
            <p:cNvSpPr/>
            <p:nvPr/>
          </p:nvSpPr>
          <p:spPr>
            <a:xfrm>
              <a:off x="7567920" y="4112640"/>
              <a:ext cx="18720" cy="18000"/>
            </a:xfrm>
            <a:custGeom>
              <a:rect b="b" l="l" r="r" t="t"/>
              <a:pathLst>
                <a:path extrusionOk="0" h="365" w="380">
                  <a:moveTo>
                    <a:pt x="179" y="1"/>
                  </a:moveTo>
                  <a:cubicBezTo>
                    <a:pt x="92" y="1"/>
                    <a:pt x="1" y="72"/>
                    <a:pt x="19" y="169"/>
                  </a:cubicBezTo>
                  <a:cubicBezTo>
                    <a:pt x="20" y="185"/>
                    <a:pt x="24" y="203"/>
                    <a:pt x="27" y="219"/>
                  </a:cubicBezTo>
                  <a:cubicBezTo>
                    <a:pt x="38" y="303"/>
                    <a:pt x="110" y="365"/>
                    <a:pt x="190" y="365"/>
                  </a:cubicBezTo>
                  <a:cubicBezTo>
                    <a:pt x="210" y="365"/>
                    <a:pt x="230" y="361"/>
                    <a:pt x="249" y="354"/>
                  </a:cubicBezTo>
                  <a:cubicBezTo>
                    <a:pt x="350" y="315"/>
                    <a:pt x="380" y="191"/>
                    <a:pt x="320" y="104"/>
                  </a:cubicBezTo>
                  <a:cubicBezTo>
                    <a:pt x="309" y="90"/>
                    <a:pt x="301" y="76"/>
                    <a:pt x="293" y="62"/>
                  </a:cubicBezTo>
                  <a:cubicBezTo>
                    <a:pt x="267" y="19"/>
                    <a:pt x="224" y="1"/>
                    <a:pt x="1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000" lIns="91425" spcFirstLastPara="1" rIns="91425" wrap="square" tIns="9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47" name="Google Shape;1347;p12"/>
            <p:cNvSpPr/>
            <p:nvPr/>
          </p:nvSpPr>
          <p:spPr>
            <a:xfrm>
              <a:off x="8354160" y="3764520"/>
              <a:ext cx="39600" cy="52560"/>
            </a:xfrm>
            <a:custGeom>
              <a:rect b="b" l="l" r="r" t="t"/>
              <a:pathLst>
                <a:path extrusionOk="0" h="1052" w="796">
                  <a:moveTo>
                    <a:pt x="667" y="0"/>
                  </a:moveTo>
                  <a:cubicBezTo>
                    <a:pt x="646" y="0"/>
                    <a:pt x="625" y="6"/>
                    <a:pt x="604" y="19"/>
                  </a:cubicBezTo>
                  <a:cubicBezTo>
                    <a:pt x="462" y="108"/>
                    <a:pt x="370" y="297"/>
                    <a:pt x="285" y="436"/>
                  </a:cubicBezTo>
                  <a:cubicBezTo>
                    <a:pt x="193" y="586"/>
                    <a:pt x="112" y="742"/>
                    <a:pt x="39" y="903"/>
                  </a:cubicBezTo>
                  <a:cubicBezTo>
                    <a:pt x="1" y="987"/>
                    <a:pt x="71" y="1052"/>
                    <a:pt x="142" y="1052"/>
                  </a:cubicBezTo>
                  <a:cubicBezTo>
                    <a:pt x="179" y="1052"/>
                    <a:pt x="218" y="1033"/>
                    <a:pt x="240" y="990"/>
                  </a:cubicBezTo>
                  <a:cubicBezTo>
                    <a:pt x="321" y="835"/>
                    <a:pt x="407" y="684"/>
                    <a:pt x="505" y="538"/>
                  </a:cubicBezTo>
                  <a:cubicBezTo>
                    <a:pt x="588" y="413"/>
                    <a:pt x="717" y="293"/>
                    <a:pt x="767" y="148"/>
                  </a:cubicBezTo>
                  <a:cubicBezTo>
                    <a:pt x="796" y="69"/>
                    <a:pt x="737" y="0"/>
                    <a:pt x="6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6275" lIns="91425" spcFirstLastPara="1" rIns="91425" wrap="square" tIns="26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48" name="Google Shape;1348;p12"/>
            <p:cNvSpPr/>
            <p:nvPr/>
          </p:nvSpPr>
          <p:spPr>
            <a:xfrm>
              <a:off x="8210160" y="3862800"/>
              <a:ext cx="15840" cy="12600"/>
            </a:xfrm>
            <a:custGeom>
              <a:rect b="b" l="l" r="r" t="t"/>
              <a:pathLst>
                <a:path extrusionOk="0" h="257" w="321">
                  <a:moveTo>
                    <a:pt x="168" y="0"/>
                  </a:moveTo>
                  <a:cubicBezTo>
                    <a:pt x="85" y="0"/>
                    <a:pt x="0" y="75"/>
                    <a:pt x="38" y="177"/>
                  </a:cubicBezTo>
                  <a:cubicBezTo>
                    <a:pt x="61" y="233"/>
                    <a:pt x="106" y="256"/>
                    <a:pt x="153" y="256"/>
                  </a:cubicBezTo>
                  <a:cubicBezTo>
                    <a:pt x="235" y="256"/>
                    <a:pt x="321" y="181"/>
                    <a:pt x="282" y="80"/>
                  </a:cubicBezTo>
                  <a:cubicBezTo>
                    <a:pt x="260" y="24"/>
                    <a:pt x="214" y="0"/>
                    <a:pt x="1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475" lIns="91425" spcFirstLastPara="1" rIns="91425" wrap="square" tIns="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49" name="Google Shape;1349;p12"/>
            <p:cNvSpPr/>
            <p:nvPr/>
          </p:nvSpPr>
          <p:spPr>
            <a:xfrm>
              <a:off x="7836480" y="3977640"/>
              <a:ext cx="18000" cy="21240"/>
            </a:xfrm>
            <a:custGeom>
              <a:rect b="b" l="l" r="r" t="t"/>
              <a:pathLst>
                <a:path extrusionOk="0" h="427" w="361">
                  <a:moveTo>
                    <a:pt x="157" y="0"/>
                  </a:moveTo>
                  <a:cubicBezTo>
                    <a:pt x="140" y="0"/>
                    <a:pt x="123" y="4"/>
                    <a:pt x="105" y="10"/>
                  </a:cubicBezTo>
                  <a:cubicBezTo>
                    <a:pt x="21" y="43"/>
                    <a:pt x="0" y="127"/>
                    <a:pt x="20" y="205"/>
                  </a:cubicBezTo>
                  <a:cubicBezTo>
                    <a:pt x="36" y="263"/>
                    <a:pt x="47" y="322"/>
                    <a:pt x="89" y="369"/>
                  </a:cubicBezTo>
                  <a:cubicBezTo>
                    <a:pt x="124" y="409"/>
                    <a:pt x="167" y="427"/>
                    <a:pt x="209" y="427"/>
                  </a:cubicBezTo>
                  <a:cubicBezTo>
                    <a:pt x="288" y="427"/>
                    <a:pt x="360" y="364"/>
                    <a:pt x="359" y="264"/>
                  </a:cubicBezTo>
                  <a:cubicBezTo>
                    <a:pt x="356" y="202"/>
                    <a:pt x="325" y="151"/>
                    <a:pt x="296" y="95"/>
                  </a:cubicBezTo>
                  <a:cubicBezTo>
                    <a:pt x="268" y="40"/>
                    <a:pt x="216" y="0"/>
                    <a:pt x="1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0800" lIns="91425" spcFirstLastPara="1" rIns="91425" wrap="square" tIns="10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50" name="Google Shape;1350;p12"/>
            <p:cNvSpPr/>
            <p:nvPr/>
          </p:nvSpPr>
          <p:spPr>
            <a:xfrm>
              <a:off x="7477200" y="4060080"/>
              <a:ext cx="80280" cy="43560"/>
            </a:xfrm>
            <a:custGeom>
              <a:rect b="b" l="l" r="r" t="t"/>
              <a:pathLst>
                <a:path extrusionOk="0" h="870" w="1600">
                  <a:moveTo>
                    <a:pt x="924" y="218"/>
                  </a:moveTo>
                  <a:cubicBezTo>
                    <a:pt x="1062" y="218"/>
                    <a:pt x="1198" y="247"/>
                    <a:pt x="1327" y="299"/>
                  </a:cubicBezTo>
                  <a:cubicBezTo>
                    <a:pt x="1324" y="333"/>
                    <a:pt x="1347" y="365"/>
                    <a:pt x="1377" y="380"/>
                  </a:cubicBezTo>
                  <a:cubicBezTo>
                    <a:pt x="1388" y="470"/>
                    <a:pt x="1103" y="601"/>
                    <a:pt x="1051" y="616"/>
                  </a:cubicBezTo>
                  <a:cubicBezTo>
                    <a:pt x="993" y="632"/>
                    <a:pt x="933" y="640"/>
                    <a:pt x="873" y="640"/>
                  </a:cubicBezTo>
                  <a:cubicBezTo>
                    <a:pt x="777" y="640"/>
                    <a:pt x="682" y="619"/>
                    <a:pt x="597" y="574"/>
                  </a:cubicBezTo>
                  <a:cubicBezTo>
                    <a:pt x="516" y="528"/>
                    <a:pt x="377" y="443"/>
                    <a:pt x="475" y="337"/>
                  </a:cubicBezTo>
                  <a:cubicBezTo>
                    <a:pt x="533" y="278"/>
                    <a:pt x="693" y="244"/>
                    <a:pt x="770" y="231"/>
                  </a:cubicBezTo>
                  <a:cubicBezTo>
                    <a:pt x="821" y="222"/>
                    <a:pt x="873" y="218"/>
                    <a:pt x="924" y="218"/>
                  </a:cubicBezTo>
                  <a:close/>
                  <a:moveTo>
                    <a:pt x="826" y="0"/>
                  </a:moveTo>
                  <a:cubicBezTo>
                    <a:pt x="648" y="0"/>
                    <a:pt x="472" y="43"/>
                    <a:pt x="328" y="140"/>
                  </a:cubicBezTo>
                  <a:cubicBezTo>
                    <a:pt x="1" y="365"/>
                    <a:pt x="312" y="724"/>
                    <a:pt x="573" y="819"/>
                  </a:cubicBezTo>
                  <a:cubicBezTo>
                    <a:pt x="665" y="853"/>
                    <a:pt x="764" y="869"/>
                    <a:pt x="863" y="869"/>
                  </a:cubicBezTo>
                  <a:cubicBezTo>
                    <a:pt x="1075" y="869"/>
                    <a:pt x="1289" y="794"/>
                    <a:pt x="1440" y="649"/>
                  </a:cubicBezTo>
                  <a:cubicBezTo>
                    <a:pt x="1528" y="567"/>
                    <a:pt x="1599" y="450"/>
                    <a:pt x="1559" y="323"/>
                  </a:cubicBezTo>
                  <a:cubicBezTo>
                    <a:pt x="1539" y="261"/>
                    <a:pt x="1500" y="225"/>
                    <a:pt x="1452" y="222"/>
                  </a:cubicBezTo>
                  <a:cubicBezTo>
                    <a:pt x="1450" y="195"/>
                    <a:pt x="1437" y="167"/>
                    <a:pt x="1408" y="151"/>
                  </a:cubicBezTo>
                  <a:cubicBezTo>
                    <a:pt x="1241" y="57"/>
                    <a:pt x="1032" y="0"/>
                    <a:pt x="8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1950" lIns="91425" spcFirstLastPara="1" rIns="91425" wrap="square" tIns="21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51" name="Google Shape;1351;p12"/>
            <p:cNvSpPr/>
            <p:nvPr/>
          </p:nvSpPr>
          <p:spPr>
            <a:xfrm>
              <a:off x="8141760" y="3843360"/>
              <a:ext cx="17280" cy="13680"/>
            </a:xfrm>
            <a:custGeom>
              <a:rect b="b" l="l" r="r" t="t"/>
              <a:pathLst>
                <a:path extrusionOk="0" h="276" w="348">
                  <a:moveTo>
                    <a:pt x="182" y="0"/>
                  </a:moveTo>
                  <a:cubicBezTo>
                    <a:pt x="93" y="0"/>
                    <a:pt x="1" y="81"/>
                    <a:pt x="42" y="188"/>
                  </a:cubicBezTo>
                  <a:cubicBezTo>
                    <a:pt x="67" y="249"/>
                    <a:pt x="117" y="275"/>
                    <a:pt x="168" y="275"/>
                  </a:cubicBezTo>
                  <a:cubicBezTo>
                    <a:pt x="257" y="275"/>
                    <a:pt x="348" y="195"/>
                    <a:pt x="305" y="86"/>
                  </a:cubicBezTo>
                  <a:cubicBezTo>
                    <a:pt x="281" y="26"/>
                    <a:pt x="232" y="0"/>
                    <a:pt x="1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825" lIns="91425" spcFirstLastPara="1" rIns="91425" wrap="square" tIns="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52" name="Google Shape;1352;p12"/>
            <p:cNvSpPr/>
            <p:nvPr/>
          </p:nvSpPr>
          <p:spPr>
            <a:xfrm>
              <a:off x="7432560" y="4109040"/>
              <a:ext cx="26280" cy="15120"/>
            </a:xfrm>
            <a:custGeom>
              <a:rect b="b" l="l" r="r" t="t"/>
              <a:pathLst>
                <a:path extrusionOk="0" h="307" w="528">
                  <a:moveTo>
                    <a:pt x="313" y="0"/>
                  </a:moveTo>
                  <a:cubicBezTo>
                    <a:pt x="269" y="0"/>
                    <a:pt x="228" y="17"/>
                    <a:pt x="193" y="47"/>
                  </a:cubicBezTo>
                  <a:cubicBezTo>
                    <a:pt x="170" y="53"/>
                    <a:pt x="145" y="57"/>
                    <a:pt x="122" y="60"/>
                  </a:cubicBezTo>
                  <a:cubicBezTo>
                    <a:pt x="17" y="80"/>
                    <a:pt x="0" y="241"/>
                    <a:pt x="116" y="256"/>
                  </a:cubicBezTo>
                  <a:lnTo>
                    <a:pt x="201" y="266"/>
                  </a:lnTo>
                  <a:cubicBezTo>
                    <a:pt x="225" y="285"/>
                    <a:pt x="252" y="300"/>
                    <a:pt x="288" y="305"/>
                  </a:cubicBezTo>
                  <a:cubicBezTo>
                    <a:pt x="294" y="306"/>
                    <a:pt x="300" y="306"/>
                    <a:pt x="306" y="306"/>
                  </a:cubicBezTo>
                  <a:cubicBezTo>
                    <a:pt x="353" y="306"/>
                    <a:pt x="396" y="284"/>
                    <a:pt x="434" y="260"/>
                  </a:cubicBezTo>
                  <a:cubicBezTo>
                    <a:pt x="527" y="200"/>
                    <a:pt x="489" y="69"/>
                    <a:pt x="407" y="26"/>
                  </a:cubicBezTo>
                  <a:cubicBezTo>
                    <a:pt x="375" y="9"/>
                    <a:pt x="343" y="0"/>
                    <a:pt x="3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550" lIns="91425" spcFirstLastPara="1" rIns="91425" wrap="square" tIns="75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53" name="Google Shape;1353;p12"/>
            <p:cNvSpPr/>
            <p:nvPr/>
          </p:nvSpPr>
          <p:spPr>
            <a:xfrm>
              <a:off x="7496280" y="4071240"/>
              <a:ext cx="50400" cy="20880"/>
            </a:xfrm>
            <a:custGeom>
              <a:rect b="b" l="l" r="r" t="t"/>
              <a:pathLst>
                <a:path extrusionOk="0" h="420" w="1007">
                  <a:moveTo>
                    <a:pt x="550" y="0"/>
                  </a:moveTo>
                  <a:cubicBezTo>
                    <a:pt x="498" y="0"/>
                    <a:pt x="444" y="5"/>
                    <a:pt x="391" y="14"/>
                  </a:cubicBezTo>
                  <a:cubicBezTo>
                    <a:pt x="313" y="25"/>
                    <a:pt x="153" y="58"/>
                    <a:pt x="97" y="120"/>
                  </a:cubicBezTo>
                  <a:cubicBezTo>
                    <a:pt x="0" y="226"/>
                    <a:pt x="138" y="311"/>
                    <a:pt x="220" y="355"/>
                  </a:cubicBezTo>
                  <a:cubicBezTo>
                    <a:pt x="303" y="399"/>
                    <a:pt x="399" y="420"/>
                    <a:pt x="494" y="420"/>
                  </a:cubicBezTo>
                  <a:cubicBezTo>
                    <a:pt x="554" y="420"/>
                    <a:pt x="614" y="412"/>
                    <a:pt x="671" y="396"/>
                  </a:cubicBezTo>
                  <a:cubicBezTo>
                    <a:pt x="723" y="382"/>
                    <a:pt x="1006" y="250"/>
                    <a:pt x="997" y="160"/>
                  </a:cubicBezTo>
                  <a:cubicBezTo>
                    <a:pt x="965" y="144"/>
                    <a:pt x="944" y="113"/>
                    <a:pt x="950" y="80"/>
                  </a:cubicBezTo>
                  <a:cubicBezTo>
                    <a:pt x="822" y="29"/>
                    <a:pt x="687" y="0"/>
                    <a:pt x="5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0425" lIns="91425" spcFirstLastPara="1" rIns="91425" wrap="square" tIns="10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54" name="Google Shape;1354;p12"/>
            <p:cNvSpPr/>
            <p:nvPr/>
          </p:nvSpPr>
          <p:spPr>
            <a:xfrm>
              <a:off x="8093160" y="3841920"/>
              <a:ext cx="19440" cy="15480"/>
            </a:xfrm>
            <a:custGeom>
              <a:rect b="b" l="l" r="r" t="t"/>
              <a:pathLst>
                <a:path extrusionOk="0" h="315" w="393">
                  <a:moveTo>
                    <a:pt x="224" y="1"/>
                  </a:moveTo>
                  <a:cubicBezTo>
                    <a:pt x="206" y="1"/>
                    <a:pt x="188" y="5"/>
                    <a:pt x="172" y="13"/>
                  </a:cubicBezTo>
                  <a:cubicBezTo>
                    <a:pt x="152" y="26"/>
                    <a:pt x="130" y="36"/>
                    <a:pt x="109" y="48"/>
                  </a:cubicBezTo>
                  <a:cubicBezTo>
                    <a:pt x="44" y="83"/>
                    <a:pt x="0" y="152"/>
                    <a:pt x="31" y="227"/>
                  </a:cubicBezTo>
                  <a:cubicBezTo>
                    <a:pt x="55" y="287"/>
                    <a:pt x="107" y="314"/>
                    <a:pt x="163" y="314"/>
                  </a:cubicBezTo>
                  <a:cubicBezTo>
                    <a:pt x="179" y="314"/>
                    <a:pt x="195" y="312"/>
                    <a:pt x="211" y="308"/>
                  </a:cubicBezTo>
                  <a:cubicBezTo>
                    <a:pt x="235" y="301"/>
                    <a:pt x="258" y="295"/>
                    <a:pt x="281" y="290"/>
                  </a:cubicBezTo>
                  <a:cubicBezTo>
                    <a:pt x="359" y="269"/>
                    <a:pt x="393" y="167"/>
                    <a:pt x="366" y="97"/>
                  </a:cubicBezTo>
                  <a:cubicBezTo>
                    <a:pt x="345" y="45"/>
                    <a:pt x="284" y="1"/>
                    <a:pt x="2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900" lIns="91425" spcFirstLastPara="1" rIns="91425" wrap="square" tIns="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55" name="Google Shape;1355;p12"/>
            <p:cNvSpPr/>
            <p:nvPr/>
          </p:nvSpPr>
          <p:spPr>
            <a:xfrm>
              <a:off x="7875720" y="3882240"/>
              <a:ext cx="18720" cy="16200"/>
            </a:xfrm>
            <a:custGeom>
              <a:rect b="b" l="l" r="r" t="t"/>
              <a:pathLst>
                <a:path extrusionOk="0" h="331" w="380">
                  <a:moveTo>
                    <a:pt x="224" y="1"/>
                  </a:moveTo>
                  <a:cubicBezTo>
                    <a:pt x="116" y="1"/>
                    <a:pt x="0" y="107"/>
                    <a:pt x="90" y="238"/>
                  </a:cubicBezTo>
                  <a:lnTo>
                    <a:pt x="114" y="272"/>
                  </a:lnTo>
                  <a:cubicBezTo>
                    <a:pt x="141" y="313"/>
                    <a:pt x="178" y="330"/>
                    <a:pt x="216" y="330"/>
                  </a:cubicBezTo>
                  <a:cubicBezTo>
                    <a:pt x="237" y="330"/>
                    <a:pt x="257" y="325"/>
                    <a:pt x="277" y="316"/>
                  </a:cubicBezTo>
                  <a:cubicBezTo>
                    <a:pt x="335" y="299"/>
                    <a:pt x="379" y="249"/>
                    <a:pt x="369" y="171"/>
                  </a:cubicBezTo>
                  <a:lnTo>
                    <a:pt x="363" y="132"/>
                  </a:lnTo>
                  <a:cubicBezTo>
                    <a:pt x="350" y="39"/>
                    <a:pt x="288" y="1"/>
                    <a:pt x="2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8275" lIns="91425" spcFirstLastPara="1" rIns="91425" wrap="square" tIns="8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56" name="Google Shape;1356;p12"/>
            <p:cNvSpPr/>
            <p:nvPr/>
          </p:nvSpPr>
          <p:spPr>
            <a:xfrm>
              <a:off x="8141400" y="3773160"/>
              <a:ext cx="20880" cy="16560"/>
            </a:xfrm>
            <a:custGeom>
              <a:rect b="b" l="l" r="r" t="t"/>
              <a:pathLst>
                <a:path extrusionOk="0" h="335" w="419">
                  <a:moveTo>
                    <a:pt x="237" y="0"/>
                  </a:moveTo>
                  <a:cubicBezTo>
                    <a:pt x="218" y="0"/>
                    <a:pt x="199" y="4"/>
                    <a:pt x="180" y="13"/>
                  </a:cubicBezTo>
                  <a:lnTo>
                    <a:pt x="118" y="42"/>
                  </a:lnTo>
                  <a:cubicBezTo>
                    <a:pt x="44" y="77"/>
                    <a:pt x="0" y="159"/>
                    <a:pt x="31" y="239"/>
                  </a:cubicBezTo>
                  <a:cubicBezTo>
                    <a:pt x="56" y="302"/>
                    <a:pt x="114" y="335"/>
                    <a:pt x="176" y="335"/>
                  </a:cubicBezTo>
                  <a:cubicBezTo>
                    <a:pt x="194" y="335"/>
                    <a:pt x="212" y="332"/>
                    <a:pt x="230" y="326"/>
                  </a:cubicBezTo>
                  <a:lnTo>
                    <a:pt x="295" y="307"/>
                  </a:lnTo>
                  <a:cubicBezTo>
                    <a:pt x="376" y="280"/>
                    <a:pt x="418" y="176"/>
                    <a:pt x="385" y="101"/>
                  </a:cubicBezTo>
                  <a:cubicBezTo>
                    <a:pt x="359" y="44"/>
                    <a:pt x="301" y="0"/>
                    <a:pt x="2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8275" lIns="91425" spcFirstLastPara="1" rIns="91425" wrap="square" tIns="8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57" name="Google Shape;1357;p12"/>
            <p:cNvSpPr/>
            <p:nvPr/>
          </p:nvSpPr>
          <p:spPr>
            <a:xfrm>
              <a:off x="8067600" y="3806280"/>
              <a:ext cx="14400" cy="11160"/>
            </a:xfrm>
            <a:custGeom>
              <a:rect b="b" l="l" r="r" t="t"/>
              <a:pathLst>
                <a:path extrusionOk="0" h="229" w="293">
                  <a:moveTo>
                    <a:pt x="153" y="0"/>
                  </a:moveTo>
                  <a:cubicBezTo>
                    <a:pt x="78" y="0"/>
                    <a:pt x="1" y="67"/>
                    <a:pt x="37" y="156"/>
                  </a:cubicBezTo>
                  <a:cubicBezTo>
                    <a:pt x="57" y="207"/>
                    <a:pt x="99" y="229"/>
                    <a:pt x="141" y="229"/>
                  </a:cubicBezTo>
                  <a:cubicBezTo>
                    <a:pt x="215" y="229"/>
                    <a:pt x="292" y="162"/>
                    <a:pt x="257" y="71"/>
                  </a:cubicBezTo>
                  <a:cubicBezTo>
                    <a:pt x="236" y="21"/>
                    <a:pt x="195" y="0"/>
                    <a:pt x="1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750" lIns="91425" spcFirstLastPara="1" rIns="91425" wrap="square" tIns="5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58" name="Google Shape;1358;p12"/>
            <p:cNvSpPr/>
            <p:nvPr/>
          </p:nvSpPr>
          <p:spPr>
            <a:xfrm>
              <a:off x="7547040" y="4010040"/>
              <a:ext cx="14400" cy="11160"/>
            </a:xfrm>
            <a:custGeom>
              <a:rect b="b" l="l" r="r" t="t"/>
              <a:pathLst>
                <a:path extrusionOk="0" h="229" w="290">
                  <a:moveTo>
                    <a:pt x="151" y="1"/>
                  </a:moveTo>
                  <a:cubicBezTo>
                    <a:pt x="77" y="1"/>
                    <a:pt x="0" y="68"/>
                    <a:pt x="36" y="158"/>
                  </a:cubicBezTo>
                  <a:cubicBezTo>
                    <a:pt x="56" y="208"/>
                    <a:pt x="96" y="229"/>
                    <a:pt x="138" y="229"/>
                  </a:cubicBezTo>
                  <a:cubicBezTo>
                    <a:pt x="212" y="229"/>
                    <a:pt x="289" y="162"/>
                    <a:pt x="254" y="73"/>
                  </a:cubicBezTo>
                  <a:cubicBezTo>
                    <a:pt x="234" y="22"/>
                    <a:pt x="193" y="1"/>
                    <a:pt x="1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750" lIns="91425" spcFirstLastPara="1" rIns="91425" wrap="square" tIns="5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59" name="Google Shape;1359;p12"/>
            <p:cNvSpPr/>
            <p:nvPr/>
          </p:nvSpPr>
          <p:spPr>
            <a:xfrm>
              <a:off x="7950240" y="3844080"/>
              <a:ext cx="15120" cy="11880"/>
            </a:xfrm>
            <a:custGeom>
              <a:rect b="b" l="l" r="r" t="t"/>
              <a:pathLst>
                <a:path extrusionOk="0" h="243" w="305">
                  <a:moveTo>
                    <a:pt x="159" y="1"/>
                  </a:moveTo>
                  <a:cubicBezTo>
                    <a:pt x="81" y="1"/>
                    <a:pt x="0" y="71"/>
                    <a:pt x="38" y="166"/>
                  </a:cubicBezTo>
                  <a:cubicBezTo>
                    <a:pt x="59" y="220"/>
                    <a:pt x="102" y="243"/>
                    <a:pt x="146" y="243"/>
                  </a:cubicBezTo>
                  <a:cubicBezTo>
                    <a:pt x="224" y="243"/>
                    <a:pt x="304" y="172"/>
                    <a:pt x="267" y="77"/>
                  </a:cubicBezTo>
                  <a:cubicBezTo>
                    <a:pt x="247" y="23"/>
                    <a:pt x="203" y="1"/>
                    <a:pt x="1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100" lIns="91425" spcFirstLastPara="1" rIns="91425" wrap="square" tIns="6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60" name="Google Shape;1360;p12"/>
            <p:cNvSpPr/>
            <p:nvPr/>
          </p:nvSpPr>
          <p:spPr>
            <a:xfrm>
              <a:off x="7498080" y="4004280"/>
              <a:ext cx="18360" cy="14400"/>
            </a:xfrm>
            <a:custGeom>
              <a:rect b="b" l="l" r="r" t="t"/>
              <a:pathLst>
                <a:path extrusionOk="0" h="292" w="369">
                  <a:moveTo>
                    <a:pt x="193" y="0"/>
                  </a:moveTo>
                  <a:cubicBezTo>
                    <a:pt x="99" y="0"/>
                    <a:pt x="1" y="85"/>
                    <a:pt x="45" y="199"/>
                  </a:cubicBezTo>
                  <a:cubicBezTo>
                    <a:pt x="71" y="264"/>
                    <a:pt x="123" y="291"/>
                    <a:pt x="176" y="291"/>
                  </a:cubicBezTo>
                  <a:cubicBezTo>
                    <a:pt x="271" y="291"/>
                    <a:pt x="368" y="205"/>
                    <a:pt x="323" y="91"/>
                  </a:cubicBezTo>
                  <a:cubicBezTo>
                    <a:pt x="298" y="27"/>
                    <a:pt x="247" y="0"/>
                    <a:pt x="1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200" lIns="91425" spcFirstLastPara="1" rIns="91425" wrap="square" tIns="7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61" name="Google Shape;1361;p12"/>
            <p:cNvSpPr/>
            <p:nvPr/>
          </p:nvSpPr>
          <p:spPr>
            <a:xfrm>
              <a:off x="8052120" y="3771360"/>
              <a:ext cx="19440" cy="14760"/>
            </a:xfrm>
            <a:custGeom>
              <a:rect b="b" l="l" r="r" t="t"/>
              <a:pathLst>
                <a:path extrusionOk="0" h="299" w="394">
                  <a:moveTo>
                    <a:pt x="251" y="1"/>
                  </a:moveTo>
                  <a:cubicBezTo>
                    <a:pt x="233" y="1"/>
                    <a:pt x="214" y="5"/>
                    <a:pt x="194" y="15"/>
                  </a:cubicBezTo>
                  <a:lnTo>
                    <a:pt x="151" y="26"/>
                  </a:lnTo>
                  <a:cubicBezTo>
                    <a:pt x="0" y="74"/>
                    <a:pt x="69" y="299"/>
                    <a:pt x="197" y="299"/>
                  </a:cubicBezTo>
                  <a:cubicBezTo>
                    <a:pt x="214" y="299"/>
                    <a:pt x="233" y="295"/>
                    <a:pt x="252" y="285"/>
                  </a:cubicBezTo>
                  <a:lnTo>
                    <a:pt x="293" y="267"/>
                  </a:lnTo>
                  <a:cubicBezTo>
                    <a:pt x="379" y="242"/>
                    <a:pt x="393" y="158"/>
                    <a:pt x="364" y="94"/>
                  </a:cubicBezTo>
                  <a:cubicBezTo>
                    <a:pt x="348" y="43"/>
                    <a:pt x="306" y="1"/>
                    <a:pt x="2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550" lIns="91425" spcFirstLastPara="1" rIns="91425" wrap="square" tIns="75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62" name="Google Shape;1362;p12"/>
            <p:cNvSpPr/>
            <p:nvPr/>
          </p:nvSpPr>
          <p:spPr>
            <a:xfrm>
              <a:off x="7350120" y="4044960"/>
              <a:ext cx="21960" cy="17280"/>
            </a:xfrm>
            <a:custGeom>
              <a:rect b="b" l="l" r="r" t="t"/>
              <a:pathLst>
                <a:path extrusionOk="0" h="353" w="446">
                  <a:moveTo>
                    <a:pt x="233" y="0"/>
                  </a:moveTo>
                  <a:cubicBezTo>
                    <a:pt x="119" y="0"/>
                    <a:pt x="1" y="104"/>
                    <a:pt x="55" y="243"/>
                  </a:cubicBezTo>
                  <a:cubicBezTo>
                    <a:pt x="86" y="320"/>
                    <a:pt x="149" y="352"/>
                    <a:pt x="213" y="352"/>
                  </a:cubicBezTo>
                  <a:cubicBezTo>
                    <a:pt x="328" y="352"/>
                    <a:pt x="445" y="249"/>
                    <a:pt x="391" y="111"/>
                  </a:cubicBezTo>
                  <a:cubicBezTo>
                    <a:pt x="360" y="33"/>
                    <a:pt x="297" y="0"/>
                    <a:pt x="2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8625" lIns="91425" spcFirstLastPara="1" rIns="91425" wrap="square" tIns="86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63" name="Google Shape;1363;p12"/>
            <p:cNvSpPr/>
            <p:nvPr/>
          </p:nvSpPr>
          <p:spPr>
            <a:xfrm>
              <a:off x="7417080" y="4014000"/>
              <a:ext cx="23040" cy="18360"/>
            </a:xfrm>
            <a:custGeom>
              <a:rect b="b" l="l" r="r" t="t"/>
              <a:pathLst>
                <a:path extrusionOk="0" h="371" w="466">
                  <a:moveTo>
                    <a:pt x="245" y="0"/>
                  </a:moveTo>
                  <a:cubicBezTo>
                    <a:pt x="125" y="0"/>
                    <a:pt x="1" y="110"/>
                    <a:pt x="57" y="255"/>
                  </a:cubicBezTo>
                  <a:cubicBezTo>
                    <a:pt x="89" y="336"/>
                    <a:pt x="155" y="371"/>
                    <a:pt x="222" y="371"/>
                  </a:cubicBezTo>
                  <a:cubicBezTo>
                    <a:pt x="342" y="371"/>
                    <a:pt x="466" y="261"/>
                    <a:pt x="410" y="116"/>
                  </a:cubicBezTo>
                  <a:cubicBezTo>
                    <a:pt x="378" y="35"/>
                    <a:pt x="312" y="0"/>
                    <a:pt x="2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350" lIns="91425" spcFirstLastPara="1" rIns="91425" wrap="square" tIns="9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64" name="Google Shape;1364;p12"/>
            <p:cNvSpPr/>
            <p:nvPr/>
          </p:nvSpPr>
          <p:spPr>
            <a:xfrm>
              <a:off x="7959240" y="3723480"/>
              <a:ext cx="47880" cy="65880"/>
            </a:xfrm>
            <a:custGeom>
              <a:rect b="b" l="l" r="r" t="t"/>
              <a:pathLst>
                <a:path extrusionOk="0" h="1313" w="961">
                  <a:moveTo>
                    <a:pt x="356" y="247"/>
                  </a:moveTo>
                  <a:cubicBezTo>
                    <a:pt x="448" y="247"/>
                    <a:pt x="551" y="388"/>
                    <a:pt x="589" y="442"/>
                  </a:cubicBezTo>
                  <a:cubicBezTo>
                    <a:pt x="674" y="567"/>
                    <a:pt x="720" y="709"/>
                    <a:pt x="733" y="853"/>
                  </a:cubicBezTo>
                  <a:cubicBezTo>
                    <a:pt x="727" y="862"/>
                    <a:pt x="720" y="873"/>
                    <a:pt x="718" y="883"/>
                  </a:cubicBezTo>
                  <a:cubicBezTo>
                    <a:pt x="700" y="951"/>
                    <a:pt x="706" y="995"/>
                    <a:pt x="639" y="1036"/>
                  </a:cubicBezTo>
                  <a:cubicBezTo>
                    <a:pt x="609" y="1054"/>
                    <a:pt x="578" y="1063"/>
                    <a:pt x="549" y="1063"/>
                  </a:cubicBezTo>
                  <a:cubicBezTo>
                    <a:pt x="495" y="1063"/>
                    <a:pt x="444" y="1036"/>
                    <a:pt x="405" y="992"/>
                  </a:cubicBezTo>
                  <a:cubicBezTo>
                    <a:pt x="295" y="869"/>
                    <a:pt x="266" y="649"/>
                    <a:pt x="265" y="490"/>
                  </a:cubicBezTo>
                  <a:cubicBezTo>
                    <a:pt x="263" y="434"/>
                    <a:pt x="258" y="276"/>
                    <a:pt x="330" y="251"/>
                  </a:cubicBezTo>
                  <a:cubicBezTo>
                    <a:pt x="338" y="248"/>
                    <a:pt x="347" y="247"/>
                    <a:pt x="356" y="247"/>
                  </a:cubicBezTo>
                  <a:close/>
                  <a:moveTo>
                    <a:pt x="343" y="0"/>
                  </a:moveTo>
                  <a:cubicBezTo>
                    <a:pt x="118" y="0"/>
                    <a:pt x="1" y="282"/>
                    <a:pt x="11" y="519"/>
                  </a:cubicBezTo>
                  <a:cubicBezTo>
                    <a:pt x="25" y="822"/>
                    <a:pt x="146" y="1308"/>
                    <a:pt x="528" y="1312"/>
                  </a:cubicBezTo>
                  <a:cubicBezTo>
                    <a:pt x="632" y="1312"/>
                    <a:pt x="775" y="1242"/>
                    <a:pt x="863" y="1145"/>
                  </a:cubicBezTo>
                  <a:cubicBezTo>
                    <a:pt x="891" y="1135"/>
                    <a:pt x="915" y="1114"/>
                    <a:pt x="922" y="1074"/>
                  </a:cubicBezTo>
                  <a:cubicBezTo>
                    <a:pt x="924" y="1064"/>
                    <a:pt x="925" y="1053"/>
                    <a:pt x="925" y="1045"/>
                  </a:cubicBezTo>
                  <a:cubicBezTo>
                    <a:pt x="937" y="1016"/>
                    <a:pt x="941" y="988"/>
                    <a:pt x="937" y="958"/>
                  </a:cubicBezTo>
                  <a:cubicBezTo>
                    <a:pt x="961" y="619"/>
                    <a:pt x="826" y="217"/>
                    <a:pt x="520" y="51"/>
                  </a:cubicBezTo>
                  <a:cubicBezTo>
                    <a:pt x="455" y="16"/>
                    <a:pt x="396" y="0"/>
                    <a:pt x="3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3100" lIns="91425" spcFirstLastPara="1" rIns="91425" wrap="square" tIns="33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65" name="Google Shape;1365;p12"/>
            <p:cNvSpPr/>
            <p:nvPr/>
          </p:nvSpPr>
          <p:spPr>
            <a:xfrm>
              <a:off x="8037000" y="3714840"/>
              <a:ext cx="79560" cy="46080"/>
            </a:xfrm>
            <a:custGeom>
              <a:rect b="b" l="l" r="r" t="t"/>
              <a:pathLst>
                <a:path extrusionOk="0" h="920" w="1586">
                  <a:moveTo>
                    <a:pt x="1150" y="164"/>
                  </a:moveTo>
                  <a:lnTo>
                    <a:pt x="1150" y="164"/>
                  </a:lnTo>
                  <a:cubicBezTo>
                    <a:pt x="1155" y="289"/>
                    <a:pt x="1080" y="378"/>
                    <a:pt x="974" y="465"/>
                  </a:cubicBezTo>
                  <a:cubicBezTo>
                    <a:pt x="866" y="554"/>
                    <a:pt x="672" y="702"/>
                    <a:pt x="510" y="702"/>
                  </a:cubicBezTo>
                  <a:cubicBezTo>
                    <a:pt x="469" y="702"/>
                    <a:pt x="430" y="692"/>
                    <a:pt x="396" y="670"/>
                  </a:cubicBezTo>
                  <a:cubicBezTo>
                    <a:pt x="105" y="486"/>
                    <a:pt x="519" y="310"/>
                    <a:pt x="661" y="258"/>
                  </a:cubicBezTo>
                  <a:cubicBezTo>
                    <a:pt x="822" y="202"/>
                    <a:pt x="984" y="175"/>
                    <a:pt x="1150" y="164"/>
                  </a:cubicBezTo>
                  <a:close/>
                  <a:moveTo>
                    <a:pt x="1243" y="0"/>
                  </a:moveTo>
                  <a:cubicBezTo>
                    <a:pt x="1221" y="0"/>
                    <a:pt x="1198" y="7"/>
                    <a:pt x="1179" y="20"/>
                  </a:cubicBezTo>
                  <a:cubicBezTo>
                    <a:pt x="1142" y="18"/>
                    <a:pt x="1104" y="16"/>
                    <a:pt x="1065" y="16"/>
                  </a:cubicBezTo>
                  <a:cubicBezTo>
                    <a:pt x="771" y="16"/>
                    <a:pt x="441" y="77"/>
                    <a:pt x="219" y="252"/>
                  </a:cubicBezTo>
                  <a:cubicBezTo>
                    <a:pt x="0" y="422"/>
                    <a:pt x="2" y="711"/>
                    <a:pt x="241" y="863"/>
                  </a:cubicBezTo>
                  <a:cubicBezTo>
                    <a:pt x="304" y="902"/>
                    <a:pt x="383" y="920"/>
                    <a:pt x="469" y="920"/>
                  </a:cubicBezTo>
                  <a:cubicBezTo>
                    <a:pt x="921" y="920"/>
                    <a:pt x="1585" y="433"/>
                    <a:pt x="1313" y="37"/>
                  </a:cubicBezTo>
                  <a:cubicBezTo>
                    <a:pt x="1297" y="11"/>
                    <a:pt x="1270" y="0"/>
                    <a:pt x="12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3025" lIns="91425" spcFirstLastPara="1" rIns="91425" wrap="square" tIns="23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66" name="Google Shape;1366;p12"/>
            <p:cNvSpPr/>
            <p:nvPr/>
          </p:nvSpPr>
          <p:spPr>
            <a:xfrm>
              <a:off x="7795800" y="3844800"/>
              <a:ext cx="14040" cy="11160"/>
            </a:xfrm>
            <a:custGeom>
              <a:rect b="b" l="l" r="r" t="t"/>
              <a:pathLst>
                <a:path extrusionOk="0" h="226" w="285">
                  <a:moveTo>
                    <a:pt x="149" y="0"/>
                  </a:moveTo>
                  <a:cubicBezTo>
                    <a:pt x="76" y="0"/>
                    <a:pt x="0" y="67"/>
                    <a:pt x="35" y="154"/>
                  </a:cubicBezTo>
                  <a:cubicBezTo>
                    <a:pt x="55" y="205"/>
                    <a:pt x="95" y="226"/>
                    <a:pt x="137" y="226"/>
                  </a:cubicBezTo>
                  <a:cubicBezTo>
                    <a:pt x="210" y="226"/>
                    <a:pt x="285" y="159"/>
                    <a:pt x="250" y="70"/>
                  </a:cubicBezTo>
                  <a:cubicBezTo>
                    <a:pt x="230" y="21"/>
                    <a:pt x="190" y="0"/>
                    <a:pt x="1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750" lIns="91425" spcFirstLastPara="1" rIns="91425" wrap="square" tIns="5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67" name="Google Shape;1367;p12"/>
            <p:cNvSpPr/>
            <p:nvPr/>
          </p:nvSpPr>
          <p:spPr>
            <a:xfrm>
              <a:off x="8042400" y="3723480"/>
              <a:ext cx="52560" cy="26640"/>
            </a:xfrm>
            <a:custGeom>
              <a:rect b="b" l="l" r="r" t="t"/>
              <a:pathLst>
                <a:path extrusionOk="0" h="537" w="1050">
                  <a:moveTo>
                    <a:pt x="1045" y="1"/>
                  </a:moveTo>
                  <a:cubicBezTo>
                    <a:pt x="879" y="14"/>
                    <a:pt x="716" y="38"/>
                    <a:pt x="556" y="94"/>
                  </a:cubicBezTo>
                  <a:cubicBezTo>
                    <a:pt x="413" y="147"/>
                    <a:pt x="1" y="321"/>
                    <a:pt x="290" y="505"/>
                  </a:cubicBezTo>
                  <a:cubicBezTo>
                    <a:pt x="324" y="527"/>
                    <a:pt x="362" y="537"/>
                    <a:pt x="403" y="537"/>
                  </a:cubicBezTo>
                  <a:cubicBezTo>
                    <a:pt x="564" y="537"/>
                    <a:pt x="760" y="389"/>
                    <a:pt x="868" y="300"/>
                  </a:cubicBezTo>
                  <a:cubicBezTo>
                    <a:pt x="974" y="213"/>
                    <a:pt x="1049" y="126"/>
                    <a:pt x="104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3300" lIns="91425" spcFirstLastPara="1" rIns="91425" wrap="square" tIns="13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68" name="Google Shape;1368;p12"/>
            <p:cNvSpPr/>
            <p:nvPr/>
          </p:nvSpPr>
          <p:spPr>
            <a:xfrm>
              <a:off x="7971840" y="3736080"/>
              <a:ext cx="23760" cy="40680"/>
            </a:xfrm>
            <a:custGeom>
              <a:rect b="b" l="l" r="r" t="t"/>
              <a:pathLst>
                <a:path extrusionOk="0" h="814" w="476">
                  <a:moveTo>
                    <a:pt x="101" y="1"/>
                  </a:moveTo>
                  <a:cubicBezTo>
                    <a:pt x="92" y="1"/>
                    <a:pt x="83" y="2"/>
                    <a:pt x="75" y="5"/>
                  </a:cubicBezTo>
                  <a:cubicBezTo>
                    <a:pt x="1" y="29"/>
                    <a:pt x="7" y="189"/>
                    <a:pt x="9" y="243"/>
                  </a:cubicBezTo>
                  <a:cubicBezTo>
                    <a:pt x="12" y="402"/>
                    <a:pt x="41" y="622"/>
                    <a:pt x="151" y="744"/>
                  </a:cubicBezTo>
                  <a:cubicBezTo>
                    <a:pt x="190" y="788"/>
                    <a:pt x="241" y="814"/>
                    <a:pt x="294" y="814"/>
                  </a:cubicBezTo>
                  <a:cubicBezTo>
                    <a:pt x="324" y="814"/>
                    <a:pt x="355" y="805"/>
                    <a:pt x="385" y="787"/>
                  </a:cubicBezTo>
                  <a:cubicBezTo>
                    <a:pt x="452" y="745"/>
                    <a:pt x="445" y="702"/>
                    <a:pt x="462" y="637"/>
                  </a:cubicBezTo>
                  <a:cubicBezTo>
                    <a:pt x="464" y="626"/>
                    <a:pt x="471" y="616"/>
                    <a:pt x="476" y="608"/>
                  </a:cubicBezTo>
                  <a:cubicBezTo>
                    <a:pt x="464" y="462"/>
                    <a:pt x="418" y="320"/>
                    <a:pt x="333" y="197"/>
                  </a:cubicBezTo>
                  <a:cubicBezTo>
                    <a:pt x="294" y="141"/>
                    <a:pt x="193" y="1"/>
                    <a:pt x="1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69" name="Google Shape;1369;p12"/>
            <p:cNvSpPr/>
            <p:nvPr/>
          </p:nvSpPr>
          <p:spPr>
            <a:xfrm>
              <a:off x="8138520" y="3698280"/>
              <a:ext cx="17280" cy="16560"/>
            </a:xfrm>
            <a:custGeom>
              <a:rect b="b" l="l" r="r" t="t"/>
              <a:pathLst>
                <a:path extrusionOk="0" h="338" w="350">
                  <a:moveTo>
                    <a:pt x="161" y="0"/>
                  </a:moveTo>
                  <a:cubicBezTo>
                    <a:pt x="79" y="0"/>
                    <a:pt x="0" y="74"/>
                    <a:pt x="32" y="181"/>
                  </a:cubicBezTo>
                  <a:cubicBezTo>
                    <a:pt x="39" y="204"/>
                    <a:pt x="45" y="225"/>
                    <a:pt x="52" y="249"/>
                  </a:cubicBezTo>
                  <a:cubicBezTo>
                    <a:pt x="67" y="305"/>
                    <a:pt x="128" y="338"/>
                    <a:pt x="185" y="338"/>
                  </a:cubicBezTo>
                  <a:cubicBezTo>
                    <a:pt x="203" y="338"/>
                    <a:pt x="219" y="335"/>
                    <a:pt x="234" y="328"/>
                  </a:cubicBezTo>
                  <a:cubicBezTo>
                    <a:pt x="300" y="302"/>
                    <a:pt x="349" y="214"/>
                    <a:pt x="318" y="146"/>
                  </a:cubicBezTo>
                  <a:lnTo>
                    <a:pt x="286" y="82"/>
                  </a:lnTo>
                  <a:cubicBezTo>
                    <a:pt x="256" y="25"/>
                    <a:pt x="208" y="0"/>
                    <a:pt x="1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8275" lIns="91425" spcFirstLastPara="1" rIns="91425" wrap="square" tIns="8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70" name="Google Shape;1370;p12"/>
            <p:cNvSpPr/>
            <p:nvPr/>
          </p:nvSpPr>
          <p:spPr>
            <a:xfrm>
              <a:off x="7559280" y="3903480"/>
              <a:ext cx="20160" cy="20160"/>
            </a:xfrm>
            <a:custGeom>
              <a:rect b="b" l="l" r="r" t="t"/>
              <a:pathLst>
                <a:path extrusionOk="0" h="410" w="405">
                  <a:moveTo>
                    <a:pt x="214" y="1"/>
                  </a:moveTo>
                  <a:cubicBezTo>
                    <a:pt x="151" y="1"/>
                    <a:pt x="87" y="36"/>
                    <a:pt x="65" y="98"/>
                  </a:cubicBezTo>
                  <a:cubicBezTo>
                    <a:pt x="53" y="128"/>
                    <a:pt x="42" y="159"/>
                    <a:pt x="31" y="190"/>
                  </a:cubicBezTo>
                  <a:cubicBezTo>
                    <a:pt x="1" y="270"/>
                    <a:pt x="29" y="360"/>
                    <a:pt x="110" y="396"/>
                  </a:cubicBezTo>
                  <a:cubicBezTo>
                    <a:pt x="131" y="405"/>
                    <a:pt x="153" y="410"/>
                    <a:pt x="173" y="410"/>
                  </a:cubicBezTo>
                  <a:cubicBezTo>
                    <a:pt x="233" y="410"/>
                    <a:pt x="287" y="373"/>
                    <a:pt x="315" y="316"/>
                  </a:cubicBezTo>
                  <a:cubicBezTo>
                    <a:pt x="332" y="288"/>
                    <a:pt x="347" y="258"/>
                    <a:pt x="362" y="230"/>
                  </a:cubicBezTo>
                  <a:cubicBezTo>
                    <a:pt x="405" y="152"/>
                    <a:pt x="357" y="49"/>
                    <a:pt x="279" y="15"/>
                  </a:cubicBezTo>
                  <a:cubicBezTo>
                    <a:pt x="259" y="5"/>
                    <a:pt x="237" y="1"/>
                    <a:pt x="2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0075" lIns="91425" spcFirstLastPara="1" rIns="91425" wrap="square" tIns="100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71" name="Google Shape;1371;p12"/>
            <p:cNvSpPr/>
            <p:nvPr/>
          </p:nvSpPr>
          <p:spPr>
            <a:xfrm>
              <a:off x="7919280" y="3760200"/>
              <a:ext cx="17640" cy="15480"/>
            </a:xfrm>
            <a:custGeom>
              <a:rect b="b" l="l" r="r" t="t"/>
              <a:pathLst>
                <a:path extrusionOk="0" h="318" w="356">
                  <a:moveTo>
                    <a:pt x="206" y="1"/>
                  </a:moveTo>
                  <a:cubicBezTo>
                    <a:pt x="106" y="1"/>
                    <a:pt x="0" y="100"/>
                    <a:pt x="81" y="224"/>
                  </a:cubicBezTo>
                  <a:cubicBezTo>
                    <a:pt x="88" y="235"/>
                    <a:pt x="96" y="247"/>
                    <a:pt x="105" y="259"/>
                  </a:cubicBezTo>
                  <a:cubicBezTo>
                    <a:pt x="130" y="301"/>
                    <a:pt x="165" y="318"/>
                    <a:pt x="200" y="318"/>
                  </a:cubicBezTo>
                  <a:cubicBezTo>
                    <a:pt x="220" y="318"/>
                    <a:pt x="240" y="312"/>
                    <a:pt x="258" y="302"/>
                  </a:cubicBezTo>
                  <a:cubicBezTo>
                    <a:pt x="313" y="288"/>
                    <a:pt x="356" y="241"/>
                    <a:pt x="343" y="166"/>
                  </a:cubicBezTo>
                  <a:cubicBezTo>
                    <a:pt x="342" y="152"/>
                    <a:pt x="339" y="139"/>
                    <a:pt x="339" y="123"/>
                  </a:cubicBezTo>
                  <a:cubicBezTo>
                    <a:pt x="324" y="36"/>
                    <a:pt x="266" y="1"/>
                    <a:pt x="2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900" lIns="91425" spcFirstLastPara="1" rIns="91425" wrap="square" tIns="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72" name="Google Shape;1372;p12"/>
            <p:cNvSpPr/>
            <p:nvPr/>
          </p:nvSpPr>
          <p:spPr>
            <a:xfrm>
              <a:off x="7865280" y="3771000"/>
              <a:ext cx="22680" cy="21960"/>
            </a:xfrm>
            <a:custGeom>
              <a:rect b="b" l="l" r="r" t="t"/>
              <a:pathLst>
                <a:path extrusionOk="0" h="444" w="456">
                  <a:moveTo>
                    <a:pt x="153" y="0"/>
                  </a:moveTo>
                  <a:cubicBezTo>
                    <a:pt x="115" y="0"/>
                    <a:pt x="76" y="15"/>
                    <a:pt x="53" y="39"/>
                  </a:cubicBezTo>
                  <a:cubicBezTo>
                    <a:pt x="3" y="89"/>
                    <a:pt x="0" y="160"/>
                    <a:pt x="38" y="219"/>
                  </a:cubicBezTo>
                  <a:cubicBezTo>
                    <a:pt x="77" y="273"/>
                    <a:pt x="112" y="333"/>
                    <a:pt x="152" y="384"/>
                  </a:cubicBezTo>
                  <a:cubicBezTo>
                    <a:pt x="183" y="422"/>
                    <a:pt x="230" y="443"/>
                    <a:pt x="277" y="443"/>
                  </a:cubicBezTo>
                  <a:cubicBezTo>
                    <a:pt x="309" y="443"/>
                    <a:pt x="341" y="434"/>
                    <a:pt x="369" y="413"/>
                  </a:cubicBezTo>
                  <a:cubicBezTo>
                    <a:pt x="432" y="365"/>
                    <a:pt x="455" y="259"/>
                    <a:pt x="400" y="199"/>
                  </a:cubicBezTo>
                  <a:cubicBezTo>
                    <a:pt x="349" y="138"/>
                    <a:pt x="288" y="86"/>
                    <a:pt x="231" y="31"/>
                  </a:cubicBezTo>
                  <a:cubicBezTo>
                    <a:pt x="211" y="10"/>
                    <a:pt x="182" y="0"/>
                    <a:pt x="1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1150" lIns="91425" spcFirstLastPara="1" rIns="91425" wrap="square" tIns="111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73" name="Google Shape;1373;p12"/>
            <p:cNvSpPr/>
            <p:nvPr/>
          </p:nvSpPr>
          <p:spPr>
            <a:xfrm>
              <a:off x="7456680" y="3942000"/>
              <a:ext cx="23040" cy="18360"/>
            </a:xfrm>
            <a:custGeom>
              <a:rect b="b" l="l" r="r" t="t"/>
              <a:pathLst>
                <a:path extrusionOk="0" h="370" w="467">
                  <a:moveTo>
                    <a:pt x="244" y="0"/>
                  </a:moveTo>
                  <a:cubicBezTo>
                    <a:pt x="125" y="0"/>
                    <a:pt x="1" y="109"/>
                    <a:pt x="57" y="254"/>
                  </a:cubicBezTo>
                  <a:cubicBezTo>
                    <a:pt x="89" y="335"/>
                    <a:pt x="155" y="370"/>
                    <a:pt x="223" y="370"/>
                  </a:cubicBezTo>
                  <a:cubicBezTo>
                    <a:pt x="343" y="370"/>
                    <a:pt x="467" y="261"/>
                    <a:pt x="410" y="116"/>
                  </a:cubicBezTo>
                  <a:cubicBezTo>
                    <a:pt x="378" y="35"/>
                    <a:pt x="312" y="0"/>
                    <a:pt x="2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350" lIns="91425" spcFirstLastPara="1" rIns="91425" wrap="square" tIns="9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74" name="Google Shape;1374;p12"/>
            <p:cNvSpPr/>
            <p:nvPr/>
          </p:nvSpPr>
          <p:spPr>
            <a:xfrm>
              <a:off x="7347240" y="3984480"/>
              <a:ext cx="17280" cy="13680"/>
            </a:xfrm>
            <a:custGeom>
              <a:rect b="b" l="l" r="r" t="t"/>
              <a:pathLst>
                <a:path extrusionOk="0" h="279" w="352">
                  <a:moveTo>
                    <a:pt x="185" y="0"/>
                  </a:moveTo>
                  <a:cubicBezTo>
                    <a:pt x="95" y="0"/>
                    <a:pt x="1" y="82"/>
                    <a:pt x="42" y="191"/>
                  </a:cubicBezTo>
                  <a:cubicBezTo>
                    <a:pt x="66" y="253"/>
                    <a:pt x="116" y="279"/>
                    <a:pt x="167" y="279"/>
                  </a:cubicBezTo>
                  <a:cubicBezTo>
                    <a:pt x="257" y="279"/>
                    <a:pt x="351" y="196"/>
                    <a:pt x="307" y="87"/>
                  </a:cubicBezTo>
                  <a:cubicBezTo>
                    <a:pt x="284" y="26"/>
                    <a:pt x="235" y="0"/>
                    <a:pt x="1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825" lIns="91425" spcFirstLastPara="1" rIns="91425" wrap="square" tIns="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75" name="Google Shape;1375;p12"/>
            <p:cNvSpPr/>
            <p:nvPr/>
          </p:nvSpPr>
          <p:spPr>
            <a:xfrm>
              <a:off x="7645320" y="3857400"/>
              <a:ext cx="21960" cy="17280"/>
            </a:xfrm>
            <a:custGeom>
              <a:rect b="b" l="l" r="r" t="t"/>
              <a:pathLst>
                <a:path extrusionOk="0" h="351" w="440">
                  <a:moveTo>
                    <a:pt x="249" y="0"/>
                  </a:moveTo>
                  <a:cubicBezTo>
                    <a:pt x="231" y="0"/>
                    <a:pt x="212" y="3"/>
                    <a:pt x="194" y="11"/>
                  </a:cubicBezTo>
                  <a:cubicBezTo>
                    <a:pt x="173" y="21"/>
                    <a:pt x="150" y="29"/>
                    <a:pt x="128" y="38"/>
                  </a:cubicBezTo>
                  <a:cubicBezTo>
                    <a:pt x="51" y="72"/>
                    <a:pt x="0" y="166"/>
                    <a:pt x="38" y="249"/>
                  </a:cubicBezTo>
                  <a:cubicBezTo>
                    <a:pt x="66" y="313"/>
                    <a:pt x="125" y="351"/>
                    <a:pt x="189" y="351"/>
                  </a:cubicBezTo>
                  <a:cubicBezTo>
                    <a:pt x="208" y="351"/>
                    <a:pt x="227" y="348"/>
                    <a:pt x="247" y="341"/>
                  </a:cubicBezTo>
                  <a:cubicBezTo>
                    <a:pt x="269" y="332"/>
                    <a:pt x="291" y="325"/>
                    <a:pt x="312" y="315"/>
                  </a:cubicBezTo>
                  <a:cubicBezTo>
                    <a:pt x="394" y="287"/>
                    <a:pt x="440" y="185"/>
                    <a:pt x="404" y="106"/>
                  </a:cubicBezTo>
                  <a:cubicBezTo>
                    <a:pt x="376" y="42"/>
                    <a:pt x="314" y="0"/>
                    <a:pt x="2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8625" lIns="91425" spcFirstLastPara="1" rIns="91425" wrap="square" tIns="86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76" name="Google Shape;1376;p12"/>
            <p:cNvSpPr/>
            <p:nvPr/>
          </p:nvSpPr>
          <p:spPr>
            <a:xfrm>
              <a:off x="8026920" y="3693240"/>
              <a:ext cx="15120" cy="11880"/>
            </a:xfrm>
            <a:custGeom>
              <a:rect b="b" l="l" r="r" t="t"/>
              <a:pathLst>
                <a:path extrusionOk="0" h="243" w="307">
                  <a:moveTo>
                    <a:pt x="160" y="0"/>
                  </a:moveTo>
                  <a:cubicBezTo>
                    <a:pt x="81" y="0"/>
                    <a:pt x="0" y="71"/>
                    <a:pt x="37" y="166"/>
                  </a:cubicBezTo>
                  <a:cubicBezTo>
                    <a:pt x="58" y="220"/>
                    <a:pt x="102" y="243"/>
                    <a:pt x="147" y="243"/>
                  </a:cubicBezTo>
                  <a:cubicBezTo>
                    <a:pt x="226" y="243"/>
                    <a:pt x="307" y="172"/>
                    <a:pt x="270" y="77"/>
                  </a:cubicBezTo>
                  <a:cubicBezTo>
                    <a:pt x="248" y="23"/>
                    <a:pt x="204" y="0"/>
                    <a:pt x="16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100" lIns="91425" spcFirstLastPara="1" rIns="91425" wrap="square" tIns="6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77" name="Google Shape;1377;p12"/>
            <p:cNvSpPr/>
            <p:nvPr/>
          </p:nvSpPr>
          <p:spPr>
            <a:xfrm>
              <a:off x="7737120" y="3802320"/>
              <a:ext cx="16200" cy="12960"/>
            </a:xfrm>
            <a:custGeom>
              <a:rect b="b" l="l" r="r" t="t"/>
              <a:pathLst>
                <a:path extrusionOk="0" h="262" w="328">
                  <a:moveTo>
                    <a:pt x="172" y="0"/>
                  </a:moveTo>
                  <a:cubicBezTo>
                    <a:pt x="87" y="0"/>
                    <a:pt x="0" y="77"/>
                    <a:pt x="41" y="181"/>
                  </a:cubicBezTo>
                  <a:cubicBezTo>
                    <a:pt x="63" y="238"/>
                    <a:pt x="109" y="262"/>
                    <a:pt x="156" y="262"/>
                  </a:cubicBezTo>
                  <a:cubicBezTo>
                    <a:pt x="240" y="262"/>
                    <a:pt x="328" y="185"/>
                    <a:pt x="289" y="83"/>
                  </a:cubicBezTo>
                  <a:cubicBezTo>
                    <a:pt x="266" y="25"/>
                    <a:pt x="220" y="0"/>
                    <a:pt x="1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475" lIns="91425" spcFirstLastPara="1" rIns="91425" wrap="square" tIns="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78" name="Google Shape;1378;p12"/>
            <p:cNvSpPr/>
            <p:nvPr/>
          </p:nvSpPr>
          <p:spPr>
            <a:xfrm>
              <a:off x="7638840" y="3772800"/>
              <a:ext cx="45360" cy="63000"/>
            </a:xfrm>
            <a:custGeom>
              <a:rect b="b" l="l" r="r" t="t"/>
              <a:pathLst>
                <a:path extrusionOk="0" h="1260" w="908">
                  <a:moveTo>
                    <a:pt x="349" y="283"/>
                  </a:moveTo>
                  <a:cubicBezTo>
                    <a:pt x="447" y="402"/>
                    <a:pt x="563" y="517"/>
                    <a:pt x="610" y="667"/>
                  </a:cubicBezTo>
                  <a:cubicBezTo>
                    <a:pt x="642" y="773"/>
                    <a:pt x="594" y="1023"/>
                    <a:pt x="443" y="1023"/>
                  </a:cubicBezTo>
                  <a:cubicBezTo>
                    <a:pt x="427" y="1023"/>
                    <a:pt x="410" y="1020"/>
                    <a:pt x="392" y="1014"/>
                  </a:cubicBezTo>
                  <a:cubicBezTo>
                    <a:pt x="236" y="964"/>
                    <a:pt x="257" y="680"/>
                    <a:pt x="273" y="565"/>
                  </a:cubicBezTo>
                  <a:cubicBezTo>
                    <a:pt x="286" y="466"/>
                    <a:pt x="314" y="374"/>
                    <a:pt x="349" y="283"/>
                  </a:cubicBezTo>
                  <a:close/>
                  <a:moveTo>
                    <a:pt x="319" y="0"/>
                  </a:moveTo>
                  <a:cubicBezTo>
                    <a:pt x="294" y="0"/>
                    <a:pt x="269" y="11"/>
                    <a:pt x="252" y="36"/>
                  </a:cubicBezTo>
                  <a:cubicBezTo>
                    <a:pt x="90" y="263"/>
                    <a:pt x="1" y="563"/>
                    <a:pt x="41" y="844"/>
                  </a:cubicBezTo>
                  <a:cubicBezTo>
                    <a:pt x="73" y="1052"/>
                    <a:pt x="206" y="1259"/>
                    <a:pt x="436" y="1259"/>
                  </a:cubicBezTo>
                  <a:cubicBezTo>
                    <a:pt x="438" y="1259"/>
                    <a:pt x="441" y="1259"/>
                    <a:pt x="443" y="1259"/>
                  </a:cubicBezTo>
                  <a:cubicBezTo>
                    <a:pt x="651" y="1254"/>
                    <a:pt x="821" y="1057"/>
                    <a:pt x="854" y="862"/>
                  </a:cubicBezTo>
                  <a:cubicBezTo>
                    <a:pt x="908" y="569"/>
                    <a:pt x="687" y="297"/>
                    <a:pt x="486" y="111"/>
                  </a:cubicBezTo>
                  <a:cubicBezTo>
                    <a:pt x="464" y="93"/>
                    <a:pt x="443" y="87"/>
                    <a:pt x="420" y="87"/>
                  </a:cubicBezTo>
                  <a:cubicBezTo>
                    <a:pt x="416" y="39"/>
                    <a:pt x="366" y="0"/>
                    <a:pt x="3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1675" lIns="91425" spcFirstLastPara="1" rIns="91425" wrap="square" tIns="31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79" name="Google Shape;1379;p12"/>
            <p:cNvSpPr/>
            <p:nvPr/>
          </p:nvSpPr>
          <p:spPr>
            <a:xfrm>
              <a:off x="7392240" y="3925440"/>
              <a:ext cx="17280" cy="13320"/>
            </a:xfrm>
            <a:custGeom>
              <a:rect b="b" l="l" r="r" t="t"/>
              <a:pathLst>
                <a:path extrusionOk="0" h="275" w="347">
                  <a:moveTo>
                    <a:pt x="182" y="1"/>
                  </a:moveTo>
                  <a:cubicBezTo>
                    <a:pt x="93" y="1"/>
                    <a:pt x="0" y="82"/>
                    <a:pt x="42" y="189"/>
                  </a:cubicBezTo>
                  <a:cubicBezTo>
                    <a:pt x="66" y="249"/>
                    <a:pt x="116" y="275"/>
                    <a:pt x="166" y="275"/>
                  </a:cubicBezTo>
                  <a:cubicBezTo>
                    <a:pt x="255" y="275"/>
                    <a:pt x="346" y="195"/>
                    <a:pt x="304" y="87"/>
                  </a:cubicBezTo>
                  <a:cubicBezTo>
                    <a:pt x="281" y="26"/>
                    <a:pt x="232" y="1"/>
                    <a:pt x="1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825" lIns="91425" spcFirstLastPara="1" rIns="91425" wrap="square" tIns="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80" name="Google Shape;1380;p12"/>
            <p:cNvSpPr/>
            <p:nvPr/>
          </p:nvSpPr>
          <p:spPr>
            <a:xfrm>
              <a:off x="7530120" y="3872160"/>
              <a:ext cx="16200" cy="12960"/>
            </a:xfrm>
            <a:custGeom>
              <a:rect b="b" l="l" r="r" t="t"/>
              <a:pathLst>
                <a:path extrusionOk="0" h="263" w="332">
                  <a:moveTo>
                    <a:pt x="173" y="0"/>
                  </a:moveTo>
                  <a:cubicBezTo>
                    <a:pt x="88" y="0"/>
                    <a:pt x="1" y="77"/>
                    <a:pt x="42" y="179"/>
                  </a:cubicBezTo>
                  <a:cubicBezTo>
                    <a:pt x="65" y="238"/>
                    <a:pt x="112" y="262"/>
                    <a:pt x="160" y="262"/>
                  </a:cubicBezTo>
                  <a:cubicBezTo>
                    <a:pt x="245" y="262"/>
                    <a:pt x="332" y="185"/>
                    <a:pt x="291" y="82"/>
                  </a:cubicBezTo>
                  <a:cubicBezTo>
                    <a:pt x="268" y="24"/>
                    <a:pt x="221" y="0"/>
                    <a:pt x="1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475" lIns="91425" spcFirstLastPara="1" rIns="91425" wrap="square" tIns="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81" name="Google Shape;1381;p12"/>
            <p:cNvSpPr/>
            <p:nvPr/>
          </p:nvSpPr>
          <p:spPr>
            <a:xfrm>
              <a:off x="7283520" y="3948120"/>
              <a:ext cx="23040" cy="19080"/>
            </a:xfrm>
            <a:custGeom>
              <a:rect b="b" l="l" r="r" t="t"/>
              <a:pathLst>
                <a:path extrusionOk="0" h="383" w="468">
                  <a:moveTo>
                    <a:pt x="178" y="1"/>
                  </a:moveTo>
                  <a:cubicBezTo>
                    <a:pt x="122" y="1"/>
                    <a:pt x="69" y="27"/>
                    <a:pt x="38" y="80"/>
                  </a:cubicBezTo>
                  <a:cubicBezTo>
                    <a:pt x="0" y="145"/>
                    <a:pt x="9" y="246"/>
                    <a:pt x="78" y="292"/>
                  </a:cubicBezTo>
                  <a:cubicBezTo>
                    <a:pt x="105" y="310"/>
                    <a:pt x="130" y="329"/>
                    <a:pt x="157" y="346"/>
                  </a:cubicBezTo>
                  <a:cubicBezTo>
                    <a:pt x="194" y="370"/>
                    <a:pt x="235" y="382"/>
                    <a:pt x="274" y="382"/>
                  </a:cubicBezTo>
                  <a:cubicBezTo>
                    <a:pt x="330" y="382"/>
                    <a:pt x="383" y="356"/>
                    <a:pt x="417" y="300"/>
                  </a:cubicBezTo>
                  <a:cubicBezTo>
                    <a:pt x="468" y="212"/>
                    <a:pt x="437" y="87"/>
                    <a:pt x="335" y="46"/>
                  </a:cubicBezTo>
                  <a:cubicBezTo>
                    <a:pt x="305" y="33"/>
                    <a:pt x="275" y="22"/>
                    <a:pt x="242" y="12"/>
                  </a:cubicBezTo>
                  <a:cubicBezTo>
                    <a:pt x="221" y="4"/>
                    <a:pt x="200" y="1"/>
                    <a:pt x="1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82" name="Google Shape;1382;p12"/>
            <p:cNvSpPr/>
            <p:nvPr/>
          </p:nvSpPr>
          <p:spPr>
            <a:xfrm>
              <a:off x="7650720" y="3787200"/>
              <a:ext cx="20160" cy="37080"/>
            </a:xfrm>
            <a:custGeom>
              <a:rect b="b" l="l" r="r" t="t"/>
              <a:pathLst>
                <a:path extrusionOk="0" h="741" w="407">
                  <a:moveTo>
                    <a:pt x="113" y="1"/>
                  </a:moveTo>
                  <a:cubicBezTo>
                    <a:pt x="78" y="90"/>
                    <a:pt x="50" y="184"/>
                    <a:pt x="37" y="281"/>
                  </a:cubicBezTo>
                  <a:cubicBezTo>
                    <a:pt x="21" y="398"/>
                    <a:pt x="0" y="682"/>
                    <a:pt x="156" y="732"/>
                  </a:cubicBezTo>
                  <a:cubicBezTo>
                    <a:pt x="174" y="738"/>
                    <a:pt x="191" y="741"/>
                    <a:pt x="207" y="741"/>
                  </a:cubicBezTo>
                  <a:cubicBezTo>
                    <a:pt x="357" y="741"/>
                    <a:pt x="406" y="491"/>
                    <a:pt x="374" y="385"/>
                  </a:cubicBezTo>
                  <a:cubicBezTo>
                    <a:pt x="330" y="235"/>
                    <a:pt x="213" y="120"/>
                    <a:pt x="1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8700" lIns="91425" spcFirstLastPara="1" rIns="91425" wrap="square" tIns="18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83" name="Google Shape;1383;p12"/>
            <p:cNvSpPr/>
            <p:nvPr/>
          </p:nvSpPr>
          <p:spPr>
            <a:xfrm>
              <a:off x="7784640" y="3753000"/>
              <a:ext cx="22320" cy="15840"/>
            </a:xfrm>
            <a:custGeom>
              <a:rect b="b" l="l" r="r" t="t"/>
              <a:pathLst>
                <a:path extrusionOk="0" h="324" w="452">
                  <a:moveTo>
                    <a:pt x="178" y="1"/>
                  </a:moveTo>
                  <a:cubicBezTo>
                    <a:pt x="65" y="1"/>
                    <a:pt x="0" y="170"/>
                    <a:pt x="100" y="240"/>
                  </a:cubicBezTo>
                  <a:lnTo>
                    <a:pt x="180" y="293"/>
                  </a:lnTo>
                  <a:cubicBezTo>
                    <a:pt x="210" y="313"/>
                    <a:pt x="244" y="323"/>
                    <a:pt x="276" y="323"/>
                  </a:cubicBezTo>
                  <a:cubicBezTo>
                    <a:pt x="333" y="323"/>
                    <a:pt x="386" y="293"/>
                    <a:pt x="412" y="234"/>
                  </a:cubicBezTo>
                  <a:cubicBezTo>
                    <a:pt x="452" y="142"/>
                    <a:pt x="391" y="46"/>
                    <a:pt x="297" y="25"/>
                  </a:cubicBezTo>
                  <a:cubicBezTo>
                    <a:pt x="266" y="18"/>
                    <a:pt x="235" y="13"/>
                    <a:pt x="204" y="3"/>
                  </a:cubicBezTo>
                  <a:cubicBezTo>
                    <a:pt x="195" y="1"/>
                    <a:pt x="186" y="1"/>
                    <a:pt x="1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900" lIns="91425" spcFirstLastPara="1" rIns="91425" wrap="square" tIns="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84" name="Google Shape;1384;p12"/>
            <p:cNvSpPr/>
            <p:nvPr/>
          </p:nvSpPr>
          <p:spPr>
            <a:xfrm>
              <a:off x="8091360" y="3637080"/>
              <a:ext cx="16200" cy="12960"/>
            </a:xfrm>
            <a:custGeom>
              <a:rect b="b" l="l" r="r" t="t"/>
              <a:pathLst>
                <a:path extrusionOk="0" h="263" w="331">
                  <a:moveTo>
                    <a:pt x="172" y="0"/>
                  </a:moveTo>
                  <a:cubicBezTo>
                    <a:pt x="88" y="0"/>
                    <a:pt x="1" y="78"/>
                    <a:pt x="41" y="181"/>
                  </a:cubicBezTo>
                  <a:cubicBezTo>
                    <a:pt x="64" y="238"/>
                    <a:pt x="111" y="263"/>
                    <a:pt x="158" y="263"/>
                  </a:cubicBezTo>
                  <a:cubicBezTo>
                    <a:pt x="243" y="263"/>
                    <a:pt x="330" y="186"/>
                    <a:pt x="289" y="83"/>
                  </a:cubicBezTo>
                  <a:cubicBezTo>
                    <a:pt x="267" y="25"/>
                    <a:pt x="220" y="0"/>
                    <a:pt x="1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475" lIns="91425" spcFirstLastPara="1" rIns="91425" wrap="square" tIns="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85" name="Google Shape;1385;p12"/>
            <p:cNvSpPr/>
            <p:nvPr/>
          </p:nvSpPr>
          <p:spPr>
            <a:xfrm>
              <a:off x="7448760" y="3873600"/>
              <a:ext cx="22680" cy="17280"/>
            </a:xfrm>
            <a:custGeom>
              <a:rect b="b" l="l" r="r" t="t"/>
              <a:pathLst>
                <a:path extrusionOk="0" h="350" w="457">
                  <a:moveTo>
                    <a:pt x="287" y="0"/>
                  </a:moveTo>
                  <a:cubicBezTo>
                    <a:pt x="266" y="0"/>
                    <a:pt x="243" y="5"/>
                    <a:pt x="219" y="17"/>
                  </a:cubicBezTo>
                  <a:cubicBezTo>
                    <a:pt x="207" y="21"/>
                    <a:pt x="192" y="26"/>
                    <a:pt x="179" y="30"/>
                  </a:cubicBezTo>
                  <a:cubicBezTo>
                    <a:pt x="1" y="82"/>
                    <a:pt x="83" y="349"/>
                    <a:pt x="232" y="349"/>
                  </a:cubicBezTo>
                  <a:cubicBezTo>
                    <a:pt x="253" y="349"/>
                    <a:pt x="274" y="344"/>
                    <a:pt x="297" y="333"/>
                  </a:cubicBezTo>
                  <a:cubicBezTo>
                    <a:pt x="309" y="327"/>
                    <a:pt x="324" y="320"/>
                    <a:pt x="336" y="313"/>
                  </a:cubicBezTo>
                  <a:cubicBezTo>
                    <a:pt x="440" y="284"/>
                    <a:pt x="457" y="186"/>
                    <a:pt x="419" y="109"/>
                  </a:cubicBezTo>
                  <a:cubicBezTo>
                    <a:pt x="400" y="49"/>
                    <a:pt x="352" y="0"/>
                    <a:pt x="2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8625" lIns="91425" spcFirstLastPara="1" rIns="91425" wrap="square" tIns="86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86" name="Google Shape;1386;p12"/>
            <p:cNvSpPr/>
            <p:nvPr/>
          </p:nvSpPr>
          <p:spPr>
            <a:xfrm>
              <a:off x="7584480" y="3810600"/>
              <a:ext cx="20160" cy="19800"/>
            </a:xfrm>
            <a:custGeom>
              <a:rect b="b" l="l" r="r" t="t"/>
              <a:pathLst>
                <a:path extrusionOk="0" h="401" w="405">
                  <a:moveTo>
                    <a:pt x="192" y="1"/>
                  </a:moveTo>
                  <a:cubicBezTo>
                    <a:pt x="172" y="1"/>
                    <a:pt x="152" y="4"/>
                    <a:pt x="133" y="13"/>
                  </a:cubicBezTo>
                  <a:cubicBezTo>
                    <a:pt x="53" y="48"/>
                    <a:pt x="0" y="143"/>
                    <a:pt x="37" y="231"/>
                  </a:cubicBezTo>
                  <a:cubicBezTo>
                    <a:pt x="46" y="252"/>
                    <a:pt x="57" y="273"/>
                    <a:pt x="65" y="295"/>
                  </a:cubicBezTo>
                  <a:cubicBezTo>
                    <a:pt x="93" y="356"/>
                    <a:pt x="156" y="400"/>
                    <a:pt x="222" y="400"/>
                  </a:cubicBezTo>
                  <a:cubicBezTo>
                    <a:pt x="242" y="400"/>
                    <a:pt x="262" y="396"/>
                    <a:pt x="281" y="388"/>
                  </a:cubicBezTo>
                  <a:cubicBezTo>
                    <a:pt x="366" y="348"/>
                    <a:pt x="404" y="261"/>
                    <a:pt x="374" y="176"/>
                  </a:cubicBezTo>
                  <a:cubicBezTo>
                    <a:pt x="367" y="153"/>
                    <a:pt x="357" y="132"/>
                    <a:pt x="350" y="107"/>
                  </a:cubicBezTo>
                  <a:cubicBezTo>
                    <a:pt x="330" y="43"/>
                    <a:pt x="260" y="1"/>
                    <a:pt x="1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0075" lIns="91425" spcFirstLastPara="1" rIns="91425" wrap="square" tIns="100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87" name="Google Shape;1387;p12"/>
            <p:cNvSpPr/>
            <p:nvPr/>
          </p:nvSpPr>
          <p:spPr>
            <a:xfrm>
              <a:off x="8043840" y="3629520"/>
              <a:ext cx="14760" cy="15480"/>
            </a:xfrm>
            <a:custGeom>
              <a:rect b="b" l="l" r="r" t="t"/>
              <a:pathLst>
                <a:path extrusionOk="0" h="311" w="303">
                  <a:moveTo>
                    <a:pt x="155" y="1"/>
                  </a:moveTo>
                  <a:cubicBezTo>
                    <a:pt x="139" y="1"/>
                    <a:pt x="123" y="4"/>
                    <a:pt x="106" y="11"/>
                  </a:cubicBezTo>
                  <a:cubicBezTo>
                    <a:pt x="5" y="48"/>
                    <a:pt x="1" y="168"/>
                    <a:pt x="72" y="235"/>
                  </a:cubicBezTo>
                  <a:cubicBezTo>
                    <a:pt x="73" y="239"/>
                    <a:pt x="87" y="263"/>
                    <a:pt x="87" y="266"/>
                  </a:cubicBezTo>
                  <a:cubicBezTo>
                    <a:pt x="108" y="297"/>
                    <a:pt x="139" y="310"/>
                    <a:pt x="172" y="310"/>
                  </a:cubicBezTo>
                  <a:cubicBezTo>
                    <a:pt x="236" y="310"/>
                    <a:pt x="303" y="258"/>
                    <a:pt x="291" y="185"/>
                  </a:cubicBezTo>
                  <a:cubicBezTo>
                    <a:pt x="291" y="184"/>
                    <a:pt x="283" y="154"/>
                    <a:pt x="284" y="154"/>
                  </a:cubicBezTo>
                  <a:lnTo>
                    <a:pt x="284" y="154"/>
                  </a:lnTo>
                  <a:cubicBezTo>
                    <a:pt x="284" y="154"/>
                    <a:pt x="284" y="154"/>
                    <a:pt x="284" y="154"/>
                  </a:cubicBezTo>
                  <a:cubicBezTo>
                    <a:pt x="289" y="73"/>
                    <a:pt x="231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900" lIns="91425" spcFirstLastPara="1" rIns="91425" wrap="square" tIns="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88" name="Google Shape;1388;p12"/>
            <p:cNvSpPr/>
            <p:nvPr/>
          </p:nvSpPr>
          <p:spPr>
            <a:xfrm>
              <a:off x="7957440" y="3668400"/>
              <a:ext cx="13680" cy="10800"/>
            </a:xfrm>
            <a:custGeom>
              <a:rect b="b" l="l" r="r" t="t"/>
              <a:pathLst>
                <a:path extrusionOk="0" h="221" w="280">
                  <a:moveTo>
                    <a:pt x="146" y="1"/>
                  </a:moveTo>
                  <a:cubicBezTo>
                    <a:pt x="75" y="1"/>
                    <a:pt x="1" y="66"/>
                    <a:pt x="36" y="152"/>
                  </a:cubicBezTo>
                  <a:cubicBezTo>
                    <a:pt x="55" y="200"/>
                    <a:pt x="94" y="221"/>
                    <a:pt x="134" y="221"/>
                  </a:cubicBezTo>
                  <a:cubicBezTo>
                    <a:pt x="205" y="221"/>
                    <a:pt x="279" y="157"/>
                    <a:pt x="245" y="70"/>
                  </a:cubicBezTo>
                  <a:cubicBezTo>
                    <a:pt x="226" y="21"/>
                    <a:pt x="186" y="1"/>
                    <a:pt x="1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400" lIns="91425" spcFirstLastPara="1" rIns="91425" wrap="square" tIns="5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89" name="Google Shape;1389;p12"/>
            <p:cNvSpPr/>
            <p:nvPr/>
          </p:nvSpPr>
          <p:spPr>
            <a:xfrm>
              <a:off x="7321320" y="3910320"/>
              <a:ext cx="19440" cy="15480"/>
            </a:xfrm>
            <a:custGeom>
              <a:rect b="b" l="l" r="r" t="t"/>
              <a:pathLst>
                <a:path extrusionOk="0" h="312" w="391">
                  <a:moveTo>
                    <a:pt x="203" y="1"/>
                  </a:moveTo>
                  <a:cubicBezTo>
                    <a:pt x="103" y="1"/>
                    <a:pt x="0" y="92"/>
                    <a:pt x="48" y="214"/>
                  </a:cubicBezTo>
                  <a:cubicBezTo>
                    <a:pt x="75" y="282"/>
                    <a:pt x="131" y="311"/>
                    <a:pt x="187" y="311"/>
                  </a:cubicBezTo>
                  <a:cubicBezTo>
                    <a:pt x="287" y="311"/>
                    <a:pt x="390" y="220"/>
                    <a:pt x="343" y="99"/>
                  </a:cubicBezTo>
                  <a:cubicBezTo>
                    <a:pt x="316" y="30"/>
                    <a:pt x="260" y="1"/>
                    <a:pt x="2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900" lIns="91425" spcFirstLastPara="1" rIns="91425" wrap="square" tIns="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90" name="Google Shape;1390;p12"/>
            <p:cNvSpPr/>
            <p:nvPr/>
          </p:nvSpPr>
          <p:spPr>
            <a:xfrm>
              <a:off x="7363440" y="3868560"/>
              <a:ext cx="23040" cy="17640"/>
            </a:xfrm>
            <a:custGeom>
              <a:rect b="b" l="l" r="r" t="t"/>
              <a:pathLst>
                <a:path extrusionOk="0" h="358" w="468">
                  <a:moveTo>
                    <a:pt x="294" y="1"/>
                  </a:moveTo>
                  <a:cubicBezTo>
                    <a:pt x="272" y="1"/>
                    <a:pt x="249" y="6"/>
                    <a:pt x="225" y="17"/>
                  </a:cubicBezTo>
                  <a:lnTo>
                    <a:pt x="183" y="31"/>
                  </a:lnTo>
                  <a:cubicBezTo>
                    <a:pt x="1" y="90"/>
                    <a:pt x="82" y="358"/>
                    <a:pt x="240" y="358"/>
                  </a:cubicBezTo>
                  <a:cubicBezTo>
                    <a:pt x="260" y="358"/>
                    <a:pt x="282" y="353"/>
                    <a:pt x="305" y="343"/>
                  </a:cubicBezTo>
                  <a:lnTo>
                    <a:pt x="346" y="323"/>
                  </a:lnTo>
                  <a:cubicBezTo>
                    <a:pt x="449" y="289"/>
                    <a:pt x="468" y="190"/>
                    <a:pt x="432" y="112"/>
                  </a:cubicBezTo>
                  <a:cubicBezTo>
                    <a:pt x="412" y="51"/>
                    <a:pt x="361" y="1"/>
                    <a:pt x="2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000" lIns="91425" spcFirstLastPara="1" rIns="91425" wrap="square" tIns="9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91" name="Google Shape;1391;p12"/>
            <p:cNvSpPr/>
            <p:nvPr/>
          </p:nvSpPr>
          <p:spPr>
            <a:xfrm>
              <a:off x="7863120" y="3687120"/>
              <a:ext cx="12240" cy="9720"/>
            </a:xfrm>
            <a:custGeom>
              <a:rect b="b" l="l" r="r" t="t"/>
              <a:pathLst>
                <a:path extrusionOk="0" h="200" w="253">
                  <a:moveTo>
                    <a:pt x="132" y="0"/>
                  </a:moveTo>
                  <a:cubicBezTo>
                    <a:pt x="67" y="0"/>
                    <a:pt x="1" y="58"/>
                    <a:pt x="31" y="136"/>
                  </a:cubicBezTo>
                  <a:cubicBezTo>
                    <a:pt x="49" y="181"/>
                    <a:pt x="85" y="199"/>
                    <a:pt x="121" y="199"/>
                  </a:cubicBezTo>
                  <a:cubicBezTo>
                    <a:pt x="186" y="199"/>
                    <a:pt x="252" y="141"/>
                    <a:pt x="221" y="63"/>
                  </a:cubicBezTo>
                  <a:cubicBezTo>
                    <a:pt x="204" y="19"/>
                    <a:pt x="168" y="0"/>
                    <a:pt x="1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92" name="Google Shape;1392;p12"/>
            <p:cNvSpPr/>
            <p:nvPr/>
          </p:nvSpPr>
          <p:spPr>
            <a:xfrm>
              <a:off x="7774560" y="3705120"/>
              <a:ext cx="15480" cy="12240"/>
            </a:xfrm>
            <a:custGeom>
              <a:rect b="b" l="l" r="r" t="t"/>
              <a:pathLst>
                <a:path extrusionOk="0" h="247" w="312">
                  <a:moveTo>
                    <a:pt x="162" y="0"/>
                  </a:moveTo>
                  <a:cubicBezTo>
                    <a:pt x="83" y="0"/>
                    <a:pt x="0" y="73"/>
                    <a:pt x="37" y="170"/>
                  </a:cubicBezTo>
                  <a:cubicBezTo>
                    <a:pt x="59" y="224"/>
                    <a:pt x="103" y="247"/>
                    <a:pt x="148" y="247"/>
                  </a:cubicBezTo>
                  <a:cubicBezTo>
                    <a:pt x="229" y="247"/>
                    <a:pt x="312" y="175"/>
                    <a:pt x="273" y="78"/>
                  </a:cubicBezTo>
                  <a:cubicBezTo>
                    <a:pt x="251" y="23"/>
                    <a:pt x="207" y="0"/>
                    <a:pt x="1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100" lIns="91425" spcFirstLastPara="1" rIns="91425" wrap="square" tIns="6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93" name="Google Shape;1393;p12"/>
            <p:cNvSpPr/>
            <p:nvPr/>
          </p:nvSpPr>
          <p:spPr>
            <a:xfrm>
              <a:off x="7448040" y="3817800"/>
              <a:ext cx="22320" cy="16200"/>
            </a:xfrm>
            <a:custGeom>
              <a:rect b="b" l="l" r="r" t="t"/>
              <a:pathLst>
                <a:path extrusionOk="0" h="329" w="449">
                  <a:moveTo>
                    <a:pt x="261" y="1"/>
                  </a:moveTo>
                  <a:cubicBezTo>
                    <a:pt x="228" y="1"/>
                    <a:pt x="193" y="11"/>
                    <a:pt x="164" y="31"/>
                  </a:cubicBezTo>
                  <a:cubicBezTo>
                    <a:pt x="144" y="44"/>
                    <a:pt x="124" y="54"/>
                    <a:pt x="108" y="71"/>
                  </a:cubicBezTo>
                  <a:cubicBezTo>
                    <a:pt x="1" y="170"/>
                    <a:pt x="62" y="327"/>
                    <a:pt x="209" y="329"/>
                  </a:cubicBezTo>
                  <a:cubicBezTo>
                    <a:pt x="232" y="329"/>
                    <a:pt x="253" y="323"/>
                    <a:pt x="277" y="320"/>
                  </a:cubicBezTo>
                  <a:cubicBezTo>
                    <a:pt x="379" y="304"/>
                    <a:pt x="449" y="201"/>
                    <a:pt x="409" y="100"/>
                  </a:cubicBezTo>
                  <a:cubicBezTo>
                    <a:pt x="383" y="35"/>
                    <a:pt x="323" y="1"/>
                    <a:pt x="2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8275" lIns="91425" spcFirstLastPara="1" rIns="91425" wrap="square" tIns="8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94" name="Google Shape;1394;p12"/>
            <p:cNvSpPr/>
            <p:nvPr/>
          </p:nvSpPr>
          <p:spPr>
            <a:xfrm>
              <a:off x="7668360" y="3690360"/>
              <a:ext cx="71640" cy="39960"/>
            </a:xfrm>
            <a:custGeom>
              <a:rect b="b" l="l" r="r" t="t"/>
              <a:pathLst>
                <a:path extrusionOk="0" h="803" w="1432">
                  <a:moveTo>
                    <a:pt x="675" y="214"/>
                  </a:moveTo>
                  <a:cubicBezTo>
                    <a:pt x="842" y="214"/>
                    <a:pt x="1099" y="262"/>
                    <a:pt x="1177" y="408"/>
                  </a:cubicBezTo>
                  <a:cubicBezTo>
                    <a:pt x="1219" y="488"/>
                    <a:pt x="1185" y="558"/>
                    <a:pt x="1120" y="592"/>
                  </a:cubicBezTo>
                  <a:cubicBezTo>
                    <a:pt x="1096" y="606"/>
                    <a:pt x="1057" y="609"/>
                    <a:pt x="1021" y="609"/>
                  </a:cubicBezTo>
                  <a:cubicBezTo>
                    <a:pt x="999" y="609"/>
                    <a:pt x="977" y="608"/>
                    <a:pt x="961" y="607"/>
                  </a:cubicBezTo>
                  <a:cubicBezTo>
                    <a:pt x="866" y="599"/>
                    <a:pt x="773" y="571"/>
                    <a:pt x="686" y="539"/>
                  </a:cubicBezTo>
                  <a:cubicBezTo>
                    <a:pt x="539" y="488"/>
                    <a:pt x="409" y="412"/>
                    <a:pt x="285" y="325"/>
                  </a:cubicBezTo>
                  <a:cubicBezTo>
                    <a:pt x="390" y="271"/>
                    <a:pt x="495" y="225"/>
                    <a:pt x="622" y="215"/>
                  </a:cubicBezTo>
                  <a:cubicBezTo>
                    <a:pt x="639" y="214"/>
                    <a:pt x="656" y="214"/>
                    <a:pt x="675" y="214"/>
                  </a:cubicBezTo>
                  <a:close/>
                  <a:moveTo>
                    <a:pt x="663" y="1"/>
                  </a:moveTo>
                  <a:cubicBezTo>
                    <a:pt x="438" y="1"/>
                    <a:pt x="201" y="74"/>
                    <a:pt x="51" y="240"/>
                  </a:cubicBezTo>
                  <a:cubicBezTo>
                    <a:pt x="0" y="296"/>
                    <a:pt x="57" y="396"/>
                    <a:pt x="128" y="396"/>
                  </a:cubicBezTo>
                  <a:cubicBezTo>
                    <a:pt x="132" y="396"/>
                    <a:pt x="135" y="396"/>
                    <a:pt x="139" y="395"/>
                  </a:cubicBezTo>
                  <a:cubicBezTo>
                    <a:pt x="342" y="592"/>
                    <a:pt x="597" y="737"/>
                    <a:pt x="878" y="791"/>
                  </a:cubicBezTo>
                  <a:cubicBezTo>
                    <a:pt x="916" y="798"/>
                    <a:pt x="959" y="802"/>
                    <a:pt x="1002" y="802"/>
                  </a:cubicBezTo>
                  <a:cubicBezTo>
                    <a:pt x="1192" y="802"/>
                    <a:pt x="1401" y="725"/>
                    <a:pt x="1415" y="512"/>
                  </a:cubicBezTo>
                  <a:cubicBezTo>
                    <a:pt x="1432" y="227"/>
                    <a:pt x="1083" y="62"/>
                    <a:pt x="845" y="17"/>
                  </a:cubicBezTo>
                  <a:cubicBezTo>
                    <a:pt x="787" y="6"/>
                    <a:pt x="725" y="1"/>
                    <a:pt x="6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0150" lIns="91425" spcFirstLastPara="1" rIns="91425" wrap="square" tIns="201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95" name="Google Shape;1395;p12"/>
            <p:cNvSpPr/>
            <p:nvPr/>
          </p:nvSpPr>
          <p:spPr>
            <a:xfrm>
              <a:off x="7547400" y="3776400"/>
              <a:ext cx="14040" cy="17280"/>
            </a:xfrm>
            <a:custGeom>
              <a:rect b="b" l="l" r="r" t="t"/>
              <a:pathLst>
                <a:path extrusionOk="0" h="347" w="284">
                  <a:moveTo>
                    <a:pt x="126" y="0"/>
                  </a:moveTo>
                  <a:cubicBezTo>
                    <a:pt x="64" y="0"/>
                    <a:pt x="0" y="50"/>
                    <a:pt x="10" y="122"/>
                  </a:cubicBezTo>
                  <a:cubicBezTo>
                    <a:pt x="16" y="154"/>
                    <a:pt x="18" y="185"/>
                    <a:pt x="26" y="216"/>
                  </a:cubicBezTo>
                  <a:cubicBezTo>
                    <a:pt x="39" y="253"/>
                    <a:pt x="59" y="277"/>
                    <a:pt x="86" y="306"/>
                  </a:cubicBezTo>
                  <a:cubicBezTo>
                    <a:pt x="112" y="334"/>
                    <a:pt x="143" y="347"/>
                    <a:pt x="174" y="347"/>
                  </a:cubicBezTo>
                  <a:cubicBezTo>
                    <a:pt x="231" y="347"/>
                    <a:pt x="284" y="301"/>
                    <a:pt x="284" y="228"/>
                  </a:cubicBezTo>
                  <a:cubicBezTo>
                    <a:pt x="284" y="190"/>
                    <a:pt x="281" y="157"/>
                    <a:pt x="263" y="124"/>
                  </a:cubicBezTo>
                  <a:cubicBezTo>
                    <a:pt x="249" y="93"/>
                    <a:pt x="229" y="69"/>
                    <a:pt x="210" y="44"/>
                  </a:cubicBezTo>
                  <a:cubicBezTo>
                    <a:pt x="190" y="13"/>
                    <a:pt x="158" y="0"/>
                    <a:pt x="1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8625" lIns="91425" spcFirstLastPara="1" rIns="91425" wrap="square" tIns="86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96" name="Google Shape;1396;p12"/>
            <p:cNvSpPr/>
            <p:nvPr/>
          </p:nvSpPr>
          <p:spPr>
            <a:xfrm>
              <a:off x="7682760" y="3701160"/>
              <a:ext cx="46800" cy="19440"/>
            </a:xfrm>
            <a:custGeom>
              <a:rect b="b" l="l" r="r" t="t"/>
              <a:pathLst>
                <a:path extrusionOk="0" h="395" w="935">
                  <a:moveTo>
                    <a:pt x="395" y="1"/>
                  </a:moveTo>
                  <a:cubicBezTo>
                    <a:pt x="374" y="1"/>
                    <a:pt x="355" y="1"/>
                    <a:pt x="337" y="3"/>
                  </a:cubicBezTo>
                  <a:cubicBezTo>
                    <a:pt x="210" y="11"/>
                    <a:pt x="105" y="57"/>
                    <a:pt x="0" y="111"/>
                  </a:cubicBezTo>
                  <a:cubicBezTo>
                    <a:pt x="125" y="201"/>
                    <a:pt x="255" y="274"/>
                    <a:pt x="401" y="325"/>
                  </a:cubicBezTo>
                  <a:cubicBezTo>
                    <a:pt x="488" y="354"/>
                    <a:pt x="581" y="385"/>
                    <a:pt x="676" y="393"/>
                  </a:cubicBezTo>
                  <a:cubicBezTo>
                    <a:pt x="692" y="394"/>
                    <a:pt x="714" y="395"/>
                    <a:pt x="736" y="395"/>
                  </a:cubicBezTo>
                  <a:cubicBezTo>
                    <a:pt x="772" y="395"/>
                    <a:pt x="811" y="392"/>
                    <a:pt x="835" y="378"/>
                  </a:cubicBezTo>
                  <a:cubicBezTo>
                    <a:pt x="900" y="344"/>
                    <a:pt x="934" y="274"/>
                    <a:pt x="892" y="194"/>
                  </a:cubicBezTo>
                  <a:cubicBezTo>
                    <a:pt x="815" y="49"/>
                    <a:pt x="562" y="1"/>
                    <a:pt x="39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97" name="Google Shape;1397;p12"/>
            <p:cNvSpPr/>
            <p:nvPr/>
          </p:nvSpPr>
          <p:spPr>
            <a:xfrm>
              <a:off x="7622280" y="3743280"/>
              <a:ext cx="18720" cy="18720"/>
            </a:xfrm>
            <a:custGeom>
              <a:rect b="b" l="l" r="r" t="t"/>
              <a:pathLst>
                <a:path extrusionOk="0" h="379" w="381">
                  <a:moveTo>
                    <a:pt x="188" y="0"/>
                  </a:moveTo>
                  <a:cubicBezTo>
                    <a:pt x="168" y="0"/>
                    <a:pt x="150" y="4"/>
                    <a:pt x="133" y="11"/>
                  </a:cubicBezTo>
                  <a:cubicBezTo>
                    <a:pt x="60" y="44"/>
                    <a:pt x="1" y="137"/>
                    <a:pt x="42" y="217"/>
                  </a:cubicBezTo>
                  <a:lnTo>
                    <a:pt x="74" y="280"/>
                  </a:lnTo>
                  <a:cubicBezTo>
                    <a:pt x="103" y="339"/>
                    <a:pt x="157" y="378"/>
                    <a:pt x="217" y="378"/>
                  </a:cubicBezTo>
                  <a:cubicBezTo>
                    <a:pt x="234" y="378"/>
                    <a:pt x="252" y="375"/>
                    <a:pt x="270" y="368"/>
                  </a:cubicBezTo>
                  <a:cubicBezTo>
                    <a:pt x="354" y="336"/>
                    <a:pt x="381" y="249"/>
                    <a:pt x="358" y="171"/>
                  </a:cubicBezTo>
                  <a:lnTo>
                    <a:pt x="338" y="100"/>
                  </a:lnTo>
                  <a:cubicBezTo>
                    <a:pt x="321" y="39"/>
                    <a:pt x="252" y="0"/>
                    <a:pt x="1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350" lIns="91425" spcFirstLastPara="1" rIns="91425" wrap="square" tIns="9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98" name="Google Shape;1398;p12"/>
            <p:cNvSpPr/>
            <p:nvPr/>
          </p:nvSpPr>
          <p:spPr>
            <a:xfrm>
              <a:off x="7369560" y="3780720"/>
              <a:ext cx="50040" cy="65520"/>
            </a:xfrm>
            <a:custGeom>
              <a:rect b="b" l="l" r="r" t="t"/>
              <a:pathLst>
                <a:path extrusionOk="0" h="1308" w="1000">
                  <a:moveTo>
                    <a:pt x="237" y="289"/>
                  </a:moveTo>
                  <a:cubicBezTo>
                    <a:pt x="391" y="289"/>
                    <a:pt x="493" y="383"/>
                    <a:pt x="577" y="512"/>
                  </a:cubicBezTo>
                  <a:cubicBezTo>
                    <a:pt x="650" y="625"/>
                    <a:pt x="881" y="1127"/>
                    <a:pt x="532" y="1127"/>
                  </a:cubicBezTo>
                  <a:cubicBezTo>
                    <a:pt x="530" y="1127"/>
                    <a:pt x="527" y="1127"/>
                    <a:pt x="525" y="1127"/>
                  </a:cubicBezTo>
                  <a:cubicBezTo>
                    <a:pt x="199" y="1122"/>
                    <a:pt x="214" y="631"/>
                    <a:pt x="207" y="290"/>
                  </a:cubicBezTo>
                  <a:cubicBezTo>
                    <a:pt x="217" y="289"/>
                    <a:pt x="227" y="289"/>
                    <a:pt x="237" y="289"/>
                  </a:cubicBezTo>
                  <a:close/>
                  <a:moveTo>
                    <a:pt x="124" y="1"/>
                  </a:moveTo>
                  <a:cubicBezTo>
                    <a:pt x="93" y="1"/>
                    <a:pt x="64" y="22"/>
                    <a:pt x="71" y="63"/>
                  </a:cubicBezTo>
                  <a:cubicBezTo>
                    <a:pt x="77" y="91"/>
                    <a:pt x="80" y="123"/>
                    <a:pt x="81" y="155"/>
                  </a:cubicBezTo>
                  <a:cubicBezTo>
                    <a:pt x="74" y="178"/>
                    <a:pt x="78" y="205"/>
                    <a:pt x="85" y="227"/>
                  </a:cubicBezTo>
                  <a:cubicBezTo>
                    <a:pt x="92" y="546"/>
                    <a:pt x="0" y="908"/>
                    <a:pt x="226" y="1163"/>
                  </a:cubicBezTo>
                  <a:cubicBezTo>
                    <a:pt x="306" y="1253"/>
                    <a:pt x="432" y="1307"/>
                    <a:pt x="555" y="1307"/>
                  </a:cubicBezTo>
                  <a:cubicBezTo>
                    <a:pt x="645" y="1307"/>
                    <a:pt x="733" y="1278"/>
                    <a:pt x="801" y="1212"/>
                  </a:cubicBezTo>
                  <a:cubicBezTo>
                    <a:pt x="999" y="1018"/>
                    <a:pt x="872" y="653"/>
                    <a:pt x="767" y="446"/>
                  </a:cubicBezTo>
                  <a:cubicBezTo>
                    <a:pt x="666" y="247"/>
                    <a:pt x="493" y="62"/>
                    <a:pt x="267" y="62"/>
                  </a:cubicBezTo>
                  <a:cubicBezTo>
                    <a:pt x="243" y="62"/>
                    <a:pt x="217" y="64"/>
                    <a:pt x="192" y="69"/>
                  </a:cubicBezTo>
                  <a:cubicBezTo>
                    <a:pt x="190" y="62"/>
                    <a:pt x="190" y="56"/>
                    <a:pt x="187" y="49"/>
                  </a:cubicBezTo>
                  <a:cubicBezTo>
                    <a:pt x="180" y="17"/>
                    <a:pt x="151" y="1"/>
                    <a:pt x="1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2750" lIns="91425" spcFirstLastPara="1" rIns="91425" wrap="square" tIns="32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99" name="Google Shape;1399;p12"/>
            <p:cNvSpPr/>
            <p:nvPr/>
          </p:nvSpPr>
          <p:spPr>
            <a:xfrm>
              <a:off x="7984080" y="3590640"/>
              <a:ext cx="26280" cy="15120"/>
            </a:xfrm>
            <a:custGeom>
              <a:rect b="b" l="l" r="r" t="t"/>
              <a:pathLst>
                <a:path extrusionOk="0" h="308" w="532">
                  <a:moveTo>
                    <a:pt x="369" y="1"/>
                  </a:moveTo>
                  <a:cubicBezTo>
                    <a:pt x="364" y="1"/>
                    <a:pt x="360" y="1"/>
                    <a:pt x="355" y="2"/>
                  </a:cubicBezTo>
                  <a:cubicBezTo>
                    <a:pt x="281" y="9"/>
                    <a:pt x="209" y="16"/>
                    <a:pt x="136" y="24"/>
                  </a:cubicBezTo>
                  <a:cubicBezTo>
                    <a:pt x="60" y="33"/>
                    <a:pt x="0" y="107"/>
                    <a:pt x="9" y="182"/>
                  </a:cubicBezTo>
                  <a:cubicBezTo>
                    <a:pt x="17" y="263"/>
                    <a:pt x="85" y="308"/>
                    <a:pt x="161" y="308"/>
                  </a:cubicBezTo>
                  <a:cubicBezTo>
                    <a:pt x="162" y="308"/>
                    <a:pt x="163" y="308"/>
                    <a:pt x="165" y="308"/>
                  </a:cubicBezTo>
                  <a:lnTo>
                    <a:pt x="386" y="308"/>
                  </a:lnTo>
                  <a:cubicBezTo>
                    <a:pt x="469" y="308"/>
                    <a:pt x="532" y="216"/>
                    <a:pt x="525" y="139"/>
                  </a:cubicBezTo>
                  <a:cubicBezTo>
                    <a:pt x="514" y="62"/>
                    <a:pt x="446" y="1"/>
                    <a:pt x="3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550" lIns="91425" spcFirstLastPara="1" rIns="91425" wrap="square" tIns="75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00" name="Google Shape;1400;p12"/>
            <p:cNvSpPr/>
            <p:nvPr/>
          </p:nvSpPr>
          <p:spPr>
            <a:xfrm>
              <a:off x="7379640" y="3795120"/>
              <a:ext cx="34200" cy="42120"/>
            </a:xfrm>
            <a:custGeom>
              <a:rect b="b" l="l" r="r" t="t"/>
              <a:pathLst>
                <a:path extrusionOk="0" h="840" w="685">
                  <a:moveTo>
                    <a:pt x="39" y="1"/>
                  </a:moveTo>
                  <a:cubicBezTo>
                    <a:pt x="29" y="1"/>
                    <a:pt x="19" y="1"/>
                    <a:pt x="9" y="2"/>
                  </a:cubicBezTo>
                  <a:cubicBezTo>
                    <a:pt x="15" y="343"/>
                    <a:pt x="1" y="834"/>
                    <a:pt x="327" y="839"/>
                  </a:cubicBezTo>
                  <a:cubicBezTo>
                    <a:pt x="329" y="839"/>
                    <a:pt x="331" y="839"/>
                    <a:pt x="333" y="839"/>
                  </a:cubicBezTo>
                  <a:cubicBezTo>
                    <a:pt x="684" y="839"/>
                    <a:pt x="452" y="337"/>
                    <a:pt x="379" y="224"/>
                  </a:cubicBezTo>
                  <a:cubicBezTo>
                    <a:pt x="295" y="95"/>
                    <a:pt x="196" y="1"/>
                    <a:pt x="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01" name="Google Shape;1401;p12"/>
            <p:cNvSpPr/>
            <p:nvPr/>
          </p:nvSpPr>
          <p:spPr>
            <a:xfrm>
              <a:off x="7863480" y="3631320"/>
              <a:ext cx="18000" cy="18000"/>
            </a:xfrm>
            <a:custGeom>
              <a:rect b="b" l="l" r="r" t="t"/>
              <a:pathLst>
                <a:path extrusionOk="0" h="367" w="365">
                  <a:moveTo>
                    <a:pt x="154" y="1"/>
                  </a:moveTo>
                  <a:cubicBezTo>
                    <a:pt x="138" y="1"/>
                    <a:pt x="120" y="4"/>
                    <a:pt x="103" y="12"/>
                  </a:cubicBezTo>
                  <a:cubicBezTo>
                    <a:pt x="22" y="43"/>
                    <a:pt x="1" y="124"/>
                    <a:pt x="20" y="201"/>
                  </a:cubicBezTo>
                  <a:lnTo>
                    <a:pt x="39" y="268"/>
                  </a:lnTo>
                  <a:cubicBezTo>
                    <a:pt x="55" y="331"/>
                    <a:pt x="123" y="367"/>
                    <a:pt x="186" y="367"/>
                  </a:cubicBezTo>
                  <a:cubicBezTo>
                    <a:pt x="204" y="367"/>
                    <a:pt x="222" y="364"/>
                    <a:pt x="239" y="357"/>
                  </a:cubicBezTo>
                  <a:cubicBezTo>
                    <a:pt x="309" y="329"/>
                    <a:pt x="365" y="231"/>
                    <a:pt x="325" y="156"/>
                  </a:cubicBezTo>
                  <a:lnTo>
                    <a:pt x="291" y="95"/>
                  </a:lnTo>
                  <a:cubicBezTo>
                    <a:pt x="262" y="41"/>
                    <a:pt x="212" y="1"/>
                    <a:pt x="1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000" lIns="91425" spcFirstLastPara="1" rIns="91425" wrap="square" tIns="9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02" name="Google Shape;1402;p12"/>
            <p:cNvSpPr/>
            <p:nvPr/>
          </p:nvSpPr>
          <p:spPr>
            <a:xfrm>
              <a:off x="8028000" y="3553560"/>
              <a:ext cx="19800" cy="19800"/>
            </a:xfrm>
            <a:custGeom>
              <a:rect b="b" l="l" r="r" t="t"/>
              <a:pathLst>
                <a:path extrusionOk="0" h="402" w="403">
                  <a:moveTo>
                    <a:pt x="194" y="0"/>
                  </a:moveTo>
                  <a:cubicBezTo>
                    <a:pt x="174" y="0"/>
                    <a:pt x="154" y="4"/>
                    <a:pt x="133" y="12"/>
                  </a:cubicBezTo>
                  <a:cubicBezTo>
                    <a:pt x="28" y="53"/>
                    <a:pt x="1" y="174"/>
                    <a:pt x="55" y="266"/>
                  </a:cubicBezTo>
                  <a:cubicBezTo>
                    <a:pt x="54" y="265"/>
                    <a:pt x="54" y="264"/>
                    <a:pt x="53" y="264"/>
                  </a:cubicBezTo>
                  <a:lnTo>
                    <a:pt x="53" y="264"/>
                  </a:lnTo>
                  <a:cubicBezTo>
                    <a:pt x="52" y="264"/>
                    <a:pt x="68" y="293"/>
                    <a:pt x="68" y="294"/>
                  </a:cubicBezTo>
                  <a:cubicBezTo>
                    <a:pt x="95" y="356"/>
                    <a:pt x="158" y="401"/>
                    <a:pt x="223" y="401"/>
                  </a:cubicBezTo>
                  <a:cubicBezTo>
                    <a:pt x="242" y="401"/>
                    <a:pt x="261" y="397"/>
                    <a:pt x="280" y="389"/>
                  </a:cubicBezTo>
                  <a:cubicBezTo>
                    <a:pt x="365" y="351"/>
                    <a:pt x="402" y="263"/>
                    <a:pt x="372" y="177"/>
                  </a:cubicBezTo>
                  <a:cubicBezTo>
                    <a:pt x="372" y="174"/>
                    <a:pt x="362" y="143"/>
                    <a:pt x="361" y="143"/>
                  </a:cubicBezTo>
                  <a:cubicBezTo>
                    <a:pt x="361" y="143"/>
                    <a:pt x="361" y="144"/>
                    <a:pt x="361" y="145"/>
                  </a:cubicBezTo>
                  <a:cubicBezTo>
                    <a:pt x="343" y="63"/>
                    <a:pt x="275" y="0"/>
                    <a:pt x="1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0075" lIns="91425" spcFirstLastPara="1" rIns="91425" wrap="square" tIns="100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03" name="Google Shape;1403;p12"/>
            <p:cNvSpPr/>
            <p:nvPr/>
          </p:nvSpPr>
          <p:spPr>
            <a:xfrm>
              <a:off x="7783560" y="3660120"/>
              <a:ext cx="15480" cy="12240"/>
            </a:xfrm>
            <a:custGeom>
              <a:rect b="b" l="l" r="r" t="t"/>
              <a:pathLst>
                <a:path extrusionOk="0" h="249" w="315">
                  <a:moveTo>
                    <a:pt x="164" y="0"/>
                  </a:moveTo>
                  <a:cubicBezTo>
                    <a:pt x="83" y="0"/>
                    <a:pt x="0" y="73"/>
                    <a:pt x="39" y="171"/>
                  </a:cubicBezTo>
                  <a:cubicBezTo>
                    <a:pt x="60" y="226"/>
                    <a:pt x="105" y="249"/>
                    <a:pt x="150" y="249"/>
                  </a:cubicBezTo>
                  <a:cubicBezTo>
                    <a:pt x="231" y="249"/>
                    <a:pt x="315" y="176"/>
                    <a:pt x="276" y="79"/>
                  </a:cubicBezTo>
                  <a:cubicBezTo>
                    <a:pt x="254" y="24"/>
                    <a:pt x="209" y="0"/>
                    <a:pt x="1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100" lIns="91425" spcFirstLastPara="1" rIns="91425" wrap="square" tIns="6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04" name="Google Shape;1404;p12"/>
            <p:cNvSpPr/>
            <p:nvPr/>
          </p:nvSpPr>
          <p:spPr>
            <a:xfrm>
              <a:off x="7371000" y="3465000"/>
              <a:ext cx="502560" cy="318240"/>
            </a:xfrm>
            <a:custGeom>
              <a:rect b="b" l="l" r="r" t="t"/>
              <a:pathLst>
                <a:path extrusionOk="0" h="6326" w="9987">
                  <a:moveTo>
                    <a:pt x="6014" y="641"/>
                  </a:moveTo>
                  <a:cubicBezTo>
                    <a:pt x="6006" y="656"/>
                    <a:pt x="5997" y="672"/>
                    <a:pt x="5993" y="691"/>
                  </a:cubicBezTo>
                  <a:cubicBezTo>
                    <a:pt x="5965" y="693"/>
                    <a:pt x="5936" y="695"/>
                    <a:pt x="5908" y="700"/>
                  </a:cubicBezTo>
                  <a:cubicBezTo>
                    <a:pt x="5917" y="688"/>
                    <a:pt x="5925" y="676"/>
                    <a:pt x="5932" y="665"/>
                  </a:cubicBezTo>
                  <a:cubicBezTo>
                    <a:pt x="5959" y="656"/>
                    <a:pt x="5986" y="648"/>
                    <a:pt x="6014" y="641"/>
                  </a:cubicBezTo>
                  <a:close/>
                  <a:moveTo>
                    <a:pt x="6683" y="1019"/>
                  </a:moveTo>
                  <a:lnTo>
                    <a:pt x="6683" y="1019"/>
                  </a:lnTo>
                  <a:cubicBezTo>
                    <a:pt x="6670" y="1035"/>
                    <a:pt x="6661" y="1052"/>
                    <a:pt x="6652" y="1067"/>
                  </a:cubicBezTo>
                  <a:cubicBezTo>
                    <a:pt x="6584" y="1075"/>
                    <a:pt x="6517" y="1077"/>
                    <a:pt x="6451" y="1084"/>
                  </a:cubicBezTo>
                  <a:cubicBezTo>
                    <a:pt x="6529" y="1063"/>
                    <a:pt x="6608" y="1042"/>
                    <a:pt x="6683" y="1019"/>
                  </a:cubicBezTo>
                  <a:close/>
                  <a:moveTo>
                    <a:pt x="8225" y="1238"/>
                  </a:moveTo>
                  <a:cubicBezTo>
                    <a:pt x="8273" y="1250"/>
                    <a:pt x="8320" y="1259"/>
                    <a:pt x="8368" y="1269"/>
                  </a:cubicBezTo>
                  <a:cubicBezTo>
                    <a:pt x="8455" y="1314"/>
                    <a:pt x="8538" y="1366"/>
                    <a:pt x="8609" y="1430"/>
                  </a:cubicBezTo>
                  <a:cubicBezTo>
                    <a:pt x="8503" y="1365"/>
                    <a:pt x="8392" y="1310"/>
                    <a:pt x="8280" y="1267"/>
                  </a:cubicBezTo>
                  <a:cubicBezTo>
                    <a:pt x="8262" y="1256"/>
                    <a:pt x="8242" y="1246"/>
                    <a:pt x="8225" y="1238"/>
                  </a:cubicBezTo>
                  <a:close/>
                  <a:moveTo>
                    <a:pt x="7054" y="1446"/>
                  </a:moveTo>
                  <a:cubicBezTo>
                    <a:pt x="7073" y="1453"/>
                    <a:pt x="7091" y="1460"/>
                    <a:pt x="7108" y="1467"/>
                  </a:cubicBezTo>
                  <a:lnTo>
                    <a:pt x="6710" y="1537"/>
                  </a:lnTo>
                  <a:cubicBezTo>
                    <a:pt x="6825" y="1507"/>
                    <a:pt x="6940" y="1477"/>
                    <a:pt x="7054" y="1446"/>
                  </a:cubicBezTo>
                  <a:close/>
                  <a:moveTo>
                    <a:pt x="1825" y="1748"/>
                  </a:moveTo>
                  <a:cubicBezTo>
                    <a:pt x="1750" y="1823"/>
                    <a:pt x="1679" y="1902"/>
                    <a:pt x="1609" y="1981"/>
                  </a:cubicBezTo>
                  <a:cubicBezTo>
                    <a:pt x="1593" y="1987"/>
                    <a:pt x="1577" y="1994"/>
                    <a:pt x="1563" y="2004"/>
                  </a:cubicBezTo>
                  <a:lnTo>
                    <a:pt x="1525" y="2031"/>
                  </a:lnTo>
                  <a:cubicBezTo>
                    <a:pt x="1620" y="1932"/>
                    <a:pt x="1720" y="1836"/>
                    <a:pt x="1825" y="1748"/>
                  </a:cubicBezTo>
                  <a:close/>
                  <a:moveTo>
                    <a:pt x="6934" y="2626"/>
                  </a:moveTo>
                  <a:cubicBezTo>
                    <a:pt x="6985" y="2633"/>
                    <a:pt x="7035" y="2636"/>
                    <a:pt x="7086" y="2642"/>
                  </a:cubicBezTo>
                  <a:cubicBezTo>
                    <a:pt x="6930" y="2663"/>
                    <a:pt x="6780" y="2703"/>
                    <a:pt x="6632" y="2754"/>
                  </a:cubicBezTo>
                  <a:cubicBezTo>
                    <a:pt x="6634" y="2748"/>
                    <a:pt x="6636" y="2742"/>
                    <a:pt x="6636" y="2738"/>
                  </a:cubicBezTo>
                  <a:lnTo>
                    <a:pt x="6934" y="2626"/>
                  </a:lnTo>
                  <a:close/>
                  <a:moveTo>
                    <a:pt x="3972" y="2883"/>
                  </a:moveTo>
                  <a:lnTo>
                    <a:pt x="3972" y="2883"/>
                  </a:lnTo>
                  <a:cubicBezTo>
                    <a:pt x="3884" y="2911"/>
                    <a:pt x="3798" y="2938"/>
                    <a:pt x="3712" y="2966"/>
                  </a:cubicBezTo>
                  <a:cubicBezTo>
                    <a:pt x="3714" y="2954"/>
                    <a:pt x="3717" y="2944"/>
                    <a:pt x="3717" y="2931"/>
                  </a:cubicBezTo>
                  <a:lnTo>
                    <a:pt x="3972" y="2883"/>
                  </a:lnTo>
                  <a:close/>
                  <a:moveTo>
                    <a:pt x="3261" y="4022"/>
                  </a:moveTo>
                  <a:lnTo>
                    <a:pt x="3261" y="4022"/>
                  </a:lnTo>
                  <a:cubicBezTo>
                    <a:pt x="3183" y="4060"/>
                    <a:pt x="3108" y="4100"/>
                    <a:pt x="3031" y="4137"/>
                  </a:cubicBezTo>
                  <a:cubicBezTo>
                    <a:pt x="3024" y="4127"/>
                    <a:pt x="3016" y="4117"/>
                    <a:pt x="3004" y="4109"/>
                  </a:cubicBezTo>
                  <a:cubicBezTo>
                    <a:pt x="3089" y="4080"/>
                    <a:pt x="3176" y="4050"/>
                    <a:pt x="3261" y="4022"/>
                  </a:cubicBezTo>
                  <a:close/>
                  <a:moveTo>
                    <a:pt x="833" y="4989"/>
                  </a:moveTo>
                  <a:lnTo>
                    <a:pt x="833" y="4989"/>
                  </a:lnTo>
                  <a:cubicBezTo>
                    <a:pt x="876" y="5051"/>
                    <a:pt x="920" y="5113"/>
                    <a:pt x="968" y="5170"/>
                  </a:cubicBezTo>
                  <a:cubicBezTo>
                    <a:pt x="958" y="5179"/>
                    <a:pt x="950" y="5190"/>
                    <a:pt x="942" y="5200"/>
                  </a:cubicBezTo>
                  <a:cubicBezTo>
                    <a:pt x="904" y="5135"/>
                    <a:pt x="866" y="5064"/>
                    <a:pt x="833" y="4989"/>
                  </a:cubicBezTo>
                  <a:close/>
                  <a:moveTo>
                    <a:pt x="6251" y="0"/>
                  </a:moveTo>
                  <a:cubicBezTo>
                    <a:pt x="5607" y="0"/>
                    <a:pt x="4967" y="79"/>
                    <a:pt x="4406" y="178"/>
                  </a:cubicBezTo>
                  <a:cubicBezTo>
                    <a:pt x="2666" y="481"/>
                    <a:pt x="916" y="1432"/>
                    <a:pt x="391" y="3234"/>
                  </a:cubicBezTo>
                  <a:cubicBezTo>
                    <a:pt x="0" y="4578"/>
                    <a:pt x="659" y="6326"/>
                    <a:pt x="2181" y="6326"/>
                  </a:cubicBezTo>
                  <a:cubicBezTo>
                    <a:pt x="2275" y="6326"/>
                    <a:pt x="2372" y="6319"/>
                    <a:pt x="2473" y="6305"/>
                  </a:cubicBezTo>
                  <a:cubicBezTo>
                    <a:pt x="4592" y="6015"/>
                    <a:pt x="5212" y="3044"/>
                    <a:pt x="7359" y="3012"/>
                  </a:cubicBezTo>
                  <a:cubicBezTo>
                    <a:pt x="7371" y="3012"/>
                    <a:pt x="7383" y="3011"/>
                    <a:pt x="7395" y="3011"/>
                  </a:cubicBezTo>
                  <a:cubicBezTo>
                    <a:pt x="7759" y="3011"/>
                    <a:pt x="8147" y="3085"/>
                    <a:pt x="8508" y="3085"/>
                  </a:cubicBezTo>
                  <a:cubicBezTo>
                    <a:pt x="8951" y="3085"/>
                    <a:pt x="9356" y="2974"/>
                    <a:pt x="9631" y="2479"/>
                  </a:cubicBezTo>
                  <a:cubicBezTo>
                    <a:pt x="9987" y="1840"/>
                    <a:pt x="9683" y="975"/>
                    <a:pt x="8976" y="785"/>
                  </a:cubicBezTo>
                  <a:cubicBezTo>
                    <a:pt x="8246" y="189"/>
                    <a:pt x="7245" y="0"/>
                    <a:pt x="62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05" name="Google Shape;1405;p12"/>
            <p:cNvSpPr/>
            <p:nvPr/>
          </p:nvSpPr>
          <p:spPr>
            <a:xfrm>
              <a:off x="7913520" y="3598560"/>
              <a:ext cx="20520" cy="14760"/>
            </a:xfrm>
            <a:custGeom>
              <a:rect b="b" l="l" r="r" t="t"/>
              <a:pathLst>
                <a:path extrusionOk="0" h="301" w="417">
                  <a:moveTo>
                    <a:pt x="247" y="1"/>
                  </a:moveTo>
                  <a:cubicBezTo>
                    <a:pt x="218" y="1"/>
                    <a:pt x="189" y="10"/>
                    <a:pt x="165" y="31"/>
                  </a:cubicBezTo>
                  <a:cubicBezTo>
                    <a:pt x="172" y="32"/>
                    <a:pt x="170" y="34"/>
                    <a:pt x="162" y="37"/>
                  </a:cubicBezTo>
                  <a:cubicBezTo>
                    <a:pt x="155" y="39"/>
                    <a:pt x="146" y="44"/>
                    <a:pt x="138" y="47"/>
                  </a:cubicBezTo>
                  <a:cubicBezTo>
                    <a:pt x="1" y="117"/>
                    <a:pt x="57" y="300"/>
                    <a:pt x="189" y="300"/>
                  </a:cubicBezTo>
                  <a:cubicBezTo>
                    <a:pt x="204" y="300"/>
                    <a:pt x="219" y="298"/>
                    <a:pt x="235" y="293"/>
                  </a:cubicBezTo>
                  <a:cubicBezTo>
                    <a:pt x="242" y="292"/>
                    <a:pt x="252" y="287"/>
                    <a:pt x="261" y="286"/>
                  </a:cubicBezTo>
                  <a:cubicBezTo>
                    <a:pt x="264" y="284"/>
                    <a:pt x="266" y="283"/>
                    <a:pt x="267" y="283"/>
                  </a:cubicBezTo>
                  <a:cubicBezTo>
                    <a:pt x="268" y="283"/>
                    <a:pt x="268" y="284"/>
                    <a:pt x="267" y="287"/>
                  </a:cubicBezTo>
                  <a:cubicBezTo>
                    <a:pt x="362" y="286"/>
                    <a:pt x="417" y="174"/>
                    <a:pt x="384" y="93"/>
                  </a:cubicBezTo>
                  <a:cubicBezTo>
                    <a:pt x="363" y="38"/>
                    <a:pt x="305" y="1"/>
                    <a:pt x="2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550" lIns="91425" spcFirstLastPara="1" rIns="91425" wrap="square" tIns="75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06" name="Google Shape;1406;p12"/>
            <p:cNvSpPr/>
            <p:nvPr/>
          </p:nvSpPr>
          <p:spPr>
            <a:xfrm>
              <a:off x="7282440" y="3839400"/>
              <a:ext cx="18360" cy="14400"/>
            </a:xfrm>
            <a:custGeom>
              <a:rect b="b" l="l" r="r" t="t"/>
              <a:pathLst>
                <a:path extrusionOk="0" h="293" w="369">
                  <a:moveTo>
                    <a:pt x="193" y="1"/>
                  </a:moveTo>
                  <a:cubicBezTo>
                    <a:pt x="98" y="1"/>
                    <a:pt x="1" y="86"/>
                    <a:pt x="45" y="200"/>
                  </a:cubicBezTo>
                  <a:cubicBezTo>
                    <a:pt x="71" y="265"/>
                    <a:pt x="123" y="292"/>
                    <a:pt x="177" y="292"/>
                  </a:cubicBezTo>
                  <a:cubicBezTo>
                    <a:pt x="271" y="292"/>
                    <a:pt x="368" y="206"/>
                    <a:pt x="323" y="92"/>
                  </a:cubicBezTo>
                  <a:cubicBezTo>
                    <a:pt x="298" y="28"/>
                    <a:pt x="246" y="1"/>
                    <a:pt x="1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200" lIns="91425" spcFirstLastPara="1" rIns="91425" wrap="square" tIns="7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07" name="Google Shape;1407;p12"/>
            <p:cNvSpPr/>
            <p:nvPr/>
          </p:nvSpPr>
          <p:spPr>
            <a:xfrm>
              <a:off x="7337520" y="3806640"/>
              <a:ext cx="18000" cy="14040"/>
            </a:xfrm>
            <a:custGeom>
              <a:rect b="b" l="l" r="r" t="t"/>
              <a:pathLst>
                <a:path extrusionOk="0" h="288" w="362">
                  <a:moveTo>
                    <a:pt x="189" y="1"/>
                  </a:moveTo>
                  <a:cubicBezTo>
                    <a:pt x="97" y="1"/>
                    <a:pt x="1" y="85"/>
                    <a:pt x="45" y="197"/>
                  </a:cubicBezTo>
                  <a:cubicBezTo>
                    <a:pt x="70" y="261"/>
                    <a:pt x="121" y="287"/>
                    <a:pt x="173" y="287"/>
                  </a:cubicBezTo>
                  <a:cubicBezTo>
                    <a:pt x="266" y="287"/>
                    <a:pt x="362" y="203"/>
                    <a:pt x="317" y="91"/>
                  </a:cubicBezTo>
                  <a:cubicBezTo>
                    <a:pt x="293" y="28"/>
                    <a:pt x="242" y="1"/>
                    <a:pt x="1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200" lIns="91425" spcFirstLastPara="1" rIns="91425" wrap="square" tIns="7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08" name="Google Shape;1408;p12"/>
            <p:cNvSpPr/>
            <p:nvPr/>
          </p:nvSpPr>
          <p:spPr>
            <a:xfrm>
              <a:off x="7914600" y="3520800"/>
              <a:ext cx="58320" cy="50040"/>
            </a:xfrm>
            <a:custGeom>
              <a:rect b="b" l="l" r="r" t="t"/>
              <a:pathLst>
                <a:path extrusionOk="0" h="999" w="1163">
                  <a:moveTo>
                    <a:pt x="637" y="244"/>
                  </a:moveTo>
                  <a:cubicBezTo>
                    <a:pt x="776" y="244"/>
                    <a:pt x="893" y="343"/>
                    <a:pt x="834" y="499"/>
                  </a:cubicBezTo>
                  <a:cubicBezTo>
                    <a:pt x="783" y="626"/>
                    <a:pt x="658" y="725"/>
                    <a:pt x="525" y="742"/>
                  </a:cubicBezTo>
                  <a:cubicBezTo>
                    <a:pt x="509" y="744"/>
                    <a:pt x="494" y="745"/>
                    <a:pt x="479" y="745"/>
                  </a:cubicBezTo>
                  <a:cubicBezTo>
                    <a:pt x="330" y="745"/>
                    <a:pt x="219" y="640"/>
                    <a:pt x="341" y="498"/>
                  </a:cubicBezTo>
                  <a:cubicBezTo>
                    <a:pt x="369" y="463"/>
                    <a:pt x="366" y="421"/>
                    <a:pt x="345" y="390"/>
                  </a:cubicBezTo>
                  <a:cubicBezTo>
                    <a:pt x="409" y="324"/>
                    <a:pt x="482" y="270"/>
                    <a:pt x="576" y="250"/>
                  </a:cubicBezTo>
                  <a:cubicBezTo>
                    <a:pt x="596" y="246"/>
                    <a:pt x="617" y="244"/>
                    <a:pt x="637" y="244"/>
                  </a:cubicBezTo>
                  <a:close/>
                  <a:moveTo>
                    <a:pt x="651" y="1"/>
                  </a:moveTo>
                  <a:cubicBezTo>
                    <a:pt x="380" y="1"/>
                    <a:pt x="159" y="234"/>
                    <a:pt x="51" y="478"/>
                  </a:cubicBezTo>
                  <a:cubicBezTo>
                    <a:pt x="49" y="485"/>
                    <a:pt x="49" y="492"/>
                    <a:pt x="46" y="499"/>
                  </a:cubicBezTo>
                  <a:cubicBezTo>
                    <a:pt x="0" y="650"/>
                    <a:pt x="84" y="868"/>
                    <a:pt x="227" y="943"/>
                  </a:cubicBezTo>
                  <a:cubicBezTo>
                    <a:pt x="303" y="981"/>
                    <a:pt x="384" y="999"/>
                    <a:pt x="464" y="999"/>
                  </a:cubicBezTo>
                  <a:cubicBezTo>
                    <a:pt x="676" y="999"/>
                    <a:pt x="888" y="878"/>
                    <a:pt x="1004" y="699"/>
                  </a:cubicBezTo>
                  <a:cubicBezTo>
                    <a:pt x="1162" y="457"/>
                    <a:pt x="1110" y="130"/>
                    <a:pt x="815" y="29"/>
                  </a:cubicBezTo>
                  <a:cubicBezTo>
                    <a:pt x="759" y="9"/>
                    <a:pt x="704" y="1"/>
                    <a:pt x="6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5200" lIns="91425" spcFirstLastPara="1" rIns="91425" wrap="square" tIns="25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09" name="Google Shape;1409;p12"/>
            <p:cNvSpPr/>
            <p:nvPr/>
          </p:nvSpPr>
          <p:spPr>
            <a:xfrm>
              <a:off x="7925760" y="3533040"/>
              <a:ext cx="33840" cy="24840"/>
            </a:xfrm>
            <a:custGeom>
              <a:rect b="b" l="l" r="r" t="t"/>
              <a:pathLst>
                <a:path extrusionOk="0" h="502" w="676">
                  <a:moveTo>
                    <a:pt x="419" y="0"/>
                  </a:moveTo>
                  <a:cubicBezTo>
                    <a:pt x="398" y="0"/>
                    <a:pt x="376" y="2"/>
                    <a:pt x="355" y="7"/>
                  </a:cubicBezTo>
                  <a:cubicBezTo>
                    <a:pt x="260" y="24"/>
                    <a:pt x="187" y="79"/>
                    <a:pt x="122" y="146"/>
                  </a:cubicBezTo>
                  <a:cubicBezTo>
                    <a:pt x="143" y="178"/>
                    <a:pt x="146" y="220"/>
                    <a:pt x="118" y="255"/>
                  </a:cubicBezTo>
                  <a:cubicBezTo>
                    <a:pt x="1" y="397"/>
                    <a:pt x="112" y="502"/>
                    <a:pt x="260" y="502"/>
                  </a:cubicBezTo>
                  <a:cubicBezTo>
                    <a:pt x="275" y="502"/>
                    <a:pt x="291" y="501"/>
                    <a:pt x="306" y="499"/>
                  </a:cubicBezTo>
                  <a:cubicBezTo>
                    <a:pt x="441" y="482"/>
                    <a:pt x="567" y="383"/>
                    <a:pt x="614" y="256"/>
                  </a:cubicBezTo>
                  <a:cubicBezTo>
                    <a:pt x="676" y="101"/>
                    <a:pt x="560" y="0"/>
                    <a:pt x="4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2600" lIns="91425" spcFirstLastPara="1" rIns="91425" wrap="square" tIns="12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10" name="Google Shape;1410;p12"/>
            <p:cNvSpPr/>
            <p:nvPr/>
          </p:nvSpPr>
          <p:spPr>
            <a:xfrm>
              <a:off x="7682400" y="3640680"/>
              <a:ext cx="12960" cy="10440"/>
            </a:xfrm>
            <a:custGeom>
              <a:rect b="b" l="l" r="r" t="t"/>
              <a:pathLst>
                <a:path extrusionOk="0" h="211" w="263">
                  <a:moveTo>
                    <a:pt x="138" y="1"/>
                  </a:moveTo>
                  <a:cubicBezTo>
                    <a:pt x="71" y="1"/>
                    <a:pt x="1" y="62"/>
                    <a:pt x="32" y="144"/>
                  </a:cubicBezTo>
                  <a:cubicBezTo>
                    <a:pt x="50" y="191"/>
                    <a:pt x="87" y="210"/>
                    <a:pt x="125" y="210"/>
                  </a:cubicBezTo>
                  <a:cubicBezTo>
                    <a:pt x="193" y="210"/>
                    <a:pt x="262" y="149"/>
                    <a:pt x="231" y="66"/>
                  </a:cubicBezTo>
                  <a:cubicBezTo>
                    <a:pt x="213" y="20"/>
                    <a:pt x="176" y="1"/>
                    <a:pt x="1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400" lIns="91425" spcFirstLastPara="1" rIns="91425" wrap="square" tIns="5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11" name="Google Shape;1411;p12"/>
            <p:cNvSpPr/>
            <p:nvPr/>
          </p:nvSpPr>
          <p:spPr>
            <a:xfrm>
              <a:off x="7265520" y="3736080"/>
              <a:ext cx="70920" cy="39960"/>
            </a:xfrm>
            <a:custGeom>
              <a:rect b="b" l="l" r="r" t="t"/>
              <a:pathLst>
                <a:path extrusionOk="0" h="798" w="1413">
                  <a:moveTo>
                    <a:pt x="642" y="0"/>
                  </a:moveTo>
                  <a:cubicBezTo>
                    <a:pt x="557" y="0"/>
                    <a:pt x="473" y="8"/>
                    <a:pt x="391" y="27"/>
                  </a:cubicBezTo>
                  <a:cubicBezTo>
                    <a:pt x="193" y="71"/>
                    <a:pt x="0" y="232"/>
                    <a:pt x="38" y="458"/>
                  </a:cubicBezTo>
                  <a:cubicBezTo>
                    <a:pt x="78" y="677"/>
                    <a:pt x="322" y="794"/>
                    <a:pt x="524" y="798"/>
                  </a:cubicBezTo>
                  <a:cubicBezTo>
                    <a:pt x="529" y="798"/>
                    <a:pt x="533" y="798"/>
                    <a:pt x="537" y="798"/>
                  </a:cubicBezTo>
                  <a:cubicBezTo>
                    <a:pt x="829" y="798"/>
                    <a:pt x="1075" y="557"/>
                    <a:pt x="1326" y="441"/>
                  </a:cubicBezTo>
                  <a:cubicBezTo>
                    <a:pt x="1413" y="401"/>
                    <a:pt x="1396" y="257"/>
                    <a:pt x="1302" y="257"/>
                  </a:cubicBezTo>
                  <a:cubicBezTo>
                    <a:pt x="1296" y="257"/>
                    <a:pt x="1289" y="258"/>
                    <a:pt x="1283" y="259"/>
                  </a:cubicBezTo>
                  <a:cubicBezTo>
                    <a:pt x="1275" y="261"/>
                    <a:pt x="1270" y="261"/>
                    <a:pt x="1263" y="264"/>
                  </a:cubicBezTo>
                  <a:cubicBezTo>
                    <a:pt x="1038" y="315"/>
                    <a:pt x="772" y="557"/>
                    <a:pt x="530" y="557"/>
                  </a:cubicBezTo>
                  <a:cubicBezTo>
                    <a:pt x="476" y="557"/>
                    <a:pt x="424" y="545"/>
                    <a:pt x="373" y="516"/>
                  </a:cubicBezTo>
                  <a:cubicBezTo>
                    <a:pt x="71" y="340"/>
                    <a:pt x="553" y="225"/>
                    <a:pt x="659" y="217"/>
                  </a:cubicBezTo>
                  <a:cubicBezTo>
                    <a:pt x="708" y="213"/>
                    <a:pt x="758" y="212"/>
                    <a:pt x="807" y="212"/>
                  </a:cubicBezTo>
                  <a:cubicBezTo>
                    <a:pt x="946" y="212"/>
                    <a:pt x="1086" y="225"/>
                    <a:pt x="1223" y="247"/>
                  </a:cubicBezTo>
                  <a:cubicBezTo>
                    <a:pt x="1226" y="247"/>
                    <a:pt x="1229" y="247"/>
                    <a:pt x="1232" y="247"/>
                  </a:cubicBezTo>
                  <a:cubicBezTo>
                    <a:pt x="1241" y="247"/>
                    <a:pt x="1250" y="246"/>
                    <a:pt x="1257" y="242"/>
                  </a:cubicBezTo>
                  <a:cubicBezTo>
                    <a:pt x="1311" y="221"/>
                    <a:pt x="1328" y="132"/>
                    <a:pt x="1263" y="112"/>
                  </a:cubicBezTo>
                  <a:cubicBezTo>
                    <a:pt x="1067" y="50"/>
                    <a:pt x="852" y="0"/>
                    <a:pt x="6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0150" lIns="91425" spcFirstLastPara="1" rIns="91425" wrap="square" tIns="201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12" name="Google Shape;1412;p12"/>
            <p:cNvSpPr/>
            <p:nvPr/>
          </p:nvSpPr>
          <p:spPr>
            <a:xfrm>
              <a:off x="7269120" y="3746520"/>
              <a:ext cx="59760" cy="17280"/>
            </a:xfrm>
            <a:custGeom>
              <a:rect b="b" l="l" r="r" t="t"/>
              <a:pathLst>
                <a:path extrusionOk="0" h="347" w="1194">
                  <a:moveTo>
                    <a:pt x="740" y="0"/>
                  </a:moveTo>
                  <a:cubicBezTo>
                    <a:pt x="690" y="0"/>
                    <a:pt x="639" y="2"/>
                    <a:pt x="589" y="6"/>
                  </a:cubicBezTo>
                  <a:cubicBezTo>
                    <a:pt x="482" y="14"/>
                    <a:pt x="0" y="131"/>
                    <a:pt x="304" y="305"/>
                  </a:cubicBezTo>
                  <a:cubicBezTo>
                    <a:pt x="355" y="334"/>
                    <a:pt x="408" y="347"/>
                    <a:pt x="463" y="347"/>
                  </a:cubicBezTo>
                  <a:cubicBezTo>
                    <a:pt x="705" y="347"/>
                    <a:pt x="970" y="105"/>
                    <a:pt x="1194" y="54"/>
                  </a:cubicBezTo>
                  <a:lnTo>
                    <a:pt x="1188" y="33"/>
                  </a:lnTo>
                  <a:cubicBezTo>
                    <a:pt x="1183" y="36"/>
                    <a:pt x="1175" y="37"/>
                    <a:pt x="1167" y="37"/>
                  </a:cubicBezTo>
                  <a:cubicBezTo>
                    <a:pt x="1163" y="37"/>
                    <a:pt x="1159" y="37"/>
                    <a:pt x="1154" y="36"/>
                  </a:cubicBezTo>
                  <a:cubicBezTo>
                    <a:pt x="1018" y="14"/>
                    <a:pt x="879" y="0"/>
                    <a:pt x="7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8625" lIns="91425" spcFirstLastPara="1" rIns="91425" wrap="square" tIns="86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13" name="Google Shape;1413;p12"/>
            <p:cNvSpPr/>
            <p:nvPr/>
          </p:nvSpPr>
          <p:spPr>
            <a:xfrm>
              <a:off x="7876440" y="3506040"/>
              <a:ext cx="9360" cy="7560"/>
            </a:xfrm>
            <a:custGeom>
              <a:rect b="b" l="l" r="r" t="t"/>
              <a:pathLst>
                <a:path extrusionOk="0" h="159" w="196">
                  <a:moveTo>
                    <a:pt x="101" y="1"/>
                  </a:moveTo>
                  <a:cubicBezTo>
                    <a:pt x="51" y="1"/>
                    <a:pt x="0" y="47"/>
                    <a:pt x="24" y="109"/>
                  </a:cubicBezTo>
                  <a:cubicBezTo>
                    <a:pt x="37" y="144"/>
                    <a:pt x="64" y="158"/>
                    <a:pt x="93" y="158"/>
                  </a:cubicBezTo>
                  <a:cubicBezTo>
                    <a:pt x="143" y="158"/>
                    <a:pt x="196" y="112"/>
                    <a:pt x="172" y="51"/>
                  </a:cubicBezTo>
                  <a:cubicBezTo>
                    <a:pt x="158" y="16"/>
                    <a:pt x="130" y="1"/>
                    <a:pt x="1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950" lIns="91425" spcFirstLastPara="1" rIns="91425" wrap="square" tIns="3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14" name="Google Shape;1414;p12"/>
            <p:cNvSpPr/>
            <p:nvPr/>
          </p:nvSpPr>
          <p:spPr>
            <a:xfrm>
              <a:off x="7333200" y="3680280"/>
              <a:ext cx="23400" cy="18720"/>
            </a:xfrm>
            <a:custGeom>
              <a:rect b="b" l="l" r="r" t="t"/>
              <a:pathLst>
                <a:path extrusionOk="0" h="379" w="475">
                  <a:moveTo>
                    <a:pt x="270" y="0"/>
                  </a:moveTo>
                  <a:cubicBezTo>
                    <a:pt x="250" y="0"/>
                    <a:pt x="229" y="4"/>
                    <a:pt x="208" y="11"/>
                  </a:cubicBezTo>
                  <a:lnTo>
                    <a:pt x="141" y="35"/>
                  </a:lnTo>
                  <a:cubicBezTo>
                    <a:pt x="53" y="65"/>
                    <a:pt x="1" y="178"/>
                    <a:pt x="41" y="265"/>
                  </a:cubicBezTo>
                  <a:cubicBezTo>
                    <a:pt x="71" y="331"/>
                    <a:pt x="138" y="379"/>
                    <a:pt x="209" y="379"/>
                  </a:cubicBezTo>
                  <a:cubicBezTo>
                    <a:pt x="230" y="379"/>
                    <a:pt x="252" y="375"/>
                    <a:pt x="273" y="365"/>
                  </a:cubicBezTo>
                  <a:lnTo>
                    <a:pt x="335" y="340"/>
                  </a:lnTo>
                  <a:cubicBezTo>
                    <a:pt x="422" y="304"/>
                    <a:pt x="474" y="200"/>
                    <a:pt x="436" y="110"/>
                  </a:cubicBezTo>
                  <a:cubicBezTo>
                    <a:pt x="405" y="42"/>
                    <a:pt x="341" y="0"/>
                    <a:pt x="2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350" lIns="91425" spcFirstLastPara="1" rIns="91425" wrap="square" tIns="9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15" name="Google Shape;1415;p12"/>
            <p:cNvSpPr/>
            <p:nvPr/>
          </p:nvSpPr>
          <p:spPr>
            <a:xfrm>
              <a:off x="8070480" y="3349080"/>
              <a:ext cx="42840" cy="59040"/>
            </a:xfrm>
            <a:custGeom>
              <a:rect b="b" l="l" r="r" t="t"/>
              <a:pathLst>
                <a:path extrusionOk="0" h="1177" w="859">
                  <a:moveTo>
                    <a:pt x="737" y="1"/>
                  </a:moveTo>
                  <a:cubicBezTo>
                    <a:pt x="711" y="1"/>
                    <a:pt x="684" y="12"/>
                    <a:pt x="663" y="37"/>
                  </a:cubicBezTo>
                  <a:cubicBezTo>
                    <a:pt x="415" y="327"/>
                    <a:pt x="221" y="693"/>
                    <a:pt x="41" y="1029"/>
                  </a:cubicBezTo>
                  <a:cubicBezTo>
                    <a:pt x="0" y="1103"/>
                    <a:pt x="75" y="1176"/>
                    <a:pt x="145" y="1176"/>
                  </a:cubicBezTo>
                  <a:cubicBezTo>
                    <a:pt x="174" y="1176"/>
                    <a:pt x="201" y="1164"/>
                    <a:pt x="221" y="1136"/>
                  </a:cubicBezTo>
                  <a:cubicBezTo>
                    <a:pt x="440" y="823"/>
                    <a:pt x="679" y="489"/>
                    <a:pt x="829" y="136"/>
                  </a:cubicBezTo>
                  <a:cubicBezTo>
                    <a:pt x="859" y="62"/>
                    <a:pt x="799" y="1"/>
                    <a:pt x="7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9500" lIns="91425" spcFirstLastPara="1" rIns="91425" wrap="square" tIns="29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16" name="Google Shape;1416;p12"/>
            <p:cNvSpPr/>
            <p:nvPr/>
          </p:nvSpPr>
          <p:spPr>
            <a:xfrm>
              <a:off x="7923960" y="3458520"/>
              <a:ext cx="14400" cy="11160"/>
            </a:xfrm>
            <a:custGeom>
              <a:rect b="b" l="l" r="r" t="t"/>
              <a:pathLst>
                <a:path extrusionOk="0" h="230" w="290">
                  <a:moveTo>
                    <a:pt x="152" y="0"/>
                  </a:moveTo>
                  <a:cubicBezTo>
                    <a:pt x="77" y="0"/>
                    <a:pt x="1" y="67"/>
                    <a:pt x="36" y="157"/>
                  </a:cubicBezTo>
                  <a:cubicBezTo>
                    <a:pt x="56" y="208"/>
                    <a:pt x="97" y="230"/>
                    <a:pt x="139" y="230"/>
                  </a:cubicBezTo>
                  <a:cubicBezTo>
                    <a:pt x="213" y="230"/>
                    <a:pt x="290" y="162"/>
                    <a:pt x="254" y="72"/>
                  </a:cubicBezTo>
                  <a:cubicBezTo>
                    <a:pt x="234" y="21"/>
                    <a:pt x="193" y="0"/>
                    <a:pt x="1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750" lIns="91425" spcFirstLastPara="1" rIns="91425" wrap="square" tIns="5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17" name="Google Shape;1417;p12"/>
            <p:cNvSpPr/>
            <p:nvPr/>
          </p:nvSpPr>
          <p:spPr>
            <a:xfrm>
              <a:off x="7245360" y="3686760"/>
              <a:ext cx="23400" cy="18720"/>
            </a:xfrm>
            <a:custGeom>
              <a:rect b="b" l="l" r="r" t="t"/>
              <a:pathLst>
                <a:path extrusionOk="0" h="378" w="471">
                  <a:moveTo>
                    <a:pt x="189" y="0"/>
                  </a:moveTo>
                  <a:cubicBezTo>
                    <a:pt x="125" y="0"/>
                    <a:pt x="61" y="28"/>
                    <a:pt x="36" y="95"/>
                  </a:cubicBezTo>
                  <a:cubicBezTo>
                    <a:pt x="0" y="185"/>
                    <a:pt x="41" y="265"/>
                    <a:pt x="121" y="312"/>
                  </a:cubicBezTo>
                  <a:cubicBezTo>
                    <a:pt x="149" y="329"/>
                    <a:pt x="179" y="346"/>
                    <a:pt x="207" y="361"/>
                  </a:cubicBezTo>
                  <a:cubicBezTo>
                    <a:pt x="228" y="373"/>
                    <a:pt x="250" y="378"/>
                    <a:pt x="273" y="378"/>
                  </a:cubicBezTo>
                  <a:cubicBezTo>
                    <a:pt x="342" y="378"/>
                    <a:pt x="415" y="332"/>
                    <a:pt x="438" y="270"/>
                  </a:cubicBezTo>
                  <a:cubicBezTo>
                    <a:pt x="471" y="191"/>
                    <a:pt x="443" y="69"/>
                    <a:pt x="348" y="39"/>
                  </a:cubicBezTo>
                  <a:cubicBezTo>
                    <a:pt x="316" y="30"/>
                    <a:pt x="285" y="20"/>
                    <a:pt x="254" y="10"/>
                  </a:cubicBezTo>
                  <a:cubicBezTo>
                    <a:pt x="233" y="4"/>
                    <a:pt x="211" y="0"/>
                    <a:pt x="1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350" lIns="91425" spcFirstLastPara="1" rIns="91425" wrap="square" tIns="9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18" name="Google Shape;1418;p12"/>
            <p:cNvSpPr/>
            <p:nvPr/>
          </p:nvSpPr>
          <p:spPr>
            <a:xfrm>
              <a:off x="7340400" y="3629160"/>
              <a:ext cx="16200" cy="12960"/>
            </a:xfrm>
            <a:custGeom>
              <a:rect b="b" l="l" r="r" t="t"/>
              <a:pathLst>
                <a:path extrusionOk="0" h="262" w="329">
                  <a:moveTo>
                    <a:pt x="173" y="1"/>
                  </a:moveTo>
                  <a:cubicBezTo>
                    <a:pt x="88" y="1"/>
                    <a:pt x="0" y="78"/>
                    <a:pt x="40" y="179"/>
                  </a:cubicBezTo>
                  <a:cubicBezTo>
                    <a:pt x="63" y="237"/>
                    <a:pt x="109" y="261"/>
                    <a:pt x="156" y="261"/>
                  </a:cubicBezTo>
                  <a:cubicBezTo>
                    <a:pt x="241" y="261"/>
                    <a:pt x="328" y="184"/>
                    <a:pt x="288" y="82"/>
                  </a:cubicBezTo>
                  <a:cubicBezTo>
                    <a:pt x="266" y="25"/>
                    <a:pt x="220" y="1"/>
                    <a:pt x="1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475" lIns="91425" spcFirstLastPara="1" rIns="91425" wrap="square" tIns="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19" name="Google Shape;1419;p12"/>
            <p:cNvSpPr/>
            <p:nvPr/>
          </p:nvSpPr>
          <p:spPr>
            <a:xfrm>
              <a:off x="7850520" y="3422880"/>
              <a:ext cx="15480" cy="16200"/>
            </a:xfrm>
            <a:custGeom>
              <a:rect b="b" l="l" r="r" t="t"/>
              <a:pathLst>
                <a:path extrusionOk="0" h="327" w="311">
                  <a:moveTo>
                    <a:pt x="135" y="1"/>
                  </a:moveTo>
                  <a:cubicBezTo>
                    <a:pt x="67" y="1"/>
                    <a:pt x="1" y="55"/>
                    <a:pt x="8" y="135"/>
                  </a:cubicBezTo>
                  <a:cubicBezTo>
                    <a:pt x="9" y="157"/>
                    <a:pt x="13" y="179"/>
                    <a:pt x="19" y="201"/>
                  </a:cubicBezTo>
                  <a:cubicBezTo>
                    <a:pt x="34" y="272"/>
                    <a:pt x="87" y="327"/>
                    <a:pt x="155" y="327"/>
                  </a:cubicBezTo>
                  <a:cubicBezTo>
                    <a:pt x="171" y="327"/>
                    <a:pt x="188" y="324"/>
                    <a:pt x="206" y="317"/>
                  </a:cubicBezTo>
                  <a:cubicBezTo>
                    <a:pt x="297" y="281"/>
                    <a:pt x="311" y="182"/>
                    <a:pt x="267" y="106"/>
                  </a:cubicBezTo>
                  <a:cubicBezTo>
                    <a:pt x="256" y="87"/>
                    <a:pt x="244" y="69"/>
                    <a:pt x="231" y="49"/>
                  </a:cubicBezTo>
                  <a:cubicBezTo>
                    <a:pt x="206" y="16"/>
                    <a:pt x="170" y="1"/>
                    <a:pt x="1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8275" lIns="91425" spcFirstLastPara="1" rIns="91425" wrap="square" tIns="8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20" name="Google Shape;1420;p12"/>
            <p:cNvSpPr/>
            <p:nvPr/>
          </p:nvSpPr>
          <p:spPr>
            <a:xfrm>
              <a:off x="7269840" y="3641400"/>
              <a:ext cx="16560" cy="12960"/>
            </a:xfrm>
            <a:custGeom>
              <a:rect b="b" l="l" r="r" t="t"/>
              <a:pathLst>
                <a:path extrusionOk="0" h="266" w="333">
                  <a:moveTo>
                    <a:pt x="175" y="1"/>
                  </a:moveTo>
                  <a:cubicBezTo>
                    <a:pt x="90" y="1"/>
                    <a:pt x="1" y="78"/>
                    <a:pt x="41" y="182"/>
                  </a:cubicBezTo>
                  <a:cubicBezTo>
                    <a:pt x="64" y="241"/>
                    <a:pt x="111" y="265"/>
                    <a:pt x="159" y="265"/>
                  </a:cubicBezTo>
                  <a:cubicBezTo>
                    <a:pt x="244" y="265"/>
                    <a:pt x="333" y="187"/>
                    <a:pt x="292" y="83"/>
                  </a:cubicBezTo>
                  <a:cubicBezTo>
                    <a:pt x="270" y="25"/>
                    <a:pt x="223" y="1"/>
                    <a:pt x="1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475" lIns="91425" spcFirstLastPara="1" rIns="91425" wrap="square" tIns="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21" name="Google Shape;1421;p12"/>
            <p:cNvSpPr/>
            <p:nvPr/>
          </p:nvSpPr>
          <p:spPr>
            <a:xfrm>
              <a:off x="7802280" y="3435480"/>
              <a:ext cx="12240" cy="9720"/>
            </a:xfrm>
            <a:custGeom>
              <a:rect b="b" l="l" r="r" t="t"/>
              <a:pathLst>
                <a:path extrusionOk="0" h="197" w="248">
                  <a:moveTo>
                    <a:pt x="131" y="0"/>
                  </a:moveTo>
                  <a:cubicBezTo>
                    <a:pt x="67" y="0"/>
                    <a:pt x="0" y="57"/>
                    <a:pt x="30" y="133"/>
                  </a:cubicBezTo>
                  <a:cubicBezTo>
                    <a:pt x="47" y="177"/>
                    <a:pt x="82" y="196"/>
                    <a:pt x="118" y="196"/>
                  </a:cubicBezTo>
                  <a:cubicBezTo>
                    <a:pt x="182" y="196"/>
                    <a:pt x="248" y="138"/>
                    <a:pt x="217" y="61"/>
                  </a:cubicBezTo>
                  <a:cubicBezTo>
                    <a:pt x="201" y="18"/>
                    <a:pt x="166" y="0"/>
                    <a:pt x="1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22" name="Google Shape;1422;p12"/>
            <p:cNvSpPr/>
            <p:nvPr/>
          </p:nvSpPr>
          <p:spPr>
            <a:xfrm>
              <a:off x="7724160" y="3443400"/>
              <a:ext cx="18000" cy="14400"/>
            </a:xfrm>
            <a:custGeom>
              <a:rect b="b" l="l" r="r" t="t"/>
              <a:pathLst>
                <a:path extrusionOk="0" h="293" w="368">
                  <a:moveTo>
                    <a:pt x="192" y="1"/>
                  </a:moveTo>
                  <a:cubicBezTo>
                    <a:pt x="98" y="1"/>
                    <a:pt x="1" y="86"/>
                    <a:pt x="46" y="201"/>
                  </a:cubicBezTo>
                  <a:cubicBezTo>
                    <a:pt x="71" y="266"/>
                    <a:pt x="123" y="293"/>
                    <a:pt x="176" y="293"/>
                  </a:cubicBezTo>
                  <a:cubicBezTo>
                    <a:pt x="270" y="293"/>
                    <a:pt x="368" y="207"/>
                    <a:pt x="322" y="92"/>
                  </a:cubicBezTo>
                  <a:cubicBezTo>
                    <a:pt x="297" y="28"/>
                    <a:pt x="245" y="1"/>
                    <a:pt x="1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200" lIns="91425" spcFirstLastPara="1" rIns="91425" wrap="square" tIns="7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23" name="Google Shape;1423;p12"/>
            <p:cNvSpPr/>
            <p:nvPr/>
          </p:nvSpPr>
          <p:spPr>
            <a:xfrm>
              <a:off x="7302240" y="3590640"/>
              <a:ext cx="17280" cy="13680"/>
            </a:xfrm>
            <a:custGeom>
              <a:rect b="b" l="l" r="r" t="t"/>
              <a:pathLst>
                <a:path extrusionOk="0" h="278" w="351">
                  <a:moveTo>
                    <a:pt x="184" y="0"/>
                  </a:moveTo>
                  <a:cubicBezTo>
                    <a:pt x="94" y="0"/>
                    <a:pt x="1" y="82"/>
                    <a:pt x="44" y="191"/>
                  </a:cubicBezTo>
                  <a:cubicBezTo>
                    <a:pt x="68" y="252"/>
                    <a:pt x="117" y="278"/>
                    <a:pt x="168" y="278"/>
                  </a:cubicBezTo>
                  <a:cubicBezTo>
                    <a:pt x="257" y="278"/>
                    <a:pt x="351" y="196"/>
                    <a:pt x="308" y="87"/>
                  </a:cubicBezTo>
                  <a:cubicBezTo>
                    <a:pt x="284" y="26"/>
                    <a:pt x="235" y="0"/>
                    <a:pt x="1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825" lIns="91425" spcFirstLastPara="1" rIns="91425" wrap="square" tIns="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24" name="Google Shape;1424;p12"/>
            <p:cNvSpPr/>
            <p:nvPr/>
          </p:nvSpPr>
          <p:spPr>
            <a:xfrm>
              <a:off x="7796520" y="3381480"/>
              <a:ext cx="11880" cy="9360"/>
            </a:xfrm>
            <a:custGeom>
              <a:rect b="b" l="l" r="r" t="t"/>
              <a:pathLst>
                <a:path extrusionOk="0" h="190" w="241">
                  <a:moveTo>
                    <a:pt x="126" y="1"/>
                  </a:moveTo>
                  <a:cubicBezTo>
                    <a:pt x="64" y="1"/>
                    <a:pt x="0" y="56"/>
                    <a:pt x="30" y="130"/>
                  </a:cubicBezTo>
                  <a:cubicBezTo>
                    <a:pt x="47" y="172"/>
                    <a:pt x="82" y="190"/>
                    <a:pt x="116" y="190"/>
                  </a:cubicBezTo>
                  <a:cubicBezTo>
                    <a:pt x="178" y="190"/>
                    <a:pt x="241" y="134"/>
                    <a:pt x="212" y="59"/>
                  </a:cubicBezTo>
                  <a:cubicBezTo>
                    <a:pt x="195" y="18"/>
                    <a:pt x="161" y="1"/>
                    <a:pt x="1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25" name="Google Shape;1425;p12"/>
            <p:cNvSpPr/>
            <p:nvPr/>
          </p:nvSpPr>
          <p:spPr>
            <a:xfrm>
              <a:off x="7616160" y="3408480"/>
              <a:ext cx="21600" cy="21240"/>
            </a:xfrm>
            <a:custGeom>
              <a:rect b="b" l="l" r="r" t="t"/>
              <a:pathLst>
                <a:path extrusionOk="0" h="430" w="436">
                  <a:moveTo>
                    <a:pt x="194" y="1"/>
                  </a:moveTo>
                  <a:cubicBezTo>
                    <a:pt x="173" y="1"/>
                    <a:pt x="152" y="5"/>
                    <a:pt x="130" y="14"/>
                  </a:cubicBezTo>
                  <a:cubicBezTo>
                    <a:pt x="37" y="57"/>
                    <a:pt x="0" y="150"/>
                    <a:pt x="30" y="247"/>
                  </a:cubicBezTo>
                  <a:lnTo>
                    <a:pt x="50" y="312"/>
                  </a:lnTo>
                  <a:cubicBezTo>
                    <a:pt x="72" y="383"/>
                    <a:pt x="149" y="429"/>
                    <a:pt x="223" y="429"/>
                  </a:cubicBezTo>
                  <a:cubicBezTo>
                    <a:pt x="245" y="429"/>
                    <a:pt x="267" y="425"/>
                    <a:pt x="286" y="417"/>
                  </a:cubicBezTo>
                  <a:cubicBezTo>
                    <a:pt x="373" y="377"/>
                    <a:pt x="435" y="271"/>
                    <a:pt x="391" y="177"/>
                  </a:cubicBezTo>
                  <a:lnTo>
                    <a:pt x="363" y="115"/>
                  </a:lnTo>
                  <a:cubicBezTo>
                    <a:pt x="332" y="50"/>
                    <a:pt x="266" y="1"/>
                    <a:pt x="1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0800" lIns="91425" spcFirstLastPara="1" rIns="91425" wrap="square" tIns="10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26" name="Google Shape;1426;p12"/>
            <p:cNvSpPr/>
            <p:nvPr/>
          </p:nvSpPr>
          <p:spPr>
            <a:xfrm>
              <a:off x="7358400" y="3520080"/>
              <a:ext cx="16200" cy="12960"/>
            </a:xfrm>
            <a:custGeom>
              <a:rect b="b" l="l" r="r" t="t"/>
              <a:pathLst>
                <a:path extrusionOk="0" h="264" w="332">
                  <a:moveTo>
                    <a:pt x="173" y="0"/>
                  </a:moveTo>
                  <a:cubicBezTo>
                    <a:pt x="88" y="0"/>
                    <a:pt x="0" y="78"/>
                    <a:pt x="41" y="181"/>
                  </a:cubicBezTo>
                  <a:cubicBezTo>
                    <a:pt x="64" y="239"/>
                    <a:pt x="111" y="264"/>
                    <a:pt x="159" y="264"/>
                  </a:cubicBezTo>
                  <a:cubicBezTo>
                    <a:pt x="244" y="264"/>
                    <a:pt x="331" y="186"/>
                    <a:pt x="291" y="83"/>
                  </a:cubicBezTo>
                  <a:cubicBezTo>
                    <a:pt x="268" y="25"/>
                    <a:pt x="220" y="0"/>
                    <a:pt x="1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475" lIns="91425" spcFirstLastPara="1" rIns="91425" wrap="square" tIns="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27" name="Google Shape;1427;p12"/>
            <p:cNvSpPr/>
            <p:nvPr/>
          </p:nvSpPr>
          <p:spPr>
            <a:xfrm>
              <a:off x="7445520" y="3476160"/>
              <a:ext cx="20160" cy="15840"/>
            </a:xfrm>
            <a:custGeom>
              <a:rect b="b" l="l" r="r" t="t"/>
              <a:pathLst>
                <a:path extrusionOk="0" h="320" w="404">
                  <a:moveTo>
                    <a:pt x="212" y="0"/>
                  </a:moveTo>
                  <a:cubicBezTo>
                    <a:pt x="108" y="0"/>
                    <a:pt x="1" y="94"/>
                    <a:pt x="51" y="219"/>
                  </a:cubicBezTo>
                  <a:cubicBezTo>
                    <a:pt x="78" y="290"/>
                    <a:pt x="135" y="320"/>
                    <a:pt x="193" y="320"/>
                  </a:cubicBezTo>
                  <a:cubicBezTo>
                    <a:pt x="296" y="320"/>
                    <a:pt x="403" y="226"/>
                    <a:pt x="355" y="101"/>
                  </a:cubicBezTo>
                  <a:cubicBezTo>
                    <a:pt x="328" y="30"/>
                    <a:pt x="271" y="0"/>
                    <a:pt x="2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900" lIns="91425" spcFirstLastPara="1" rIns="91425" wrap="square" tIns="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28" name="Google Shape;1428;p12"/>
            <p:cNvSpPr/>
            <p:nvPr/>
          </p:nvSpPr>
          <p:spPr>
            <a:xfrm>
              <a:off x="7308000" y="3529800"/>
              <a:ext cx="20160" cy="15840"/>
            </a:xfrm>
            <a:custGeom>
              <a:rect b="b" l="l" r="r" t="t"/>
              <a:pathLst>
                <a:path extrusionOk="0" h="323" w="407">
                  <a:moveTo>
                    <a:pt x="213" y="0"/>
                  </a:moveTo>
                  <a:cubicBezTo>
                    <a:pt x="109" y="0"/>
                    <a:pt x="1" y="95"/>
                    <a:pt x="51" y="222"/>
                  </a:cubicBezTo>
                  <a:cubicBezTo>
                    <a:pt x="78" y="293"/>
                    <a:pt x="135" y="322"/>
                    <a:pt x="193" y="322"/>
                  </a:cubicBezTo>
                  <a:cubicBezTo>
                    <a:pt x="298" y="322"/>
                    <a:pt x="407" y="227"/>
                    <a:pt x="357" y="102"/>
                  </a:cubicBezTo>
                  <a:cubicBezTo>
                    <a:pt x="329" y="31"/>
                    <a:pt x="272" y="0"/>
                    <a:pt x="2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900" lIns="91425" spcFirstLastPara="1" rIns="91425" wrap="square" tIns="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29" name="Google Shape;1429;p12"/>
            <p:cNvSpPr/>
            <p:nvPr/>
          </p:nvSpPr>
          <p:spPr>
            <a:xfrm>
              <a:off x="7626960" y="3348360"/>
              <a:ext cx="64800" cy="47880"/>
            </a:xfrm>
            <a:custGeom>
              <a:rect b="b" l="l" r="r" t="t"/>
              <a:pathLst>
                <a:path extrusionOk="0" h="961" w="1290">
                  <a:moveTo>
                    <a:pt x="543" y="1"/>
                  </a:moveTo>
                  <a:cubicBezTo>
                    <a:pt x="373" y="1"/>
                    <a:pt x="197" y="94"/>
                    <a:pt x="121" y="245"/>
                  </a:cubicBezTo>
                  <a:cubicBezTo>
                    <a:pt x="1" y="484"/>
                    <a:pt x="199" y="686"/>
                    <a:pt x="390" y="803"/>
                  </a:cubicBezTo>
                  <a:cubicBezTo>
                    <a:pt x="563" y="908"/>
                    <a:pt x="757" y="960"/>
                    <a:pt x="955" y="960"/>
                  </a:cubicBezTo>
                  <a:cubicBezTo>
                    <a:pt x="1038" y="960"/>
                    <a:pt x="1122" y="951"/>
                    <a:pt x="1205" y="932"/>
                  </a:cubicBezTo>
                  <a:cubicBezTo>
                    <a:pt x="1289" y="912"/>
                    <a:pt x="1285" y="788"/>
                    <a:pt x="1202" y="788"/>
                  </a:cubicBezTo>
                  <a:cubicBezTo>
                    <a:pt x="1198" y="788"/>
                    <a:pt x="1195" y="789"/>
                    <a:pt x="1191" y="789"/>
                  </a:cubicBezTo>
                  <a:cubicBezTo>
                    <a:pt x="1155" y="793"/>
                    <a:pt x="1120" y="794"/>
                    <a:pt x="1084" y="794"/>
                  </a:cubicBezTo>
                  <a:cubicBezTo>
                    <a:pt x="947" y="794"/>
                    <a:pt x="812" y="768"/>
                    <a:pt x="684" y="713"/>
                  </a:cubicBezTo>
                  <a:cubicBezTo>
                    <a:pt x="576" y="664"/>
                    <a:pt x="285" y="514"/>
                    <a:pt x="349" y="363"/>
                  </a:cubicBezTo>
                  <a:cubicBezTo>
                    <a:pt x="381" y="287"/>
                    <a:pt x="459" y="258"/>
                    <a:pt x="538" y="258"/>
                  </a:cubicBezTo>
                  <a:cubicBezTo>
                    <a:pt x="592" y="258"/>
                    <a:pt x="646" y="271"/>
                    <a:pt x="685" y="293"/>
                  </a:cubicBezTo>
                  <a:cubicBezTo>
                    <a:pt x="835" y="377"/>
                    <a:pt x="930" y="547"/>
                    <a:pt x="1012" y="691"/>
                  </a:cubicBezTo>
                  <a:cubicBezTo>
                    <a:pt x="1030" y="721"/>
                    <a:pt x="1057" y="733"/>
                    <a:pt x="1085" y="733"/>
                  </a:cubicBezTo>
                  <a:cubicBezTo>
                    <a:pt x="1150" y="733"/>
                    <a:pt x="1220" y="667"/>
                    <a:pt x="1185" y="596"/>
                  </a:cubicBezTo>
                  <a:cubicBezTo>
                    <a:pt x="1072" y="364"/>
                    <a:pt x="929" y="88"/>
                    <a:pt x="655" y="15"/>
                  </a:cubicBezTo>
                  <a:cubicBezTo>
                    <a:pt x="619" y="5"/>
                    <a:pt x="581" y="1"/>
                    <a:pt x="5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4100" lIns="91425" spcFirstLastPara="1" rIns="91425" wrap="square" tIns="24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30" name="Google Shape;1430;p12"/>
            <p:cNvSpPr/>
            <p:nvPr/>
          </p:nvSpPr>
          <p:spPr>
            <a:xfrm>
              <a:off x="7709040" y="3364920"/>
              <a:ext cx="21960" cy="15480"/>
            </a:xfrm>
            <a:custGeom>
              <a:rect b="b" l="l" r="r" t="t"/>
              <a:pathLst>
                <a:path extrusionOk="0" h="314" w="440">
                  <a:moveTo>
                    <a:pt x="257" y="0"/>
                  </a:moveTo>
                  <a:cubicBezTo>
                    <a:pt x="212" y="0"/>
                    <a:pt x="166" y="19"/>
                    <a:pt x="131" y="55"/>
                  </a:cubicBezTo>
                  <a:cubicBezTo>
                    <a:pt x="125" y="56"/>
                    <a:pt x="107" y="69"/>
                    <a:pt x="107" y="70"/>
                  </a:cubicBezTo>
                  <a:cubicBezTo>
                    <a:pt x="1" y="133"/>
                    <a:pt x="64" y="314"/>
                    <a:pt x="177" y="314"/>
                  </a:cubicBezTo>
                  <a:cubicBezTo>
                    <a:pt x="185" y="314"/>
                    <a:pt x="193" y="313"/>
                    <a:pt x="201" y="311"/>
                  </a:cubicBezTo>
                  <a:cubicBezTo>
                    <a:pt x="201" y="311"/>
                    <a:pt x="223" y="307"/>
                    <a:pt x="229" y="306"/>
                  </a:cubicBezTo>
                  <a:lnTo>
                    <a:pt x="229" y="304"/>
                  </a:lnTo>
                  <a:cubicBezTo>
                    <a:pt x="231" y="304"/>
                    <a:pt x="232" y="304"/>
                    <a:pt x="234" y="304"/>
                  </a:cubicBezTo>
                  <a:cubicBezTo>
                    <a:pt x="344" y="304"/>
                    <a:pt x="439" y="210"/>
                    <a:pt x="393" y="95"/>
                  </a:cubicBezTo>
                  <a:cubicBezTo>
                    <a:pt x="368" y="30"/>
                    <a:pt x="313" y="0"/>
                    <a:pt x="2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900" lIns="91425" spcFirstLastPara="1" rIns="91425" wrap="square" tIns="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31" name="Google Shape;1431;p12"/>
            <p:cNvSpPr/>
            <p:nvPr/>
          </p:nvSpPr>
          <p:spPr>
            <a:xfrm>
              <a:off x="7511040" y="3445920"/>
              <a:ext cx="15120" cy="11880"/>
            </a:xfrm>
            <a:custGeom>
              <a:rect b="b" l="l" r="r" t="t"/>
              <a:pathLst>
                <a:path extrusionOk="0" h="244" w="308">
                  <a:moveTo>
                    <a:pt x="162" y="1"/>
                  </a:moveTo>
                  <a:cubicBezTo>
                    <a:pt x="83" y="1"/>
                    <a:pt x="1" y="71"/>
                    <a:pt x="38" y="166"/>
                  </a:cubicBezTo>
                  <a:cubicBezTo>
                    <a:pt x="59" y="220"/>
                    <a:pt x="102" y="243"/>
                    <a:pt x="147" y="243"/>
                  </a:cubicBezTo>
                  <a:cubicBezTo>
                    <a:pt x="226" y="243"/>
                    <a:pt x="308" y="171"/>
                    <a:pt x="270" y="76"/>
                  </a:cubicBezTo>
                  <a:cubicBezTo>
                    <a:pt x="250" y="23"/>
                    <a:pt x="206" y="1"/>
                    <a:pt x="1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100" lIns="91425" spcFirstLastPara="1" rIns="91425" wrap="square" tIns="6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32" name="Google Shape;1432;p12"/>
            <p:cNvSpPr/>
            <p:nvPr/>
          </p:nvSpPr>
          <p:spPr>
            <a:xfrm>
              <a:off x="7567560" y="3418560"/>
              <a:ext cx="17280" cy="13680"/>
            </a:xfrm>
            <a:custGeom>
              <a:rect b="b" l="l" r="r" t="t"/>
              <a:pathLst>
                <a:path extrusionOk="0" h="280" w="351">
                  <a:moveTo>
                    <a:pt x="182" y="0"/>
                  </a:moveTo>
                  <a:cubicBezTo>
                    <a:pt x="92" y="0"/>
                    <a:pt x="0" y="82"/>
                    <a:pt x="42" y="193"/>
                  </a:cubicBezTo>
                  <a:cubicBezTo>
                    <a:pt x="66" y="254"/>
                    <a:pt x="116" y="280"/>
                    <a:pt x="166" y="280"/>
                  </a:cubicBezTo>
                  <a:cubicBezTo>
                    <a:pt x="257" y="280"/>
                    <a:pt x="351" y="198"/>
                    <a:pt x="308" y="89"/>
                  </a:cubicBezTo>
                  <a:cubicBezTo>
                    <a:pt x="283" y="27"/>
                    <a:pt x="233" y="0"/>
                    <a:pt x="1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825" lIns="91425" spcFirstLastPara="1" rIns="91425" wrap="square" tIns="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33" name="Google Shape;1433;p12"/>
            <p:cNvSpPr/>
            <p:nvPr/>
          </p:nvSpPr>
          <p:spPr>
            <a:xfrm>
              <a:off x="7196760" y="3534840"/>
              <a:ext cx="24480" cy="15840"/>
            </a:xfrm>
            <a:custGeom>
              <a:rect b="b" l="l" r="r" t="t"/>
              <a:pathLst>
                <a:path extrusionOk="0" h="323" w="491">
                  <a:moveTo>
                    <a:pt x="276" y="0"/>
                  </a:moveTo>
                  <a:cubicBezTo>
                    <a:pt x="257" y="0"/>
                    <a:pt x="237" y="4"/>
                    <a:pt x="217" y="13"/>
                  </a:cubicBezTo>
                  <a:lnTo>
                    <a:pt x="155" y="42"/>
                  </a:lnTo>
                  <a:cubicBezTo>
                    <a:pt x="1" y="112"/>
                    <a:pt x="65" y="323"/>
                    <a:pt x="208" y="323"/>
                  </a:cubicBezTo>
                  <a:cubicBezTo>
                    <a:pt x="225" y="323"/>
                    <a:pt x="242" y="320"/>
                    <a:pt x="261" y="314"/>
                  </a:cubicBezTo>
                  <a:lnTo>
                    <a:pt x="327" y="291"/>
                  </a:lnTo>
                  <a:cubicBezTo>
                    <a:pt x="490" y="239"/>
                    <a:pt x="417" y="0"/>
                    <a:pt x="2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900" lIns="91425" spcFirstLastPara="1" rIns="91425" wrap="square" tIns="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34" name="Google Shape;1434;p12"/>
            <p:cNvSpPr/>
            <p:nvPr/>
          </p:nvSpPr>
          <p:spPr>
            <a:xfrm>
              <a:off x="7390440" y="3416760"/>
              <a:ext cx="58320" cy="52920"/>
            </a:xfrm>
            <a:custGeom>
              <a:rect b="b" l="l" r="r" t="t"/>
              <a:pathLst>
                <a:path extrusionOk="0" h="1058" w="1163">
                  <a:moveTo>
                    <a:pt x="808" y="165"/>
                  </a:moveTo>
                  <a:lnTo>
                    <a:pt x="808" y="165"/>
                  </a:lnTo>
                  <a:cubicBezTo>
                    <a:pt x="805" y="193"/>
                    <a:pt x="812" y="224"/>
                    <a:pt x="833" y="246"/>
                  </a:cubicBezTo>
                  <a:cubicBezTo>
                    <a:pt x="957" y="369"/>
                    <a:pt x="900" y="566"/>
                    <a:pt x="777" y="666"/>
                  </a:cubicBezTo>
                  <a:cubicBezTo>
                    <a:pt x="714" y="716"/>
                    <a:pt x="536" y="818"/>
                    <a:pt x="417" y="818"/>
                  </a:cubicBezTo>
                  <a:cubicBezTo>
                    <a:pt x="362" y="818"/>
                    <a:pt x="320" y="796"/>
                    <a:pt x="309" y="736"/>
                  </a:cubicBezTo>
                  <a:cubicBezTo>
                    <a:pt x="258" y="460"/>
                    <a:pt x="564" y="203"/>
                    <a:pt x="808" y="165"/>
                  </a:cubicBezTo>
                  <a:close/>
                  <a:moveTo>
                    <a:pt x="803" y="0"/>
                  </a:moveTo>
                  <a:cubicBezTo>
                    <a:pt x="803" y="0"/>
                    <a:pt x="802" y="0"/>
                    <a:pt x="801" y="0"/>
                  </a:cubicBezTo>
                  <a:cubicBezTo>
                    <a:pt x="543" y="9"/>
                    <a:pt x="316" y="156"/>
                    <a:pt x="187" y="380"/>
                  </a:cubicBezTo>
                  <a:cubicBezTo>
                    <a:pt x="84" y="559"/>
                    <a:pt x="0" y="951"/>
                    <a:pt x="261" y="1043"/>
                  </a:cubicBezTo>
                  <a:cubicBezTo>
                    <a:pt x="288" y="1054"/>
                    <a:pt x="318" y="1058"/>
                    <a:pt x="349" y="1058"/>
                  </a:cubicBezTo>
                  <a:cubicBezTo>
                    <a:pt x="453" y="1058"/>
                    <a:pt x="570" y="1008"/>
                    <a:pt x="658" y="973"/>
                  </a:cubicBezTo>
                  <a:cubicBezTo>
                    <a:pt x="801" y="919"/>
                    <a:pt x="943" y="836"/>
                    <a:pt x="1030" y="706"/>
                  </a:cubicBezTo>
                  <a:cubicBezTo>
                    <a:pt x="1162" y="511"/>
                    <a:pt x="1141" y="214"/>
                    <a:pt x="917" y="101"/>
                  </a:cubicBezTo>
                  <a:cubicBezTo>
                    <a:pt x="906" y="94"/>
                    <a:pt x="896" y="93"/>
                    <a:pt x="886" y="91"/>
                  </a:cubicBezTo>
                  <a:cubicBezTo>
                    <a:pt x="890" y="48"/>
                    <a:pt x="861" y="0"/>
                    <a:pt x="8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6625" lIns="91425" spcFirstLastPara="1" rIns="91425" wrap="square" tIns="266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35" name="Google Shape;1435;p12"/>
            <p:cNvSpPr/>
            <p:nvPr/>
          </p:nvSpPr>
          <p:spPr>
            <a:xfrm>
              <a:off x="7403400" y="3425040"/>
              <a:ext cx="34920" cy="32760"/>
            </a:xfrm>
            <a:custGeom>
              <a:rect b="b" l="l" r="r" t="t"/>
              <a:pathLst>
                <a:path extrusionOk="0" h="655" w="698">
                  <a:moveTo>
                    <a:pt x="548" y="1"/>
                  </a:moveTo>
                  <a:lnTo>
                    <a:pt x="548" y="1"/>
                  </a:lnTo>
                  <a:cubicBezTo>
                    <a:pt x="306" y="36"/>
                    <a:pt x="0" y="296"/>
                    <a:pt x="51" y="572"/>
                  </a:cubicBezTo>
                  <a:cubicBezTo>
                    <a:pt x="62" y="632"/>
                    <a:pt x="104" y="654"/>
                    <a:pt x="159" y="654"/>
                  </a:cubicBezTo>
                  <a:cubicBezTo>
                    <a:pt x="278" y="654"/>
                    <a:pt x="456" y="552"/>
                    <a:pt x="519" y="502"/>
                  </a:cubicBezTo>
                  <a:cubicBezTo>
                    <a:pt x="642" y="402"/>
                    <a:pt x="697" y="205"/>
                    <a:pt x="574" y="82"/>
                  </a:cubicBezTo>
                  <a:cubicBezTo>
                    <a:pt x="553" y="57"/>
                    <a:pt x="546" y="28"/>
                    <a:pt x="5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6550" lIns="91425" spcFirstLastPara="1" rIns="91425" wrap="square" tIns="165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36" name="Google Shape;1436;p12"/>
            <p:cNvSpPr/>
            <p:nvPr/>
          </p:nvSpPr>
          <p:spPr>
            <a:xfrm>
              <a:off x="7301160" y="3427560"/>
              <a:ext cx="55080" cy="54000"/>
            </a:xfrm>
            <a:custGeom>
              <a:rect b="b" l="l" r="r" t="t"/>
              <a:pathLst>
                <a:path extrusionOk="0" h="1082" w="1099">
                  <a:moveTo>
                    <a:pt x="401" y="251"/>
                  </a:moveTo>
                  <a:cubicBezTo>
                    <a:pt x="416" y="251"/>
                    <a:pt x="433" y="254"/>
                    <a:pt x="453" y="260"/>
                  </a:cubicBezTo>
                  <a:cubicBezTo>
                    <a:pt x="535" y="284"/>
                    <a:pt x="610" y="323"/>
                    <a:pt x="678" y="373"/>
                  </a:cubicBezTo>
                  <a:cubicBezTo>
                    <a:pt x="818" y="479"/>
                    <a:pt x="943" y="655"/>
                    <a:pt x="984" y="832"/>
                  </a:cubicBezTo>
                  <a:cubicBezTo>
                    <a:pt x="976" y="829"/>
                    <a:pt x="967" y="829"/>
                    <a:pt x="956" y="829"/>
                  </a:cubicBezTo>
                  <a:cubicBezTo>
                    <a:pt x="926" y="833"/>
                    <a:pt x="896" y="835"/>
                    <a:pt x="867" y="835"/>
                  </a:cubicBezTo>
                  <a:cubicBezTo>
                    <a:pt x="610" y="835"/>
                    <a:pt x="355" y="688"/>
                    <a:pt x="318" y="403"/>
                  </a:cubicBezTo>
                  <a:cubicBezTo>
                    <a:pt x="308" y="316"/>
                    <a:pt x="329" y="251"/>
                    <a:pt x="401" y="251"/>
                  </a:cubicBezTo>
                  <a:close/>
                  <a:moveTo>
                    <a:pt x="346" y="0"/>
                  </a:moveTo>
                  <a:cubicBezTo>
                    <a:pt x="218" y="0"/>
                    <a:pt x="109" y="64"/>
                    <a:pt x="76" y="241"/>
                  </a:cubicBezTo>
                  <a:cubicBezTo>
                    <a:pt x="0" y="639"/>
                    <a:pt x="384" y="1082"/>
                    <a:pt x="786" y="1082"/>
                  </a:cubicBezTo>
                  <a:cubicBezTo>
                    <a:pt x="860" y="1082"/>
                    <a:pt x="934" y="1067"/>
                    <a:pt x="1005" y="1035"/>
                  </a:cubicBezTo>
                  <a:cubicBezTo>
                    <a:pt x="1055" y="1012"/>
                    <a:pt x="1073" y="964"/>
                    <a:pt x="1068" y="920"/>
                  </a:cubicBezTo>
                  <a:cubicBezTo>
                    <a:pt x="1085" y="913"/>
                    <a:pt x="1099" y="896"/>
                    <a:pt x="1098" y="870"/>
                  </a:cubicBezTo>
                  <a:cubicBezTo>
                    <a:pt x="1083" y="567"/>
                    <a:pt x="979" y="318"/>
                    <a:pt x="723" y="138"/>
                  </a:cubicBezTo>
                  <a:cubicBezTo>
                    <a:pt x="615" y="61"/>
                    <a:pt x="471" y="0"/>
                    <a:pt x="3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7000" lIns="91425" spcFirstLastPara="1" rIns="91425" wrap="square" tIns="27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37" name="Google Shape;1437;p12"/>
            <p:cNvSpPr/>
            <p:nvPr/>
          </p:nvSpPr>
          <p:spPr>
            <a:xfrm>
              <a:off x="7890120" y="3200400"/>
              <a:ext cx="41400" cy="65880"/>
            </a:xfrm>
            <a:custGeom>
              <a:rect b="b" l="l" r="r" t="t"/>
              <a:pathLst>
                <a:path extrusionOk="0" h="1318" w="828">
                  <a:moveTo>
                    <a:pt x="674" y="0"/>
                  </a:moveTo>
                  <a:cubicBezTo>
                    <a:pt x="646" y="0"/>
                    <a:pt x="619" y="14"/>
                    <a:pt x="600" y="45"/>
                  </a:cubicBezTo>
                  <a:cubicBezTo>
                    <a:pt x="372" y="422"/>
                    <a:pt x="173" y="808"/>
                    <a:pt x="20" y="1223"/>
                  </a:cubicBezTo>
                  <a:cubicBezTo>
                    <a:pt x="1" y="1276"/>
                    <a:pt x="45" y="1317"/>
                    <a:pt x="88" y="1317"/>
                  </a:cubicBezTo>
                  <a:cubicBezTo>
                    <a:pt x="110" y="1317"/>
                    <a:pt x="133" y="1306"/>
                    <a:pt x="145" y="1278"/>
                  </a:cubicBezTo>
                  <a:cubicBezTo>
                    <a:pt x="316" y="891"/>
                    <a:pt x="520" y="520"/>
                    <a:pt x="768" y="177"/>
                  </a:cubicBezTo>
                  <a:cubicBezTo>
                    <a:pt x="827" y="94"/>
                    <a:pt x="748" y="0"/>
                    <a:pt x="6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3100" lIns="91425" spcFirstLastPara="1" rIns="91425" wrap="square" tIns="33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38" name="Google Shape;1438;p12"/>
            <p:cNvSpPr/>
            <p:nvPr/>
          </p:nvSpPr>
          <p:spPr>
            <a:xfrm>
              <a:off x="7267320" y="3490920"/>
              <a:ext cx="16920" cy="13320"/>
            </a:xfrm>
            <a:custGeom>
              <a:rect b="b" l="l" r="r" t="t"/>
              <a:pathLst>
                <a:path extrusionOk="0" h="271" w="342">
                  <a:moveTo>
                    <a:pt x="178" y="1"/>
                  </a:moveTo>
                  <a:cubicBezTo>
                    <a:pt x="90" y="1"/>
                    <a:pt x="0" y="80"/>
                    <a:pt x="43" y="187"/>
                  </a:cubicBezTo>
                  <a:cubicBezTo>
                    <a:pt x="66" y="246"/>
                    <a:pt x="114" y="271"/>
                    <a:pt x="163" y="271"/>
                  </a:cubicBezTo>
                  <a:cubicBezTo>
                    <a:pt x="251" y="271"/>
                    <a:pt x="341" y="192"/>
                    <a:pt x="299" y="85"/>
                  </a:cubicBezTo>
                  <a:cubicBezTo>
                    <a:pt x="276" y="26"/>
                    <a:pt x="227" y="1"/>
                    <a:pt x="1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825" lIns="91425" spcFirstLastPara="1" rIns="91425" wrap="square" tIns="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39" name="Google Shape;1439;p12"/>
            <p:cNvSpPr/>
            <p:nvPr/>
          </p:nvSpPr>
          <p:spPr>
            <a:xfrm>
              <a:off x="7316640" y="3440160"/>
              <a:ext cx="33840" cy="29160"/>
            </a:xfrm>
            <a:custGeom>
              <a:rect b="b" l="l" r="r" t="t"/>
              <a:pathLst>
                <a:path extrusionOk="0" h="585" w="678">
                  <a:moveTo>
                    <a:pt x="96" y="1"/>
                  </a:moveTo>
                  <a:cubicBezTo>
                    <a:pt x="23" y="1"/>
                    <a:pt x="1" y="67"/>
                    <a:pt x="13" y="154"/>
                  </a:cubicBezTo>
                  <a:cubicBezTo>
                    <a:pt x="48" y="437"/>
                    <a:pt x="305" y="585"/>
                    <a:pt x="563" y="585"/>
                  </a:cubicBezTo>
                  <a:cubicBezTo>
                    <a:pt x="592" y="585"/>
                    <a:pt x="620" y="583"/>
                    <a:pt x="649" y="579"/>
                  </a:cubicBezTo>
                  <a:cubicBezTo>
                    <a:pt x="652" y="578"/>
                    <a:pt x="656" y="578"/>
                    <a:pt x="659" y="578"/>
                  </a:cubicBezTo>
                  <a:cubicBezTo>
                    <a:pt x="665" y="578"/>
                    <a:pt x="671" y="580"/>
                    <a:pt x="677" y="581"/>
                  </a:cubicBezTo>
                  <a:cubicBezTo>
                    <a:pt x="636" y="404"/>
                    <a:pt x="511" y="226"/>
                    <a:pt x="373" y="123"/>
                  </a:cubicBezTo>
                  <a:cubicBezTo>
                    <a:pt x="303" y="73"/>
                    <a:pt x="228" y="35"/>
                    <a:pt x="147" y="10"/>
                  </a:cubicBezTo>
                  <a:cubicBezTo>
                    <a:pt x="128" y="3"/>
                    <a:pt x="111" y="1"/>
                    <a:pt x="9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4750" lIns="91425" spcFirstLastPara="1" rIns="91425" wrap="square" tIns="14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40" name="Google Shape;1440;p12"/>
            <p:cNvSpPr/>
            <p:nvPr/>
          </p:nvSpPr>
          <p:spPr>
            <a:xfrm>
              <a:off x="7531920" y="3372480"/>
              <a:ext cx="22680" cy="22680"/>
            </a:xfrm>
            <a:custGeom>
              <a:rect b="b" l="l" r="r" t="t"/>
              <a:pathLst>
                <a:path extrusionOk="0" h="455" w="455">
                  <a:moveTo>
                    <a:pt x="240" y="1"/>
                  </a:moveTo>
                  <a:cubicBezTo>
                    <a:pt x="168" y="1"/>
                    <a:pt x="97" y="38"/>
                    <a:pt x="69" y="109"/>
                  </a:cubicBezTo>
                  <a:cubicBezTo>
                    <a:pt x="59" y="141"/>
                    <a:pt x="46" y="172"/>
                    <a:pt x="33" y="202"/>
                  </a:cubicBezTo>
                  <a:cubicBezTo>
                    <a:pt x="1" y="291"/>
                    <a:pt x="33" y="406"/>
                    <a:pt x="128" y="441"/>
                  </a:cubicBezTo>
                  <a:cubicBezTo>
                    <a:pt x="152" y="450"/>
                    <a:pt x="176" y="455"/>
                    <a:pt x="200" y="455"/>
                  </a:cubicBezTo>
                  <a:cubicBezTo>
                    <a:pt x="269" y="455"/>
                    <a:pt x="333" y="415"/>
                    <a:pt x="366" y="348"/>
                  </a:cubicBezTo>
                  <a:cubicBezTo>
                    <a:pt x="381" y="319"/>
                    <a:pt x="395" y="287"/>
                    <a:pt x="409" y="258"/>
                  </a:cubicBezTo>
                  <a:cubicBezTo>
                    <a:pt x="454" y="172"/>
                    <a:pt x="405" y="50"/>
                    <a:pt x="314" y="15"/>
                  </a:cubicBezTo>
                  <a:cubicBezTo>
                    <a:pt x="291" y="5"/>
                    <a:pt x="265" y="1"/>
                    <a:pt x="2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1500" lIns="91425" spcFirstLastPara="1" rIns="91425" wrap="square" tIns="11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41" name="Google Shape;1441;p12"/>
            <p:cNvSpPr/>
            <p:nvPr/>
          </p:nvSpPr>
          <p:spPr>
            <a:xfrm>
              <a:off x="7488000" y="3395520"/>
              <a:ext cx="13320" cy="10440"/>
            </a:xfrm>
            <a:custGeom>
              <a:rect b="b" l="l" r="r" t="t"/>
              <a:pathLst>
                <a:path extrusionOk="0" h="213" w="268">
                  <a:moveTo>
                    <a:pt x="140" y="0"/>
                  </a:moveTo>
                  <a:cubicBezTo>
                    <a:pt x="71" y="0"/>
                    <a:pt x="0" y="63"/>
                    <a:pt x="34" y="146"/>
                  </a:cubicBezTo>
                  <a:cubicBezTo>
                    <a:pt x="52" y="193"/>
                    <a:pt x="90" y="213"/>
                    <a:pt x="128" y="213"/>
                  </a:cubicBezTo>
                  <a:cubicBezTo>
                    <a:pt x="197" y="213"/>
                    <a:pt x="268" y="150"/>
                    <a:pt x="235" y="67"/>
                  </a:cubicBezTo>
                  <a:cubicBezTo>
                    <a:pt x="217" y="20"/>
                    <a:pt x="179" y="0"/>
                    <a:pt x="1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400" lIns="91425" spcFirstLastPara="1" rIns="91425" wrap="square" tIns="5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42" name="Google Shape;1442;p12"/>
            <p:cNvSpPr/>
            <p:nvPr/>
          </p:nvSpPr>
          <p:spPr>
            <a:xfrm>
              <a:off x="7599960" y="3333240"/>
              <a:ext cx="12240" cy="9720"/>
            </a:xfrm>
            <a:custGeom>
              <a:rect b="b" l="l" r="r" t="t"/>
              <a:pathLst>
                <a:path extrusionOk="0" h="197" w="248">
                  <a:moveTo>
                    <a:pt x="130" y="0"/>
                  </a:moveTo>
                  <a:cubicBezTo>
                    <a:pt x="66" y="0"/>
                    <a:pt x="0" y="58"/>
                    <a:pt x="31" y="135"/>
                  </a:cubicBezTo>
                  <a:cubicBezTo>
                    <a:pt x="49" y="179"/>
                    <a:pt x="84" y="197"/>
                    <a:pt x="119" y="197"/>
                  </a:cubicBezTo>
                  <a:cubicBezTo>
                    <a:pt x="183" y="197"/>
                    <a:pt x="248" y="139"/>
                    <a:pt x="217" y="62"/>
                  </a:cubicBezTo>
                  <a:cubicBezTo>
                    <a:pt x="200" y="18"/>
                    <a:pt x="165" y="0"/>
                    <a:pt x="1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43" name="Google Shape;1443;p12"/>
            <p:cNvSpPr/>
            <p:nvPr/>
          </p:nvSpPr>
          <p:spPr>
            <a:xfrm>
              <a:off x="7217640" y="3444840"/>
              <a:ext cx="20160" cy="16920"/>
            </a:xfrm>
            <a:custGeom>
              <a:rect b="b" l="l" r="r" t="t"/>
              <a:pathLst>
                <a:path extrusionOk="0" h="344" w="405">
                  <a:moveTo>
                    <a:pt x="216" y="0"/>
                  </a:moveTo>
                  <a:cubicBezTo>
                    <a:pt x="114" y="0"/>
                    <a:pt x="1" y="94"/>
                    <a:pt x="59" y="209"/>
                  </a:cubicBezTo>
                  <a:lnTo>
                    <a:pt x="78" y="249"/>
                  </a:lnTo>
                  <a:cubicBezTo>
                    <a:pt x="98" y="316"/>
                    <a:pt x="147" y="343"/>
                    <a:pt x="199" y="343"/>
                  </a:cubicBezTo>
                  <a:cubicBezTo>
                    <a:pt x="224" y="343"/>
                    <a:pt x="248" y="337"/>
                    <a:pt x="271" y="327"/>
                  </a:cubicBezTo>
                  <a:cubicBezTo>
                    <a:pt x="348" y="301"/>
                    <a:pt x="404" y="229"/>
                    <a:pt x="358" y="138"/>
                  </a:cubicBezTo>
                  <a:lnTo>
                    <a:pt x="345" y="96"/>
                  </a:lnTo>
                  <a:cubicBezTo>
                    <a:pt x="325" y="28"/>
                    <a:pt x="272" y="0"/>
                    <a:pt x="2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8625" lIns="91425" spcFirstLastPara="1" rIns="91425" wrap="square" tIns="86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44" name="Google Shape;1444;p12"/>
            <p:cNvSpPr/>
            <p:nvPr/>
          </p:nvSpPr>
          <p:spPr>
            <a:xfrm>
              <a:off x="7418160" y="3372840"/>
              <a:ext cx="14400" cy="11520"/>
            </a:xfrm>
            <a:custGeom>
              <a:rect b="b" l="l" r="r" t="t"/>
              <a:pathLst>
                <a:path extrusionOk="0" h="234" w="296">
                  <a:moveTo>
                    <a:pt x="154" y="0"/>
                  </a:moveTo>
                  <a:cubicBezTo>
                    <a:pt x="79" y="0"/>
                    <a:pt x="1" y="68"/>
                    <a:pt x="37" y="160"/>
                  </a:cubicBezTo>
                  <a:cubicBezTo>
                    <a:pt x="58" y="211"/>
                    <a:pt x="100" y="233"/>
                    <a:pt x="142" y="233"/>
                  </a:cubicBezTo>
                  <a:cubicBezTo>
                    <a:pt x="218" y="233"/>
                    <a:pt x="296" y="165"/>
                    <a:pt x="260" y="73"/>
                  </a:cubicBezTo>
                  <a:cubicBezTo>
                    <a:pt x="239" y="22"/>
                    <a:pt x="197" y="0"/>
                    <a:pt x="1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750" lIns="91425" spcFirstLastPara="1" rIns="91425" wrap="square" tIns="5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45" name="Google Shape;1445;p12"/>
            <p:cNvSpPr/>
            <p:nvPr/>
          </p:nvSpPr>
          <p:spPr>
            <a:xfrm>
              <a:off x="7521480" y="3318840"/>
              <a:ext cx="19080" cy="19080"/>
            </a:xfrm>
            <a:custGeom>
              <a:rect b="b" l="l" r="r" t="t"/>
              <a:pathLst>
                <a:path extrusionOk="0" h="383" w="387">
                  <a:moveTo>
                    <a:pt x="168" y="0"/>
                  </a:moveTo>
                  <a:cubicBezTo>
                    <a:pt x="150" y="0"/>
                    <a:pt x="132" y="4"/>
                    <a:pt x="113" y="10"/>
                  </a:cubicBezTo>
                  <a:cubicBezTo>
                    <a:pt x="30" y="43"/>
                    <a:pt x="0" y="134"/>
                    <a:pt x="26" y="213"/>
                  </a:cubicBezTo>
                  <a:lnTo>
                    <a:pt x="47" y="280"/>
                  </a:lnTo>
                  <a:cubicBezTo>
                    <a:pt x="65" y="343"/>
                    <a:pt x="133" y="382"/>
                    <a:pt x="197" y="382"/>
                  </a:cubicBezTo>
                  <a:cubicBezTo>
                    <a:pt x="217" y="382"/>
                    <a:pt x="237" y="378"/>
                    <a:pt x="255" y="370"/>
                  </a:cubicBezTo>
                  <a:cubicBezTo>
                    <a:pt x="332" y="339"/>
                    <a:pt x="387" y="244"/>
                    <a:pt x="346" y="164"/>
                  </a:cubicBezTo>
                  <a:lnTo>
                    <a:pt x="316" y="100"/>
                  </a:lnTo>
                  <a:cubicBezTo>
                    <a:pt x="286" y="40"/>
                    <a:pt x="230" y="0"/>
                    <a:pt x="1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46" name="Google Shape;1446;p12"/>
            <p:cNvSpPr/>
            <p:nvPr/>
          </p:nvSpPr>
          <p:spPr>
            <a:xfrm>
              <a:off x="7356960" y="3381120"/>
              <a:ext cx="15840" cy="12600"/>
            </a:xfrm>
            <a:custGeom>
              <a:rect b="b" l="l" r="r" t="t"/>
              <a:pathLst>
                <a:path extrusionOk="0" h="257" w="323">
                  <a:moveTo>
                    <a:pt x="168" y="1"/>
                  </a:moveTo>
                  <a:cubicBezTo>
                    <a:pt x="85" y="1"/>
                    <a:pt x="1" y="75"/>
                    <a:pt x="41" y="176"/>
                  </a:cubicBezTo>
                  <a:cubicBezTo>
                    <a:pt x="63" y="232"/>
                    <a:pt x="109" y="256"/>
                    <a:pt x="155" y="256"/>
                  </a:cubicBezTo>
                  <a:cubicBezTo>
                    <a:pt x="238" y="256"/>
                    <a:pt x="323" y="182"/>
                    <a:pt x="283" y="81"/>
                  </a:cubicBezTo>
                  <a:cubicBezTo>
                    <a:pt x="261" y="25"/>
                    <a:pt x="215" y="1"/>
                    <a:pt x="1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475" lIns="91425" spcFirstLastPara="1" rIns="91425" wrap="square" tIns="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47" name="Google Shape;1447;p12"/>
            <p:cNvSpPr/>
            <p:nvPr/>
          </p:nvSpPr>
          <p:spPr>
            <a:xfrm>
              <a:off x="7279560" y="3209040"/>
              <a:ext cx="29160" cy="63000"/>
            </a:xfrm>
            <a:custGeom>
              <a:rect b="b" l="l" r="r" t="t"/>
              <a:pathLst>
                <a:path extrusionOk="0" h="1256" w="585">
                  <a:moveTo>
                    <a:pt x="182" y="1"/>
                  </a:moveTo>
                  <a:cubicBezTo>
                    <a:pt x="141" y="1"/>
                    <a:pt x="96" y="30"/>
                    <a:pt x="87" y="71"/>
                  </a:cubicBezTo>
                  <a:cubicBezTo>
                    <a:pt x="1" y="453"/>
                    <a:pt x="165" y="923"/>
                    <a:pt x="405" y="1224"/>
                  </a:cubicBezTo>
                  <a:cubicBezTo>
                    <a:pt x="423" y="1246"/>
                    <a:pt x="447" y="1256"/>
                    <a:pt x="472" y="1256"/>
                  </a:cubicBezTo>
                  <a:cubicBezTo>
                    <a:pt x="529" y="1256"/>
                    <a:pt x="585" y="1204"/>
                    <a:pt x="556" y="1139"/>
                  </a:cubicBezTo>
                  <a:cubicBezTo>
                    <a:pt x="478" y="947"/>
                    <a:pt x="389" y="763"/>
                    <a:pt x="342" y="558"/>
                  </a:cubicBezTo>
                  <a:cubicBezTo>
                    <a:pt x="305" y="390"/>
                    <a:pt x="290" y="220"/>
                    <a:pt x="249" y="54"/>
                  </a:cubicBezTo>
                  <a:cubicBezTo>
                    <a:pt x="240" y="17"/>
                    <a:pt x="212" y="1"/>
                    <a:pt x="1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1675" lIns="91425" spcFirstLastPara="1" rIns="91425" wrap="square" tIns="31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448" name="Google Shape;1448;p12"/>
          <p:cNvGrpSpPr/>
          <p:nvPr/>
        </p:nvGrpSpPr>
        <p:grpSpPr>
          <a:xfrm>
            <a:off x="6716520" y="1217880"/>
            <a:ext cx="992520" cy="1107720"/>
            <a:chOff x="6716520" y="1217880"/>
            <a:chExt cx="992520" cy="1107720"/>
          </a:xfrm>
        </p:grpSpPr>
        <p:sp>
          <p:nvSpPr>
            <p:cNvPr id="1449" name="Google Shape;1449;p12"/>
            <p:cNvSpPr/>
            <p:nvPr/>
          </p:nvSpPr>
          <p:spPr>
            <a:xfrm>
              <a:off x="6743520" y="1389240"/>
              <a:ext cx="115560" cy="115920"/>
            </a:xfrm>
            <a:custGeom>
              <a:rect b="b" l="l" r="r" t="t"/>
              <a:pathLst>
                <a:path extrusionOk="0" h="2306" w="2304">
                  <a:moveTo>
                    <a:pt x="1150" y="0"/>
                  </a:moveTo>
                  <a:cubicBezTo>
                    <a:pt x="513" y="0"/>
                    <a:pt x="0" y="517"/>
                    <a:pt x="0" y="1154"/>
                  </a:cubicBezTo>
                  <a:cubicBezTo>
                    <a:pt x="0" y="1788"/>
                    <a:pt x="513" y="2306"/>
                    <a:pt x="1150" y="2306"/>
                  </a:cubicBezTo>
                  <a:cubicBezTo>
                    <a:pt x="1786" y="2306"/>
                    <a:pt x="2303" y="1788"/>
                    <a:pt x="2303" y="1154"/>
                  </a:cubicBezTo>
                  <a:cubicBezTo>
                    <a:pt x="2303" y="517"/>
                    <a:pt x="1786" y="0"/>
                    <a:pt x="1150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7950" lIns="91425" spcFirstLastPara="1" rIns="91425" wrap="square" tIns="57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50" name="Google Shape;1450;p12"/>
            <p:cNvSpPr/>
            <p:nvPr/>
          </p:nvSpPr>
          <p:spPr>
            <a:xfrm>
              <a:off x="6927480" y="1389240"/>
              <a:ext cx="115560" cy="115920"/>
            </a:xfrm>
            <a:custGeom>
              <a:rect b="b" l="l" r="r" t="t"/>
              <a:pathLst>
                <a:path extrusionOk="0" h="2306" w="2304">
                  <a:moveTo>
                    <a:pt x="1150" y="0"/>
                  </a:moveTo>
                  <a:cubicBezTo>
                    <a:pt x="513" y="0"/>
                    <a:pt x="0" y="517"/>
                    <a:pt x="0" y="1154"/>
                  </a:cubicBezTo>
                  <a:cubicBezTo>
                    <a:pt x="0" y="1788"/>
                    <a:pt x="513" y="2306"/>
                    <a:pt x="1150" y="2306"/>
                  </a:cubicBezTo>
                  <a:cubicBezTo>
                    <a:pt x="1786" y="2306"/>
                    <a:pt x="2303" y="1788"/>
                    <a:pt x="2303" y="1154"/>
                  </a:cubicBezTo>
                  <a:cubicBezTo>
                    <a:pt x="2303" y="517"/>
                    <a:pt x="1786" y="0"/>
                    <a:pt x="1150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7950" lIns="91425" spcFirstLastPara="1" rIns="91425" wrap="square" tIns="57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51" name="Google Shape;1451;p12"/>
            <p:cNvSpPr/>
            <p:nvPr/>
          </p:nvSpPr>
          <p:spPr>
            <a:xfrm>
              <a:off x="7015680" y="1217880"/>
              <a:ext cx="115560" cy="115920"/>
            </a:xfrm>
            <a:custGeom>
              <a:rect b="b" l="l" r="r" t="t"/>
              <a:pathLst>
                <a:path extrusionOk="0" h="2308" w="2304">
                  <a:moveTo>
                    <a:pt x="1150" y="1"/>
                  </a:moveTo>
                  <a:cubicBezTo>
                    <a:pt x="514" y="1"/>
                    <a:pt x="1" y="518"/>
                    <a:pt x="1" y="1154"/>
                  </a:cubicBezTo>
                  <a:cubicBezTo>
                    <a:pt x="1" y="1791"/>
                    <a:pt x="514" y="2308"/>
                    <a:pt x="1150" y="2308"/>
                  </a:cubicBezTo>
                  <a:cubicBezTo>
                    <a:pt x="1786" y="2308"/>
                    <a:pt x="2303" y="1791"/>
                    <a:pt x="2303" y="1154"/>
                  </a:cubicBezTo>
                  <a:cubicBezTo>
                    <a:pt x="2303" y="521"/>
                    <a:pt x="1786" y="4"/>
                    <a:pt x="1150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7950" lIns="91425" spcFirstLastPara="1" rIns="91425" wrap="square" tIns="57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52" name="Google Shape;1452;p12"/>
            <p:cNvSpPr/>
            <p:nvPr/>
          </p:nvSpPr>
          <p:spPr>
            <a:xfrm>
              <a:off x="7311240" y="1400760"/>
              <a:ext cx="115560" cy="115560"/>
            </a:xfrm>
            <a:custGeom>
              <a:rect b="b" l="l" r="r" t="t"/>
              <a:pathLst>
                <a:path extrusionOk="0" h="2304" w="2304">
                  <a:moveTo>
                    <a:pt x="1151" y="1"/>
                  </a:moveTo>
                  <a:cubicBezTo>
                    <a:pt x="515" y="1"/>
                    <a:pt x="0" y="518"/>
                    <a:pt x="0" y="1154"/>
                  </a:cubicBezTo>
                  <a:cubicBezTo>
                    <a:pt x="0" y="1790"/>
                    <a:pt x="515" y="2303"/>
                    <a:pt x="1151" y="2303"/>
                  </a:cubicBezTo>
                  <a:cubicBezTo>
                    <a:pt x="1786" y="2303"/>
                    <a:pt x="2303" y="1790"/>
                    <a:pt x="2303" y="1154"/>
                  </a:cubicBezTo>
                  <a:cubicBezTo>
                    <a:pt x="2303" y="518"/>
                    <a:pt x="1786" y="1"/>
                    <a:pt x="1151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7950" lIns="91425" spcFirstLastPara="1" rIns="91425" wrap="square" tIns="57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53" name="Google Shape;1453;p12"/>
            <p:cNvSpPr/>
            <p:nvPr/>
          </p:nvSpPr>
          <p:spPr>
            <a:xfrm>
              <a:off x="6716520" y="1738440"/>
              <a:ext cx="115560" cy="115560"/>
            </a:xfrm>
            <a:custGeom>
              <a:rect b="b" l="l" r="r" t="t"/>
              <a:pathLst>
                <a:path extrusionOk="0" h="2303" w="2304">
                  <a:moveTo>
                    <a:pt x="1154" y="1"/>
                  </a:moveTo>
                  <a:cubicBezTo>
                    <a:pt x="518" y="1"/>
                    <a:pt x="1" y="514"/>
                    <a:pt x="1" y="1152"/>
                  </a:cubicBezTo>
                  <a:cubicBezTo>
                    <a:pt x="1" y="1788"/>
                    <a:pt x="518" y="2302"/>
                    <a:pt x="1154" y="2302"/>
                  </a:cubicBezTo>
                  <a:cubicBezTo>
                    <a:pt x="1791" y="2302"/>
                    <a:pt x="2304" y="1788"/>
                    <a:pt x="2304" y="1152"/>
                  </a:cubicBezTo>
                  <a:cubicBezTo>
                    <a:pt x="2304" y="514"/>
                    <a:pt x="1791" y="2"/>
                    <a:pt x="1154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7950" lIns="91425" spcFirstLastPara="1" rIns="91425" wrap="square" tIns="57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54" name="Google Shape;1454;p12"/>
            <p:cNvSpPr/>
            <p:nvPr/>
          </p:nvSpPr>
          <p:spPr>
            <a:xfrm>
              <a:off x="6743520" y="2072160"/>
              <a:ext cx="115920" cy="115920"/>
            </a:xfrm>
            <a:custGeom>
              <a:rect b="b" l="l" r="r" t="t"/>
              <a:pathLst>
                <a:path extrusionOk="0" h="2305" w="2308">
                  <a:moveTo>
                    <a:pt x="1154" y="0"/>
                  </a:moveTo>
                  <a:cubicBezTo>
                    <a:pt x="517" y="0"/>
                    <a:pt x="0" y="518"/>
                    <a:pt x="0" y="1153"/>
                  </a:cubicBezTo>
                  <a:cubicBezTo>
                    <a:pt x="0" y="1789"/>
                    <a:pt x="517" y="2305"/>
                    <a:pt x="1154" y="2305"/>
                  </a:cubicBezTo>
                  <a:cubicBezTo>
                    <a:pt x="1790" y="2305"/>
                    <a:pt x="2307" y="1789"/>
                    <a:pt x="2307" y="1153"/>
                  </a:cubicBezTo>
                  <a:cubicBezTo>
                    <a:pt x="2307" y="519"/>
                    <a:pt x="1790" y="2"/>
                    <a:pt x="1154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7950" lIns="91425" spcFirstLastPara="1" rIns="91425" wrap="square" tIns="57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55" name="Google Shape;1455;p12"/>
            <p:cNvSpPr/>
            <p:nvPr/>
          </p:nvSpPr>
          <p:spPr>
            <a:xfrm>
              <a:off x="6906240" y="2066760"/>
              <a:ext cx="115560" cy="115920"/>
            </a:xfrm>
            <a:custGeom>
              <a:rect b="b" l="l" r="r" t="t"/>
              <a:pathLst>
                <a:path extrusionOk="0" h="2306" w="2303">
                  <a:moveTo>
                    <a:pt x="1154" y="0"/>
                  </a:moveTo>
                  <a:cubicBezTo>
                    <a:pt x="517" y="0"/>
                    <a:pt x="0" y="517"/>
                    <a:pt x="0" y="1152"/>
                  </a:cubicBezTo>
                  <a:cubicBezTo>
                    <a:pt x="0" y="1789"/>
                    <a:pt x="517" y="2306"/>
                    <a:pt x="1154" y="2306"/>
                  </a:cubicBezTo>
                  <a:cubicBezTo>
                    <a:pt x="1790" y="2306"/>
                    <a:pt x="2303" y="1789"/>
                    <a:pt x="2303" y="1152"/>
                  </a:cubicBezTo>
                  <a:cubicBezTo>
                    <a:pt x="2303" y="517"/>
                    <a:pt x="1790" y="2"/>
                    <a:pt x="1154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7950" lIns="91425" spcFirstLastPara="1" rIns="91425" wrap="square" tIns="57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56" name="Google Shape;1456;p12"/>
            <p:cNvSpPr/>
            <p:nvPr/>
          </p:nvSpPr>
          <p:spPr>
            <a:xfrm>
              <a:off x="6975000" y="2210040"/>
              <a:ext cx="115560" cy="115560"/>
            </a:xfrm>
            <a:custGeom>
              <a:rect b="b" l="l" r="r" t="t"/>
              <a:pathLst>
                <a:path extrusionOk="0" h="2302" w="2304">
                  <a:moveTo>
                    <a:pt x="1154" y="0"/>
                  </a:moveTo>
                  <a:cubicBezTo>
                    <a:pt x="518" y="0"/>
                    <a:pt x="0" y="519"/>
                    <a:pt x="0" y="1154"/>
                  </a:cubicBezTo>
                  <a:cubicBezTo>
                    <a:pt x="0" y="1790"/>
                    <a:pt x="518" y="2301"/>
                    <a:pt x="1154" y="2301"/>
                  </a:cubicBezTo>
                  <a:cubicBezTo>
                    <a:pt x="1790" y="2301"/>
                    <a:pt x="2303" y="1790"/>
                    <a:pt x="2303" y="1154"/>
                  </a:cubicBezTo>
                  <a:cubicBezTo>
                    <a:pt x="2303" y="519"/>
                    <a:pt x="1790" y="0"/>
                    <a:pt x="1154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7950" lIns="91425" spcFirstLastPara="1" rIns="91425" wrap="square" tIns="57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57" name="Google Shape;1457;p12"/>
            <p:cNvSpPr/>
            <p:nvPr/>
          </p:nvSpPr>
          <p:spPr>
            <a:xfrm>
              <a:off x="7299000" y="2080440"/>
              <a:ext cx="115920" cy="115560"/>
            </a:xfrm>
            <a:custGeom>
              <a:rect b="b" l="l" r="r" t="t"/>
              <a:pathLst>
                <a:path extrusionOk="0" h="2304" w="2308">
                  <a:moveTo>
                    <a:pt x="1154" y="1"/>
                  </a:moveTo>
                  <a:cubicBezTo>
                    <a:pt x="518" y="1"/>
                    <a:pt x="1" y="518"/>
                    <a:pt x="1" y="1154"/>
                  </a:cubicBezTo>
                  <a:cubicBezTo>
                    <a:pt x="1" y="1790"/>
                    <a:pt x="519" y="2303"/>
                    <a:pt x="1154" y="2303"/>
                  </a:cubicBezTo>
                  <a:cubicBezTo>
                    <a:pt x="1791" y="2303"/>
                    <a:pt x="2308" y="1790"/>
                    <a:pt x="2308" y="1154"/>
                  </a:cubicBezTo>
                  <a:cubicBezTo>
                    <a:pt x="2308" y="519"/>
                    <a:pt x="1792" y="3"/>
                    <a:pt x="1154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7950" lIns="91425" spcFirstLastPara="1" rIns="91425" wrap="square" tIns="57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58" name="Google Shape;1458;p12"/>
            <p:cNvSpPr/>
            <p:nvPr/>
          </p:nvSpPr>
          <p:spPr>
            <a:xfrm>
              <a:off x="7466400" y="2080440"/>
              <a:ext cx="115560" cy="115560"/>
            </a:xfrm>
            <a:custGeom>
              <a:rect b="b" l="l" r="r" t="t"/>
              <a:pathLst>
                <a:path extrusionOk="0" h="2304" w="2303">
                  <a:moveTo>
                    <a:pt x="1149" y="1"/>
                  </a:moveTo>
                  <a:cubicBezTo>
                    <a:pt x="515" y="1"/>
                    <a:pt x="0" y="518"/>
                    <a:pt x="0" y="1154"/>
                  </a:cubicBezTo>
                  <a:cubicBezTo>
                    <a:pt x="0" y="1790"/>
                    <a:pt x="515" y="2303"/>
                    <a:pt x="1149" y="2303"/>
                  </a:cubicBezTo>
                  <a:cubicBezTo>
                    <a:pt x="1786" y="2303"/>
                    <a:pt x="2303" y="1790"/>
                    <a:pt x="2303" y="1154"/>
                  </a:cubicBezTo>
                  <a:cubicBezTo>
                    <a:pt x="2303" y="519"/>
                    <a:pt x="1786" y="3"/>
                    <a:pt x="1149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7950" lIns="91425" spcFirstLastPara="1" rIns="91425" wrap="square" tIns="57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59" name="Google Shape;1459;p12"/>
            <p:cNvSpPr/>
            <p:nvPr/>
          </p:nvSpPr>
          <p:spPr>
            <a:xfrm>
              <a:off x="7593480" y="1910160"/>
              <a:ext cx="115560" cy="115560"/>
            </a:xfrm>
            <a:custGeom>
              <a:rect b="b" l="l" r="r" t="t"/>
              <a:pathLst>
                <a:path extrusionOk="0" h="2301" w="2303">
                  <a:moveTo>
                    <a:pt x="1149" y="1"/>
                  </a:moveTo>
                  <a:cubicBezTo>
                    <a:pt x="513" y="1"/>
                    <a:pt x="0" y="517"/>
                    <a:pt x="0" y="1152"/>
                  </a:cubicBezTo>
                  <a:cubicBezTo>
                    <a:pt x="0" y="1788"/>
                    <a:pt x="513" y="2301"/>
                    <a:pt x="1149" y="2301"/>
                  </a:cubicBezTo>
                  <a:cubicBezTo>
                    <a:pt x="1786" y="2301"/>
                    <a:pt x="2303" y="1789"/>
                    <a:pt x="2303" y="1152"/>
                  </a:cubicBezTo>
                  <a:cubicBezTo>
                    <a:pt x="2303" y="517"/>
                    <a:pt x="1787" y="1"/>
                    <a:pt x="1149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7950" lIns="91425" spcFirstLastPara="1" rIns="91425" wrap="square" tIns="57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60" name="Google Shape;1460;p12"/>
            <p:cNvSpPr/>
            <p:nvPr/>
          </p:nvSpPr>
          <p:spPr>
            <a:xfrm>
              <a:off x="7593480" y="1567440"/>
              <a:ext cx="115560" cy="115920"/>
            </a:xfrm>
            <a:custGeom>
              <a:rect b="b" l="l" r="r" t="t"/>
              <a:pathLst>
                <a:path extrusionOk="0" h="2306" w="2303">
                  <a:moveTo>
                    <a:pt x="1149" y="0"/>
                  </a:moveTo>
                  <a:cubicBezTo>
                    <a:pt x="513" y="0"/>
                    <a:pt x="0" y="519"/>
                    <a:pt x="0" y="1154"/>
                  </a:cubicBezTo>
                  <a:cubicBezTo>
                    <a:pt x="0" y="1790"/>
                    <a:pt x="513" y="2306"/>
                    <a:pt x="1149" y="2306"/>
                  </a:cubicBezTo>
                  <a:cubicBezTo>
                    <a:pt x="1786" y="2306"/>
                    <a:pt x="2303" y="1790"/>
                    <a:pt x="2303" y="1154"/>
                  </a:cubicBezTo>
                  <a:cubicBezTo>
                    <a:pt x="2303" y="519"/>
                    <a:pt x="1787" y="0"/>
                    <a:pt x="1149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7950" lIns="91425" spcFirstLastPara="1" rIns="91425" wrap="square" tIns="57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61" name="Google Shape;1461;p12"/>
            <p:cNvSpPr/>
            <p:nvPr/>
          </p:nvSpPr>
          <p:spPr>
            <a:xfrm>
              <a:off x="7501680" y="1738800"/>
              <a:ext cx="115560" cy="115560"/>
            </a:xfrm>
            <a:custGeom>
              <a:rect b="b" l="l" r="r" t="t"/>
              <a:pathLst>
                <a:path extrusionOk="0" h="2302" w="2304">
                  <a:moveTo>
                    <a:pt x="1154" y="306"/>
                  </a:moveTo>
                  <a:cubicBezTo>
                    <a:pt x="1619" y="306"/>
                    <a:pt x="1999" y="685"/>
                    <a:pt x="1999" y="1150"/>
                  </a:cubicBezTo>
                  <a:cubicBezTo>
                    <a:pt x="1999" y="1616"/>
                    <a:pt x="1619" y="1993"/>
                    <a:pt x="1154" y="1993"/>
                  </a:cubicBezTo>
                  <a:cubicBezTo>
                    <a:pt x="687" y="1993"/>
                    <a:pt x="310" y="1616"/>
                    <a:pt x="310" y="1150"/>
                  </a:cubicBezTo>
                  <a:cubicBezTo>
                    <a:pt x="310" y="685"/>
                    <a:pt x="687" y="306"/>
                    <a:pt x="1154" y="306"/>
                  </a:cubicBezTo>
                  <a:close/>
                  <a:moveTo>
                    <a:pt x="1154" y="0"/>
                  </a:moveTo>
                  <a:cubicBezTo>
                    <a:pt x="518" y="0"/>
                    <a:pt x="1" y="517"/>
                    <a:pt x="1" y="1152"/>
                  </a:cubicBezTo>
                  <a:cubicBezTo>
                    <a:pt x="1" y="1786"/>
                    <a:pt x="518" y="2302"/>
                    <a:pt x="1154" y="2302"/>
                  </a:cubicBezTo>
                  <a:cubicBezTo>
                    <a:pt x="1789" y="2302"/>
                    <a:pt x="2304" y="1787"/>
                    <a:pt x="2304" y="1152"/>
                  </a:cubicBezTo>
                  <a:cubicBezTo>
                    <a:pt x="2304" y="516"/>
                    <a:pt x="1789" y="0"/>
                    <a:pt x="1154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7950" lIns="91425" spcFirstLastPara="1" rIns="91425" wrap="square" tIns="57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62" name="Google Shape;1462;p12"/>
            <p:cNvSpPr/>
            <p:nvPr/>
          </p:nvSpPr>
          <p:spPr>
            <a:xfrm>
              <a:off x="7335360" y="1738800"/>
              <a:ext cx="115920" cy="115560"/>
            </a:xfrm>
            <a:custGeom>
              <a:rect b="b" l="l" r="r" t="t"/>
              <a:pathLst>
                <a:path extrusionOk="0" h="2302" w="2307">
                  <a:moveTo>
                    <a:pt x="1153" y="306"/>
                  </a:moveTo>
                  <a:cubicBezTo>
                    <a:pt x="1618" y="306"/>
                    <a:pt x="1999" y="685"/>
                    <a:pt x="1999" y="1150"/>
                  </a:cubicBezTo>
                  <a:cubicBezTo>
                    <a:pt x="1999" y="1616"/>
                    <a:pt x="1618" y="1993"/>
                    <a:pt x="1153" y="1993"/>
                  </a:cubicBezTo>
                  <a:cubicBezTo>
                    <a:pt x="690" y="1993"/>
                    <a:pt x="308" y="1616"/>
                    <a:pt x="308" y="1150"/>
                  </a:cubicBezTo>
                  <a:cubicBezTo>
                    <a:pt x="308" y="685"/>
                    <a:pt x="690" y="306"/>
                    <a:pt x="1153" y="306"/>
                  </a:cubicBezTo>
                  <a:close/>
                  <a:moveTo>
                    <a:pt x="1153" y="0"/>
                  </a:moveTo>
                  <a:cubicBezTo>
                    <a:pt x="518" y="0"/>
                    <a:pt x="1" y="517"/>
                    <a:pt x="1" y="1152"/>
                  </a:cubicBezTo>
                  <a:cubicBezTo>
                    <a:pt x="1" y="1786"/>
                    <a:pt x="518" y="2302"/>
                    <a:pt x="1153" y="2302"/>
                  </a:cubicBezTo>
                  <a:cubicBezTo>
                    <a:pt x="1789" y="2302"/>
                    <a:pt x="2307" y="1787"/>
                    <a:pt x="2307" y="1152"/>
                  </a:cubicBezTo>
                  <a:cubicBezTo>
                    <a:pt x="2307" y="516"/>
                    <a:pt x="1788" y="0"/>
                    <a:pt x="1153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7950" lIns="91425" spcFirstLastPara="1" rIns="91425" wrap="square" tIns="57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63" name="Google Shape;1463;p12"/>
            <p:cNvSpPr/>
            <p:nvPr/>
          </p:nvSpPr>
          <p:spPr>
            <a:xfrm>
              <a:off x="6882840" y="1738800"/>
              <a:ext cx="115560" cy="115560"/>
            </a:xfrm>
            <a:custGeom>
              <a:rect b="b" l="l" r="r" t="t"/>
              <a:pathLst>
                <a:path extrusionOk="0" h="2302" w="2304">
                  <a:moveTo>
                    <a:pt x="1149" y="306"/>
                  </a:moveTo>
                  <a:cubicBezTo>
                    <a:pt x="1617" y="306"/>
                    <a:pt x="1996" y="685"/>
                    <a:pt x="1996" y="1150"/>
                  </a:cubicBezTo>
                  <a:cubicBezTo>
                    <a:pt x="1996" y="1616"/>
                    <a:pt x="1617" y="1993"/>
                    <a:pt x="1149" y="1993"/>
                  </a:cubicBezTo>
                  <a:cubicBezTo>
                    <a:pt x="686" y="1993"/>
                    <a:pt x="309" y="1616"/>
                    <a:pt x="309" y="1150"/>
                  </a:cubicBezTo>
                  <a:cubicBezTo>
                    <a:pt x="309" y="685"/>
                    <a:pt x="686" y="306"/>
                    <a:pt x="1149" y="306"/>
                  </a:cubicBezTo>
                  <a:close/>
                  <a:moveTo>
                    <a:pt x="1149" y="0"/>
                  </a:moveTo>
                  <a:cubicBezTo>
                    <a:pt x="515" y="0"/>
                    <a:pt x="0" y="517"/>
                    <a:pt x="0" y="1152"/>
                  </a:cubicBezTo>
                  <a:cubicBezTo>
                    <a:pt x="0" y="1786"/>
                    <a:pt x="515" y="2302"/>
                    <a:pt x="1149" y="2302"/>
                  </a:cubicBezTo>
                  <a:cubicBezTo>
                    <a:pt x="1784" y="2302"/>
                    <a:pt x="2303" y="1787"/>
                    <a:pt x="2303" y="1152"/>
                  </a:cubicBezTo>
                  <a:cubicBezTo>
                    <a:pt x="2303" y="516"/>
                    <a:pt x="1786" y="0"/>
                    <a:pt x="1149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7950" lIns="91425" spcFirstLastPara="1" rIns="91425" wrap="square" tIns="57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64" name="Google Shape;1464;p12"/>
            <p:cNvSpPr/>
            <p:nvPr/>
          </p:nvSpPr>
          <p:spPr>
            <a:xfrm>
              <a:off x="6995160" y="1933920"/>
              <a:ext cx="115560" cy="115920"/>
            </a:xfrm>
            <a:custGeom>
              <a:rect b="b" l="l" r="r" t="t"/>
              <a:pathLst>
                <a:path extrusionOk="0" h="2308" w="2304">
                  <a:moveTo>
                    <a:pt x="1150" y="309"/>
                  </a:moveTo>
                  <a:cubicBezTo>
                    <a:pt x="1618" y="309"/>
                    <a:pt x="1997" y="688"/>
                    <a:pt x="1995" y="1154"/>
                  </a:cubicBezTo>
                  <a:cubicBezTo>
                    <a:pt x="1995" y="1617"/>
                    <a:pt x="1618" y="1999"/>
                    <a:pt x="1150" y="1999"/>
                  </a:cubicBezTo>
                  <a:cubicBezTo>
                    <a:pt x="687" y="1999"/>
                    <a:pt x="305" y="1617"/>
                    <a:pt x="305" y="1154"/>
                  </a:cubicBezTo>
                  <a:cubicBezTo>
                    <a:pt x="305" y="688"/>
                    <a:pt x="687" y="309"/>
                    <a:pt x="1150" y="309"/>
                  </a:cubicBezTo>
                  <a:close/>
                  <a:moveTo>
                    <a:pt x="1150" y="0"/>
                  </a:moveTo>
                  <a:cubicBezTo>
                    <a:pt x="514" y="0"/>
                    <a:pt x="1" y="518"/>
                    <a:pt x="1" y="1154"/>
                  </a:cubicBezTo>
                  <a:cubicBezTo>
                    <a:pt x="1" y="1790"/>
                    <a:pt x="517" y="2308"/>
                    <a:pt x="1150" y="2308"/>
                  </a:cubicBezTo>
                  <a:cubicBezTo>
                    <a:pt x="1786" y="2308"/>
                    <a:pt x="2304" y="1790"/>
                    <a:pt x="2304" y="1154"/>
                  </a:cubicBezTo>
                  <a:cubicBezTo>
                    <a:pt x="2304" y="518"/>
                    <a:pt x="1786" y="0"/>
                    <a:pt x="1150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7950" lIns="91425" spcFirstLastPara="1" rIns="91425" wrap="square" tIns="57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65" name="Google Shape;1465;p12"/>
            <p:cNvSpPr/>
            <p:nvPr/>
          </p:nvSpPr>
          <p:spPr>
            <a:xfrm>
              <a:off x="6995160" y="1540800"/>
              <a:ext cx="115560" cy="115560"/>
            </a:xfrm>
            <a:custGeom>
              <a:rect b="b" l="l" r="r" t="t"/>
              <a:pathLst>
                <a:path extrusionOk="0" h="2303" w="2304">
                  <a:moveTo>
                    <a:pt x="1150" y="309"/>
                  </a:moveTo>
                  <a:cubicBezTo>
                    <a:pt x="1618" y="309"/>
                    <a:pt x="1997" y="687"/>
                    <a:pt x="1995" y="1152"/>
                  </a:cubicBezTo>
                  <a:cubicBezTo>
                    <a:pt x="1995" y="1620"/>
                    <a:pt x="1618" y="1997"/>
                    <a:pt x="1150" y="1997"/>
                  </a:cubicBezTo>
                  <a:cubicBezTo>
                    <a:pt x="687" y="1997"/>
                    <a:pt x="305" y="1620"/>
                    <a:pt x="305" y="1152"/>
                  </a:cubicBezTo>
                  <a:cubicBezTo>
                    <a:pt x="305" y="687"/>
                    <a:pt x="687" y="309"/>
                    <a:pt x="1150" y="309"/>
                  </a:cubicBezTo>
                  <a:close/>
                  <a:moveTo>
                    <a:pt x="1150" y="0"/>
                  </a:moveTo>
                  <a:cubicBezTo>
                    <a:pt x="514" y="0"/>
                    <a:pt x="1" y="516"/>
                    <a:pt x="1" y="1151"/>
                  </a:cubicBezTo>
                  <a:cubicBezTo>
                    <a:pt x="1" y="1786"/>
                    <a:pt x="517" y="2303"/>
                    <a:pt x="1150" y="2303"/>
                  </a:cubicBezTo>
                  <a:cubicBezTo>
                    <a:pt x="1786" y="2303"/>
                    <a:pt x="2304" y="1786"/>
                    <a:pt x="2304" y="1151"/>
                  </a:cubicBezTo>
                  <a:cubicBezTo>
                    <a:pt x="2304" y="516"/>
                    <a:pt x="1786" y="0"/>
                    <a:pt x="1150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7950" lIns="91425" spcFirstLastPara="1" rIns="91425" wrap="square" tIns="57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66" name="Google Shape;1466;p12"/>
            <p:cNvSpPr/>
            <p:nvPr/>
          </p:nvSpPr>
          <p:spPr>
            <a:xfrm>
              <a:off x="7223760" y="1540800"/>
              <a:ext cx="115920" cy="115560"/>
            </a:xfrm>
            <a:custGeom>
              <a:rect b="b" l="l" r="r" t="t"/>
              <a:pathLst>
                <a:path extrusionOk="0" h="2303" w="2308">
                  <a:moveTo>
                    <a:pt x="1154" y="309"/>
                  </a:moveTo>
                  <a:cubicBezTo>
                    <a:pt x="1619" y="309"/>
                    <a:pt x="1998" y="687"/>
                    <a:pt x="1998" y="1152"/>
                  </a:cubicBezTo>
                  <a:cubicBezTo>
                    <a:pt x="1998" y="1620"/>
                    <a:pt x="1619" y="1997"/>
                    <a:pt x="1154" y="1997"/>
                  </a:cubicBezTo>
                  <a:cubicBezTo>
                    <a:pt x="690" y="1997"/>
                    <a:pt x="309" y="1620"/>
                    <a:pt x="309" y="1152"/>
                  </a:cubicBezTo>
                  <a:cubicBezTo>
                    <a:pt x="309" y="687"/>
                    <a:pt x="690" y="309"/>
                    <a:pt x="1154" y="309"/>
                  </a:cubicBezTo>
                  <a:close/>
                  <a:moveTo>
                    <a:pt x="1154" y="0"/>
                  </a:moveTo>
                  <a:cubicBezTo>
                    <a:pt x="518" y="0"/>
                    <a:pt x="0" y="516"/>
                    <a:pt x="0" y="1151"/>
                  </a:cubicBezTo>
                  <a:cubicBezTo>
                    <a:pt x="0" y="1786"/>
                    <a:pt x="520" y="2303"/>
                    <a:pt x="1154" y="2303"/>
                  </a:cubicBezTo>
                  <a:cubicBezTo>
                    <a:pt x="1789" y="2303"/>
                    <a:pt x="2306" y="1786"/>
                    <a:pt x="2307" y="1151"/>
                  </a:cubicBezTo>
                  <a:cubicBezTo>
                    <a:pt x="2307" y="516"/>
                    <a:pt x="1790" y="0"/>
                    <a:pt x="1154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7950" lIns="91425" spcFirstLastPara="1" rIns="91425" wrap="square" tIns="57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67" name="Google Shape;1467;p12"/>
            <p:cNvSpPr/>
            <p:nvPr/>
          </p:nvSpPr>
          <p:spPr>
            <a:xfrm>
              <a:off x="7223760" y="1933920"/>
              <a:ext cx="115920" cy="115920"/>
            </a:xfrm>
            <a:custGeom>
              <a:rect b="b" l="l" r="r" t="t"/>
              <a:pathLst>
                <a:path extrusionOk="0" h="2308" w="2308">
                  <a:moveTo>
                    <a:pt x="1154" y="309"/>
                  </a:moveTo>
                  <a:cubicBezTo>
                    <a:pt x="1619" y="309"/>
                    <a:pt x="1998" y="688"/>
                    <a:pt x="1998" y="1154"/>
                  </a:cubicBezTo>
                  <a:cubicBezTo>
                    <a:pt x="1998" y="1617"/>
                    <a:pt x="1619" y="1999"/>
                    <a:pt x="1154" y="1999"/>
                  </a:cubicBezTo>
                  <a:cubicBezTo>
                    <a:pt x="690" y="1999"/>
                    <a:pt x="309" y="1617"/>
                    <a:pt x="309" y="1154"/>
                  </a:cubicBezTo>
                  <a:cubicBezTo>
                    <a:pt x="309" y="688"/>
                    <a:pt x="690" y="309"/>
                    <a:pt x="1154" y="309"/>
                  </a:cubicBezTo>
                  <a:close/>
                  <a:moveTo>
                    <a:pt x="1154" y="0"/>
                  </a:moveTo>
                  <a:cubicBezTo>
                    <a:pt x="518" y="0"/>
                    <a:pt x="0" y="518"/>
                    <a:pt x="0" y="1154"/>
                  </a:cubicBezTo>
                  <a:cubicBezTo>
                    <a:pt x="0" y="1790"/>
                    <a:pt x="520" y="2308"/>
                    <a:pt x="1154" y="2308"/>
                  </a:cubicBezTo>
                  <a:cubicBezTo>
                    <a:pt x="1789" y="2308"/>
                    <a:pt x="2307" y="1790"/>
                    <a:pt x="2307" y="1154"/>
                  </a:cubicBezTo>
                  <a:cubicBezTo>
                    <a:pt x="2307" y="518"/>
                    <a:pt x="1790" y="0"/>
                    <a:pt x="1154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7950" lIns="91425" spcFirstLastPara="1" rIns="91425" wrap="square" tIns="57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68" name="Google Shape;1468;p12"/>
            <p:cNvSpPr/>
            <p:nvPr/>
          </p:nvSpPr>
          <p:spPr>
            <a:xfrm>
              <a:off x="6839280" y="1445760"/>
              <a:ext cx="101160" cy="11160"/>
            </a:xfrm>
            <a:custGeom>
              <a:rect b="b" l="l" r="r" t="t"/>
              <a:pathLst>
                <a:path extrusionOk="0" h="231" w="2015">
                  <a:moveTo>
                    <a:pt x="1" y="1"/>
                  </a:moveTo>
                  <a:lnTo>
                    <a:pt x="1" y="230"/>
                  </a:lnTo>
                  <a:lnTo>
                    <a:pt x="2014" y="230"/>
                  </a:lnTo>
                  <a:lnTo>
                    <a:pt x="2014" y="1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750" lIns="91425" spcFirstLastPara="1" rIns="91425" wrap="square" tIns="5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69" name="Google Shape;1469;p12"/>
            <p:cNvSpPr/>
            <p:nvPr/>
          </p:nvSpPr>
          <p:spPr>
            <a:xfrm>
              <a:off x="7003440" y="1311120"/>
              <a:ext cx="54720" cy="105120"/>
            </a:xfrm>
            <a:custGeom>
              <a:rect b="b" l="l" r="r" t="t"/>
              <a:pathLst>
                <a:path extrusionOk="0" h="2091" w="1096">
                  <a:moveTo>
                    <a:pt x="885" y="1"/>
                  </a:moveTo>
                  <a:lnTo>
                    <a:pt x="0" y="1997"/>
                  </a:lnTo>
                  <a:lnTo>
                    <a:pt x="210" y="2091"/>
                  </a:lnTo>
                  <a:lnTo>
                    <a:pt x="1096" y="94"/>
                  </a:lnTo>
                  <a:lnTo>
                    <a:pt x="885" y="1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2550" lIns="91425" spcFirstLastPara="1" rIns="91425" wrap="square" tIns="525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70" name="Google Shape;1470;p12"/>
            <p:cNvSpPr/>
            <p:nvPr/>
          </p:nvSpPr>
          <p:spPr>
            <a:xfrm>
              <a:off x="6994080" y="1487880"/>
              <a:ext cx="44280" cy="69120"/>
            </a:xfrm>
            <a:custGeom>
              <a:rect b="b" l="l" r="r" t="t"/>
              <a:pathLst>
                <a:path extrusionOk="0" h="1377" w="884">
                  <a:moveTo>
                    <a:pt x="203" y="0"/>
                  </a:moveTo>
                  <a:lnTo>
                    <a:pt x="0" y="109"/>
                  </a:lnTo>
                  <a:lnTo>
                    <a:pt x="680" y="1376"/>
                  </a:lnTo>
                  <a:lnTo>
                    <a:pt x="883" y="1267"/>
                  </a:lnTo>
                  <a:lnTo>
                    <a:pt x="203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550" lIns="91425" spcFirstLastPara="1" rIns="91425" wrap="square" tIns="345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71" name="Google Shape;1471;p12"/>
            <p:cNvSpPr/>
            <p:nvPr/>
          </p:nvSpPr>
          <p:spPr>
            <a:xfrm>
              <a:off x="7103880" y="1593000"/>
              <a:ext cx="133200" cy="11160"/>
            </a:xfrm>
            <a:custGeom>
              <a:rect b="b" l="l" r="r" t="t"/>
              <a:pathLst>
                <a:path extrusionOk="0" h="232" w="2648">
                  <a:moveTo>
                    <a:pt x="0" y="0"/>
                  </a:moveTo>
                  <a:lnTo>
                    <a:pt x="0" y="231"/>
                  </a:lnTo>
                  <a:lnTo>
                    <a:pt x="2647" y="231"/>
                  </a:lnTo>
                  <a:lnTo>
                    <a:pt x="2647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750" lIns="91425" spcFirstLastPara="1" rIns="91425" wrap="square" tIns="5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72" name="Google Shape;1472;p12"/>
            <p:cNvSpPr/>
            <p:nvPr/>
          </p:nvSpPr>
          <p:spPr>
            <a:xfrm>
              <a:off x="6823080" y="1790640"/>
              <a:ext cx="68040" cy="11160"/>
            </a:xfrm>
            <a:custGeom>
              <a:rect b="b" l="l" r="r" t="t"/>
              <a:pathLst>
                <a:path extrusionOk="0" h="232" w="1356">
                  <a:moveTo>
                    <a:pt x="1" y="1"/>
                  </a:moveTo>
                  <a:lnTo>
                    <a:pt x="1" y="232"/>
                  </a:lnTo>
                  <a:lnTo>
                    <a:pt x="1356" y="232"/>
                  </a:lnTo>
                  <a:lnTo>
                    <a:pt x="1356" y="1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750" lIns="91425" spcFirstLastPara="1" rIns="91425" wrap="square" tIns="5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73" name="Google Shape;1473;p12"/>
            <p:cNvSpPr/>
            <p:nvPr/>
          </p:nvSpPr>
          <p:spPr>
            <a:xfrm>
              <a:off x="6959520" y="1644120"/>
              <a:ext cx="74160" cy="110880"/>
            </a:xfrm>
            <a:custGeom>
              <a:rect b="b" l="l" r="r" t="t"/>
              <a:pathLst>
                <a:path extrusionOk="0" h="2206" w="1481">
                  <a:moveTo>
                    <a:pt x="1285" y="1"/>
                  </a:moveTo>
                  <a:lnTo>
                    <a:pt x="1" y="2085"/>
                  </a:lnTo>
                  <a:lnTo>
                    <a:pt x="196" y="2206"/>
                  </a:lnTo>
                  <a:lnTo>
                    <a:pt x="1480" y="121"/>
                  </a:lnTo>
                  <a:lnTo>
                    <a:pt x="1285" y="1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5425" lIns="91425" spcFirstLastPara="1" rIns="91425" wrap="square" tIns="55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74" name="Google Shape;1474;p12"/>
            <p:cNvSpPr/>
            <p:nvPr/>
          </p:nvSpPr>
          <p:spPr>
            <a:xfrm>
              <a:off x="6962040" y="1845720"/>
              <a:ext cx="73440" cy="105120"/>
            </a:xfrm>
            <a:custGeom>
              <a:rect b="b" l="l" r="r" t="t"/>
              <a:pathLst>
                <a:path extrusionOk="0" h="2091" w="1468">
                  <a:moveTo>
                    <a:pt x="193" y="0"/>
                  </a:moveTo>
                  <a:lnTo>
                    <a:pt x="0" y="126"/>
                  </a:lnTo>
                  <a:lnTo>
                    <a:pt x="1273" y="2091"/>
                  </a:lnTo>
                  <a:lnTo>
                    <a:pt x="1467" y="1966"/>
                  </a:lnTo>
                  <a:lnTo>
                    <a:pt x="193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2550" lIns="91425" spcFirstLastPara="1" rIns="91425" wrap="square" tIns="525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75" name="Google Shape;1475;p12"/>
            <p:cNvSpPr/>
            <p:nvPr/>
          </p:nvSpPr>
          <p:spPr>
            <a:xfrm>
              <a:off x="7103880" y="1989000"/>
              <a:ext cx="135000" cy="11160"/>
            </a:xfrm>
            <a:custGeom>
              <a:rect b="b" l="l" r="r" t="t"/>
              <a:pathLst>
                <a:path extrusionOk="0" h="232" w="2686">
                  <a:moveTo>
                    <a:pt x="0" y="1"/>
                  </a:moveTo>
                  <a:lnTo>
                    <a:pt x="0" y="232"/>
                  </a:lnTo>
                  <a:lnTo>
                    <a:pt x="2685" y="232"/>
                  </a:lnTo>
                  <a:lnTo>
                    <a:pt x="2685" y="1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750" lIns="91425" spcFirstLastPara="1" rIns="91425" wrap="square" tIns="5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76" name="Google Shape;1476;p12"/>
            <p:cNvSpPr/>
            <p:nvPr/>
          </p:nvSpPr>
          <p:spPr>
            <a:xfrm>
              <a:off x="6980760" y="2033280"/>
              <a:ext cx="52560" cy="64080"/>
            </a:xfrm>
            <a:custGeom>
              <a:rect b="b" l="l" r="r" t="t"/>
              <a:pathLst>
                <a:path extrusionOk="0" h="1277" w="1049">
                  <a:moveTo>
                    <a:pt x="865" y="1"/>
                  </a:moveTo>
                  <a:lnTo>
                    <a:pt x="1" y="1137"/>
                  </a:lnTo>
                  <a:lnTo>
                    <a:pt x="184" y="1276"/>
                  </a:lnTo>
                  <a:lnTo>
                    <a:pt x="1048" y="141"/>
                  </a:lnTo>
                  <a:lnTo>
                    <a:pt x="865" y="1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2025" lIns="91425" spcFirstLastPara="1" rIns="91425" wrap="square" tIns="32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77" name="Google Shape;1477;p12"/>
            <p:cNvSpPr/>
            <p:nvPr/>
          </p:nvSpPr>
          <p:spPr>
            <a:xfrm>
              <a:off x="6839280" y="2124360"/>
              <a:ext cx="92520" cy="11160"/>
            </a:xfrm>
            <a:custGeom>
              <a:rect b="b" l="l" r="r" t="t"/>
              <a:pathLst>
                <a:path extrusionOk="0" h="232" w="1841">
                  <a:moveTo>
                    <a:pt x="1" y="1"/>
                  </a:moveTo>
                  <a:lnTo>
                    <a:pt x="1" y="232"/>
                  </a:lnTo>
                  <a:lnTo>
                    <a:pt x="1840" y="232"/>
                  </a:lnTo>
                  <a:lnTo>
                    <a:pt x="1840" y="1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750" lIns="91425" spcFirstLastPara="1" rIns="91425" wrap="square" tIns="5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78" name="Google Shape;1478;p12"/>
            <p:cNvSpPr/>
            <p:nvPr/>
          </p:nvSpPr>
          <p:spPr>
            <a:xfrm>
              <a:off x="6980040" y="2165040"/>
              <a:ext cx="40680" cy="87480"/>
            </a:xfrm>
            <a:custGeom>
              <a:rect b="b" l="l" r="r" t="t"/>
              <a:pathLst>
                <a:path extrusionOk="0" h="1747" w="818">
                  <a:moveTo>
                    <a:pt x="217" y="1"/>
                  </a:moveTo>
                  <a:lnTo>
                    <a:pt x="0" y="79"/>
                  </a:lnTo>
                  <a:lnTo>
                    <a:pt x="601" y="1747"/>
                  </a:lnTo>
                  <a:lnTo>
                    <a:pt x="818" y="1669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3900" lIns="91425" spcFirstLastPara="1" rIns="91425" wrap="square" tIns="43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79" name="Google Shape;1479;p12"/>
            <p:cNvSpPr/>
            <p:nvPr/>
          </p:nvSpPr>
          <p:spPr>
            <a:xfrm>
              <a:off x="7393320" y="2132640"/>
              <a:ext cx="130680" cy="11160"/>
            </a:xfrm>
            <a:custGeom>
              <a:rect b="b" l="l" r="r" t="t"/>
              <a:pathLst>
                <a:path extrusionOk="0" h="230" w="2601">
                  <a:moveTo>
                    <a:pt x="0" y="0"/>
                  </a:moveTo>
                  <a:lnTo>
                    <a:pt x="0" y="230"/>
                  </a:lnTo>
                  <a:lnTo>
                    <a:pt x="2600" y="230"/>
                  </a:lnTo>
                  <a:lnTo>
                    <a:pt x="260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750" lIns="91425" spcFirstLastPara="1" rIns="91425" wrap="square" tIns="5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80" name="Google Shape;1480;p12"/>
            <p:cNvSpPr/>
            <p:nvPr/>
          </p:nvSpPr>
          <p:spPr>
            <a:xfrm>
              <a:off x="7297920" y="2034000"/>
              <a:ext cx="42480" cy="74160"/>
            </a:xfrm>
            <a:custGeom>
              <a:rect b="b" l="l" r="r" t="t"/>
              <a:pathLst>
                <a:path extrusionOk="0" h="1482" w="847">
                  <a:moveTo>
                    <a:pt x="211" y="0"/>
                  </a:moveTo>
                  <a:lnTo>
                    <a:pt x="1" y="97"/>
                  </a:lnTo>
                  <a:lnTo>
                    <a:pt x="637" y="1481"/>
                  </a:lnTo>
                  <a:lnTo>
                    <a:pt x="847" y="1385"/>
                  </a:lnTo>
                  <a:lnTo>
                    <a:pt x="211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7075" lIns="91425" spcFirstLastPara="1" rIns="91425" wrap="square" tIns="370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81" name="Google Shape;1481;p12"/>
            <p:cNvSpPr/>
            <p:nvPr/>
          </p:nvSpPr>
          <p:spPr>
            <a:xfrm>
              <a:off x="7298640" y="1840680"/>
              <a:ext cx="75600" cy="110160"/>
            </a:xfrm>
            <a:custGeom>
              <a:rect b="b" l="l" r="r" t="t"/>
              <a:pathLst>
                <a:path extrusionOk="0" h="2192" w="1506">
                  <a:moveTo>
                    <a:pt x="1310" y="0"/>
                  </a:moveTo>
                  <a:lnTo>
                    <a:pt x="0" y="2068"/>
                  </a:lnTo>
                  <a:lnTo>
                    <a:pt x="194" y="2191"/>
                  </a:lnTo>
                  <a:lnTo>
                    <a:pt x="1505" y="124"/>
                  </a:lnTo>
                  <a:lnTo>
                    <a:pt x="131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5075" lIns="91425" spcFirstLastPara="1" rIns="91425" wrap="square" tIns="550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82" name="Google Shape;1482;p12"/>
            <p:cNvSpPr/>
            <p:nvPr/>
          </p:nvSpPr>
          <p:spPr>
            <a:xfrm>
              <a:off x="7306200" y="1640520"/>
              <a:ext cx="67680" cy="113760"/>
            </a:xfrm>
            <a:custGeom>
              <a:rect b="b" l="l" r="r" t="t"/>
              <a:pathLst>
                <a:path extrusionOk="0" h="2268" w="1353">
                  <a:moveTo>
                    <a:pt x="203" y="1"/>
                  </a:moveTo>
                  <a:lnTo>
                    <a:pt x="1" y="108"/>
                  </a:lnTo>
                  <a:lnTo>
                    <a:pt x="1148" y="2268"/>
                  </a:lnTo>
                  <a:lnTo>
                    <a:pt x="1352" y="2160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875" lIns="91425" spcFirstLastPara="1" rIns="91425" wrap="square" tIns="56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83" name="Google Shape;1483;p12"/>
            <p:cNvSpPr/>
            <p:nvPr/>
          </p:nvSpPr>
          <p:spPr>
            <a:xfrm>
              <a:off x="7306920" y="1486800"/>
              <a:ext cx="54720" cy="70200"/>
            </a:xfrm>
            <a:custGeom>
              <a:rect b="b" l="l" r="r" t="t"/>
              <a:pathLst>
                <a:path extrusionOk="0" h="1401" w="1095">
                  <a:moveTo>
                    <a:pt x="907" y="1"/>
                  </a:moveTo>
                  <a:lnTo>
                    <a:pt x="0" y="1268"/>
                  </a:lnTo>
                  <a:lnTo>
                    <a:pt x="189" y="1401"/>
                  </a:lnTo>
                  <a:lnTo>
                    <a:pt x="1094" y="135"/>
                  </a:lnTo>
                  <a:lnTo>
                    <a:pt x="907" y="1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5275" lIns="91425" spcFirstLastPara="1" rIns="91425" wrap="square" tIns="35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84" name="Google Shape;1484;p12"/>
            <p:cNvSpPr/>
            <p:nvPr/>
          </p:nvSpPr>
          <p:spPr>
            <a:xfrm>
              <a:off x="7444800" y="1790640"/>
              <a:ext cx="65160" cy="11160"/>
            </a:xfrm>
            <a:custGeom>
              <a:rect b="b" l="l" r="r" t="t"/>
              <a:pathLst>
                <a:path extrusionOk="0" h="232" w="1299">
                  <a:moveTo>
                    <a:pt x="1" y="1"/>
                  </a:moveTo>
                  <a:lnTo>
                    <a:pt x="1" y="232"/>
                  </a:lnTo>
                  <a:lnTo>
                    <a:pt x="1299" y="232"/>
                  </a:lnTo>
                  <a:lnTo>
                    <a:pt x="1299" y="1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750" lIns="91425" spcFirstLastPara="1" rIns="91425" wrap="square" tIns="5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85" name="Google Shape;1485;p12"/>
            <p:cNvSpPr/>
            <p:nvPr/>
          </p:nvSpPr>
          <p:spPr>
            <a:xfrm>
              <a:off x="7581600" y="1653480"/>
              <a:ext cx="61200" cy="100440"/>
            </a:xfrm>
            <a:custGeom>
              <a:rect b="b" l="l" r="r" t="t"/>
              <a:pathLst>
                <a:path extrusionOk="0" h="2002" w="1220">
                  <a:moveTo>
                    <a:pt x="1016" y="0"/>
                  </a:moveTo>
                  <a:lnTo>
                    <a:pt x="0" y="1894"/>
                  </a:lnTo>
                  <a:lnTo>
                    <a:pt x="203" y="2001"/>
                  </a:lnTo>
                  <a:lnTo>
                    <a:pt x="1219" y="108"/>
                  </a:lnTo>
                  <a:lnTo>
                    <a:pt x="1016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400" lIns="91425" spcFirstLastPara="1" rIns="91425" wrap="square" tIns="50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86" name="Google Shape;1486;p12"/>
            <p:cNvSpPr/>
            <p:nvPr/>
          </p:nvSpPr>
          <p:spPr>
            <a:xfrm>
              <a:off x="7581960" y="1837800"/>
              <a:ext cx="66240" cy="98640"/>
            </a:xfrm>
            <a:custGeom>
              <a:rect b="b" l="l" r="r" t="t"/>
              <a:pathLst>
                <a:path extrusionOk="0" h="1966" w="1319">
                  <a:moveTo>
                    <a:pt x="197" y="0"/>
                  </a:moveTo>
                  <a:lnTo>
                    <a:pt x="0" y="120"/>
                  </a:lnTo>
                  <a:lnTo>
                    <a:pt x="1121" y="1966"/>
                  </a:lnTo>
                  <a:lnTo>
                    <a:pt x="1318" y="1847"/>
                  </a:lnTo>
                  <a:lnTo>
                    <a:pt x="197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9300" lIns="91425" spcFirstLastPara="1" rIns="91425" wrap="square" tIns="49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1487" name="Google Shape;1487;p12"/>
          <p:cNvSpPr/>
          <p:nvPr/>
        </p:nvSpPr>
        <p:spPr>
          <a:xfrm>
            <a:off x="1230047" y="2938321"/>
            <a:ext cx="3812400" cy="752700"/>
          </a:xfrm>
          <a:prstGeom prst="roundRect">
            <a:avLst>
              <a:gd fmla="val 16667" name="adj"/>
            </a:avLst>
          </a:prstGeom>
          <a:solidFill>
            <a:srgbClr val="EEEFEC"/>
          </a:solidFill>
          <a:ln>
            <a:noFill/>
          </a:ln>
        </p:spPr>
        <p:txBody>
          <a:bodyPr anchorCtr="0" anchor="ctr" bIns="73400" lIns="73400" spcFirstLastPara="1" rIns="73400" wrap="square" tIns="73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24"/>
          </a:p>
        </p:txBody>
      </p:sp>
      <p:sp>
        <p:nvSpPr>
          <p:cNvPr id="1488" name="Google Shape;1488;p12"/>
          <p:cNvSpPr/>
          <p:nvPr/>
        </p:nvSpPr>
        <p:spPr>
          <a:xfrm>
            <a:off x="814954" y="307875"/>
            <a:ext cx="3736500" cy="9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25" lIns="232125" spcFirstLastPara="1" rIns="232125" wrap="square" tIns="116025">
            <a:noAutofit/>
          </a:bodyPr>
          <a:lstStyle/>
          <a:p>
            <a:pPr indent="0" lvl="0" marL="0" marR="0" rtl="0" algn="l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240">
                <a:solidFill>
                  <a:srgbClr val="3C3C3B"/>
                </a:solidFill>
                <a:latin typeface="Barriecito"/>
                <a:ea typeface="Barriecito"/>
                <a:cs typeface="Barriecito"/>
                <a:sym typeface="Barriecito"/>
              </a:rPr>
              <a:t>Next Steps</a:t>
            </a:r>
            <a:endParaRPr b="0" i="0" sz="524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489" name="Google Shape;1489;p12"/>
          <p:cNvSpPr/>
          <p:nvPr/>
        </p:nvSpPr>
        <p:spPr>
          <a:xfrm>
            <a:off x="1030228" y="1186341"/>
            <a:ext cx="3015900" cy="852000"/>
          </a:xfrm>
          <a:prstGeom prst="roundRect">
            <a:avLst>
              <a:gd fmla="val 16667" name="adj"/>
            </a:avLst>
          </a:prstGeom>
          <a:noFill/>
          <a:ln cap="flat" cmpd="sng" w="7625">
            <a:solidFill>
              <a:srgbClr val="3C3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125" lIns="72250" spcFirstLastPara="1" rIns="72250" wrap="square" tIns="36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-US" sz="2408">
                <a:solidFill>
                  <a:schemeClr val="dk1"/>
                </a:solidFill>
                <a:latin typeface="Barriecito"/>
                <a:ea typeface="Barriecito"/>
                <a:cs typeface="Barriecito"/>
                <a:sym typeface="Barriecito"/>
              </a:rPr>
              <a:t>Perfect Labelling System</a:t>
            </a:r>
            <a:endParaRPr b="1" sz="2408">
              <a:solidFill>
                <a:schemeClr val="dk1"/>
              </a:solidFill>
              <a:latin typeface="Barriecito"/>
              <a:ea typeface="Barriecito"/>
              <a:cs typeface="Barriecito"/>
              <a:sym typeface="Barriecito"/>
            </a:endParaRPr>
          </a:p>
        </p:txBody>
      </p:sp>
      <p:sp>
        <p:nvSpPr>
          <p:cNvPr id="1490" name="Google Shape;1490;p12"/>
          <p:cNvSpPr/>
          <p:nvPr/>
        </p:nvSpPr>
        <p:spPr>
          <a:xfrm>
            <a:off x="1030228" y="2120434"/>
            <a:ext cx="3015900" cy="852000"/>
          </a:xfrm>
          <a:prstGeom prst="roundRect">
            <a:avLst>
              <a:gd fmla="val 16667" name="adj"/>
            </a:avLst>
          </a:prstGeom>
          <a:noFill/>
          <a:ln cap="flat" cmpd="sng" w="7625">
            <a:solidFill>
              <a:srgbClr val="3C3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125" lIns="72250" spcFirstLastPara="1" rIns="72250" wrap="square" tIns="36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8">
                <a:solidFill>
                  <a:schemeClr val="dk1"/>
                </a:solidFill>
                <a:latin typeface="Barriecito"/>
                <a:ea typeface="Barriecito"/>
                <a:cs typeface="Barriecito"/>
                <a:sym typeface="Barriecito"/>
              </a:rPr>
              <a:t>Complete Admin Page</a:t>
            </a:r>
            <a:endParaRPr b="1" sz="2408">
              <a:solidFill>
                <a:schemeClr val="dk1"/>
              </a:solidFill>
              <a:latin typeface="Barriecito"/>
              <a:ea typeface="Barriecito"/>
              <a:cs typeface="Barriecito"/>
              <a:sym typeface="Barriecito"/>
            </a:endParaRPr>
          </a:p>
        </p:txBody>
      </p:sp>
      <p:sp>
        <p:nvSpPr>
          <p:cNvPr id="1491" name="Google Shape;1491;p12"/>
          <p:cNvSpPr/>
          <p:nvPr/>
        </p:nvSpPr>
        <p:spPr>
          <a:xfrm>
            <a:off x="1030228" y="3054553"/>
            <a:ext cx="3015900" cy="852000"/>
          </a:xfrm>
          <a:prstGeom prst="roundRect">
            <a:avLst>
              <a:gd fmla="val 16667" name="adj"/>
            </a:avLst>
          </a:prstGeom>
          <a:noFill/>
          <a:ln cap="flat" cmpd="sng" w="7625">
            <a:solidFill>
              <a:srgbClr val="3C3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125" lIns="72250" spcFirstLastPara="1" rIns="72250" wrap="square" tIns="36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8">
                <a:solidFill>
                  <a:schemeClr val="dk1"/>
                </a:solidFill>
                <a:latin typeface="Barriecito"/>
                <a:ea typeface="Barriecito"/>
                <a:cs typeface="Barriecito"/>
                <a:sym typeface="Barriecito"/>
              </a:rPr>
              <a:t>Add Blind Review</a:t>
            </a:r>
            <a:endParaRPr b="1" sz="2408">
              <a:solidFill>
                <a:schemeClr val="dk1"/>
              </a:solidFill>
              <a:latin typeface="Barriecito"/>
              <a:ea typeface="Barriecito"/>
              <a:cs typeface="Barriecito"/>
              <a:sym typeface="Barriecito"/>
            </a:endParaRPr>
          </a:p>
        </p:txBody>
      </p:sp>
      <p:sp>
        <p:nvSpPr>
          <p:cNvPr id="1492" name="Google Shape;1492;p12"/>
          <p:cNvSpPr/>
          <p:nvPr/>
        </p:nvSpPr>
        <p:spPr>
          <a:xfrm>
            <a:off x="1030228" y="3988646"/>
            <a:ext cx="3015900" cy="852000"/>
          </a:xfrm>
          <a:prstGeom prst="roundRect">
            <a:avLst>
              <a:gd fmla="val 16667" name="adj"/>
            </a:avLst>
          </a:prstGeom>
          <a:noFill/>
          <a:ln cap="flat" cmpd="sng" w="7625">
            <a:solidFill>
              <a:srgbClr val="3C3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125" lIns="72250" spcFirstLastPara="1" rIns="72250" wrap="square" tIns="36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8">
                <a:solidFill>
                  <a:schemeClr val="dk1"/>
                </a:solidFill>
                <a:latin typeface="Barriecito"/>
                <a:ea typeface="Barriecito"/>
                <a:cs typeface="Barriecito"/>
                <a:sym typeface="Barriecito"/>
              </a:rPr>
              <a:t>Create ML </a:t>
            </a:r>
            <a:r>
              <a:rPr b="1" lang="en-US" sz="2408">
                <a:solidFill>
                  <a:schemeClr val="dk1"/>
                </a:solidFill>
                <a:latin typeface="Barriecito"/>
                <a:ea typeface="Barriecito"/>
                <a:cs typeface="Barriecito"/>
                <a:sym typeface="Barriecito"/>
              </a:rPr>
              <a:t>Classifier</a:t>
            </a:r>
            <a:endParaRPr b="1" sz="2408">
              <a:solidFill>
                <a:schemeClr val="dk1"/>
              </a:solidFill>
              <a:latin typeface="Barriecito"/>
              <a:ea typeface="Barriecito"/>
              <a:cs typeface="Barriecito"/>
              <a:sym typeface="Barrieci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6" name="Shape 1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7" name="Google Shape;1497;p13"/>
          <p:cNvGrpSpPr/>
          <p:nvPr/>
        </p:nvGrpSpPr>
        <p:grpSpPr>
          <a:xfrm>
            <a:off x="6529680" y="-654840"/>
            <a:ext cx="2934045" cy="2387922"/>
            <a:chOff x="6529680" y="-654840"/>
            <a:chExt cx="2934045" cy="2387922"/>
          </a:xfrm>
        </p:grpSpPr>
        <p:sp>
          <p:nvSpPr>
            <p:cNvPr id="1498" name="Google Shape;1498;p13"/>
            <p:cNvSpPr/>
            <p:nvPr/>
          </p:nvSpPr>
          <p:spPr>
            <a:xfrm>
              <a:off x="6648480" y="-555480"/>
              <a:ext cx="2749005" cy="2194242"/>
            </a:xfrm>
            <a:custGeom>
              <a:rect b="b" l="l" r="r" t="t"/>
              <a:pathLst>
                <a:path extrusionOk="0" h="35927" w="45014">
                  <a:moveTo>
                    <a:pt x="10013" y="1282"/>
                  </a:moveTo>
                  <a:cubicBezTo>
                    <a:pt x="10696" y="1282"/>
                    <a:pt x="11378" y="1339"/>
                    <a:pt x="12052" y="1463"/>
                  </a:cubicBezTo>
                  <a:cubicBezTo>
                    <a:pt x="15828" y="2159"/>
                    <a:pt x="18593" y="5009"/>
                    <a:pt x="20690" y="8047"/>
                  </a:cubicBezTo>
                  <a:cubicBezTo>
                    <a:pt x="21986" y="9923"/>
                    <a:pt x="23109" y="11911"/>
                    <a:pt x="24433" y="13769"/>
                  </a:cubicBezTo>
                  <a:cubicBezTo>
                    <a:pt x="25698" y="15541"/>
                    <a:pt x="27182" y="17109"/>
                    <a:pt x="28870" y="18481"/>
                  </a:cubicBezTo>
                  <a:cubicBezTo>
                    <a:pt x="32100" y="21103"/>
                    <a:pt x="35821" y="22854"/>
                    <a:pt x="39409" y="24902"/>
                  </a:cubicBezTo>
                  <a:cubicBezTo>
                    <a:pt x="40955" y="25785"/>
                    <a:pt x="42505" y="26904"/>
                    <a:pt x="43188" y="28616"/>
                  </a:cubicBezTo>
                  <a:cubicBezTo>
                    <a:pt x="43745" y="30009"/>
                    <a:pt x="43699" y="31703"/>
                    <a:pt x="42610" y="32825"/>
                  </a:cubicBezTo>
                  <a:cubicBezTo>
                    <a:pt x="41421" y="34052"/>
                    <a:pt x="39430" y="34400"/>
                    <a:pt x="37777" y="34400"/>
                  </a:cubicBezTo>
                  <a:cubicBezTo>
                    <a:pt x="37730" y="34400"/>
                    <a:pt x="37684" y="34400"/>
                    <a:pt x="37638" y="34400"/>
                  </a:cubicBezTo>
                  <a:cubicBezTo>
                    <a:pt x="35839" y="34381"/>
                    <a:pt x="34076" y="33880"/>
                    <a:pt x="32537" y="32954"/>
                  </a:cubicBezTo>
                  <a:cubicBezTo>
                    <a:pt x="29540" y="31150"/>
                    <a:pt x="27604" y="28105"/>
                    <a:pt x="25228" y="25625"/>
                  </a:cubicBezTo>
                  <a:cubicBezTo>
                    <a:pt x="23951" y="24291"/>
                    <a:pt x="22503" y="23108"/>
                    <a:pt x="20782" y="22395"/>
                  </a:cubicBezTo>
                  <a:cubicBezTo>
                    <a:pt x="18974" y="21648"/>
                    <a:pt x="17004" y="21407"/>
                    <a:pt x="15072" y="21218"/>
                  </a:cubicBezTo>
                  <a:cubicBezTo>
                    <a:pt x="11578" y="20876"/>
                    <a:pt x="7603" y="20576"/>
                    <a:pt x="4983" y="17926"/>
                  </a:cubicBezTo>
                  <a:cubicBezTo>
                    <a:pt x="3499" y="16426"/>
                    <a:pt x="3103" y="14400"/>
                    <a:pt x="2594" y="12426"/>
                  </a:cubicBezTo>
                  <a:cubicBezTo>
                    <a:pt x="2021" y="10207"/>
                    <a:pt x="1432" y="7989"/>
                    <a:pt x="895" y="5760"/>
                  </a:cubicBezTo>
                  <a:cubicBezTo>
                    <a:pt x="866" y="5734"/>
                    <a:pt x="849" y="5695"/>
                    <a:pt x="854" y="5643"/>
                  </a:cubicBezTo>
                  <a:cubicBezTo>
                    <a:pt x="946" y="4928"/>
                    <a:pt x="1333" y="4343"/>
                    <a:pt x="1863" y="3865"/>
                  </a:cubicBezTo>
                  <a:cubicBezTo>
                    <a:pt x="3135" y="2719"/>
                    <a:pt x="5041" y="2113"/>
                    <a:pt x="6671" y="1710"/>
                  </a:cubicBezTo>
                  <a:cubicBezTo>
                    <a:pt x="7762" y="1438"/>
                    <a:pt x="8888" y="1282"/>
                    <a:pt x="10013" y="1282"/>
                  </a:cubicBezTo>
                  <a:close/>
                  <a:moveTo>
                    <a:pt x="10205" y="1"/>
                  </a:moveTo>
                  <a:cubicBezTo>
                    <a:pt x="10082" y="1"/>
                    <a:pt x="9958" y="2"/>
                    <a:pt x="9835" y="6"/>
                  </a:cubicBezTo>
                  <a:cubicBezTo>
                    <a:pt x="7610" y="74"/>
                    <a:pt x="5421" y="708"/>
                    <a:pt x="3460" y="1754"/>
                  </a:cubicBezTo>
                  <a:cubicBezTo>
                    <a:pt x="2560" y="2232"/>
                    <a:pt x="1352" y="2925"/>
                    <a:pt x="618" y="3847"/>
                  </a:cubicBezTo>
                  <a:cubicBezTo>
                    <a:pt x="624" y="3854"/>
                    <a:pt x="627" y="3865"/>
                    <a:pt x="633" y="3874"/>
                  </a:cubicBezTo>
                  <a:cubicBezTo>
                    <a:pt x="662" y="3930"/>
                    <a:pt x="609" y="3979"/>
                    <a:pt x="557" y="3979"/>
                  </a:cubicBezTo>
                  <a:cubicBezTo>
                    <a:pt x="545" y="3979"/>
                    <a:pt x="534" y="3976"/>
                    <a:pt x="523" y="3971"/>
                  </a:cubicBezTo>
                  <a:cubicBezTo>
                    <a:pt x="257" y="4334"/>
                    <a:pt x="67" y="4731"/>
                    <a:pt x="0" y="5162"/>
                  </a:cubicBezTo>
                  <a:cubicBezTo>
                    <a:pt x="169" y="5652"/>
                    <a:pt x="305" y="6149"/>
                    <a:pt x="420" y="6652"/>
                  </a:cubicBezTo>
                  <a:cubicBezTo>
                    <a:pt x="488" y="6672"/>
                    <a:pt x="513" y="6764"/>
                    <a:pt x="457" y="6817"/>
                  </a:cubicBezTo>
                  <a:cubicBezTo>
                    <a:pt x="539" y="7192"/>
                    <a:pt x="608" y="7574"/>
                    <a:pt x="667" y="7956"/>
                  </a:cubicBezTo>
                  <a:cubicBezTo>
                    <a:pt x="998" y="10126"/>
                    <a:pt x="1043" y="12356"/>
                    <a:pt x="1664" y="14475"/>
                  </a:cubicBezTo>
                  <a:cubicBezTo>
                    <a:pt x="1990" y="15593"/>
                    <a:pt x="2496" y="16642"/>
                    <a:pt x="3159" y="17584"/>
                  </a:cubicBezTo>
                  <a:cubicBezTo>
                    <a:pt x="3168" y="17578"/>
                    <a:pt x="3175" y="17571"/>
                    <a:pt x="3183" y="17566"/>
                  </a:cubicBezTo>
                  <a:cubicBezTo>
                    <a:pt x="3199" y="17555"/>
                    <a:pt x="3215" y="17550"/>
                    <a:pt x="3230" y="17550"/>
                  </a:cubicBezTo>
                  <a:cubicBezTo>
                    <a:pt x="3295" y="17550"/>
                    <a:pt x="3344" y="17642"/>
                    <a:pt x="3280" y="17696"/>
                  </a:cubicBezTo>
                  <a:lnTo>
                    <a:pt x="3253" y="17717"/>
                  </a:lnTo>
                  <a:cubicBezTo>
                    <a:pt x="3786" y="18451"/>
                    <a:pt x="4416" y="19116"/>
                    <a:pt x="5132" y="19690"/>
                  </a:cubicBezTo>
                  <a:cubicBezTo>
                    <a:pt x="5320" y="19839"/>
                    <a:pt x="5512" y="19980"/>
                    <a:pt x="5706" y="20115"/>
                  </a:cubicBezTo>
                  <a:cubicBezTo>
                    <a:pt x="5719" y="20107"/>
                    <a:pt x="5734" y="20103"/>
                    <a:pt x="5749" y="20103"/>
                  </a:cubicBezTo>
                  <a:cubicBezTo>
                    <a:pt x="5799" y="20103"/>
                    <a:pt x="5850" y="20145"/>
                    <a:pt x="5838" y="20204"/>
                  </a:cubicBezTo>
                  <a:cubicBezTo>
                    <a:pt x="6688" y="20768"/>
                    <a:pt x="7616" y="21196"/>
                    <a:pt x="8584" y="21511"/>
                  </a:cubicBezTo>
                  <a:cubicBezTo>
                    <a:pt x="8598" y="21504"/>
                    <a:pt x="8614" y="21501"/>
                    <a:pt x="8629" y="21501"/>
                  </a:cubicBezTo>
                  <a:cubicBezTo>
                    <a:pt x="8663" y="21501"/>
                    <a:pt x="8696" y="21517"/>
                    <a:pt x="8711" y="21551"/>
                  </a:cubicBezTo>
                  <a:cubicBezTo>
                    <a:pt x="9420" y="21773"/>
                    <a:pt x="10150" y="21936"/>
                    <a:pt x="10887" y="22051"/>
                  </a:cubicBezTo>
                  <a:cubicBezTo>
                    <a:pt x="11380" y="22127"/>
                    <a:pt x="11874" y="22174"/>
                    <a:pt x="12366" y="22202"/>
                  </a:cubicBezTo>
                  <a:cubicBezTo>
                    <a:pt x="12368" y="22197"/>
                    <a:pt x="12368" y="22190"/>
                    <a:pt x="12370" y="22184"/>
                  </a:cubicBezTo>
                  <a:cubicBezTo>
                    <a:pt x="12380" y="22141"/>
                    <a:pt x="12415" y="22121"/>
                    <a:pt x="12449" y="22121"/>
                  </a:cubicBezTo>
                  <a:cubicBezTo>
                    <a:pt x="12493" y="22121"/>
                    <a:pt x="12536" y="22153"/>
                    <a:pt x="12526" y="22210"/>
                  </a:cubicBezTo>
                  <a:lnTo>
                    <a:pt x="12526" y="22212"/>
                  </a:lnTo>
                  <a:cubicBezTo>
                    <a:pt x="14054" y="22292"/>
                    <a:pt x="15589" y="22221"/>
                    <a:pt x="17115" y="22377"/>
                  </a:cubicBezTo>
                  <a:cubicBezTo>
                    <a:pt x="18651" y="22535"/>
                    <a:pt x="19985" y="23014"/>
                    <a:pt x="21186" y="23706"/>
                  </a:cubicBezTo>
                  <a:cubicBezTo>
                    <a:pt x="21199" y="23698"/>
                    <a:pt x="21214" y="23694"/>
                    <a:pt x="21229" y="23694"/>
                  </a:cubicBezTo>
                  <a:cubicBezTo>
                    <a:pt x="21273" y="23694"/>
                    <a:pt x="21319" y="23730"/>
                    <a:pt x="21315" y="23780"/>
                  </a:cubicBezTo>
                  <a:cubicBezTo>
                    <a:pt x="26552" y="26880"/>
                    <a:pt x="29314" y="33974"/>
                    <a:pt x="35563" y="35611"/>
                  </a:cubicBezTo>
                  <a:cubicBezTo>
                    <a:pt x="36327" y="35811"/>
                    <a:pt x="37253" y="35926"/>
                    <a:pt x="38217" y="35926"/>
                  </a:cubicBezTo>
                  <a:cubicBezTo>
                    <a:pt x="41404" y="35926"/>
                    <a:pt x="45014" y="34670"/>
                    <a:pt x="44620" y="31078"/>
                  </a:cubicBezTo>
                  <a:cubicBezTo>
                    <a:pt x="44414" y="29217"/>
                    <a:pt x="43291" y="27568"/>
                    <a:pt x="42043" y="26229"/>
                  </a:cubicBezTo>
                  <a:cubicBezTo>
                    <a:pt x="40707" y="24797"/>
                    <a:pt x="39099" y="23647"/>
                    <a:pt x="37456" y="22592"/>
                  </a:cubicBezTo>
                  <a:cubicBezTo>
                    <a:pt x="35807" y="21532"/>
                    <a:pt x="34102" y="20566"/>
                    <a:pt x="32468" y="19482"/>
                  </a:cubicBezTo>
                  <a:cubicBezTo>
                    <a:pt x="31609" y="18909"/>
                    <a:pt x="30779" y="18298"/>
                    <a:pt x="29980" y="17646"/>
                  </a:cubicBezTo>
                  <a:cubicBezTo>
                    <a:pt x="29978" y="17647"/>
                    <a:pt x="29976" y="17647"/>
                    <a:pt x="29975" y="17647"/>
                  </a:cubicBezTo>
                  <a:cubicBezTo>
                    <a:pt x="29943" y="17647"/>
                    <a:pt x="29913" y="17619"/>
                    <a:pt x="29904" y="17586"/>
                  </a:cubicBezTo>
                  <a:cubicBezTo>
                    <a:pt x="29114" y="16934"/>
                    <a:pt x="28351" y="16245"/>
                    <a:pt x="27626" y="15517"/>
                  </a:cubicBezTo>
                  <a:cubicBezTo>
                    <a:pt x="26139" y="14029"/>
                    <a:pt x="24793" y="12405"/>
                    <a:pt x="23581" y="10684"/>
                  </a:cubicBezTo>
                  <a:cubicBezTo>
                    <a:pt x="22320" y="8893"/>
                    <a:pt x="21287" y="6951"/>
                    <a:pt x="20013" y="5170"/>
                  </a:cubicBezTo>
                  <a:cubicBezTo>
                    <a:pt x="18806" y="3482"/>
                    <a:pt x="17326" y="2072"/>
                    <a:pt x="15440" y="1174"/>
                  </a:cubicBezTo>
                  <a:cubicBezTo>
                    <a:pt x="13811" y="398"/>
                    <a:pt x="12008" y="1"/>
                    <a:pt x="1020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99" name="Google Shape;1499;p13"/>
            <p:cNvSpPr/>
            <p:nvPr/>
          </p:nvSpPr>
          <p:spPr>
            <a:xfrm>
              <a:off x="7245000" y="257040"/>
              <a:ext cx="282959" cy="259918"/>
            </a:xfrm>
            <a:custGeom>
              <a:rect b="b" l="l" r="r" t="t"/>
              <a:pathLst>
                <a:path extrusionOk="0" h="4262" w="4640">
                  <a:moveTo>
                    <a:pt x="2553" y="219"/>
                  </a:moveTo>
                  <a:cubicBezTo>
                    <a:pt x="2711" y="219"/>
                    <a:pt x="2858" y="271"/>
                    <a:pt x="2975" y="399"/>
                  </a:cubicBezTo>
                  <a:cubicBezTo>
                    <a:pt x="2994" y="416"/>
                    <a:pt x="3001" y="442"/>
                    <a:pt x="3001" y="466"/>
                  </a:cubicBezTo>
                  <a:cubicBezTo>
                    <a:pt x="3396" y="645"/>
                    <a:pt x="3637" y="1065"/>
                    <a:pt x="3654" y="1557"/>
                  </a:cubicBezTo>
                  <a:cubicBezTo>
                    <a:pt x="3681" y="2303"/>
                    <a:pt x="3342" y="3184"/>
                    <a:pt x="2645" y="3531"/>
                  </a:cubicBezTo>
                  <a:cubicBezTo>
                    <a:pt x="2445" y="3629"/>
                    <a:pt x="2233" y="3678"/>
                    <a:pt x="2025" y="3678"/>
                  </a:cubicBezTo>
                  <a:cubicBezTo>
                    <a:pt x="1579" y="3678"/>
                    <a:pt x="1157" y="3453"/>
                    <a:pt x="940" y="3010"/>
                  </a:cubicBezTo>
                  <a:cubicBezTo>
                    <a:pt x="600" y="2308"/>
                    <a:pt x="841" y="1431"/>
                    <a:pt x="1345" y="877"/>
                  </a:cubicBezTo>
                  <a:cubicBezTo>
                    <a:pt x="1589" y="612"/>
                    <a:pt x="2116" y="219"/>
                    <a:pt x="2553" y="219"/>
                  </a:cubicBezTo>
                  <a:close/>
                  <a:moveTo>
                    <a:pt x="2543" y="1"/>
                  </a:moveTo>
                  <a:cubicBezTo>
                    <a:pt x="1758" y="1"/>
                    <a:pt x="983" y="424"/>
                    <a:pt x="558" y="1111"/>
                  </a:cubicBezTo>
                  <a:cubicBezTo>
                    <a:pt x="1" y="2012"/>
                    <a:pt x="69" y="3571"/>
                    <a:pt x="1146" y="4077"/>
                  </a:cubicBezTo>
                  <a:cubicBezTo>
                    <a:pt x="1417" y="4204"/>
                    <a:pt x="1679" y="4262"/>
                    <a:pt x="1927" y="4262"/>
                  </a:cubicBezTo>
                  <a:cubicBezTo>
                    <a:pt x="3632" y="4262"/>
                    <a:pt x="4639" y="1533"/>
                    <a:pt x="3332" y="288"/>
                  </a:cubicBezTo>
                  <a:cubicBezTo>
                    <a:pt x="3286" y="244"/>
                    <a:pt x="3277" y="187"/>
                    <a:pt x="3290" y="137"/>
                  </a:cubicBezTo>
                  <a:cubicBezTo>
                    <a:pt x="3047" y="45"/>
                    <a:pt x="2794" y="1"/>
                    <a:pt x="25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00" name="Google Shape;1500;p13"/>
            <p:cNvSpPr/>
            <p:nvPr/>
          </p:nvSpPr>
          <p:spPr>
            <a:xfrm>
              <a:off x="7634520" y="218160"/>
              <a:ext cx="296997" cy="397806"/>
            </a:xfrm>
            <a:custGeom>
              <a:rect b="b" l="l" r="r" t="t"/>
              <a:pathLst>
                <a:path extrusionOk="0" h="6519" w="4870">
                  <a:moveTo>
                    <a:pt x="2029" y="328"/>
                  </a:moveTo>
                  <a:cubicBezTo>
                    <a:pt x="2068" y="328"/>
                    <a:pt x="2107" y="330"/>
                    <a:pt x="2146" y="333"/>
                  </a:cubicBezTo>
                  <a:cubicBezTo>
                    <a:pt x="2854" y="400"/>
                    <a:pt x="3410" y="991"/>
                    <a:pt x="3733" y="1580"/>
                  </a:cubicBezTo>
                  <a:cubicBezTo>
                    <a:pt x="4379" y="2764"/>
                    <a:pt x="4316" y="4457"/>
                    <a:pt x="3265" y="5398"/>
                  </a:cubicBezTo>
                  <a:cubicBezTo>
                    <a:pt x="2946" y="5685"/>
                    <a:pt x="2537" y="5826"/>
                    <a:pt x="2160" y="5826"/>
                  </a:cubicBezTo>
                  <a:cubicBezTo>
                    <a:pt x="1469" y="5826"/>
                    <a:pt x="886" y="5348"/>
                    <a:pt x="1164" y="4410"/>
                  </a:cubicBezTo>
                  <a:cubicBezTo>
                    <a:pt x="1281" y="4011"/>
                    <a:pt x="1559" y="3645"/>
                    <a:pt x="1588" y="3223"/>
                  </a:cubicBezTo>
                  <a:cubicBezTo>
                    <a:pt x="1620" y="2746"/>
                    <a:pt x="1290" y="2367"/>
                    <a:pt x="1120" y="1947"/>
                  </a:cubicBezTo>
                  <a:cubicBezTo>
                    <a:pt x="1041" y="1753"/>
                    <a:pt x="997" y="1542"/>
                    <a:pt x="999" y="1339"/>
                  </a:cubicBezTo>
                  <a:cubicBezTo>
                    <a:pt x="929" y="1322"/>
                    <a:pt x="871" y="1261"/>
                    <a:pt x="892" y="1181"/>
                  </a:cubicBezTo>
                  <a:cubicBezTo>
                    <a:pt x="1033" y="660"/>
                    <a:pt x="1497" y="328"/>
                    <a:pt x="2029" y="328"/>
                  </a:cubicBezTo>
                  <a:close/>
                  <a:moveTo>
                    <a:pt x="1859" y="1"/>
                  </a:moveTo>
                  <a:cubicBezTo>
                    <a:pt x="1507" y="1"/>
                    <a:pt x="1145" y="94"/>
                    <a:pt x="793" y="303"/>
                  </a:cubicBezTo>
                  <a:cubicBezTo>
                    <a:pt x="821" y="359"/>
                    <a:pt x="817" y="425"/>
                    <a:pt x="750" y="473"/>
                  </a:cubicBezTo>
                  <a:cubicBezTo>
                    <a:pt x="0" y="999"/>
                    <a:pt x="725" y="2000"/>
                    <a:pt x="872" y="2642"/>
                  </a:cubicBezTo>
                  <a:cubicBezTo>
                    <a:pt x="1012" y="3257"/>
                    <a:pt x="700" y="3784"/>
                    <a:pt x="625" y="4383"/>
                  </a:cubicBezTo>
                  <a:cubicBezTo>
                    <a:pt x="529" y="5191"/>
                    <a:pt x="781" y="6067"/>
                    <a:pt x="1595" y="6391"/>
                  </a:cubicBezTo>
                  <a:cubicBezTo>
                    <a:pt x="1810" y="6478"/>
                    <a:pt x="2039" y="6519"/>
                    <a:pt x="2269" y="6519"/>
                  </a:cubicBezTo>
                  <a:cubicBezTo>
                    <a:pt x="2730" y="6519"/>
                    <a:pt x="3193" y="6353"/>
                    <a:pt x="3550" y="6061"/>
                  </a:cubicBezTo>
                  <a:cubicBezTo>
                    <a:pt x="4766" y="5069"/>
                    <a:pt x="4870" y="3177"/>
                    <a:pt x="4286" y="1821"/>
                  </a:cubicBezTo>
                  <a:cubicBezTo>
                    <a:pt x="3847" y="798"/>
                    <a:pt x="2890" y="1"/>
                    <a:pt x="18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01" name="Google Shape;1501;p13"/>
            <p:cNvSpPr/>
            <p:nvPr/>
          </p:nvSpPr>
          <p:spPr>
            <a:xfrm>
              <a:off x="8298000" y="761760"/>
              <a:ext cx="204844" cy="270363"/>
            </a:xfrm>
            <a:custGeom>
              <a:rect b="b" l="l" r="r" t="t"/>
              <a:pathLst>
                <a:path extrusionOk="0" h="4432" w="3357">
                  <a:moveTo>
                    <a:pt x="1663" y="168"/>
                  </a:moveTo>
                  <a:cubicBezTo>
                    <a:pt x="1676" y="168"/>
                    <a:pt x="1689" y="170"/>
                    <a:pt x="1703" y="174"/>
                  </a:cubicBezTo>
                  <a:cubicBezTo>
                    <a:pt x="2054" y="262"/>
                    <a:pt x="2175" y="576"/>
                    <a:pt x="2097" y="924"/>
                  </a:cubicBezTo>
                  <a:cubicBezTo>
                    <a:pt x="2025" y="1250"/>
                    <a:pt x="1755" y="1456"/>
                    <a:pt x="2016" y="1806"/>
                  </a:cubicBezTo>
                  <a:cubicBezTo>
                    <a:pt x="2158" y="1996"/>
                    <a:pt x="2387" y="2115"/>
                    <a:pt x="2555" y="2280"/>
                  </a:cubicBezTo>
                  <a:cubicBezTo>
                    <a:pt x="3122" y="2852"/>
                    <a:pt x="2773" y="3752"/>
                    <a:pt x="1951" y="3752"/>
                  </a:cubicBezTo>
                  <a:cubicBezTo>
                    <a:pt x="1942" y="3752"/>
                    <a:pt x="1933" y="3752"/>
                    <a:pt x="1924" y="3752"/>
                  </a:cubicBezTo>
                  <a:cubicBezTo>
                    <a:pt x="922" y="3729"/>
                    <a:pt x="294" y="2600"/>
                    <a:pt x="317" y="1704"/>
                  </a:cubicBezTo>
                  <a:cubicBezTo>
                    <a:pt x="337" y="1083"/>
                    <a:pt x="771" y="173"/>
                    <a:pt x="1443" y="173"/>
                  </a:cubicBezTo>
                  <a:cubicBezTo>
                    <a:pt x="1492" y="173"/>
                    <a:pt x="1541" y="178"/>
                    <a:pt x="1592" y="188"/>
                  </a:cubicBezTo>
                  <a:cubicBezTo>
                    <a:pt x="1614" y="176"/>
                    <a:pt x="1637" y="168"/>
                    <a:pt x="1663" y="168"/>
                  </a:cubicBezTo>
                  <a:close/>
                  <a:moveTo>
                    <a:pt x="1561" y="0"/>
                  </a:moveTo>
                  <a:cubicBezTo>
                    <a:pt x="647" y="0"/>
                    <a:pt x="1" y="878"/>
                    <a:pt x="22" y="1846"/>
                  </a:cubicBezTo>
                  <a:cubicBezTo>
                    <a:pt x="45" y="2861"/>
                    <a:pt x="579" y="4237"/>
                    <a:pt x="1711" y="4420"/>
                  </a:cubicBezTo>
                  <a:cubicBezTo>
                    <a:pt x="1761" y="4428"/>
                    <a:pt x="1815" y="4432"/>
                    <a:pt x="1870" y="4432"/>
                  </a:cubicBezTo>
                  <a:cubicBezTo>
                    <a:pt x="2466" y="4432"/>
                    <a:pt x="3321" y="3972"/>
                    <a:pt x="3340" y="3354"/>
                  </a:cubicBezTo>
                  <a:cubicBezTo>
                    <a:pt x="3357" y="2760"/>
                    <a:pt x="2875" y="2383"/>
                    <a:pt x="2478" y="2039"/>
                  </a:cubicBezTo>
                  <a:cubicBezTo>
                    <a:pt x="2284" y="1870"/>
                    <a:pt x="2155" y="1670"/>
                    <a:pt x="2183" y="1403"/>
                  </a:cubicBezTo>
                  <a:cubicBezTo>
                    <a:pt x="2199" y="1251"/>
                    <a:pt x="2287" y="1123"/>
                    <a:pt x="2335" y="983"/>
                  </a:cubicBezTo>
                  <a:cubicBezTo>
                    <a:pt x="2462" y="617"/>
                    <a:pt x="2397" y="326"/>
                    <a:pt x="2112" y="97"/>
                  </a:cubicBezTo>
                  <a:cubicBezTo>
                    <a:pt x="2104" y="97"/>
                    <a:pt x="2098" y="96"/>
                    <a:pt x="2091" y="95"/>
                  </a:cubicBezTo>
                  <a:cubicBezTo>
                    <a:pt x="1907" y="30"/>
                    <a:pt x="1729" y="0"/>
                    <a:pt x="156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02" name="Google Shape;1502;p13"/>
            <p:cNvSpPr/>
            <p:nvPr/>
          </p:nvSpPr>
          <p:spPr>
            <a:xfrm>
              <a:off x="8662320" y="943920"/>
              <a:ext cx="178201" cy="236525"/>
            </a:xfrm>
            <a:custGeom>
              <a:rect b="b" l="l" r="r" t="t"/>
              <a:pathLst>
                <a:path extrusionOk="0" h="3880" w="2923">
                  <a:moveTo>
                    <a:pt x="940" y="305"/>
                  </a:moveTo>
                  <a:cubicBezTo>
                    <a:pt x="999" y="305"/>
                    <a:pt x="1057" y="317"/>
                    <a:pt x="1113" y="344"/>
                  </a:cubicBezTo>
                  <a:cubicBezTo>
                    <a:pt x="1179" y="378"/>
                    <a:pt x="1240" y="442"/>
                    <a:pt x="1276" y="516"/>
                  </a:cubicBezTo>
                  <a:cubicBezTo>
                    <a:pt x="2248" y="870"/>
                    <a:pt x="2922" y="2087"/>
                    <a:pt x="2062" y="2948"/>
                  </a:cubicBezTo>
                  <a:cubicBezTo>
                    <a:pt x="1878" y="3133"/>
                    <a:pt x="1601" y="3269"/>
                    <a:pt x="1334" y="3269"/>
                  </a:cubicBezTo>
                  <a:cubicBezTo>
                    <a:pt x="1168" y="3269"/>
                    <a:pt x="1007" y="3216"/>
                    <a:pt x="875" y="3089"/>
                  </a:cubicBezTo>
                  <a:cubicBezTo>
                    <a:pt x="678" y="2899"/>
                    <a:pt x="655" y="2640"/>
                    <a:pt x="683" y="2381"/>
                  </a:cubicBezTo>
                  <a:cubicBezTo>
                    <a:pt x="740" y="1830"/>
                    <a:pt x="870" y="1416"/>
                    <a:pt x="544" y="903"/>
                  </a:cubicBezTo>
                  <a:cubicBezTo>
                    <a:pt x="510" y="852"/>
                    <a:pt x="499" y="777"/>
                    <a:pt x="518" y="713"/>
                  </a:cubicBezTo>
                  <a:cubicBezTo>
                    <a:pt x="512" y="699"/>
                    <a:pt x="506" y="686"/>
                    <a:pt x="503" y="672"/>
                  </a:cubicBezTo>
                  <a:cubicBezTo>
                    <a:pt x="482" y="590"/>
                    <a:pt x="498" y="526"/>
                    <a:pt x="561" y="466"/>
                  </a:cubicBezTo>
                  <a:cubicBezTo>
                    <a:pt x="662" y="372"/>
                    <a:pt x="801" y="305"/>
                    <a:pt x="940" y="305"/>
                  </a:cubicBezTo>
                  <a:close/>
                  <a:moveTo>
                    <a:pt x="786" y="0"/>
                  </a:moveTo>
                  <a:cubicBezTo>
                    <a:pt x="604" y="0"/>
                    <a:pt x="419" y="55"/>
                    <a:pt x="235" y="183"/>
                  </a:cubicBezTo>
                  <a:cubicBezTo>
                    <a:pt x="278" y="225"/>
                    <a:pt x="298" y="295"/>
                    <a:pt x="253" y="359"/>
                  </a:cubicBezTo>
                  <a:cubicBezTo>
                    <a:pt x="0" y="730"/>
                    <a:pt x="415" y="1200"/>
                    <a:pt x="458" y="1577"/>
                  </a:cubicBezTo>
                  <a:cubicBezTo>
                    <a:pt x="489" y="1847"/>
                    <a:pt x="418" y="2114"/>
                    <a:pt x="370" y="2377"/>
                  </a:cubicBezTo>
                  <a:cubicBezTo>
                    <a:pt x="284" y="2861"/>
                    <a:pt x="298" y="3370"/>
                    <a:pt x="734" y="3689"/>
                  </a:cubicBezTo>
                  <a:cubicBezTo>
                    <a:pt x="916" y="3821"/>
                    <a:pt x="1110" y="3879"/>
                    <a:pt x="1301" y="3879"/>
                  </a:cubicBezTo>
                  <a:cubicBezTo>
                    <a:pt x="1663" y="3879"/>
                    <a:pt x="2015" y="3671"/>
                    <a:pt x="2255" y="3370"/>
                  </a:cubicBezTo>
                  <a:cubicBezTo>
                    <a:pt x="2883" y="2585"/>
                    <a:pt x="2714" y="1780"/>
                    <a:pt x="2190" y="998"/>
                  </a:cubicBezTo>
                  <a:cubicBezTo>
                    <a:pt x="1865" y="513"/>
                    <a:pt x="1342" y="0"/>
                    <a:pt x="78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03" name="Google Shape;1503;p13"/>
            <p:cNvSpPr/>
            <p:nvPr/>
          </p:nvSpPr>
          <p:spPr>
            <a:xfrm>
              <a:off x="8928360" y="1209240"/>
              <a:ext cx="200522" cy="230764"/>
            </a:xfrm>
            <a:custGeom>
              <a:rect b="b" l="l" r="r" t="t"/>
              <a:pathLst>
                <a:path extrusionOk="0" h="3781" w="3289">
                  <a:moveTo>
                    <a:pt x="1995" y="323"/>
                  </a:moveTo>
                  <a:cubicBezTo>
                    <a:pt x="2307" y="323"/>
                    <a:pt x="2614" y="427"/>
                    <a:pt x="2675" y="764"/>
                  </a:cubicBezTo>
                  <a:cubicBezTo>
                    <a:pt x="2678" y="791"/>
                    <a:pt x="2669" y="813"/>
                    <a:pt x="2654" y="831"/>
                  </a:cubicBezTo>
                  <a:cubicBezTo>
                    <a:pt x="3167" y="1487"/>
                    <a:pt x="2875" y="2666"/>
                    <a:pt x="2068" y="2975"/>
                  </a:cubicBezTo>
                  <a:cubicBezTo>
                    <a:pt x="1926" y="3030"/>
                    <a:pt x="1786" y="3055"/>
                    <a:pt x="1651" y="3055"/>
                  </a:cubicBezTo>
                  <a:cubicBezTo>
                    <a:pt x="843" y="3055"/>
                    <a:pt x="225" y="2157"/>
                    <a:pt x="500" y="1343"/>
                  </a:cubicBezTo>
                  <a:cubicBezTo>
                    <a:pt x="664" y="854"/>
                    <a:pt x="1117" y="491"/>
                    <a:pt x="1609" y="370"/>
                  </a:cubicBezTo>
                  <a:cubicBezTo>
                    <a:pt x="1726" y="342"/>
                    <a:pt x="1861" y="323"/>
                    <a:pt x="1995" y="323"/>
                  </a:cubicBezTo>
                  <a:close/>
                  <a:moveTo>
                    <a:pt x="1804" y="1"/>
                  </a:moveTo>
                  <a:cubicBezTo>
                    <a:pt x="1625" y="1"/>
                    <a:pt x="1438" y="37"/>
                    <a:pt x="1246" y="117"/>
                  </a:cubicBezTo>
                  <a:cubicBezTo>
                    <a:pt x="1236" y="121"/>
                    <a:pt x="1225" y="123"/>
                    <a:pt x="1216" y="123"/>
                  </a:cubicBezTo>
                  <a:cubicBezTo>
                    <a:pt x="1206" y="123"/>
                    <a:pt x="1196" y="121"/>
                    <a:pt x="1187" y="118"/>
                  </a:cubicBezTo>
                  <a:cubicBezTo>
                    <a:pt x="354" y="421"/>
                    <a:pt x="1" y="1443"/>
                    <a:pt x="108" y="2278"/>
                  </a:cubicBezTo>
                  <a:cubicBezTo>
                    <a:pt x="206" y="3022"/>
                    <a:pt x="822" y="3780"/>
                    <a:pt x="1584" y="3780"/>
                  </a:cubicBezTo>
                  <a:cubicBezTo>
                    <a:pt x="1736" y="3780"/>
                    <a:pt x="1893" y="3750"/>
                    <a:pt x="2054" y="3684"/>
                  </a:cubicBezTo>
                  <a:cubicBezTo>
                    <a:pt x="2824" y="3369"/>
                    <a:pt x="3288" y="2200"/>
                    <a:pt x="3209" y="1420"/>
                  </a:cubicBezTo>
                  <a:cubicBezTo>
                    <a:pt x="3127" y="618"/>
                    <a:pt x="2540" y="1"/>
                    <a:pt x="180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04" name="Google Shape;1504;p13"/>
            <p:cNvSpPr/>
            <p:nvPr/>
          </p:nvSpPr>
          <p:spPr>
            <a:xfrm>
              <a:off x="9038520" y="1098360"/>
              <a:ext cx="37080" cy="24841"/>
            </a:xfrm>
            <a:custGeom>
              <a:rect b="b" l="l" r="r" t="t"/>
              <a:pathLst>
                <a:path extrusionOk="0" h="412" w="612">
                  <a:moveTo>
                    <a:pt x="487" y="1"/>
                  </a:moveTo>
                  <a:cubicBezTo>
                    <a:pt x="461" y="1"/>
                    <a:pt x="434" y="3"/>
                    <a:pt x="407" y="6"/>
                  </a:cubicBezTo>
                  <a:cubicBezTo>
                    <a:pt x="284" y="23"/>
                    <a:pt x="1" y="130"/>
                    <a:pt x="53" y="298"/>
                  </a:cubicBezTo>
                  <a:cubicBezTo>
                    <a:pt x="80" y="381"/>
                    <a:pt x="141" y="412"/>
                    <a:pt x="210" y="412"/>
                  </a:cubicBezTo>
                  <a:cubicBezTo>
                    <a:pt x="307" y="412"/>
                    <a:pt x="419" y="350"/>
                    <a:pt x="471" y="286"/>
                  </a:cubicBezTo>
                  <a:cubicBezTo>
                    <a:pt x="539" y="205"/>
                    <a:pt x="566" y="101"/>
                    <a:pt x="611" y="14"/>
                  </a:cubicBezTo>
                  <a:cubicBezTo>
                    <a:pt x="571" y="6"/>
                    <a:pt x="529" y="1"/>
                    <a:pt x="4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2600" lIns="91425" spcFirstLastPara="1" rIns="91425" wrap="square" tIns="12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05" name="Google Shape;1505;p13"/>
            <p:cNvSpPr/>
            <p:nvPr/>
          </p:nvSpPr>
          <p:spPr>
            <a:xfrm>
              <a:off x="8875800" y="1192680"/>
              <a:ext cx="34920" cy="17280"/>
            </a:xfrm>
            <a:custGeom>
              <a:rect b="b" l="l" r="r" t="t"/>
              <a:pathLst>
                <a:path extrusionOk="0" h="289" w="575">
                  <a:moveTo>
                    <a:pt x="250" y="0"/>
                  </a:moveTo>
                  <a:cubicBezTo>
                    <a:pt x="202" y="0"/>
                    <a:pt x="154" y="15"/>
                    <a:pt x="109" y="49"/>
                  </a:cubicBezTo>
                  <a:cubicBezTo>
                    <a:pt x="0" y="129"/>
                    <a:pt x="58" y="250"/>
                    <a:pt x="179" y="281"/>
                  </a:cubicBezTo>
                  <a:cubicBezTo>
                    <a:pt x="198" y="286"/>
                    <a:pt x="218" y="288"/>
                    <a:pt x="237" y="288"/>
                  </a:cubicBezTo>
                  <a:cubicBezTo>
                    <a:pt x="356" y="288"/>
                    <a:pt x="467" y="204"/>
                    <a:pt x="574" y="156"/>
                  </a:cubicBezTo>
                  <a:cubicBezTo>
                    <a:pt x="478" y="77"/>
                    <a:pt x="362" y="0"/>
                    <a:pt x="2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8625" lIns="91425" spcFirstLastPara="1" rIns="91425" wrap="square" tIns="86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06" name="Google Shape;1506;p13"/>
            <p:cNvSpPr/>
            <p:nvPr/>
          </p:nvSpPr>
          <p:spPr>
            <a:xfrm>
              <a:off x="8830800" y="1443240"/>
              <a:ext cx="44640" cy="12240"/>
            </a:xfrm>
            <a:custGeom>
              <a:rect b="b" l="l" r="r" t="t"/>
              <a:pathLst>
                <a:path extrusionOk="0" h="207" w="738">
                  <a:moveTo>
                    <a:pt x="579" y="1"/>
                  </a:moveTo>
                  <a:cubicBezTo>
                    <a:pt x="373" y="1"/>
                    <a:pt x="172" y="68"/>
                    <a:pt x="1" y="188"/>
                  </a:cubicBezTo>
                  <a:cubicBezTo>
                    <a:pt x="59" y="201"/>
                    <a:pt x="116" y="207"/>
                    <a:pt x="171" y="207"/>
                  </a:cubicBezTo>
                  <a:cubicBezTo>
                    <a:pt x="370" y="207"/>
                    <a:pt x="548" y="130"/>
                    <a:pt x="738" y="14"/>
                  </a:cubicBezTo>
                  <a:cubicBezTo>
                    <a:pt x="684" y="5"/>
                    <a:pt x="631" y="1"/>
                    <a:pt x="5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6100" lIns="91425" spcFirstLastPara="1" rIns="91425" wrap="square" tIns="6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07" name="Google Shape;1507;p13"/>
            <p:cNvSpPr/>
            <p:nvPr/>
          </p:nvSpPr>
          <p:spPr>
            <a:xfrm>
              <a:off x="8504280" y="1175040"/>
              <a:ext cx="35640" cy="45361"/>
            </a:xfrm>
            <a:custGeom>
              <a:rect b="b" l="l" r="r" t="t"/>
              <a:pathLst>
                <a:path extrusionOk="0" h="746" w="588">
                  <a:moveTo>
                    <a:pt x="43" y="1"/>
                  </a:moveTo>
                  <a:cubicBezTo>
                    <a:pt x="46" y="8"/>
                    <a:pt x="49" y="15"/>
                    <a:pt x="49" y="23"/>
                  </a:cubicBezTo>
                  <a:cubicBezTo>
                    <a:pt x="49" y="188"/>
                    <a:pt x="1" y="355"/>
                    <a:pt x="49" y="518"/>
                  </a:cubicBezTo>
                  <a:cubicBezTo>
                    <a:pt x="80" y="622"/>
                    <a:pt x="192" y="746"/>
                    <a:pt x="304" y="746"/>
                  </a:cubicBezTo>
                  <a:cubicBezTo>
                    <a:pt x="343" y="746"/>
                    <a:pt x="383" y="730"/>
                    <a:pt x="419" y="692"/>
                  </a:cubicBezTo>
                  <a:cubicBezTo>
                    <a:pt x="588" y="518"/>
                    <a:pt x="223" y="178"/>
                    <a:pt x="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22675" lIns="91425" spcFirstLastPara="1" rIns="91425" wrap="square" tIns="22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08" name="Google Shape;1508;p13"/>
            <p:cNvSpPr/>
            <p:nvPr/>
          </p:nvSpPr>
          <p:spPr>
            <a:xfrm>
              <a:off x="8543160" y="1081080"/>
              <a:ext cx="46799" cy="23760"/>
            </a:xfrm>
            <a:custGeom>
              <a:rect b="b" l="l" r="r" t="t"/>
              <a:pathLst>
                <a:path extrusionOk="0" h="394" w="773">
                  <a:moveTo>
                    <a:pt x="773" y="5"/>
                  </a:moveTo>
                  <a:lnTo>
                    <a:pt x="773" y="5"/>
                  </a:lnTo>
                  <a:cubicBezTo>
                    <a:pt x="506" y="12"/>
                    <a:pt x="203" y="0"/>
                    <a:pt x="88" y="196"/>
                  </a:cubicBezTo>
                  <a:cubicBezTo>
                    <a:pt x="1" y="348"/>
                    <a:pt x="79" y="394"/>
                    <a:pt x="187" y="394"/>
                  </a:cubicBezTo>
                  <a:cubicBezTo>
                    <a:pt x="255" y="394"/>
                    <a:pt x="336" y="375"/>
                    <a:pt x="394" y="353"/>
                  </a:cubicBezTo>
                  <a:cubicBezTo>
                    <a:pt x="557" y="291"/>
                    <a:pt x="668" y="177"/>
                    <a:pt x="753" y="29"/>
                  </a:cubicBezTo>
                  <a:cubicBezTo>
                    <a:pt x="760" y="19"/>
                    <a:pt x="767" y="12"/>
                    <a:pt x="773" y="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1875" lIns="91425" spcFirstLastPara="1" rIns="91425" wrap="square" tIns="11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09" name="Google Shape;1509;p13"/>
            <p:cNvSpPr/>
            <p:nvPr/>
          </p:nvSpPr>
          <p:spPr>
            <a:xfrm>
              <a:off x="8578440" y="817920"/>
              <a:ext cx="31680" cy="29520"/>
            </a:xfrm>
            <a:custGeom>
              <a:rect b="b" l="l" r="r" t="t"/>
              <a:pathLst>
                <a:path extrusionOk="0" h="492" w="524">
                  <a:moveTo>
                    <a:pt x="524" y="0"/>
                  </a:moveTo>
                  <a:cubicBezTo>
                    <a:pt x="385" y="2"/>
                    <a:pt x="237" y="22"/>
                    <a:pt x="137" y="111"/>
                  </a:cubicBezTo>
                  <a:cubicBezTo>
                    <a:pt x="57" y="186"/>
                    <a:pt x="1" y="335"/>
                    <a:pt x="73" y="433"/>
                  </a:cubicBezTo>
                  <a:cubicBezTo>
                    <a:pt x="104" y="475"/>
                    <a:pt x="143" y="492"/>
                    <a:pt x="184" y="492"/>
                  </a:cubicBezTo>
                  <a:cubicBezTo>
                    <a:pt x="280" y="492"/>
                    <a:pt x="387" y="397"/>
                    <a:pt x="429" y="321"/>
                  </a:cubicBezTo>
                  <a:cubicBezTo>
                    <a:pt x="483" y="222"/>
                    <a:pt x="491" y="108"/>
                    <a:pt x="52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4750" lIns="91425" spcFirstLastPara="1" rIns="91425" wrap="square" tIns="14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10" name="Google Shape;1510;p13"/>
            <p:cNvSpPr/>
            <p:nvPr/>
          </p:nvSpPr>
          <p:spPr>
            <a:xfrm>
              <a:off x="8221320" y="570600"/>
              <a:ext cx="46081" cy="30240"/>
            </a:xfrm>
            <a:custGeom>
              <a:rect b="b" l="l" r="r" t="t"/>
              <a:pathLst>
                <a:path extrusionOk="0" h="503" w="759">
                  <a:moveTo>
                    <a:pt x="112" y="1"/>
                  </a:moveTo>
                  <a:cubicBezTo>
                    <a:pt x="44" y="1"/>
                    <a:pt x="0" y="34"/>
                    <a:pt x="25" y="136"/>
                  </a:cubicBezTo>
                  <a:cubicBezTo>
                    <a:pt x="86" y="391"/>
                    <a:pt x="320" y="503"/>
                    <a:pt x="555" y="503"/>
                  </a:cubicBezTo>
                  <a:cubicBezTo>
                    <a:pt x="624" y="503"/>
                    <a:pt x="694" y="493"/>
                    <a:pt x="759" y="475"/>
                  </a:cubicBezTo>
                  <a:cubicBezTo>
                    <a:pt x="675" y="326"/>
                    <a:pt x="558" y="194"/>
                    <a:pt x="412" y="105"/>
                  </a:cubicBezTo>
                  <a:cubicBezTo>
                    <a:pt x="350" y="68"/>
                    <a:pt x="207" y="1"/>
                    <a:pt x="11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5100" lIns="91425" spcFirstLastPara="1" rIns="91425" wrap="square" tIns="15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11" name="Google Shape;1511;p13"/>
            <p:cNvSpPr/>
            <p:nvPr/>
          </p:nvSpPr>
          <p:spPr>
            <a:xfrm>
              <a:off x="8176320" y="848160"/>
              <a:ext cx="39599" cy="37440"/>
            </a:xfrm>
            <a:custGeom>
              <a:rect b="b" l="l" r="r" t="t"/>
              <a:pathLst>
                <a:path extrusionOk="0" h="617" w="652">
                  <a:moveTo>
                    <a:pt x="26" y="1"/>
                  </a:moveTo>
                  <a:cubicBezTo>
                    <a:pt x="1" y="155"/>
                    <a:pt x="7" y="317"/>
                    <a:pt x="96" y="451"/>
                  </a:cubicBezTo>
                  <a:cubicBezTo>
                    <a:pt x="164" y="553"/>
                    <a:pt x="284" y="617"/>
                    <a:pt x="401" y="617"/>
                  </a:cubicBezTo>
                  <a:cubicBezTo>
                    <a:pt x="479" y="617"/>
                    <a:pt x="557" y="589"/>
                    <a:pt x="617" y="525"/>
                  </a:cubicBezTo>
                  <a:cubicBezTo>
                    <a:pt x="627" y="515"/>
                    <a:pt x="637" y="508"/>
                    <a:pt x="651" y="502"/>
                  </a:cubicBezTo>
                  <a:cubicBezTo>
                    <a:pt x="538" y="246"/>
                    <a:pt x="306" y="55"/>
                    <a:pt x="2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8700" lIns="91425" spcFirstLastPara="1" rIns="91425" wrap="square" tIns="18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12" name="Google Shape;1512;p13"/>
            <p:cNvSpPr/>
            <p:nvPr/>
          </p:nvSpPr>
          <p:spPr>
            <a:xfrm>
              <a:off x="7944840" y="678960"/>
              <a:ext cx="26640" cy="56161"/>
            </a:xfrm>
            <a:custGeom>
              <a:rect b="b" l="l" r="r" t="t"/>
              <a:pathLst>
                <a:path extrusionOk="0" h="924" w="440">
                  <a:moveTo>
                    <a:pt x="0" y="0"/>
                  </a:moveTo>
                  <a:lnTo>
                    <a:pt x="0" y="106"/>
                  </a:lnTo>
                  <a:cubicBezTo>
                    <a:pt x="3" y="184"/>
                    <a:pt x="10" y="262"/>
                    <a:pt x="23" y="340"/>
                  </a:cubicBezTo>
                  <a:cubicBezTo>
                    <a:pt x="50" y="493"/>
                    <a:pt x="82" y="670"/>
                    <a:pt x="160" y="809"/>
                  </a:cubicBezTo>
                  <a:cubicBezTo>
                    <a:pt x="202" y="884"/>
                    <a:pt x="251" y="923"/>
                    <a:pt x="298" y="923"/>
                  </a:cubicBezTo>
                  <a:cubicBezTo>
                    <a:pt x="339" y="923"/>
                    <a:pt x="378" y="893"/>
                    <a:pt x="407" y="832"/>
                  </a:cubicBezTo>
                  <a:cubicBezTo>
                    <a:pt x="439" y="762"/>
                    <a:pt x="425" y="616"/>
                    <a:pt x="414" y="541"/>
                  </a:cubicBezTo>
                  <a:cubicBezTo>
                    <a:pt x="391" y="306"/>
                    <a:pt x="271" y="186"/>
                    <a:pt x="78" y="72"/>
                  </a:cubicBezTo>
                  <a:cubicBezTo>
                    <a:pt x="51" y="57"/>
                    <a:pt x="37" y="28"/>
                    <a:pt x="3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28075" lIns="91425" spcFirstLastPara="1" rIns="91425" wrap="square" tIns="280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13" name="Google Shape;1513;p13"/>
            <p:cNvSpPr/>
            <p:nvPr/>
          </p:nvSpPr>
          <p:spPr>
            <a:xfrm>
              <a:off x="8024400" y="629280"/>
              <a:ext cx="54720" cy="45000"/>
            </a:xfrm>
            <a:custGeom>
              <a:rect b="b" l="l" r="r" t="t"/>
              <a:pathLst>
                <a:path extrusionOk="0" h="743" w="903">
                  <a:moveTo>
                    <a:pt x="559" y="1"/>
                  </a:moveTo>
                  <a:cubicBezTo>
                    <a:pt x="432" y="1"/>
                    <a:pt x="295" y="86"/>
                    <a:pt x="215" y="171"/>
                  </a:cubicBezTo>
                  <a:cubicBezTo>
                    <a:pt x="96" y="295"/>
                    <a:pt x="36" y="463"/>
                    <a:pt x="38" y="633"/>
                  </a:cubicBezTo>
                  <a:cubicBezTo>
                    <a:pt x="39" y="667"/>
                    <a:pt x="23" y="690"/>
                    <a:pt x="1" y="700"/>
                  </a:cubicBezTo>
                  <a:lnTo>
                    <a:pt x="25" y="742"/>
                  </a:lnTo>
                  <a:cubicBezTo>
                    <a:pt x="32" y="740"/>
                    <a:pt x="38" y="735"/>
                    <a:pt x="45" y="732"/>
                  </a:cubicBezTo>
                  <a:cubicBezTo>
                    <a:pt x="203" y="670"/>
                    <a:pt x="358" y="626"/>
                    <a:pt x="498" y="520"/>
                  </a:cubicBezTo>
                  <a:cubicBezTo>
                    <a:pt x="624" y="422"/>
                    <a:pt x="902" y="171"/>
                    <a:pt x="688" y="37"/>
                  </a:cubicBezTo>
                  <a:cubicBezTo>
                    <a:pt x="648" y="12"/>
                    <a:pt x="604" y="1"/>
                    <a:pt x="5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22675" lIns="91425" spcFirstLastPara="1" rIns="91425" wrap="square" tIns="22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14" name="Google Shape;1514;p13"/>
            <p:cNvSpPr/>
            <p:nvPr/>
          </p:nvSpPr>
          <p:spPr>
            <a:xfrm>
              <a:off x="8030160" y="388080"/>
              <a:ext cx="42839" cy="21960"/>
            </a:xfrm>
            <a:custGeom>
              <a:rect b="b" l="l" r="r" t="t"/>
              <a:pathLst>
                <a:path extrusionOk="0" h="368" w="708">
                  <a:moveTo>
                    <a:pt x="707" y="1"/>
                  </a:moveTo>
                  <a:cubicBezTo>
                    <a:pt x="695" y="10"/>
                    <a:pt x="680" y="18"/>
                    <a:pt x="661" y="18"/>
                  </a:cubicBezTo>
                  <a:cubicBezTo>
                    <a:pt x="659" y="18"/>
                    <a:pt x="656" y="18"/>
                    <a:pt x="654" y="18"/>
                  </a:cubicBezTo>
                  <a:cubicBezTo>
                    <a:pt x="595" y="17"/>
                    <a:pt x="529" y="13"/>
                    <a:pt x="462" y="13"/>
                  </a:cubicBezTo>
                  <a:cubicBezTo>
                    <a:pt x="335" y="13"/>
                    <a:pt x="207" y="30"/>
                    <a:pt x="128" y="130"/>
                  </a:cubicBezTo>
                  <a:cubicBezTo>
                    <a:pt x="0" y="288"/>
                    <a:pt x="139" y="367"/>
                    <a:pt x="282" y="367"/>
                  </a:cubicBezTo>
                  <a:cubicBezTo>
                    <a:pt x="330" y="367"/>
                    <a:pt x="378" y="358"/>
                    <a:pt x="417" y="341"/>
                  </a:cubicBezTo>
                  <a:cubicBezTo>
                    <a:pt x="539" y="287"/>
                    <a:pt x="638" y="185"/>
                    <a:pt x="689" y="60"/>
                  </a:cubicBezTo>
                  <a:cubicBezTo>
                    <a:pt x="698" y="39"/>
                    <a:pt x="703" y="21"/>
                    <a:pt x="7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1150" lIns="91425" spcFirstLastPara="1" rIns="91425" wrap="square" tIns="111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15" name="Google Shape;1515;p13"/>
            <p:cNvSpPr/>
            <p:nvPr/>
          </p:nvSpPr>
          <p:spPr>
            <a:xfrm>
              <a:off x="6529680" y="-654840"/>
              <a:ext cx="2934045" cy="2387922"/>
            </a:xfrm>
            <a:custGeom>
              <a:rect b="b" l="l" r="r" t="t"/>
              <a:pathLst>
                <a:path extrusionOk="0" h="39103" w="48042">
                  <a:moveTo>
                    <a:pt x="12145" y="1624"/>
                  </a:moveTo>
                  <a:cubicBezTo>
                    <a:pt x="13951" y="1624"/>
                    <a:pt x="15757" y="2020"/>
                    <a:pt x="17387" y="2797"/>
                  </a:cubicBezTo>
                  <a:cubicBezTo>
                    <a:pt x="19273" y="3695"/>
                    <a:pt x="20753" y="5105"/>
                    <a:pt x="21961" y="6793"/>
                  </a:cubicBezTo>
                  <a:cubicBezTo>
                    <a:pt x="23234" y="8576"/>
                    <a:pt x="24267" y="10517"/>
                    <a:pt x="25528" y="12307"/>
                  </a:cubicBezTo>
                  <a:cubicBezTo>
                    <a:pt x="26740" y="14028"/>
                    <a:pt x="28086" y="15652"/>
                    <a:pt x="29573" y="17140"/>
                  </a:cubicBezTo>
                  <a:cubicBezTo>
                    <a:pt x="30298" y="17869"/>
                    <a:pt x="31061" y="18557"/>
                    <a:pt x="31853" y="19209"/>
                  </a:cubicBezTo>
                  <a:cubicBezTo>
                    <a:pt x="31860" y="19243"/>
                    <a:pt x="31891" y="19270"/>
                    <a:pt x="31924" y="19270"/>
                  </a:cubicBezTo>
                  <a:cubicBezTo>
                    <a:pt x="31925" y="19270"/>
                    <a:pt x="31926" y="19269"/>
                    <a:pt x="31927" y="19269"/>
                  </a:cubicBezTo>
                  <a:cubicBezTo>
                    <a:pt x="32724" y="19921"/>
                    <a:pt x="33555" y="20534"/>
                    <a:pt x="34415" y="21105"/>
                  </a:cubicBezTo>
                  <a:cubicBezTo>
                    <a:pt x="36049" y="22189"/>
                    <a:pt x="37755" y="23155"/>
                    <a:pt x="39403" y="24215"/>
                  </a:cubicBezTo>
                  <a:cubicBezTo>
                    <a:pt x="41046" y="25270"/>
                    <a:pt x="42654" y="26419"/>
                    <a:pt x="43990" y="27852"/>
                  </a:cubicBezTo>
                  <a:cubicBezTo>
                    <a:pt x="45238" y="29189"/>
                    <a:pt x="46361" y="30839"/>
                    <a:pt x="46567" y="32699"/>
                  </a:cubicBezTo>
                  <a:cubicBezTo>
                    <a:pt x="46961" y="36292"/>
                    <a:pt x="43351" y="37548"/>
                    <a:pt x="40165" y="37548"/>
                  </a:cubicBezTo>
                  <a:cubicBezTo>
                    <a:pt x="39200" y="37548"/>
                    <a:pt x="38274" y="37433"/>
                    <a:pt x="37510" y="37233"/>
                  </a:cubicBezTo>
                  <a:cubicBezTo>
                    <a:pt x="31261" y="35596"/>
                    <a:pt x="28499" y="28503"/>
                    <a:pt x="23262" y="25403"/>
                  </a:cubicBezTo>
                  <a:cubicBezTo>
                    <a:pt x="23266" y="25353"/>
                    <a:pt x="23221" y="25318"/>
                    <a:pt x="23175" y="25318"/>
                  </a:cubicBezTo>
                  <a:cubicBezTo>
                    <a:pt x="23161" y="25318"/>
                    <a:pt x="23146" y="25321"/>
                    <a:pt x="23133" y="25329"/>
                  </a:cubicBezTo>
                  <a:cubicBezTo>
                    <a:pt x="21930" y="24639"/>
                    <a:pt x="20598" y="24157"/>
                    <a:pt x="19063" y="24001"/>
                  </a:cubicBezTo>
                  <a:cubicBezTo>
                    <a:pt x="17536" y="23844"/>
                    <a:pt x="16002" y="23915"/>
                    <a:pt x="14473" y="23835"/>
                  </a:cubicBezTo>
                  <a:lnTo>
                    <a:pt x="14473" y="23833"/>
                  </a:lnTo>
                  <a:cubicBezTo>
                    <a:pt x="14484" y="23776"/>
                    <a:pt x="14441" y="23743"/>
                    <a:pt x="14397" y="23743"/>
                  </a:cubicBezTo>
                  <a:cubicBezTo>
                    <a:pt x="14362" y="23743"/>
                    <a:pt x="14327" y="23763"/>
                    <a:pt x="14317" y="23807"/>
                  </a:cubicBezTo>
                  <a:cubicBezTo>
                    <a:pt x="14317" y="23813"/>
                    <a:pt x="14316" y="23818"/>
                    <a:pt x="14313" y="23825"/>
                  </a:cubicBezTo>
                  <a:cubicBezTo>
                    <a:pt x="13821" y="23797"/>
                    <a:pt x="13327" y="23750"/>
                    <a:pt x="12835" y="23675"/>
                  </a:cubicBezTo>
                  <a:cubicBezTo>
                    <a:pt x="12098" y="23560"/>
                    <a:pt x="11368" y="23396"/>
                    <a:pt x="10660" y="23174"/>
                  </a:cubicBezTo>
                  <a:cubicBezTo>
                    <a:pt x="10643" y="23140"/>
                    <a:pt x="10610" y="23124"/>
                    <a:pt x="10576" y="23124"/>
                  </a:cubicBezTo>
                  <a:cubicBezTo>
                    <a:pt x="10561" y="23124"/>
                    <a:pt x="10546" y="23127"/>
                    <a:pt x="10532" y="23134"/>
                  </a:cubicBezTo>
                  <a:cubicBezTo>
                    <a:pt x="9563" y="22819"/>
                    <a:pt x="8635" y="22391"/>
                    <a:pt x="7785" y="21827"/>
                  </a:cubicBezTo>
                  <a:cubicBezTo>
                    <a:pt x="7797" y="21769"/>
                    <a:pt x="7747" y="21726"/>
                    <a:pt x="7697" y="21726"/>
                  </a:cubicBezTo>
                  <a:cubicBezTo>
                    <a:pt x="7682" y="21726"/>
                    <a:pt x="7667" y="21730"/>
                    <a:pt x="7653" y="21738"/>
                  </a:cubicBezTo>
                  <a:cubicBezTo>
                    <a:pt x="7457" y="21603"/>
                    <a:pt x="7266" y="21462"/>
                    <a:pt x="7079" y="21313"/>
                  </a:cubicBezTo>
                  <a:cubicBezTo>
                    <a:pt x="6363" y="20739"/>
                    <a:pt x="5733" y="20074"/>
                    <a:pt x="5200" y="19340"/>
                  </a:cubicBezTo>
                  <a:lnTo>
                    <a:pt x="5227" y="19319"/>
                  </a:lnTo>
                  <a:cubicBezTo>
                    <a:pt x="5291" y="19265"/>
                    <a:pt x="5243" y="19173"/>
                    <a:pt x="5177" y="19173"/>
                  </a:cubicBezTo>
                  <a:cubicBezTo>
                    <a:pt x="5162" y="19173"/>
                    <a:pt x="5146" y="19178"/>
                    <a:pt x="5130" y="19189"/>
                  </a:cubicBezTo>
                  <a:cubicBezTo>
                    <a:pt x="5122" y="19194"/>
                    <a:pt x="5115" y="19201"/>
                    <a:pt x="5106" y="19207"/>
                  </a:cubicBezTo>
                  <a:cubicBezTo>
                    <a:pt x="4443" y="18265"/>
                    <a:pt x="3937" y="17215"/>
                    <a:pt x="3611" y="16098"/>
                  </a:cubicBezTo>
                  <a:cubicBezTo>
                    <a:pt x="2993" y="13979"/>
                    <a:pt x="2947" y="11749"/>
                    <a:pt x="2614" y="9579"/>
                  </a:cubicBezTo>
                  <a:cubicBezTo>
                    <a:pt x="2555" y="9197"/>
                    <a:pt x="2486" y="8818"/>
                    <a:pt x="2405" y="8440"/>
                  </a:cubicBezTo>
                  <a:cubicBezTo>
                    <a:pt x="2459" y="8389"/>
                    <a:pt x="2434" y="8295"/>
                    <a:pt x="2367" y="8275"/>
                  </a:cubicBezTo>
                  <a:cubicBezTo>
                    <a:pt x="2254" y="7772"/>
                    <a:pt x="2116" y="7275"/>
                    <a:pt x="1947" y="6785"/>
                  </a:cubicBezTo>
                  <a:cubicBezTo>
                    <a:pt x="2016" y="6354"/>
                    <a:pt x="2204" y="5957"/>
                    <a:pt x="2470" y="5594"/>
                  </a:cubicBezTo>
                  <a:cubicBezTo>
                    <a:pt x="2480" y="5599"/>
                    <a:pt x="2491" y="5601"/>
                    <a:pt x="2502" y="5601"/>
                  </a:cubicBezTo>
                  <a:cubicBezTo>
                    <a:pt x="2555" y="5601"/>
                    <a:pt x="2609" y="5552"/>
                    <a:pt x="2580" y="5497"/>
                  </a:cubicBezTo>
                  <a:cubicBezTo>
                    <a:pt x="2577" y="5488"/>
                    <a:pt x="2571" y="5478"/>
                    <a:pt x="2565" y="5470"/>
                  </a:cubicBezTo>
                  <a:cubicBezTo>
                    <a:pt x="3298" y="4548"/>
                    <a:pt x="4507" y="3855"/>
                    <a:pt x="5407" y="3377"/>
                  </a:cubicBezTo>
                  <a:cubicBezTo>
                    <a:pt x="7368" y="2331"/>
                    <a:pt x="9557" y="1694"/>
                    <a:pt x="11782" y="1629"/>
                  </a:cubicBezTo>
                  <a:cubicBezTo>
                    <a:pt x="11903" y="1626"/>
                    <a:pt x="12024" y="1624"/>
                    <a:pt x="12145" y="1624"/>
                  </a:cubicBezTo>
                  <a:close/>
                  <a:moveTo>
                    <a:pt x="12043" y="1"/>
                  </a:moveTo>
                  <a:cubicBezTo>
                    <a:pt x="12019" y="1"/>
                    <a:pt x="11996" y="14"/>
                    <a:pt x="11986" y="43"/>
                  </a:cubicBezTo>
                  <a:cubicBezTo>
                    <a:pt x="11856" y="423"/>
                    <a:pt x="11771" y="819"/>
                    <a:pt x="11693" y="1210"/>
                  </a:cubicBezTo>
                  <a:cubicBezTo>
                    <a:pt x="11309" y="1224"/>
                    <a:pt x="10926" y="1252"/>
                    <a:pt x="10545" y="1296"/>
                  </a:cubicBezTo>
                  <a:cubicBezTo>
                    <a:pt x="10556" y="982"/>
                    <a:pt x="10588" y="678"/>
                    <a:pt x="10670" y="361"/>
                  </a:cubicBezTo>
                  <a:cubicBezTo>
                    <a:pt x="10684" y="304"/>
                    <a:pt x="10633" y="267"/>
                    <a:pt x="10584" y="267"/>
                  </a:cubicBezTo>
                  <a:cubicBezTo>
                    <a:pt x="10553" y="267"/>
                    <a:pt x="10523" y="282"/>
                    <a:pt x="10510" y="316"/>
                  </a:cubicBezTo>
                  <a:cubicBezTo>
                    <a:pt x="10389" y="629"/>
                    <a:pt x="10321" y="982"/>
                    <a:pt x="10342" y="1325"/>
                  </a:cubicBezTo>
                  <a:cubicBezTo>
                    <a:pt x="10130" y="1353"/>
                    <a:pt x="9917" y="1383"/>
                    <a:pt x="9705" y="1422"/>
                  </a:cubicBezTo>
                  <a:cubicBezTo>
                    <a:pt x="9706" y="1415"/>
                    <a:pt x="9709" y="1410"/>
                    <a:pt x="9712" y="1402"/>
                  </a:cubicBezTo>
                  <a:cubicBezTo>
                    <a:pt x="9757" y="1098"/>
                    <a:pt x="9749" y="779"/>
                    <a:pt x="9742" y="473"/>
                  </a:cubicBezTo>
                  <a:cubicBezTo>
                    <a:pt x="9739" y="421"/>
                    <a:pt x="9695" y="394"/>
                    <a:pt x="9650" y="394"/>
                  </a:cubicBezTo>
                  <a:cubicBezTo>
                    <a:pt x="9609" y="394"/>
                    <a:pt x="9568" y="418"/>
                    <a:pt x="9564" y="467"/>
                  </a:cubicBezTo>
                  <a:cubicBezTo>
                    <a:pt x="9539" y="773"/>
                    <a:pt x="9509" y="1091"/>
                    <a:pt x="9538" y="1397"/>
                  </a:cubicBezTo>
                  <a:cubicBezTo>
                    <a:pt x="9539" y="1418"/>
                    <a:pt x="9549" y="1435"/>
                    <a:pt x="9560" y="1446"/>
                  </a:cubicBezTo>
                  <a:cubicBezTo>
                    <a:pt x="9261" y="1503"/>
                    <a:pt x="8964" y="1571"/>
                    <a:pt x="8667" y="1645"/>
                  </a:cubicBezTo>
                  <a:cubicBezTo>
                    <a:pt x="8652" y="1404"/>
                    <a:pt x="8631" y="1167"/>
                    <a:pt x="8597" y="928"/>
                  </a:cubicBezTo>
                  <a:cubicBezTo>
                    <a:pt x="8588" y="868"/>
                    <a:pt x="8543" y="840"/>
                    <a:pt x="8498" y="840"/>
                  </a:cubicBezTo>
                  <a:cubicBezTo>
                    <a:pt x="8445" y="840"/>
                    <a:pt x="8391" y="879"/>
                    <a:pt x="8394" y="949"/>
                  </a:cubicBezTo>
                  <a:cubicBezTo>
                    <a:pt x="8405" y="1201"/>
                    <a:pt x="8431" y="1451"/>
                    <a:pt x="8462" y="1699"/>
                  </a:cubicBezTo>
                  <a:cubicBezTo>
                    <a:pt x="8207" y="1769"/>
                    <a:pt x="7955" y="1843"/>
                    <a:pt x="7704" y="1925"/>
                  </a:cubicBezTo>
                  <a:cubicBezTo>
                    <a:pt x="7581" y="1594"/>
                    <a:pt x="7477" y="1262"/>
                    <a:pt x="7388" y="921"/>
                  </a:cubicBezTo>
                  <a:cubicBezTo>
                    <a:pt x="7377" y="878"/>
                    <a:pt x="7344" y="860"/>
                    <a:pt x="7309" y="860"/>
                  </a:cubicBezTo>
                  <a:cubicBezTo>
                    <a:pt x="7254" y="860"/>
                    <a:pt x="7194" y="904"/>
                    <a:pt x="7199" y="967"/>
                  </a:cubicBezTo>
                  <a:cubicBezTo>
                    <a:pt x="7229" y="1325"/>
                    <a:pt x="7340" y="1677"/>
                    <a:pt x="7508" y="1995"/>
                  </a:cubicBezTo>
                  <a:cubicBezTo>
                    <a:pt x="7320" y="2059"/>
                    <a:pt x="7130" y="2125"/>
                    <a:pt x="6944" y="2197"/>
                  </a:cubicBezTo>
                  <a:cubicBezTo>
                    <a:pt x="6886" y="2222"/>
                    <a:pt x="6825" y="2246"/>
                    <a:pt x="6766" y="2268"/>
                  </a:cubicBezTo>
                  <a:cubicBezTo>
                    <a:pt x="6702" y="1935"/>
                    <a:pt x="6608" y="1584"/>
                    <a:pt x="6462" y="1283"/>
                  </a:cubicBezTo>
                  <a:cubicBezTo>
                    <a:pt x="6445" y="1248"/>
                    <a:pt x="6412" y="1232"/>
                    <a:pt x="6379" y="1232"/>
                  </a:cubicBezTo>
                  <a:cubicBezTo>
                    <a:pt x="6332" y="1232"/>
                    <a:pt x="6287" y="1265"/>
                    <a:pt x="6294" y="1325"/>
                  </a:cubicBezTo>
                  <a:cubicBezTo>
                    <a:pt x="6335" y="1666"/>
                    <a:pt x="6450" y="2020"/>
                    <a:pt x="6581" y="2343"/>
                  </a:cubicBezTo>
                  <a:cubicBezTo>
                    <a:pt x="6070" y="2550"/>
                    <a:pt x="5541" y="2786"/>
                    <a:pt x="5023" y="3058"/>
                  </a:cubicBezTo>
                  <a:cubicBezTo>
                    <a:pt x="4887" y="2732"/>
                    <a:pt x="4790" y="2393"/>
                    <a:pt x="4685" y="2054"/>
                  </a:cubicBezTo>
                  <a:cubicBezTo>
                    <a:pt x="4671" y="2009"/>
                    <a:pt x="4635" y="1990"/>
                    <a:pt x="4598" y="1990"/>
                  </a:cubicBezTo>
                  <a:cubicBezTo>
                    <a:pt x="4541" y="1990"/>
                    <a:pt x="4480" y="2035"/>
                    <a:pt x="4486" y="2104"/>
                  </a:cubicBezTo>
                  <a:cubicBezTo>
                    <a:pt x="4511" y="2484"/>
                    <a:pt x="4647" y="2834"/>
                    <a:pt x="4827" y="3164"/>
                  </a:cubicBezTo>
                  <a:cubicBezTo>
                    <a:pt x="4556" y="3310"/>
                    <a:pt x="4291" y="3466"/>
                    <a:pt x="4033" y="3634"/>
                  </a:cubicBezTo>
                  <a:cubicBezTo>
                    <a:pt x="3951" y="3293"/>
                    <a:pt x="3802" y="2961"/>
                    <a:pt x="3604" y="2672"/>
                  </a:cubicBezTo>
                  <a:cubicBezTo>
                    <a:pt x="3579" y="2636"/>
                    <a:pt x="3547" y="2621"/>
                    <a:pt x="3515" y="2621"/>
                  </a:cubicBezTo>
                  <a:cubicBezTo>
                    <a:pt x="3432" y="2621"/>
                    <a:pt x="3350" y="2723"/>
                    <a:pt x="3409" y="2818"/>
                  </a:cubicBezTo>
                  <a:cubicBezTo>
                    <a:pt x="3591" y="3112"/>
                    <a:pt x="3736" y="3408"/>
                    <a:pt x="3866" y="3728"/>
                  </a:cubicBezTo>
                  <a:cubicBezTo>
                    <a:pt x="3868" y="3734"/>
                    <a:pt x="3871" y="3735"/>
                    <a:pt x="3875" y="3741"/>
                  </a:cubicBezTo>
                  <a:cubicBezTo>
                    <a:pt x="3614" y="3918"/>
                    <a:pt x="3363" y="4108"/>
                    <a:pt x="3129" y="4309"/>
                  </a:cubicBezTo>
                  <a:cubicBezTo>
                    <a:pt x="3005" y="3969"/>
                    <a:pt x="2825" y="3647"/>
                    <a:pt x="2594" y="3369"/>
                  </a:cubicBezTo>
                  <a:cubicBezTo>
                    <a:pt x="2568" y="3339"/>
                    <a:pt x="2537" y="3326"/>
                    <a:pt x="2507" y="3326"/>
                  </a:cubicBezTo>
                  <a:cubicBezTo>
                    <a:pt x="2429" y="3326"/>
                    <a:pt x="2359" y="3415"/>
                    <a:pt x="2414" y="3504"/>
                  </a:cubicBezTo>
                  <a:cubicBezTo>
                    <a:pt x="2608" y="3823"/>
                    <a:pt x="2779" y="4145"/>
                    <a:pt x="2934" y="4482"/>
                  </a:cubicBezTo>
                  <a:cubicBezTo>
                    <a:pt x="2720" y="4680"/>
                    <a:pt x="2520" y="4890"/>
                    <a:pt x="2339" y="5114"/>
                  </a:cubicBezTo>
                  <a:cubicBezTo>
                    <a:pt x="2161" y="4857"/>
                    <a:pt x="1960" y="4612"/>
                    <a:pt x="1776" y="4366"/>
                  </a:cubicBezTo>
                  <a:cubicBezTo>
                    <a:pt x="1755" y="4339"/>
                    <a:pt x="1726" y="4328"/>
                    <a:pt x="1697" y="4328"/>
                  </a:cubicBezTo>
                  <a:cubicBezTo>
                    <a:pt x="1628" y="4328"/>
                    <a:pt x="1558" y="4390"/>
                    <a:pt x="1596" y="4465"/>
                  </a:cubicBezTo>
                  <a:cubicBezTo>
                    <a:pt x="1752" y="4770"/>
                    <a:pt x="1933" y="5081"/>
                    <a:pt x="2169" y="5339"/>
                  </a:cubicBezTo>
                  <a:cubicBezTo>
                    <a:pt x="2127" y="5393"/>
                    <a:pt x="2088" y="5448"/>
                    <a:pt x="2050" y="5505"/>
                  </a:cubicBezTo>
                  <a:cubicBezTo>
                    <a:pt x="1943" y="5667"/>
                    <a:pt x="1851" y="5832"/>
                    <a:pt x="1777" y="6005"/>
                  </a:cubicBezTo>
                  <a:cubicBezTo>
                    <a:pt x="1400" y="5722"/>
                    <a:pt x="1065" y="5403"/>
                    <a:pt x="723" y="5067"/>
                  </a:cubicBezTo>
                  <a:cubicBezTo>
                    <a:pt x="707" y="5051"/>
                    <a:pt x="689" y="5044"/>
                    <a:pt x="673" y="5044"/>
                  </a:cubicBezTo>
                  <a:cubicBezTo>
                    <a:pt x="615" y="5044"/>
                    <a:pt x="569" y="5127"/>
                    <a:pt x="603" y="5186"/>
                  </a:cubicBezTo>
                  <a:cubicBezTo>
                    <a:pt x="855" y="5617"/>
                    <a:pt x="1259" y="5963"/>
                    <a:pt x="1705" y="6192"/>
                  </a:cubicBezTo>
                  <a:cubicBezTo>
                    <a:pt x="1658" y="6317"/>
                    <a:pt x="1623" y="6442"/>
                    <a:pt x="1599" y="6569"/>
                  </a:cubicBezTo>
                  <a:cubicBezTo>
                    <a:pt x="1593" y="6572"/>
                    <a:pt x="1592" y="6575"/>
                    <a:pt x="1586" y="6579"/>
                  </a:cubicBezTo>
                  <a:cubicBezTo>
                    <a:pt x="1319" y="6535"/>
                    <a:pt x="1032" y="6502"/>
                    <a:pt x="750" y="6502"/>
                  </a:cubicBezTo>
                  <a:cubicBezTo>
                    <a:pt x="546" y="6502"/>
                    <a:pt x="345" y="6519"/>
                    <a:pt x="156" y="6561"/>
                  </a:cubicBezTo>
                  <a:cubicBezTo>
                    <a:pt x="36" y="6588"/>
                    <a:pt x="0" y="6795"/>
                    <a:pt x="149" y="6800"/>
                  </a:cubicBezTo>
                  <a:cubicBezTo>
                    <a:pt x="246" y="6804"/>
                    <a:pt x="343" y="6805"/>
                    <a:pt x="440" y="6805"/>
                  </a:cubicBezTo>
                  <a:cubicBezTo>
                    <a:pt x="789" y="6805"/>
                    <a:pt x="1138" y="6786"/>
                    <a:pt x="1487" y="6782"/>
                  </a:cubicBezTo>
                  <a:cubicBezTo>
                    <a:pt x="1488" y="6796"/>
                    <a:pt x="1493" y="6813"/>
                    <a:pt x="1497" y="6829"/>
                  </a:cubicBezTo>
                  <a:cubicBezTo>
                    <a:pt x="1515" y="6880"/>
                    <a:pt x="1531" y="6935"/>
                    <a:pt x="1549" y="6987"/>
                  </a:cubicBezTo>
                  <a:cubicBezTo>
                    <a:pt x="1545" y="7082"/>
                    <a:pt x="1549" y="7177"/>
                    <a:pt x="1558" y="7275"/>
                  </a:cubicBezTo>
                  <a:cubicBezTo>
                    <a:pt x="1246" y="7302"/>
                    <a:pt x="935" y="7303"/>
                    <a:pt x="617" y="7303"/>
                  </a:cubicBezTo>
                  <a:cubicBezTo>
                    <a:pt x="587" y="7303"/>
                    <a:pt x="557" y="7303"/>
                    <a:pt x="526" y="7303"/>
                  </a:cubicBezTo>
                  <a:cubicBezTo>
                    <a:pt x="391" y="7303"/>
                    <a:pt x="399" y="7507"/>
                    <a:pt x="522" y="7531"/>
                  </a:cubicBezTo>
                  <a:cubicBezTo>
                    <a:pt x="696" y="7567"/>
                    <a:pt x="873" y="7582"/>
                    <a:pt x="1051" y="7582"/>
                  </a:cubicBezTo>
                  <a:cubicBezTo>
                    <a:pt x="1233" y="7582"/>
                    <a:pt x="1416" y="7566"/>
                    <a:pt x="1596" y="7537"/>
                  </a:cubicBezTo>
                  <a:cubicBezTo>
                    <a:pt x="1600" y="7551"/>
                    <a:pt x="1602" y="7564"/>
                    <a:pt x="1603" y="7575"/>
                  </a:cubicBezTo>
                  <a:cubicBezTo>
                    <a:pt x="1623" y="7666"/>
                    <a:pt x="1694" y="7713"/>
                    <a:pt x="1766" y="7720"/>
                  </a:cubicBezTo>
                  <a:cubicBezTo>
                    <a:pt x="1827" y="7948"/>
                    <a:pt x="1879" y="8176"/>
                    <a:pt x="1929" y="8407"/>
                  </a:cubicBezTo>
                  <a:cubicBezTo>
                    <a:pt x="1500" y="8546"/>
                    <a:pt x="1063" y="8679"/>
                    <a:pt x="639" y="8837"/>
                  </a:cubicBezTo>
                  <a:cubicBezTo>
                    <a:pt x="531" y="8877"/>
                    <a:pt x="563" y="9055"/>
                    <a:pt x="673" y="9055"/>
                  </a:cubicBezTo>
                  <a:cubicBezTo>
                    <a:pt x="679" y="9055"/>
                    <a:pt x="686" y="9055"/>
                    <a:pt x="693" y="9053"/>
                  </a:cubicBezTo>
                  <a:cubicBezTo>
                    <a:pt x="1133" y="8968"/>
                    <a:pt x="1565" y="8818"/>
                    <a:pt x="1981" y="8643"/>
                  </a:cubicBezTo>
                  <a:cubicBezTo>
                    <a:pt x="2061" y="9038"/>
                    <a:pt x="2126" y="9436"/>
                    <a:pt x="2184" y="9836"/>
                  </a:cubicBezTo>
                  <a:cubicBezTo>
                    <a:pt x="1756" y="9905"/>
                    <a:pt x="1325" y="9976"/>
                    <a:pt x="906" y="10094"/>
                  </a:cubicBezTo>
                  <a:cubicBezTo>
                    <a:pt x="785" y="10128"/>
                    <a:pt x="833" y="10310"/>
                    <a:pt x="947" y="10310"/>
                  </a:cubicBezTo>
                  <a:cubicBezTo>
                    <a:pt x="951" y="10310"/>
                    <a:pt x="954" y="10309"/>
                    <a:pt x="958" y="10309"/>
                  </a:cubicBezTo>
                  <a:cubicBezTo>
                    <a:pt x="1383" y="10267"/>
                    <a:pt x="1804" y="10174"/>
                    <a:pt x="2220" y="10084"/>
                  </a:cubicBezTo>
                  <a:cubicBezTo>
                    <a:pt x="2252" y="10318"/>
                    <a:pt x="2282" y="10551"/>
                    <a:pt x="2310" y="10788"/>
                  </a:cubicBezTo>
                  <a:cubicBezTo>
                    <a:pt x="1928" y="10883"/>
                    <a:pt x="1546" y="10951"/>
                    <a:pt x="1160" y="11022"/>
                  </a:cubicBezTo>
                  <a:cubicBezTo>
                    <a:pt x="993" y="11052"/>
                    <a:pt x="1019" y="11280"/>
                    <a:pt x="1184" y="11280"/>
                  </a:cubicBezTo>
                  <a:cubicBezTo>
                    <a:pt x="1184" y="11280"/>
                    <a:pt x="1185" y="11280"/>
                    <a:pt x="1185" y="11280"/>
                  </a:cubicBezTo>
                  <a:cubicBezTo>
                    <a:pt x="1568" y="11278"/>
                    <a:pt x="1974" y="11189"/>
                    <a:pt x="2343" y="11057"/>
                  </a:cubicBezTo>
                  <a:cubicBezTo>
                    <a:pt x="2368" y="11271"/>
                    <a:pt x="2392" y="11485"/>
                    <a:pt x="2417" y="11702"/>
                  </a:cubicBezTo>
                  <a:cubicBezTo>
                    <a:pt x="2042" y="11804"/>
                    <a:pt x="1653" y="11893"/>
                    <a:pt x="1296" y="12035"/>
                  </a:cubicBezTo>
                  <a:cubicBezTo>
                    <a:pt x="1178" y="12079"/>
                    <a:pt x="1232" y="12235"/>
                    <a:pt x="1344" y="12235"/>
                  </a:cubicBezTo>
                  <a:cubicBezTo>
                    <a:pt x="1712" y="12235"/>
                    <a:pt x="2106" y="12107"/>
                    <a:pt x="2445" y="11947"/>
                  </a:cubicBezTo>
                  <a:cubicBezTo>
                    <a:pt x="2473" y="12205"/>
                    <a:pt x="2503" y="12463"/>
                    <a:pt x="2534" y="12722"/>
                  </a:cubicBezTo>
                  <a:cubicBezTo>
                    <a:pt x="2052" y="12868"/>
                    <a:pt x="1586" y="13053"/>
                    <a:pt x="1171" y="13343"/>
                  </a:cubicBezTo>
                  <a:cubicBezTo>
                    <a:pt x="1080" y="13408"/>
                    <a:pt x="1142" y="13545"/>
                    <a:pt x="1238" y="13545"/>
                  </a:cubicBezTo>
                  <a:cubicBezTo>
                    <a:pt x="1250" y="13545"/>
                    <a:pt x="1264" y="13543"/>
                    <a:pt x="1277" y="13537"/>
                  </a:cubicBezTo>
                  <a:cubicBezTo>
                    <a:pt x="1709" y="13362"/>
                    <a:pt x="2132" y="13169"/>
                    <a:pt x="2570" y="13010"/>
                  </a:cubicBezTo>
                  <a:cubicBezTo>
                    <a:pt x="2598" y="13237"/>
                    <a:pt x="2623" y="13462"/>
                    <a:pt x="2656" y="13689"/>
                  </a:cubicBezTo>
                  <a:cubicBezTo>
                    <a:pt x="2670" y="13789"/>
                    <a:pt x="2686" y="13889"/>
                    <a:pt x="2701" y="13991"/>
                  </a:cubicBezTo>
                  <a:cubicBezTo>
                    <a:pt x="2687" y="13991"/>
                    <a:pt x="2676" y="13991"/>
                    <a:pt x="2662" y="13995"/>
                  </a:cubicBezTo>
                  <a:cubicBezTo>
                    <a:pt x="2266" y="14127"/>
                    <a:pt x="1861" y="14257"/>
                    <a:pt x="1480" y="14426"/>
                  </a:cubicBezTo>
                  <a:cubicBezTo>
                    <a:pt x="1375" y="14473"/>
                    <a:pt x="1400" y="14641"/>
                    <a:pt x="1513" y="14641"/>
                  </a:cubicBezTo>
                  <a:cubicBezTo>
                    <a:pt x="1519" y="14641"/>
                    <a:pt x="1526" y="14641"/>
                    <a:pt x="1532" y="14640"/>
                  </a:cubicBezTo>
                  <a:cubicBezTo>
                    <a:pt x="1950" y="14580"/>
                    <a:pt x="2367" y="14423"/>
                    <a:pt x="2741" y="14227"/>
                  </a:cubicBezTo>
                  <a:cubicBezTo>
                    <a:pt x="2782" y="14481"/>
                    <a:pt x="2828" y="14730"/>
                    <a:pt x="2881" y="14980"/>
                  </a:cubicBezTo>
                  <a:cubicBezTo>
                    <a:pt x="2557" y="15112"/>
                    <a:pt x="2215" y="15263"/>
                    <a:pt x="1929" y="15462"/>
                  </a:cubicBezTo>
                  <a:cubicBezTo>
                    <a:pt x="1839" y="15525"/>
                    <a:pt x="1905" y="15650"/>
                    <a:pt x="1998" y="15650"/>
                  </a:cubicBezTo>
                  <a:cubicBezTo>
                    <a:pt x="2008" y="15650"/>
                    <a:pt x="2020" y="15648"/>
                    <a:pt x="2031" y="15644"/>
                  </a:cubicBezTo>
                  <a:cubicBezTo>
                    <a:pt x="2339" y="15542"/>
                    <a:pt x="2643" y="15374"/>
                    <a:pt x="2928" y="15205"/>
                  </a:cubicBezTo>
                  <a:cubicBezTo>
                    <a:pt x="3006" y="15551"/>
                    <a:pt x="3095" y="15891"/>
                    <a:pt x="3195" y="16225"/>
                  </a:cubicBezTo>
                  <a:cubicBezTo>
                    <a:pt x="2833" y="16332"/>
                    <a:pt x="2517" y="16523"/>
                    <a:pt x="2296" y="16842"/>
                  </a:cubicBezTo>
                  <a:cubicBezTo>
                    <a:pt x="2253" y="16904"/>
                    <a:pt x="2307" y="16997"/>
                    <a:pt x="2371" y="16997"/>
                  </a:cubicBezTo>
                  <a:cubicBezTo>
                    <a:pt x="2389" y="16997"/>
                    <a:pt x="2407" y="16990"/>
                    <a:pt x="2424" y="16974"/>
                  </a:cubicBezTo>
                  <a:cubicBezTo>
                    <a:pt x="2669" y="16734"/>
                    <a:pt x="2939" y="16543"/>
                    <a:pt x="3258" y="16435"/>
                  </a:cubicBezTo>
                  <a:cubicBezTo>
                    <a:pt x="3314" y="16607"/>
                    <a:pt x="3372" y="16777"/>
                    <a:pt x="3434" y="16947"/>
                  </a:cubicBezTo>
                  <a:cubicBezTo>
                    <a:pt x="3111" y="17052"/>
                    <a:pt x="2728" y="17223"/>
                    <a:pt x="2543" y="17484"/>
                  </a:cubicBezTo>
                  <a:cubicBezTo>
                    <a:pt x="2489" y="17558"/>
                    <a:pt x="2544" y="17666"/>
                    <a:pt x="2629" y="17666"/>
                  </a:cubicBezTo>
                  <a:cubicBezTo>
                    <a:pt x="2642" y="17666"/>
                    <a:pt x="2657" y="17663"/>
                    <a:pt x="2672" y="17657"/>
                  </a:cubicBezTo>
                  <a:cubicBezTo>
                    <a:pt x="2829" y="17590"/>
                    <a:pt x="2961" y="17471"/>
                    <a:pt x="3110" y="17385"/>
                  </a:cubicBezTo>
                  <a:cubicBezTo>
                    <a:pt x="3243" y="17307"/>
                    <a:pt x="3380" y="17243"/>
                    <a:pt x="3522" y="17183"/>
                  </a:cubicBezTo>
                  <a:cubicBezTo>
                    <a:pt x="3598" y="17380"/>
                    <a:pt x="3679" y="17576"/>
                    <a:pt x="3767" y="17769"/>
                  </a:cubicBezTo>
                  <a:cubicBezTo>
                    <a:pt x="3750" y="17769"/>
                    <a:pt x="3732" y="17770"/>
                    <a:pt x="3712" y="17774"/>
                  </a:cubicBezTo>
                  <a:cubicBezTo>
                    <a:pt x="3604" y="17796"/>
                    <a:pt x="3491" y="17845"/>
                    <a:pt x="3393" y="17896"/>
                  </a:cubicBezTo>
                  <a:cubicBezTo>
                    <a:pt x="3216" y="17984"/>
                    <a:pt x="3066" y="18105"/>
                    <a:pt x="2928" y="18246"/>
                  </a:cubicBezTo>
                  <a:cubicBezTo>
                    <a:pt x="2874" y="18303"/>
                    <a:pt x="2935" y="18389"/>
                    <a:pt x="3001" y="18389"/>
                  </a:cubicBezTo>
                  <a:cubicBezTo>
                    <a:pt x="3017" y="18389"/>
                    <a:pt x="3034" y="18383"/>
                    <a:pt x="3049" y="18371"/>
                  </a:cubicBezTo>
                  <a:cubicBezTo>
                    <a:pt x="3202" y="18249"/>
                    <a:pt x="3360" y="18137"/>
                    <a:pt x="3533" y="18045"/>
                  </a:cubicBezTo>
                  <a:cubicBezTo>
                    <a:pt x="3601" y="18010"/>
                    <a:pt x="3669" y="17977"/>
                    <a:pt x="3740" y="17946"/>
                  </a:cubicBezTo>
                  <a:cubicBezTo>
                    <a:pt x="3781" y="17926"/>
                    <a:pt x="3804" y="17910"/>
                    <a:pt x="3825" y="17892"/>
                  </a:cubicBezTo>
                  <a:cubicBezTo>
                    <a:pt x="3939" y="18136"/>
                    <a:pt x="4060" y="18374"/>
                    <a:pt x="4192" y="18610"/>
                  </a:cubicBezTo>
                  <a:cubicBezTo>
                    <a:pt x="3946" y="18788"/>
                    <a:pt x="3689" y="18961"/>
                    <a:pt x="3464" y="19163"/>
                  </a:cubicBezTo>
                  <a:cubicBezTo>
                    <a:pt x="3403" y="19217"/>
                    <a:pt x="3447" y="19303"/>
                    <a:pt x="3511" y="19303"/>
                  </a:cubicBezTo>
                  <a:cubicBezTo>
                    <a:pt x="3526" y="19303"/>
                    <a:pt x="3542" y="19298"/>
                    <a:pt x="3557" y="19288"/>
                  </a:cubicBezTo>
                  <a:cubicBezTo>
                    <a:pt x="3807" y="19129"/>
                    <a:pt x="4038" y="18934"/>
                    <a:pt x="4270" y="18748"/>
                  </a:cubicBezTo>
                  <a:cubicBezTo>
                    <a:pt x="4413" y="18996"/>
                    <a:pt x="4569" y="19238"/>
                    <a:pt x="4735" y="19476"/>
                  </a:cubicBezTo>
                  <a:cubicBezTo>
                    <a:pt x="4477" y="19670"/>
                    <a:pt x="4225" y="19886"/>
                    <a:pt x="4048" y="20138"/>
                  </a:cubicBezTo>
                  <a:cubicBezTo>
                    <a:pt x="4007" y="20194"/>
                    <a:pt x="4052" y="20262"/>
                    <a:pt x="4108" y="20262"/>
                  </a:cubicBezTo>
                  <a:cubicBezTo>
                    <a:pt x="4122" y="20262"/>
                    <a:pt x="4138" y="20258"/>
                    <a:pt x="4153" y="20247"/>
                  </a:cubicBezTo>
                  <a:cubicBezTo>
                    <a:pt x="4402" y="20073"/>
                    <a:pt x="4627" y="19855"/>
                    <a:pt x="4855" y="19645"/>
                  </a:cubicBezTo>
                  <a:cubicBezTo>
                    <a:pt x="4860" y="19649"/>
                    <a:pt x="4862" y="19653"/>
                    <a:pt x="4867" y="19659"/>
                  </a:cubicBezTo>
                  <a:cubicBezTo>
                    <a:pt x="5014" y="19855"/>
                    <a:pt x="5164" y="20045"/>
                    <a:pt x="5322" y="20227"/>
                  </a:cubicBezTo>
                  <a:cubicBezTo>
                    <a:pt x="5127" y="20433"/>
                    <a:pt x="4926" y="20645"/>
                    <a:pt x="4773" y="20879"/>
                  </a:cubicBezTo>
                  <a:cubicBezTo>
                    <a:pt x="4732" y="20941"/>
                    <a:pt x="4783" y="21033"/>
                    <a:pt x="4846" y="21033"/>
                  </a:cubicBezTo>
                  <a:cubicBezTo>
                    <a:pt x="4864" y="21033"/>
                    <a:pt x="4883" y="21025"/>
                    <a:pt x="4901" y="21008"/>
                  </a:cubicBezTo>
                  <a:cubicBezTo>
                    <a:pt x="5102" y="20818"/>
                    <a:pt x="5276" y="20592"/>
                    <a:pt x="5444" y="20368"/>
                  </a:cubicBezTo>
                  <a:cubicBezTo>
                    <a:pt x="5663" y="20616"/>
                    <a:pt x="5894" y="20850"/>
                    <a:pt x="6131" y="21071"/>
                  </a:cubicBezTo>
                  <a:cubicBezTo>
                    <a:pt x="5979" y="21307"/>
                    <a:pt x="5825" y="21560"/>
                    <a:pt x="5730" y="21813"/>
                  </a:cubicBezTo>
                  <a:cubicBezTo>
                    <a:pt x="5707" y="21871"/>
                    <a:pt x="5756" y="21927"/>
                    <a:pt x="5807" y="21927"/>
                  </a:cubicBezTo>
                  <a:cubicBezTo>
                    <a:pt x="5828" y="21927"/>
                    <a:pt x="5849" y="21918"/>
                    <a:pt x="5866" y="21895"/>
                  </a:cubicBezTo>
                  <a:cubicBezTo>
                    <a:pt x="6023" y="21688"/>
                    <a:pt x="6151" y="21440"/>
                    <a:pt x="6268" y="21197"/>
                  </a:cubicBezTo>
                  <a:cubicBezTo>
                    <a:pt x="6399" y="21313"/>
                    <a:pt x="6533" y="21425"/>
                    <a:pt x="6668" y="21534"/>
                  </a:cubicBezTo>
                  <a:cubicBezTo>
                    <a:pt x="6502" y="21739"/>
                    <a:pt x="6329" y="21978"/>
                    <a:pt x="6280" y="22235"/>
                  </a:cubicBezTo>
                  <a:cubicBezTo>
                    <a:pt x="6270" y="22280"/>
                    <a:pt x="6308" y="22312"/>
                    <a:pt x="6347" y="22312"/>
                  </a:cubicBezTo>
                  <a:cubicBezTo>
                    <a:pt x="6365" y="22312"/>
                    <a:pt x="6384" y="22305"/>
                    <a:pt x="6397" y="22288"/>
                  </a:cubicBezTo>
                  <a:cubicBezTo>
                    <a:pt x="6553" y="22087"/>
                    <a:pt x="6662" y="21857"/>
                    <a:pt x="6814" y="21652"/>
                  </a:cubicBezTo>
                  <a:cubicBezTo>
                    <a:pt x="7017" y="21810"/>
                    <a:pt x="7228" y="21962"/>
                    <a:pt x="7442" y="22105"/>
                  </a:cubicBezTo>
                  <a:cubicBezTo>
                    <a:pt x="7286" y="22389"/>
                    <a:pt x="7121" y="22672"/>
                    <a:pt x="7012" y="22970"/>
                  </a:cubicBezTo>
                  <a:cubicBezTo>
                    <a:pt x="6992" y="23025"/>
                    <a:pt x="7036" y="23073"/>
                    <a:pt x="7083" y="23073"/>
                  </a:cubicBezTo>
                  <a:cubicBezTo>
                    <a:pt x="7102" y="23073"/>
                    <a:pt x="7121" y="23065"/>
                    <a:pt x="7137" y="23046"/>
                  </a:cubicBezTo>
                  <a:cubicBezTo>
                    <a:pt x="7335" y="22808"/>
                    <a:pt x="7484" y="22512"/>
                    <a:pt x="7615" y="22218"/>
                  </a:cubicBezTo>
                  <a:cubicBezTo>
                    <a:pt x="7780" y="22325"/>
                    <a:pt x="7949" y="22425"/>
                    <a:pt x="8119" y="22522"/>
                  </a:cubicBezTo>
                  <a:cubicBezTo>
                    <a:pt x="7940" y="22877"/>
                    <a:pt x="7738" y="23235"/>
                    <a:pt x="7617" y="23613"/>
                  </a:cubicBezTo>
                  <a:cubicBezTo>
                    <a:pt x="7602" y="23664"/>
                    <a:pt x="7647" y="23717"/>
                    <a:pt x="7692" y="23717"/>
                  </a:cubicBezTo>
                  <a:cubicBezTo>
                    <a:pt x="7710" y="23717"/>
                    <a:pt x="7728" y="23708"/>
                    <a:pt x="7742" y="23687"/>
                  </a:cubicBezTo>
                  <a:cubicBezTo>
                    <a:pt x="7957" y="23352"/>
                    <a:pt x="8108" y="22970"/>
                    <a:pt x="8269" y="22604"/>
                  </a:cubicBezTo>
                  <a:cubicBezTo>
                    <a:pt x="8445" y="22702"/>
                    <a:pt x="8624" y="22792"/>
                    <a:pt x="8805" y="22879"/>
                  </a:cubicBezTo>
                  <a:cubicBezTo>
                    <a:pt x="8638" y="23242"/>
                    <a:pt x="8458" y="23631"/>
                    <a:pt x="8397" y="24028"/>
                  </a:cubicBezTo>
                  <a:cubicBezTo>
                    <a:pt x="8388" y="24078"/>
                    <a:pt x="8427" y="24109"/>
                    <a:pt x="8467" y="24109"/>
                  </a:cubicBezTo>
                  <a:cubicBezTo>
                    <a:pt x="8493" y="24109"/>
                    <a:pt x="8519" y="24096"/>
                    <a:pt x="8533" y="24068"/>
                  </a:cubicBezTo>
                  <a:cubicBezTo>
                    <a:pt x="8706" y="23712"/>
                    <a:pt x="8809" y="23317"/>
                    <a:pt x="8949" y="22947"/>
                  </a:cubicBezTo>
                  <a:cubicBezTo>
                    <a:pt x="9121" y="23028"/>
                    <a:pt x="9297" y="23103"/>
                    <a:pt x="9474" y="23175"/>
                  </a:cubicBezTo>
                  <a:cubicBezTo>
                    <a:pt x="9451" y="23185"/>
                    <a:pt x="9436" y="23209"/>
                    <a:pt x="9430" y="23242"/>
                  </a:cubicBezTo>
                  <a:cubicBezTo>
                    <a:pt x="9380" y="23575"/>
                    <a:pt x="9256" y="23892"/>
                    <a:pt x="9209" y="24224"/>
                  </a:cubicBezTo>
                  <a:cubicBezTo>
                    <a:pt x="9201" y="24276"/>
                    <a:pt x="9250" y="24319"/>
                    <a:pt x="9296" y="24319"/>
                  </a:cubicBezTo>
                  <a:cubicBezTo>
                    <a:pt x="9317" y="24319"/>
                    <a:pt x="9338" y="24310"/>
                    <a:pt x="9352" y="24287"/>
                  </a:cubicBezTo>
                  <a:cubicBezTo>
                    <a:pt x="9539" y="23993"/>
                    <a:pt x="9587" y="23613"/>
                    <a:pt x="9621" y="23273"/>
                  </a:cubicBezTo>
                  <a:cubicBezTo>
                    <a:pt x="9623" y="23259"/>
                    <a:pt x="9621" y="23244"/>
                    <a:pt x="9617" y="23233"/>
                  </a:cubicBezTo>
                  <a:lnTo>
                    <a:pt x="9617" y="23233"/>
                  </a:lnTo>
                  <a:cubicBezTo>
                    <a:pt x="9896" y="23345"/>
                    <a:pt x="10180" y="23446"/>
                    <a:pt x="10464" y="23538"/>
                  </a:cubicBezTo>
                  <a:cubicBezTo>
                    <a:pt x="10445" y="23825"/>
                    <a:pt x="10385" y="24105"/>
                    <a:pt x="10307" y="24387"/>
                  </a:cubicBezTo>
                  <a:cubicBezTo>
                    <a:pt x="10290" y="24451"/>
                    <a:pt x="10345" y="24492"/>
                    <a:pt x="10400" y="24492"/>
                  </a:cubicBezTo>
                  <a:cubicBezTo>
                    <a:pt x="10435" y="24492"/>
                    <a:pt x="10471" y="24476"/>
                    <a:pt x="10487" y="24438"/>
                  </a:cubicBezTo>
                  <a:cubicBezTo>
                    <a:pt x="10605" y="24170"/>
                    <a:pt x="10657" y="23889"/>
                    <a:pt x="10670" y="23602"/>
                  </a:cubicBezTo>
                  <a:cubicBezTo>
                    <a:pt x="10960" y="23691"/>
                    <a:pt x="11257" y="23769"/>
                    <a:pt x="11554" y="23841"/>
                  </a:cubicBezTo>
                  <a:cubicBezTo>
                    <a:pt x="11541" y="23984"/>
                    <a:pt x="11527" y="24130"/>
                    <a:pt x="11506" y="24275"/>
                  </a:cubicBezTo>
                  <a:cubicBezTo>
                    <a:pt x="11466" y="24521"/>
                    <a:pt x="11402" y="24764"/>
                    <a:pt x="11370" y="25012"/>
                  </a:cubicBezTo>
                  <a:cubicBezTo>
                    <a:pt x="11362" y="25069"/>
                    <a:pt x="11412" y="25109"/>
                    <a:pt x="11460" y="25109"/>
                  </a:cubicBezTo>
                  <a:cubicBezTo>
                    <a:pt x="11489" y="25109"/>
                    <a:pt x="11517" y="25095"/>
                    <a:pt x="11530" y="25060"/>
                  </a:cubicBezTo>
                  <a:cubicBezTo>
                    <a:pt x="11662" y="24704"/>
                    <a:pt x="11727" y="24282"/>
                    <a:pt x="11735" y="23884"/>
                  </a:cubicBezTo>
                  <a:cubicBezTo>
                    <a:pt x="12008" y="23946"/>
                    <a:pt x="12278" y="24000"/>
                    <a:pt x="12553" y="24048"/>
                  </a:cubicBezTo>
                  <a:cubicBezTo>
                    <a:pt x="12455" y="24527"/>
                    <a:pt x="12406" y="25054"/>
                    <a:pt x="12484" y="25515"/>
                  </a:cubicBezTo>
                  <a:cubicBezTo>
                    <a:pt x="12492" y="25567"/>
                    <a:pt x="12541" y="25596"/>
                    <a:pt x="12586" y="25596"/>
                  </a:cubicBezTo>
                  <a:cubicBezTo>
                    <a:pt x="12626" y="25596"/>
                    <a:pt x="12664" y="25573"/>
                    <a:pt x="12668" y="25520"/>
                  </a:cubicBezTo>
                  <a:cubicBezTo>
                    <a:pt x="12689" y="25224"/>
                    <a:pt x="12661" y="24927"/>
                    <a:pt x="12674" y="24629"/>
                  </a:cubicBezTo>
                  <a:cubicBezTo>
                    <a:pt x="12682" y="24445"/>
                    <a:pt x="12699" y="24261"/>
                    <a:pt x="12719" y="24078"/>
                  </a:cubicBezTo>
                  <a:cubicBezTo>
                    <a:pt x="13021" y="24130"/>
                    <a:pt x="13321" y="24173"/>
                    <a:pt x="13626" y="24208"/>
                  </a:cubicBezTo>
                  <a:cubicBezTo>
                    <a:pt x="13556" y="24579"/>
                    <a:pt x="13510" y="24956"/>
                    <a:pt x="13481" y="25335"/>
                  </a:cubicBezTo>
                  <a:cubicBezTo>
                    <a:pt x="13477" y="25383"/>
                    <a:pt x="13515" y="25412"/>
                    <a:pt x="13552" y="25412"/>
                  </a:cubicBezTo>
                  <a:cubicBezTo>
                    <a:pt x="13581" y="25412"/>
                    <a:pt x="13609" y="25394"/>
                    <a:pt x="13617" y="25356"/>
                  </a:cubicBezTo>
                  <a:cubicBezTo>
                    <a:pt x="13691" y="24983"/>
                    <a:pt x="13745" y="24605"/>
                    <a:pt x="13776" y="24225"/>
                  </a:cubicBezTo>
                  <a:cubicBezTo>
                    <a:pt x="13924" y="24241"/>
                    <a:pt x="14072" y="24258"/>
                    <a:pt x="14220" y="24269"/>
                  </a:cubicBezTo>
                  <a:cubicBezTo>
                    <a:pt x="14157" y="24637"/>
                    <a:pt x="14121" y="25012"/>
                    <a:pt x="14140" y="25384"/>
                  </a:cubicBezTo>
                  <a:cubicBezTo>
                    <a:pt x="14143" y="25434"/>
                    <a:pt x="14185" y="25459"/>
                    <a:pt x="14227" y="25459"/>
                  </a:cubicBezTo>
                  <a:cubicBezTo>
                    <a:pt x="14267" y="25459"/>
                    <a:pt x="14307" y="25436"/>
                    <a:pt x="14310" y="25389"/>
                  </a:cubicBezTo>
                  <a:cubicBezTo>
                    <a:pt x="14340" y="25019"/>
                    <a:pt x="14360" y="24652"/>
                    <a:pt x="14403" y="24286"/>
                  </a:cubicBezTo>
                  <a:cubicBezTo>
                    <a:pt x="14689" y="24309"/>
                    <a:pt x="14974" y="24324"/>
                    <a:pt x="15261" y="24336"/>
                  </a:cubicBezTo>
                  <a:cubicBezTo>
                    <a:pt x="15239" y="24507"/>
                    <a:pt x="15217" y="24677"/>
                    <a:pt x="15196" y="24847"/>
                  </a:cubicBezTo>
                  <a:cubicBezTo>
                    <a:pt x="15168" y="25073"/>
                    <a:pt x="15108" y="25309"/>
                    <a:pt x="15139" y="25536"/>
                  </a:cubicBezTo>
                  <a:cubicBezTo>
                    <a:pt x="15144" y="25578"/>
                    <a:pt x="15183" y="25604"/>
                    <a:pt x="15220" y="25604"/>
                  </a:cubicBezTo>
                  <a:cubicBezTo>
                    <a:pt x="15247" y="25604"/>
                    <a:pt x="15273" y="25590"/>
                    <a:pt x="15284" y="25559"/>
                  </a:cubicBezTo>
                  <a:cubicBezTo>
                    <a:pt x="15362" y="25345"/>
                    <a:pt x="15360" y="25102"/>
                    <a:pt x="15382" y="24877"/>
                  </a:cubicBezTo>
                  <a:cubicBezTo>
                    <a:pt x="15397" y="24698"/>
                    <a:pt x="15416" y="24521"/>
                    <a:pt x="15431" y="24343"/>
                  </a:cubicBezTo>
                  <a:cubicBezTo>
                    <a:pt x="15569" y="24347"/>
                    <a:pt x="15711" y="24353"/>
                    <a:pt x="15849" y="24354"/>
                  </a:cubicBezTo>
                  <a:cubicBezTo>
                    <a:pt x="15977" y="24357"/>
                    <a:pt x="16103" y="24357"/>
                    <a:pt x="16228" y="24358"/>
                  </a:cubicBezTo>
                  <a:cubicBezTo>
                    <a:pt x="16058" y="24704"/>
                    <a:pt x="15959" y="25104"/>
                    <a:pt x="16028" y="25486"/>
                  </a:cubicBezTo>
                  <a:cubicBezTo>
                    <a:pt x="16035" y="25522"/>
                    <a:pt x="16069" y="25543"/>
                    <a:pt x="16101" y="25543"/>
                  </a:cubicBezTo>
                  <a:cubicBezTo>
                    <a:pt x="16129" y="25543"/>
                    <a:pt x="16154" y="25527"/>
                    <a:pt x="16155" y="25491"/>
                  </a:cubicBezTo>
                  <a:cubicBezTo>
                    <a:pt x="16177" y="25094"/>
                    <a:pt x="16218" y="24725"/>
                    <a:pt x="16377" y="24358"/>
                  </a:cubicBezTo>
                  <a:cubicBezTo>
                    <a:pt x="16680" y="24358"/>
                    <a:pt x="16983" y="24360"/>
                    <a:pt x="17286" y="24361"/>
                  </a:cubicBezTo>
                  <a:cubicBezTo>
                    <a:pt x="17187" y="24669"/>
                    <a:pt x="17112" y="24997"/>
                    <a:pt x="17135" y="25316"/>
                  </a:cubicBezTo>
                  <a:cubicBezTo>
                    <a:pt x="17138" y="25372"/>
                    <a:pt x="17183" y="25400"/>
                    <a:pt x="17229" y="25400"/>
                  </a:cubicBezTo>
                  <a:cubicBezTo>
                    <a:pt x="17273" y="25400"/>
                    <a:pt x="17317" y="25374"/>
                    <a:pt x="17325" y="25322"/>
                  </a:cubicBezTo>
                  <a:cubicBezTo>
                    <a:pt x="17376" y="24999"/>
                    <a:pt x="17407" y="24683"/>
                    <a:pt x="17486" y="24365"/>
                  </a:cubicBezTo>
                  <a:cubicBezTo>
                    <a:pt x="17700" y="24368"/>
                    <a:pt x="17917" y="24374"/>
                    <a:pt x="18131" y="24382"/>
                  </a:cubicBezTo>
                  <a:cubicBezTo>
                    <a:pt x="18056" y="24708"/>
                    <a:pt x="17952" y="25058"/>
                    <a:pt x="17967" y="25384"/>
                  </a:cubicBezTo>
                  <a:cubicBezTo>
                    <a:pt x="17967" y="25432"/>
                    <a:pt x="18007" y="25457"/>
                    <a:pt x="18047" y="25457"/>
                  </a:cubicBezTo>
                  <a:cubicBezTo>
                    <a:pt x="18079" y="25457"/>
                    <a:pt x="18111" y="25441"/>
                    <a:pt x="18124" y="25408"/>
                  </a:cubicBezTo>
                  <a:cubicBezTo>
                    <a:pt x="18253" y="25102"/>
                    <a:pt x="18273" y="24728"/>
                    <a:pt x="18317" y="24389"/>
                  </a:cubicBezTo>
                  <a:cubicBezTo>
                    <a:pt x="18514" y="24401"/>
                    <a:pt x="18711" y="24414"/>
                    <a:pt x="18906" y="24432"/>
                  </a:cubicBezTo>
                  <a:cubicBezTo>
                    <a:pt x="18788" y="24758"/>
                    <a:pt x="18672" y="25115"/>
                    <a:pt x="18662" y="25457"/>
                  </a:cubicBezTo>
                  <a:cubicBezTo>
                    <a:pt x="18662" y="25519"/>
                    <a:pt x="18708" y="25555"/>
                    <a:pt x="18753" y="25555"/>
                  </a:cubicBezTo>
                  <a:cubicBezTo>
                    <a:pt x="18790" y="25555"/>
                    <a:pt x="18826" y="25532"/>
                    <a:pt x="18838" y="25484"/>
                  </a:cubicBezTo>
                  <a:cubicBezTo>
                    <a:pt x="18926" y="25138"/>
                    <a:pt x="18973" y="24791"/>
                    <a:pt x="19075" y="24449"/>
                  </a:cubicBezTo>
                  <a:cubicBezTo>
                    <a:pt x="19201" y="24460"/>
                    <a:pt x="19327" y="24477"/>
                    <a:pt x="19452" y="24494"/>
                  </a:cubicBezTo>
                  <a:cubicBezTo>
                    <a:pt x="19551" y="24509"/>
                    <a:pt x="19650" y="24527"/>
                    <a:pt x="19748" y="24544"/>
                  </a:cubicBezTo>
                  <a:cubicBezTo>
                    <a:pt x="19615" y="24912"/>
                    <a:pt x="19487" y="25301"/>
                    <a:pt x="19426" y="25678"/>
                  </a:cubicBezTo>
                  <a:cubicBezTo>
                    <a:pt x="19415" y="25741"/>
                    <a:pt x="19468" y="25783"/>
                    <a:pt x="19520" y="25783"/>
                  </a:cubicBezTo>
                  <a:cubicBezTo>
                    <a:pt x="19553" y="25783"/>
                    <a:pt x="19585" y="25766"/>
                    <a:pt x="19600" y="25729"/>
                  </a:cubicBezTo>
                  <a:cubicBezTo>
                    <a:pt x="19752" y="25372"/>
                    <a:pt x="19853" y="24969"/>
                    <a:pt x="19939" y="24581"/>
                  </a:cubicBezTo>
                  <a:cubicBezTo>
                    <a:pt x="20376" y="24670"/>
                    <a:pt x="20802" y="24792"/>
                    <a:pt x="21220" y="24941"/>
                  </a:cubicBezTo>
                  <a:cubicBezTo>
                    <a:pt x="21056" y="25335"/>
                    <a:pt x="20859" y="25733"/>
                    <a:pt x="20768" y="26150"/>
                  </a:cubicBezTo>
                  <a:cubicBezTo>
                    <a:pt x="20756" y="26198"/>
                    <a:pt x="20791" y="26224"/>
                    <a:pt x="20829" y="26224"/>
                  </a:cubicBezTo>
                  <a:cubicBezTo>
                    <a:pt x="20855" y="26224"/>
                    <a:pt x="20882" y="26212"/>
                    <a:pt x="20897" y="26186"/>
                  </a:cubicBezTo>
                  <a:cubicBezTo>
                    <a:pt x="21113" y="25824"/>
                    <a:pt x="21240" y="25400"/>
                    <a:pt x="21386" y="25003"/>
                  </a:cubicBezTo>
                  <a:cubicBezTo>
                    <a:pt x="21627" y="25095"/>
                    <a:pt x="21865" y="25201"/>
                    <a:pt x="22100" y="25311"/>
                  </a:cubicBezTo>
                  <a:cubicBezTo>
                    <a:pt x="21951" y="25591"/>
                    <a:pt x="21804" y="25903"/>
                    <a:pt x="21762" y="26209"/>
                  </a:cubicBezTo>
                  <a:cubicBezTo>
                    <a:pt x="21755" y="26268"/>
                    <a:pt x="21798" y="26302"/>
                    <a:pt x="21843" y="26302"/>
                  </a:cubicBezTo>
                  <a:cubicBezTo>
                    <a:pt x="21872" y="26302"/>
                    <a:pt x="21902" y="26288"/>
                    <a:pt x="21920" y="26256"/>
                  </a:cubicBezTo>
                  <a:cubicBezTo>
                    <a:pt x="22007" y="26094"/>
                    <a:pt x="22058" y="25920"/>
                    <a:pt x="22126" y="25753"/>
                  </a:cubicBezTo>
                  <a:cubicBezTo>
                    <a:pt x="22175" y="25632"/>
                    <a:pt x="22226" y="25513"/>
                    <a:pt x="22279" y="25394"/>
                  </a:cubicBezTo>
                  <a:cubicBezTo>
                    <a:pt x="22319" y="25414"/>
                    <a:pt x="22357" y="25430"/>
                    <a:pt x="22396" y="25449"/>
                  </a:cubicBezTo>
                  <a:cubicBezTo>
                    <a:pt x="22574" y="25537"/>
                    <a:pt x="22745" y="25635"/>
                    <a:pt x="22917" y="25734"/>
                  </a:cubicBezTo>
                  <a:cubicBezTo>
                    <a:pt x="22789" y="25998"/>
                    <a:pt x="22664" y="26264"/>
                    <a:pt x="22579" y="26541"/>
                  </a:cubicBezTo>
                  <a:cubicBezTo>
                    <a:pt x="22557" y="26609"/>
                    <a:pt x="22606" y="26659"/>
                    <a:pt x="22658" y="26659"/>
                  </a:cubicBezTo>
                  <a:cubicBezTo>
                    <a:pt x="22686" y="26659"/>
                    <a:pt x="22716" y="26644"/>
                    <a:pt x="22735" y="26610"/>
                  </a:cubicBezTo>
                  <a:cubicBezTo>
                    <a:pt x="22877" y="26366"/>
                    <a:pt x="22985" y="26101"/>
                    <a:pt x="23089" y="25835"/>
                  </a:cubicBezTo>
                  <a:cubicBezTo>
                    <a:pt x="23264" y="25941"/>
                    <a:pt x="23437" y="26050"/>
                    <a:pt x="23604" y="26164"/>
                  </a:cubicBezTo>
                  <a:cubicBezTo>
                    <a:pt x="23394" y="26468"/>
                    <a:pt x="23204" y="26803"/>
                    <a:pt x="23084" y="27139"/>
                  </a:cubicBezTo>
                  <a:cubicBezTo>
                    <a:pt x="23056" y="27216"/>
                    <a:pt x="23115" y="27272"/>
                    <a:pt x="23176" y="27272"/>
                  </a:cubicBezTo>
                  <a:cubicBezTo>
                    <a:pt x="23208" y="27272"/>
                    <a:pt x="23242" y="27256"/>
                    <a:pt x="23262" y="27217"/>
                  </a:cubicBezTo>
                  <a:cubicBezTo>
                    <a:pt x="23432" y="26902"/>
                    <a:pt x="23593" y="26585"/>
                    <a:pt x="23767" y="26273"/>
                  </a:cubicBezTo>
                  <a:cubicBezTo>
                    <a:pt x="23937" y="26390"/>
                    <a:pt x="24103" y="26511"/>
                    <a:pt x="24267" y="26634"/>
                  </a:cubicBezTo>
                  <a:cubicBezTo>
                    <a:pt x="23994" y="26990"/>
                    <a:pt x="23738" y="27418"/>
                    <a:pt x="23663" y="27850"/>
                  </a:cubicBezTo>
                  <a:cubicBezTo>
                    <a:pt x="23652" y="27914"/>
                    <a:pt x="23701" y="27952"/>
                    <a:pt x="23752" y="27952"/>
                  </a:cubicBezTo>
                  <a:cubicBezTo>
                    <a:pt x="23785" y="27952"/>
                    <a:pt x="23818" y="27936"/>
                    <a:pt x="23836" y="27901"/>
                  </a:cubicBezTo>
                  <a:cubicBezTo>
                    <a:pt x="24035" y="27513"/>
                    <a:pt x="24183" y="27117"/>
                    <a:pt x="24403" y="26740"/>
                  </a:cubicBezTo>
                  <a:cubicBezTo>
                    <a:pt x="24552" y="26855"/>
                    <a:pt x="24699" y="26974"/>
                    <a:pt x="24844" y="27093"/>
                  </a:cubicBezTo>
                  <a:cubicBezTo>
                    <a:pt x="24606" y="27337"/>
                    <a:pt x="24422" y="27652"/>
                    <a:pt x="24332" y="27979"/>
                  </a:cubicBezTo>
                  <a:cubicBezTo>
                    <a:pt x="24317" y="28035"/>
                    <a:pt x="24366" y="28070"/>
                    <a:pt x="24414" y="28070"/>
                  </a:cubicBezTo>
                  <a:cubicBezTo>
                    <a:pt x="24445" y="28070"/>
                    <a:pt x="24475" y="28056"/>
                    <a:pt x="24490" y="28023"/>
                  </a:cubicBezTo>
                  <a:cubicBezTo>
                    <a:pt x="24623" y="27724"/>
                    <a:pt x="24773" y="27456"/>
                    <a:pt x="24964" y="27194"/>
                  </a:cubicBezTo>
                  <a:cubicBezTo>
                    <a:pt x="25204" y="27394"/>
                    <a:pt x="25438" y="27602"/>
                    <a:pt x="25669" y="27815"/>
                  </a:cubicBezTo>
                  <a:cubicBezTo>
                    <a:pt x="25416" y="28057"/>
                    <a:pt x="25208" y="28357"/>
                    <a:pt x="25141" y="28707"/>
                  </a:cubicBezTo>
                  <a:cubicBezTo>
                    <a:pt x="25132" y="28755"/>
                    <a:pt x="25171" y="28786"/>
                    <a:pt x="25211" y="28786"/>
                  </a:cubicBezTo>
                  <a:cubicBezTo>
                    <a:pt x="25236" y="28786"/>
                    <a:pt x="25261" y="28774"/>
                    <a:pt x="25273" y="28746"/>
                  </a:cubicBezTo>
                  <a:cubicBezTo>
                    <a:pt x="25404" y="28440"/>
                    <a:pt x="25544" y="28156"/>
                    <a:pt x="25778" y="27917"/>
                  </a:cubicBezTo>
                  <a:cubicBezTo>
                    <a:pt x="25900" y="28030"/>
                    <a:pt x="26020" y="28143"/>
                    <a:pt x="26139" y="28261"/>
                  </a:cubicBezTo>
                  <a:cubicBezTo>
                    <a:pt x="25949" y="28665"/>
                    <a:pt x="25728" y="29049"/>
                    <a:pt x="25521" y="29444"/>
                  </a:cubicBezTo>
                  <a:cubicBezTo>
                    <a:pt x="25492" y="29497"/>
                    <a:pt x="25544" y="29548"/>
                    <a:pt x="25594" y="29548"/>
                  </a:cubicBezTo>
                  <a:cubicBezTo>
                    <a:pt x="25614" y="29548"/>
                    <a:pt x="25634" y="29540"/>
                    <a:pt x="25647" y="29519"/>
                  </a:cubicBezTo>
                  <a:cubicBezTo>
                    <a:pt x="25885" y="29155"/>
                    <a:pt x="26067" y="28757"/>
                    <a:pt x="26237" y="28356"/>
                  </a:cubicBezTo>
                  <a:cubicBezTo>
                    <a:pt x="26559" y="28672"/>
                    <a:pt x="26875" y="28995"/>
                    <a:pt x="27181" y="29325"/>
                  </a:cubicBezTo>
                  <a:cubicBezTo>
                    <a:pt x="27246" y="29395"/>
                    <a:pt x="27312" y="29463"/>
                    <a:pt x="27376" y="29534"/>
                  </a:cubicBezTo>
                  <a:cubicBezTo>
                    <a:pt x="27373" y="29533"/>
                    <a:pt x="27370" y="29533"/>
                    <a:pt x="27367" y="29533"/>
                  </a:cubicBezTo>
                  <a:cubicBezTo>
                    <a:pt x="27349" y="29533"/>
                    <a:pt x="27331" y="29541"/>
                    <a:pt x="27314" y="29561"/>
                  </a:cubicBezTo>
                  <a:cubicBezTo>
                    <a:pt x="27046" y="29879"/>
                    <a:pt x="26814" y="30255"/>
                    <a:pt x="26668" y="30645"/>
                  </a:cubicBezTo>
                  <a:cubicBezTo>
                    <a:pt x="26643" y="30707"/>
                    <a:pt x="26689" y="30751"/>
                    <a:pt x="26738" y="30751"/>
                  </a:cubicBezTo>
                  <a:cubicBezTo>
                    <a:pt x="26765" y="30751"/>
                    <a:pt x="26792" y="30738"/>
                    <a:pt x="26809" y="30707"/>
                  </a:cubicBezTo>
                  <a:cubicBezTo>
                    <a:pt x="27011" y="30348"/>
                    <a:pt x="27209" y="29997"/>
                    <a:pt x="27429" y="29651"/>
                  </a:cubicBezTo>
                  <a:cubicBezTo>
                    <a:pt x="27440" y="29636"/>
                    <a:pt x="27443" y="29619"/>
                    <a:pt x="27441" y="29603"/>
                  </a:cubicBezTo>
                  <a:lnTo>
                    <a:pt x="27441" y="29603"/>
                  </a:lnTo>
                  <a:cubicBezTo>
                    <a:pt x="27818" y="30014"/>
                    <a:pt x="28191" y="30436"/>
                    <a:pt x="28564" y="30859"/>
                  </a:cubicBezTo>
                  <a:cubicBezTo>
                    <a:pt x="28314" y="31168"/>
                    <a:pt x="28122" y="31523"/>
                    <a:pt x="28049" y="31917"/>
                  </a:cubicBezTo>
                  <a:cubicBezTo>
                    <a:pt x="28038" y="31974"/>
                    <a:pt x="28087" y="32012"/>
                    <a:pt x="28135" y="32012"/>
                  </a:cubicBezTo>
                  <a:cubicBezTo>
                    <a:pt x="28165" y="32012"/>
                    <a:pt x="28194" y="31997"/>
                    <a:pt x="28208" y="31963"/>
                  </a:cubicBezTo>
                  <a:cubicBezTo>
                    <a:pt x="28343" y="31624"/>
                    <a:pt x="28486" y="31298"/>
                    <a:pt x="28687" y="30999"/>
                  </a:cubicBezTo>
                  <a:cubicBezTo>
                    <a:pt x="28836" y="31166"/>
                    <a:pt x="28980" y="31332"/>
                    <a:pt x="29128" y="31501"/>
                  </a:cubicBezTo>
                  <a:cubicBezTo>
                    <a:pt x="28846" y="31815"/>
                    <a:pt x="28545" y="32223"/>
                    <a:pt x="28470" y="32640"/>
                  </a:cubicBezTo>
                  <a:cubicBezTo>
                    <a:pt x="28463" y="32690"/>
                    <a:pt x="28509" y="32731"/>
                    <a:pt x="28554" y="32731"/>
                  </a:cubicBezTo>
                  <a:cubicBezTo>
                    <a:pt x="28576" y="32731"/>
                    <a:pt x="28596" y="32721"/>
                    <a:pt x="28611" y="32699"/>
                  </a:cubicBezTo>
                  <a:cubicBezTo>
                    <a:pt x="28725" y="32527"/>
                    <a:pt x="28802" y="32331"/>
                    <a:pt x="28904" y="32148"/>
                  </a:cubicBezTo>
                  <a:cubicBezTo>
                    <a:pt x="29006" y="31970"/>
                    <a:pt x="29122" y="31798"/>
                    <a:pt x="29247" y="31635"/>
                  </a:cubicBezTo>
                  <a:cubicBezTo>
                    <a:pt x="29448" y="31863"/>
                    <a:pt x="29651" y="32092"/>
                    <a:pt x="29856" y="32318"/>
                  </a:cubicBezTo>
                  <a:cubicBezTo>
                    <a:pt x="29577" y="32630"/>
                    <a:pt x="29296" y="33004"/>
                    <a:pt x="29170" y="33407"/>
                  </a:cubicBezTo>
                  <a:cubicBezTo>
                    <a:pt x="29151" y="33467"/>
                    <a:pt x="29206" y="33532"/>
                    <a:pt x="29258" y="33532"/>
                  </a:cubicBezTo>
                  <a:cubicBezTo>
                    <a:pt x="29280" y="33532"/>
                    <a:pt x="29302" y="33521"/>
                    <a:pt x="29318" y="33494"/>
                  </a:cubicBezTo>
                  <a:cubicBezTo>
                    <a:pt x="29533" y="33137"/>
                    <a:pt x="29716" y="32776"/>
                    <a:pt x="29967" y="32443"/>
                  </a:cubicBezTo>
                  <a:cubicBezTo>
                    <a:pt x="30121" y="32613"/>
                    <a:pt x="30277" y="32782"/>
                    <a:pt x="30433" y="32949"/>
                  </a:cubicBezTo>
                  <a:cubicBezTo>
                    <a:pt x="30430" y="32952"/>
                    <a:pt x="30426" y="32953"/>
                    <a:pt x="30424" y="32956"/>
                  </a:cubicBezTo>
                  <a:cubicBezTo>
                    <a:pt x="30220" y="33278"/>
                    <a:pt x="29958" y="33601"/>
                    <a:pt x="29818" y="33955"/>
                  </a:cubicBezTo>
                  <a:cubicBezTo>
                    <a:pt x="29791" y="34025"/>
                    <a:pt x="29845" y="34083"/>
                    <a:pt x="29903" y="34083"/>
                  </a:cubicBezTo>
                  <a:cubicBezTo>
                    <a:pt x="29927" y="34083"/>
                    <a:pt x="29952" y="34073"/>
                    <a:pt x="29972" y="34050"/>
                  </a:cubicBezTo>
                  <a:cubicBezTo>
                    <a:pt x="30215" y="33774"/>
                    <a:pt x="30380" y="33409"/>
                    <a:pt x="30565" y="33089"/>
                  </a:cubicBezTo>
                  <a:cubicBezTo>
                    <a:pt x="30763" y="33302"/>
                    <a:pt x="30963" y="33509"/>
                    <a:pt x="31167" y="33714"/>
                  </a:cubicBezTo>
                  <a:cubicBezTo>
                    <a:pt x="30987" y="34002"/>
                    <a:pt x="30810" y="34298"/>
                    <a:pt x="30674" y="34603"/>
                  </a:cubicBezTo>
                  <a:cubicBezTo>
                    <a:pt x="30644" y="34669"/>
                    <a:pt x="30705" y="34732"/>
                    <a:pt x="30764" y="34732"/>
                  </a:cubicBezTo>
                  <a:cubicBezTo>
                    <a:pt x="30788" y="34732"/>
                    <a:pt x="30812" y="34721"/>
                    <a:pt x="30830" y="34696"/>
                  </a:cubicBezTo>
                  <a:cubicBezTo>
                    <a:pt x="31011" y="34433"/>
                    <a:pt x="31163" y="34145"/>
                    <a:pt x="31309" y="33856"/>
                  </a:cubicBezTo>
                  <a:cubicBezTo>
                    <a:pt x="31408" y="33958"/>
                    <a:pt x="31510" y="34054"/>
                    <a:pt x="31611" y="34153"/>
                  </a:cubicBezTo>
                  <a:cubicBezTo>
                    <a:pt x="31443" y="34512"/>
                    <a:pt x="31238" y="34848"/>
                    <a:pt x="31065" y="35205"/>
                  </a:cubicBezTo>
                  <a:cubicBezTo>
                    <a:pt x="31035" y="35267"/>
                    <a:pt x="31089" y="35318"/>
                    <a:pt x="31145" y="35318"/>
                  </a:cubicBezTo>
                  <a:cubicBezTo>
                    <a:pt x="31168" y="35318"/>
                    <a:pt x="31191" y="35309"/>
                    <a:pt x="31209" y="35290"/>
                  </a:cubicBezTo>
                  <a:cubicBezTo>
                    <a:pt x="31462" y="35015"/>
                    <a:pt x="31636" y="34655"/>
                    <a:pt x="31766" y="34301"/>
                  </a:cubicBezTo>
                  <a:cubicBezTo>
                    <a:pt x="31914" y="34440"/>
                    <a:pt x="32063" y="34576"/>
                    <a:pt x="32213" y="34710"/>
                  </a:cubicBezTo>
                  <a:cubicBezTo>
                    <a:pt x="31968" y="35042"/>
                    <a:pt x="31749" y="35419"/>
                    <a:pt x="31659" y="35813"/>
                  </a:cubicBezTo>
                  <a:cubicBezTo>
                    <a:pt x="31647" y="35866"/>
                    <a:pt x="31688" y="35897"/>
                    <a:pt x="31730" y="35897"/>
                  </a:cubicBezTo>
                  <a:cubicBezTo>
                    <a:pt x="31758" y="35897"/>
                    <a:pt x="31787" y="35883"/>
                    <a:pt x="31802" y="35854"/>
                  </a:cubicBezTo>
                  <a:cubicBezTo>
                    <a:pt x="31983" y="35504"/>
                    <a:pt x="32139" y="35155"/>
                    <a:pt x="32339" y="34822"/>
                  </a:cubicBezTo>
                  <a:cubicBezTo>
                    <a:pt x="32465" y="34933"/>
                    <a:pt x="32594" y="35043"/>
                    <a:pt x="32723" y="35150"/>
                  </a:cubicBezTo>
                  <a:cubicBezTo>
                    <a:pt x="32543" y="35512"/>
                    <a:pt x="32315" y="35840"/>
                    <a:pt x="32078" y="36170"/>
                  </a:cubicBezTo>
                  <a:cubicBezTo>
                    <a:pt x="32029" y="36239"/>
                    <a:pt x="32085" y="36309"/>
                    <a:pt x="32149" y="36309"/>
                  </a:cubicBezTo>
                  <a:cubicBezTo>
                    <a:pt x="32172" y="36309"/>
                    <a:pt x="32196" y="36300"/>
                    <a:pt x="32217" y="36278"/>
                  </a:cubicBezTo>
                  <a:cubicBezTo>
                    <a:pt x="32496" y="35987"/>
                    <a:pt x="32700" y="35633"/>
                    <a:pt x="32856" y="35260"/>
                  </a:cubicBezTo>
                  <a:cubicBezTo>
                    <a:pt x="32982" y="35364"/>
                    <a:pt x="33111" y="35463"/>
                    <a:pt x="33240" y="35562"/>
                  </a:cubicBezTo>
                  <a:cubicBezTo>
                    <a:pt x="33124" y="35855"/>
                    <a:pt x="33005" y="36146"/>
                    <a:pt x="32913" y="36446"/>
                  </a:cubicBezTo>
                  <a:cubicBezTo>
                    <a:pt x="32897" y="36501"/>
                    <a:pt x="32940" y="36544"/>
                    <a:pt x="32982" y="36544"/>
                  </a:cubicBezTo>
                  <a:cubicBezTo>
                    <a:pt x="33005" y="36544"/>
                    <a:pt x="33028" y="36531"/>
                    <a:pt x="33042" y="36502"/>
                  </a:cubicBezTo>
                  <a:cubicBezTo>
                    <a:pt x="33172" y="36228"/>
                    <a:pt x="33278" y="35949"/>
                    <a:pt x="33382" y="35665"/>
                  </a:cubicBezTo>
                  <a:cubicBezTo>
                    <a:pt x="33524" y="35772"/>
                    <a:pt x="33670" y="35874"/>
                    <a:pt x="33817" y="35977"/>
                  </a:cubicBezTo>
                  <a:cubicBezTo>
                    <a:pt x="33708" y="36299"/>
                    <a:pt x="33609" y="36631"/>
                    <a:pt x="33543" y="36958"/>
                  </a:cubicBezTo>
                  <a:cubicBezTo>
                    <a:pt x="33534" y="37008"/>
                    <a:pt x="33578" y="37042"/>
                    <a:pt x="33621" y="37042"/>
                  </a:cubicBezTo>
                  <a:cubicBezTo>
                    <a:pt x="33647" y="37042"/>
                    <a:pt x="33672" y="37029"/>
                    <a:pt x="33682" y="36999"/>
                  </a:cubicBezTo>
                  <a:cubicBezTo>
                    <a:pt x="33791" y="36701"/>
                    <a:pt x="33881" y="36387"/>
                    <a:pt x="33954" y="36072"/>
                  </a:cubicBezTo>
                  <a:cubicBezTo>
                    <a:pt x="34174" y="36220"/>
                    <a:pt x="34398" y="36361"/>
                    <a:pt x="34626" y="36494"/>
                  </a:cubicBezTo>
                  <a:cubicBezTo>
                    <a:pt x="34544" y="36857"/>
                    <a:pt x="34424" y="37233"/>
                    <a:pt x="34398" y="37603"/>
                  </a:cubicBezTo>
                  <a:cubicBezTo>
                    <a:pt x="34394" y="37651"/>
                    <a:pt x="34438" y="37688"/>
                    <a:pt x="34478" y="37688"/>
                  </a:cubicBezTo>
                  <a:cubicBezTo>
                    <a:pt x="34502" y="37688"/>
                    <a:pt x="34525" y="37675"/>
                    <a:pt x="34535" y="37644"/>
                  </a:cubicBezTo>
                  <a:cubicBezTo>
                    <a:pt x="34656" y="37308"/>
                    <a:pt x="34706" y="36935"/>
                    <a:pt x="34774" y="36581"/>
                  </a:cubicBezTo>
                  <a:cubicBezTo>
                    <a:pt x="35003" y="36710"/>
                    <a:pt x="35238" y="36833"/>
                    <a:pt x="35479" y="36949"/>
                  </a:cubicBezTo>
                  <a:cubicBezTo>
                    <a:pt x="35425" y="37319"/>
                    <a:pt x="35366" y="37691"/>
                    <a:pt x="35336" y="38066"/>
                  </a:cubicBezTo>
                  <a:cubicBezTo>
                    <a:pt x="35331" y="38125"/>
                    <a:pt x="35377" y="38159"/>
                    <a:pt x="35422" y="38159"/>
                  </a:cubicBezTo>
                  <a:cubicBezTo>
                    <a:pt x="35458" y="38159"/>
                    <a:pt x="35493" y="38137"/>
                    <a:pt x="35502" y="38090"/>
                  </a:cubicBezTo>
                  <a:cubicBezTo>
                    <a:pt x="35569" y="37740"/>
                    <a:pt x="35611" y="37383"/>
                    <a:pt x="35654" y="37029"/>
                  </a:cubicBezTo>
                  <a:cubicBezTo>
                    <a:pt x="35904" y="37145"/>
                    <a:pt x="36162" y="37253"/>
                    <a:pt x="36426" y="37348"/>
                  </a:cubicBezTo>
                  <a:cubicBezTo>
                    <a:pt x="36458" y="37360"/>
                    <a:pt x="36491" y="37372"/>
                    <a:pt x="36524" y="37382"/>
                  </a:cubicBezTo>
                  <a:cubicBezTo>
                    <a:pt x="36440" y="37692"/>
                    <a:pt x="36405" y="38016"/>
                    <a:pt x="36412" y="38337"/>
                  </a:cubicBezTo>
                  <a:cubicBezTo>
                    <a:pt x="36412" y="38381"/>
                    <a:pt x="36451" y="38403"/>
                    <a:pt x="36489" y="38403"/>
                  </a:cubicBezTo>
                  <a:cubicBezTo>
                    <a:pt x="36525" y="38403"/>
                    <a:pt x="36559" y="38384"/>
                    <a:pt x="36561" y="38342"/>
                  </a:cubicBezTo>
                  <a:cubicBezTo>
                    <a:pt x="36576" y="38033"/>
                    <a:pt x="36619" y="37736"/>
                    <a:pt x="36680" y="37437"/>
                  </a:cubicBezTo>
                  <a:cubicBezTo>
                    <a:pt x="36925" y="37522"/>
                    <a:pt x="37176" y="37594"/>
                    <a:pt x="37426" y="37659"/>
                  </a:cubicBezTo>
                  <a:cubicBezTo>
                    <a:pt x="37382" y="37934"/>
                    <a:pt x="37339" y="38212"/>
                    <a:pt x="37334" y="38487"/>
                  </a:cubicBezTo>
                  <a:cubicBezTo>
                    <a:pt x="37334" y="38539"/>
                    <a:pt x="37370" y="38563"/>
                    <a:pt x="37410" y="38563"/>
                  </a:cubicBezTo>
                  <a:cubicBezTo>
                    <a:pt x="37451" y="38563"/>
                    <a:pt x="37496" y="38537"/>
                    <a:pt x="37509" y="38493"/>
                  </a:cubicBezTo>
                  <a:cubicBezTo>
                    <a:pt x="37570" y="38239"/>
                    <a:pt x="37595" y="37974"/>
                    <a:pt x="37618" y="37709"/>
                  </a:cubicBezTo>
                  <a:cubicBezTo>
                    <a:pt x="37795" y="37751"/>
                    <a:pt x="37973" y="37790"/>
                    <a:pt x="38153" y="37822"/>
                  </a:cubicBezTo>
                  <a:cubicBezTo>
                    <a:pt x="38141" y="38092"/>
                    <a:pt x="38126" y="38365"/>
                    <a:pt x="38158" y="38626"/>
                  </a:cubicBezTo>
                  <a:cubicBezTo>
                    <a:pt x="38164" y="38678"/>
                    <a:pt x="38209" y="38706"/>
                    <a:pt x="38252" y="38706"/>
                  </a:cubicBezTo>
                  <a:cubicBezTo>
                    <a:pt x="38293" y="38706"/>
                    <a:pt x="38334" y="38682"/>
                    <a:pt x="38340" y="38630"/>
                  </a:cubicBezTo>
                  <a:cubicBezTo>
                    <a:pt x="38374" y="38381"/>
                    <a:pt x="38369" y="38118"/>
                    <a:pt x="38360" y="37861"/>
                  </a:cubicBezTo>
                  <a:lnTo>
                    <a:pt x="38360" y="37861"/>
                  </a:lnTo>
                  <a:cubicBezTo>
                    <a:pt x="38588" y="37899"/>
                    <a:pt x="38817" y="37927"/>
                    <a:pt x="39048" y="37953"/>
                  </a:cubicBezTo>
                  <a:cubicBezTo>
                    <a:pt x="39072" y="38247"/>
                    <a:pt x="39090" y="38552"/>
                    <a:pt x="39157" y="38840"/>
                  </a:cubicBezTo>
                  <a:cubicBezTo>
                    <a:pt x="39169" y="38892"/>
                    <a:pt x="39209" y="38917"/>
                    <a:pt x="39249" y="38917"/>
                  </a:cubicBezTo>
                  <a:cubicBezTo>
                    <a:pt x="39295" y="38917"/>
                    <a:pt x="39340" y="38884"/>
                    <a:pt x="39338" y="38820"/>
                  </a:cubicBezTo>
                  <a:cubicBezTo>
                    <a:pt x="39330" y="38538"/>
                    <a:pt x="39270" y="38252"/>
                    <a:pt x="39219" y="37970"/>
                  </a:cubicBezTo>
                  <a:lnTo>
                    <a:pt x="39219" y="37970"/>
                  </a:lnTo>
                  <a:cubicBezTo>
                    <a:pt x="39412" y="37988"/>
                    <a:pt x="39607" y="37997"/>
                    <a:pt x="39801" y="38005"/>
                  </a:cubicBezTo>
                  <a:cubicBezTo>
                    <a:pt x="39844" y="38287"/>
                    <a:pt x="39898" y="38573"/>
                    <a:pt x="40010" y="38824"/>
                  </a:cubicBezTo>
                  <a:cubicBezTo>
                    <a:pt x="40025" y="38858"/>
                    <a:pt x="40055" y="38873"/>
                    <a:pt x="40085" y="38873"/>
                  </a:cubicBezTo>
                  <a:cubicBezTo>
                    <a:pt x="40129" y="38873"/>
                    <a:pt x="40172" y="38840"/>
                    <a:pt x="40167" y="38785"/>
                  </a:cubicBezTo>
                  <a:cubicBezTo>
                    <a:pt x="40142" y="38524"/>
                    <a:pt x="40071" y="38267"/>
                    <a:pt x="40003" y="38011"/>
                  </a:cubicBezTo>
                  <a:lnTo>
                    <a:pt x="40003" y="38011"/>
                  </a:lnTo>
                  <a:cubicBezTo>
                    <a:pt x="40060" y="38012"/>
                    <a:pt x="40116" y="38012"/>
                    <a:pt x="40173" y="38012"/>
                  </a:cubicBezTo>
                  <a:cubicBezTo>
                    <a:pt x="40251" y="38012"/>
                    <a:pt x="40329" y="38012"/>
                    <a:pt x="40407" y="38011"/>
                  </a:cubicBezTo>
                  <a:cubicBezTo>
                    <a:pt x="40516" y="38358"/>
                    <a:pt x="40635" y="38715"/>
                    <a:pt x="40796" y="39044"/>
                  </a:cubicBezTo>
                  <a:cubicBezTo>
                    <a:pt x="40813" y="39081"/>
                    <a:pt x="40844" y="39096"/>
                    <a:pt x="40874" y="39096"/>
                  </a:cubicBezTo>
                  <a:cubicBezTo>
                    <a:pt x="40926" y="39096"/>
                    <a:pt x="40978" y="39049"/>
                    <a:pt x="40956" y="38980"/>
                  </a:cubicBezTo>
                  <a:cubicBezTo>
                    <a:pt x="40860" y="38649"/>
                    <a:pt x="40713" y="38321"/>
                    <a:pt x="40565" y="38007"/>
                  </a:cubicBezTo>
                  <a:cubicBezTo>
                    <a:pt x="40734" y="38002"/>
                    <a:pt x="40903" y="37991"/>
                    <a:pt x="41068" y="37978"/>
                  </a:cubicBezTo>
                  <a:cubicBezTo>
                    <a:pt x="41179" y="38359"/>
                    <a:pt x="41322" y="38749"/>
                    <a:pt x="41554" y="39072"/>
                  </a:cubicBezTo>
                  <a:cubicBezTo>
                    <a:pt x="41570" y="39094"/>
                    <a:pt x="41593" y="39103"/>
                    <a:pt x="41616" y="39103"/>
                  </a:cubicBezTo>
                  <a:cubicBezTo>
                    <a:pt x="41670" y="39103"/>
                    <a:pt x="41727" y="39051"/>
                    <a:pt x="41698" y="38991"/>
                  </a:cubicBezTo>
                  <a:cubicBezTo>
                    <a:pt x="41530" y="38649"/>
                    <a:pt x="41350" y="38323"/>
                    <a:pt x="41217" y="37964"/>
                  </a:cubicBezTo>
                  <a:cubicBezTo>
                    <a:pt x="41450" y="37941"/>
                    <a:pt x="41683" y="37913"/>
                    <a:pt x="41914" y="37876"/>
                  </a:cubicBezTo>
                  <a:cubicBezTo>
                    <a:pt x="42052" y="38294"/>
                    <a:pt x="42257" y="38722"/>
                    <a:pt x="42528" y="39067"/>
                  </a:cubicBezTo>
                  <a:cubicBezTo>
                    <a:pt x="42547" y="39089"/>
                    <a:pt x="42573" y="39099"/>
                    <a:pt x="42599" y="39099"/>
                  </a:cubicBezTo>
                  <a:cubicBezTo>
                    <a:pt x="42661" y="39099"/>
                    <a:pt x="42724" y="39045"/>
                    <a:pt x="42688" y="38977"/>
                  </a:cubicBezTo>
                  <a:cubicBezTo>
                    <a:pt x="42487" y="38599"/>
                    <a:pt x="42280" y="38232"/>
                    <a:pt x="42096" y="37846"/>
                  </a:cubicBezTo>
                  <a:cubicBezTo>
                    <a:pt x="42171" y="37834"/>
                    <a:pt x="42245" y="37819"/>
                    <a:pt x="42320" y="37805"/>
                  </a:cubicBezTo>
                  <a:cubicBezTo>
                    <a:pt x="42476" y="37773"/>
                    <a:pt x="42629" y="37736"/>
                    <a:pt x="42787" y="37698"/>
                  </a:cubicBezTo>
                  <a:lnTo>
                    <a:pt x="42787" y="37698"/>
                  </a:lnTo>
                  <a:cubicBezTo>
                    <a:pt x="42782" y="37709"/>
                    <a:pt x="42780" y="37726"/>
                    <a:pt x="42783" y="37742"/>
                  </a:cubicBezTo>
                  <a:cubicBezTo>
                    <a:pt x="42899" y="38182"/>
                    <a:pt x="43112" y="38592"/>
                    <a:pt x="43392" y="38952"/>
                  </a:cubicBezTo>
                  <a:cubicBezTo>
                    <a:pt x="43410" y="38974"/>
                    <a:pt x="43433" y="38983"/>
                    <a:pt x="43455" y="38983"/>
                  </a:cubicBezTo>
                  <a:cubicBezTo>
                    <a:pt x="43515" y="38983"/>
                    <a:pt x="43571" y="38916"/>
                    <a:pt x="43526" y="38853"/>
                  </a:cubicBezTo>
                  <a:cubicBezTo>
                    <a:pt x="43265" y="38488"/>
                    <a:pt x="43069" y="38109"/>
                    <a:pt x="42918" y="37709"/>
                  </a:cubicBezTo>
                  <a:cubicBezTo>
                    <a:pt x="42912" y="37699"/>
                    <a:pt x="42909" y="37692"/>
                    <a:pt x="42904" y="37686"/>
                  </a:cubicBezTo>
                  <a:cubicBezTo>
                    <a:pt x="43096" y="37635"/>
                    <a:pt x="43292" y="37576"/>
                    <a:pt x="43483" y="37512"/>
                  </a:cubicBezTo>
                  <a:cubicBezTo>
                    <a:pt x="43543" y="37913"/>
                    <a:pt x="43680" y="38289"/>
                    <a:pt x="43922" y="38620"/>
                  </a:cubicBezTo>
                  <a:cubicBezTo>
                    <a:pt x="43942" y="38646"/>
                    <a:pt x="43966" y="38657"/>
                    <a:pt x="43989" y="38657"/>
                  </a:cubicBezTo>
                  <a:cubicBezTo>
                    <a:pt x="44051" y="38657"/>
                    <a:pt x="44110" y="38582"/>
                    <a:pt x="44067" y="38510"/>
                  </a:cubicBezTo>
                  <a:cubicBezTo>
                    <a:pt x="43869" y="38178"/>
                    <a:pt x="43720" y="37834"/>
                    <a:pt x="43646" y="37455"/>
                  </a:cubicBezTo>
                  <a:cubicBezTo>
                    <a:pt x="43779" y="37409"/>
                    <a:pt x="43910" y="37359"/>
                    <a:pt x="44039" y="37304"/>
                  </a:cubicBezTo>
                  <a:cubicBezTo>
                    <a:pt x="44173" y="37700"/>
                    <a:pt x="44362" y="38084"/>
                    <a:pt x="44622" y="38412"/>
                  </a:cubicBezTo>
                  <a:cubicBezTo>
                    <a:pt x="44638" y="38432"/>
                    <a:pt x="44660" y="38441"/>
                    <a:pt x="44683" y="38441"/>
                  </a:cubicBezTo>
                  <a:cubicBezTo>
                    <a:pt x="44734" y="38441"/>
                    <a:pt x="44787" y="38395"/>
                    <a:pt x="44757" y="38338"/>
                  </a:cubicBezTo>
                  <a:cubicBezTo>
                    <a:pt x="44567" y="37968"/>
                    <a:pt x="44383" y="37607"/>
                    <a:pt x="44226" y="37226"/>
                  </a:cubicBezTo>
                  <a:cubicBezTo>
                    <a:pt x="44424" y="37136"/>
                    <a:pt x="44618" y="37037"/>
                    <a:pt x="44804" y="36931"/>
                  </a:cubicBezTo>
                  <a:cubicBezTo>
                    <a:pt x="44995" y="37217"/>
                    <a:pt x="45147" y="37518"/>
                    <a:pt x="45279" y="37835"/>
                  </a:cubicBezTo>
                  <a:cubicBezTo>
                    <a:pt x="45294" y="37871"/>
                    <a:pt x="45323" y="37887"/>
                    <a:pt x="45352" y="37887"/>
                  </a:cubicBezTo>
                  <a:cubicBezTo>
                    <a:pt x="45404" y="37887"/>
                    <a:pt x="45457" y="37839"/>
                    <a:pt x="45437" y="37773"/>
                  </a:cubicBezTo>
                  <a:cubicBezTo>
                    <a:pt x="45331" y="37434"/>
                    <a:pt x="45158" y="37128"/>
                    <a:pt x="44943" y="36849"/>
                  </a:cubicBezTo>
                  <a:cubicBezTo>
                    <a:pt x="45086" y="36759"/>
                    <a:pt x="45228" y="36666"/>
                    <a:pt x="45362" y="36565"/>
                  </a:cubicBezTo>
                  <a:cubicBezTo>
                    <a:pt x="45534" y="36820"/>
                    <a:pt x="45707" y="37078"/>
                    <a:pt x="45919" y="37302"/>
                  </a:cubicBezTo>
                  <a:cubicBezTo>
                    <a:pt x="45937" y="37321"/>
                    <a:pt x="45959" y="37329"/>
                    <a:pt x="45978" y="37329"/>
                  </a:cubicBezTo>
                  <a:cubicBezTo>
                    <a:pt x="46031" y="37329"/>
                    <a:pt x="46076" y="37273"/>
                    <a:pt x="46040" y="37212"/>
                  </a:cubicBezTo>
                  <a:cubicBezTo>
                    <a:pt x="45885" y="36944"/>
                    <a:pt x="45682" y="36704"/>
                    <a:pt x="45484" y="36469"/>
                  </a:cubicBezTo>
                  <a:cubicBezTo>
                    <a:pt x="45631" y="36353"/>
                    <a:pt x="45772" y="36228"/>
                    <a:pt x="45902" y="36095"/>
                  </a:cubicBezTo>
                  <a:cubicBezTo>
                    <a:pt x="46105" y="36357"/>
                    <a:pt x="46316" y="36622"/>
                    <a:pt x="46558" y="36850"/>
                  </a:cubicBezTo>
                  <a:cubicBezTo>
                    <a:pt x="46572" y="36863"/>
                    <a:pt x="46588" y="36869"/>
                    <a:pt x="46603" y="36869"/>
                  </a:cubicBezTo>
                  <a:cubicBezTo>
                    <a:pt x="46655" y="36869"/>
                    <a:pt x="46702" y="36799"/>
                    <a:pt x="46665" y="36745"/>
                  </a:cubicBezTo>
                  <a:cubicBezTo>
                    <a:pt x="46475" y="36470"/>
                    <a:pt x="46242" y="36221"/>
                    <a:pt x="46008" y="35980"/>
                  </a:cubicBezTo>
                  <a:cubicBezTo>
                    <a:pt x="46195" y="35776"/>
                    <a:pt x="46361" y="35556"/>
                    <a:pt x="46503" y="35315"/>
                  </a:cubicBezTo>
                  <a:cubicBezTo>
                    <a:pt x="46724" y="35590"/>
                    <a:pt x="47005" y="35853"/>
                    <a:pt x="47297" y="36031"/>
                  </a:cubicBezTo>
                  <a:cubicBezTo>
                    <a:pt x="47314" y="36042"/>
                    <a:pt x="47331" y="36046"/>
                    <a:pt x="47347" y="36046"/>
                  </a:cubicBezTo>
                  <a:cubicBezTo>
                    <a:pt x="47414" y="36046"/>
                    <a:pt x="47458" y="35964"/>
                    <a:pt x="47397" y="35902"/>
                  </a:cubicBezTo>
                  <a:cubicBezTo>
                    <a:pt x="47142" y="35641"/>
                    <a:pt x="46864" y="35393"/>
                    <a:pt x="46594" y="35150"/>
                  </a:cubicBezTo>
                  <a:cubicBezTo>
                    <a:pt x="46645" y="35052"/>
                    <a:pt x="46691" y="34951"/>
                    <a:pt x="46734" y="34848"/>
                  </a:cubicBezTo>
                  <a:cubicBezTo>
                    <a:pt x="46765" y="34767"/>
                    <a:pt x="46795" y="34685"/>
                    <a:pt x="46823" y="34604"/>
                  </a:cubicBezTo>
                  <a:cubicBezTo>
                    <a:pt x="47003" y="34698"/>
                    <a:pt x="47192" y="34777"/>
                    <a:pt x="47376" y="34862"/>
                  </a:cubicBezTo>
                  <a:cubicBezTo>
                    <a:pt x="47552" y="34943"/>
                    <a:pt x="47729" y="35031"/>
                    <a:pt x="47917" y="35077"/>
                  </a:cubicBezTo>
                  <a:cubicBezTo>
                    <a:pt x="47923" y="35079"/>
                    <a:pt x="47928" y="35079"/>
                    <a:pt x="47933" y="35079"/>
                  </a:cubicBezTo>
                  <a:cubicBezTo>
                    <a:pt x="48000" y="35079"/>
                    <a:pt x="48041" y="34976"/>
                    <a:pt x="47978" y="34936"/>
                  </a:cubicBezTo>
                  <a:cubicBezTo>
                    <a:pt x="47818" y="34829"/>
                    <a:pt x="47634" y="34760"/>
                    <a:pt x="47457" y="34685"/>
                  </a:cubicBezTo>
                  <a:cubicBezTo>
                    <a:pt x="47265" y="34604"/>
                    <a:pt x="47074" y="34519"/>
                    <a:pt x="46877" y="34450"/>
                  </a:cubicBezTo>
                  <a:lnTo>
                    <a:pt x="46873" y="34450"/>
                  </a:lnTo>
                  <a:cubicBezTo>
                    <a:pt x="46915" y="34299"/>
                    <a:pt x="46949" y="34151"/>
                    <a:pt x="46976" y="33998"/>
                  </a:cubicBezTo>
                  <a:cubicBezTo>
                    <a:pt x="47220" y="34071"/>
                    <a:pt x="47467" y="34139"/>
                    <a:pt x="47720" y="34168"/>
                  </a:cubicBezTo>
                  <a:cubicBezTo>
                    <a:pt x="47724" y="34168"/>
                    <a:pt x="47728" y="34168"/>
                    <a:pt x="47731" y="34168"/>
                  </a:cubicBezTo>
                  <a:cubicBezTo>
                    <a:pt x="47803" y="34168"/>
                    <a:pt x="47831" y="34064"/>
                    <a:pt x="47759" y="34032"/>
                  </a:cubicBezTo>
                  <a:cubicBezTo>
                    <a:pt x="47518" y="33924"/>
                    <a:pt x="47263" y="33853"/>
                    <a:pt x="47006" y="33791"/>
                  </a:cubicBezTo>
                  <a:cubicBezTo>
                    <a:pt x="47032" y="33589"/>
                    <a:pt x="47040" y="33385"/>
                    <a:pt x="47039" y="33181"/>
                  </a:cubicBezTo>
                  <a:lnTo>
                    <a:pt x="47039" y="33181"/>
                  </a:lnTo>
                  <a:cubicBezTo>
                    <a:pt x="47137" y="33184"/>
                    <a:pt x="47236" y="33186"/>
                    <a:pt x="47336" y="33186"/>
                  </a:cubicBezTo>
                  <a:cubicBezTo>
                    <a:pt x="47535" y="33186"/>
                    <a:pt x="47735" y="33177"/>
                    <a:pt x="47929" y="33147"/>
                  </a:cubicBezTo>
                  <a:cubicBezTo>
                    <a:pt x="48024" y="33133"/>
                    <a:pt x="48038" y="32983"/>
                    <a:pt x="47933" y="32973"/>
                  </a:cubicBezTo>
                  <a:cubicBezTo>
                    <a:pt x="47816" y="32961"/>
                    <a:pt x="47697" y="32956"/>
                    <a:pt x="47578" y="32956"/>
                  </a:cubicBezTo>
                  <a:cubicBezTo>
                    <a:pt x="47395" y="32956"/>
                    <a:pt x="47211" y="32967"/>
                    <a:pt x="47029" y="32980"/>
                  </a:cubicBezTo>
                  <a:cubicBezTo>
                    <a:pt x="47015" y="32707"/>
                    <a:pt x="46978" y="32434"/>
                    <a:pt x="46925" y="32165"/>
                  </a:cubicBezTo>
                  <a:lnTo>
                    <a:pt x="46927" y="32165"/>
                  </a:lnTo>
                  <a:cubicBezTo>
                    <a:pt x="47123" y="32179"/>
                    <a:pt x="47318" y="32190"/>
                    <a:pt x="47513" y="32190"/>
                  </a:cubicBezTo>
                  <a:cubicBezTo>
                    <a:pt x="47626" y="32190"/>
                    <a:pt x="47740" y="32186"/>
                    <a:pt x="47855" y="32177"/>
                  </a:cubicBezTo>
                  <a:cubicBezTo>
                    <a:pt x="47941" y="32172"/>
                    <a:pt x="47947" y="32038"/>
                    <a:pt x="47861" y="32026"/>
                  </a:cubicBezTo>
                  <a:cubicBezTo>
                    <a:pt x="47655" y="32001"/>
                    <a:pt x="47450" y="31993"/>
                    <a:pt x="47245" y="31993"/>
                  </a:cubicBezTo>
                  <a:cubicBezTo>
                    <a:pt x="47141" y="31993"/>
                    <a:pt x="47037" y="31995"/>
                    <a:pt x="46932" y="31998"/>
                  </a:cubicBezTo>
                  <a:cubicBezTo>
                    <a:pt x="46931" y="31998"/>
                    <a:pt x="46929" y="31998"/>
                    <a:pt x="46928" y="31998"/>
                  </a:cubicBezTo>
                  <a:cubicBezTo>
                    <a:pt x="46913" y="31998"/>
                    <a:pt x="46903" y="32004"/>
                    <a:pt x="46893" y="32011"/>
                  </a:cubicBezTo>
                  <a:cubicBezTo>
                    <a:pt x="46850" y="31822"/>
                    <a:pt x="46799" y="31635"/>
                    <a:pt x="46741" y="31451"/>
                  </a:cubicBezTo>
                  <a:cubicBezTo>
                    <a:pt x="47084" y="31437"/>
                    <a:pt x="47416" y="31374"/>
                    <a:pt x="47742" y="31254"/>
                  </a:cubicBezTo>
                  <a:cubicBezTo>
                    <a:pt x="47820" y="31226"/>
                    <a:pt x="47798" y="31097"/>
                    <a:pt x="47722" y="31097"/>
                  </a:cubicBezTo>
                  <a:cubicBezTo>
                    <a:pt x="47716" y="31097"/>
                    <a:pt x="47711" y="31098"/>
                    <a:pt x="47705" y="31100"/>
                  </a:cubicBezTo>
                  <a:cubicBezTo>
                    <a:pt x="47366" y="31180"/>
                    <a:pt x="47026" y="31240"/>
                    <a:pt x="46682" y="31275"/>
                  </a:cubicBezTo>
                  <a:cubicBezTo>
                    <a:pt x="46625" y="31109"/>
                    <a:pt x="46561" y="30946"/>
                    <a:pt x="46493" y="30785"/>
                  </a:cubicBezTo>
                  <a:cubicBezTo>
                    <a:pt x="46862" y="30609"/>
                    <a:pt x="47220" y="30510"/>
                    <a:pt x="47634" y="30452"/>
                  </a:cubicBezTo>
                  <a:cubicBezTo>
                    <a:pt x="47705" y="30443"/>
                    <a:pt x="47715" y="30326"/>
                    <a:pt x="47637" y="30320"/>
                  </a:cubicBezTo>
                  <a:cubicBezTo>
                    <a:pt x="47605" y="30318"/>
                    <a:pt x="47573" y="30318"/>
                    <a:pt x="47541" y="30318"/>
                  </a:cubicBezTo>
                  <a:cubicBezTo>
                    <a:pt x="47154" y="30318"/>
                    <a:pt x="46758" y="30443"/>
                    <a:pt x="46434" y="30656"/>
                  </a:cubicBezTo>
                  <a:cubicBezTo>
                    <a:pt x="46323" y="30404"/>
                    <a:pt x="46200" y="30161"/>
                    <a:pt x="46069" y="29928"/>
                  </a:cubicBezTo>
                  <a:cubicBezTo>
                    <a:pt x="46040" y="29877"/>
                    <a:pt x="46011" y="29827"/>
                    <a:pt x="45980" y="29777"/>
                  </a:cubicBezTo>
                  <a:cubicBezTo>
                    <a:pt x="46014" y="29745"/>
                    <a:pt x="46055" y="29722"/>
                    <a:pt x="46099" y="29709"/>
                  </a:cubicBezTo>
                  <a:cubicBezTo>
                    <a:pt x="46108" y="29713"/>
                    <a:pt x="46118" y="29715"/>
                    <a:pt x="46129" y="29715"/>
                  </a:cubicBezTo>
                  <a:cubicBezTo>
                    <a:pt x="46131" y="29715"/>
                    <a:pt x="46133" y="29715"/>
                    <a:pt x="46136" y="29715"/>
                  </a:cubicBezTo>
                  <a:cubicBezTo>
                    <a:pt x="46163" y="29714"/>
                    <a:pt x="46188" y="29709"/>
                    <a:pt x="46211" y="29708"/>
                  </a:cubicBezTo>
                  <a:cubicBezTo>
                    <a:pt x="46225" y="29711"/>
                    <a:pt x="46238" y="29714"/>
                    <a:pt x="46249" y="29718"/>
                  </a:cubicBezTo>
                  <a:cubicBezTo>
                    <a:pt x="46262" y="29723"/>
                    <a:pt x="46274" y="29725"/>
                    <a:pt x="46285" y="29725"/>
                  </a:cubicBezTo>
                  <a:cubicBezTo>
                    <a:pt x="46314" y="29725"/>
                    <a:pt x="46337" y="29709"/>
                    <a:pt x="46351" y="29688"/>
                  </a:cubicBezTo>
                  <a:cubicBezTo>
                    <a:pt x="46597" y="29646"/>
                    <a:pt x="46830" y="29566"/>
                    <a:pt x="47043" y="29420"/>
                  </a:cubicBezTo>
                  <a:cubicBezTo>
                    <a:pt x="47109" y="29376"/>
                    <a:pt x="47063" y="29279"/>
                    <a:pt x="46995" y="29279"/>
                  </a:cubicBezTo>
                  <a:cubicBezTo>
                    <a:pt x="46986" y="29279"/>
                    <a:pt x="46977" y="29281"/>
                    <a:pt x="46968" y="29284"/>
                  </a:cubicBezTo>
                  <a:cubicBezTo>
                    <a:pt x="46706" y="29382"/>
                    <a:pt x="46445" y="29483"/>
                    <a:pt x="46171" y="29544"/>
                  </a:cubicBezTo>
                  <a:cubicBezTo>
                    <a:pt x="46072" y="29551"/>
                    <a:pt x="45980" y="29595"/>
                    <a:pt x="45912" y="29664"/>
                  </a:cubicBezTo>
                  <a:cubicBezTo>
                    <a:pt x="45770" y="29430"/>
                    <a:pt x="45617" y="29201"/>
                    <a:pt x="45460" y="28978"/>
                  </a:cubicBezTo>
                  <a:cubicBezTo>
                    <a:pt x="45758" y="28875"/>
                    <a:pt x="46055" y="28778"/>
                    <a:pt x="46341" y="28647"/>
                  </a:cubicBezTo>
                  <a:cubicBezTo>
                    <a:pt x="46420" y="28610"/>
                    <a:pt x="46386" y="28502"/>
                    <a:pt x="46314" y="28502"/>
                  </a:cubicBezTo>
                  <a:cubicBezTo>
                    <a:pt x="46305" y="28502"/>
                    <a:pt x="46297" y="28503"/>
                    <a:pt x="46288" y="28506"/>
                  </a:cubicBezTo>
                  <a:cubicBezTo>
                    <a:pt x="45979" y="28610"/>
                    <a:pt x="45682" y="28744"/>
                    <a:pt x="45385" y="28875"/>
                  </a:cubicBezTo>
                  <a:cubicBezTo>
                    <a:pt x="45255" y="28695"/>
                    <a:pt x="45120" y="28516"/>
                    <a:pt x="44980" y="28342"/>
                  </a:cubicBezTo>
                  <a:lnTo>
                    <a:pt x="44980" y="28342"/>
                  </a:lnTo>
                  <a:cubicBezTo>
                    <a:pt x="44983" y="28342"/>
                    <a:pt x="44987" y="28342"/>
                    <a:pt x="44990" y="28342"/>
                  </a:cubicBezTo>
                  <a:cubicBezTo>
                    <a:pt x="45006" y="28342"/>
                    <a:pt x="45023" y="28339"/>
                    <a:pt x="45041" y="28328"/>
                  </a:cubicBezTo>
                  <a:cubicBezTo>
                    <a:pt x="45300" y="28159"/>
                    <a:pt x="45561" y="27992"/>
                    <a:pt x="45807" y="27800"/>
                  </a:cubicBezTo>
                  <a:cubicBezTo>
                    <a:pt x="45876" y="27745"/>
                    <a:pt x="45825" y="27657"/>
                    <a:pt x="45756" y="27657"/>
                  </a:cubicBezTo>
                  <a:cubicBezTo>
                    <a:pt x="45741" y="27657"/>
                    <a:pt x="45726" y="27661"/>
                    <a:pt x="45711" y="27670"/>
                  </a:cubicBezTo>
                  <a:cubicBezTo>
                    <a:pt x="45442" y="27830"/>
                    <a:pt x="45192" y="28010"/>
                    <a:pt x="44939" y="28193"/>
                  </a:cubicBezTo>
                  <a:cubicBezTo>
                    <a:pt x="44917" y="28209"/>
                    <a:pt x="44907" y="28228"/>
                    <a:pt x="44906" y="28248"/>
                  </a:cubicBezTo>
                  <a:cubicBezTo>
                    <a:pt x="44757" y="28070"/>
                    <a:pt x="44604" y="27894"/>
                    <a:pt x="44447" y="27723"/>
                  </a:cubicBezTo>
                  <a:cubicBezTo>
                    <a:pt x="44583" y="27479"/>
                    <a:pt x="44780" y="27283"/>
                    <a:pt x="45016" y="27132"/>
                  </a:cubicBezTo>
                  <a:cubicBezTo>
                    <a:pt x="45068" y="27100"/>
                    <a:pt x="45033" y="27018"/>
                    <a:pt x="44981" y="27018"/>
                  </a:cubicBezTo>
                  <a:cubicBezTo>
                    <a:pt x="44973" y="27018"/>
                    <a:pt x="44965" y="27020"/>
                    <a:pt x="44957" y="27024"/>
                  </a:cubicBezTo>
                  <a:cubicBezTo>
                    <a:pt x="44689" y="27157"/>
                    <a:pt x="44485" y="27361"/>
                    <a:pt x="44346" y="27613"/>
                  </a:cubicBezTo>
                  <a:cubicBezTo>
                    <a:pt x="44185" y="27441"/>
                    <a:pt x="44020" y="27269"/>
                    <a:pt x="43850" y="27102"/>
                  </a:cubicBezTo>
                  <a:cubicBezTo>
                    <a:pt x="44030" y="26912"/>
                    <a:pt x="44204" y="26719"/>
                    <a:pt x="44356" y="26507"/>
                  </a:cubicBezTo>
                  <a:cubicBezTo>
                    <a:pt x="44404" y="26440"/>
                    <a:pt x="44350" y="26372"/>
                    <a:pt x="44287" y="26372"/>
                  </a:cubicBezTo>
                  <a:cubicBezTo>
                    <a:pt x="44265" y="26372"/>
                    <a:pt x="44241" y="26380"/>
                    <a:pt x="44221" y="26400"/>
                  </a:cubicBezTo>
                  <a:cubicBezTo>
                    <a:pt x="44041" y="26582"/>
                    <a:pt x="43881" y="26780"/>
                    <a:pt x="43727" y="26983"/>
                  </a:cubicBezTo>
                  <a:cubicBezTo>
                    <a:pt x="43578" y="26841"/>
                    <a:pt x="43428" y="26699"/>
                    <a:pt x="43276" y="26563"/>
                  </a:cubicBezTo>
                  <a:cubicBezTo>
                    <a:pt x="43407" y="26213"/>
                    <a:pt x="43633" y="25961"/>
                    <a:pt x="43959" y="25763"/>
                  </a:cubicBezTo>
                  <a:cubicBezTo>
                    <a:pt x="44028" y="25719"/>
                    <a:pt x="43974" y="25629"/>
                    <a:pt x="43908" y="25629"/>
                  </a:cubicBezTo>
                  <a:cubicBezTo>
                    <a:pt x="43901" y="25629"/>
                    <a:pt x="43893" y="25630"/>
                    <a:pt x="43886" y="25632"/>
                  </a:cubicBezTo>
                  <a:cubicBezTo>
                    <a:pt x="43514" y="25740"/>
                    <a:pt x="43228" y="26067"/>
                    <a:pt x="43137" y="26441"/>
                  </a:cubicBezTo>
                  <a:cubicBezTo>
                    <a:pt x="42981" y="26305"/>
                    <a:pt x="42826" y="26172"/>
                    <a:pt x="42667" y="26039"/>
                  </a:cubicBezTo>
                  <a:cubicBezTo>
                    <a:pt x="42887" y="25817"/>
                    <a:pt x="43118" y="25590"/>
                    <a:pt x="43295" y="25339"/>
                  </a:cubicBezTo>
                  <a:cubicBezTo>
                    <a:pt x="43345" y="25269"/>
                    <a:pt x="43285" y="25169"/>
                    <a:pt x="43212" y="25169"/>
                  </a:cubicBezTo>
                  <a:cubicBezTo>
                    <a:pt x="43192" y="25169"/>
                    <a:pt x="43171" y="25176"/>
                    <a:pt x="43152" y="25193"/>
                  </a:cubicBezTo>
                  <a:cubicBezTo>
                    <a:pt x="42915" y="25400"/>
                    <a:pt x="42705" y="25658"/>
                    <a:pt x="42500" y="25903"/>
                  </a:cubicBezTo>
                  <a:cubicBezTo>
                    <a:pt x="42374" y="25800"/>
                    <a:pt x="42246" y="25699"/>
                    <a:pt x="42118" y="25598"/>
                  </a:cubicBezTo>
                  <a:cubicBezTo>
                    <a:pt x="42089" y="25576"/>
                    <a:pt x="42058" y="25554"/>
                    <a:pt x="42026" y="25529"/>
                  </a:cubicBezTo>
                  <a:cubicBezTo>
                    <a:pt x="42202" y="25359"/>
                    <a:pt x="42372" y="25167"/>
                    <a:pt x="42478" y="24956"/>
                  </a:cubicBezTo>
                  <a:cubicBezTo>
                    <a:pt x="42508" y="24895"/>
                    <a:pt x="42456" y="24846"/>
                    <a:pt x="42401" y="24846"/>
                  </a:cubicBezTo>
                  <a:cubicBezTo>
                    <a:pt x="42379" y="24846"/>
                    <a:pt x="42356" y="24854"/>
                    <a:pt x="42338" y="24874"/>
                  </a:cubicBezTo>
                  <a:cubicBezTo>
                    <a:pt x="42181" y="25051"/>
                    <a:pt x="42046" y="25245"/>
                    <a:pt x="41896" y="25430"/>
                  </a:cubicBezTo>
                  <a:cubicBezTo>
                    <a:pt x="41676" y="25261"/>
                    <a:pt x="41455" y="25098"/>
                    <a:pt x="41230" y="24938"/>
                  </a:cubicBezTo>
                  <a:cubicBezTo>
                    <a:pt x="41486" y="24757"/>
                    <a:pt x="41761" y="24548"/>
                    <a:pt x="41919" y="24280"/>
                  </a:cubicBezTo>
                  <a:cubicBezTo>
                    <a:pt x="41952" y="24222"/>
                    <a:pt x="41894" y="24166"/>
                    <a:pt x="41837" y="24166"/>
                  </a:cubicBezTo>
                  <a:cubicBezTo>
                    <a:pt x="41821" y="24166"/>
                    <a:pt x="41805" y="24171"/>
                    <a:pt x="41791" y="24181"/>
                  </a:cubicBezTo>
                  <a:cubicBezTo>
                    <a:pt x="41536" y="24372"/>
                    <a:pt x="41325" y="24626"/>
                    <a:pt x="41081" y="24833"/>
                  </a:cubicBezTo>
                  <a:cubicBezTo>
                    <a:pt x="40941" y="24734"/>
                    <a:pt x="40799" y="24636"/>
                    <a:pt x="40659" y="24538"/>
                  </a:cubicBezTo>
                  <a:cubicBezTo>
                    <a:pt x="40890" y="24361"/>
                    <a:pt x="41122" y="24133"/>
                    <a:pt x="41243" y="23882"/>
                  </a:cubicBezTo>
                  <a:cubicBezTo>
                    <a:pt x="41270" y="23823"/>
                    <a:pt x="41214" y="23755"/>
                    <a:pt x="41158" y="23755"/>
                  </a:cubicBezTo>
                  <a:cubicBezTo>
                    <a:pt x="41141" y="23755"/>
                    <a:pt x="41124" y="23761"/>
                    <a:pt x="41109" y="23776"/>
                  </a:cubicBezTo>
                  <a:cubicBezTo>
                    <a:pt x="40998" y="23882"/>
                    <a:pt x="40907" y="24007"/>
                    <a:pt x="40803" y="24120"/>
                  </a:cubicBezTo>
                  <a:cubicBezTo>
                    <a:pt x="40706" y="24229"/>
                    <a:pt x="40598" y="24324"/>
                    <a:pt x="40489" y="24421"/>
                  </a:cubicBezTo>
                  <a:cubicBezTo>
                    <a:pt x="40316" y="24303"/>
                    <a:pt x="40142" y="24187"/>
                    <a:pt x="39967" y="24071"/>
                  </a:cubicBezTo>
                  <a:cubicBezTo>
                    <a:pt x="40183" y="23833"/>
                    <a:pt x="40395" y="23587"/>
                    <a:pt x="40550" y="23305"/>
                  </a:cubicBezTo>
                  <a:cubicBezTo>
                    <a:pt x="40582" y="23247"/>
                    <a:pt x="40528" y="23195"/>
                    <a:pt x="40474" y="23195"/>
                  </a:cubicBezTo>
                  <a:cubicBezTo>
                    <a:pt x="40452" y="23195"/>
                    <a:pt x="40430" y="23203"/>
                    <a:pt x="40414" y="23223"/>
                  </a:cubicBezTo>
                  <a:cubicBezTo>
                    <a:pt x="40211" y="23468"/>
                    <a:pt x="40047" y="23743"/>
                    <a:pt x="39868" y="24005"/>
                  </a:cubicBezTo>
                  <a:cubicBezTo>
                    <a:pt x="39624" y="23847"/>
                    <a:pt x="39381" y="23691"/>
                    <a:pt x="39135" y="23535"/>
                  </a:cubicBezTo>
                  <a:cubicBezTo>
                    <a:pt x="39318" y="23318"/>
                    <a:pt x="39504" y="23093"/>
                    <a:pt x="39629" y="22851"/>
                  </a:cubicBezTo>
                  <a:cubicBezTo>
                    <a:pt x="39661" y="22788"/>
                    <a:pt x="39608" y="22741"/>
                    <a:pt x="39553" y="22741"/>
                  </a:cubicBezTo>
                  <a:cubicBezTo>
                    <a:pt x="39530" y="22741"/>
                    <a:pt x="39507" y="22749"/>
                    <a:pt x="39490" y="22767"/>
                  </a:cubicBezTo>
                  <a:cubicBezTo>
                    <a:pt x="39301" y="22958"/>
                    <a:pt x="39147" y="23210"/>
                    <a:pt x="39001" y="23450"/>
                  </a:cubicBezTo>
                  <a:cubicBezTo>
                    <a:pt x="38753" y="23291"/>
                    <a:pt x="38505" y="23135"/>
                    <a:pt x="38254" y="22982"/>
                  </a:cubicBezTo>
                  <a:cubicBezTo>
                    <a:pt x="38491" y="22787"/>
                    <a:pt x="38689" y="22537"/>
                    <a:pt x="38773" y="22243"/>
                  </a:cubicBezTo>
                  <a:cubicBezTo>
                    <a:pt x="38787" y="22198"/>
                    <a:pt x="38745" y="22166"/>
                    <a:pt x="38704" y="22166"/>
                  </a:cubicBezTo>
                  <a:cubicBezTo>
                    <a:pt x="38685" y="22166"/>
                    <a:pt x="38665" y="22174"/>
                    <a:pt x="38652" y="22190"/>
                  </a:cubicBezTo>
                  <a:cubicBezTo>
                    <a:pt x="38472" y="22440"/>
                    <a:pt x="38302" y="22673"/>
                    <a:pt x="38083" y="22873"/>
                  </a:cubicBezTo>
                  <a:cubicBezTo>
                    <a:pt x="37837" y="22723"/>
                    <a:pt x="37594" y="22573"/>
                    <a:pt x="37347" y="22423"/>
                  </a:cubicBezTo>
                  <a:cubicBezTo>
                    <a:pt x="37523" y="22179"/>
                    <a:pt x="37738" y="21978"/>
                    <a:pt x="37978" y="21793"/>
                  </a:cubicBezTo>
                  <a:cubicBezTo>
                    <a:pt x="38029" y="21753"/>
                    <a:pt x="37996" y="21665"/>
                    <a:pt x="37941" y="21665"/>
                  </a:cubicBezTo>
                  <a:cubicBezTo>
                    <a:pt x="37932" y="21665"/>
                    <a:pt x="37922" y="21668"/>
                    <a:pt x="37912" y="21673"/>
                  </a:cubicBezTo>
                  <a:cubicBezTo>
                    <a:pt x="37615" y="21827"/>
                    <a:pt x="37391" y="22064"/>
                    <a:pt x="37232" y="22349"/>
                  </a:cubicBezTo>
                  <a:cubicBezTo>
                    <a:pt x="37065" y="22247"/>
                    <a:pt x="36899" y="22143"/>
                    <a:pt x="36731" y="22041"/>
                  </a:cubicBezTo>
                  <a:cubicBezTo>
                    <a:pt x="36945" y="21815"/>
                    <a:pt x="37150" y="21572"/>
                    <a:pt x="37290" y="21290"/>
                  </a:cubicBezTo>
                  <a:cubicBezTo>
                    <a:pt x="37318" y="21236"/>
                    <a:pt x="37270" y="21189"/>
                    <a:pt x="37221" y="21189"/>
                  </a:cubicBezTo>
                  <a:cubicBezTo>
                    <a:pt x="37201" y="21189"/>
                    <a:pt x="37181" y="21197"/>
                    <a:pt x="37166" y="21215"/>
                  </a:cubicBezTo>
                  <a:cubicBezTo>
                    <a:pt x="36967" y="21456"/>
                    <a:pt x="36797" y="21718"/>
                    <a:pt x="36604" y="21965"/>
                  </a:cubicBezTo>
                  <a:cubicBezTo>
                    <a:pt x="36433" y="21859"/>
                    <a:pt x="36264" y="21754"/>
                    <a:pt x="36094" y="21647"/>
                  </a:cubicBezTo>
                  <a:cubicBezTo>
                    <a:pt x="36223" y="21319"/>
                    <a:pt x="36424" y="21052"/>
                    <a:pt x="36626" y="20757"/>
                  </a:cubicBezTo>
                  <a:cubicBezTo>
                    <a:pt x="36665" y="20699"/>
                    <a:pt x="36621" y="20627"/>
                    <a:pt x="36564" y="20627"/>
                  </a:cubicBezTo>
                  <a:cubicBezTo>
                    <a:pt x="36549" y="20627"/>
                    <a:pt x="36532" y="20632"/>
                    <a:pt x="36517" y="20644"/>
                  </a:cubicBezTo>
                  <a:cubicBezTo>
                    <a:pt x="36228" y="20857"/>
                    <a:pt x="36045" y="21207"/>
                    <a:pt x="35938" y="21551"/>
                  </a:cubicBezTo>
                  <a:cubicBezTo>
                    <a:pt x="35758" y="21438"/>
                    <a:pt x="35578" y="21326"/>
                    <a:pt x="35400" y="21211"/>
                  </a:cubicBezTo>
                  <a:cubicBezTo>
                    <a:pt x="35454" y="21112"/>
                    <a:pt x="35505" y="21008"/>
                    <a:pt x="35554" y="20906"/>
                  </a:cubicBezTo>
                  <a:cubicBezTo>
                    <a:pt x="35625" y="20755"/>
                    <a:pt x="35720" y="20602"/>
                    <a:pt x="35739" y="20433"/>
                  </a:cubicBezTo>
                  <a:cubicBezTo>
                    <a:pt x="35743" y="20386"/>
                    <a:pt x="35707" y="20354"/>
                    <a:pt x="35668" y="20354"/>
                  </a:cubicBezTo>
                  <a:cubicBezTo>
                    <a:pt x="35649" y="20354"/>
                    <a:pt x="35629" y="20361"/>
                    <a:pt x="35614" y="20379"/>
                  </a:cubicBezTo>
                  <a:cubicBezTo>
                    <a:pt x="35506" y="20511"/>
                    <a:pt x="35462" y="20684"/>
                    <a:pt x="35406" y="20842"/>
                  </a:cubicBezTo>
                  <a:cubicBezTo>
                    <a:pt x="35366" y="20942"/>
                    <a:pt x="35330" y="21044"/>
                    <a:pt x="35298" y="21147"/>
                  </a:cubicBezTo>
                  <a:cubicBezTo>
                    <a:pt x="35060" y="20994"/>
                    <a:pt x="34823" y="20840"/>
                    <a:pt x="34586" y="20684"/>
                  </a:cubicBezTo>
                  <a:cubicBezTo>
                    <a:pt x="34710" y="20456"/>
                    <a:pt x="34832" y="20230"/>
                    <a:pt x="34918" y="19987"/>
                  </a:cubicBezTo>
                  <a:cubicBezTo>
                    <a:pt x="34938" y="19927"/>
                    <a:pt x="34886" y="19867"/>
                    <a:pt x="34834" y="19867"/>
                  </a:cubicBezTo>
                  <a:cubicBezTo>
                    <a:pt x="34813" y="19867"/>
                    <a:pt x="34791" y="19877"/>
                    <a:pt x="34775" y="19901"/>
                  </a:cubicBezTo>
                  <a:cubicBezTo>
                    <a:pt x="34626" y="20121"/>
                    <a:pt x="34533" y="20355"/>
                    <a:pt x="34456" y="20599"/>
                  </a:cubicBezTo>
                  <a:cubicBezTo>
                    <a:pt x="34300" y="20495"/>
                    <a:pt x="34144" y="20390"/>
                    <a:pt x="33990" y="20284"/>
                  </a:cubicBezTo>
                  <a:lnTo>
                    <a:pt x="33990" y="20284"/>
                  </a:lnTo>
                  <a:cubicBezTo>
                    <a:pt x="34001" y="20287"/>
                    <a:pt x="34013" y="20289"/>
                    <a:pt x="34025" y="20289"/>
                  </a:cubicBezTo>
                  <a:cubicBezTo>
                    <a:pt x="34053" y="20289"/>
                    <a:pt x="34081" y="20279"/>
                    <a:pt x="34102" y="20252"/>
                  </a:cubicBezTo>
                  <a:cubicBezTo>
                    <a:pt x="34279" y="20029"/>
                    <a:pt x="34465" y="19777"/>
                    <a:pt x="34579" y="19515"/>
                  </a:cubicBezTo>
                  <a:cubicBezTo>
                    <a:pt x="34612" y="19439"/>
                    <a:pt x="34552" y="19381"/>
                    <a:pt x="34488" y="19381"/>
                  </a:cubicBezTo>
                  <a:cubicBezTo>
                    <a:pt x="34461" y="19381"/>
                    <a:pt x="34434" y="19391"/>
                    <a:pt x="34412" y="19414"/>
                  </a:cubicBezTo>
                  <a:cubicBezTo>
                    <a:pt x="34214" y="19621"/>
                    <a:pt x="34055" y="19893"/>
                    <a:pt x="33918" y="20142"/>
                  </a:cubicBezTo>
                  <a:cubicBezTo>
                    <a:pt x="33896" y="20178"/>
                    <a:pt x="33903" y="20213"/>
                    <a:pt x="33923" y="20240"/>
                  </a:cubicBezTo>
                  <a:cubicBezTo>
                    <a:pt x="33762" y="20127"/>
                    <a:pt x="33599" y="20013"/>
                    <a:pt x="33439" y="19897"/>
                  </a:cubicBezTo>
                  <a:cubicBezTo>
                    <a:pt x="33708" y="19702"/>
                    <a:pt x="33937" y="19441"/>
                    <a:pt x="34044" y="19122"/>
                  </a:cubicBezTo>
                  <a:cubicBezTo>
                    <a:pt x="34065" y="19054"/>
                    <a:pt x="34016" y="19007"/>
                    <a:pt x="33965" y="19007"/>
                  </a:cubicBezTo>
                  <a:cubicBezTo>
                    <a:pt x="33937" y="19007"/>
                    <a:pt x="33908" y="19021"/>
                    <a:pt x="33889" y="19054"/>
                  </a:cubicBezTo>
                  <a:cubicBezTo>
                    <a:pt x="33729" y="19337"/>
                    <a:pt x="33551" y="19591"/>
                    <a:pt x="33295" y="19794"/>
                  </a:cubicBezTo>
                  <a:cubicBezTo>
                    <a:pt x="33162" y="19697"/>
                    <a:pt x="33033" y="19602"/>
                    <a:pt x="32903" y="19505"/>
                  </a:cubicBezTo>
                  <a:cubicBezTo>
                    <a:pt x="33089" y="19224"/>
                    <a:pt x="33287" y="18932"/>
                    <a:pt x="33406" y="18626"/>
                  </a:cubicBezTo>
                  <a:cubicBezTo>
                    <a:pt x="33432" y="18558"/>
                    <a:pt x="33377" y="18498"/>
                    <a:pt x="33319" y="18498"/>
                  </a:cubicBezTo>
                  <a:cubicBezTo>
                    <a:pt x="33296" y="18498"/>
                    <a:pt x="33271" y="18508"/>
                    <a:pt x="33252" y="18533"/>
                  </a:cubicBezTo>
                  <a:cubicBezTo>
                    <a:pt x="33047" y="18783"/>
                    <a:pt x="32896" y="19094"/>
                    <a:pt x="32748" y="19387"/>
                  </a:cubicBezTo>
                  <a:cubicBezTo>
                    <a:pt x="32564" y="19248"/>
                    <a:pt x="32380" y="19106"/>
                    <a:pt x="32199" y="18959"/>
                  </a:cubicBezTo>
                  <a:cubicBezTo>
                    <a:pt x="32362" y="18747"/>
                    <a:pt x="32525" y="18530"/>
                    <a:pt x="32658" y="18296"/>
                  </a:cubicBezTo>
                  <a:cubicBezTo>
                    <a:pt x="32689" y="18240"/>
                    <a:pt x="32638" y="18193"/>
                    <a:pt x="32586" y="18193"/>
                  </a:cubicBezTo>
                  <a:cubicBezTo>
                    <a:pt x="32565" y="18193"/>
                    <a:pt x="32545" y="18201"/>
                    <a:pt x="32529" y="18218"/>
                  </a:cubicBezTo>
                  <a:cubicBezTo>
                    <a:pt x="32359" y="18415"/>
                    <a:pt x="32213" y="18633"/>
                    <a:pt x="32070" y="18853"/>
                  </a:cubicBezTo>
                  <a:cubicBezTo>
                    <a:pt x="31939" y="18747"/>
                    <a:pt x="31808" y="18640"/>
                    <a:pt x="31679" y="18530"/>
                  </a:cubicBezTo>
                  <a:cubicBezTo>
                    <a:pt x="31645" y="18500"/>
                    <a:pt x="31611" y="18472"/>
                    <a:pt x="31578" y="18442"/>
                  </a:cubicBezTo>
                  <a:lnTo>
                    <a:pt x="31578" y="18442"/>
                  </a:lnTo>
                  <a:cubicBezTo>
                    <a:pt x="31588" y="18447"/>
                    <a:pt x="31598" y="18449"/>
                    <a:pt x="31609" y="18449"/>
                  </a:cubicBezTo>
                  <a:cubicBezTo>
                    <a:pt x="31627" y="18449"/>
                    <a:pt x="31646" y="18442"/>
                    <a:pt x="31660" y="18426"/>
                  </a:cubicBezTo>
                  <a:cubicBezTo>
                    <a:pt x="31859" y="18197"/>
                    <a:pt x="32054" y="17932"/>
                    <a:pt x="32197" y="17664"/>
                  </a:cubicBezTo>
                  <a:cubicBezTo>
                    <a:pt x="32233" y="17597"/>
                    <a:pt x="32171" y="17539"/>
                    <a:pt x="32109" y="17539"/>
                  </a:cubicBezTo>
                  <a:cubicBezTo>
                    <a:pt x="32084" y="17539"/>
                    <a:pt x="32060" y="17548"/>
                    <a:pt x="32041" y="17570"/>
                  </a:cubicBezTo>
                  <a:cubicBezTo>
                    <a:pt x="31850" y="17803"/>
                    <a:pt x="31680" y="18086"/>
                    <a:pt x="31545" y="18355"/>
                  </a:cubicBezTo>
                  <a:cubicBezTo>
                    <a:pt x="31535" y="18377"/>
                    <a:pt x="31537" y="18398"/>
                    <a:pt x="31547" y="18414"/>
                  </a:cubicBezTo>
                  <a:cubicBezTo>
                    <a:pt x="31270" y="18173"/>
                    <a:pt x="30998" y="17930"/>
                    <a:pt x="30731" y="17682"/>
                  </a:cubicBezTo>
                  <a:cubicBezTo>
                    <a:pt x="30933" y="17427"/>
                    <a:pt x="31124" y="17162"/>
                    <a:pt x="31287" y="16886"/>
                  </a:cubicBezTo>
                  <a:cubicBezTo>
                    <a:pt x="31323" y="16827"/>
                    <a:pt x="31267" y="16775"/>
                    <a:pt x="31211" y="16775"/>
                  </a:cubicBezTo>
                  <a:cubicBezTo>
                    <a:pt x="31189" y="16775"/>
                    <a:pt x="31166" y="16784"/>
                    <a:pt x="31150" y="16804"/>
                  </a:cubicBezTo>
                  <a:cubicBezTo>
                    <a:pt x="30950" y="17039"/>
                    <a:pt x="30772" y="17297"/>
                    <a:pt x="30604" y="17559"/>
                  </a:cubicBezTo>
                  <a:cubicBezTo>
                    <a:pt x="30382" y="17351"/>
                    <a:pt x="30162" y="17140"/>
                    <a:pt x="29945" y="16924"/>
                  </a:cubicBezTo>
                  <a:cubicBezTo>
                    <a:pt x="30093" y="16573"/>
                    <a:pt x="30305" y="16281"/>
                    <a:pt x="30553" y="15993"/>
                  </a:cubicBezTo>
                  <a:cubicBezTo>
                    <a:pt x="30605" y="15934"/>
                    <a:pt x="30549" y="15863"/>
                    <a:pt x="30486" y="15863"/>
                  </a:cubicBezTo>
                  <a:cubicBezTo>
                    <a:pt x="30470" y="15863"/>
                    <a:pt x="30455" y="15867"/>
                    <a:pt x="30440" y="15877"/>
                  </a:cubicBezTo>
                  <a:cubicBezTo>
                    <a:pt x="30121" y="16084"/>
                    <a:pt x="29910" y="16417"/>
                    <a:pt x="29802" y="16777"/>
                  </a:cubicBezTo>
                  <a:cubicBezTo>
                    <a:pt x="29542" y="16515"/>
                    <a:pt x="29286" y="16248"/>
                    <a:pt x="29037" y="15979"/>
                  </a:cubicBezTo>
                  <a:cubicBezTo>
                    <a:pt x="29058" y="15977"/>
                    <a:pt x="29080" y="15969"/>
                    <a:pt x="29094" y="15948"/>
                  </a:cubicBezTo>
                  <a:cubicBezTo>
                    <a:pt x="29322" y="15620"/>
                    <a:pt x="29551" y="15289"/>
                    <a:pt x="29774" y="14956"/>
                  </a:cubicBezTo>
                  <a:cubicBezTo>
                    <a:pt x="29814" y="14896"/>
                    <a:pt x="29768" y="14834"/>
                    <a:pt x="29714" y="14834"/>
                  </a:cubicBezTo>
                  <a:cubicBezTo>
                    <a:pt x="29694" y="14834"/>
                    <a:pt x="29672" y="14842"/>
                    <a:pt x="29654" y="14862"/>
                  </a:cubicBezTo>
                  <a:cubicBezTo>
                    <a:pt x="29370" y="15161"/>
                    <a:pt x="29136" y="15496"/>
                    <a:pt x="28946" y="15861"/>
                  </a:cubicBezTo>
                  <a:cubicBezTo>
                    <a:pt x="28944" y="15866"/>
                    <a:pt x="28944" y="15871"/>
                    <a:pt x="28942" y="15877"/>
                  </a:cubicBezTo>
                  <a:cubicBezTo>
                    <a:pt x="28724" y="15642"/>
                    <a:pt x="28507" y="15402"/>
                    <a:pt x="28297" y="15160"/>
                  </a:cubicBezTo>
                  <a:cubicBezTo>
                    <a:pt x="28465" y="14994"/>
                    <a:pt x="28618" y="14814"/>
                    <a:pt x="28769" y="14637"/>
                  </a:cubicBezTo>
                  <a:cubicBezTo>
                    <a:pt x="28931" y="14448"/>
                    <a:pt x="29108" y="14268"/>
                    <a:pt x="29234" y="14056"/>
                  </a:cubicBezTo>
                  <a:cubicBezTo>
                    <a:pt x="29272" y="13991"/>
                    <a:pt x="29204" y="13919"/>
                    <a:pt x="29138" y="13919"/>
                  </a:cubicBezTo>
                  <a:cubicBezTo>
                    <a:pt x="29120" y="13919"/>
                    <a:pt x="29101" y="13925"/>
                    <a:pt x="29085" y="13938"/>
                  </a:cubicBezTo>
                  <a:cubicBezTo>
                    <a:pt x="28908" y="14090"/>
                    <a:pt x="28773" y="14283"/>
                    <a:pt x="28626" y="14463"/>
                  </a:cubicBezTo>
                  <a:cubicBezTo>
                    <a:pt x="28476" y="14650"/>
                    <a:pt x="28321" y="14831"/>
                    <a:pt x="28185" y="15029"/>
                  </a:cubicBezTo>
                  <a:cubicBezTo>
                    <a:pt x="27954" y="14760"/>
                    <a:pt x="27725" y="14491"/>
                    <a:pt x="27501" y="14217"/>
                  </a:cubicBezTo>
                  <a:cubicBezTo>
                    <a:pt x="27773" y="13901"/>
                    <a:pt x="28054" y="13570"/>
                    <a:pt x="28266" y="13218"/>
                  </a:cubicBezTo>
                  <a:cubicBezTo>
                    <a:pt x="28306" y="13153"/>
                    <a:pt x="28258" y="13088"/>
                    <a:pt x="28200" y="13088"/>
                  </a:cubicBezTo>
                  <a:cubicBezTo>
                    <a:pt x="28179" y="13088"/>
                    <a:pt x="28157" y="13096"/>
                    <a:pt x="28137" y="13116"/>
                  </a:cubicBezTo>
                  <a:cubicBezTo>
                    <a:pt x="27858" y="13404"/>
                    <a:pt x="27619" y="13747"/>
                    <a:pt x="27388" y="14080"/>
                  </a:cubicBezTo>
                  <a:cubicBezTo>
                    <a:pt x="27210" y="13863"/>
                    <a:pt x="27038" y="13641"/>
                    <a:pt x="26866" y="13418"/>
                  </a:cubicBezTo>
                  <a:cubicBezTo>
                    <a:pt x="26641" y="13128"/>
                    <a:pt x="26424" y="12831"/>
                    <a:pt x="26211" y="12534"/>
                  </a:cubicBezTo>
                  <a:cubicBezTo>
                    <a:pt x="26442" y="12242"/>
                    <a:pt x="26689" y="11953"/>
                    <a:pt x="26897" y="11648"/>
                  </a:cubicBezTo>
                  <a:cubicBezTo>
                    <a:pt x="26936" y="11593"/>
                    <a:pt x="26892" y="11523"/>
                    <a:pt x="26837" y="11523"/>
                  </a:cubicBezTo>
                  <a:cubicBezTo>
                    <a:pt x="26822" y="11523"/>
                    <a:pt x="26806" y="11528"/>
                    <a:pt x="26791" y="11539"/>
                  </a:cubicBezTo>
                  <a:cubicBezTo>
                    <a:pt x="26513" y="11749"/>
                    <a:pt x="26278" y="12063"/>
                    <a:pt x="26104" y="12378"/>
                  </a:cubicBezTo>
                  <a:cubicBezTo>
                    <a:pt x="25969" y="12185"/>
                    <a:pt x="25833" y="11993"/>
                    <a:pt x="25701" y="11797"/>
                  </a:cubicBezTo>
                  <a:cubicBezTo>
                    <a:pt x="25715" y="11796"/>
                    <a:pt x="25732" y="11790"/>
                    <a:pt x="25747" y="11777"/>
                  </a:cubicBezTo>
                  <a:cubicBezTo>
                    <a:pt x="25973" y="11565"/>
                    <a:pt x="26203" y="11355"/>
                    <a:pt x="26400" y="11111"/>
                  </a:cubicBezTo>
                  <a:cubicBezTo>
                    <a:pt x="26453" y="11046"/>
                    <a:pt x="26391" y="10954"/>
                    <a:pt x="26321" y="10954"/>
                  </a:cubicBezTo>
                  <a:cubicBezTo>
                    <a:pt x="26303" y="10954"/>
                    <a:pt x="26284" y="10960"/>
                    <a:pt x="26267" y="10975"/>
                  </a:cubicBezTo>
                  <a:cubicBezTo>
                    <a:pt x="26027" y="11175"/>
                    <a:pt x="25819" y="11407"/>
                    <a:pt x="25609" y="11638"/>
                  </a:cubicBezTo>
                  <a:cubicBezTo>
                    <a:pt x="25606" y="11643"/>
                    <a:pt x="25606" y="11647"/>
                    <a:pt x="25602" y="11652"/>
                  </a:cubicBezTo>
                  <a:cubicBezTo>
                    <a:pt x="25466" y="11451"/>
                    <a:pt x="25333" y="11249"/>
                    <a:pt x="25201" y="11046"/>
                  </a:cubicBezTo>
                  <a:cubicBezTo>
                    <a:pt x="25486" y="10804"/>
                    <a:pt x="25755" y="10512"/>
                    <a:pt x="25905" y="10172"/>
                  </a:cubicBezTo>
                  <a:cubicBezTo>
                    <a:pt x="25934" y="10103"/>
                    <a:pt x="25874" y="10040"/>
                    <a:pt x="25814" y="10040"/>
                  </a:cubicBezTo>
                  <a:cubicBezTo>
                    <a:pt x="25789" y="10040"/>
                    <a:pt x="25765" y="10050"/>
                    <a:pt x="25747" y="10075"/>
                  </a:cubicBezTo>
                  <a:cubicBezTo>
                    <a:pt x="25537" y="10360"/>
                    <a:pt x="25347" y="10641"/>
                    <a:pt x="25099" y="10889"/>
                  </a:cubicBezTo>
                  <a:cubicBezTo>
                    <a:pt x="24967" y="10686"/>
                    <a:pt x="24837" y="10483"/>
                    <a:pt x="24706" y="10279"/>
                  </a:cubicBezTo>
                  <a:cubicBezTo>
                    <a:pt x="24947" y="10058"/>
                    <a:pt x="25204" y="9841"/>
                    <a:pt x="25413" y="9591"/>
                  </a:cubicBezTo>
                  <a:cubicBezTo>
                    <a:pt x="25460" y="9534"/>
                    <a:pt x="25407" y="9456"/>
                    <a:pt x="25347" y="9456"/>
                  </a:cubicBezTo>
                  <a:cubicBezTo>
                    <a:pt x="25331" y="9456"/>
                    <a:pt x="25315" y="9461"/>
                    <a:pt x="25300" y="9473"/>
                  </a:cubicBezTo>
                  <a:cubicBezTo>
                    <a:pt x="25055" y="9676"/>
                    <a:pt x="24842" y="9921"/>
                    <a:pt x="24628" y="10155"/>
                  </a:cubicBezTo>
                  <a:cubicBezTo>
                    <a:pt x="24515" y="9976"/>
                    <a:pt x="24403" y="9799"/>
                    <a:pt x="24290" y="9620"/>
                  </a:cubicBezTo>
                  <a:lnTo>
                    <a:pt x="24290" y="9620"/>
                  </a:lnTo>
                  <a:cubicBezTo>
                    <a:pt x="24297" y="9621"/>
                    <a:pt x="24304" y="9622"/>
                    <a:pt x="24311" y="9622"/>
                  </a:cubicBezTo>
                  <a:cubicBezTo>
                    <a:pt x="24338" y="9622"/>
                    <a:pt x="24365" y="9613"/>
                    <a:pt x="24388" y="9588"/>
                  </a:cubicBezTo>
                  <a:cubicBezTo>
                    <a:pt x="24636" y="9338"/>
                    <a:pt x="24919" y="9069"/>
                    <a:pt x="25110" y="8771"/>
                  </a:cubicBezTo>
                  <a:cubicBezTo>
                    <a:pt x="25155" y="8702"/>
                    <a:pt x="25102" y="8608"/>
                    <a:pt x="25032" y="8608"/>
                  </a:cubicBezTo>
                  <a:cubicBezTo>
                    <a:pt x="25014" y="8608"/>
                    <a:pt x="24994" y="8615"/>
                    <a:pt x="24974" y="8631"/>
                  </a:cubicBezTo>
                  <a:cubicBezTo>
                    <a:pt x="24692" y="8862"/>
                    <a:pt x="24451" y="9177"/>
                    <a:pt x="24223" y="9460"/>
                  </a:cubicBezTo>
                  <a:cubicBezTo>
                    <a:pt x="24216" y="9472"/>
                    <a:pt x="24212" y="9481"/>
                    <a:pt x="24209" y="9491"/>
                  </a:cubicBezTo>
                  <a:cubicBezTo>
                    <a:pt x="24040" y="9224"/>
                    <a:pt x="23872" y="8956"/>
                    <a:pt x="23706" y="8691"/>
                  </a:cubicBezTo>
                  <a:lnTo>
                    <a:pt x="23706" y="8691"/>
                  </a:lnTo>
                  <a:cubicBezTo>
                    <a:pt x="23713" y="8693"/>
                    <a:pt x="23720" y="8694"/>
                    <a:pt x="23727" y="8694"/>
                  </a:cubicBezTo>
                  <a:cubicBezTo>
                    <a:pt x="23747" y="8694"/>
                    <a:pt x="23769" y="8686"/>
                    <a:pt x="23787" y="8669"/>
                  </a:cubicBezTo>
                  <a:cubicBezTo>
                    <a:pt x="24103" y="8376"/>
                    <a:pt x="24436" y="8064"/>
                    <a:pt x="24698" y="7727"/>
                  </a:cubicBezTo>
                  <a:cubicBezTo>
                    <a:pt x="24750" y="7660"/>
                    <a:pt x="24689" y="7567"/>
                    <a:pt x="24619" y="7567"/>
                  </a:cubicBezTo>
                  <a:cubicBezTo>
                    <a:pt x="24600" y="7567"/>
                    <a:pt x="24581" y="7574"/>
                    <a:pt x="24563" y="7588"/>
                  </a:cubicBezTo>
                  <a:cubicBezTo>
                    <a:pt x="24227" y="7856"/>
                    <a:pt x="23920" y="8192"/>
                    <a:pt x="23635" y="8511"/>
                  </a:cubicBezTo>
                  <a:cubicBezTo>
                    <a:pt x="23624" y="8522"/>
                    <a:pt x="23618" y="8536"/>
                    <a:pt x="23615" y="8546"/>
                  </a:cubicBezTo>
                  <a:cubicBezTo>
                    <a:pt x="23510" y="8383"/>
                    <a:pt x="23408" y="8220"/>
                    <a:pt x="23305" y="8057"/>
                  </a:cubicBezTo>
                  <a:cubicBezTo>
                    <a:pt x="23424" y="7906"/>
                    <a:pt x="23529" y="7738"/>
                    <a:pt x="23635" y="7580"/>
                  </a:cubicBezTo>
                  <a:cubicBezTo>
                    <a:pt x="23741" y="7422"/>
                    <a:pt x="23849" y="7268"/>
                    <a:pt x="23921" y="7091"/>
                  </a:cubicBezTo>
                  <a:cubicBezTo>
                    <a:pt x="23946" y="7029"/>
                    <a:pt x="23899" y="6984"/>
                    <a:pt x="23847" y="6984"/>
                  </a:cubicBezTo>
                  <a:cubicBezTo>
                    <a:pt x="23826" y="6984"/>
                    <a:pt x="23804" y="6991"/>
                    <a:pt x="23787" y="7009"/>
                  </a:cubicBezTo>
                  <a:cubicBezTo>
                    <a:pt x="23644" y="7156"/>
                    <a:pt x="23536" y="7335"/>
                    <a:pt x="23425" y="7507"/>
                  </a:cubicBezTo>
                  <a:cubicBezTo>
                    <a:pt x="23346" y="7629"/>
                    <a:pt x="23262" y="7751"/>
                    <a:pt x="23189" y="7877"/>
                  </a:cubicBezTo>
                  <a:cubicBezTo>
                    <a:pt x="23135" y="7798"/>
                    <a:pt x="23084" y="7717"/>
                    <a:pt x="23033" y="7636"/>
                  </a:cubicBezTo>
                  <a:cubicBezTo>
                    <a:pt x="22951" y="7510"/>
                    <a:pt x="22866" y="7384"/>
                    <a:pt x="22782" y="7259"/>
                  </a:cubicBezTo>
                  <a:cubicBezTo>
                    <a:pt x="23047" y="7055"/>
                    <a:pt x="23267" y="6802"/>
                    <a:pt x="23401" y="6491"/>
                  </a:cubicBezTo>
                  <a:cubicBezTo>
                    <a:pt x="23426" y="6433"/>
                    <a:pt x="23370" y="6373"/>
                    <a:pt x="23316" y="6373"/>
                  </a:cubicBezTo>
                  <a:cubicBezTo>
                    <a:pt x="23294" y="6373"/>
                    <a:pt x="23272" y="6383"/>
                    <a:pt x="23257" y="6406"/>
                  </a:cubicBezTo>
                  <a:cubicBezTo>
                    <a:pt x="23091" y="6666"/>
                    <a:pt x="22909" y="6907"/>
                    <a:pt x="22680" y="7108"/>
                  </a:cubicBezTo>
                  <a:cubicBezTo>
                    <a:pt x="22582" y="6970"/>
                    <a:pt x="22487" y="6830"/>
                    <a:pt x="22389" y="6694"/>
                  </a:cubicBezTo>
                  <a:cubicBezTo>
                    <a:pt x="22608" y="6498"/>
                    <a:pt x="22803" y="6255"/>
                    <a:pt x="22881" y="5980"/>
                  </a:cubicBezTo>
                  <a:cubicBezTo>
                    <a:pt x="22893" y="5941"/>
                    <a:pt x="22856" y="5913"/>
                    <a:pt x="22822" y="5913"/>
                  </a:cubicBezTo>
                  <a:cubicBezTo>
                    <a:pt x="22805" y="5913"/>
                    <a:pt x="22788" y="5920"/>
                    <a:pt x="22778" y="5934"/>
                  </a:cubicBezTo>
                  <a:cubicBezTo>
                    <a:pt x="22610" y="6150"/>
                    <a:pt x="22470" y="6367"/>
                    <a:pt x="22293" y="6565"/>
                  </a:cubicBezTo>
                  <a:cubicBezTo>
                    <a:pt x="22141" y="6352"/>
                    <a:pt x="21984" y="6143"/>
                    <a:pt x="21823" y="5939"/>
                  </a:cubicBezTo>
                  <a:cubicBezTo>
                    <a:pt x="22042" y="5679"/>
                    <a:pt x="22276" y="5419"/>
                    <a:pt x="22456" y="5128"/>
                  </a:cubicBezTo>
                  <a:cubicBezTo>
                    <a:pt x="22497" y="5065"/>
                    <a:pt x="22449" y="5000"/>
                    <a:pt x="22393" y="5000"/>
                  </a:cubicBezTo>
                  <a:cubicBezTo>
                    <a:pt x="22372" y="5000"/>
                    <a:pt x="22351" y="5009"/>
                    <a:pt x="22331" y="5029"/>
                  </a:cubicBezTo>
                  <a:cubicBezTo>
                    <a:pt x="22102" y="5263"/>
                    <a:pt x="21910" y="5540"/>
                    <a:pt x="21719" y="5807"/>
                  </a:cubicBezTo>
                  <a:cubicBezTo>
                    <a:pt x="21417" y="5431"/>
                    <a:pt x="21100" y="5070"/>
                    <a:pt x="20763" y="4726"/>
                  </a:cubicBezTo>
                  <a:cubicBezTo>
                    <a:pt x="20918" y="4533"/>
                    <a:pt x="21094" y="4363"/>
                    <a:pt x="21263" y="4173"/>
                  </a:cubicBezTo>
                  <a:cubicBezTo>
                    <a:pt x="21305" y="4124"/>
                    <a:pt x="21257" y="4068"/>
                    <a:pt x="21205" y="4068"/>
                  </a:cubicBezTo>
                  <a:cubicBezTo>
                    <a:pt x="21193" y="4068"/>
                    <a:pt x="21181" y="4071"/>
                    <a:pt x="21169" y="4078"/>
                  </a:cubicBezTo>
                  <a:cubicBezTo>
                    <a:pt x="20960" y="4203"/>
                    <a:pt x="20794" y="4404"/>
                    <a:pt x="20655" y="4616"/>
                  </a:cubicBezTo>
                  <a:cubicBezTo>
                    <a:pt x="20505" y="4465"/>
                    <a:pt x="20352" y="4320"/>
                    <a:pt x="20194" y="4179"/>
                  </a:cubicBezTo>
                  <a:cubicBezTo>
                    <a:pt x="20248" y="4101"/>
                    <a:pt x="20301" y="4021"/>
                    <a:pt x="20352" y="3941"/>
                  </a:cubicBezTo>
                  <a:cubicBezTo>
                    <a:pt x="20435" y="3813"/>
                    <a:pt x="20534" y="3685"/>
                    <a:pt x="20588" y="3541"/>
                  </a:cubicBezTo>
                  <a:cubicBezTo>
                    <a:pt x="20608" y="3485"/>
                    <a:pt x="20566" y="3441"/>
                    <a:pt x="20519" y="3441"/>
                  </a:cubicBezTo>
                  <a:cubicBezTo>
                    <a:pt x="20500" y="3441"/>
                    <a:pt x="20480" y="3448"/>
                    <a:pt x="20464" y="3466"/>
                  </a:cubicBezTo>
                  <a:cubicBezTo>
                    <a:pt x="20357" y="3576"/>
                    <a:pt x="20286" y="3724"/>
                    <a:pt x="20210" y="3855"/>
                  </a:cubicBezTo>
                  <a:cubicBezTo>
                    <a:pt x="20166" y="3929"/>
                    <a:pt x="20123" y="4003"/>
                    <a:pt x="20081" y="4078"/>
                  </a:cubicBezTo>
                  <a:cubicBezTo>
                    <a:pt x="19972" y="3982"/>
                    <a:pt x="19861" y="3888"/>
                    <a:pt x="19748" y="3796"/>
                  </a:cubicBezTo>
                  <a:cubicBezTo>
                    <a:pt x="19905" y="3534"/>
                    <a:pt x="20038" y="3253"/>
                    <a:pt x="20160" y="2975"/>
                  </a:cubicBezTo>
                  <a:cubicBezTo>
                    <a:pt x="20188" y="2911"/>
                    <a:pt x="20138" y="2865"/>
                    <a:pt x="20086" y="2865"/>
                  </a:cubicBezTo>
                  <a:cubicBezTo>
                    <a:pt x="20057" y="2865"/>
                    <a:pt x="20028" y="2879"/>
                    <a:pt x="20010" y="2910"/>
                  </a:cubicBezTo>
                  <a:cubicBezTo>
                    <a:pt x="19865" y="3160"/>
                    <a:pt x="19724" y="3419"/>
                    <a:pt x="19608" y="3685"/>
                  </a:cubicBezTo>
                  <a:cubicBezTo>
                    <a:pt x="19447" y="3558"/>
                    <a:pt x="19282" y="3436"/>
                    <a:pt x="19112" y="3317"/>
                  </a:cubicBezTo>
                  <a:cubicBezTo>
                    <a:pt x="19216" y="2983"/>
                    <a:pt x="19369" y="2689"/>
                    <a:pt x="19535" y="2379"/>
                  </a:cubicBezTo>
                  <a:cubicBezTo>
                    <a:pt x="19567" y="2319"/>
                    <a:pt x="19513" y="2269"/>
                    <a:pt x="19459" y="2269"/>
                  </a:cubicBezTo>
                  <a:cubicBezTo>
                    <a:pt x="19438" y="2269"/>
                    <a:pt x="19416" y="2277"/>
                    <a:pt x="19399" y="2297"/>
                  </a:cubicBezTo>
                  <a:cubicBezTo>
                    <a:pt x="19182" y="2552"/>
                    <a:pt x="19045" y="2895"/>
                    <a:pt x="18976" y="3225"/>
                  </a:cubicBezTo>
                  <a:cubicBezTo>
                    <a:pt x="18869" y="3153"/>
                    <a:pt x="18760" y="3082"/>
                    <a:pt x="18648" y="3015"/>
                  </a:cubicBezTo>
                  <a:cubicBezTo>
                    <a:pt x="18005" y="2618"/>
                    <a:pt x="17323" y="2290"/>
                    <a:pt x="16616" y="2023"/>
                  </a:cubicBezTo>
                  <a:cubicBezTo>
                    <a:pt x="16680" y="1847"/>
                    <a:pt x="16738" y="1670"/>
                    <a:pt x="16799" y="1493"/>
                  </a:cubicBezTo>
                  <a:cubicBezTo>
                    <a:pt x="16863" y="1302"/>
                    <a:pt x="16943" y="1106"/>
                    <a:pt x="16975" y="905"/>
                  </a:cubicBezTo>
                  <a:cubicBezTo>
                    <a:pt x="16986" y="827"/>
                    <a:pt x="16927" y="781"/>
                    <a:pt x="16866" y="781"/>
                  </a:cubicBezTo>
                  <a:cubicBezTo>
                    <a:pt x="16827" y="781"/>
                    <a:pt x="16787" y="800"/>
                    <a:pt x="16765" y="843"/>
                  </a:cubicBezTo>
                  <a:cubicBezTo>
                    <a:pt x="16667" y="1038"/>
                    <a:pt x="16620" y="1261"/>
                    <a:pt x="16558" y="1468"/>
                  </a:cubicBezTo>
                  <a:cubicBezTo>
                    <a:pt x="16508" y="1628"/>
                    <a:pt x="16462" y="1789"/>
                    <a:pt x="16416" y="1949"/>
                  </a:cubicBezTo>
                  <a:cubicBezTo>
                    <a:pt x="16121" y="1843"/>
                    <a:pt x="15822" y="1748"/>
                    <a:pt x="15522" y="1665"/>
                  </a:cubicBezTo>
                  <a:cubicBezTo>
                    <a:pt x="15638" y="1360"/>
                    <a:pt x="15756" y="1052"/>
                    <a:pt x="15834" y="736"/>
                  </a:cubicBezTo>
                  <a:cubicBezTo>
                    <a:pt x="15849" y="674"/>
                    <a:pt x="15795" y="634"/>
                    <a:pt x="15741" y="634"/>
                  </a:cubicBezTo>
                  <a:cubicBezTo>
                    <a:pt x="15707" y="634"/>
                    <a:pt x="15674" y="649"/>
                    <a:pt x="15658" y="685"/>
                  </a:cubicBezTo>
                  <a:cubicBezTo>
                    <a:pt x="15532" y="986"/>
                    <a:pt x="15444" y="1305"/>
                    <a:pt x="15355" y="1621"/>
                  </a:cubicBezTo>
                  <a:cubicBezTo>
                    <a:pt x="15114" y="1558"/>
                    <a:pt x="14870" y="1500"/>
                    <a:pt x="14625" y="1451"/>
                  </a:cubicBezTo>
                  <a:cubicBezTo>
                    <a:pt x="14750" y="1145"/>
                    <a:pt x="14877" y="820"/>
                    <a:pt x="14916" y="497"/>
                  </a:cubicBezTo>
                  <a:cubicBezTo>
                    <a:pt x="14923" y="440"/>
                    <a:pt x="14880" y="405"/>
                    <a:pt x="14835" y="405"/>
                  </a:cubicBezTo>
                  <a:cubicBezTo>
                    <a:pt x="14806" y="405"/>
                    <a:pt x="14776" y="420"/>
                    <a:pt x="14760" y="453"/>
                  </a:cubicBezTo>
                  <a:cubicBezTo>
                    <a:pt x="14611" y="744"/>
                    <a:pt x="14534" y="1092"/>
                    <a:pt x="14463" y="1418"/>
                  </a:cubicBezTo>
                  <a:cubicBezTo>
                    <a:pt x="14221" y="1373"/>
                    <a:pt x="13975" y="1333"/>
                    <a:pt x="13729" y="1303"/>
                  </a:cubicBezTo>
                  <a:cubicBezTo>
                    <a:pt x="13823" y="992"/>
                    <a:pt x="13908" y="666"/>
                    <a:pt x="13952" y="347"/>
                  </a:cubicBezTo>
                  <a:cubicBezTo>
                    <a:pt x="13960" y="292"/>
                    <a:pt x="13909" y="252"/>
                    <a:pt x="13862" y="252"/>
                  </a:cubicBezTo>
                  <a:cubicBezTo>
                    <a:pt x="13834" y="252"/>
                    <a:pt x="13807" y="267"/>
                    <a:pt x="13796" y="301"/>
                  </a:cubicBezTo>
                  <a:cubicBezTo>
                    <a:pt x="13691" y="615"/>
                    <a:pt x="13620" y="953"/>
                    <a:pt x="13568" y="1283"/>
                  </a:cubicBezTo>
                  <a:cubicBezTo>
                    <a:pt x="13471" y="1274"/>
                    <a:pt x="13375" y="1262"/>
                    <a:pt x="13277" y="1254"/>
                  </a:cubicBezTo>
                  <a:cubicBezTo>
                    <a:pt x="13127" y="1239"/>
                    <a:pt x="12973" y="1230"/>
                    <a:pt x="12820" y="1222"/>
                  </a:cubicBezTo>
                  <a:cubicBezTo>
                    <a:pt x="12882" y="885"/>
                    <a:pt x="12985" y="564"/>
                    <a:pt x="13073" y="233"/>
                  </a:cubicBezTo>
                  <a:cubicBezTo>
                    <a:pt x="13086" y="187"/>
                    <a:pt x="13050" y="161"/>
                    <a:pt x="13013" y="161"/>
                  </a:cubicBezTo>
                  <a:cubicBezTo>
                    <a:pt x="12988" y="161"/>
                    <a:pt x="12962" y="172"/>
                    <a:pt x="12950" y="197"/>
                  </a:cubicBezTo>
                  <a:cubicBezTo>
                    <a:pt x="12780" y="508"/>
                    <a:pt x="12709" y="863"/>
                    <a:pt x="12681" y="1213"/>
                  </a:cubicBezTo>
                  <a:cubicBezTo>
                    <a:pt x="12496" y="1206"/>
                    <a:pt x="12311" y="1202"/>
                    <a:pt x="12127" y="1202"/>
                  </a:cubicBezTo>
                  <a:cubicBezTo>
                    <a:pt x="12046" y="1202"/>
                    <a:pt x="11964" y="1202"/>
                    <a:pt x="11883" y="1204"/>
                  </a:cubicBezTo>
                  <a:cubicBezTo>
                    <a:pt x="11981" y="834"/>
                    <a:pt x="12073" y="460"/>
                    <a:pt x="12122" y="83"/>
                  </a:cubicBezTo>
                  <a:cubicBezTo>
                    <a:pt x="12128" y="35"/>
                    <a:pt x="12083" y="1"/>
                    <a:pt x="120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16" name="Google Shape;1516;p13"/>
            <p:cNvSpPr/>
            <p:nvPr/>
          </p:nvSpPr>
          <p:spPr>
            <a:xfrm>
              <a:off x="6699960" y="-477360"/>
              <a:ext cx="2620118" cy="2022843"/>
            </a:xfrm>
            <a:custGeom>
              <a:rect b="b" l="l" r="r" t="t"/>
              <a:pathLst>
                <a:path extrusionOk="0" h="33122" w="42900">
                  <a:moveTo>
                    <a:pt x="9181" y="353"/>
                  </a:moveTo>
                  <a:cubicBezTo>
                    <a:pt x="9353" y="353"/>
                    <a:pt x="9525" y="356"/>
                    <a:pt x="9697" y="364"/>
                  </a:cubicBezTo>
                  <a:cubicBezTo>
                    <a:pt x="13568" y="538"/>
                    <a:pt x="16551" y="2947"/>
                    <a:pt x="18805" y="5925"/>
                  </a:cubicBezTo>
                  <a:cubicBezTo>
                    <a:pt x="21271" y="9178"/>
                    <a:pt x="23013" y="12918"/>
                    <a:pt x="25946" y="15818"/>
                  </a:cubicBezTo>
                  <a:cubicBezTo>
                    <a:pt x="28644" y="18486"/>
                    <a:pt x="31938" y="20453"/>
                    <a:pt x="35251" y="22253"/>
                  </a:cubicBezTo>
                  <a:cubicBezTo>
                    <a:pt x="36951" y="23177"/>
                    <a:pt x="38806" y="23973"/>
                    <a:pt x="40300" y="25226"/>
                  </a:cubicBezTo>
                  <a:cubicBezTo>
                    <a:pt x="41614" y="26330"/>
                    <a:pt x="42617" y="28013"/>
                    <a:pt x="42268" y="29789"/>
                  </a:cubicBezTo>
                  <a:cubicBezTo>
                    <a:pt x="41873" y="31804"/>
                    <a:pt x="39725" y="32510"/>
                    <a:pt x="37919" y="32704"/>
                  </a:cubicBezTo>
                  <a:cubicBezTo>
                    <a:pt x="37574" y="32741"/>
                    <a:pt x="37228" y="32760"/>
                    <a:pt x="36882" y="32760"/>
                  </a:cubicBezTo>
                  <a:cubicBezTo>
                    <a:pt x="35373" y="32760"/>
                    <a:pt x="33871" y="32408"/>
                    <a:pt x="32526" y="31723"/>
                  </a:cubicBezTo>
                  <a:cubicBezTo>
                    <a:pt x="30202" y="30540"/>
                    <a:pt x="28498" y="28550"/>
                    <a:pt x="26830" y="26574"/>
                  </a:cubicBezTo>
                  <a:lnTo>
                    <a:pt x="26830" y="26574"/>
                  </a:lnTo>
                  <a:cubicBezTo>
                    <a:pt x="26883" y="26610"/>
                    <a:pt x="26928" y="26634"/>
                    <a:pt x="26995" y="26634"/>
                  </a:cubicBezTo>
                  <a:cubicBezTo>
                    <a:pt x="27081" y="26634"/>
                    <a:pt x="27136" y="26507"/>
                    <a:pt x="27078" y="26443"/>
                  </a:cubicBezTo>
                  <a:cubicBezTo>
                    <a:pt x="27029" y="26391"/>
                    <a:pt x="26978" y="26375"/>
                    <a:pt x="26910" y="26360"/>
                  </a:cubicBezTo>
                  <a:cubicBezTo>
                    <a:pt x="26901" y="26358"/>
                    <a:pt x="26893" y="26357"/>
                    <a:pt x="26886" y="26357"/>
                  </a:cubicBezTo>
                  <a:cubicBezTo>
                    <a:pt x="26807" y="26357"/>
                    <a:pt x="26756" y="26450"/>
                    <a:pt x="26782" y="26518"/>
                  </a:cubicBezTo>
                  <a:cubicBezTo>
                    <a:pt x="26275" y="25920"/>
                    <a:pt x="25773" y="25321"/>
                    <a:pt x="25254" y="24750"/>
                  </a:cubicBezTo>
                  <a:cubicBezTo>
                    <a:pt x="24190" y="23568"/>
                    <a:pt x="23040" y="22437"/>
                    <a:pt x="21688" y="21587"/>
                  </a:cubicBezTo>
                  <a:cubicBezTo>
                    <a:pt x="20231" y="20673"/>
                    <a:pt x="18580" y="20175"/>
                    <a:pt x="16896" y="19896"/>
                  </a:cubicBezTo>
                  <a:cubicBezTo>
                    <a:pt x="13393" y="19315"/>
                    <a:pt x="9700" y="19525"/>
                    <a:pt x="6455" y="17864"/>
                  </a:cubicBezTo>
                  <a:cubicBezTo>
                    <a:pt x="4762" y="16998"/>
                    <a:pt x="3492" y="15659"/>
                    <a:pt x="2868" y="13846"/>
                  </a:cubicBezTo>
                  <a:cubicBezTo>
                    <a:pt x="2161" y="11794"/>
                    <a:pt x="1728" y="9622"/>
                    <a:pt x="1182" y="7525"/>
                  </a:cubicBezTo>
                  <a:cubicBezTo>
                    <a:pt x="904" y="6462"/>
                    <a:pt x="628" y="5396"/>
                    <a:pt x="333" y="4339"/>
                  </a:cubicBezTo>
                  <a:cubicBezTo>
                    <a:pt x="326" y="4316"/>
                    <a:pt x="318" y="4298"/>
                    <a:pt x="303" y="4284"/>
                  </a:cubicBezTo>
                  <a:cubicBezTo>
                    <a:pt x="660" y="2607"/>
                    <a:pt x="2783" y="1831"/>
                    <a:pt x="4209" y="1305"/>
                  </a:cubicBezTo>
                  <a:cubicBezTo>
                    <a:pt x="5795" y="719"/>
                    <a:pt x="7485" y="353"/>
                    <a:pt x="9181" y="353"/>
                  </a:cubicBezTo>
                  <a:close/>
                  <a:moveTo>
                    <a:pt x="9170" y="1"/>
                  </a:moveTo>
                  <a:cubicBezTo>
                    <a:pt x="8044" y="1"/>
                    <a:pt x="6917" y="157"/>
                    <a:pt x="5824" y="428"/>
                  </a:cubicBezTo>
                  <a:cubicBezTo>
                    <a:pt x="4198" y="832"/>
                    <a:pt x="2289" y="1438"/>
                    <a:pt x="1016" y="2583"/>
                  </a:cubicBezTo>
                  <a:cubicBezTo>
                    <a:pt x="486" y="3062"/>
                    <a:pt x="102" y="3646"/>
                    <a:pt x="7" y="4362"/>
                  </a:cubicBezTo>
                  <a:cubicBezTo>
                    <a:pt x="0" y="4414"/>
                    <a:pt x="20" y="4452"/>
                    <a:pt x="48" y="4479"/>
                  </a:cubicBezTo>
                  <a:cubicBezTo>
                    <a:pt x="585" y="6707"/>
                    <a:pt x="1175" y="8923"/>
                    <a:pt x="1747" y="11145"/>
                  </a:cubicBezTo>
                  <a:cubicBezTo>
                    <a:pt x="2255" y="13118"/>
                    <a:pt x="2653" y="15144"/>
                    <a:pt x="4137" y="16645"/>
                  </a:cubicBezTo>
                  <a:cubicBezTo>
                    <a:pt x="6757" y="19295"/>
                    <a:pt x="10732" y="19594"/>
                    <a:pt x="14225" y="19936"/>
                  </a:cubicBezTo>
                  <a:cubicBezTo>
                    <a:pt x="16158" y="20126"/>
                    <a:pt x="18129" y="20367"/>
                    <a:pt x="19936" y="21115"/>
                  </a:cubicBezTo>
                  <a:cubicBezTo>
                    <a:pt x="21656" y="21826"/>
                    <a:pt x="23105" y="23009"/>
                    <a:pt x="24382" y="24343"/>
                  </a:cubicBezTo>
                  <a:cubicBezTo>
                    <a:pt x="26758" y="26823"/>
                    <a:pt x="28692" y="29870"/>
                    <a:pt x="31691" y="31674"/>
                  </a:cubicBezTo>
                  <a:cubicBezTo>
                    <a:pt x="33230" y="32601"/>
                    <a:pt x="34993" y="33101"/>
                    <a:pt x="36791" y="33121"/>
                  </a:cubicBezTo>
                  <a:cubicBezTo>
                    <a:pt x="36837" y="33121"/>
                    <a:pt x="36884" y="33121"/>
                    <a:pt x="36931" y="33121"/>
                  </a:cubicBezTo>
                  <a:cubicBezTo>
                    <a:pt x="38582" y="33121"/>
                    <a:pt x="40575" y="32773"/>
                    <a:pt x="41762" y="31546"/>
                  </a:cubicBezTo>
                  <a:cubicBezTo>
                    <a:pt x="42852" y="30424"/>
                    <a:pt x="42899" y="28730"/>
                    <a:pt x="42342" y="27336"/>
                  </a:cubicBezTo>
                  <a:cubicBezTo>
                    <a:pt x="41659" y="25624"/>
                    <a:pt x="40109" y="24505"/>
                    <a:pt x="38563" y="23620"/>
                  </a:cubicBezTo>
                  <a:cubicBezTo>
                    <a:pt x="34974" y="21573"/>
                    <a:pt x="31253" y="19821"/>
                    <a:pt x="28024" y="17199"/>
                  </a:cubicBezTo>
                  <a:cubicBezTo>
                    <a:pt x="26336" y="15829"/>
                    <a:pt x="24852" y="14259"/>
                    <a:pt x="23587" y="12487"/>
                  </a:cubicBezTo>
                  <a:cubicBezTo>
                    <a:pt x="22263" y="10632"/>
                    <a:pt x="21139" y="8641"/>
                    <a:pt x="19844" y="6766"/>
                  </a:cubicBezTo>
                  <a:cubicBezTo>
                    <a:pt x="17747" y="3728"/>
                    <a:pt x="14982" y="878"/>
                    <a:pt x="11205" y="181"/>
                  </a:cubicBezTo>
                  <a:cubicBezTo>
                    <a:pt x="10533" y="58"/>
                    <a:pt x="9852" y="1"/>
                    <a:pt x="91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17" name="Google Shape;1517;p13"/>
            <p:cNvSpPr/>
            <p:nvPr/>
          </p:nvSpPr>
          <p:spPr>
            <a:xfrm>
              <a:off x="6718320" y="-456120"/>
              <a:ext cx="2584450" cy="1979299"/>
            </a:xfrm>
            <a:custGeom>
              <a:rect b="b" l="l" r="r" t="t"/>
              <a:pathLst>
                <a:path extrusionOk="0" h="32409" w="42316">
                  <a:moveTo>
                    <a:pt x="7355" y="210"/>
                  </a:moveTo>
                  <a:cubicBezTo>
                    <a:pt x="7418" y="210"/>
                    <a:pt x="7473" y="250"/>
                    <a:pt x="7502" y="310"/>
                  </a:cubicBezTo>
                  <a:lnTo>
                    <a:pt x="7533" y="374"/>
                  </a:lnTo>
                  <a:cubicBezTo>
                    <a:pt x="7573" y="454"/>
                    <a:pt x="7517" y="549"/>
                    <a:pt x="7442" y="580"/>
                  </a:cubicBezTo>
                  <a:cubicBezTo>
                    <a:pt x="7424" y="588"/>
                    <a:pt x="7404" y="592"/>
                    <a:pt x="7384" y="592"/>
                  </a:cubicBezTo>
                  <a:cubicBezTo>
                    <a:pt x="7319" y="592"/>
                    <a:pt x="7251" y="553"/>
                    <a:pt x="7234" y="490"/>
                  </a:cubicBezTo>
                  <a:lnTo>
                    <a:pt x="7211" y="423"/>
                  </a:lnTo>
                  <a:cubicBezTo>
                    <a:pt x="7187" y="344"/>
                    <a:pt x="7217" y="254"/>
                    <a:pt x="7300" y="220"/>
                  </a:cubicBezTo>
                  <a:cubicBezTo>
                    <a:pt x="7319" y="214"/>
                    <a:pt x="7337" y="210"/>
                    <a:pt x="7355" y="210"/>
                  </a:cubicBezTo>
                  <a:close/>
                  <a:moveTo>
                    <a:pt x="8879" y="499"/>
                  </a:moveTo>
                  <a:cubicBezTo>
                    <a:pt x="8915" y="499"/>
                    <a:pt x="8949" y="517"/>
                    <a:pt x="8966" y="561"/>
                  </a:cubicBezTo>
                  <a:cubicBezTo>
                    <a:pt x="8996" y="638"/>
                    <a:pt x="8931" y="696"/>
                    <a:pt x="8868" y="696"/>
                  </a:cubicBezTo>
                  <a:cubicBezTo>
                    <a:pt x="8832" y="696"/>
                    <a:pt x="8797" y="678"/>
                    <a:pt x="8780" y="634"/>
                  </a:cubicBezTo>
                  <a:cubicBezTo>
                    <a:pt x="8750" y="557"/>
                    <a:pt x="8816" y="499"/>
                    <a:pt x="8879" y="499"/>
                  </a:cubicBezTo>
                  <a:close/>
                  <a:moveTo>
                    <a:pt x="11169" y="1124"/>
                  </a:moveTo>
                  <a:cubicBezTo>
                    <a:pt x="11226" y="1124"/>
                    <a:pt x="11281" y="1154"/>
                    <a:pt x="11305" y="1218"/>
                  </a:cubicBezTo>
                  <a:cubicBezTo>
                    <a:pt x="11351" y="1333"/>
                    <a:pt x="11257" y="1428"/>
                    <a:pt x="11148" y="1428"/>
                  </a:cubicBezTo>
                  <a:cubicBezTo>
                    <a:pt x="11146" y="1428"/>
                    <a:pt x="11143" y="1428"/>
                    <a:pt x="11141" y="1428"/>
                  </a:cubicBezTo>
                  <a:lnTo>
                    <a:pt x="11141" y="1429"/>
                  </a:lnTo>
                  <a:cubicBezTo>
                    <a:pt x="11135" y="1431"/>
                    <a:pt x="11113" y="1435"/>
                    <a:pt x="11113" y="1435"/>
                  </a:cubicBezTo>
                  <a:cubicBezTo>
                    <a:pt x="11105" y="1436"/>
                    <a:pt x="11098" y="1437"/>
                    <a:pt x="11090" y="1437"/>
                  </a:cubicBezTo>
                  <a:cubicBezTo>
                    <a:pt x="10976" y="1437"/>
                    <a:pt x="10914" y="1257"/>
                    <a:pt x="11019" y="1194"/>
                  </a:cubicBezTo>
                  <a:cubicBezTo>
                    <a:pt x="11019" y="1194"/>
                    <a:pt x="11039" y="1180"/>
                    <a:pt x="11043" y="1177"/>
                  </a:cubicBezTo>
                  <a:cubicBezTo>
                    <a:pt x="11078" y="1142"/>
                    <a:pt x="11125" y="1124"/>
                    <a:pt x="11169" y="1124"/>
                  </a:cubicBezTo>
                  <a:close/>
                  <a:moveTo>
                    <a:pt x="5296" y="1285"/>
                  </a:moveTo>
                  <a:cubicBezTo>
                    <a:pt x="5339" y="1285"/>
                    <a:pt x="5381" y="1307"/>
                    <a:pt x="5402" y="1358"/>
                  </a:cubicBezTo>
                  <a:cubicBezTo>
                    <a:pt x="5438" y="1450"/>
                    <a:pt x="5360" y="1518"/>
                    <a:pt x="5284" y="1518"/>
                  </a:cubicBezTo>
                  <a:cubicBezTo>
                    <a:pt x="5242" y="1518"/>
                    <a:pt x="5200" y="1496"/>
                    <a:pt x="5179" y="1445"/>
                  </a:cubicBezTo>
                  <a:cubicBezTo>
                    <a:pt x="5143" y="1353"/>
                    <a:pt x="5221" y="1285"/>
                    <a:pt x="5296" y="1285"/>
                  </a:cubicBezTo>
                  <a:close/>
                  <a:moveTo>
                    <a:pt x="12774" y="1452"/>
                  </a:moveTo>
                  <a:cubicBezTo>
                    <a:pt x="12809" y="1452"/>
                    <a:pt x="12843" y="1469"/>
                    <a:pt x="12860" y="1510"/>
                  </a:cubicBezTo>
                  <a:cubicBezTo>
                    <a:pt x="12888" y="1585"/>
                    <a:pt x="12825" y="1641"/>
                    <a:pt x="12764" y="1641"/>
                  </a:cubicBezTo>
                  <a:cubicBezTo>
                    <a:pt x="12729" y="1641"/>
                    <a:pt x="12695" y="1623"/>
                    <a:pt x="12678" y="1581"/>
                  </a:cubicBezTo>
                  <a:cubicBezTo>
                    <a:pt x="12648" y="1507"/>
                    <a:pt x="12712" y="1452"/>
                    <a:pt x="12774" y="1452"/>
                  </a:cubicBezTo>
                  <a:close/>
                  <a:moveTo>
                    <a:pt x="4090" y="1446"/>
                  </a:moveTo>
                  <a:cubicBezTo>
                    <a:pt x="4136" y="1446"/>
                    <a:pt x="4182" y="1469"/>
                    <a:pt x="4204" y="1524"/>
                  </a:cubicBezTo>
                  <a:cubicBezTo>
                    <a:pt x="4244" y="1626"/>
                    <a:pt x="4159" y="1701"/>
                    <a:pt x="4077" y="1701"/>
                  </a:cubicBezTo>
                  <a:cubicBezTo>
                    <a:pt x="4030" y="1701"/>
                    <a:pt x="3984" y="1677"/>
                    <a:pt x="3962" y="1621"/>
                  </a:cubicBezTo>
                  <a:cubicBezTo>
                    <a:pt x="3922" y="1521"/>
                    <a:pt x="4007" y="1446"/>
                    <a:pt x="4090" y="1446"/>
                  </a:cubicBezTo>
                  <a:close/>
                  <a:moveTo>
                    <a:pt x="7637" y="1274"/>
                  </a:moveTo>
                  <a:cubicBezTo>
                    <a:pt x="7663" y="1274"/>
                    <a:pt x="7688" y="1279"/>
                    <a:pt x="7711" y="1288"/>
                  </a:cubicBezTo>
                  <a:cubicBezTo>
                    <a:pt x="7802" y="1323"/>
                    <a:pt x="7850" y="1443"/>
                    <a:pt x="7808" y="1531"/>
                  </a:cubicBezTo>
                  <a:cubicBezTo>
                    <a:pt x="7794" y="1560"/>
                    <a:pt x="7777" y="1591"/>
                    <a:pt x="7762" y="1621"/>
                  </a:cubicBezTo>
                  <a:cubicBezTo>
                    <a:pt x="7729" y="1688"/>
                    <a:pt x="7665" y="1728"/>
                    <a:pt x="7596" y="1728"/>
                  </a:cubicBezTo>
                  <a:cubicBezTo>
                    <a:pt x="7572" y="1728"/>
                    <a:pt x="7548" y="1723"/>
                    <a:pt x="7524" y="1714"/>
                  </a:cubicBezTo>
                  <a:cubicBezTo>
                    <a:pt x="7429" y="1677"/>
                    <a:pt x="7397" y="1564"/>
                    <a:pt x="7432" y="1475"/>
                  </a:cubicBezTo>
                  <a:cubicBezTo>
                    <a:pt x="7442" y="1445"/>
                    <a:pt x="7455" y="1412"/>
                    <a:pt x="7468" y="1382"/>
                  </a:cubicBezTo>
                  <a:cubicBezTo>
                    <a:pt x="7495" y="1310"/>
                    <a:pt x="7566" y="1274"/>
                    <a:pt x="7637" y="1274"/>
                  </a:cubicBezTo>
                  <a:close/>
                  <a:moveTo>
                    <a:pt x="9827" y="796"/>
                  </a:moveTo>
                  <a:cubicBezTo>
                    <a:pt x="9864" y="796"/>
                    <a:pt x="9901" y="801"/>
                    <a:pt x="9936" y="810"/>
                  </a:cubicBezTo>
                  <a:cubicBezTo>
                    <a:pt x="10210" y="884"/>
                    <a:pt x="10354" y="1160"/>
                    <a:pt x="10466" y="1391"/>
                  </a:cubicBezTo>
                  <a:cubicBezTo>
                    <a:pt x="10501" y="1462"/>
                    <a:pt x="10429" y="1528"/>
                    <a:pt x="10365" y="1528"/>
                  </a:cubicBezTo>
                  <a:cubicBezTo>
                    <a:pt x="10337" y="1528"/>
                    <a:pt x="10311" y="1516"/>
                    <a:pt x="10295" y="1487"/>
                  </a:cubicBezTo>
                  <a:cubicBezTo>
                    <a:pt x="10211" y="1343"/>
                    <a:pt x="10119" y="1171"/>
                    <a:pt x="9966" y="1089"/>
                  </a:cubicBezTo>
                  <a:cubicBezTo>
                    <a:pt x="9927" y="1067"/>
                    <a:pt x="9874" y="1054"/>
                    <a:pt x="9820" y="1054"/>
                  </a:cubicBezTo>
                  <a:cubicBezTo>
                    <a:pt x="9741" y="1054"/>
                    <a:pt x="9662" y="1083"/>
                    <a:pt x="9630" y="1159"/>
                  </a:cubicBezTo>
                  <a:cubicBezTo>
                    <a:pt x="9566" y="1310"/>
                    <a:pt x="9857" y="1463"/>
                    <a:pt x="9965" y="1509"/>
                  </a:cubicBezTo>
                  <a:cubicBezTo>
                    <a:pt x="10094" y="1564"/>
                    <a:pt x="10228" y="1590"/>
                    <a:pt x="10366" y="1590"/>
                  </a:cubicBezTo>
                  <a:cubicBezTo>
                    <a:pt x="10402" y="1590"/>
                    <a:pt x="10437" y="1589"/>
                    <a:pt x="10473" y="1585"/>
                  </a:cubicBezTo>
                  <a:cubicBezTo>
                    <a:pt x="10476" y="1585"/>
                    <a:pt x="10479" y="1585"/>
                    <a:pt x="10482" y="1585"/>
                  </a:cubicBezTo>
                  <a:cubicBezTo>
                    <a:pt x="10567" y="1585"/>
                    <a:pt x="10573" y="1709"/>
                    <a:pt x="10488" y="1728"/>
                  </a:cubicBezTo>
                  <a:cubicBezTo>
                    <a:pt x="10404" y="1747"/>
                    <a:pt x="10320" y="1756"/>
                    <a:pt x="10236" y="1756"/>
                  </a:cubicBezTo>
                  <a:cubicBezTo>
                    <a:pt x="10038" y="1756"/>
                    <a:pt x="9844" y="1704"/>
                    <a:pt x="9671" y="1599"/>
                  </a:cubicBezTo>
                  <a:cubicBezTo>
                    <a:pt x="9480" y="1482"/>
                    <a:pt x="9282" y="1280"/>
                    <a:pt x="9402" y="1041"/>
                  </a:cubicBezTo>
                  <a:cubicBezTo>
                    <a:pt x="9479" y="889"/>
                    <a:pt x="9657" y="796"/>
                    <a:pt x="9827" y="796"/>
                  </a:cubicBezTo>
                  <a:close/>
                  <a:moveTo>
                    <a:pt x="6667" y="1732"/>
                  </a:moveTo>
                  <a:cubicBezTo>
                    <a:pt x="6706" y="1732"/>
                    <a:pt x="6744" y="1752"/>
                    <a:pt x="6762" y="1799"/>
                  </a:cubicBezTo>
                  <a:cubicBezTo>
                    <a:pt x="6795" y="1883"/>
                    <a:pt x="6724" y="1945"/>
                    <a:pt x="6656" y="1945"/>
                  </a:cubicBezTo>
                  <a:cubicBezTo>
                    <a:pt x="6617" y="1945"/>
                    <a:pt x="6579" y="1926"/>
                    <a:pt x="6561" y="1878"/>
                  </a:cubicBezTo>
                  <a:cubicBezTo>
                    <a:pt x="6527" y="1795"/>
                    <a:pt x="6598" y="1732"/>
                    <a:pt x="6667" y="1732"/>
                  </a:cubicBezTo>
                  <a:close/>
                  <a:moveTo>
                    <a:pt x="9264" y="1991"/>
                  </a:moveTo>
                  <a:cubicBezTo>
                    <a:pt x="9335" y="1991"/>
                    <a:pt x="9401" y="2040"/>
                    <a:pt x="9432" y="2105"/>
                  </a:cubicBezTo>
                  <a:lnTo>
                    <a:pt x="9460" y="2168"/>
                  </a:lnTo>
                  <a:cubicBezTo>
                    <a:pt x="9504" y="2260"/>
                    <a:pt x="9442" y="2366"/>
                    <a:pt x="9355" y="2406"/>
                  </a:cubicBezTo>
                  <a:cubicBezTo>
                    <a:pt x="9336" y="2414"/>
                    <a:pt x="9314" y="2418"/>
                    <a:pt x="9293" y="2418"/>
                  </a:cubicBezTo>
                  <a:cubicBezTo>
                    <a:pt x="9219" y="2418"/>
                    <a:pt x="9142" y="2372"/>
                    <a:pt x="9119" y="2301"/>
                  </a:cubicBezTo>
                  <a:lnTo>
                    <a:pt x="9099" y="2237"/>
                  </a:lnTo>
                  <a:cubicBezTo>
                    <a:pt x="9069" y="2141"/>
                    <a:pt x="9107" y="2047"/>
                    <a:pt x="9199" y="2005"/>
                  </a:cubicBezTo>
                  <a:cubicBezTo>
                    <a:pt x="9221" y="1995"/>
                    <a:pt x="9243" y="1991"/>
                    <a:pt x="9264" y="1991"/>
                  </a:cubicBezTo>
                  <a:close/>
                  <a:moveTo>
                    <a:pt x="8285" y="2191"/>
                  </a:moveTo>
                  <a:cubicBezTo>
                    <a:pt x="8336" y="2191"/>
                    <a:pt x="8386" y="2217"/>
                    <a:pt x="8412" y="2278"/>
                  </a:cubicBezTo>
                  <a:cubicBezTo>
                    <a:pt x="8453" y="2388"/>
                    <a:pt x="8361" y="2469"/>
                    <a:pt x="8271" y="2469"/>
                  </a:cubicBezTo>
                  <a:cubicBezTo>
                    <a:pt x="8220" y="2469"/>
                    <a:pt x="8170" y="2443"/>
                    <a:pt x="8145" y="2382"/>
                  </a:cubicBezTo>
                  <a:cubicBezTo>
                    <a:pt x="8103" y="2272"/>
                    <a:pt x="8195" y="2191"/>
                    <a:pt x="8285" y="2191"/>
                  </a:cubicBezTo>
                  <a:close/>
                  <a:moveTo>
                    <a:pt x="13855" y="2275"/>
                  </a:moveTo>
                  <a:cubicBezTo>
                    <a:pt x="13891" y="2275"/>
                    <a:pt x="13926" y="2290"/>
                    <a:pt x="13952" y="2323"/>
                  </a:cubicBezTo>
                  <a:cubicBezTo>
                    <a:pt x="13967" y="2342"/>
                    <a:pt x="13977" y="2360"/>
                    <a:pt x="13988" y="2380"/>
                  </a:cubicBezTo>
                  <a:cubicBezTo>
                    <a:pt x="14032" y="2457"/>
                    <a:pt x="14018" y="2556"/>
                    <a:pt x="13927" y="2591"/>
                  </a:cubicBezTo>
                  <a:cubicBezTo>
                    <a:pt x="13910" y="2598"/>
                    <a:pt x="13893" y="2601"/>
                    <a:pt x="13877" y="2601"/>
                  </a:cubicBezTo>
                  <a:cubicBezTo>
                    <a:pt x="13809" y="2601"/>
                    <a:pt x="13756" y="2545"/>
                    <a:pt x="13740" y="2477"/>
                  </a:cubicBezTo>
                  <a:cubicBezTo>
                    <a:pt x="13736" y="2455"/>
                    <a:pt x="13731" y="2434"/>
                    <a:pt x="13729" y="2410"/>
                  </a:cubicBezTo>
                  <a:cubicBezTo>
                    <a:pt x="13722" y="2330"/>
                    <a:pt x="13788" y="2275"/>
                    <a:pt x="13855" y="2275"/>
                  </a:cubicBezTo>
                  <a:close/>
                  <a:moveTo>
                    <a:pt x="12897" y="2526"/>
                  </a:moveTo>
                  <a:cubicBezTo>
                    <a:pt x="12933" y="2526"/>
                    <a:pt x="12968" y="2544"/>
                    <a:pt x="12985" y="2587"/>
                  </a:cubicBezTo>
                  <a:cubicBezTo>
                    <a:pt x="13015" y="2664"/>
                    <a:pt x="12949" y="2722"/>
                    <a:pt x="12885" y="2722"/>
                  </a:cubicBezTo>
                  <a:cubicBezTo>
                    <a:pt x="12850" y="2722"/>
                    <a:pt x="12815" y="2704"/>
                    <a:pt x="12797" y="2661"/>
                  </a:cubicBezTo>
                  <a:cubicBezTo>
                    <a:pt x="12767" y="2584"/>
                    <a:pt x="12833" y="2526"/>
                    <a:pt x="12897" y="2526"/>
                  </a:cubicBezTo>
                  <a:close/>
                  <a:moveTo>
                    <a:pt x="7140" y="2733"/>
                  </a:moveTo>
                  <a:cubicBezTo>
                    <a:pt x="7184" y="2733"/>
                    <a:pt x="7228" y="2756"/>
                    <a:pt x="7249" y="2810"/>
                  </a:cubicBezTo>
                  <a:cubicBezTo>
                    <a:pt x="7287" y="2905"/>
                    <a:pt x="7205" y="2975"/>
                    <a:pt x="7126" y="2975"/>
                  </a:cubicBezTo>
                  <a:cubicBezTo>
                    <a:pt x="7082" y="2975"/>
                    <a:pt x="7038" y="2953"/>
                    <a:pt x="7017" y="2899"/>
                  </a:cubicBezTo>
                  <a:cubicBezTo>
                    <a:pt x="6980" y="2803"/>
                    <a:pt x="7061" y="2733"/>
                    <a:pt x="7140" y="2733"/>
                  </a:cubicBezTo>
                  <a:close/>
                  <a:moveTo>
                    <a:pt x="11406" y="2687"/>
                  </a:moveTo>
                  <a:cubicBezTo>
                    <a:pt x="11459" y="2687"/>
                    <a:pt x="11511" y="2714"/>
                    <a:pt x="11536" y="2778"/>
                  </a:cubicBezTo>
                  <a:cubicBezTo>
                    <a:pt x="11582" y="2893"/>
                    <a:pt x="11484" y="2979"/>
                    <a:pt x="11390" y="2979"/>
                  </a:cubicBezTo>
                  <a:cubicBezTo>
                    <a:pt x="11337" y="2979"/>
                    <a:pt x="11285" y="2952"/>
                    <a:pt x="11260" y="2887"/>
                  </a:cubicBezTo>
                  <a:cubicBezTo>
                    <a:pt x="11215" y="2772"/>
                    <a:pt x="11312" y="2687"/>
                    <a:pt x="11406" y="2687"/>
                  </a:cubicBezTo>
                  <a:close/>
                  <a:moveTo>
                    <a:pt x="1379" y="2711"/>
                  </a:moveTo>
                  <a:cubicBezTo>
                    <a:pt x="1436" y="2711"/>
                    <a:pt x="1489" y="2739"/>
                    <a:pt x="1509" y="2807"/>
                  </a:cubicBezTo>
                  <a:lnTo>
                    <a:pt x="1520" y="2849"/>
                  </a:lnTo>
                  <a:cubicBezTo>
                    <a:pt x="1564" y="2940"/>
                    <a:pt x="1509" y="3012"/>
                    <a:pt x="1432" y="3038"/>
                  </a:cubicBezTo>
                  <a:cubicBezTo>
                    <a:pt x="1408" y="3049"/>
                    <a:pt x="1383" y="3055"/>
                    <a:pt x="1359" y="3055"/>
                  </a:cubicBezTo>
                  <a:cubicBezTo>
                    <a:pt x="1307" y="3055"/>
                    <a:pt x="1259" y="3027"/>
                    <a:pt x="1239" y="2960"/>
                  </a:cubicBezTo>
                  <a:lnTo>
                    <a:pt x="1221" y="2920"/>
                  </a:lnTo>
                  <a:cubicBezTo>
                    <a:pt x="1164" y="2804"/>
                    <a:pt x="1277" y="2711"/>
                    <a:pt x="1379" y="2711"/>
                  </a:cubicBezTo>
                  <a:close/>
                  <a:moveTo>
                    <a:pt x="5391" y="2153"/>
                  </a:moveTo>
                  <a:cubicBezTo>
                    <a:pt x="5449" y="2153"/>
                    <a:pt x="5478" y="2201"/>
                    <a:pt x="5474" y="2244"/>
                  </a:cubicBezTo>
                  <a:cubicBezTo>
                    <a:pt x="5485" y="2247"/>
                    <a:pt x="5494" y="2250"/>
                    <a:pt x="5505" y="2254"/>
                  </a:cubicBezTo>
                  <a:cubicBezTo>
                    <a:pt x="5729" y="2367"/>
                    <a:pt x="5750" y="2662"/>
                    <a:pt x="5618" y="2859"/>
                  </a:cubicBezTo>
                  <a:cubicBezTo>
                    <a:pt x="5531" y="2988"/>
                    <a:pt x="5389" y="3072"/>
                    <a:pt x="5246" y="3126"/>
                  </a:cubicBezTo>
                  <a:cubicBezTo>
                    <a:pt x="5158" y="3161"/>
                    <a:pt x="5041" y="3211"/>
                    <a:pt x="4937" y="3211"/>
                  </a:cubicBezTo>
                  <a:cubicBezTo>
                    <a:pt x="4906" y="3211"/>
                    <a:pt x="4876" y="3207"/>
                    <a:pt x="4849" y="3196"/>
                  </a:cubicBezTo>
                  <a:cubicBezTo>
                    <a:pt x="4588" y="3107"/>
                    <a:pt x="4672" y="2712"/>
                    <a:pt x="4775" y="2533"/>
                  </a:cubicBezTo>
                  <a:cubicBezTo>
                    <a:pt x="4903" y="2309"/>
                    <a:pt x="5131" y="2162"/>
                    <a:pt x="5389" y="2153"/>
                  </a:cubicBezTo>
                  <a:cubicBezTo>
                    <a:pt x="5390" y="2153"/>
                    <a:pt x="5391" y="2153"/>
                    <a:pt x="5391" y="2153"/>
                  </a:cubicBezTo>
                  <a:close/>
                  <a:moveTo>
                    <a:pt x="15330" y="2980"/>
                  </a:moveTo>
                  <a:cubicBezTo>
                    <a:pt x="15372" y="2980"/>
                    <a:pt x="15413" y="3002"/>
                    <a:pt x="15433" y="3053"/>
                  </a:cubicBezTo>
                  <a:cubicBezTo>
                    <a:pt x="15470" y="3144"/>
                    <a:pt x="15393" y="3211"/>
                    <a:pt x="15319" y="3211"/>
                  </a:cubicBezTo>
                  <a:cubicBezTo>
                    <a:pt x="15277" y="3211"/>
                    <a:pt x="15235" y="3190"/>
                    <a:pt x="15215" y="3138"/>
                  </a:cubicBezTo>
                  <a:cubicBezTo>
                    <a:pt x="15180" y="3048"/>
                    <a:pt x="15256" y="2980"/>
                    <a:pt x="15330" y="2980"/>
                  </a:cubicBezTo>
                  <a:close/>
                  <a:moveTo>
                    <a:pt x="3161" y="2366"/>
                  </a:moveTo>
                  <a:cubicBezTo>
                    <a:pt x="3287" y="2366"/>
                    <a:pt x="3430" y="2427"/>
                    <a:pt x="3538" y="2502"/>
                  </a:cubicBezTo>
                  <a:cubicBezTo>
                    <a:pt x="3793" y="2685"/>
                    <a:pt x="3898" y="2933"/>
                    <a:pt x="3912" y="3236"/>
                  </a:cubicBezTo>
                  <a:cubicBezTo>
                    <a:pt x="3914" y="3260"/>
                    <a:pt x="3899" y="3277"/>
                    <a:pt x="3882" y="3286"/>
                  </a:cubicBezTo>
                  <a:cubicBezTo>
                    <a:pt x="3889" y="3330"/>
                    <a:pt x="3870" y="3378"/>
                    <a:pt x="3821" y="3400"/>
                  </a:cubicBezTo>
                  <a:cubicBezTo>
                    <a:pt x="3750" y="3433"/>
                    <a:pt x="3676" y="3447"/>
                    <a:pt x="3603" y="3447"/>
                  </a:cubicBezTo>
                  <a:cubicBezTo>
                    <a:pt x="3201" y="3447"/>
                    <a:pt x="2819" y="3004"/>
                    <a:pt x="2892" y="2607"/>
                  </a:cubicBezTo>
                  <a:cubicBezTo>
                    <a:pt x="2924" y="2430"/>
                    <a:pt x="3033" y="2366"/>
                    <a:pt x="3161" y="2366"/>
                  </a:cubicBezTo>
                  <a:close/>
                  <a:moveTo>
                    <a:pt x="5893" y="3333"/>
                  </a:moveTo>
                  <a:cubicBezTo>
                    <a:pt x="5951" y="3333"/>
                    <a:pt x="6009" y="3363"/>
                    <a:pt x="6036" y="3434"/>
                  </a:cubicBezTo>
                  <a:cubicBezTo>
                    <a:pt x="6086" y="3559"/>
                    <a:pt x="5978" y="3653"/>
                    <a:pt x="5874" y="3653"/>
                  </a:cubicBezTo>
                  <a:cubicBezTo>
                    <a:pt x="5816" y="3653"/>
                    <a:pt x="5759" y="3624"/>
                    <a:pt x="5732" y="3554"/>
                  </a:cubicBezTo>
                  <a:cubicBezTo>
                    <a:pt x="5682" y="3428"/>
                    <a:pt x="5789" y="3333"/>
                    <a:pt x="5893" y="3333"/>
                  </a:cubicBezTo>
                  <a:close/>
                  <a:moveTo>
                    <a:pt x="2324" y="3630"/>
                  </a:moveTo>
                  <a:cubicBezTo>
                    <a:pt x="2373" y="3630"/>
                    <a:pt x="2422" y="3655"/>
                    <a:pt x="2445" y="3714"/>
                  </a:cubicBezTo>
                  <a:cubicBezTo>
                    <a:pt x="2487" y="3821"/>
                    <a:pt x="2397" y="3900"/>
                    <a:pt x="2309" y="3900"/>
                  </a:cubicBezTo>
                  <a:cubicBezTo>
                    <a:pt x="2260" y="3900"/>
                    <a:pt x="2212" y="3875"/>
                    <a:pt x="2189" y="3816"/>
                  </a:cubicBezTo>
                  <a:cubicBezTo>
                    <a:pt x="2146" y="3709"/>
                    <a:pt x="2236" y="3630"/>
                    <a:pt x="2324" y="3630"/>
                  </a:cubicBezTo>
                  <a:close/>
                  <a:moveTo>
                    <a:pt x="14336" y="3930"/>
                  </a:moveTo>
                  <a:cubicBezTo>
                    <a:pt x="14365" y="3930"/>
                    <a:pt x="14393" y="3945"/>
                    <a:pt x="14407" y="3980"/>
                  </a:cubicBezTo>
                  <a:cubicBezTo>
                    <a:pt x="14431" y="4041"/>
                    <a:pt x="14378" y="4087"/>
                    <a:pt x="14328" y="4087"/>
                  </a:cubicBezTo>
                  <a:cubicBezTo>
                    <a:pt x="14299" y="4087"/>
                    <a:pt x="14272" y="4073"/>
                    <a:pt x="14259" y="4038"/>
                  </a:cubicBezTo>
                  <a:cubicBezTo>
                    <a:pt x="14235" y="3976"/>
                    <a:pt x="14286" y="3930"/>
                    <a:pt x="14336" y="3930"/>
                  </a:cubicBezTo>
                  <a:close/>
                  <a:moveTo>
                    <a:pt x="4122" y="4203"/>
                  </a:moveTo>
                  <a:cubicBezTo>
                    <a:pt x="4169" y="4203"/>
                    <a:pt x="4217" y="4228"/>
                    <a:pt x="4240" y="4286"/>
                  </a:cubicBezTo>
                  <a:cubicBezTo>
                    <a:pt x="4279" y="4389"/>
                    <a:pt x="4192" y="4467"/>
                    <a:pt x="4108" y="4467"/>
                  </a:cubicBezTo>
                  <a:cubicBezTo>
                    <a:pt x="4060" y="4467"/>
                    <a:pt x="4013" y="4442"/>
                    <a:pt x="3990" y="4384"/>
                  </a:cubicBezTo>
                  <a:cubicBezTo>
                    <a:pt x="3949" y="4281"/>
                    <a:pt x="4037" y="4203"/>
                    <a:pt x="4122" y="4203"/>
                  </a:cubicBezTo>
                  <a:close/>
                  <a:moveTo>
                    <a:pt x="3162" y="4401"/>
                  </a:moveTo>
                  <a:cubicBezTo>
                    <a:pt x="3221" y="4401"/>
                    <a:pt x="3278" y="4432"/>
                    <a:pt x="3306" y="4503"/>
                  </a:cubicBezTo>
                  <a:cubicBezTo>
                    <a:pt x="3356" y="4628"/>
                    <a:pt x="3248" y="4723"/>
                    <a:pt x="3143" y="4723"/>
                  </a:cubicBezTo>
                  <a:cubicBezTo>
                    <a:pt x="3085" y="4723"/>
                    <a:pt x="3027" y="4694"/>
                    <a:pt x="3000" y="4623"/>
                  </a:cubicBezTo>
                  <a:cubicBezTo>
                    <a:pt x="2950" y="4496"/>
                    <a:pt x="3058" y="4401"/>
                    <a:pt x="3162" y="4401"/>
                  </a:cubicBezTo>
                  <a:close/>
                  <a:moveTo>
                    <a:pt x="1018" y="4497"/>
                  </a:moveTo>
                  <a:cubicBezTo>
                    <a:pt x="1158" y="4497"/>
                    <a:pt x="1229" y="4737"/>
                    <a:pt x="1067" y="4789"/>
                  </a:cubicBezTo>
                  <a:lnTo>
                    <a:pt x="1000" y="4812"/>
                  </a:lnTo>
                  <a:cubicBezTo>
                    <a:pt x="981" y="4818"/>
                    <a:pt x="964" y="4821"/>
                    <a:pt x="947" y="4821"/>
                  </a:cubicBezTo>
                  <a:cubicBezTo>
                    <a:pt x="803" y="4821"/>
                    <a:pt x="740" y="4610"/>
                    <a:pt x="894" y="4540"/>
                  </a:cubicBezTo>
                  <a:lnTo>
                    <a:pt x="957" y="4511"/>
                  </a:lnTo>
                  <a:cubicBezTo>
                    <a:pt x="979" y="4502"/>
                    <a:pt x="999" y="4497"/>
                    <a:pt x="1018" y="4497"/>
                  </a:cubicBezTo>
                  <a:close/>
                  <a:moveTo>
                    <a:pt x="15645" y="4216"/>
                  </a:moveTo>
                  <a:cubicBezTo>
                    <a:pt x="15698" y="4216"/>
                    <a:pt x="15752" y="4225"/>
                    <a:pt x="15809" y="4245"/>
                  </a:cubicBezTo>
                  <a:cubicBezTo>
                    <a:pt x="16102" y="4347"/>
                    <a:pt x="16156" y="4674"/>
                    <a:pt x="15999" y="4917"/>
                  </a:cubicBezTo>
                  <a:cubicBezTo>
                    <a:pt x="15883" y="5095"/>
                    <a:pt x="15672" y="5216"/>
                    <a:pt x="15461" y="5216"/>
                  </a:cubicBezTo>
                  <a:cubicBezTo>
                    <a:pt x="15380" y="5216"/>
                    <a:pt x="15298" y="5198"/>
                    <a:pt x="15222" y="5159"/>
                  </a:cubicBezTo>
                  <a:cubicBezTo>
                    <a:pt x="15079" y="5085"/>
                    <a:pt x="14995" y="4869"/>
                    <a:pt x="15039" y="4717"/>
                  </a:cubicBezTo>
                  <a:cubicBezTo>
                    <a:pt x="15041" y="4710"/>
                    <a:pt x="15041" y="4703"/>
                    <a:pt x="15045" y="4696"/>
                  </a:cubicBezTo>
                  <a:cubicBezTo>
                    <a:pt x="15153" y="4452"/>
                    <a:pt x="15374" y="4216"/>
                    <a:pt x="15645" y="4216"/>
                  </a:cubicBezTo>
                  <a:close/>
                  <a:moveTo>
                    <a:pt x="17436" y="4874"/>
                  </a:moveTo>
                  <a:cubicBezTo>
                    <a:pt x="17516" y="4874"/>
                    <a:pt x="17585" y="4936"/>
                    <a:pt x="17603" y="5017"/>
                  </a:cubicBezTo>
                  <a:cubicBezTo>
                    <a:pt x="17603" y="5016"/>
                    <a:pt x="17603" y="5016"/>
                    <a:pt x="17603" y="5016"/>
                  </a:cubicBezTo>
                  <a:cubicBezTo>
                    <a:pt x="17604" y="5016"/>
                    <a:pt x="17614" y="5046"/>
                    <a:pt x="17614" y="5049"/>
                  </a:cubicBezTo>
                  <a:cubicBezTo>
                    <a:pt x="17644" y="5135"/>
                    <a:pt x="17607" y="5223"/>
                    <a:pt x="17522" y="5261"/>
                  </a:cubicBezTo>
                  <a:cubicBezTo>
                    <a:pt x="17504" y="5269"/>
                    <a:pt x="17485" y="5273"/>
                    <a:pt x="17466" y="5273"/>
                  </a:cubicBezTo>
                  <a:cubicBezTo>
                    <a:pt x="17399" y="5273"/>
                    <a:pt x="17335" y="5227"/>
                    <a:pt x="17310" y="5166"/>
                  </a:cubicBezTo>
                  <a:cubicBezTo>
                    <a:pt x="17310" y="5165"/>
                    <a:pt x="17294" y="5136"/>
                    <a:pt x="17295" y="5136"/>
                  </a:cubicBezTo>
                  <a:lnTo>
                    <a:pt x="17295" y="5136"/>
                  </a:lnTo>
                  <a:cubicBezTo>
                    <a:pt x="17296" y="5136"/>
                    <a:pt x="17296" y="5137"/>
                    <a:pt x="17297" y="5138"/>
                  </a:cubicBezTo>
                  <a:cubicBezTo>
                    <a:pt x="17243" y="5046"/>
                    <a:pt x="17270" y="4925"/>
                    <a:pt x="17375" y="4886"/>
                  </a:cubicBezTo>
                  <a:cubicBezTo>
                    <a:pt x="17395" y="4877"/>
                    <a:pt x="17416" y="4874"/>
                    <a:pt x="17436" y="4874"/>
                  </a:cubicBezTo>
                  <a:close/>
                  <a:moveTo>
                    <a:pt x="3023" y="5602"/>
                  </a:moveTo>
                  <a:cubicBezTo>
                    <a:pt x="3074" y="5602"/>
                    <a:pt x="3123" y="5628"/>
                    <a:pt x="3147" y="5689"/>
                  </a:cubicBezTo>
                  <a:cubicBezTo>
                    <a:pt x="3190" y="5797"/>
                    <a:pt x="3097" y="5879"/>
                    <a:pt x="3007" y="5879"/>
                  </a:cubicBezTo>
                  <a:cubicBezTo>
                    <a:pt x="2956" y="5879"/>
                    <a:pt x="2907" y="5854"/>
                    <a:pt x="2883" y="5793"/>
                  </a:cubicBezTo>
                  <a:cubicBezTo>
                    <a:pt x="2840" y="5684"/>
                    <a:pt x="2933" y="5602"/>
                    <a:pt x="3023" y="5602"/>
                  </a:cubicBezTo>
                  <a:close/>
                  <a:moveTo>
                    <a:pt x="16744" y="5610"/>
                  </a:moveTo>
                  <a:cubicBezTo>
                    <a:pt x="16820" y="5610"/>
                    <a:pt x="16889" y="5670"/>
                    <a:pt x="16899" y="5747"/>
                  </a:cubicBezTo>
                  <a:cubicBezTo>
                    <a:pt x="16906" y="5824"/>
                    <a:pt x="16843" y="5916"/>
                    <a:pt x="16760" y="5916"/>
                  </a:cubicBezTo>
                  <a:cubicBezTo>
                    <a:pt x="16687" y="5916"/>
                    <a:pt x="16612" y="5916"/>
                    <a:pt x="16539" y="5917"/>
                  </a:cubicBezTo>
                  <a:cubicBezTo>
                    <a:pt x="16536" y="5917"/>
                    <a:pt x="16534" y="5917"/>
                    <a:pt x="16532" y="5917"/>
                  </a:cubicBezTo>
                  <a:cubicBezTo>
                    <a:pt x="16458" y="5917"/>
                    <a:pt x="16391" y="5872"/>
                    <a:pt x="16383" y="5793"/>
                  </a:cubicBezTo>
                  <a:cubicBezTo>
                    <a:pt x="16374" y="5715"/>
                    <a:pt x="16434" y="5641"/>
                    <a:pt x="16510" y="5634"/>
                  </a:cubicBezTo>
                  <a:cubicBezTo>
                    <a:pt x="16581" y="5625"/>
                    <a:pt x="16655" y="5618"/>
                    <a:pt x="16729" y="5611"/>
                  </a:cubicBezTo>
                  <a:cubicBezTo>
                    <a:pt x="16734" y="5611"/>
                    <a:pt x="16739" y="5610"/>
                    <a:pt x="16744" y="5610"/>
                  </a:cubicBezTo>
                  <a:close/>
                  <a:moveTo>
                    <a:pt x="15221" y="5763"/>
                  </a:moveTo>
                  <a:cubicBezTo>
                    <a:pt x="15279" y="5763"/>
                    <a:pt x="15339" y="5801"/>
                    <a:pt x="15361" y="5856"/>
                  </a:cubicBezTo>
                  <a:cubicBezTo>
                    <a:pt x="15392" y="5937"/>
                    <a:pt x="15336" y="6049"/>
                    <a:pt x="15242" y="6050"/>
                  </a:cubicBezTo>
                  <a:cubicBezTo>
                    <a:pt x="15244" y="6047"/>
                    <a:pt x="15244" y="6046"/>
                    <a:pt x="15242" y="6046"/>
                  </a:cubicBezTo>
                  <a:cubicBezTo>
                    <a:pt x="15241" y="6046"/>
                    <a:pt x="15239" y="6046"/>
                    <a:pt x="15236" y="6048"/>
                  </a:cubicBezTo>
                  <a:cubicBezTo>
                    <a:pt x="15228" y="6050"/>
                    <a:pt x="15221" y="6052"/>
                    <a:pt x="15212" y="6055"/>
                  </a:cubicBezTo>
                  <a:cubicBezTo>
                    <a:pt x="15196" y="6059"/>
                    <a:pt x="15181" y="6061"/>
                    <a:pt x="15167" y="6061"/>
                  </a:cubicBezTo>
                  <a:cubicBezTo>
                    <a:pt x="15032" y="6061"/>
                    <a:pt x="14976" y="5879"/>
                    <a:pt x="15114" y="5808"/>
                  </a:cubicBezTo>
                  <a:cubicBezTo>
                    <a:pt x="15122" y="5804"/>
                    <a:pt x="15129" y="5801"/>
                    <a:pt x="15137" y="5797"/>
                  </a:cubicBezTo>
                  <a:cubicBezTo>
                    <a:pt x="15146" y="5795"/>
                    <a:pt x="15148" y="5794"/>
                    <a:pt x="15141" y="5793"/>
                  </a:cubicBezTo>
                  <a:cubicBezTo>
                    <a:pt x="15165" y="5772"/>
                    <a:pt x="15193" y="5763"/>
                    <a:pt x="15221" y="5763"/>
                  </a:cubicBezTo>
                  <a:close/>
                  <a:moveTo>
                    <a:pt x="3770" y="6368"/>
                  </a:moveTo>
                  <a:cubicBezTo>
                    <a:pt x="3817" y="6368"/>
                    <a:pt x="3863" y="6392"/>
                    <a:pt x="3885" y="6449"/>
                  </a:cubicBezTo>
                  <a:cubicBezTo>
                    <a:pt x="3926" y="6551"/>
                    <a:pt x="3838" y="6628"/>
                    <a:pt x="3754" y="6628"/>
                  </a:cubicBezTo>
                  <a:cubicBezTo>
                    <a:pt x="3706" y="6628"/>
                    <a:pt x="3660" y="6604"/>
                    <a:pt x="3637" y="6546"/>
                  </a:cubicBezTo>
                  <a:cubicBezTo>
                    <a:pt x="3597" y="6445"/>
                    <a:pt x="3685" y="6368"/>
                    <a:pt x="3770" y="6368"/>
                  </a:cubicBezTo>
                  <a:close/>
                  <a:moveTo>
                    <a:pt x="17711" y="6378"/>
                  </a:moveTo>
                  <a:cubicBezTo>
                    <a:pt x="17787" y="6378"/>
                    <a:pt x="17845" y="6450"/>
                    <a:pt x="17841" y="6531"/>
                  </a:cubicBezTo>
                  <a:cubicBezTo>
                    <a:pt x="17841" y="6531"/>
                    <a:pt x="17849" y="6561"/>
                    <a:pt x="17849" y="6562"/>
                  </a:cubicBezTo>
                  <a:cubicBezTo>
                    <a:pt x="17861" y="6635"/>
                    <a:pt x="17794" y="6687"/>
                    <a:pt x="17730" y="6687"/>
                  </a:cubicBezTo>
                  <a:cubicBezTo>
                    <a:pt x="17697" y="6687"/>
                    <a:pt x="17666" y="6674"/>
                    <a:pt x="17645" y="6643"/>
                  </a:cubicBezTo>
                  <a:cubicBezTo>
                    <a:pt x="17645" y="6640"/>
                    <a:pt x="17631" y="6616"/>
                    <a:pt x="17628" y="6612"/>
                  </a:cubicBezTo>
                  <a:cubicBezTo>
                    <a:pt x="17558" y="6546"/>
                    <a:pt x="17562" y="6426"/>
                    <a:pt x="17661" y="6388"/>
                  </a:cubicBezTo>
                  <a:cubicBezTo>
                    <a:pt x="17678" y="6381"/>
                    <a:pt x="17695" y="6378"/>
                    <a:pt x="17711" y="6378"/>
                  </a:cubicBezTo>
                  <a:close/>
                  <a:moveTo>
                    <a:pt x="14132" y="6414"/>
                  </a:moveTo>
                  <a:cubicBezTo>
                    <a:pt x="14190" y="6414"/>
                    <a:pt x="14240" y="6454"/>
                    <a:pt x="14268" y="6508"/>
                  </a:cubicBezTo>
                  <a:lnTo>
                    <a:pt x="14302" y="6569"/>
                  </a:lnTo>
                  <a:cubicBezTo>
                    <a:pt x="14342" y="6644"/>
                    <a:pt x="14285" y="6742"/>
                    <a:pt x="14215" y="6770"/>
                  </a:cubicBezTo>
                  <a:cubicBezTo>
                    <a:pt x="14198" y="6777"/>
                    <a:pt x="14180" y="6780"/>
                    <a:pt x="14162" y="6780"/>
                  </a:cubicBezTo>
                  <a:cubicBezTo>
                    <a:pt x="14099" y="6780"/>
                    <a:pt x="14031" y="6744"/>
                    <a:pt x="14013" y="6681"/>
                  </a:cubicBezTo>
                  <a:lnTo>
                    <a:pt x="13998" y="6614"/>
                  </a:lnTo>
                  <a:cubicBezTo>
                    <a:pt x="13977" y="6537"/>
                    <a:pt x="13998" y="6456"/>
                    <a:pt x="14080" y="6425"/>
                  </a:cubicBezTo>
                  <a:cubicBezTo>
                    <a:pt x="14098" y="6417"/>
                    <a:pt x="14115" y="6414"/>
                    <a:pt x="14132" y="6414"/>
                  </a:cubicBezTo>
                  <a:close/>
                  <a:moveTo>
                    <a:pt x="18676" y="6527"/>
                  </a:moveTo>
                  <a:cubicBezTo>
                    <a:pt x="18724" y="6527"/>
                    <a:pt x="18771" y="6552"/>
                    <a:pt x="18793" y="6610"/>
                  </a:cubicBezTo>
                  <a:cubicBezTo>
                    <a:pt x="18834" y="6713"/>
                    <a:pt x="18747" y="6790"/>
                    <a:pt x="18662" y="6790"/>
                  </a:cubicBezTo>
                  <a:cubicBezTo>
                    <a:pt x="18615" y="6790"/>
                    <a:pt x="18568" y="6765"/>
                    <a:pt x="18545" y="6708"/>
                  </a:cubicBezTo>
                  <a:cubicBezTo>
                    <a:pt x="18505" y="6605"/>
                    <a:pt x="18592" y="6527"/>
                    <a:pt x="18676" y="6527"/>
                  </a:cubicBezTo>
                  <a:close/>
                  <a:moveTo>
                    <a:pt x="10521" y="6599"/>
                  </a:moveTo>
                  <a:cubicBezTo>
                    <a:pt x="10559" y="6599"/>
                    <a:pt x="10596" y="6618"/>
                    <a:pt x="10614" y="6664"/>
                  </a:cubicBezTo>
                  <a:cubicBezTo>
                    <a:pt x="10646" y="6747"/>
                    <a:pt x="10576" y="6808"/>
                    <a:pt x="10509" y="6808"/>
                  </a:cubicBezTo>
                  <a:cubicBezTo>
                    <a:pt x="10471" y="6808"/>
                    <a:pt x="10433" y="6789"/>
                    <a:pt x="10415" y="6742"/>
                  </a:cubicBezTo>
                  <a:cubicBezTo>
                    <a:pt x="10384" y="6660"/>
                    <a:pt x="10454" y="6599"/>
                    <a:pt x="10521" y="6599"/>
                  </a:cubicBezTo>
                  <a:close/>
                  <a:moveTo>
                    <a:pt x="2367" y="6615"/>
                  </a:moveTo>
                  <a:cubicBezTo>
                    <a:pt x="2415" y="6615"/>
                    <a:pt x="2462" y="6639"/>
                    <a:pt x="2484" y="6697"/>
                  </a:cubicBezTo>
                  <a:cubicBezTo>
                    <a:pt x="2525" y="6801"/>
                    <a:pt x="2436" y="6879"/>
                    <a:pt x="2351" y="6879"/>
                  </a:cubicBezTo>
                  <a:cubicBezTo>
                    <a:pt x="2303" y="6879"/>
                    <a:pt x="2256" y="6855"/>
                    <a:pt x="2233" y="6796"/>
                  </a:cubicBezTo>
                  <a:cubicBezTo>
                    <a:pt x="2193" y="6692"/>
                    <a:pt x="2282" y="6615"/>
                    <a:pt x="2367" y="6615"/>
                  </a:cubicBezTo>
                  <a:close/>
                  <a:moveTo>
                    <a:pt x="12554" y="6982"/>
                  </a:moveTo>
                  <a:cubicBezTo>
                    <a:pt x="12599" y="6982"/>
                    <a:pt x="12644" y="7006"/>
                    <a:pt x="12666" y="7061"/>
                  </a:cubicBezTo>
                  <a:cubicBezTo>
                    <a:pt x="12704" y="7158"/>
                    <a:pt x="12621" y="7231"/>
                    <a:pt x="12540" y="7231"/>
                  </a:cubicBezTo>
                  <a:cubicBezTo>
                    <a:pt x="12495" y="7231"/>
                    <a:pt x="12450" y="7208"/>
                    <a:pt x="12429" y="7153"/>
                  </a:cubicBezTo>
                  <a:cubicBezTo>
                    <a:pt x="12390" y="7055"/>
                    <a:pt x="12473" y="6982"/>
                    <a:pt x="12554" y="6982"/>
                  </a:cubicBezTo>
                  <a:close/>
                  <a:moveTo>
                    <a:pt x="15988" y="7151"/>
                  </a:moveTo>
                  <a:cubicBezTo>
                    <a:pt x="16028" y="7151"/>
                    <a:pt x="16067" y="7171"/>
                    <a:pt x="16085" y="7220"/>
                  </a:cubicBezTo>
                  <a:cubicBezTo>
                    <a:pt x="16119" y="7306"/>
                    <a:pt x="16045" y="7371"/>
                    <a:pt x="15974" y="7371"/>
                  </a:cubicBezTo>
                  <a:cubicBezTo>
                    <a:pt x="15934" y="7371"/>
                    <a:pt x="15895" y="7350"/>
                    <a:pt x="15875" y="7302"/>
                  </a:cubicBezTo>
                  <a:cubicBezTo>
                    <a:pt x="15842" y="7216"/>
                    <a:pt x="15916" y="7151"/>
                    <a:pt x="15988" y="7151"/>
                  </a:cubicBezTo>
                  <a:close/>
                  <a:moveTo>
                    <a:pt x="14104" y="7524"/>
                  </a:moveTo>
                  <a:cubicBezTo>
                    <a:pt x="14140" y="7524"/>
                    <a:pt x="14176" y="7543"/>
                    <a:pt x="14193" y="7587"/>
                  </a:cubicBezTo>
                  <a:cubicBezTo>
                    <a:pt x="14225" y="7665"/>
                    <a:pt x="14158" y="7723"/>
                    <a:pt x="14093" y="7723"/>
                  </a:cubicBezTo>
                  <a:cubicBezTo>
                    <a:pt x="14057" y="7723"/>
                    <a:pt x="14021" y="7705"/>
                    <a:pt x="14003" y="7660"/>
                  </a:cubicBezTo>
                  <a:cubicBezTo>
                    <a:pt x="13973" y="7582"/>
                    <a:pt x="14039" y="7524"/>
                    <a:pt x="14104" y="7524"/>
                  </a:cubicBezTo>
                  <a:close/>
                  <a:moveTo>
                    <a:pt x="3728" y="7385"/>
                  </a:moveTo>
                  <a:cubicBezTo>
                    <a:pt x="3798" y="7385"/>
                    <a:pt x="3863" y="7427"/>
                    <a:pt x="3892" y="7496"/>
                  </a:cubicBezTo>
                  <a:cubicBezTo>
                    <a:pt x="3932" y="7584"/>
                    <a:pt x="3878" y="7689"/>
                    <a:pt x="3792" y="7724"/>
                  </a:cubicBezTo>
                  <a:lnTo>
                    <a:pt x="3728" y="7751"/>
                  </a:lnTo>
                  <a:cubicBezTo>
                    <a:pt x="3707" y="7760"/>
                    <a:pt x="3685" y="7764"/>
                    <a:pt x="3664" y="7764"/>
                  </a:cubicBezTo>
                  <a:cubicBezTo>
                    <a:pt x="3593" y="7764"/>
                    <a:pt x="3526" y="7717"/>
                    <a:pt x="3496" y="7650"/>
                  </a:cubicBezTo>
                  <a:cubicBezTo>
                    <a:pt x="3459" y="7565"/>
                    <a:pt x="3510" y="7452"/>
                    <a:pt x="3599" y="7419"/>
                  </a:cubicBezTo>
                  <a:lnTo>
                    <a:pt x="3664" y="7397"/>
                  </a:lnTo>
                  <a:cubicBezTo>
                    <a:pt x="3685" y="7389"/>
                    <a:pt x="3707" y="7385"/>
                    <a:pt x="3728" y="7385"/>
                  </a:cubicBezTo>
                  <a:close/>
                  <a:moveTo>
                    <a:pt x="17384" y="7643"/>
                  </a:moveTo>
                  <a:cubicBezTo>
                    <a:pt x="17428" y="7643"/>
                    <a:pt x="17472" y="7666"/>
                    <a:pt x="17494" y="7720"/>
                  </a:cubicBezTo>
                  <a:cubicBezTo>
                    <a:pt x="17531" y="7815"/>
                    <a:pt x="17450" y="7886"/>
                    <a:pt x="17371" y="7886"/>
                  </a:cubicBezTo>
                  <a:cubicBezTo>
                    <a:pt x="17326" y="7886"/>
                    <a:pt x="17282" y="7863"/>
                    <a:pt x="17261" y="7809"/>
                  </a:cubicBezTo>
                  <a:cubicBezTo>
                    <a:pt x="17224" y="7714"/>
                    <a:pt x="17305" y="7643"/>
                    <a:pt x="17384" y="7643"/>
                  </a:cubicBezTo>
                  <a:close/>
                  <a:moveTo>
                    <a:pt x="1900" y="7516"/>
                  </a:moveTo>
                  <a:cubicBezTo>
                    <a:pt x="1922" y="7516"/>
                    <a:pt x="1944" y="7520"/>
                    <a:pt x="1965" y="7526"/>
                  </a:cubicBezTo>
                  <a:cubicBezTo>
                    <a:pt x="1995" y="7537"/>
                    <a:pt x="2027" y="7546"/>
                    <a:pt x="2059" y="7557"/>
                  </a:cubicBezTo>
                  <a:cubicBezTo>
                    <a:pt x="2154" y="7585"/>
                    <a:pt x="2180" y="7707"/>
                    <a:pt x="2149" y="7786"/>
                  </a:cubicBezTo>
                  <a:cubicBezTo>
                    <a:pt x="2126" y="7848"/>
                    <a:pt x="2053" y="7894"/>
                    <a:pt x="1984" y="7894"/>
                  </a:cubicBezTo>
                  <a:cubicBezTo>
                    <a:pt x="1961" y="7894"/>
                    <a:pt x="1939" y="7889"/>
                    <a:pt x="1918" y="7877"/>
                  </a:cubicBezTo>
                  <a:cubicBezTo>
                    <a:pt x="1891" y="7862"/>
                    <a:pt x="1860" y="7845"/>
                    <a:pt x="1832" y="7828"/>
                  </a:cubicBezTo>
                  <a:cubicBezTo>
                    <a:pt x="1752" y="7781"/>
                    <a:pt x="1711" y="7701"/>
                    <a:pt x="1747" y="7611"/>
                  </a:cubicBezTo>
                  <a:cubicBezTo>
                    <a:pt x="1773" y="7544"/>
                    <a:pt x="1836" y="7516"/>
                    <a:pt x="1900" y="7516"/>
                  </a:cubicBezTo>
                  <a:close/>
                  <a:moveTo>
                    <a:pt x="19595" y="7739"/>
                  </a:moveTo>
                  <a:cubicBezTo>
                    <a:pt x="19642" y="7739"/>
                    <a:pt x="19691" y="7763"/>
                    <a:pt x="19720" y="7820"/>
                  </a:cubicBezTo>
                  <a:cubicBezTo>
                    <a:pt x="19730" y="7843"/>
                    <a:pt x="19741" y="7863"/>
                    <a:pt x="19751" y="7884"/>
                  </a:cubicBezTo>
                  <a:cubicBezTo>
                    <a:pt x="19785" y="7954"/>
                    <a:pt x="19736" y="8042"/>
                    <a:pt x="19670" y="8068"/>
                  </a:cubicBezTo>
                  <a:cubicBezTo>
                    <a:pt x="19655" y="8075"/>
                    <a:pt x="19638" y="8078"/>
                    <a:pt x="19620" y="8078"/>
                  </a:cubicBezTo>
                  <a:cubicBezTo>
                    <a:pt x="19563" y="8078"/>
                    <a:pt x="19504" y="8045"/>
                    <a:pt x="19488" y="7989"/>
                  </a:cubicBezTo>
                  <a:cubicBezTo>
                    <a:pt x="19481" y="7965"/>
                    <a:pt x="19474" y="7944"/>
                    <a:pt x="19466" y="7920"/>
                  </a:cubicBezTo>
                  <a:cubicBezTo>
                    <a:pt x="19436" y="7813"/>
                    <a:pt x="19514" y="7739"/>
                    <a:pt x="19595" y="7739"/>
                  </a:cubicBezTo>
                  <a:close/>
                  <a:moveTo>
                    <a:pt x="12378" y="7876"/>
                  </a:moveTo>
                  <a:cubicBezTo>
                    <a:pt x="12423" y="7876"/>
                    <a:pt x="12467" y="7899"/>
                    <a:pt x="12489" y="7954"/>
                  </a:cubicBezTo>
                  <a:cubicBezTo>
                    <a:pt x="12527" y="8051"/>
                    <a:pt x="12443" y="8123"/>
                    <a:pt x="12363" y="8123"/>
                  </a:cubicBezTo>
                  <a:cubicBezTo>
                    <a:pt x="12318" y="8123"/>
                    <a:pt x="12274" y="8100"/>
                    <a:pt x="12253" y="8046"/>
                  </a:cubicBezTo>
                  <a:cubicBezTo>
                    <a:pt x="12216" y="7949"/>
                    <a:pt x="12299" y="7876"/>
                    <a:pt x="12378" y="7876"/>
                  </a:cubicBezTo>
                  <a:close/>
                  <a:moveTo>
                    <a:pt x="10767" y="7590"/>
                  </a:moveTo>
                  <a:cubicBezTo>
                    <a:pt x="10830" y="7590"/>
                    <a:pt x="10892" y="7596"/>
                    <a:pt x="10951" y="7606"/>
                  </a:cubicBezTo>
                  <a:cubicBezTo>
                    <a:pt x="11188" y="7650"/>
                    <a:pt x="11538" y="7815"/>
                    <a:pt x="11521" y="8100"/>
                  </a:cubicBezTo>
                  <a:cubicBezTo>
                    <a:pt x="11507" y="8314"/>
                    <a:pt x="11299" y="8390"/>
                    <a:pt x="11110" y="8390"/>
                  </a:cubicBezTo>
                  <a:cubicBezTo>
                    <a:pt x="11066" y="8390"/>
                    <a:pt x="11023" y="8386"/>
                    <a:pt x="10984" y="8379"/>
                  </a:cubicBezTo>
                  <a:cubicBezTo>
                    <a:pt x="10706" y="8326"/>
                    <a:pt x="10451" y="8180"/>
                    <a:pt x="10245" y="7983"/>
                  </a:cubicBezTo>
                  <a:cubicBezTo>
                    <a:pt x="10241" y="7984"/>
                    <a:pt x="10236" y="7985"/>
                    <a:pt x="10231" y="7985"/>
                  </a:cubicBezTo>
                  <a:cubicBezTo>
                    <a:pt x="10161" y="7985"/>
                    <a:pt x="10104" y="7886"/>
                    <a:pt x="10157" y="7828"/>
                  </a:cubicBezTo>
                  <a:cubicBezTo>
                    <a:pt x="10307" y="7662"/>
                    <a:pt x="10542" y="7590"/>
                    <a:pt x="10767" y="7590"/>
                  </a:cubicBezTo>
                  <a:close/>
                  <a:moveTo>
                    <a:pt x="18668" y="8073"/>
                  </a:moveTo>
                  <a:cubicBezTo>
                    <a:pt x="18695" y="8073"/>
                    <a:pt x="18721" y="8084"/>
                    <a:pt x="18738" y="8110"/>
                  </a:cubicBezTo>
                  <a:cubicBezTo>
                    <a:pt x="19010" y="8508"/>
                    <a:pt x="18349" y="8994"/>
                    <a:pt x="17897" y="8994"/>
                  </a:cubicBezTo>
                  <a:cubicBezTo>
                    <a:pt x="17810" y="8994"/>
                    <a:pt x="17730" y="8976"/>
                    <a:pt x="17667" y="8936"/>
                  </a:cubicBezTo>
                  <a:cubicBezTo>
                    <a:pt x="17427" y="8784"/>
                    <a:pt x="17426" y="8495"/>
                    <a:pt x="17645" y="8324"/>
                  </a:cubicBezTo>
                  <a:cubicBezTo>
                    <a:pt x="17869" y="8148"/>
                    <a:pt x="18199" y="8088"/>
                    <a:pt x="18493" y="8088"/>
                  </a:cubicBezTo>
                  <a:cubicBezTo>
                    <a:pt x="18532" y="8088"/>
                    <a:pt x="18570" y="8089"/>
                    <a:pt x="18608" y="8091"/>
                  </a:cubicBezTo>
                  <a:cubicBezTo>
                    <a:pt x="18626" y="8079"/>
                    <a:pt x="18647" y="8073"/>
                    <a:pt x="18668" y="8073"/>
                  </a:cubicBezTo>
                  <a:close/>
                  <a:moveTo>
                    <a:pt x="9383" y="8638"/>
                  </a:moveTo>
                  <a:cubicBezTo>
                    <a:pt x="9447" y="8638"/>
                    <a:pt x="9515" y="8677"/>
                    <a:pt x="9532" y="8737"/>
                  </a:cubicBezTo>
                  <a:lnTo>
                    <a:pt x="9552" y="8805"/>
                  </a:lnTo>
                  <a:cubicBezTo>
                    <a:pt x="9575" y="8883"/>
                    <a:pt x="9548" y="8970"/>
                    <a:pt x="9466" y="9002"/>
                  </a:cubicBezTo>
                  <a:cubicBezTo>
                    <a:pt x="9447" y="9009"/>
                    <a:pt x="9429" y="9013"/>
                    <a:pt x="9412" y="9013"/>
                  </a:cubicBezTo>
                  <a:cubicBezTo>
                    <a:pt x="9351" y="9013"/>
                    <a:pt x="9297" y="8974"/>
                    <a:pt x="9269" y="8919"/>
                  </a:cubicBezTo>
                  <a:lnTo>
                    <a:pt x="9236" y="8855"/>
                  </a:lnTo>
                  <a:cubicBezTo>
                    <a:pt x="9198" y="8776"/>
                    <a:pt x="9255" y="8681"/>
                    <a:pt x="9327" y="8649"/>
                  </a:cubicBezTo>
                  <a:cubicBezTo>
                    <a:pt x="9344" y="8641"/>
                    <a:pt x="9363" y="8638"/>
                    <a:pt x="9383" y="8638"/>
                  </a:cubicBezTo>
                  <a:close/>
                  <a:moveTo>
                    <a:pt x="12593" y="8827"/>
                  </a:moveTo>
                  <a:cubicBezTo>
                    <a:pt x="12601" y="8827"/>
                    <a:pt x="12610" y="8827"/>
                    <a:pt x="12619" y="8829"/>
                  </a:cubicBezTo>
                  <a:cubicBezTo>
                    <a:pt x="12650" y="8837"/>
                    <a:pt x="12681" y="8844"/>
                    <a:pt x="12712" y="8851"/>
                  </a:cubicBezTo>
                  <a:cubicBezTo>
                    <a:pt x="12806" y="8872"/>
                    <a:pt x="12868" y="8968"/>
                    <a:pt x="12827" y="9060"/>
                  </a:cubicBezTo>
                  <a:cubicBezTo>
                    <a:pt x="12801" y="9119"/>
                    <a:pt x="12747" y="9149"/>
                    <a:pt x="12690" y="9149"/>
                  </a:cubicBezTo>
                  <a:cubicBezTo>
                    <a:pt x="12657" y="9149"/>
                    <a:pt x="12624" y="9139"/>
                    <a:pt x="12595" y="9119"/>
                  </a:cubicBezTo>
                  <a:lnTo>
                    <a:pt x="12515" y="9066"/>
                  </a:lnTo>
                  <a:cubicBezTo>
                    <a:pt x="12415" y="8996"/>
                    <a:pt x="12480" y="8827"/>
                    <a:pt x="12593" y="8827"/>
                  </a:cubicBezTo>
                  <a:close/>
                  <a:moveTo>
                    <a:pt x="15290" y="8973"/>
                  </a:moveTo>
                  <a:cubicBezTo>
                    <a:pt x="15350" y="8973"/>
                    <a:pt x="15408" y="9009"/>
                    <a:pt x="15422" y="9096"/>
                  </a:cubicBezTo>
                  <a:cubicBezTo>
                    <a:pt x="15425" y="9110"/>
                    <a:pt x="15428" y="9123"/>
                    <a:pt x="15429" y="9137"/>
                  </a:cubicBezTo>
                  <a:cubicBezTo>
                    <a:pt x="15443" y="9215"/>
                    <a:pt x="15399" y="9259"/>
                    <a:pt x="15344" y="9273"/>
                  </a:cubicBezTo>
                  <a:cubicBezTo>
                    <a:pt x="15326" y="9283"/>
                    <a:pt x="15305" y="9289"/>
                    <a:pt x="15285" y="9289"/>
                  </a:cubicBezTo>
                  <a:cubicBezTo>
                    <a:pt x="15250" y="9289"/>
                    <a:pt x="15215" y="9272"/>
                    <a:pt x="15188" y="9232"/>
                  </a:cubicBezTo>
                  <a:cubicBezTo>
                    <a:pt x="15181" y="9219"/>
                    <a:pt x="15173" y="9209"/>
                    <a:pt x="15165" y="9196"/>
                  </a:cubicBezTo>
                  <a:cubicBezTo>
                    <a:pt x="15085" y="9072"/>
                    <a:pt x="15190" y="8973"/>
                    <a:pt x="15290" y="8973"/>
                  </a:cubicBezTo>
                  <a:close/>
                  <a:moveTo>
                    <a:pt x="2755" y="8494"/>
                  </a:moveTo>
                  <a:cubicBezTo>
                    <a:pt x="2965" y="8494"/>
                    <a:pt x="3179" y="8543"/>
                    <a:pt x="3375" y="8606"/>
                  </a:cubicBezTo>
                  <a:cubicBezTo>
                    <a:pt x="3442" y="8624"/>
                    <a:pt x="3423" y="8715"/>
                    <a:pt x="3369" y="8736"/>
                  </a:cubicBezTo>
                  <a:lnTo>
                    <a:pt x="3375" y="8757"/>
                  </a:lnTo>
                  <a:cubicBezTo>
                    <a:pt x="3382" y="8754"/>
                    <a:pt x="3388" y="8754"/>
                    <a:pt x="3395" y="8751"/>
                  </a:cubicBezTo>
                  <a:cubicBezTo>
                    <a:pt x="3402" y="8750"/>
                    <a:pt x="3408" y="8750"/>
                    <a:pt x="3414" y="8750"/>
                  </a:cubicBezTo>
                  <a:cubicBezTo>
                    <a:pt x="3508" y="8750"/>
                    <a:pt x="3525" y="8894"/>
                    <a:pt x="3439" y="8934"/>
                  </a:cubicBezTo>
                  <a:cubicBezTo>
                    <a:pt x="3187" y="9050"/>
                    <a:pt x="2941" y="9290"/>
                    <a:pt x="2649" y="9290"/>
                  </a:cubicBezTo>
                  <a:cubicBezTo>
                    <a:pt x="2645" y="9290"/>
                    <a:pt x="2641" y="9290"/>
                    <a:pt x="2637" y="9290"/>
                  </a:cubicBezTo>
                  <a:cubicBezTo>
                    <a:pt x="2433" y="9287"/>
                    <a:pt x="2190" y="9170"/>
                    <a:pt x="2151" y="8950"/>
                  </a:cubicBezTo>
                  <a:cubicBezTo>
                    <a:pt x="2112" y="8726"/>
                    <a:pt x="2305" y="8564"/>
                    <a:pt x="2504" y="8520"/>
                  </a:cubicBezTo>
                  <a:cubicBezTo>
                    <a:pt x="2586" y="8502"/>
                    <a:pt x="2670" y="8494"/>
                    <a:pt x="2755" y="8494"/>
                  </a:cubicBezTo>
                  <a:close/>
                  <a:moveTo>
                    <a:pt x="10453" y="3113"/>
                  </a:moveTo>
                  <a:cubicBezTo>
                    <a:pt x="11448" y="3113"/>
                    <a:pt x="12451" y="3301"/>
                    <a:pt x="13182" y="3896"/>
                  </a:cubicBezTo>
                  <a:cubicBezTo>
                    <a:pt x="13889" y="4086"/>
                    <a:pt x="14193" y="4951"/>
                    <a:pt x="13836" y="5590"/>
                  </a:cubicBezTo>
                  <a:cubicBezTo>
                    <a:pt x="13561" y="6085"/>
                    <a:pt x="13157" y="6196"/>
                    <a:pt x="12714" y="6196"/>
                  </a:cubicBezTo>
                  <a:cubicBezTo>
                    <a:pt x="12353" y="6196"/>
                    <a:pt x="11966" y="6122"/>
                    <a:pt x="11601" y="6122"/>
                  </a:cubicBezTo>
                  <a:cubicBezTo>
                    <a:pt x="11589" y="6122"/>
                    <a:pt x="11577" y="6123"/>
                    <a:pt x="11565" y="6123"/>
                  </a:cubicBezTo>
                  <a:cubicBezTo>
                    <a:pt x="9418" y="6155"/>
                    <a:pt x="8796" y="9126"/>
                    <a:pt x="6678" y="9416"/>
                  </a:cubicBezTo>
                  <a:cubicBezTo>
                    <a:pt x="6578" y="9430"/>
                    <a:pt x="6480" y="9437"/>
                    <a:pt x="6386" y="9437"/>
                  </a:cubicBezTo>
                  <a:cubicBezTo>
                    <a:pt x="4864" y="9437"/>
                    <a:pt x="4204" y="7689"/>
                    <a:pt x="4597" y="6345"/>
                  </a:cubicBezTo>
                  <a:cubicBezTo>
                    <a:pt x="5121" y="4543"/>
                    <a:pt x="6871" y="3592"/>
                    <a:pt x="8611" y="3289"/>
                  </a:cubicBezTo>
                  <a:cubicBezTo>
                    <a:pt x="9172" y="3191"/>
                    <a:pt x="9811" y="3113"/>
                    <a:pt x="10453" y="3113"/>
                  </a:cubicBezTo>
                  <a:close/>
                  <a:moveTo>
                    <a:pt x="17971" y="9194"/>
                  </a:moveTo>
                  <a:cubicBezTo>
                    <a:pt x="18026" y="9194"/>
                    <a:pt x="18067" y="9235"/>
                    <a:pt x="18083" y="9287"/>
                  </a:cubicBezTo>
                  <a:cubicBezTo>
                    <a:pt x="18113" y="9352"/>
                    <a:pt x="18099" y="9435"/>
                    <a:pt x="18012" y="9460"/>
                  </a:cubicBezTo>
                  <a:lnTo>
                    <a:pt x="17973" y="9480"/>
                  </a:lnTo>
                  <a:cubicBezTo>
                    <a:pt x="17954" y="9489"/>
                    <a:pt x="17935" y="9493"/>
                    <a:pt x="17918" y="9493"/>
                  </a:cubicBezTo>
                  <a:cubicBezTo>
                    <a:pt x="17790" y="9493"/>
                    <a:pt x="17722" y="9267"/>
                    <a:pt x="17872" y="9222"/>
                  </a:cubicBezTo>
                  <a:lnTo>
                    <a:pt x="17913" y="9208"/>
                  </a:lnTo>
                  <a:cubicBezTo>
                    <a:pt x="17934" y="9198"/>
                    <a:pt x="17953" y="9194"/>
                    <a:pt x="17971" y="9194"/>
                  </a:cubicBezTo>
                  <a:close/>
                  <a:moveTo>
                    <a:pt x="16223" y="8244"/>
                  </a:moveTo>
                  <a:cubicBezTo>
                    <a:pt x="16276" y="8244"/>
                    <a:pt x="16335" y="8260"/>
                    <a:pt x="16400" y="8295"/>
                  </a:cubicBezTo>
                  <a:cubicBezTo>
                    <a:pt x="16707" y="8464"/>
                    <a:pt x="16842" y="8863"/>
                    <a:pt x="16816" y="9202"/>
                  </a:cubicBezTo>
                  <a:cubicBezTo>
                    <a:pt x="16822" y="9230"/>
                    <a:pt x="16816" y="9260"/>
                    <a:pt x="16807" y="9289"/>
                  </a:cubicBezTo>
                  <a:cubicBezTo>
                    <a:pt x="16807" y="9297"/>
                    <a:pt x="16804" y="9310"/>
                    <a:pt x="16802" y="9318"/>
                  </a:cubicBezTo>
                  <a:cubicBezTo>
                    <a:pt x="16794" y="9358"/>
                    <a:pt x="16768" y="9379"/>
                    <a:pt x="16743" y="9389"/>
                  </a:cubicBezTo>
                  <a:cubicBezTo>
                    <a:pt x="16653" y="9486"/>
                    <a:pt x="16509" y="9556"/>
                    <a:pt x="16407" y="9556"/>
                  </a:cubicBezTo>
                  <a:cubicBezTo>
                    <a:pt x="16024" y="9552"/>
                    <a:pt x="15904" y="9066"/>
                    <a:pt x="15892" y="8763"/>
                  </a:cubicBezTo>
                  <a:cubicBezTo>
                    <a:pt x="15882" y="8526"/>
                    <a:pt x="15998" y="8244"/>
                    <a:pt x="16223" y="8244"/>
                  </a:cubicBezTo>
                  <a:close/>
                  <a:moveTo>
                    <a:pt x="19739" y="9230"/>
                  </a:moveTo>
                  <a:cubicBezTo>
                    <a:pt x="19801" y="9230"/>
                    <a:pt x="19860" y="9274"/>
                    <a:pt x="19886" y="9331"/>
                  </a:cubicBezTo>
                  <a:cubicBezTo>
                    <a:pt x="19918" y="9408"/>
                    <a:pt x="19876" y="9512"/>
                    <a:pt x="19797" y="9537"/>
                  </a:cubicBezTo>
                  <a:lnTo>
                    <a:pt x="19733" y="9556"/>
                  </a:lnTo>
                  <a:cubicBezTo>
                    <a:pt x="19715" y="9562"/>
                    <a:pt x="19696" y="9565"/>
                    <a:pt x="19678" y="9565"/>
                  </a:cubicBezTo>
                  <a:cubicBezTo>
                    <a:pt x="19616" y="9565"/>
                    <a:pt x="19558" y="9532"/>
                    <a:pt x="19533" y="9469"/>
                  </a:cubicBezTo>
                  <a:cubicBezTo>
                    <a:pt x="19502" y="9389"/>
                    <a:pt x="19546" y="9307"/>
                    <a:pt x="19621" y="9272"/>
                  </a:cubicBezTo>
                  <a:lnTo>
                    <a:pt x="19683" y="9243"/>
                  </a:lnTo>
                  <a:cubicBezTo>
                    <a:pt x="19702" y="9234"/>
                    <a:pt x="19721" y="9230"/>
                    <a:pt x="19739" y="9230"/>
                  </a:cubicBezTo>
                  <a:close/>
                  <a:moveTo>
                    <a:pt x="14169" y="9185"/>
                  </a:moveTo>
                  <a:cubicBezTo>
                    <a:pt x="14198" y="9185"/>
                    <a:pt x="14227" y="9194"/>
                    <a:pt x="14249" y="9215"/>
                  </a:cubicBezTo>
                  <a:cubicBezTo>
                    <a:pt x="14305" y="9269"/>
                    <a:pt x="14365" y="9323"/>
                    <a:pt x="14416" y="9382"/>
                  </a:cubicBezTo>
                  <a:cubicBezTo>
                    <a:pt x="14471" y="9446"/>
                    <a:pt x="14447" y="9551"/>
                    <a:pt x="14385" y="9599"/>
                  </a:cubicBezTo>
                  <a:cubicBezTo>
                    <a:pt x="14357" y="9620"/>
                    <a:pt x="14326" y="9630"/>
                    <a:pt x="14294" y="9630"/>
                  </a:cubicBezTo>
                  <a:cubicBezTo>
                    <a:pt x="14247" y="9630"/>
                    <a:pt x="14200" y="9608"/>
                    <a:pt x="14168" y="9569"/>
                  </a:cubicBezTo>
                  <a:cubicBezTo>
                    <a:pt x="14128" y="9517"/>
                    <a:pt x="14093" y="9459"/>
                    <a:pt x="14054" y="9402"/>
                  </a:cubicBezTo>
                  <a:cubicBezTo>
                    <a:pt x="14016" y="9344"/>
                    <a:pt x="14019" y="9273"/>
                    <a:pt x="14069" y="9223"/>
                  </a:cubicBezTo>
                  <a:cubicBezTo>
                    <a:pt x="14092" y="9200"/>
                    <a:pt x="14131" y="9185"/>
                    <a:pt x="14169" y="9185"/>
                  </a:cubicBezTo>
                  <a:close/>
                  <a:moveTo>
                    <a:pt x="7829" y="9293"/>
                  </a:moveTo>
                  <a:cubicBezTo>
                    <a:pt x="7861" y="9293"/>
                    <a:pt x="7893" y="9306"/>
                    <a:pt x="7914" y="9337"/>
                  </a:cubicBezTo>
                  <a:cubicBezTo>
                    <a:pt x="7931" y="9364"/>
                    <a:pt x="7951" y="9388"/>
                    <a:pt x="7965" y="9416"/>
                  </a:cubicBezTo>
                  <a:cubicBezTo>
                    <a:pt x="7982" y="9452"/>
                    <a:pt x="7985" y="9484"/>
                    <a:pt x="7985" y="9522"/>
                  </a:cubicBezTo>
                  <a:cubicBezTo>
                    <a:pt x="7985" y="9596"/>
                    <a:pt x="7933" y="9643"/>
                    <a:pt x="7875" y="9643"/>
                  </a:cubicBezTo>
                  <a:cubicBezTo>
                    <a:pt x="7845" y="9643"/>
                    <a:pt x="7813" y="9629"/>
                    <a:pt x="7787" y="9600"/>
                  </a:cubicBezTo>
                  <a:cubicBezTo>
                    <a:pt x="7760" y="9573"/>
                    <a:pt x="7741" y="9549"/>
                    <a:pt x="7730" y="9508"/>
                  </a:cubicBezTo>
                  <a:cubicBezTo>
                    <a:pt x="7719" y="9478"/>
                    <a:pt x="7717" y="9444"/>
                    <a:pt x="7713" y="9415"/>
                  </a:cubicBezTo>
                  <a:cubicBezTo>
                    <a:pt x="7703" y="9343"/>
                    <a:pt x="7767" y="9293"/>
                    <a:pt x="7829" y="9293"/>
                  </a:cubicBezTo>
                  <a:close/>
                  <a:moveTo>
                    <a:pt x="11639" y="9808"/>
                  </a:moveTo>
                  <a:cubicBezTo>
                    <a:pt x="11687" y="9808"/>
                    <a:pt x="11733" y="9833"/>
                    <a:pt x="11756" y="9891"/>
                  </a:cubicBezTo>
                  <a:cubicBezTo>
                    <a:pt x="11797" y="9993"/>
                    <a:pt x="11709" y="10070"/>
                    <a:pt x="11624" y="10070"/>
                  </a:cubicBezTo>
                  <a:cubicBezTo>
                    <a:pt x="11576" y="10070"/>
                    <a:pt x="11530" y="10046"/>
                    <a:pt x="11508" y="9989"/>
                  </a:cubicBezTo>
                  <a:cubicBezTo>
                    <a:pt x="11467" y="9885"/>
                    <a:pt x="11554" y="9808"/>
                    <a:pt x="11639" y="9808"/>
                  </a:cubicBezTo>
                  <a:close/>
                  <a:moveTo>
                    <a:pt x="18184" y="9886"/>
                  </a:moveTo>
                  <a:cubicBezTo>
                    <a:pt x="18227" y="9886"/>
                    <a:pt x="18268" y="9908"/>
                    <a:pt x="18289" y="9959"/>
                  </a:cubicBezTo>
                  <a:cubicBezTo>
                    <a:pt x="18324" y="10048"/>
                    <a:pt x="18247" y="10116"/>
                    <a:pt x="18172" y="10116"/>
                  </a:cubicBezTo>
                  <a:cubicBezTo>
                    <a:pt x="18130" y="10116"/>
                    <a:pt x="18089" y="10095"/>
                    <a:pt x="18069" y="10044"/>
                  </a:cubicBezTo>
                  <a:cubicBezTo>
                    <a:pt x="18033" y="9953"/>
                    <a:pt x="18109" y="9886"/>
                    <a:pt x="18184" y="9886"/>
                  </a:cubicBezTo>
                  <a:close/>
                  <a:moveTo>
                    <a:pt x="3730" y="9893"/>
                  </a:moveTo>
                  <a:cubicBezTo>
                    <a:pt x="3783" y="9893"/>
                    <a:pt x="3834" y="9920"/>
                    <a:pt x="3858" y="9983"/>
                  </a:cubicBezTo>
                  <a:cubicBezTo>
                    <a:pt x="3902" y="10095"/>
                    <a:pt x="3806" y="10179"/>
                    <a:pt x="3714" y="10179"/>
                  </a:cubicBezTo>
                  <a:cubicBezTo>
                    <a:pt x="3662" y="10179"/>
                    <a:pt x="3611" y="10153"/>
                    <a:pt x="3586" y="10089"/>
                  </a:cubicBezTo>
                  <a:cubicBezTo>
                    <a:pt x="3542" y="9977"/>
                    <a:pt x="3638" y="9893"/>
                    <a:pt x="3730" y="9893"/>
                  </a:cubicBezTo>
                  <a:close/>
                  <a:moveTo>
                    <a:pt x="8633" y="9968"/>
                  </a:moveTo>
                  <a:cubicBezTo>
                    <a:pt x="8700" y="9968"/>
                    <a:pt x="8771" y="10011"/>
                    <a:pt x="8793" y="10075"/>
                  </a:cubicBezTo>
                  <a:cubicBezTo>
                    <a:pt x="8801" y="10098"/>
                    <a:pt x="8808" y="10122"/>
                    <a:pt x="8815" y="10143"/>
                  </a:cubicBezTo>
                  <a:cubicBezTo>
                    <a:pt x="8845" y="10231"/>
                    <a:pt x="8807" y="10320"/>
                    <a:pt x="8722" y="10357"/>
                  </a:cubicBezTo>
                  <a:cubicBezTo>
                    <a:pt x="8703" y="10365"/>
                    <a:pt x="8683" y="10369"/>
                    <a:pt x="8663" y="10369"/>
                  </a:cubicBezTo>
                  <a:cubicBezTo>
                    <a:pt x="8597" y="10369"/>
                    <a:pt x="8534" y="10325"/>
                    <a:pt x="8506" y="10264"/>
                  </a:cubicBezTo>
                  <a:cubicBezTo>
                    <a:pt x="8498" y="10242"/>
                    <a:pt x="8488" y="10221"/>
                    <a:pt x="8478" y="10197"/>
                  </a:cubicBezTo>
                  <a:cubicBezTo>
                    <a:pt x="8441" y="10111"/>
                    <a:pt x="8495" y="10016"/>
                    <a:pt x="8574" y="9980"/>
                  </a:cubicBezTo>
                  <a:cubicBezTo>
                    <a:pt x="8593" y="9972"/>
                    <a:pt x="8613" y="9968"/>
                    <a:pt x="8633" y="9968"/>
                  </a:cubicBezTo>
                  <a:close/>
                  <a:moveTo>
                    <a:pt x="5991" y="10116"/>
                  </a:moveTo>
                  <a:cubicBezTo>
                    <a:pt x="6054" y="10116"/>
                    <a:pt x="6114" y="10150"/>
                    <a:pt x="6138" y="10215"/>
                  </a:cubicBezTo>
                  <a:cubicBezTo>
                    <a:pt x="6180" y="10316"/>
                    <a:pt x="6109" y="10419"/>
                    <a:pt x="6005" y="10435"/>
                  </a:cubicBezTo>
                  <a:cubicBezTo>
                    <a:pt x="5984" y="10438"/>
                    <a:pt x="5961" y="10442"/>
                    <a:pt x="5939" y="10444"/>
                  </a:cubicBezTo>
                  <a:cubicBezTo>
                    <a:pt x="5791" y="10442"/>
                    <a:pt x="5729" y="10283"/>
                    <a:pt x="5838" y="10186"/>
                  </a:cubicBezTo>
                  <a:cubicBezTo>
                    <a:pt x="5855" y="10169"/>
                    <a:pt x="5875" y="10159"/>
                    <a:pt x="5892" y="10146"/>
                  </a:cubicBezTo>
                  <a:cubicBezTo>
                    <a:pt x="5923" y="10126"/>
                    <a:pt x="5957" y="10116"/>
                    <a:pt x="5991" y="10116"/>
                  </a:cubicBezTo>
                  <a:close/>
                  <a:moveTo>
                    <a:pt x="9836" y="9227"/>
                  </a:moveTo>
                  <a:cubicBezTo>
                    <a:pt x="9884" y="9227"/>
                    <a:pt x="9932" y="9266"/>
                    <a:pt x="9936" y="9315"/>
                  </a:cubicBezTo>
                  <a:cubicBezTo>
                    <a:pt x="9940" y="9315"/>
                    <a:pt x="9943" y="9315"/>
                    <a:pt x="9947" y="9315"/>
                  </a:cubicBezTo>
                  <a:cubicBezTo>
                    <a:pt x="9966" y="9315"/>
                    <a:pt x="9984" y="9321"/>
                    <a:pt x="10002" y="9338"/>
                  </a:cubicBezTo>
                  <a:cubicBezTo>
                    <a:pt x="10203" y="9522"/>
                    <a:pt x="10424" y="9796"/>
                    <a:pt x="10370" y="10088"/>
                  </a:cubicBezTo>
                  <a:cubicBezTo>
                    <a:pt x="10337" y="10282"/>
                    <a:pt x="10169" y="10479"/>
                    <a:pt x="9959" y="10485"/>
                  </a:cubicBezTo>
                  <a:cubicBezTo>
                    <a:pt x="9957" y="10485"/>
                    <a:pt x="9956" y="10485"/>
                    <a:pt x="9954" y="10485"/>
                  </a:cubicBezTo>
                  <a:cubicBezTo>
                    <a:pt x="9723" y="10485"/>
                    <a:pt x="9589" y="10278"/>
                    <a:pt x="9558" y="10071"/>
                  </a:cubicBezTo>
                  <a:cubicBezTo>
                    <a:pt x="9517" y="9792"/>
                    <a:pt x="9608" y="9490"/>
                    <a:pt x="9768" y="9263"/>
                  </a:cubicBezTo>
                  <a:cubicBezTo>
                    <a:pt x="9786" y="9238"/>
                    <a:pt x="9811" y="9227"/>
                    <a:pt x="9836" y="9227"/>
                  </a:cubicBezTo>
                  <a:close/>
                  <a:moveTo>
                    <a:pt x="4298" y="9376"/>
                  </a:moveTo>
                  <a:cubicBezTo>
                    <a:pt x="4325" y="9376"/>
                    <a:pt x="4353" y="9392"/>
                    <a:pt x="4361" y="9425"/>
                  </a:cubicBezTo>
                  <a:cubicBezTo>
                    <a:pt x="4364" y="9432"/>
                    <a:pt x="4364" y="9437"/>
                    <a:pt x="4366" y="9444"/>
                  </a:cubicBezTo>
                  <a:cubicBezTo>
                    <a:pt x="4391" y="9440"/>
                    <a:pt x="4415" y="9438"/>
                    <a:pt x="4439" y="9438"/>
                  </a:cubicBezTo>
                  <a:cubicBezTo>
                    <a:pt x="4666" y="9438"/>
                    <a:pt x="4840" y="9623"/>
                    <a:pt x="4941" y="9821"/>
                  </a:cubicBezTo>
                  <a:cubicBezTo>
                    <a:pt x="5046" y="10033"/>
                    <a:pt x="5173" y="10398"/>
                    <a:pt x="4975" y="10591"/>
                  </a:cubicBezTo>
                  <a:cubicBezTo>
                    <a:pt x="4907" y="10657"/>
                    <a:pt x="4819" y="10686"/>
                    <a:pt x="4729" y="10686"/>
                  </a:cubicBezTo>
                  <a:cubicBezTo>
                    <a:pt x="4606" y="10686"/>
                    <a:pt x="4480" y="10631"/>
                    <a:pt x="4400" y="10541"/>
                  </a:cubicBezTo>
                  <a:cubicBezTo>
                    <a:pt x="4174" y="10288"/>
                    <a:pt x="4266" y="9925"/>
                    <a:pt x="4259" y="9605"/>
                  </a:cubicBezTo>
                  <a:cubicBezTo>
                    <a:pt x="4252" y="9580"/>
                    <a:pt x="4248" y="9555"/>
                    <a:pt x="4255" y="9531"/>
                  </a:cubicBezTo>
                  <a:cubicBezTo>
                    <a:pt x="4254" y="9500"/>
                    <a:pt x="4249" y="9467"/>
                    <a:pt x="4245" y="9439"/>
                  </a:cubicBezTo>
                  <a:cubicBezTo>
                    <a:pt x="4238" y="9397"/>
                    <a:pt x="4267" y="9376"/>
                    <a:pt x="4298" y="9376"/>
                  </a:cubicBezTo>
                  <a:close/>
                  <a:moveTo>
                    <a:pt x="2636" y="10544"/>
                  </a:moveTo>
                  <a:cubicBezTo>
                    <a:pt x="2689" y="10544"/>
                    <a:pt x="2742" y="10571"/>
                    <a:pt x="2767" y="10636"/>
                  </a:cubicBezTo>
                  <a:cubicBezTo>
                    <a:pt x="2812" y="10751"/>
                    <a:pt x="2715" y="10837"/>
                    <a:pt x="2621" y="10837"/>
                  </a:cubicBezTo>
                  <a:cubicBezTo>
                    <a:pt x="2567" y="10837"/>
                    <a:pt x="2515" y="10810"/>
                    <a:pt x="2489" y="10745"/>
                  </a:cubicBezTo>
                  <a:cubicBezTo>
                    <a:pt x="2445" y="10630"/>
                    <a:pt x="2542" y="10544"/>
                    <a:pt x="2636" y="10544"/>
                  </a:cubicBezTo>
                  <a:close/>
                  <a:moveTo>
                    <a:pt x="12786" y="10651"/>
                  </a:moveTo>
                  <a:cubicBezTo>
                    <a:pt x="12827" y="10651"/>
                    <a:pt x="12867" y="10672"/>
                    <a:pt x="12885" y="10721"/>
                  </a:cubicBezTo>
                  <a:cubicBezTo>
                    <a:pt x="12921" y="10810"/>
                    <a:pt x="12846" y="10876"/>
                    <a:pt x="12773" y="10876"/>
                  </a:cubicBezTo>
                  <a:cubicBezTo>
                    <a:pt x="12732" y="10876"/>
                    <a:pt x="12691" y="10855"/>
                    <a:pt x="12671" y="10805"/>
                  </a:cubicBezTo>
                  <a:cubicBezTo>
                    <a:pt x="12638" y="10718"/>
                    <a:pt x="12714" y="10651"/>
                    <a:pt x="12786" y="10651"/>
                  </a:cubicBezTo>
                  <a:close/>
                  <a:moveTo>
                    <a:pt x="15859" y="10638"/>
                  </a:moveTo>
                  <a:cubicBezTo>
                    <a:pt x="15903" y="10638"/>
                    <a:pt x="15945" y="10661"/>
                    <a:pt x="15966" y="10714"/>
                  </a:cubicBezTo>
                  <a:cubicBezTo>
                    <a:pt x="16003" y="10809"/>
                    <a:pt x="15923" y="10881"/>
                    <a:pt x="15844" y="10881"/>
                  </a:cubicBezTo>
                  <a:cubicBezTo>
                    <a:pt x="15801" y="10881"/>
                    <a:pt x="15757" y="10858"/>
                    <a:pt x="15737" y="10805"/>
                  </a:cubicBezTo>
                  <a:cubicBezTo>
                    <a:pt x="15699" y="10710"/>
                    <a:pt x="15780" y="10638"/>
                    <a:pt x="15859" y="10638"/>
                  </a:cubicBezTo>
                  <a:close/>
                  <a:moveTo>
                    <a:pt x="19685" y="10625"/>
                  </a:moveTo>
                  <a:cubicBezTo>
                    <a:pt x="19735" y="10625"/>
                    <a:pt x="19784" y="10651"/>
                    <a:pt x="19808" y="10711"/>
                  </a:cubicBezTo>
                  <a:cubicBezTo>
                    <a:pt x="19850" y="10820"/>
                    <a:pt x="19759" y="10900"/>
                    <a:pt x="19670" y="10900"/>
                  </a:cubicBezTo>
                  <a:cubicBezTo>
                    <a:pt x="19620" y="10900"/>
                    <a:pt x="19570" y="10874"/>
                    <a:pt x="19546" y="10813"/>
                  </a:cubicBezTo>
                  <a:cubicBezTo>
                    <a:pt x="19503" y="10706"/>
                    <a:pt x="19595" y="10625"/>
                    <a:pt x="19685" y="10625"/>
                  </a:cubicBezTo>
                  <a:close/>
                  <a:moveTo>
                    <a:pt x="18765" y="10590"/>
                  </a:moveTo>
                  <a:cubicBezTo>
                    <a:pt x="18825" y="10590"/>
                    <a:pt x="18888" y="10636"/>
                    <a:pt x="18908" y="10689"/>
                  </a:cubicBezTo>
                  <a:cubicBezTo>
                    <a:pt x="18935" y="10757"/>
                    <a:pt x="18901" y="10862"/>
                    <a:pt x="18823" y="10881"/>
                  </a:cubicBezTo>
                  <a:cubicBezTo>
                    <a:pt x="18800" y="10887"/>
                    <a:pt x="18778" y="10891"/>
                    <a:pt x="18756" y="10897"/>
                  </a:cubicBezTo>
                  <a:cubicBezTo>
                    <a:pt x="18740" y="10901"/>
                    <a:pt x="18723" y="10904"/>
                    <a:pt x="18706" y="10904"/>
                  </a:cubicBezTo>
                  <a:cubicBezTo>
                    <a:pt x="18650" y="10904"/>
                    <a:pt x="18598" y="10877"/>
                    <a:pt x="18575" y="10818"/>
                  </a:cubicBezTo>
                  <a:cubicBezTo>
                    <a:pt x="18545" y="10741"/>
                    <a:pt x="18588" y="10672"/>
                    <a:pt x="18653" y="10636"/>
                  </a:cubicBezTo>
                  <a:cubicBezTo>
                    <a:pt x="18674" y="10626"/>
                    <a:pt x="18696" y="10614"/>
                    <a:pt x="18715" y="10602"/>
                  </a:cubicBezTo>
                  <a:cubicBezTo>
                    <a:pt x="18731" y="10594"/>
                    <a:pt x="18748" y="10590"/>
                    <a:pt x="18765" y="10590"/>
                  </a:cubicBezTo>
                  <a:close/>
                  <a:moveTo>
                    <a:pt x="9897" y="10904"/>
                  </a:moveTo>
                  <a:cubicBezTo>
                    <a:pt x="9962" y="10904"/>
                    <a:pt x="10023" y="10948"/>
                    <a:pt x="10050" y="11009"/>
                  </a:cubicBezTo>
                  <a:cubicBezTo>
                    <a:pt x="10085" y="11087"/>
                    <a:pt x="10040" y="11192"/>
                    <a:pt x="9958" y="11220"/>
                  </a:cubicBezTo>
                  <a:cubicBezTo>
                    <a:pt x="9936" y="11229"/>
                    <a:pt x="9915" y="11236"/>
                    <a:pt x="9892" y="11246"/>
                  </a:cubicBezTo>
                  <a:cubicBezTo>
                    <a:pt x="9873" y="11253"/>
                    <a:pt x="9853" y="11256"/>
                    <a:pt x="9834" y="11256"/>
                  </a:cubicBezTo>
                  <a:cubicBezTo>
                    <a:pt x="9769" y="11256"/>
                    <a:pt x="9710" y="11218"/>
                    <a:pt x="9683" y="11153"/>
                  </a:cubicBezTo>
                  <a:cubicBezTo>
                    <a:pt x="9646" y="11073"/>
                    <a:pt x="9695" y="10975"/>
                    <a:pt x="9773" y="10944"/>
                  </a:cubicBezTo>
                  <a:cubicBezTo>
                    <a:pt x="9796" y="10934"/>
                    <a:pt x="9817" y="10925"/>
                    <a:pt x="9839" y="10917"/>
                  </a:cubicBezTo>
                  <a:cubicBezTo>
                    <a:pt x="9858" y="10908"/>
                    <a:pt x="9878" y="10904"/>
                    <a:pt x="9897" y="10904"/>
                  </a:cubicBezTo>
                  <a:close/>
                  <a:moveTo>
                    <a:pt x="21029" y="11008"/>
                  </a:moveTo>
                  <a:cubicBezTo>
                    <a:pt x="21076" y="11008"/>
                    <a:pt x="21121" y="11031"/>
                    <a:pt x="21143" y="11087"/>
                  </a:cubicBezTo>
                  <a:cubicBezTo>
                    <a:pt x="21182" y="11187"/>
                    <a:pt x="21097" y="11263"/>
                    <a:pt x="21014" y="11263"/>
                  </a:cubicBezTo>
                  <a:cubicBezTo>
                    <a:pt x="20967" y="11263"/>
                    <a:pt x="20922" y="11239"/>
                    <a:pt x="20899" y="11182"/>
                  </a:cubicBezTo>
                  <a:cubicBezTo>
                    <a:pt x="20861" y="11082"/>
                    <a:pt x="20947" y="11008"/>
                    <a:pt x="21029" y="11008"/>
                  </a:cubicBezTo>
                  <a:close/>
                  <a:moveTo>
                    <a:pt x="7531" y="11192"/>
                  </a:moveTo>
                  <a:cubicBezTo>
                    <a:pt x="7579" y="11192"/>
                    <a:pt x="7626" y="11216"/>
                    <a:pt x="7649" y="11274"/>
                  </a:cubicBezTo>
                  <a:cubicBezTo>
                    <a:pt x="7689" y="11377"/>
                    <a:pt x="7602" y="11455"/>
                    <a:pt x="7517" y="11455"/>
                  </a:cubicBezTo>
                  <a:cubicBezTo>
                    <a:pt x="7470" y="11455"/>
                    <a:pt x="7423" y="11430"/>
                    <a:pt x="7400" y="11372"/>
                  </a:cubicBezTo>
                  <a:cubicBezTo>
                    <a:pt x="7359" y="11268"/>
                    <a:pt x="7446" y="11192"/>
                    <a:pt x="7531" y="11192"/>
                  </a:cubicBezTo>
                  <a:close/>
                  <a:moveTo>
                    <a:pt x="4345" y="11126"/>
                  </a:moveTo>
                  <a:cubicBezTo>
                    <a:pt x="4412" y="11126"/>
                    <a:pt x="4464" y="11176"/>
                    <a:pt x="4485" y="11237"/>
                  </a:cubicBezTo>
                  <a:cubicBezTo>
                    <a:pt x="4520" y="11315"/>
                    <a:pt x="4502" y="11414"/>
                    <a:pt x="4397" y="11448"/>
                  </a:cubicBezTo>
                  <a:lnTo>
                    <a:pt x="4359" y="11468"/>
                  </a:lnTo>
                  <a:cubicBezTo>
                    <a:pt x="4336" y="11478"/>
                    <a:pt x="4314" y="11483"/>
                    <a:pt x="4293" y="11483"/>
                  </a:cubicBezTo>
                  <a:cubicBezTo>
                    <a:pt x="4136" y="11483"/>
                    <a:pt x="4055" y="11215"/>
                    <a:pt x="4237" y="11156"/>
                  </a:cubicBezTo>
                  <a:lnTo>
                    <a:pt x="4276" y="11142"/>
                  </a:lnTo>
                  <a:cubicBezTo>
                    <a:pt x="4300" y="11131"/>
                    <a:pt x="4323" y="11126"/>
                    <a:pt x="4345" y="11126"/>
                  </a:cubicBezTo>
                  <a:close/>
                  <a:moveTo>
                    <a:pt x="6031" y="11220"/>
                  </a:moveTo>
                  <a:cubicBezTo>
                    <a:pt x="6096" y="11220"/>
                    <a:pt x="6145" y="11269"/>
                    <a:pt x="6164" y="11329"/>
                  </a:cubicBezTo>
                  <a:cubicBezTo>
                    <a:pt x="6201" y="11406"/>
                    <a:pt x="6185" y="11504"/>
                    <a:pt x="6080" y="11533"/>
                  </a:cubicBezTo>
                  <a:cubicBezTo>
                    <a:pt x="6068" y="11540"/>
                    <a:pt x="6053" y="11546"/>
                    <a:pt x="6041" y="11553"/>
                  </a:cubicBezTo>
                  <a:cubicBezTo>
                    <a:pt x="6018" y="11564"/>
                    <a:pt x="5996" y="11569"/>
                    <a:pt x="5976" y="11569"/>
                  </a:cubicBezTo>
                  <a:cubicBezTo>
                    <a:pt x="5826" y="11569"/>
                    <a:pt x="5745" y="11302"/>
                    <a:pt x="5923" y="11250"/>
                  </a:cubicBezTo>
                  <a:cubicBezTo>
                    <a:pt x="5937" y="11246"/>
                    <a:pt x="5951" y="11241"/>
                    <a:pt x="5963" y="11237"/>
                  </a:cubicBezTo>
                  <a:cubicBezTo>
                    <a:pt x="5987" y="11225"/>
                    <a:pt x="6010" y="11220"/>
                    <a:pt x="6031" y="11220"/>
                  </a:cubicBezTo>
                  <a:close/>
                  <a:moveTo>
                    <a:pt x="14445" y="11396"/>
                  </a:moveTo>
                  <a:cubicBezTo>
                    <a:pt x="14509" y="11396"/>
                    <a:pt x="14571" y="11433"/>
                    <a:pt x="14584" y="11526"/>
                  </a:cubicBezTo>
                  <a:lnTo>
                    <a:pt x="14592" y="11567"/>
                  </a:lnTo>
                  <a:cubicBezTo>
                    <a:pt x="14603" y="11645"/>
                    <a:pt x="14556" y="11695"/>
                    <a:pt x="14499" y="11712"/>
                  </a:cubicBezTo>
                  <a:cubicBezTo>
                    <a:pt x="14480" y="11721"/>
                    <a:pt x="14459" y="11726"/>
                    <a:pt x="14439" y="11726"/>
                  </a:cubicBezTo>
                  <a:cubicBezTo>
                    <a:pt x="14401" y="11726"/>
                    <a:pt x="14363" y="11709"/>
                    <a:pt x="14335" y="11666"/>
                  </a:cubicBezTo>
                  <a:lnTo>
                    <a:pt x="14311" y="11632"/>
                  </a:lnTo>
                  <a:cubicBezTo>
                    <a:pt x="14222" y="11501"/>
                    <a:pt x="14337" y="11396"/>
                    <a:pt x="14445" y="11396"/>
                  </a:cubicBezTo>
                  <a:close/>
                  <a:moveTo>
                    <a:pt x="8160" y="11815"/>
                  </a:moveTo>
                  <a:cubicBezTo>
                    <a:pt x="8181" y="11815"/>
                    <a:pt x="8202" y="11818"/>
                    <a:pt x="8222" y="11827"/>
                  </a:cubicBezTo>
                  <a:cubicBezTo>
                    <a:pt x="8298" y="11861"/>
                    <a:pt x="8346" y="11964"/>
                    <a:pt x="8305" y="12042"/>
                  </a:cubicBezTo>
                  <a:cubicBezTo>
                    <a:pt x="8291" y="12070"/>
                    <a:pt x="8275" y="12100"/>
                    <a:pt x="8258" y="12128"/>
                  </a:cubicBezTo>
                  <a:cubicBezTo>
                    <a:pt x="8230" y="12184"/>
                    <a:pt x="8175" y="12221"/>
                    <a:pt x="8115" y="12221"/>
                  </a:cubicBezTo>
                  <a:cubicBezTo>
                    <a:pt x="8094" y="12221"/>
                    <a:pt x="8074" y="12217"/>
                    <a:pt x="8053" y="12208"/>
                  </a:cubicBezTo>
                  <a:cubicBezTo>
                    <a:pt x="7972" y="12174"/>
                    <a:pt x="7944" y="12082"/>
                    <a:pt x="7974" y="12002"/>
                  </a:cubicBezTo>
                  <a:cubicBezTo>
                    <a:pt x="7986" y="11973"/>
                    <a:pt x="7996" y="11943"/>
                    <a:pt x="8008" y="11910"/>
                  </a:cubicBezTo>
                  <a:cubicBezTo>
                    <a:pt x="8030" y="11850"/>
                    <a:pt x="8096" y="11815"/>
                    <a:pt x="8160" y="11815"/>
                  </a:cubicBezTo>
                  <a:close/>
                  <a:moveTo>
                    <a:pt x="3418" y="11954"/>
                  </a:moveTo>
                  <a:cubicBezTo>
                    <a:pt x="3474" y="11954"/>
                    <a:pt x="3530" y="11983"/>
                    <a:pt x="3556" y="12052"/>
                  </a:cubicBezTo>
                  <a:cubicBezTo>
                    <a:pt x="3604" y="12173"/>
                    <a:pt x="3501" y="12264"/>
                    <a:pt x="3401" y="12264"/>
                  </a:cubicBezTo>
                  <a:cubicBezTo>
                    <a:pt x="3344" y="12264"/>
                    <a:pt x="3289" y="12235"/>
                    <a:pt x="3262" y="12167"/>
                  </a:cubicBezTo>
                  <a:cubicBezTo>
                    <a:pt x="3215" y="12045"/>
                    <a:pt x="3318" y="11954"/>
                    <a:pt x="3418" y="11954"/>
                  </a:cubicBezTo>
                  <a:close/>
                  <a:moveTo>
                    <a:pt x="4804" y="12254"/>
                  </a:moveTo>
                  <a:cubicBezTo>
                    <a:pt x="4854" y="12254"/>
                    <a:pt x="4902" y="12279"/>
                    <a:pt x="4925" y="12338"/>
                  </a:cubicBezTo>
                  <a:cubicBezTo>
                    <a:pt x="4967" y="12446"/>
                    <a:pt x="4874" y="12528"/>
                    <a:pt x="4785" y="12528"/>
                  </a:cubicBezTo>
                  <a:cubicBezTo>
                    <a:pt x="4735" y="12528"/>
                    <a:pt x="4687" y="12502"/>
                    <a:pt x="4663" y="12442"/>
                  </a:cubicBezTo>
                  <a:cubicBezTo>
                    <a:pt x="4621" y="12335"/>
                    <a:pt x="4715" y="12254"/>
                    <a:pt x="4804" y="12254"/>
                  </a:cubicBezTo>
                  <a:close/>
                  <a:moveTo>
                    <a:pt x="21383" y="12289"/>
                  </a:moveTo>
                  <a:cubicBezTo>
                    <a:pt x="21431" y="12289"/>
                    <a:pt x="21478" y="12314"/>
                    <a:pt x="21501" y="12372"/>
                  </a:cubicBezTo>
                  <a:cubicBezTo>
                    <a:pt x="21542" y="12477"/>
                    <a:pt x="21454" y="12554"/>
                    <a:pt x="21368" y="12554"/>
                  </a:cubicBezTo>
                  <a:cubicBezTo>
                    <a:pt x="21319" y="12554"/>
                    <a:pt x="21272" y="12530"/>
                    <a:pt x="21249" y="12471"/>
                  </a:cubicBezTo>
                  <a:cubicBezTo>
                    <a:pt x="21208" y="12367"/>
                    <a:pt x="21297" y="12289"/>
                    <a:pt x="21383" y="12289"/>
                  </a:cubicBezTo>
                  <a:close/>
                  <a:moveTo>
                    <a:pt x="22807" y="12518"/>
                  </a:moveTo>
                  <a:cubicBezTo>
                    <a:pt x="22842" y="12518"/>
                    <a:pt x="22876" y="12536"/>
                    <a:pt x="22893" y="12578"/>
                  </a:cubicBezTo>
                  <a:cubicBezTo>
                    <a:pt x="22922" y="12653"/>
                    <a:pt x="22858" y="12709"/>
                    <a:pt x="22796" y="12709"/>
                  </a:cubicBezTo>
                  <a:cubicBezTo>
                    <a:pt x="22761" y="12709"/>
                    <a:pt x="22727" y="12691"/>
                    <a:pt x="22710" y="12649"/>
                  </a:cubicBezTo>
                  <a:cubicBezTo>
                    <a:pt x="22680" y="12574"/>
                    <a:pt x="22744" y="12518"/>
                    <a:pt x="22807" y="12518"/>
                  </a:cubicBezTo>
                  <a:close/>
                  <a:moveTo>
                    <a:pt x="6150" y="12579"/>
                  </a:moveTo>
                  <a:cubicBezTo>
                    <a:pt x="6218" y="12579"/>
                    <a:pt x="6284" y="12614"/>
                    <a:pt x="6316" y="12695"/>
                  </a:cubicBezTo>
                  <a:cubicBezTo>
                    <a:pt x="6373" y="12840"/>
                    <a:pt x="6249" y="12949"/>
                    <a:pt x="6129" y="12949"/>
                  </a:cubicBezTo>
                  <a:cubicBezTo>
                    <a:pt x="6061" y="12949"/>
                    <a:pt x="5995" y="12914"/>
                    <a:pt x="5963" y="12833"/>
                  </a:cubicBezTo>
                  <a:cubicBezTo>
                    <a:pt x="5907" y="12688"/>
                    <a:pt x="6031" y="12579"/>
                    <a:pt x="6150" y="12579"/>
                  </a:cubicBezTo>
                  <a:close/>
                  <a:moveTo>
                    <a:pt x="2648" y="12702"/>
                  </a:moveTo>
                  <a:cubicBezTo>
                    <a:pt x="2670" y="12702"/>
                    <a:pt x="2692" y="12705"/>
                    <a:pt x="2713" y="12712"/>
                  </a:cubicBezTo>
                  <a:cubicBezTo>
                    <a:pt x="2743" y="12725"/>
                    <a:pt x="2774" y="12734"/>
                    <a:pt x="2805" y="12746"/>
                  </a:cubicBezTo>
                  <a:cubicBezTo>
                    <a:pt x="2905" y="12786"/>
                    <a:pt x="2936" y="12911"/>
                    <a:pt x="2885" y="12999"/>
                  </a:cubicBezTo>
                  <a:cubicBezTo>
                    <a:pt x="2851" y="13055"/>
                    <a:pt x="2798" y="13081"/>
                    <a:pt x="2742" y="13081"/>
                  </a:cubicBezTo>
                  <a:cubicBezTo>
                    <a:pt x="2703" y="13081"/>
                    <a:pt x="2662" y="13068"/>
                    <a:pt x="2625" y="13045"/>
                  </a:cubicBezTo>
                  <a:cubicBezTo>
                    <a:pt x="2600" y="13030"/>
                    <a:pt x="2573" y="13010"/>
                    <a:pt x="2547" y="12993"/>
                  </a:cubicBezTo>
                  <a:cubicBezTo>
                    <a:pt x="2479" y="12946"/>
                    <a:pt x="2470" y="12846"/>
                    <a:pt x="2509" y="12780"/>
                  </a:cubicBezTo>
                  <a:cubicBezTo>
                    <a:pt x="2540" y="12726"/>
                    <a:pt x="2593" y="12702"/>
                    <a:pt x="2648" y="12702"/>
                  </a:cubicBezTo>
                  <a:close/>
                  <a:moveTo>
                    <a:pt x="3914" y="13425"/>
                  </a:moveTo>
                  <a:cubicBezTo>
                    <a:pt x="3964" y="13425"/>
                    <a:pt x="4014" y="13451"/>
                    <a:pt x="4038" y="13512"/>
                  </a:cubicBezTo>
                  <a:cubicBezTo>
                    <a:pt x="4081" y="13621"/>
                    <a:pt x="3987" y="13704"/>
                    <a:pt x="3896" y="13704"/>
                  </a:cubicBezTo>
                  <a:cubicBezTo>
                    <a:pt x="3846" y="13704"/>
                    <a:pt x="3796" y="13678"/>
                    <a:pt x="3772" y="13616"/>
                  </a:cubicBezTo>
                  <a:cubicBezTo>
                    <a:pt x="3729" y="13507"/>
                    <a:pt x="3823" y="13425"/>
                    <a:pt x="3914" y="13425"/>
                  </a:cubicBezTo>
                  <a:close/>
                  <a:moveTo>
                    <a:pt x="14974" y="13391"/>
                  </a:moveTo>
                  <a:cubicBezTo>
                    <a:pt x="15038" y="13391"/>
                    <a:pt x="15097" y="13444"/>
                    <a:pt x="15089" y="13523"/>
                  </a:cubicBezTo>
                  <a:cubicBezTo>
                    <a:pt x="15086" y="13565"/>
                    <a:pt x="15086" y="13604"/>
                    <a:pt x="15058" y="13641"/>
                  </a:cubicBezTo>
                  <a:cubicBezTo>
                    <a:pt x="15029" y="13679"/>
                    <a:pt x="14994" y="13697"/>
                    <a:pt x="14947" y="13704"/>
                  </a:cubicBezTo>
                  <a:cubicBezTo>
                    <a:pt x="14944" y="13705"/>
                    <a:pt x="14940" y="13705"/>
                    <a:pt x="14937" y="13705"/>
                  </a:cubicBezTo>
                  <a:cubicBezTo>
                    <a:pt x="14903" y="13705"/>
                    <a:pt x="14867" y="13687"/>
                    <a:pt x="14845" y="13660"/>
                  </a:cubicBezTo>
                  <a:cubicBezTo>
                    <a:pt x="14820" y="13624"/>
                    <a:pt x="14811" y="13582"/>
                    <a:pt x="14818" y="13537"/>
                  </a:cubicBezTo>
                  <a:cubicBezTo>
                    <a:pt x="14827" y="13489"/>
                    <a:pt x="14854" y="13466"/>
                    <a:pt x="14883" y="13432"/>
                  </a:cubicBezTo>
                  <a:cubicBezTo>
                    <a:pt x="14910" y="13404"/>
                    <a:pt x="14943" y="13391"/>
                    <a:pt x="14974" y="13391"/>
                  </a:cubicBezTo>
                  <a:close/>
                  <a:moveTo>
                    <a:pt x="13602" y="13293"/>
                  </a:moveTo>
                  <a:cubicBezTo>
                    <a:pt x="13661" y="13293"/>
                    <a:pt x="13713" y="13333"/>
                    <a:pt x="13741" y="13388"/>
                  </a:cubicBezTo>
                  <a:cubicBezTo>
                    <a:pt x="13770" y="13442"/>
                    <a:pt x="13802" y="13495"/>
                    <a:pt x="13804" y="13556"/>
                  </a:cubicBezTo>
                  <a:cubicBezTo>
                    <a:pt x="13805" y="13655"/>
                    <a:pt x="13732" y="13717"/>
                    <a:pt x="13654" y="13717"/>
                  </a:cubicBezTo>
                  <a:cubicBezTo>
                    <a:pt x="13612" y="13717"/>
                    <a:pt x="13569" y="13700"/>
                    <a:pt x="13534" y="13660"/>
                  </a:cubicBezTo>
                  <a:cubicBezTo>
                    <a:pt x="13492" y="13615"/>
                    <a:pt x="13479" y="13554"/>
                    <a:pt x="13465" y="13496"/>
                  </a:cubicBezTo>
                  <a:cubicBezTo>
                    <a:pt x="13445" y="13418"/>
                    <a:pt x="13469" y="13334"/>
                    <a:pt x="13550" y="13303"/>
                  </a:cubicBezTo>
                  <a:cubicBezTo>
                    <a:pt x="13568" y="13296"/>
                    <a:pt x="13585" y="13293"/>
                    <a:pt x="13602" y="13293"/>
                  </a:cubicBezTo>
                  <a:close/>
                  <a:moveTo>
                    <a:pt x="20204" y="13475"/>
                  </a:moveTo>
                  <a:cubicBezTo>
                    <a:pt x="20251" y="13475"/>
                    <a:pt x="20295" y="13498"/>
                    <a:pt x="20331" y="13537"/>
                  </a:cubicBezTo>
                  <a:cubicBezTo>
                    <a:pt x="20345" y="13553"/>
                    <a:pt x="20361" y="13570"/>
                    <a:pt x="20375" y="13588"/>
                  </a:cubicBezTo>
                  <a:cubicBezTo>
                    <a:pt x="20437" y="13669"/>
                    <a:pt x="20409" y="13788"/>
                    <a:pt x="20322" y="13836"/>
                  </a:cubicBezTo>
                  <a:cubicBezTo>
                    <a:pt x="20296" y="13851"/>
                    <a:pt x="20267" y="13857"/>
                    <a:pt x="20240" y="13857"/>
                  </a:cubicBezTo>
                  <a:cubicBezTo>
                    <a:pt x="20173" y="13857"/>
                    <a:pt x="20111" y="13817"/>
                    <a:pt x="20081" y="13751"/>
                  </a:cubicBezTo>
                  <a:cubicBezTo>
                    <a:pt x="20070" y="13730"/>
                    <a:pt x="20066" y="13709"/>
                    <a:pt x="20060" y="13687"/>
                  </a:cubicBezTo>
                  <a:cubicBezTo>
                    <a:pt x="20035" y="13612"/>
                    <a:pt x="20060" y="13533"/>
                    <a:pt x="20131" y="13495"/>
                  </a:cubicBezTo>
                  <a:cubicBezTo>
                    <a:pt x="20155" y="13481"/>
                    <a:pt x="20180" y="13475"/>
                    <a:pt x="20204" y="13475"/>
                  </a:cubicBezTo>
                  <a:close/>
                  <a:moveTo>
                    <a:pt x="6917" y="13817"/>
                  </a:moveTo>
                  <a:cubicBezTo>
                    <a:pt x="6970" y="13817"/>
                    <a:pt x="7022" y="13844"/>
                    <a:pt x="7047" y="13908"/>
                  </a:cubicBezTo>
                  <a:cubicBezTo>
                    <a:pt x="7092" y="14023"/>
                    <a:pt x="6995" y="14108"/>
                    <a:pt x="6900" y="14108"/>
                  </a:cubicBezTo>
                  <a:cubicBezTo>
                    <a:pt x="6847" y="14108"/>
                    <a:pt x="6795" y="14081"/>
                    <a:pt x="6769" y="14016"/>
                  </a:cubicBezTo>
                  <a:cubicBezTo>
                    <a:pt x="6725" y="13902"/>
                    <a:pt x="6823" y="13817"/>
                    <a:pt x="6917" y="13817"/>
                  </a:cubicBezTo>
                  <a:close/>
                  <a:moveTo>
                    <a:pt x="7849" y="13933"/>
                  </a:moveTo>
                  <a:cubicBezTo>
                    <a:pt x="7890" y="13933"/>
                    <a:pt x="7931" y="13954"/>
                    <a:pt x="7951" y="14003"/>
                  </a:cubicBezTo>
                  <a:cubicBezTo>
                    <a:pt x="7986" y="14093"/>
                    <a:pt x="7909" y="14161"/>
                    <a:pt x="7835" y="14161"/>
                  </a:cubicBezTo>
                  <a:cubicBezTo>
                    <a:pt x="7793" y="14161"/>
                    <a:pt x="7753" y="14140"/>
                    <a:pt x="7733" y="14090"/>
                  </a:cubicBezTo>
                  <a:cubicBezTo>
                    <a:pt x="7697" y="14000"/>
                    <a:pt x="7774" y="13933"/>
                    <a:pt x="7849" y="13933"/>
                  </a:cubicBezTo>
                  <a:close/>
                  <a:moveTo>
                    <a:pt x="5363" y="14012"/>
                  </a:moveTo>
                  <a:cubicBezTo>
                    <a:pt x="5430" y="14012"/>
                    <a:pt x="5496" y="14047"/>
                    <a:pt x="5528" y="14128"/>
                  </a:cubicBezTo>
                  <a:cubicBezTo>
                    <a:pt x="5584" y="14273"/>
                    <a:pt x="5460" y="14383"/>
                    <a:pt x="5340" y="14383"/>
                  </a:cubicBezTo>
                  <a:cubicBezTo>
                    <a:pt x="5273" y="14383"/>
                    <a:pt x="5207" y="14348"/>
                    <a:pt x="5175" y="14267"/>
                  </a:cubicBezTo>
                  <a:cubicBezTo>
                    <a:pt x="5119" y="14122"/>
                    <a:pt x="5243" y="14012"/>
                    <a:pt x="5363" y="14012"/>
                  </a:cubicBezTo>
                  <a:close/>
                  <a:moveTo>
                    <a:pt x="22295" y="13473"/>
                  </a:moveTo>
                  <a:cubicBezTo>
                    <a:pt x="22322" y="13473"/>
                    <a:pt x="22350" y="13484"/>
                    <a:pt x="22372" y="13507"/>
                  </a:cubicBezTo>
                  <a:cubicBezTo>
                    <a:pt x="22534" y="13683"/>
                    <a:pt x="22406" y="14009"/>
                    <a:pt x="22278" y="14169"/>
                  </a:cubicBezTo>
                  <a:cubicBezTo>
                    <a:pt x="22148" y="14331"/>
                    <a:pt x="21948" y="14441"/>
                    <a:pt x="21740" y="14441"/>
                  </a:cubicBezTo>
                  <a:cubicBezTo>
                    <a:pt x="21707" y="14441"/>
                    <a:pt x="21673" y="14439"/>
                    <a:pt x="21640" y="14433"/>
                  </a:cubicBezTo>
                  <a:cubicBezTo>
                    <a:pt x="21370" y="14385"/>
                    <a:pt x="21231" y="14129"/>
                    <a:pt x="21364" y="13881"/>
                  </a:cubicBezTo>
                  <a:cubicBezTo>
                    <a:pt x="21467" y="13688"/>
                    <a:pt x="21663" y="13627"/>
                    <a:pt x="21864" y="13627"/>
                  </a:cubicBezTo>
                  <a:cubicBezTo>
                    <a:pt x="21957" y="13627"/>
                    <a:pt x="22050" y="13640"/>
                    <a:pt x="22136" y="13659"/>
                  </a:cubicBezTo>
                  <a:cubicBezTo>
                    <a:pt x="22163" y="13665"/>
                    <a:pt x="22182" y="13682"/>
                    <a:pt x="22194" y="13703"/>
                  </a:cubicBezTo>
                  <a:cubicBezTo>
                    <a:pt x="22194" y="13652"/>
                    <a:pt x="22194" y="13601"/>
                    <a:pt x="22204" y="13551"/>
                  </a:cubicBezTo>
                  <a:cubicBezTo>
                    <a:pt x="22215" y="13499"/>
                    <a:pt x="22254" y="13473"/>
                    <a:pt x="22295" y="13473"/>
                  </a:cubicBezTo>
                  <a:close/>
                  <a:moveTo>
                    <a:pt x="13858" y="14556"/>
                  </a:moveTo>
                  <a:cubicBezTo>
                    <a:pt x="13867" y="14556"/>
                    <a:pt x="13876" y="14558"/>
                    <a:pt x="13886" y="14560"/>
                  </a:cubicBezTo>
                  <a:cubicBezTo>
                    <a:pt x="13911" y="14567"/>
                    <a:pt x="13938" y="14573"/>
                    <a:pt x="13961" y="14580"/>
                  </a:cubicBezTo>
                  <a:cubicBezTo>
                    <a:pt x="14005" y="14593"/>
                    <a:pt x="14032" y="14614"/>
                    <a:pt x="14062" y="14647"/>
                  </a:cubicBezTo>
                  <a:cubicBezTo>
                    <a:pt x="14124" y="14722"/>
                    <a:pt x="14067" y="14852"/>
                    <a:pt x="13969" y="14856"/>
                  </a:cubicBezTo>
                  <a:cubicBezTo>
                    <a:pt x="13962" y="14857"/>
                    <a:pt x="13954" y="14857"/>
                    <a:pt x="13947" y="14857"/>
                  </a:cubicBezTo>
                  <a:cubicBezTo>
                    <a:pt x="13913" y="14857"/>
                    <a:pt x="13884" y="14850"/>
                    <a:pt x="13853" y="14828"/>
                  </a:cubicBezTo>
                  <a:cubicBezTo>
                    <a:pt x="13832" y="14814"/>
                    <a:pt x="13811" y="14800"/>
                    <a:pt x="13788" y="14786"/>
                  </a:cubicBezTo>
                  <a:cubicBezTo>
                    <a:pt x="13691" y="14727"/>
                    <a:pt x="13754" y="14556"/>
                    <a:pt x="13858" y="14556"/>
                  </a:cubicBezTo>
                  <a:close/>
                  <a:moveTo>
                    <a:pt x="4022" y="14621"/>
                  </a:moveTo>
                  <a:cubicBezTo>
                    <a:pt x="4086" y="14621"/>
                    <a:pt x="4149" y="14654"/>
                    <a:pt x="4180" y="14732"/>
                  </a:cubicBezTo>
                  <a:cubicBezTo>
                    <a:pt x="4233" y="14870"/>
                    <a:pt x="4115" y="14973"/>
                    <a:pt x="4001" y="14973"/>
                  </a:cubicBezTo>
                  <a:cubicBezTo>
                    <a:pt x="3937" y="14973"/>
                    <a:pt x="3874" y="14941"/>
                    <a:pt x="3844" y="14864"/>
                  </a:cubicBezTo>
                  <a:cubicBezTo>
                    <a:pt x="3790" y="14725"/>
                    <a:pt x="3908" y="14621"/>
                    <a:pt x="4022" y="14621"/>
                  </a:cubicBezTo>
                  <a:close/>
                  <a:moveTo>
                    <a:pt x="24344" y="14904"/>
                  </a:moveTo>
                  <a:cubicBezTo>
                    <a:pt x="24383" y="14904"/>
                    <a:pt x="24421" y="14924"/>
                    <a:pt x="24439" y="14970"/>
                  </a:cubicBezTo>
                  <a:cubicBezTo>
                    <a:pt x="24472" y="15053"/>
                    <a:pt x="24401" y="15116"/>
                    <a:pt x="24332" y="15116"/>
                  </a:cubicBezTo>
                  <a:cubicBezTo>
                    <a:pt x="24293" y="15116"/>
                    <a:pt x="24255" y="15097"/>
                    <a:pt x="24236" y="15049"/>
                  </a:cubicBezTo>
                  <a:cubicBezTo>
                    <a:pt x="24204" y="14966"/>
                    <a:pt x="24275" y="14904"/>
                    <a:pt x="24344" y="14904"/>
                  </a:cubicBezTo>
                  <a:close/>
                  <a:moveTo>
                    <a:pt x="13063" y="15212"/>
                  </a:moveTo>
                  <a:cubicBezTo>
                    <a:pt x="13096" y="15212"/>
                    <a:pt x="13128" y="15229"/>
                    <a:pt x="13143" y="15270"/>
                  </a:cubicBezTo>
                  <a:cubicBezTo>
                    <a:pt x="13171" y="15342"/>
                    <a:pt x="13111" y="15396"/>
                    <a:pt x="13052" y="15396"/>
                  </a:cubicBezTo>
                  <a:cubicBezTo>
                    <a:pt x="13019" y="15396"/>
                    <a:pt x="12987" y="15379"/>
                    <a:pt x="12970" y="15338"/>
                  </a:cubicBezTo>
                  <a:cubicBezTo>
                    <a:pt x="12942" y="15267"/>
                    <a:pt x="13004" y="15212"/>
                    <a:pt x="13063" y="15212"/>
                  </a:cubicBezTo>
                  <a:close/>
                  <a:moveTo>
                    <a:pt x="22660" y="15152"/>
                  </a:moveTo>
                  <a:cubicBezTo>
                    <a:pt x="22713" y="15152"/>
                    <a:pt x="22765" y="15178"/>
                    <a:pt x="22790" y="15242"/>
                  </a:cubicBezTo>
                  <a:cubicBezTo>
                    <a:pt x="22834" y="15356"/>
                    <a:pt x="22736" y="15441"/>
                    <a:pt x="22642" y="15441"/>
                  </a:cubicBezTo>
                  <a:cubicBezTo>
                    <a:pt x="22590" y="15441"/>
                    <a:pt x="22538" y="15414"/>
                    <a:pt x="22513" y="15351"/>
                  </a:cubicBezTo>
                  <a:cubicBezTo>
                    <a:pt x="22468" y="15237"/>
                    <a:pt x="22566" y="15152"/>
                    <a:pt x="22660" y="15152"/>
                  </a:cubicBezTo>
                  <a:close/>
                  <a:moveTo>
                    <a:pt x="7133" y="14929"/>
                  </a:moveTo>
                  <a:cubicBezTo>
                    <a:pt x="7339" y="14929"/>
                    <a:pt x="7549" y="14986"/>
                    <a:pt x="7716" y="15079"/>
                  </a:cubicBezTo>
                  <a:cubicBezTo>
                    <a:pt x="7745" y="15096"/>
                    <a:pt x="7758" y="15124"/>
                    <a:pt x="7760" y="15150"/>
                  </a:cubicBezTo>
                  <a:cubicBezTo>
                    <a:pt x="7808" y="15154"/>
                    <a:pt x="7847" y="15188"/>
                    <a:pt x="7867" y="15252"/>
                  </a:cubicBezTo>
                  <a:cubicBezTo>
                    <a:pt x="7908" y="15376"/>
                    <a:pt x="7836" y="15493"/>
                    <a:pt x="7748" y="15575"/>
                  </a:cubicBezTo>
                  <a:cubicBezTo>
                    <a:pt x="7597" y="15721"/>
                    <a:pt x="7385" y="15796"/>
                    <a:pt x="7174" y="15796"/>
                  </a:cubicBezTo>
                  <a:cubicBezTo>
                    <a:pt x="7074" y="15796"/>
                    <a:pt x="6974" y="15779"/>
                    <a:pt x="6881" y="15745"/>
                  </a:cubicBezTo>
                  <a:cubicBezTo>
                    <a:pt x="6620" y="15650"/>
                    <a:pt x="6309" y="15291"/>
                    <a:pt x="6636" y="15069"/>
                  </a:cubicBezTo>
                  <a:cubicBezTo>
                    <a:pt x="6779" y="14971"/>
                    <a:pt x="6955" y="14929"/>
                    <a:pt x="7133" y="14929"/>
                  </a:cubicBezTo>
                  <a:close/>
                  <a:moveTo>
                    <a:pt x="20645" y="15603"/>
                  </a:moveTo>
                  <a:cubicBezTo>
                    <a:pt x="20684" y="15603"/>
                    <a:pt x="20722" y="15623"/>
                    <a:pt x="20740" y="15670"/>
                  </a:cubicBezTo>
                  <a:cubicBezTo>
                    <a:pt x="20773" y="15753"/>
                    <a:pt x="20702" y="15815"/>
                    <a:pt x="20634" y="15815"/>
                  </a:cubicBezTo>
                  <a:cubicBezTo>
                    <a:pt x="20595" y="15815"/>
                    <a:pt x="20557" y="15796"/>
                    <a:pt x="20538" y="15749"/>
                  </a:cubicBezTo>
                  <a:cubicBezTo>
                    <a:pt x="20505" y="15665"/>
                    <a:pt x="20576" y="15603"/>
                    <a:pt x="20645" y="15603"/>
                  </a:cubicBezTo>
                  <a:close/>
                  <a:moveTo>
                    <a:pt x="14712" y="15575"/>
                  </a:moveTo>
                  <a:cubicBezTo>
                    <a:pt x="14793" y="15575"/>
                    <a:pt x="14870" y="15651"/>
                    <a:pt x="14837" y="15758"/>
                  </a:cubicBezTo>
                  <a:cubicBezTo>
                    <a:pt x="14828" y="15778"/>
                    <a:pt x="14823" y="15797"/>
                    <a:pt x="14818" y="15819"/>
                  </a:cubicBezTo>
                  <a:cubicBezTo>
                    <a:pt x="14806" y="15889"/>
                    <a:pt x="14740" y="15939"/>
                    <a:pt x="14671" y="15939"/>
                  </a:cubicBezTo>
                  <a:cubicBezTo>
                    <a:pt x="14652" y="15939"/>
                    <a:pt x="14634" y="15936"/>
                    <a:pt x="14616" y="15928"/>
                  </a:cubicBezTo>
                  <a:cubicBezTo>
                    <a:pt x="14529" y="15891"/>
                    <a:pt x="14504" y="15779"/>
                    <a:pt x="14562" y="15705"/>
                  </a:cubicBezTo>
                  <a:cubicBezTo>
                    <a:pt x="14575" y="15688"/>
                    <a:pt x="14583" y="15670"/>
                    <a:pt x="14593" y="15651"/>
                  </a:cubicBezTo>
                  <a:cubicBezTo>
                    <a:pt x="14623" y="15598"/>
                    <a:pt x="14668" y="15575"/>
                    <a:pt x="14712" y="15575"/>
                  </a:cubicBezTo>
                  <a:close/>
                  <a:moveTo>
                    <a:pt x="5740" y="15895"/>
                  </a:moveTo>
                  <a:cubicBezTo>
                    <a:pt x="5770" y="15895"/>
                    <a:pt x="5801" y="15903"/>
                    <a:pt x="5832" y="15921"/>
                  </a:cubicBezTo>
                  <a:cubicBezTo>
                    <a:pt x="5913" y="15965"/>
                    <a:pt x="5953" y="16096"/>
                    <a:pt x="5859" y="16156"/>
                  </a:cubicBezTo>
                  <a:cubicBezTo>
                    <a:pt x="5822" y="16180"/>
                    <a:pt x="5780" y="16203"/>
                    <a:pt x="5735" y="16203"/>
                  </a:cubicBezTo>
                  <a:cubicBezTo>
                    <a:pt x="5728" y="16203"/>
                    <a:pt x="5720" y="16202"/>
                    <a:pt x="5713" y="16201"/>
                  </a:cubicBezTo>
                  <a:cubicBezTo>
                    <a:pt x="5679" y="16194"/>
                    <a:pt x="5654" y="16180"/>
                    <a:pt x="5627" y="16160"/>
                  </a:cubicBezTo>
                  <a:lnTo>
                    <a:pt x="5542" y="16149"/>
                  </a:lnTo>
                  <a:cubicBezTo>
                    <a:pt x="5424" y="16137"/>
                    <a:pt x="5443" y="15973"/>
                    <a:pt x="5548" y="15955"/>
                  </a:cubicBezTo>
                  <a:cubicBezTo>
                    <a:pt x="5570" y="15950"/>
                    <a:pt x="5594" y="15948"/>
                    <a:pt x="5618" y="15942"/>
                  </a:cubicBezTo>
                  <a:cubicBezTo>
                    <a:pt x="5655" y="15912"/>
                    <a:pt x="5696" y="15895"/>
                    <a:pt x="5740" y="15895"/>
                  </a:cubicBezTo>
                  <a:close/>
                  <a:moveTo>
                    <a:pt x="11084" y="11375"/>
                  </a:moveTo>
                  <a:cubicBezTo>
                    <a:pt x="11432" y="11375"/>
                    <a:pt x="11770" y="11472"/>
                    <a:pt x="12063" y="11696"/>
                  </a:cubicBezTo>
                  <a:cubicBezTo>
                    <a:pt x="12089" y="11699"/>
                    <a:pt x="12113" y="11710"/>
                    <a:pt x="12137" y="11733"/>
                  </a:cubicBezTo>
                  <a:cubicBezTo>
                    <a:pt x="13038" y="12592"/>
                    <a:pt x="13020" y="14163"/>
                    <a:pt x="12368" y="15170"/>
                  </a:cubicBezTo>
                  <a:cubicBezTo>
                    <a:pt x="11955" y="15805"/>
                    <a:pt x="11218" y="16210"/>
                    <a:pt x="10477" y="16210"/>
                  </a:cubicBezTo>
                  <a:cubicBezTo>
                    <a:pt x="10135" y="16210"/>
                    <a:pt x="9792" y="16123"/>
                    <a:pt x="9480" y="15933"/>
                  </a:cubicBezTo>
                  <a:cubicBezTo>
                    <a:pt x="8383" y="15267"/>
                    <a:pt x="8301" y="13624"/>
                    <a:pt x="8932" y="12613"/>
                  </a:cubicBezTo>
                  <a:cubicBezTo>
                    <a:pt x="9355" y="11937"/>
                    <a:pt x="10245" y="11375"/>
                    <a:pt x="11084" y="11375"/>
                  </a:cubicBezTo>
                  <a:close/>
                  <a:moveTo>
                    <a:pt x="23275" y="15981"/>
                  </a:moveTo>
                  <a:cubicBezTo>
                    <a:pt x="23320" y="15981"/>
                    <a:pt x="23363" y="16003"/>
                    <a:pt x="23385" y="16057"/>
                  </a:cubicBezTo>
                  <a:cubicBezTo>
                    <a:pt x="23422" y="16154"/>
                    <a:pt x="23340" y="16226"/>
                    <a:pt x="23260" y="16226"/>
                  </a:cubicBezTo>
                  <a:cubicBezTo>
                    <a:pt x="23216" y="16226"/>
                    <a:pt x="23172" y="16203"/>
                    <a:pt x="23151" y="16149"/>
                  </a:cubicBezTo>
                  <a:cubicBezTo>
                    <a:pt x="23114" y="16053"/>
                    <a:pt x="23196" y="15981"/>
                    <a:pt x="23275" y="15981"/>
                  </a:cubicBezTo>
                  <a:close/>
                  <a:moveTo>
                    <a:pt x="8288" y="15972"/>
                  </a:moveTo>
                  <a:cubicBezTo>
                    <a:pt x="8332" y="15972"/>
                    <a:pt x="8376" y="15990"/>
                    <a:pt x="8403" y="16033"/>
                  </a:cubicBezTo>
                  <a:lnTo>
                    <a:pt x="8429" y="16075"/>
                  </a:lnTo>
                  <a:cubicBezTo>
                    <a:pt x="8489" y="16162"/>
                    <a:pt x="8460" y="16286"/>
                    <a:pt x="8358" y="16325"/>
                  </a:cubicBezTo>
                  <a:cubicBezTo>
                    <a:pt x="8338" y="16333"/>
                    <a:pt x="8318" y="16336"/>
                    <a:pt x="8298" y="16336"/>
                  </a:cubicBezTo>
                  <a:cubicBezTo>
                    <a:pt x="8219" y="16336"/>
                    <a:pt x="8149" y="16274"/>
                    <a:pt x="8137" y="16190"/>
                  </a:cubicBezTo>
                  <a:cubicBezTo>
                    <a:pt x="8132" y="16173"/>
                    <a:pt x="8131" y="16156"/>
                    <a:pt x="8128" y="16140"/>
                  </a:cubicBezTo>
                  <a:cubicBezTo>
                    <a:pt x="8109" y="16043"/>
                    <a:pt x="8201" y="15972"/>
                    <a:pt x="8288" y="15972"/>
                  </a:cubicBezTo>
                  <a:close/>
                  <a:moveTo>
                    <a:pt x="21969" y="16333"/>
                  </a:moveTo>
                  <a:cubicBezTo>
                    <a:pt x="21986" y="16333"/>
                    <a:pt x="22003" y="16336"/>
                    <a:pt x="22017" y="16339"/>
                  </a:cubicBezTo>
                  <a:cubicBezTo>
                    <a:pt x="22054" y="16346"/>
                    <a:pt x="22090" y="16359"/>
                    <a:pt x="22125" y="16368"/>
                  </a:cubicBezTo>
                  <a:cubicBezTo>
                    <a:pt x="22182" y="16385"/>
                    <a:pt x="22213" y="16458"/>
                    <a:pt x="22203" y="16510"/>
                  </a:cubicBezTo>
                  <a:cubicBezTo>
                    <a:pt x="22194" y="16570"/>
                    <a:pt x="22145" y="16616"/>
                    <a:pt x="22087" y="16622"/>
                  </a:cubicBezTo>
                  <a:cubicBezTo>
                    <a:pt x="22057" y="16626"/>
                    <a:pt x="22030" y="16628"/>
                    <a:pt x="22002" y="16628"/>
                  </a:cubicBezTo>
                  <a:cubicBezTo>
                    <a:pt x="21970" y="16625"/>
                    <a:pt x="21942" y="16628"/>
                    <a:pt x="21917" y="16615"/>
                  </a:cubicBezTo>
                  <a:cubicBezTo>
                    <a:pt x="21910" y="16614"/>
                    <a:pt x="21877" y="16598"/>
                    <a:pt x="21885" y="16598"/>
                  </a:cubicBezTo>
                  <a:cubicBezTo>
                    <a:pt x="21886" y="16598"/>
                    <a:pt x="21887" y="16598"/>
                    <a:pt x="21888" y="16598"/>
                  </a:cubicBezTo>
                  <a:cubicBezTo>
                    <a:pt x="21829" y="16578"/>
                    <a:pt x="21790" y="16536"/>
                    <a:pt x="21790" y="16472"/>
                  </a:cubicBezTo>
                  <a:cubicBezTo>
                    <a:pt x="21792" y="16411"/>
                    <a:pt x="21842" y="16353"/>
                    <a:pt x="21904" y="16350"/>
                  </a:cubicBezTo>
                  <a:cubicBezTo>
                    <a:pt x="21918" y="16347"/>
                    <a:pt x="21946" y="16334"/>
                    <a:pt x="21961" y="16333"/>
                  </a:cubicBezTo>
                  <a:cubicBezTo>
                    <a:pt x="21963" y="16333"/>
                    <a:pt x="21966" y="16333"/>
                    <a:pt x="21969" y="16333"/>
                  </a:cubicBezTo>
                  <a:close/>
                  <a:moveTo>
                    <a:pt x="13481" y="15899"/>
                  </a:moveTo>
                  <a:cubicBezTo>
                    <a:pt x="13879" y="15899"/>
                    <a:pt x="14342" y="16140"/>
                    <a:pt x="14332" y="16507"/>
                  </a:cubicBezTo>
                  <a:cubicBezTo>
                    <a:pt x="14328" y="16715"/>
                    <a:pt x="14175" y="16863"/>
                    <a:pt x="13990" y="16863"/>
                  </a:cubicBezTo>
                  <a:cubicBezTo>
                    <a:pt x="13943" y="16863"/>
                    <a:pt x="13894" y="16854"/>
                    <a:pt x="13845" y="16833"/>
                  </a:cubicBezTo>
                  <a:cubicBezTo>
                    <a:pt x="13712" y="16778"/>
                    <a:pt x="13604" y="16669"/>
                    <a:pt x="13496" y="16580"/>
                  </a:cubicBezTo>
                  <a:cubicBezTo>
                    <a:pt x="13340" y="16446"/>
                    <a:pt x="13183" y="16317"/>
                    <a:pt x="13033" y="16180"/>
                  </a:cubicBezTo>
                  <a:cubicBezTo>
                    <a:pt x="12982" y="16132"/>
                    <a:pt x="13000" y="16067"/>
                    <a:pt x="13045" y="16041"/>
                  </a:cubicBezTo>
                  <a:cubicBezTo>
                    <a:pt x="13150" y="15943"/>
                    <a:pt x="13310" y="15899"/>
                    <a:pt x="13481" y="15899"/>
                  </a:cubicBezTo>
                  <a:close/>
                  <a:moveTo>
                    <a:pt x="26300" y="16831"/>
                  </a:moveTo>
                  <a:cubicBezTo>
                    <a:pt x="26342" y="16831"/>
                    <a:pt x="26382" y="16853"/>
                    <a:pt x="26402" y="16903"/>
                  </a:cubicBezTo>
                  <a:cubicBezTo>
                    <a:pt x="26437" y="16990"/>
                    <a:pt x="26362" y="17056"/>
                    <a:pt x="26289" y="17056"/>
                  </a:cubicBezTo>
                  <a:cubicBezTo>
                    <a:pt x="26248" y="17056"/>
                    <a:pt x="26207" y="17035"/>
                    <a:pt x="26188" y="16985"/>
                  </a:cubicBezTo>
                  <a:cubicBezTo>
                    <a:pt x="26153" y="16897"/>
                    <a:pt x="26228" y="16831"/>
                    <a:pt x="26300" y="16831"/>
                  </a:cubicBezTo>
                  <a:close/>
                  <a:moveTo>
                    <a:pt x="8801" y="16910"/>
                  </a:moveTo>
                  <a:cubicBezTo>
                    <a:pt x="8851" y="16910"/>
                    <a:pt x="8900" y="16936"/>
                    <a:pt x="8923" y="16996"/>
                  </a:cubicBezTo>
                  <a:cubicBezTo>
                    <a:pt x="8967" y="17105"/>
                    <a:pt x="8874" y="17185"/>
                    <a:pt x="8785" y="17185"/>
                  </a:cubicBezTo>
                  <a:cubicBezTo>
                    <a:pt x="8734" y="17185"/>
                    <a:pt x="8684" y="17159"/>
                    <a:pt x="8661" y="17098"/>
                  </a:cubicBezTo>
                  <a:cubicBezTo>
                    <a:pt x="8619" y="16991"/>
                    <a:pt x="8712" y="16910"/>
                    <a:pt x="8801" y="16910"/>
                  </a:cubicBezTo>
                  <a:close/>
                  <a:moveTo>
                    <a:pt x="14928" y="17111"/>
                  </a:moveTo>
                  <a:cubicBezTo>
                    <a:pt x="14959" y="17111"/>
                    <a:pt x="14991" y="17127"/>
                    <a:pt x="15005" y="17166"/>
                  </a:cubicBezTo>
                  <a:cubicBezTo>
                    <a:pt x="15033" y="17234"/>
                    <a:pt x="14975" y="17285"/>
                    <a:pt x="14919" y="17285"/>
                  </a:cubicBezTo>
                  <a:cubicBezTo>
                    <a:pt x="14887" y="17285"/>
                    <a:pt x="14856" y="17269"/>
                    <a:pt x="14841" y="17230"/>
                  </a:cubicBezTo>
                  <a:cubicBezTo>
                    <a:pt x="14814" y="17162"/>
                    <a:pt x="14872" y="17111"/>
                    <a:pt x="14928" y="17111"/>
                  </a:cubicBezTo>
                  <a:close/>
                  <a:moveTo>
                    <a:pt x="23592" y="17150"/>
                  </a:moveTo>
                  <a:cubicBezTo>
                    <a:pt x="23663" y="17150"/>
                    <a:pt x="23730" y="17197"/>
                    <a:pt x="23759" y="17261"/>
                  </a:cubicBezTo>
                  <a:cubicBezTo>
                    <a:pt x="23796" y="17346"/>
                    <a:pt x="23746" y="17458"/>
                    <a:pt x="23660" y="17488"/>
                  </a:cubicBezTo>
                  <a:cubicBezTo>
                    <a:pt x="23637" y="17495"/>
                    <a:pt x="23616" y="17505"/>
                    <a:pt x="23594" y="17511"/>
                  </a:cubicBezTo>
                  <a:cubicBezTo>
                    <a:pt x="23573" y="17518"/>
                    <a:pt x="23552" y="17522"/>
                    <a:pt x="23531" y="17522"/>
                  </a:cubicBezTo>
                  <a:cubicBezTo>
                    <a:pt x="23463" y="17522"/>
                    <a:pt x="23401" y="17482"/>
                    <a:pt x="23371" y="17414"/>
                  </a:cubicBezTo>
                  <a:cubicBezTo>
                    <a:pt x="23332" y="17325"/>
                    <a:pt x="23386" y="17226"/>
                    <a:pt x="23468" y="17190"/>
                  </a:cubicBezTo>
                  <a:cubicBezTo>
                    <a:pt x="23490" y="17182"/>
                    <a:pt x="23511" y="17172"/>
                    <a:pt x="23532" y="17162"/>
                  </a:cubicBezTo>
                  <a:cubicBezTo>
                    <a:pt x="23552" y="17154"/>
                    <a:pt x="23572" y="17150"/>
                    <a:pt x="23592" y="17150"/>
                  </a:cubicBezTo>
                  <a:close/>
                  <a:moveTo>
                    <a:pt x="7141" y="17064"/>
                  </a:moveTo>
                  <a:cubicBezTo>
                    <a:pt x="7213" y="17064"/>
                    <a:pt x="7282" y="17113"/>
                    <a:pt x="7312" y="17179"/>
                  </a:cubicBezTo>
                  <a:cubicBezTo>
                    <a:pt x="7330" y="17223"/>
                    <a:pt x="7349" y="17266"/>
                    <a:pt x="7369" y="17308"/>
                  </a:cubicBezTo>
                  <a:cubicBezTo>
                    <a:pt x="7408" y="17402"/>
                    <a:pt x="7352" y="17506"/>
                    <a:pt x="7264" y="17545"/>
                  </a:cubicBezTo>
                  <a:cubicBezTo>
                    <a:pt x="7242" y="17554"/>
                    <a:pt x="7219" y="17559"/>
                    <a:pt x="7197" y="17559"/>
                  </a:cubicBezTo>
                  <a:cubicBezTo>
                    <a:pt x="7123" y="17559"/>
                    <a:pt x="7049" y="17512"/>
                    <a:pt x="7024" y="17443"/>
                  </a:cubicBezTo>
                  <a:cubicBezTo>
                    <a:pt x="7009" y="17396"/>
                    <a:pt x="6993" y="17353"/>
                    <a:pt x="6977" y="17309"/>
                  </a:cubicBezTo>
                  <a:cubicBezTo>
                    <a:pt x="6945" y="17214"/>
                    <a:pt x="6989" y="17118"/>
                    <a:pt x="7079" y="17077"/>
                  </a:cubicBezTo>
                  <a:cubicBezTo>
                    <a:pt x="7100" y="17068"/>
                    <a:pt x="7121" y="17064"/>
                    <a:pt x="7141" y="17064"/>
                  </a:cubicBezTo>
                  <a:close/>
                  <a:moveTo>
                    <a:pt x="24673" y="16561"/>
                  </a:moveTo>
                  <a:cubicBezTo>
                    <a:pt x="24775" y="16561"/>
                    <a:pt x="24886" y="16592"/>
                    <a:pt x="24978" y="16633"/>
                  </a:cubicBezTo>
                  <a:cubicBezTo>
                    <a:pt x="25236" y="16751"/>
                    <a:pt x="25440" y="16974"/>
                    <a:pt x="25520" y="17246"/>
                  </a:cubicBezTo>
                  <a:cubicBezTo>
                    <a:pt x="25533" y="17287"/>
                    <a:pt x="25518" y="17318"/>
                    <a:pt x="25493" y="17335"/>
                  </a:cubicBezTo>
                  <a:cubicBezTo>
                    <a:pt x="25508" y="17368"/>
                    <a:pt x="25503" y="17409"/>
                    <a:pt x="25466" y="17438"/>
                  </a:cubicBezTo>
                  <a:cubicBezTo>
                    <a:pt x="25365" y="17523"/>
                    <a:pt x="25245" y="17560"/>
                    <a:pt x="25123" y="17560"/>
                  </a:cubicBezTo>
                  <a:cubicBezTo>
                    <a:pt x="24747" y="17560"/>
                    <a:pt x="24345" y="17211"/>
                    <a:pt x="24375" y="16828"/>
                  </a:cubicBezTo>
                  <a:cubicBezTo>
                    <a:pt x="24391" y="16629"/>
                    <a:pt x="24522" y="16561"/>
                    <a:pt x="24673" y="16561"/>
                  </a:cubicBezTo>
                  <a:close/>
                  <a:moveTo>
                    <a:pt x="12741" y="17220"/>
                  </a:moveTo>
                  <a:cubicBezTo>
                    <a:pt x="12803" y="17220"/>
                    <a:pt x="12862" y="17263"/>
                    <a:pt x="12890" y="17321"/>
                  </a:cubicBezTo>
                  <a:lnTo>
                    <a:pt x="12919" y="17385"/>
                  </a:lnTo>
                  <a:cubicBezTo>
                    <a:pt x="12960" y="17465"/>
                    <a:pt x="12904" y="17559"/>
                    <a:pt x="12827" y="17593"/>
                  </a:cubicBezTo>
                  <a:cubicBezTo>
                    <a:pt x="12809" y="17601"/>
                    <a:pt x="12790" y="17604"/>
                    <a:pt x="12770" y="17604"/>
                  </a:cubicBezTo>
                  <a:cubicBezTo>
                    <a:pt x="12705" y="17604"/>
                    <a:pt x="12637" y="17564"/>
                    <a:pt x="12619" y="17501"/>
                  </a:cubicBezTo>
                  <a:lnTo>
                    <a:pt x="12596" y="17434"/>
                  </a:lnTo>
                  <a:cubicBezTo>
                    <a:pt x="12572" y="17349"/>
                    <a:pt x="12602" y="17267"/>
                    <a:pt x="12686" y="17232"/>
                  </a:cubicBezTo>
                  <a:cubicBezTo>
                    <a:pt x="12704" y="17223"/>
                    <a:pt x="12722" y="17220"/>
                    <a:pt x="12741" y="17220"/>
                  </a:cubicBezTo>
                  <a:close/>
                  <a:moveTo>
                    <a:pt x="19695" y="17369"/>
                  </a:moveTo>
                  <a:cubicBezTo>
                    <a:pt x="19823" y="17369"/>
                    <a:pt x="19886" y="17578"/>
                    <a:pt x="19741" y="17630"/>
                  </a:cubicBezTo>
                  <a:lnTo>
                    <a:pt x="19678" y="17655"/>
                  </a:lnTo>
                  <a:cubicBezTo>
                    <a:pt x="19660" y="17661"/>
                    <a:pt x="19644" y="17664"/>
                    <a:pt x="19628" y="17664"/>
                  </a:cubicBezTo>
                  <a:cubicBezTo>
                    <a:pt x="19499" y="17664"/>
                    <a:pt x="19439" y="17467"/>
                    <a:pt x="19580" y="17409"/>
                  </a:cubicBezTo>
                  <a:lnTo>
                    <a:pt x="19644" y="17380"/>
                  </a:lnTo>
                  <a:cubicBezTo>
                    <a:pt x="19662" y="17373"/>
                    <a:pt x="19679" y="17369"/>
                    <a:pt x="19695" y="17369"/>
                  </a:cubicBezTo>
                  <a:close/>
                  <a:moveTo>
                    <a:pt x="10628" y="16525"/>
                  </a:moveTo>
                  <a:cubicBezTo>
                    <a:pt x="10662" y="16525"/>
                    <a:pt x="10694" y="16549"/>
                    <a:pt x="10707" y="16581"/>
                  </a:cubicBezTo>
                  <a:cubicBezTo>
                    <a:pt x="10714" y="16598"/>
                    <a:pt x="10716" y="16616"/>
                    <a:pt x="10710" y="16636"/>
                  </a:cubicBezTo>
                  <a:cubicBezTo>
                    <a:pt x="10964" y="16670"/>
                    <a:pt x="11090" y="16925"/>
                    <a:pt x="11054" y="17165"/>
                  </a:cubicBezTo>
                  <a:cubicBezTo>
                    <a:pt x="11026" y="17352"/>
                    <a:pt x="10923" y="17705"/>
                    <a:pt x="10699" y="17735"/>
                  </a:cubicBezTo>
                  <a:cubicBezTo>
                    <a:pt x="10688" y="17736"/>
                    <a:pt x="10677" y="17737"/>
                    <a:pt x="10666" y="17737"/>
                  </a:cubicBezTo>
                  <a:cubicBezTo>
                    <a:pt x="10478" y="17737"/>
                    <a:pt x="10344" y="17520"/>
                    <a:pt x="10319" y="17353"/>
                  </a:cubicBezTo>
                  <a:cubicBezTo>
                    <a:pt x="10274" y="17076"/>
                    <a:pt x="10390" y="16768"/>
                    <a:pt x="10566" y="16557"/>
                  </a:cubicBezTo>
                  <a:cubicBezTo>
                    <a:pt x="10585" y="16535"/>
                    <a:pt x="10607" y="16525"/>
                    <a:pt x="10628" y="16525"/>
                  </a:cubicBezTo>
                  <a:close/>
                  <a:moveTo>
                    <a:pt x="16879" y="10734"/>
                  </a:moveTo>
                  <a:cubicBezTo>
                    <a:pt x="17701" y="10734"/>
                    <a:pt x="18546" y="11216"/>
                    <a:pt x="19063" y="11886"/>
                  </a:cubicBezTo>
                  <a:cubicBezTo>
                    <a:pt x="19921" y="13001"/>
                    <a:pt x="20161" y="14597"/>
                    <a:pt x="19697" y="15925"/>
                  </a:cubicBezTo>
                  <a:cubicBezTo>
                    <a:pt x="19326" y="16984"/>
                    <a:pt x="18416" y="17857"/>
                    <a:pt x="17282" y="17857"/>
                  </a:cubicBezTo>
                  <a:cubicBezTo>
                    <a:pt x="17161" y="17857"/>
                    <a:pt x="17038" y="17847"/>
                    <a:pt x="16913" y="17827"/>
                  </a:cubicBezTo>
                  <a:cubicBezTo>
                    <a:pt x="15568" y="17606"/>
                    <a:pt x="15114" y="16251"/>
                    <a:pt x="15389" y="15041"/>
                  </a:cubicBezTo>
                  <a:cubicBezTo>
                    <a:pt x="15513" y="14498"/>
                    <a:pt x="15697" y="14098"/>
                    <a:pt x="15513" y="13530"/>
                  </a:cubicBezTo>
                  <a:cubicBezTo>
                    <a:pt x="15411" y="13213"/>
                    <a:pt x="15243" y="12916"/>
                    <a:pt x="15170" y="12589"/>
                  </a:cubicBezTo>
                  <a:cubicBezTo>
                    <a:pt x="15068" y="12138"/>
                    <a:pt x="15122" y="11654"/>
                    <a:pt x="15477" y="11356"/>
                  </a:cubicBezTo>
                  <a:cubicBezTo>
                    <a:pt x="15481" y="11345"/>
                    <a:pt x="15489" y="11335"/>
                    <a:pt x="15497" y="11324"/>
                  </a:cubicBezTo>
                  <a:cubicBezTo>
                    <a:pt x="15897" y="10909"/>
                    <a:pt x="16384" y="10734"/>
                    <a:pt x="16879" y="10734"/>
                  </a:cubicBezTo>
                  <a:close/>
                  <a:moveTo>
                    <a:pt x="20803" y="17526"/>
                  </a:moveTo>
                  <a:cubicBezTo>
                    <a:pt x="20862" y="17526"/>
                    <a:pt x="20923" y="17559"/>
                    <a:pt x="20939" y="17616"/>
                  </a:cubicBezTo>
                  <a:lnTo>
                    <a:pt x="20956" y="17684"/>
                  </a:lnTo>
                  <a:cubicBezTo>
                    <a:pt x="20985" y="17789"/>
                    <a:pt x="20909" y="17861"/>
                    <a:pt x="20829" y="17861"/>
                  </a:cubicBezTo>
                  <a:cubicBezTo>
                    <a:pt x="20783" y="17861"/>
                    <a:pt x="20735" y="17837"/>
                    <a:pt x="20706" y="17781"/>
                  </a:cubicBezTo>
                  <a:lnTo>
                    <a:pt x="20675" y="17719"/>
                  </a:lnTo>
                  <a:cubicBezTo>
                    <a:pt x="20640" y="17651"/>
                    <a:pt x="20689" y="17559"/>
                    <a:pt x="20755" y="17535"/>
                  </a:cubicBezTo>
                  <a:cubicBezTo>
                    <a:pt x="20770" y="17529"/>
                    <a:pt x="20786" y="17526"/>
                    <a:pt x="20803" y="17526"/>
                  </a:cubicBezTo>
                  <a:close/>
                  <a:moveTo>
                    <a:pt x="9156" y="17833"/>
                  </a:moveTo>
                  <a:cubicBezTo>
                    <a:pt x="9201" y="17833"/>
                    <a:pt x="9246" y="17856"/>
                    <a:pt x="9267" y="17912"/>
                  </a:cubicBezTo>
                  <a:cubicBezTo>
                    <a:pt x="9306" y="18011"/>
                    <a:pt x="9221" y="18084"/>
                    <a:pt x="9140" y="18084"/>
                  </a:cubicBezTo>
                  <a:cubicBezTo>
                    <a:pt x="9094" y="18084"/>
                    <a:pt x="9049" y="18061"/>
                    <a:pt x="9028" y="18005"/>
                  </a:cubicBezTo>
                  <a:cubicBezTo>
                    <a:pt x="8989" y="17907"/>
                    <a:pt x="9074" y="17833"/>
                    <a:pt x="9156" y="17833"/>
                  </a:cubicBezTo>
                  <a:close/>
                  <a:moveTo>
                    <a:pt x="14247" y="18044"/>
                  </a:moveTo>
                  <a:cubicBezTo>
                    <a:pt x="14282" y="18044"/>
                    <a:pt x="14315" y="18062"/>
                    <a:pt x="14331" y="18103"/>
                  </a:cubicBezTo>
                  <a:cubicBezTo>
                    <a:pt x="14361" y="18178"/>
                    <a:pt x="14299" y="18234"/>
                    <a:pt x="14238" y="18234"/>
                  </a:cubicBezTo>
                  <a:cubicBezTo>
                    <a:pt x="14203" y="18234"/>
                    <a:pt x="14169" y="18216"/>
                    <a:pt x="14152" y="18174"/>
                  </a:cubicBezTo>
                  <a:cubicBezTo>
                    <a:pt x="14123" y="18099"/>
                    <a:pt x="14187" y="18044"/>
                    <a:pt x="14247" y="18044"/>
                  </a:cubicBezTo>
                  <a:close/>
                  <a:moveTo>
                    <a:pt x="27847" y="18114"/>
                  </a:moveTo>
                  <a:cubicBezTo>
                    <a:pt x="27883" y="18114"/>
                    <a:pt x="27917" y="18132"/>
                    <a:pt x="27934" y="18175"/>
                  </a:cubicBezTo>
                  <a:cubicBezTo>
                    <a:pt x="27965" y="18252"/>
                    <a:pt x="27899" y="18310"/>
                    <a:pt x="27836" y="18310"/>
                  </a:cubicBezTo>
                  <a:cubicBezTo>
                    <a:pt x="27800" y="18310"/>
                    <a:pt x="27765" y="18292"/>
                    <a:pt x="27748" y="18249"/>
                  </a:cubicBezTo>
                  <a:cubicBezTo>
                    <a:pt x="27718" y="18172"/>
                    <a:pt x="27784" y="18114"/>
                    <a:pt x="27847" y="18114"/>
                  </a:cubicBezTo>
                  <a:close/>
                  <a:moveTo>
                    <a:pt x="11939" y="18262"/>
                  </a:moveTo>
                  <a:cubicBezTo>
                    <a:pt x="11977" y="18262"/>
                    <a:pt x="12015" y="18282"/>
                    <a:pt x="12034" y="18328"/>
                  </a:cubicBezTo>
                  <a:cubicBezTo>
                    <a:pt x="12066" y="18412"/>
                    <a:pt x="11996" y="18474"/>
                    <a:pt x="11927" y="18474"/>
                  </a:cubicBezTo>
                  <a:cubicBezTo>
                    <a:pt x="11889" y="18474"/>
                    <a:pt x="11851" y="18454"/>
                    <a:pt x="11832" y="18408"/>
                  </a:cubicBezTo>
                  <a:cubicBezTo>
                    <a:pt x="11799" y="18324"/>
                    <a:pt x="11870" y="18262"/>
                    <a:pt x="11939" y="18262"/>
                  </a:cubicBezTo>
                  <a:close/>
                  <a:moveTo>
                    <a:pt x="26315" y="17939"/>
                  </a:moveTo>
                  <a:cubicBezTo>
                    <a:pt x="26417" y="17939"/>
                    <a:pt x="26518" y="17951"/>
                    <a:pt x="26616" y="17974"/>
                  </a:cubicBezTo>
                  <a:cubicBezTo>
                    <a:pt x="26738" y="18003"/>
                    <a:pt x="26715" y="18173"/>
                    <a:pt x="26596" y="18173"/>
                  </a:cubicBezTo>
                  <a:cubicBezTo>
                    <a:pt x="26592" y="18173"/>
                    <a:pt x="26588" y="18173"/>
                    <a:pt x="26583" y="18172"/>
                  </a:cubicBezTo>
                  <a:cubicBezTo>
                    <a:pt x="26518" y="18166"/>
                    <a:pt x="26452" y="18162"/>
                    <a:pt x="26386" y="18162"/>
                  </a:cubicBezTo>
                  <a:cubicBezTo>
                    <a:pt x="26306" y="18162"/>
                    <a:pt x="26227" y="18168"/>
                    <a:pt x="26148" y="18185"/>
                  </a:cubicBezTo>
                  <a:cubicBezTo>
                    <a:pt x="26087" y="18197"/>
                    <a:pt x="25807" y="18260"/>
                    <a:pt x="25791" y="18328"/>
                  </a:cubicBezTo>
                  <a:cubicBezTo>
                    <a:pt x="25780" y="18373"/>
                    <a:pt x="25965" y="18383"/>
                    <a:pt x="26064" y="18383"/>
                  </a:cubicBezTo>
                  <a:cubicBezTo>
                    <a:pt x="26093" y="18383"/>
                    <a:pt x="26114" y="18382"/>
                    <a:pt x="26121" y="18381"/>
                  </a:cubicBezTo>
                  <a:cubicBezTo>
                    <a:pt x="26257" y="18362"/>
                    <a:pt x="26358" y="18287"/>
                    <a:pt x="26468" y="18211"/>
                  </a:cubicBezTo>
                  <a:cubicBezTo>
                    <a:pt x="26488" y="18197"/>
                    <a:pt x="26509" y="18192"/>
                    <a:pt x="26529" y="18192"/>
                  </a:cubicBezTo>
                  <a:cubicBezTo>
                    <a:pt x="26607" y="18192"/>
                    <a:pt x="26671" y="18284"/>
                    <a:pt x="26614" y="18360"/>
                  </a:cubicBezTo>
                  <a:cubicBezTo>
                    <a:pt x="26485" y="18535"/>
                    <a:pt x="26246" y="18619"/>
                    <a:pt x="26033" y="18620"/>
                  </a:cubicBezTo>
                  <a:cubicBezTo>
                    <a:pt x="25873" y="18620"/>
                    <a:pt x="25621" y="18576"/>
                    <a:pt x="25549" y="18408"/>
                  </a:cubicBezTo>
                  <a:cubicBezTo>
                    <a:pt x="25466" y="18211"/>
                    <a:pt x="25685" y="18089"/>
                    <a:pt x="25836" y="18029"/>
                  </a:cubicBezTo>
                  <a:cubicBezTo>
                    <a:pt x="25988" y="17969"/>
                    <a:pt x="26152" y="17939"/>
                    <a:pt x="26315" y="17939"/>
                  </a:cubicBezTo>
                  <a:close/>
                  <a:moveTo>
                    <a:pt x="18976" y="18432"/>
                  </a:moveTo>
                  <a:cubicBezTo>
                    <a:pt x="19015" y="18432"/>
                    <a:pt x="19053" y="18451"/>
                    <a:pt x="19071" y="18498"/>
                  </a:cubicBezTo>
                  <a:cubicBezTo>
                    <a:pt x="19105" y="18581"/>
                    <a:pt x="19034" y="18642"/>
                    <a:pt x="18965" y="18642"/>
                  </a:cubicBezTo>
                  <a:cubicBezTo>
                    <a:pt x="18927" y="18642"/>
                    <a:pt x="18889" y="18623"/>
                    <a:pt x="18871" y="18576"/>
                  </a:cubicBezTo>
                  <a:cubicBezTo>
                    <a:pt x="18839" y="18492"/>
                    <a:pt x="18908" y="18432"/>
                    <a:pt x="18976" y="18432"/>
                  </a:cubicBezTo>
                  <a:close/>
                  <a:moveTo>
                    <a:pt x="24789" y="18359"/>
                  </a:moveTo>
                  <a:cubicBezTo>
                    <a:pt x="24848" y="18359"/>
                    <a:pt x="24893" y="18404"/>
                    <a:pt x="24912" y="18459"/>
                  </a:cubicBezTo>
                  <a:cubicBezTo>
                    <a:pt x="24944" y="18528"/>
                    <a:pt x="24928" y="18617"/>
                    <a:pt x="24834" y="18647"/>
                  </a:cubicBezTo>
                  <a:cubicBezTo>
                    <a:pt x="24822" y="18653"/>
                    <a:pt x="24809" y="18660"/>
                    <a:pt x="24795" y="18664"/>
                  </a:cubicBezTo>
                  <a:cubicBezTo>
                    <a:pt x="24774" y="18674"/>
                    <a:pt x="24754" y="18678"/>
                    <a:pt x="24736" y="18678"/>
                  </a:cubicBezTo>
                  <a:cubicBezTo>
                    <a:pt x="24598" y="18678"/>
                    <a:pt x="24526" y="18440"/>
                    <a:pt x="24687" y="18388"/>
                  </a:cubicBezTo>
                  <a:cubicBezTo>
                    <a:pt x="24700" y="18384"/>
                    <a:pt x="24714" y="18378"/>
                    <a:pt x="24728" y="18374"/>
                  </a:cubicBezTo>
                  <a:cubicBezTo>
                    <a:pt x="24750" y="18363"/>
                    <a:pt x="24770" y="18359"/>
                    <a:pt x="24789" y="18359"/>
                  </a:cubicBezTo>
                  <a:close/>
                  <a:moveTo>
                    <a:pt x="21937" y="17571"/>
                  </a:moveTo>
                  <a:cubicBezTo>
                    <a:pt x="22024" y="17571"/>
                    <a:pt x="22113" y="17594"/>
                    <a:pt x="22201" y="17647"/>
                  </a:cubicBezTo>
                  <a:cubicBezTo>
                    <a:pt x="22775" y="17988"/>
                    <a:pt x="21817" y="18657"/>
                    <a:pt x="21470" y="18685"/>
                  </a:cubicBezTo>
                  <a:cubicBezTo>
                    <a:pt x="21468" y="18686"/>
                    <a:pt x="21465" y="18686"/>
                    <a:pt x="21463" y="18686"/>
                  </a:cubicBezTo>
                  <a:cubicBezTo>
                    <a:pt x="21370" y="18686"/>
                    <a:pt x="21333" y="18562"/>
                    <a:pt x="21406" y="18515"/>
                  </a:cubicBezTo>
                  <a:lnTo>
                    <a:pt x="21381" y="18473"/>
                  </a:lnTo>
                  <a:cubicBezTo>
                    <a:pt x="21371" y="18478"/>
                    <a:pt x="21360" y="18481"/>
                    <a:pt x="21348" y="18481"/>
                  </a:cubicBezTo>
                  <a:cubicBezTo>
                    <a:pt x="21318" y="18481"/>
                    <a:pt x="21289" y="18462"/>
                    <a:pt x="21280" y="18420"/>
                  </a:cubicBezTo>
                  <a:cubicBezTo>
                    <a:pt x="21217" y="18038"/>
                    <a:pt x="21549" y="17571"/>
                    <a:pt x="21937" y="17571"/>
                  </a:cubicBezTo>
                  <a:close/>
                  <a:moveTo>
                    <a:pt x="17456" y="18524"/>
                  </a:moveTo>
                  <a:cubicBezTo>
                    <a:pt x="17602" y="18524"/>
                    <a:pt x="17675" y="18767"/>
                    <a:pt x="17509" y="18824"/>
                  </a:cubicBezTo>
                  <a:cubicBezTo>
                    <a:pt x="17465" y="18839"/>
                    <a:pt x="17420" y="18854"/>
                    <a:pt x="17376" y="18870"/>
                  </a:cubicBezTo>
                  <a:cubicBezTo>
                    <a:pt x="17357" y="18876"/>
                    <a:pt x="17339" y="18879"/>
                    <a:pt x="17322" y="18879"/>
                  </a:cubicBezTo>
                  <a:cubicBezTo>
                    <a:pt x="17178" y="18879"/>
                    <a:pt x="17113" y="18663"/>
                    <a:pt x="17268" y="18593"/>
                  </a:cubicBezTo>
                  <a:cubicBezTo>
                    <a:pt x="17312" y="18575"/>
                    <a:pt x="17355" y="18557"/>
                    <a:pt x="17397" y="18537"/>
                  </a:cubicBezTo>
                  <a:cubicBezTo>
                    <a:pt x="17418" y="18528"/>
                    <a:pt x="17438" y="18524"/>
                    <a:pt x="17456" y="18524"/>
                  </a:cubicBezTo>
                  <a:close/>
                  <a:moveTo>
                    <a:pt x="15471" y="18675"/>
                  </a:moveTo>
                  <a:cubicBezTo>
                    <a:pt x="15542" y="18675"/>
                    <a:pt x="15596" y="18743"/>
                    <a:pt x="15582" y="18810"/>
                  </a:cubicBezTo>
                  <a:lnTo>
                    <a:pt x="15582" y="18812"/>
                  </a:lnTo>
                  <a:lnTo>
                    <a:pt x="15582" y="18834"/>
                  </a:lnTo>
                  <a:cubicBezTo>
                    <a:pt x="15630" y="18882"/>
                    <a:pt x="15616" y="18979"/>
                    <a:pt x="15527" y="18997"/>
                  </a:cubicBezTo>
                  <a:cubicBezTo>
                    <a:pt x="15519" y="18999"/>
                    <a:pt x="15511" y="19000"/>
                    <a:pt x="15503" y="19000"/>
                  </a:cubicBezTo>
                  <a:cubicBezTo>
                    <a:pt x="15480" y="19000"/>
                    <a:pt x="15456" y="18993"/>
                    <a:pt x="15436" y="18982"/>
                  </a:cubicBezTo>
                  <a:cubicBezTo>
                    <a:pt x="15416" y="18973"/>
                    <a:pt x="15405" y="18960"/>
                    <a:pt x="15391" y="18946"/>
                  </a:cubicBezTo>
                  <a:lnTo>
                    <a:pt x="15381" y="18938"/>
                  </a:lnTo>
                  <a:cubicBezTo>
                    <a:pt x="15310" y="18891"/>
                    <a:pt x="15300" y="18812"/>
                    <a:pt x="15344" y="18741"/>
                  </a:cubicBezTo>
                  <a:cubicBezTo>
                    <a:pt x="15367" y="18702"/>
                    <a:pt x="15416" y="18681"/>
                    <a:pt x="15459" y="18676"/>
                  </a:cubicBezTo>
                  <a:cubicBezTo>
                    <a:pt x="15463" y="18675"/>
                    <a:pt x="15467" y="18675"/>
                    <a:pt x="15471" y="18675"/>
                  </a:cubicBezTo>
                  <a:close/>
                  <a:moveTo>
                    <a:pt x="26805" y="18895"/>
                  </a:moveTo>
                  <a:cubicBezTo>
                    <a:pt x="26875" y="18895"/>
                    <a:pt x="26929" y="18946"/>
                    <a:pt x="26950" y="19010"/>
                  </a:cubicBezTo>
                  <a:cubicBezTo>
                    <a:pt x="26986" y="19092"/>
                    <a:pt x="26969" y="19193"/>
                    <a:pt x="26861" y="19228"/>
                  </a:cubicBezTo>
                  <a:cubicBezTo>
                    <a:pt x="26848" y="19234"/>
                    <a:pt x="26835" y="19240"/>
                    <a:pt x="26821" y="19245"/>
                  </a:cubicBezTo>
                  <a:cubicBezTo>
                    <a:pt x="26798" y="19256"/>
                    <a:pt x="26775" y="19261"/>
                    <a:pt x="26754" y="19261"/>
                  </a:cubicBezTo>
                  <a:cubicBezTo>
                    <a:pt x="26593" y="19261"/>
                    <a:pt x="26510" y="18986"/>
                    <a:pt x="26695" y="18925"/>
                  </a:cubicBezTo>
                  <a:cubicBezTo>
                    <a:pt x="26709" y="18919"/>
                    <a:pt x="26723" y="18916"/>
                    <a:pt x="26736" y="18911"/>
                  </a:cubicBezTo>
                  <a:cubicBezTo>
                    <a:pt x="26761" y="18900"/>
                    <a:pt x="26784" y="18895"/>
                    <a:pt x="26805" y="18895"/>
                  </a:cubicBezTo>
                  <a:close/>
                  <a:moveTo>
                    <a:pt x="23148" y="19119"/>
                  </a:moveTo>
                  <a:cubicBezTo>
                    <a:pt x="23187" y="19119"/>
                    <a:pt x="23226" y="19139"/>
                    <a:pt x="23244" y="19187"/>
                  </a:cubicBezTo>
                  <a:cubicBezTo>
                    <a:pt x="23279" y="19273"/>
                    <a:pt x="23207" y="19337"/>
                    <a:pt x="23136" y="19337"/>
                  </a:cubicBezTo>
                  <a:cubicBezTo>
                    <a:pt x="23096" y="19337"/>
                    <a:pt x="23057" y="19317"/>
                    <a:pt x="23038" y="19269"/>
                  </a:cubicBezTo>
                  <a:cubicBezTo>
                    <a:pt x="23004" y="19184"/>
                    <a:pt x="23077" y="19119"/>
                    <a:pt x="23148" y="19119"/>
                  </a:cubicBezTo>
                  <a:close/>
                  <a:moveTo>
                    <a:pt x="19205" y="19305"/>
                  </a:moveTo>
                  <a:cubicBezTo>
                    <a:pt x="19222" y="19305"/>
                    <a:pt x="19239" y="19306"/>
                    <a:pt x="19254" y="19308"/>
                  </a:cubicBezTo>
                  <a:cubicBezTo>
                    <a:pt x="19325" y="19313"/>
                    <a:pt x="19364" y="19414"/>
                    <a:pt x="19316" y="19468"/>
                  </a:cubicBezTo>
                  <a:cubicBezTo>
                    <a:pt x="19289" y="19493"/>
                    <a:pt x="19261" y="19526"/>
                    <a:pt x="19226" y="19540"/>
                  </a:cubicBezTo>
                  <a:cubicBezTo>
                    <a:pt x="19201" y="19550"/>
                    <a:pt x="19182" y="19546"/>
                    <a:pt x="19159" y="19548"/>
                  </a:cubicBezTo>
                  <a:cubicBezTo>
                    <a:pt x="19146" y="19550"/>
                    <a:pt x="19132" y="19556"/>
                    <a:pt x="19119" y="19557"/>
                  </a:cubicBezTo>
                  <a:cubicBezTo>
                    <a:pt x="19113" y="19558"/>
                    <a:pt x="19107" y="19559"/>
                    <a:pt x="19101" y="19559"/>
                  </a:cubicBezTo>
                  <a:cubicBezTo>
                    <a:pt x="19014" y="19559"/>
                    <a:pt x="18967" y="19422"/>
                    <a:pt x="19047" y="19376"/>
                  </a:cubicBezTo>
                  <a:cubicBezTo>
                    <a:pt x="19060" y="19369"/>
                    <a:pt x="19077" y="19361"/>
                    <a:pt x="19087" y="19352"/>
                  </a:cubicBezTo>
                  <a:cubicBezTo>
                    <a:pt x="19105" y="19340"/>
                    <a:pt x="19118" y="19323"/>
                    <a:pt x="19139" y="19315"/>
                  </a:cubicBezTo>
                  <a:cubicBezTo>
                    <a:pt x="19159" y="19307"/>
                    <a:pt x="19183" y="19305"/>
                    <a:pt x="19205" y="19305"/>
                  </a:cubicBezTo>
                  <a:close/>
                  <a:moveTo>
                    <a:pt x="29499" y="19328"/>
                  </a:moveTo>
                  <a:cubicBezTo>
                    <a:pt x="29543" y="19328"/>
                    <a:pt x="29576" y="19362"/>
                    <a:pt x="29590" y="19404"/>
                  </a:cubicBezTo>
                  <a:cubicBezTo>
                    <a:pt x="29614" y="19455"/>
                    <a:pt x="29604" y="19520"/>
                    <a:pt x="29534" y="19543"/>
                  </a:cubicBezTo>
                  <a:lnTo>
                    <a:pt x="29494" y="19561"/>
                  </a:lnTo>
                  <a:cubicBezTo>
                    <a:pt x="29478" y="19569"/>
                    <a:pt x="29463" y="19572"/>
                    <a:pt x="29449" y="19572"/>
                  </a:cubicBezTo>
                  <a:cubicBezTo>
                    <a:pt x="29344" y="19572"/>
                    <a:pt x="29288" y="19388"/>
                    <a:pt x="29412" y="19350"/>
                  </a:cubicBezTo>
                  <a:lnTo>
                    <a:pt x="29451" y="19340"/>
                  </a:lnTo>
                  <a:cubicBezTo>
                    <a:pt x="29468" y="19332"/>
                    <a:pt x="29484" y="19328"/>
                    <a:pt x="29499" y="19328"/>
                  </a:cubicBezTo>
                  <a:close/>
                  <a:moveTo>
                    <a:pt x="21683" y="19336"/>
                  </a:moveTo>
                  <a:cubicBezTo>
                    <a:pt x="21744" y="19336"/>
                    <a:pt x="21804" y="19367"/>
                    <a:pt x="21833" y="19441"/>
                  </a:cubicBezTo>
                  <a:cubicBezTo>
                    <a:pt x="21884" y="19572"/>
                    <a:pt x="21773" y="19669"/>
                    <a:pt x="21666" y="19669"/>
                  </a:cubicBezTo>
                  <a:cubicBezTo>
                    <a:pt x="21605" y="19669"/>
                    <a:pt x="21545" y="19638"/>
                    <a:pt x="21516" y="19564"/>
                  </a:cubicBezTo>
                  <a:cubicBezTo>
                    <a:pt x="21464" y="19433"/>
                    <a:pt x="21575" y="19336"/>
                    <a:pt x="21683" y="19336"/>
                  </a:cubicBezTo>
                  <a:close/>
                  <a:moveTo>
                    <a:pt x="20049" y="18233"/>
                  </a:moveTo>
                  <a:cubicBezTo>
                    <a:pt x="20069" y="18233"/>
                    <a:pt x="20089" y="18240"/>
                    <a:pt x="20104" y="18250"/>
                  </a:cubicBezTo>
                  <a:cubicBezTo>
                    <a:pt x="20159" y="18287"/>
                    <a:pt x="20181" y="18337"/>
                    <a:pt x="20147" y="18395"/>
                  </a:cubicBezTo>
                  <a:cubicBezTo>
                    <a:pt x="20137" y="18413"/>
                    <a:pt x="20120" y="18421"/>
                    <a:pt x="20104" y="18421"/>
                  </a:cubicBezTo>
                  <a:cubicBezTo>
                    <a:pt x="20097" y="18421"/>
                    <a:pt x="20089" y="18419"/>
                    <a:pt x="20083" y="18416"/>
                  </a:cubicBezTo>
                  <a:lnTo>
                    <a:pt x="20083" y="18416"/>
                  </a:lnTo>
                  <a:cubicBezTo>
                    <a:pt x="20096" y="18450"/>
                    <a:pt x="20096" y="18487"/>
                    <a:pt x="20081" y="18525"/>
                  </a:cubicBezTo>
                  <a:lnTo>
                    <a:pt x="20081" y="18582"/>
                  </a:lnTo>
                  <a:lnTo>
                    <a:pt x="20117" y="18582"/>
                  </a:lnTo>
                  <a:cubicBezTo>
                    <a:pt x="20117" y="18547"/>
                    <a:pt x="20137" y="18513"/>
                    <a:pt x="20182" y="18508"/>
                  </a:cubicBezTo>
                  <a:cubicBezTo>
                    <a:pt x="20193" y="18508"/>
                    <a:pt x="20203" y="18507"/>
                    <a:pt x="20213" y="18507"/>
                  </a:cubicBezTo>
                  <a:cubicBezTo>
                    <a:pt x="20511" y="18507"/>
                    <a:pt x="20673" y="18839"/>
                    <a:pt x="20701" y="19102"/>
                  </a:cubicBezTo>
                  <a:cubicBezTo>
                    <a:pt x="20722" y="19313"/>
                    <a:pt x="20740" y="19745"/>
                    <a:pt x="20451" y="19775"/>
                  </a:cubicBezTo>
                  <a:cubicBezTo>
                    <a:pt x="20441" y="19776"/>
                    <a:pt x="20430" y="19777"/>
                    <a:pt x="20420" y="19777"/>
                  </a:cubicBezTo>
                  <a:cubicBezTo>
                    <a:pt x="20148" y="19777"/>
                    <a:pt x="20014" y="19407"/>
                    <a:pt x="19958" y="19200"/>
                  </a:cubicBezTo>
                  <a:cubicBezTo>
                    <a:pt x="19893" y="18955"/>
                    <a:pt x="19788" y="18449"/>
                    <a:pt x="20006" y="18249"/>
                  </a:cubicBezTo>
                  <a:cubicBezTo>
                    <a:pt x="20018" y="18238"/>
                    <a:pt x="20034" y="18233"/>
                    <a:pt x="20049" y="18233"/>
                  </a:cubicBezTo>
                  <a:close/>
                  <a:moveTo>
                    <a:pt x="24972" y="19786"/>
                  </a:moveTo>
                  <a:cubicBezTo>
                    <a:pt x="25031" y="19786"/>
                    <a:pt x="25074" y="19831"/>
                    <a:pt x="25091" y="19887"/>
                  </a:cubicBezTo>
                  <a:cubicBezTo>
                    <a:pt x="25126" y="19957"/>
                    <a:pt x="25112" y="20044"/>
                    <a:pt x="25016" y="20071"/>
                  </a:cubicBezTo>
                  <a:lnTo>
                    <a:pt x="24979" y="20093"/>
                  </a:lnTo>
                  <a:cubicBezTo>
                    <a:pt x="24958" y="20103"/>
                    <a:pt x="24938" y="20108"/>
                    <a:pt x="24919" y="20108"/>
                  </a:cubicBezTo>
                  <a:cubicBezTo>
                    <a:pt x="24783" y="20108"/>
                    <a:pt x="24708" y="19859"/>
                    <a:pt x="24871" y="19815"/>
                  </a:cubicBezTo>
                  <a:lnTo>
                    <a:pt x="24910" y="19802"/>
                  </a:lnTo>
                  <a:cubicBezTo>
                    <a:pt x="24932" y="19791"/>
                    <a:pt x="24953" y="19786"/>
                    <a:pt x="24972" y="19786"/>
                  </a:cubicBezTo>
                  <a:close/>
                  <a:moveTo>
                    <a:pt x="23401" y="20307"/>
                  </a:moveTo>
                  <a:cubicBezTo>
                    <a:pt x="23467" y="20307"/>
                    <a:pt x="23531" y="20357"/>
                    <a:pt x="23556" y="20414"/>
                  </a:cubicBezTo>
                  <a:cubicBezTo>
                    <a:pt x="23589" y="20491"/>
                    <a:pt x="23546" y="20604"/>
                    <a:pt x="23463" y="20627"/>
                  </a:cubicBezTo>
                  <a:lnTo>
                    <a:pt x="23398" y="20645"/>
                  </a:lnTo>
                  <a:cubicBezTo>
                    <a:pt x="23378" y="20650"/>
                    <a:pt x="23360" y="20653"/>
                    <a:pt x="23341" y="20653"/>
                  </a:cubicBezTo>
                  <a:cubicBezTo>
                    <a:pt x="23278" y="20653"/>
                    <a:pt x="23222" y="20622"/>
                    <a:pt x="23193" y="20556"/>
                  </a:cubicBezTo>
                  <a:cubicBezTo>
                    <a:pt x="23157" y="20474"/>
                    <a:pt x="23209" y="20390"/>
                    <a:pt x="23283" y="20353"/>
                  </a:cubicBezTo>
                  <a:lnTo>
                    <a:pt x="23344" y="20321"/>
                  </a:lnTo>
                  <a:cubicBezTo>
                    <a:pt x="23362" y="20311"/>
                    <a:pt x="23381" y="20307"/>
                    <a:pt x="23401" y="20307"/>
                  </a:cubicBezTo>
                  <a:close/>
                  <a:moveTo>
                    <a:pt x="22045" y="20888"/>
                  </a:moveTo>
                  <a:cubicBezTo>
                    <a:pt x="22089" y="20888"/>
                    <a:pt x="22132" y="20911"/>
                    <a:pt x="22153" y="20964"/>
                  </a:cubicBezTo>
                  <a:cubicBezTo>
                    <a:pt x="22191" y="21059"/>
                    <a:pt x="22110" y="21131"/>
                    <a:pt x="22032" y="21131"/>
                  </a:cubicBezTo>
                  <a:cubicBezTo>
                    <a:pt x="21988" y="21131"/>
                    <a:pt x="21945" y="21108"/>
                    <a:pt x="21924" y="21055"/>
                  </a:cubicBezTo>
                  <a:cubicBezTo>
                    <a:pt x="21886" y="20960"/>
                    <a:pt x="21967" y="20888"/>
                    <a:pt x="22045" y="20888"/>
                  </a:cubicBezTo>
                  <a:close/>
                  <a:moveTo>
                    <a:pt x="32352" y="20984"/>
                  </a:moveTo>
                  <a:cubicBezTo>
                    <a:pt x="32393" y="20984"/>
                    <a:pt x="32433" y="21004"/>
                    <a:pt x="32453" y="21053"/>
                  </a:cubicBezTo>
                  <a:cubicBezTo>
                    <a:pt x="32487" y="21143"/>
                    <a:pt x="32411" y="21211"/>
                    <a:pt x="32337" y="21211"/>
                  </a:cubicBezTo>
                  <a:cubicBezTo>
                    <a:pt x="32296" y="21211"/>
                    <a:pt x="32256" y="21190"/>
                    <a:pt x="32236" y="21140"/>
                  </a:cubicBezTo>
                  <a:cubicBezTo>
                    <a:pt x="32201" y="21051"/>
                    <a:pt x="32277" y="20984"/>
                    <a:pt x="32352" y="20984"/>
                  </a:cubicBezTo>
                  <a:close/>
                  <a:moveTo>
                    <a:pt x="29679" y="21073"/>
                  </a:moveTo>
                  <a:cubicBezTo>
                    <a:pt x="29714" y="21073"/>
                    <a:pt x="29749" y="21090"/>
                    <a:pt x="29766" y="21133"/>
                  </a:cubicBezTo>
                  <a:cubicBezTo>
                    <a:pt x="29796" y="21208"/>
                    <a:pt x="29731" y="21266"/>
                    <a:pt x="29668" y="21266"/>
                  </a:cubicBezTo>
                  <a:cubicBezTo>
                    <a:pt x="29634" y="21266"/>
                    <a:pt x="29599" y="21248"/>
                    <a:pt x="29583" y="21205"/>
                  </a:cubicBezTo>
                  <a:cubicBezTo>
                    <a:pt x="29552" y="21129"/>
                    <a:pt x="29617" y="21073"/>
                    <a:pt x="29679" y="21073"/>
                  </a:cubicBezTo>
                  <a:close/>
                  <a:moveTo>
                    <a:pt x="30895" y="20710"/>
                  </a:moveTo>
                  <a:cubicBezTo>
                    <a:pt x="30976" y="20710"/>
                    <a:pt x="31056" y="20718"/>
                    <a:pt x="31131" y="20728"/>
                  </a:cubicBezTo>
                  <a:cubicBezTo>
                    <a:pt x="31218" y="20740"/>
                    <a:pt x="31195" y="20861"/>
                    <a:pt x="31114" y="20861"/>
                  </a:cubicBezTo>
                  <a:cubicBezTo>
                    <a:pt x="31113" y="20861"/>
                    <a:pt x="31113" y="20861"/>
                    <a:pt x="31112" y="20861"/>
                  </a:cubicBezTo>
                  <a:lnTo>
                    <a:pt x="31112" y="20861"/>
                  </a:lnTo>
                  <a:cubicBezTo>
                    <a:pt x="31134" y="21069"/>
                    <a:pt x="31053" y="21327"/>
                    <a:pt x="30881" y="21453"/>
                  </a:cubicBezTo>
                  <a:cubicBezTo>
                    <a:pt x="30810" y="21505"/>
                    <a:pt x="30722" y="21533"/>
                    <a:pt x="30637" y="21533"/>
                  </a:cubicBezTo>
                  <a:cubicBezTo>
                    <a:pt x="30535" y="21533"/>
                    <a:pt x="30436" y="21493"/>
                    <a:pt x="30370" y="21405"/>
                  </a:cubicBezTo>
                  <a:cubicBezTo>
                    <a:pt x="30252" y="21246"/>
                    <a:pt x="30297" y="21015"/>
                    <a:pt x="30426" y="20879"/>
                  </a:cubicBezTo>
                  <a:cubicBezTo>
                    <a:pt x="30545" y="20746"/>
                    <a:pt x="30720" y="20710"/>
                    <a:pt x="30895" y="20710"/>
                  </a:cubicBezTo>
                  <a:close/>
                  <a:moveTo>
                    <a:pt x="23806" y="21111"/>
                  </a:moveTo>
                  <a:cubicBezTo>
                    <a:pt x="23810" y="21111"/>
                    <a:pt x="23813" y="21111"/>
                    <a:pt x="23817" y="21112"/>
                  </a:cubicBezTo>
                  <a:cubicBezTo>
                    <a:pt x="24336" y="21129"/>
                    <a:pt x="24752" y="21582"/>
                    <a:pt x="24717" y="22101"/>
                  </a:cubicBezTo>
                  <a:cubicBezTo>
                    <a:pt x="24714" y="22139"/>
                    <a:pt x="24686" y="22157"/>
                    <a:pt x="24656" y="22157"/>
                  </a:cubicBezTo>
                  <a:cubicBezTo>
                    <a:pt x="24623" y="22157"/>
                    <a:pt x="24589" y="22136"/>
                    <a:pt x="24584" y="22098"/>
                  </a:cubicBezTo>
                  <a:cubicBezTo>
                    <a:pt x="24582" y="22084"/>
                    <a:pt x="24581" y="22070"/>
                    <a:pt x="24579" y="22051"/>
                  </a:cubicBezTo>
                  <a:cubicBezTo>
                    <a:pt x="24486" y="22133"/>
                    <a:pt x="24367" y="22174"/>
                    <a:pt x="24246" y="22174"/>
                  </a:cubicBezTo>
                  <a:cubicBezTo>
                    <a:pt x="24139" y="22174"/>
                    <a:pt x="24030" y="22142"/>
                    <a:pt x="23936" y="22079"/>
                  </a:cubicBezTo>
                  <a:cubicBezTo>
                    <a:pt x="23651" y="21891"/>
                    <a:pt x="23616" y="21511"/>
                    <a:pt x="23684" y="21207"/>
                  </a:cubicBezTo>
                  <a:cubicBezTo>
                    <a:pt x="23697" y="21145"/>
                    <a:pt x="23745" y="21111"/>
                    <a:pt x="23806" y="21111"/>
                  </a:cubicBezTo>
                  <a:close/>
                  <a:moveTo>
                    <a:pt x="23566" y="22082"/>
                  </a:moveTo>
                  <a:cubicBezTo>
                    <a:pt x="23613" y="22082"/>
                    <a:pt x="23660" y="22107"/>
                    <a:pt x="23682" y="22164"/>
                  </a:cubicBezTo>
                  <a:cubicBezTo>
                    <a:pt x="23723" y="22267"/>
                    <a:pt x="23636" y="22344"/>
                    <a:pt x="23551" y="22344"/>
                  </a:cubicBezTo>
                  <a:cubicBezTo>
                    <a:pt x="23503" y="22344"/>
                    <a:pt x="23457" y="22320"/>
                    <a:pt x="23434" y="22262"/>
                  </a:cubicBezTo>
                  <a:cubicBezTo>
                    <a:pt x="23394" y="22159"/>
                    <a:pt x="23481" y="22082"/>
                    <a:pt x="23566" y="22082"/>
                  </a:cubicBezTo>
                  <a:close/>
                  <a:moveTo>
                    <a:pt x="32866" y="22102"/>
                  </a:moveTo>
                  <a:cubicBezTo>
                    <a:pt x="32921" y="22102"/>
                    <a:pt x="32977" y="22142"/>
                    <a:pt x="32997" y="22191"/>
                  </a:cubicBezTo>
                  <a:cubicBezTo>
                    <a:pt x="33023" y="22257"/>
                    <a:pt x="32991" y="22352"/>
                    <a:pt x="32919" y="22370"/>
                  </a:cubicBezTo>
                  <a:lnTo>
                    <a:pt x="32851" y="22390"/>
                  </a:lnTo>
                  <a:cubicBezTo>
                    <a:pt x="32835" y="22395"/>
                    <a:pt x="32820" y="22397"/>
                    <a:pt x="32805" y="22397"/>
                  </a:cubicBezTo>
                  <a:cubicBezTo>
                    <a:pt x="32674" y="22397"/>
                    <a:pt x="32618" y="22214"/>
                    <a:pt x="32756" y="22146"/>
                  </a:cubicBezTo>
                  <a:lnTo>
                    <a:pt x="32817" y="22113"/>
                  </a:lnTo>
                  <a:cubicBezTo>
                    <a:pt x="32833" y="22106"/>
                    <a:pt x="32849" y="22102"/>
                    <a:pt x="32866" y="22102"/>
                  </a:cubicBezTo>
                  <a:close/>
                  <a:moveTo>
                    <a:pt x="31422" y="22269"/>
                  </a:moveTo>
                  <a:cubicBezTo>
                    <a:pt x="31455" y="22269"/>
                    <a:pt x="31488" y="22286"/>
                    <a:pt x="31503" y="22326"/>
                  </a:cubicBezTo>
                  <a:cubicBezTo>
                    <a:pt x="31532" y="22399"/>
                    <a:pt x="31469" y="22453"/>
                    <a:pt x="31410" y="22453"/>
                  </a:cubicBezTo>
                  <a:cubicBezTo>
                    <a:pt x="31376" y="22453"/>
                    <a:pt x="31343" y="22436"/>
                    <a:pt x="31328" y="22395"/>
                  </a:cubicBezTo>
                  <a:cubicBezTo>
                    <a:pt x="31299" y="22324"/>
                    <a:pt x="31362" y="22269"/>
                    <a:pt x="31422" y="22269"/>
                  </a:cubicBezTo>
                  <a:close/>
                  <a:moveTo>
                    <a:pt x="34614" y="22165"/>
                  </a:moveTo>
                  <a:cubicBezTo>
                    <a:pt x="34670" y="22165"/>
                    <a:pt x="34727" y="22205"/>
                    <a:pt x="34747" y="22255"/>
                  </a:cubicBezTo>
                  <a:cubicBezTo>
                    <a:pt x="34771" y="22320"/>
                    <a:pt x="34740" y="22415"/>
                    <a:pt x="34669" y="22437"/>
                  </a:cubicBezTo>
                  <a:lnTo>
                    <a:pt x="34601" y="22455"/>
                  </a:lnTo>
                  <a:cubicBezTo>
                    <a:pt x="34585" y="22460"/>
                    <a:pt x="34570" y="22462"/>
                    <a:pt x="34556" y="22462"/>
                  </a:cubicBezTo>
                  <a:cubicBezTo>
                    <a:pt x="34423" y="22462"/>
                    <a:pt x="34367" y="22276"/>
                    <a:pt x="34503" y="22207"/>
                  </a:cubicBezTo>
                  <a:lnTo>
                    <a:pt x="34567" y="22176"/>
                  </a:lnTo>
                  <a:cubicBezTo>
                    <a:pt x="34582" y="22168"/>
                    <a:pt x="34598" y="22165"/>
                    <a:pt x="34614" y="22165"/>
                  </a:cubicBezTo>
                  <a:close/>
                  <a:moveTo>
                    <a:pt x="25002" y="22509"/>
                  </a:moveTo>
                  <a:cubicBezTo>
                    <a:pt x="25044" y="22509"/>
                    <a:pt x="25085" y="22530"/>
                    <a:pt x="25105" y="22581"/>
                  </a:cubicBezTo>
                  <a:cubicBezTo>
                    <a:pt x="25141" y="22673"/>
                    <a:pt x="25064" y="22740"/>
                    <a:pt x="24989" y="22740"/>
                  </a:cubicBezTo>
                  <a:cubicBezTo>
                    <a:pt x="24947" y="22740"/>
                    <a:pt x="24905" y="22719"/>
                    <a:pt x="24885" y="22668"/>
                  </a:cubicBezTo>
                  <a:cubicBezTo>
                    <a:pt x="24850" y="22577"/>
                    <a:pt x="24927" y="22509"/>
                    <a:pt x="25002" y="22509"/>
                  </a:cubicBezTo>
                  <a:close/>
                  <a:moveTo>
                    <a:pt x="30083" y="22844"/>
                  </a:moveTo>
                  <a:cubicBezTo>
                    <a:pt x="30125" y="22844"/>
                    <a:pt x="30166" y="22865"/>
                    <a:pt x="30185" y="22916"/>
                  </a:cubicBezTo>
                  <a:cubicBezTo>
                    <a:pt x="30222" y="23008"/>
                    <a:pt x="30144" y="23076"/>
                    <a:pt x="30069" y="23076"/>
                  </a:cubicBezTo>
                  <a:cubicBezTo>
                    <a:pt x="30027" y="23076"/>
                    <a:pt x="29985" y="23054"/>
                    <a:pt x="29966" y="23003"/>
                  </a:cubicBezTo>
                  <a:cubicBezTo>
                    <a:pt x="29929" y="22912"/>
                    <a:pt x="30008" y="22844"/>
                    <a:pt x="30083" y="22844"/>
                  </a:cubicBezTo>
                  <a:close/>
                  <a:moveTo>
                    <a:pt x="36736" y="23385"/>
                  </a:moveTo>
                  <a:cubicBezTo>
                    <a:pt x="36751" y="23385"/>
                    <a:pt x="36767" y="23387"/>
                    <a:pt x="36784" y="23393"/>
                  </a:cubicBezTo>
                  <a:cubicBezTo>
                    <a:pt x="36813" y="23403"/>
                    <a:pt x="36843" y="23414"/>
                    <a:pt x="36876" y="23424"/>
                  </a:cubicBezTo>
                  <a:cubicBezTo>
                    <a:pt x="37013" y="23472"/>
                    <a:pt x="36947" y="23673"/>
                    <a:pt x="36830" y="23673"/>
                  </a:cubicBezTo>
                  <a:cubicBezTo>
                    <a:pt x="36813" y="23673"/>
                    <a:pt x="36794" y="23668"/>
                    <a:pt x="36775" y="23658"/>
                  </a:cubicBezTo>
                  <a:cubicBezTo>
                    <a:pt x="36745" y="23643"/>
                    <a:pt x="36714" y="23628"/>
                    <a:pt x="36686" y="23613"/>
                  </a:cubicBezTo>
                  <a:cubicBezTo>
                    <a:pt x="36565" y="23550"/>
                    <a:pt x="36619" y="23385"/>
                    <a:pt x="36736" y="23385"/>
                  </a:cubicBezTo>
                  <a:close/>
                  <a:moveTo>
                    <a:pt x="35272" y="23020"/>
                  </a:moveTo>
                  <a:cubicBezTo>
                    <a:pt x="35284" y="23020"/>
                    <a:pt x="35297" y="23025"/>
                    <a:pt x="35307" y="23035"/>
                  </a:cubicBezTo>
                  <a:cubicBezTo>
                    <a:pt x="35446" y="23176"/>
                    <a:pt x="35500" y="23460"/>
                    <a:pt x="35511" y="23655"/>
                  </a:cubicBezTo>
                  <a:cubicBezTo>
                    <a:pt x="35521" y="23804"/>
                    <a:pt x="35453" y="23936"/>
                    <a:pt x="35297" y="23967"/>
                  </a:cubicBezTo>
                  <a:cubicBezTo>
                    <a:pt x="35277" y="23971"/>
                    <a:pt x="35257" y="23972"/>
                    <a:pt x="35237" y="23972"/>
                  </a:cubicBezTo>
                  <a:cubicBezTo>
                    <a:pt x="35112" y="23972"/>
                    <a:pt x="34988" y="23905"/>
                    <a:pt x="34924" y="23800"/>
                  </a:cubicBezTo>
                  <a:cubicBezTo>
                    <a:pt x="34818" y="23621"/>
                    <a:pt x="34869" y="23400"/>
                    <a:pt x="34921" y="23213"/>
                  </a:cubicBezTo>
                  <a:cubicBezTo>
                    <a:pt x="34933" y="23171"/>
                    <a:pt x="34970" y="23152"/>
                    <a:pt x="35004" y="23152"/>
                  </a:cubicBezTo>
                  <a:cubicBezTo>
                    <a:pt x="35049" y="23152"/>
                    <a:pt x="35090" y="23183"/>
                    <a:pt x="35076" y="23239"/>
                  </a:cubicBezTo>
                  <a:cubicBezTo>
                    <a:pt x="35046" y="23359"/>
                    <a:pt x="35009" y="23492"/>
                    <a:pt x="35035" y="23616"/>
                  </a:cubicBezTo>
                  <a:cubicBezTo>
                    <a:pt x="35054" y="23704"/>
                    <a:pt x="35130" y="23801"/>
                    <a:pt x="35230" y="23801"/>
                  </a:cubicBezTo>
                  <a:cubicBezTo>
                    <a:pt x="35241" y="23801"/>
                    <a:pt x="35253" y="23800"/>
                    <a:pt x="35264" y="23797"/>
                  </a:cubicBezTo>
                  <a:cubicBezTo>
                    <a:pt x="35493" y="23745"/>
                    <a:pt x="35218" y="23230"/>
                    <a:pt x="35205" y="23091"/>
                  </a:cubicBezTo>
                  <a:cubicBezTo>
                    <a:pt x="35203" y="23055"/>
                    <a:pt x="35238" y="23020"/>
                    <a:pt x="35272" y="23020"/>
                  </a:cubicBezTo>
                  <a:close/>
                  <a:moveTo>
                    <a:pt x="30830" y="23826"/>
                  </a:moveTo>
                  <a:cubicBezTo>
                    <a:pt x="30902" y="23826"/>
                    <a:pt x="30970" y="23892"/>
                    <a:pt x="30939" y="23984"/>
                  </a:cubicBezTo>
                  <a:cubicBezTo>
                    <a:pt x="30931" y="24017"/>
                    <a:pt x="30922" y="24048"/>
                    <a:pt x="30905" y="24078"/>
                  </a:cubicBezTo>
                  <a:cubicBezTo>
                    <a:pt x="30879" y="24127"/>
                    <a:pt x="30837" y="24147"/>
                    <a:pt x="30796" y="24147"/>
                  </a:cubicBezTo>
                  <a:cubicBezTo>
                    <a:pt x="30721" y="24147"/>
                    <a:pt x="30649" y="24077"/>
                    <a:pt x="30681" y="23978"/>
                  </a:cubicBezTo>
                  <a:cubicBezTo>
                    <a:pt x="30691" y="23949"/>
                    <a:pt x="30711" y="23920"/>
                    <a:pt x="30727" y="23891"/>
                  </a:cubicBezTo>
                  <a:cubicBezTo>
                    <a:pt x="30752" y="23845"/>
                    <a:pt x="30792" y="23826"/>
                    <a:pt x="30830" y="23826"/>
                  </a:cubicBezTo>
                  <a:close/>
                  <a:moveTo>
                    <a:pt x="37784" y="24346"/>
                  </a:moveTo>
                  <a:cubicBezTo>
                    <a:pt x="37820" y="24346"/>
                    <a:pt x="37855" y="24364"/>
                    <a:pt x="37872" y="24408"/>
                  </a:cubicBezTo>
                  <a:cubicBezTo>
                    <a:pt x="37902" y="24485"/>
                    <a:pt x="37837" y="24542"/>
                    <a:pt x="37774" y="24542"/>
                  </a:cubicBezTo>
                  <a:cubicBezTo>
                    <a:pt x="37738" y="24542"/>
                    <a:pt x="37702" y="24524"/>
                    <a:pt x="37685" y="24480"/>
                  </a:cubicBezTo>
                  <a:cubicBezTo>
                    <a:pt x="37654" y="24403"/>
                    <a:pt x="37720" y="24346"/>
                    <a:pt x="37784" y="24346"/>
                  </a:cubicBezTo>
                  <a:close/>
                  <a:moveTo>
                    <a:pt x="27342" y="19663"/>
                  </a:moveTo>
                  <a:cubicBezTo>
                    <a:pt x="27534" y="19663"/>
                    <a:pt x="27729" y="19711"/>
                    <a:pt x="27920" y="19819"/>
                  </a:cubicBezTo>
                  <a:cubicBezTo>
                    <a:pt x="27937" y="19810"/>
                    <a:pt x="27956" y="19804"/>
                    <a:pt x="27976" y="19804"/>
                  </a:cubicBezTo>
                  <a:cubicBezTo>
                    <a:pt x="27987" y="19804"/>
                    <a:pt x="27998" y="19805"/>
                    <a:pt x="28009" y="19809"/>
                  </a:cubicBezTo>
                  <a:cubicBezTo>
                    <a:pt x="28598" y="20002"/>
                    <a:pt x="28576" y="20545"/>
                    <a:pt x="28430" y="21027"/>
                  </a:cubicBezTo>
                  <a:cubicBezTo>
                    <a:pt x="28335" y="21341"/>
                    <a:pt x="28271" y="21596"/>
                    <a:pt x="28549" y="21827"/>
                  </a:cubicBezTo>
                  <a:cubicBezTo>
                    <a:pt x="28698" y="21952"/>
                    <a:pt x="28869" y="22041"/>
                    <a:pt x="29001" y="22186"/>
                  </a:cubicBezTo>
                  <a:cubicBezTo>
                    <a:pt x="29196" y="22403"/>
                    <a:pt x="29315" y="22706"/>
                    <a:pt x="29388" y="22985"/>
                  </a:cubicBezTo>
                  <a:cubicBezTo>
                    <a:pt x="29628" y="23919"/>
                    <a:pt x="28607" y="24601"/>
                    <a:pt x="27723" y="24601"/>
                  </a:cubicBezTo>
                  <a:cubicBezTo>
                    <a:pt x="27547" y="24601"/>
                    <a:pt x="27377" y="24574"/>
                    <a:pt x="27224" y="24517"/>
                  </a:cubicBezTo>
                  <a:cubicBezTo>
                    <a:pt x="25991" y="24062"/>
                    <a:pt x="25440" y="22340"/>
                    <a:pt x="25707" y="21144"/>
                  </a:cubicBezTo>
                  <a:cubicBezTo>
                    <a:pt x="25871" y="20407"/>
                    <a:pt x="26584" y="19663"/>
                    <a:pt x="27342" y="19663"/>
                  </a:cubicBezTo>
                  <a:close/>
                  <a:moveTo>
                    <a:pt x="25863" y="24317"/>
                  </a:moveTo>
                  <a:cubicBezTo>
                    <a:pt x="25881" y="24317"/>
                    <a:pt x="25900" y="24321"/>
                    <a:pt x="25920" y="24328"/>
                  </a:cubicBezTo>
                  <a:cubicBezTo>
                    <a:pt x="25951" y="24340"/>
                    <a:pt x="25982" y="24351"/>
                    <a:pt x="26012" y="24364"/>
                  </a:cubicBezTo>
                  <a:cubicBezTo>
                    <a:pt x="26086" y="24392"/>
                    <a:pt x="26118" y="24487"/>
                    <a:pt x="26089" y="24558"/>
                  </a:cubicBezTo>
                  <a:cubicBezTo>
                    <a:pt x="26065" y="24611"/>
                    <a:pt x="26008" y="24647"/>
                    <a:pt x="25950" y="24647"/>
                  </a:cubicBezTo>
                  <a:cubicBezTo>
                    <a:pt x="25931" y="24647"/>
                    <a:pt x="25912" y="24643"/>
                    <a:pt x="25894" y="24635"/>
                  </a:cubicBezTo>
                  <a:cubicBezTo>
                    <a:pt x="25865" y="24620"/>
                    <a:pt x="25836" y="24605"/>
                    <a:pt x="25805" y="24591"/>
                  </a:cubicBezTo>
                  <a:cubicBezTo>
                    <a:pt x="25659" y="24518"/>
                    <a:pt x="25727" y="24317"/>
                    <a:pt x="25863" y="24317"/>
                  </a:cubicBezTo>
                  <a:close/>
                  <a:moveTo>
                    <a:pt x="36046" y="24488"/>
                  </a:moveTo>
                  <a:cubicBezTo>
                    <a:pt x="36086" y="24488"/>
                    <a:pt x="36125" y="24508"/>
                    <a:pt x="36144" y="24557"/>
                  </a:cubicBezTo>
                  <a:cubicBezTo>
                    <a:pt x="36178" y="24645"/>
                    <a:pt x="36104" y="24710"/>
                    <a:pt x="36033" y="24710"/>
                  </a:cubicBezTo>
                  <a:cubicBezTo>
                    <a:pt x="35992" y="24710"/>
                    <a:pt x="35953" y="24689"/>
                    <a:pt x="35933" y="24640"/>
                  </a:cubicBezTo>
                  <a:cubicBezTo>
                    <a:pt x="35900" y="24554"/>
                    <a:pt x="35974" y="24488"/>
                    <a:pt x="36046" y="24488"/>
                  </a:cubicBezTo>
                  <a:close/>
                  <a:moveTo>
                    <a:pt x="37115" y="24715"/>
                  </a:moveTo>
                  <a:cubicBezTo>
                    <a:pt x="37132" y="24715"/>
                    <a:pt x="37151" y="24718"/>
                    <a:pt x="37170" y="24725"/>
                  </a:cubicBezTo>
                  <a:cubicBezTo>
                    <a:pt x="37202" y="24737"/>
                    <a:pt x="37231" y="24748"/>
                    <a:pt x="37263" y="24761"/>
                  </a:cubicBezTo>
                  <a:cubicBezTo>
                    <a:pt x="37338" y="24789"/>
                    <a:pt x="37370" y="24884"/>
                    <a:pt x="37338" y="24953"/>
                  </a:cubicBezTo>
                  <a:cubicBezTo>
                    <a:pt x="37315" y="25004"/>
                    <a:pt x="37259" y="25040"/>
                    <a:pt x="37202" y="25040"/>
                  </a:cubicBezTo>
                  <a:cubicBezTo>
                    <a:pt x="37183" y="25040"/>
                    <a:pt x="37164" y="25036"/>
                    <a:pt x="37146" y="25027"/>
                  </a:cubicBezTo>
                  <a:cubicBezTo>
                    <a:pt x="37117" y="25011"/>
                    <a:pt x="37087" y="24997"/>
                    <a:pt x="37057" y="24983"/>
                  </a:cubicBezTo>
                  <a:cubicBezTo>
                    <a:pt x="36914" y="24912"/>
                    <a:pt x="36980" y="24715"/>
                    <a:pt x="37115" y="24715"/>
                  </a:cubicBezTo>
                  <a:close/>
                  <a:moveTo>
                    <a:pt x="39749" y="25137"/>
                  </a:moveTo>
                  <a:cubicBezTo>
                    <a:pt x="39789" y="25137"/>
                    <a:pt x="39829" y="25157"/>
                    <a:pt x="39849" y="25207"/>
                  </a:cubicBezTo>
                  <a:cubicBezTo>
                    <a:pt x="39882" y="25294"/>
                    <a:pt x="39807" y="25360"/>
                    <a:pt x="39735" y="25360"/>
                  </a:cubicBezTo>
                  <a:cubicBezTo>
                    <a:pt x="39695" y="25360"/>
                    <a:pt x="39655" y="25339"/>
                    <a:pt x="39636" y="25289"/>
                  </a:cubicBezTo>
                  <a:cubicBezTo>
                    <a:pt x="39602" y="25202"/>
                    <a:pt x="39676" y="25137"/>
                    <a:pt x="39749" y="25137"/>
                  </a:cubicBezTo>
                  <a:close/>
                  <a:moveTo>
                    <a:pt x="28029" y="25439"/>
                  </a:moveTo>
                  <a:cubicBezTo>
                    <a:pt x="28074" y="25439"/>
                    <a:pt x="28118" y="25462"/>
                    <a:pt x="28139" y="25516"/>
                  </a:cubicBezTo>
                  <a:cubicBezTo>
                    <a:pt x="28178" y="25615"/>
                    <a:pt x="28094" y="25688"/>
                    <a:pt x="28014" y="25688"/>
                  </a:cubicBezTo>
                  <a:cubicBezTo>
                    <a:pt x="27968" y="25688"/>
                    <a:pt x="27924" y="25665"/>
                    <a:pt x="27903" y="25611"/>
                  </a:cubicBezTo>
                  <a:cubicBezTo>
                    <a:pt x="27863" y="25513"/>
                    <a:pt x="27948" y="25439"/>
                    <a:pt x="28029" y="25439"/>
                  </a:cubicBezTo>
                  <a:close/>
                  <a:moveTo>
                    <a:pt x="35635" y="25573"/>
                  </a:moveTo>
                  <a:cubicBezTo>
                    <a:pt x="35666" y="25573"/>
                    <a:pt x="35696" y="25589"/>
                    <a:pt x="35711" y="25626"/>
                  </a:cubicBezTo>
                  <a:cubicBezTo>
                    <a:pt x="35738" y="25694"/>
                    <a:pt x="35681" y="25744"/>
                    <a:pt x="35626" y="25744"/>
                  </a:cubicBezTo>
                  <a:cubicBezTo>
                    <a:pt x="35595" y="25744"/>
                    <a:pt x="35564" y="25728"/>
                    <a:pt x="35549" y="25690"/>
                  </a:cubicBezTo>
                  <a:cubicBezTo>
                    <a:pt x="35523" y="25623"/>
                    <a:pt x="35580" y="25573"/>
                    <a:pt x="35635" y="25573"/>
                  </a:cubicBezTo>
                  <a:close/>
                  <a:moveTo>
                    <a:pt x="30478" y="24977"/>
                  </a:moveTo>
                  <a:cubicBezTo>
                    <a:pt x="30654" y="24977"/>
                    <a:pt x="30829" y="25004"/>
                    <a:pt x="30962" y="25053"/>
                  </a:cubicBezTo>
                  <a:cubicBezTo>
                    <a:pt x="30996" y="25065"/>
                    <a:pt x="30993" y="25118"/>
                    <a:pt x="30961" y="25131"/>
                  </a:cubicBezTo>
                  <a:cubicBezTo>
                    <a:pt x="30910" y="25148"/>
                    <a:pt x="30849" y="25159"/>
                    <a:pt x="30784" y="25163"/>
                  </a:cubicBezTo>
                  <a:cubicBezTo>
                    <a:pt x="30812" y="25189"/>
                    <a:pt x="30826" y="25228"/>
                    <a:pt x="30809" y="25275"/>
                  </a:cubicBezTo>
                  <a:cubicBezTo>
                    <a:pt x="30718" y="25527"/>
                    <a:pt x="30479" y="25703"/>
                    <a:pt x="30224" y="25760"/>
                  </a:cubicBezTo>
                  <a:cubicBezTo>
                    <a:pt x="30164" y="25772"/>
                    <a:pt x="30088" y="25783"/>
                    <a:pt x="30012" y="25783"/>
                  </a:cubicBezTo>
                  <a:cubicBezTo>
                    <a:pt x="29866" y="25783"/>
                    <a:pt x="29720" y="25744"/>
                    <a:pt x="29684" y="25604"/>
                  </a:cubicBezTo>
                  <a:cubicBezTo>
                    <a:pt x="29627" y="25393"/>
                    <a:pt x="29782" y="25176"/>
                    <a:pt x="29960" y="25081"/>
                  </a:cubicBezTo>
                  <a:cubicBezTo>
                    <a:pt x="30098" y="25009"/>
                    <a:pt x="30288" y="24977"/>
                    <a:pt x="30478" y="24977"/>
                  </a:cubicBezTo>
                  <a:close/>
                  <a:moveTo>
                    <a:pt x="29478" y="25699"/>
                  </a:moveTo>
                  <a:cubicBezTo>
                    <a:pt x="29522" y="25699"/>
                    <a:pt x="29566" y="25722"/>
                    <a:pt x="29587" y="25775"/>
                  </a:cubicBezTo>
                  <a:cubicBezTo>
                    <a:pt x="29626" y="25872"/>
                    <a:pt x="29543" y="25944"/>
                    <a:pt x="29464" y="25944"/>
                  </a:cubicBezTo>
                  <a:cubicBezTo>
                    <a:pt x="29419" y="25944"/>
                    <a:pt x="29376" y="25921"/>
                    <a:pt x="29355" y="25867"/>
                  </a:cubicBezTo>
                  <a:cubicBezTo>
                    <a:pt x="29317" y="25771"/>
                    <a:pt x="29399" y="25699"/>
                    <a:pt x="29478" y="25699"/>
                  </a:cubicBezTo>
                  <a:close/>
                  <a:moveTo>
                    <a:pt x="38426" y="25270"/>
                  </a:moveTo>
                  <a:cubicBezTo>
                    <a:pt x="38527" y="25270"/>
                    <a:pt x="38627" y="25293"/>
                    <a:pt x="38718" y="25337"/>
                  </a:cubicBezTo>
                  <a:cubicBezTo>
                    <a:pt x="38723" y="25337"/>
                    <a:pt x="38727" y="25336"/>
                    <a:pt x="38732" y="25336"/>
                  </a:cubicBezTo>
                  <a:cubicBezTo>
                    <a:pt x="38762" y="25336"/>
                    <a:pt x="38790" y="25352"/>
                    <a:pt x="38802" y="25386"/>
                  </a:cubicBezTo>
                  <a:cubicBezTo>
                    <a:pt x="38827" y="25403"/>
                    <a:pt x="38854" y="25424"/>
                    <a:pt x="38879" y="25445"/>
                  </a:cubicBezTo>
                  <a:cubicBezTo>
                    <a:pt x="38918" y="25481"/>
                    <a:pt x="38892" y="25552"/>
                    <a:pt x="38847" y="25552"/>
                  </a:cubicBezTo>
                  <a:cubicBezTo>
                    <a:pt x="38839" y="25552"/>
                    <a:pt x="38829" y="25550"/>
                    <a:pt x="38820" y="25544"/>
                  </a:cubicBezTo>
                  <a:cubicBezTo>
                    <a:pt x="38811" y="25539"/>
                    <a:pt x="38803" y="25537"/>
                    <a:pt x="38794" y="25533"/>
                  </a:cubicBezTo>
                  <a:cubicBezTo>
                    <a:pt x="38748" y="25740"/>
                    <a:pt x="38575" y="25968"/>
                    <a:pt x="38401" y="26043"/>
                  </a:cubicBezTo>
                  <a:cubicBezTo>
                    <a:pt x="38349" y="26065"/>
                    <a:pt x="38291" y="26076"/>
                    <a:pt x="38233" y="26076"/>
                  </a:cubicBezTo>
                  <a:cubicBezTo>
                    <a:pt x="38068" y="26076"/>
                    <a:pt x="37899" y="25990"/>
                    <a:pt x="37841" y="25833"/>
                  </a:cubicBezTo>
                  <a:cubicBezTo>
                    <a:pt x="37749" y="25587"/>
                    <a:pt x="37999" y="25374"/>
                    <a:pt x="38209" y="25305"/>
                  </a:cubicBezTo>
                  <a:cubicBezTo>
                    <a:pt x="38281" y="25282"/>
                    <a:pt x="38354" y="25270"/>
                    <a:pt x="38426" y="25270"/>
                  </a:cubicBezTo>
                  <a:close/>
                  <a:moveTo>
                    <a:pt x="36704" y="26137"/>
                  </a:moveTo>
                  <a:cubicBezTo>
                    <a:pt x="36723" y="26137"/>
                    <a:pt x="36743" y="26141"/>
                    <a:pt x="36764" y="26151"/>
                  </a:cubicBezTo>
                  <a:cubicBezTo>
                    <a:pt x="36846" y="26185"/>
                    <a:pt x="36867" y="26271"/>
                    <a:pt x="36842" y="26351"/>
                  </a:cubicBezTo>
                  <a:cubicBezTo>
                    <a:pt x="36832" y="26380"/>
                    <a:pt x="36822" y="26413"/>
                    <a:pt x="36812" y="26444"/>
                  </a:cubicBezTo>
                  <a:cubicBezTo>
                    <a:pt x="36792" y="26509"/>
                    <a:pt x="36724" y="26540"/>
                    <a:pt x="36660" y="26540"/>
                  </a:cubicBezTo>
                  <a:cubicBezTo>
                    <a:pt x="36638" y="26540"/>
                    <a:pt x="36616" y="26537"/>
                    <a:pt x="36597" y="26529"/>
                  </a:cubicBezTo>
                  <a:cubicBezTo>
                    <a:pt x="36520" y="26499"/>
                    <a:pt x="36468" y="26387"/>
                    <a:pt x="36514" y="26314"/>
                  </a:cubicBezTo>
                  <a:cubicBezTo>
                    <a:pt x="36530" y="26285"/>
                    <a:pt x="36546" y="26257"/>
                    <a:pt x="36564" y="26229"/>
                  </a:cubicBezTo>
                  <a:cubicBezTo>
                    <a:pt x="36595" y="26176"/>
                    <a:pt x="36646" y="26137"/>
                    <a:pt x="36704" y="26137"/>
                  </a:cubicBezTo>
                  <a:close/>
                  <a:moveTo>
                    <a:pt x="39157" y="26486"/>
                  </a:moveTo>
                  <a:cubicBezTo>
                    <a:pt x="39200" y="26486"/>
                    <a:pt x="39243" y="26509"/>
                    <a:pt x="39264" y="26562"/>
                  </a:cubicBezTo>
                  <a:cubicBezTo>
                    <a:pt x="39300" y="26656"/>
                    <a:pt x="39220" y="26726"/>
                    <a:pt x="39143" y="26726"/>
                  </a:cubicBezTo>
                  <a:cubicBezTo>
                    <a:pt x="39099" y="26726"/>
                    <a:pt x="39056" y="26703"/>
                    <a:pt x="39035" y="26650"/>
                  </a:cubicBezTo>
                  <a:cubicBezTo>
                    <a:pt x="38999" y="26556"/>
                    <a:pt x="39079" y="26486"/>
                    <a:pt x="39157" y="26486"/>
                  </a:cubicBezTo>
                  <a:close/>
                  <a:moveTo>
                    <a:pt x="32589" y="22652"/>
                  </a:moveTo>
                  <a:cubicBezTo>
                    <a:pt x="33174" y="22652"/>
                    <a:pt x="33807" y="23164"/>
                    <a:pt x="34138" y="23628"/>
                  </a:cubicBezTo>
                  <a:cubicBezTo>
                    <a:pt x="34814" y="24578"/>
                    <a:pt x="35025" y="25566"/>
                    <a:pt x="34233" y="26521"/>
                  </a:cubicBezTo>
                  <a:cubicBezTo>
                    <a:pt x="33945" y="26868"/>
                    <a:pt x="33532" y="27043"/>
                    <a:pt x="33131" y="27043"/>
                  </a:cubicBezTo>
                  <a:cubicBezTo>
                    <a:pt x="32594" y="27043"/>
                    <a:pt x="32079" y="26731"/>
                    <a:pt x="31910" y="26104"/>
                  </a:cubicBezTo>
                  <a:cubicBezTo>
                    <a:pt x="31744" y="25485"/>
                    <a:pt x="32151" y="24881"/>
                    <a:pt x="31944" y="24266"/>
                  </a:cubicBezTo>
                  <a:cubicBezTo>
                    <a:pt x="31818" y="23889"/>
                    <a:pt x="31598" y="23558"/>
                    <a:pt x="31814" y="23199"/>
                  </a:cubicBezTo>
                  <a:cubicBezTo>
                    <a:pt x="31787" y="23169"/>
                    <a:pt x="31778" y="23121"/>
                    <a:pt x="31804" y="23086"/>
                  </a:cubicBezTo>
                  <a:cubicBezTo>
                    <a:pt x="32027" y="22775"/>
                    <a:pt x="32302" y="22652"/>
                    <a:pt x="32589" y="22652"/>
                  </a:cubicBezTo>
                  <a:close/>
                  <a:moveTo>
                    <a:pt x="41287" y="26776"/>
                  </a:moveTo>
                  <a:cubicBezTo>
                    <a:pt x="41394" y="26776"/>
                    <a:pt x="41467" y="26928"/>
                    <a:pt x="41362" y="26997"/>
                  </a:cubicBezTo>
                  <a:cubicBezTo>
                    <a:pt x="41334" y="27032"/>
                    <a:pt x="41290" y="27054"/>
                    <a:pt x="41245" y="27054"/>
                  </a:cubicBezTo>
                  <a:cubicBezTo>
                    <a:pt x="41224" y="27054"/>
                    <a:pt x="41202" y="27049"/>
                    <a:pt x="41181" y="27038"/>
                  </a:cubicBezTo>
                  <a:cubicBezTo>
                    <a:pt x="41131" y="27015"/>
                    <a:pt x="41103" y="26967"/>
                    <a:pt x="41110" y="26912"/>
                  </a:cubicBezTo>
                  <a:cubicBezTo>
                    <a:pt x="41120" y="26834"/>
                    <a:pt x="41188" y="26779"/>
                    <a:pt x="41263" y="26779"/>
                  </a:cubicBezTo>
                  <a:cubicBezTo>
                    <a:pt x="41271" y="26777"/>
                    <a:pt x="41279" y="26776"/>
                    <a:pt x="41287" y="26776"/>
                  </a:cubicBezTo>
                  <a:close/>
                  <a:moveTo>
                    <a:pt x="27920" y="26901"/>
                  </a:moveTo>
                  <a:cubicBezTo>
                    <a:pt x="27936" y="26901"/>
                    <a:pt x="27953" y="26904"/>
                    <a:pt x="27971" y="26910"/>
                  </a:cubicBezTo>
                  <a:cubicBezTo>
                    <a:pt x="28003" y="26922"/>
                    <a:pt x="28033" y="26932"/>
                    <a:pt x="28065" y="26943"/>
                  </a:cubicBezTo>
                  <a:cubicBezTo>
                    <a:pt x="28138" y="26967"/>
                    <a:pt x="28166" y="27061"/>
                    <a:pt x="28138" y="27124"/>
                  </a:cubicBezTo>
                  <a:cubicBezTo>
                    <a:pt x="28116" y="27172"/>
                    <a:pt x="28061" y="27208"/>
                    <a:pt x="28007" y="27208"/>
                  </a:cubicBezTo>
                  <a:cubicBezTo>
                    <a:pt x="27989" y="27208"/>
                    <a:pt x="27971" y="27204"/>
                    <a:pt x="27955" y="27195"/>
                  </a:cubicBezTo>
                  <a:cubicBezTo>
                    <a:pt x="27925" y="27180"/>
                    <a:pt x="27897" y="27164"/>
                    <a:pt x="27867" y="27151"/>
                  </a:cubicBezTo>
                  <a:cubicBezTo>
                    <a:pt x="27735" y="27080"/>
                    <a:pt x="27794" y="26901"/>
                    <a:pt x="27920" y="26901"/>
                  </a:cubicBezTo>
                  <a:close/>
                  <a:moveTo>
                    <a:pt x="31115" y="27006"/>
                  </a:moveTo>
                  <a:cubicBezTo>
                    <a:pt x="31160" y="27006"/>
                    <a:pt x="31205" y="27029"/>
                    <a:pt x="31227" y="27085"/>
                  </a:cubicBezTo>
                  <a:cubicBezTo>
                    <a:pt x="31264" y="27182"/>
                    <a:pt x="31181" y="27254"/>
                    <a:pt x="31101" y="27254"/>
                  </a:cubicBezTo>
                  <a:cubicBezTo>
                    <a:pt x="31055" y="27254"/>
                    <a:pt x="31011" y="27231"/>
                    <a:pt x="30989" y="27177"/>
                  </a:cubicBezTo>
                  <a:cubicBezTo>
                    <a:pt x="30951" y="27079"/>
                    <a:pt x="31034" y="27006"/>
                    <a:pt x="31115" y="27006"/>
                  </a:cubicBezTo>
                  <a:close/>
                  <a:moveTo>
                    <a:pt x="40016" y="26452"/>
                  </a:moveTo>
                  <a:cubicBezTo>
                    <a:pt x="40051" y="26452"/>
                    <a:pt x="40087" y="26458"/>
                    <a:pt x="40121" y="26468"/>
                  </a:cubicBezTo>
                  <a:cubicBezTo>
                    <a:pt x="40273" y="26514"/>
                    <a:pt x="40492" y="26723"/>
                    <a:pt x="40468" y="26895"/>
                  </a:cubicBezTo>
                  <a:cubicBezTo>
                    <a:pt x="40467" y="26910"/>
                    <a:pt x="40455" y="26925"/>
                    <a:pt x="40441" y="26929"/>
                  </a:cubicBezTo>
                  <a:cubicBezTo>
                    <a:pt x="40433" y="26930"/>
                    <a:pt x="40430" y="26930"/>
                    <a:pt x="40421" y="26932"/>
                  </a:cubicBezTo>
                  <a:cubicBezTo>
                    <a:pt x="40501" y="27017"/>
                    <a:pt x="40559" y="27117"/>
                    <a:pt x="40617" y="27219"/>
                  </a:cubicBezTo>
                  <a:cubicBezTo>
                    <a:pt x="40665" y="27301"/>
                    <a:pt x="40615" y="27385"/>
                    <a:pt x="40519" y="27385"/>
                  </a:cubicBezTo>
                  <a:cubicBezTo>
                    <a:pt x="40518" y="27385"/>
                    <a:pt x="40517" y="27385"/>
                    <a:pt x="40516" y="27385"/>
                  </a:cubicBezTo>
                  <a:cubicBezTo>
                    <a:pt x="40291" y="27379"/>
                    <a:pt x="40077" y="27292"/>
                    <a:pt x="39921" y="27134"/>
                  </a:cubicBezTo>
                  <a:cubicBezTo>
                    <a:pt x="39798" y="27014"/>
                    <a:pt x="39667" y="26823"/>
                    <a:pt x="39726" y="26643"/>
                  </a:cubicBezTo>
                  <a:cubicBezTo>
                    <a:pt x="39767" y="26518"/>
                    <a:pt x="39890" y="26452"/>
                    <a:pt x="40016" y="26452"/>
                  </a:cubicBezTo>
                  <a:close/>
                  <a:moveTo>
                    <a:pt x="34883" y="27288"/>
                  </a:moveTo>
                  <a:cubicBezTo>
                    <a:pt x="34916" y="27288"/>
                    <a:pt x="34948" y="27305"/>
                    <a:pt x="34964" y="27344"/>
                  </a:cubicBezTo>
                  <a:cubicBezTo>
                    <a:pt x="34991" y="27415"/>
                    <a:pt x="34931" y="27468"/>
                    <a:pt x="34872" y="27468"/>
                  </a:cubicBezTo>
                  <a:cubicBezTo>
                    <a:pt x="34840" y="27468"/>
                    <a:pt x="34808" y="27451"/>
                    <a:pt x="34793" y="27412"/>
                  </a:cubicBezTo>
                  <a:cubicBezTo>
                    <a:pt x="34765" y="27340"/>
                    <a:pt x="34825" y="27288"/>
                    <a:pt x="34883" y="27288"/>
                  </a:cubicBezTo>
                  <a:close/>
                  <a:moveTo>
                    <a:pt x="35549" y="26825"/>
                  </a:moveTo>
                  <a:cubicBezTo>
                    <a:pt x="35567" y="26825"/>
                    <a:pt x="35584" y="26826"/>
                    <a:pt x="35600" y="26828"/>
                  </a:cubicBezTo>
                  <a:cubicBezTo>
                    <a:pt x="35810" y="26858"/>
                    <a:pt x="35938" y="27025"/>
                    <a:pt x="36055" y="27182"/>
                  </a:cubicBezTo>
                  <a:cubicBezTo>
                    <a:pt x="36076" y="27209"/>
                    <a:pt x="36054" y="27245"/>
                    <a:pt x="36027" y="27251"/>
                  </a:cubicBezTo>
                  <a:cubicBezTo>
                    <a:pt x="36025" y="27276"/>
                    <a:pt x="36016" y="27300"/>
                    <a:pt x="35991" y="27319"/>
                  </a:cubicBezTo>
                  <a:cubicBezTo>
                    <a:pt x="35870" y="27412"/>
                    <a:pt x="35711" y="27485"/>
                    <a:pt x="35555" y="27485"/>
                  </a:cubicBezTo>
                  <a:cubicBezTo>
                    <a:pt x="35490" y="27485"/>
                    <a:pt x="35426" y="27472"/>
                    <a:pt x="35365" y="27443"/>
                  </a:cubicBezTo>
                  <a:cubicBezTo>
                    <a:pt x="35205" y="27368"/>
                    <a:pt x="35117" y="27181"/>
                    <a:pt x="35202" y="27017"/>
                  </a:cubicBezTo>
                  <a:cubicBezTo>
                    <a:pt x="35266" y="26894"/>
                    <a:pt x="35412" y="26825"/>
                    <a:pt x="35549" y="26825"/>
                  </a:cubicBezTo>
                  <a:close/>
                  <a:moveTo>
                    <a:pt x="29260" y="26559"/>
                  </a:moveTo>
                  <a:cubicBezTo>
                    <a:pt x="29270" y="26559"/>
                    <a:pt x="29279" y="26562"/>
                    <a:pt x="29288" y="26569"/>
                  </a:cubicBezTo>
                  <a:cubicBezTo>
                    <a:pt x="29494" y="26722"/>
                    <a:pt x="29748" y="26891"/>
                    <a:pt x="29854" y="27136"/>
                  </a:cubicBezTo>
                  <a:cubicBezTo>
                    <a:pt x="29932" y="27314"/>
                    <a:pt x="29889" y="27533"/>
                    <a:pt x="29698" y="27616"/>
                  </a:cubicBezTo>
                  <a:cubicBezTo>
                    <a:pt x="29652" y="27637"/>
                    <a:pt x="29602" y="27646"/>
                    <a:pt x="29551" y="27646"/>
                  </a:cubicBezTo>
                  <a:cubicBezTo>
                    <a:pt x="29407" y="27646"/>
                    <a:pt x="29258" y="27570"/>
                    <a:pt x="29169" y="27463"/>
                  </a:cubicBezTo>
                  <a:cubicBezTo>
                    <a:pt x="29004" y="27259"/>
                    <a:pt x="29016" y="26932"/>
                    <a:pt x="29086" y="26692"/>
                  </a:cubicBezTo>
                  <a:cubicBezTo>
                    <a:pt x="29099" y="26650"/>
                    <a:pt x="29137" y="26631"/>
                    <a:pt x="29177" y="26631"/>
                  </a:cubicBezTo>
                  <a:cubicBezTo>
                    <a:pt x="29193" y="26631"/>
                    <a:pt x="29210" y="26634"/>
                    <a:pt x="29225" y="26640"/>
                  </a:cubicBezTo>
                  <a:lnTo>
                    <a:pt x="29220" y="26634"/>
                  </a:lnTo>
                  <a:cubicBezTo>
                    <a:pt x="29192" y="26601"/>
                    <a:pt x="29225" y="26559"/>
                    <a:pt x="29260" y="26559"/>
                  </a:cubicBezTo>
                  <a:close/>
                  <a:moveTo>
                    <a:pt x="32827" y="27503"/>
                  </a:moveTo>
                  <a:cubicBezTo>
                    <a:pt x="32885" y="27503"/>
                    <a:pt x="32940" y="27532"/>
                    <a:pt x="32963" y="27602"/>
                  </a:cubicBezTo>
                  <a:lnTo>
                    <a:pt x="32977" y="27643"/>
                  </a:lnTo>
                  <a:cubicBezTo>
                    <a:pt x="33020" y="27738"/>
                    <a:pt x="32963" y="27815"/>
                    <a:pt x="32885" y="27840"/>
                  </a:cubicBezTo>
                  <a:cubicBezTo>
                    <a:pt x="32862" y="27851"/>
                    <a:pt x="32837" y="27856"/>
                    <a:pt x="32813" y="27856"/>
                  </a:cubicBezTo>
                  <a:cubicBezTo>
                    <a:pt x="32759" y="27856"/>
                    <a:pt x="32708" y="27828"/>
                    <a:pt x="32685" y="27759"/>
                  </a:cubicBezTo>
                  <a:lnTo>
                    <a:pt x="32667" y="27718"/>
                  </a:lnTo>
                  <a:cubicBezTo>
                    <a:pt x="32612" y="27598"/>
                    <a:pt x="32724" y="27503"/>
                    <a:pt x="32827" y="27503"/>
                  </a:cubicBezTo>
                  <a:close/>
                  <a:moveTo>
                    <a:pt x="29927" y="28007"/>
                  </a:moveTo>
                  <a:cubicBezTo>
                    <a:pt x="29968" y="28007"/>
                    <a:pt x="30009" y="28028"/>
                    <a:pt x="30028" y="28078"/>
                  </a:cubicBezTo>
                  <a:cubicBezTo>
                    <a:pt x="30063" y="28166"/>
                    <a:pt x="29987" y="28232"/>
                    <a:pt x="29914" y="28232"/>
                  </a:cubicBezTo>
                  <a:cubicBezTo>
                    <a:pt x="29873" y="28232"/>
                    <a:pt x="29833" y="28211"/>
                    <a:pt x="29813" y="28162"/>
                  </a:cubicBezTo>
                  <a:cubicBezTo>
                    <a:pt x="29779" y="28073"/>
                    <a:pt x="29855" y="28007"/>
                    <a:pt x="29927" y="28007"/>
                  </a:cubicBezTo>
                  <a:close/>
                  <a:moveTo>
                    <a:pt x="40193" y="28006"/>
                  </a:moveTo>
                  <a:cubicBezTo>
                    <a:pt x="40202" y="28006"/>
                    <a:pt x="40212" y="28007"/>
                    <a:pt x="40221" y="28010"/>
                  </a:cubicBezTo>
                  <a:cubicBezTo>
                    <a:pt x="40254" y="28020"/>
                    <a:pt x="40284" y="28029"/>
                    <a:pt x="40316" y="28037"/>
                  </a:cubicBezTo>
                  <a:cubicBezTo>
                    <a:pt x="40406" y="28063"/>
                    <a:pt x="40468" y="28149"/>
                    <a:pt x="40427" y="28241"/>
                  </a:cubicBezTo>
                  <a:cubicBezTo>
                    <a:pt x="40402" y="28299"/>
                    <a:pt x="40352" y="28326"/>
                    <a:pt x="40298" y="28326"/>
                  </a:cubicBezTo>
                  <a:cubicBezTo>
                    <a:pt x="40265" y="28326"/>
                    <a:pt x="40231" y="28316"/>
                    <a:pt x="40200" y="28298"/>
                  </a:cubicBezTo>
                  <a:cubicBezTo>
                    <a:pt x="40175" y="28281"/>
                    <a:pt x="40146" y="28264"/>
                    <a:pt x="40119" y="28248"/>
                  </a:cubicBezTo>
                  <a:cubicBezTo>
                    <a:pt x="40016" y="28184"/>
                    <a:pt x="40084" y="28006"/>
                    <a:pt x="40193" y="28006"/>
                  </a:cubicBezTo>
                  <a:close/>
                  <a:moveTo>
                    <a:pt x="41007" y="28528"/>
                  </a:moveTo>
                  <a:cubicBezTo>
                    <a:pt x="41053" y="28528"/>
                    <a:pt x="41098" y="28552"/>
                    <a:pt x="41120" y="28608"/>
                  </a:cubicBezTo>
                  <a:cubicBezTo>
                    <a:pt x="41159" y="28706"/>
                    <a:pt x="41075" y="28780"/>
                    <a:pt x="40993" y="28780"/>
                  </a:cubicBezTo>
                  <a:cubicBezTo>
                    <a:pt x="40947" y="28780"/>
                    <a:pt x="40902" y="28757"/>
                    <a:pt x="40880" y="28702"/>
                  </a:cubicBezTo>
                  <a:cubicBezTo>
                    <a:pt x="40842" y="28602"/>
                    <a:pt x="40926" y="28528"/>
                    <a:pt x="41007" y="28528"/>
                  </a:cubicBezTo>
                  <a:close/>
                  <a:moveTo>
                    <a:pt x="34255" y="28664"/>
                  </a:moveTo>
                  <a:cubicBezTo>
                    <a:pt x="34314" y="28664"/>
                    <a:pt x="34372" y="28694"/>
                    <a:pt x="34400" y="28765"/>
                  </a:cubicBezTo>
                  <a:cubicBezTo>
                    <a:pt x="34449" y="28892"/>
                    <a:pt x="34341" y="28986"/>
                    <a:pt x="34236" y="28986"/>
                  </a:cubicBezTo>
                  <a:cubicBezTo>
                    <a:pt x="34178" y="28986"/>
                    <a:pt x="34120" y="28957"/>
                    <a:pt x="34092" y="28886"/>
                  </a:cubicBezTo>
                  <a:cubicBezTo>
                    <a:pt x="34043" y="28759"/>
                    <a:pt x="34151" y="28664"/>
                    <a:pt x="34255" y="28664"/>
                  </a:cubicBezTo>
                  <a:close/>
                  <a:moveTo>
                    <a:pt x="31296" y="28807"/>
                  </a:moveTo>
                  <a:cubicBezTo>
                    <a:pt x="31341" y="28807"/>
                    <a:pt x="31386" y="28830"/>
                    <a:pt x="31407" y="28886"/>
                  </a:cubicBezTo>
                  <a:cubicBezTo>
                    <a:pt x="31447" y="28985"/>
                    <a:pt x="31363" y="29059"/>
                    <a:pt x="31282" y="29059"/>
                  </a:cubicBezTo>
                  <a:cubicBezTo>
                    <a:pt x="31236" y="29059"/>
                    <a:pt x="31190" y="29036"/>
                    <a:pt x="31169" y="28979"/>
                  </a:cubicBezTo>
                  <a:cubicBezTo>
                    <a:pt x="31130" y="28881"/>
                    <a:pt x="31214" y="28807"/>
                    <a:pt x="31296" y="28807"/>
                  </a:cubicBezTo>
                  <a:close/>
                  <a:moveTo>
                    <a:pt x="32669" y="28892"/>
                  </a:moveTo>
                  <a:cubicBezTo>
                    <a:pt x="32706" y="28892"/>
                    <a:pt x="32743" y="28911"/>
                    <a:pt x="32760" y="28957"/>
                  </a:cubicBezTo>
                  <a:cubicBezTo>
                    <a:pt x="32792" y="29037"/>
                    <a:pt x="32724" y="29097"/>
                    <a:pt x="32658" y="29097"/>
                  </a:cubicBezTo>
                  <a:cubicBezTo>
                    <a:pt x="32621" y="29097"/>
                    <a:pt x="32584" y="29078"/>
                    <a:pt x="32566" y="29033"/>
                  </a:cubicBezTo>
                  <a:cubicBezTo>
                    <a:pt x="32535" y="28953"/>
                    <a:pt x="32603" y="28892"/>
                    <a:pt x="32669" y="28892"/>
                  </a:cubicBezTo>
                  <a:close/>
                  <a:moveTo>
                    <a:pt x="35669" y="29047"/>
                  </a:moveTo>
                  <a:cubicBezTo>
                    <a:pt x="35780" y="29047"/>
                    <a:pt x="35841" y="29228"/>
                    <a:pt x="35739" y="29288"/>
                  </a:cubicBezTo>
                  <a:cubicBezTo>
                    <a:pt x="35709" y="29305"/>
                    <a:pt x="35681" y="29321"/>
                    <a:pt x="35653" y="29338"/>
                  </a:cubicBezTo>
                  <a:cubicBezTo>
                    <a:pt x="35617" y="29358"/>
                    <a:pt x="35586" y="29362"/>
                    <a:pt x="35546" y="29362"/>
                  </a:cubicBezTo>
                  <a:cubicBezTo>
                    <a:pt x="35540" y="29362"/>
                    <a:pt x="35533" y="29362"/>
                    <a:pt x="35527" y="29362"/>
                  </a:cubicBezTo>
                  <a:cubicBezTo>
                    <a:pt x="35427" y="29359"/>
                    <a:pt x="35372" y="29212"/>
                    <a:pt x="35439" y="29142"/>
                  </a:cubicBezTo>
                  <a:cubicBezTo>
                    <a:pt x="35474" y="29107"/>
                    <a:pt x="35503" y="29086"/>
                    <a:pt x="35551" y="29073"/>
                  </a:cubicBezTo>
                  <a:cubicBezTo>
                    <a:pt x="35580" y="29064"/>
                    <a:pt x="35613" y="29057"/>
                    <a:pt x="35644" y="29050"/>
                  </a:cubicBezTo>
                  <a:cubicBezTo>
                    <a:pt x="35653" y="29048"/>
                    <a:pt x="35661" y="29047"/>
                    <a:pt x="35669" y="29047"/>
                  </a:cubicBezTo>
                  <a:close/>
                  <a:moveTo>
                    <a:pt x="30077" y="29327"/>
                  </a:moveTo>
                  <a:cubicBezTo>
                    <a:pt x="30138" y="29327"/>
                    <a:pt x="30199" y="29366"/>
                    <a:pt x="30222" y="29426"/>
                  </a:cubicBezTo>
                  <a:lnTo>
                    <a:pt x="30248" y="29491"/>
                  </a:lnTo>
                  <a:cubicBezTo>
                    <a:pt x="30278" y="29569"/>
                    <a:pt x="30241" y="29660"/>
                    <a:pt x="30160" y="29689"/>
                  </a:cubicBezTo>
                  <a:cubicBezTo>
                    <a:pt x="30142" y="29697"/>
                    <a:pt x="30124" y="29700"/>
                    <a:pt x="30106" y="29700"/>
                  </a:cubicBezTo>
                  <a:cubicBezTo>
                    <a:pt x="30045" y="29700"/>
                    <a:pt x="29987" y="29662"/>
                    <a:pt x="29962" y="29603"/>
                  </a:cubicBezTo>
                  <a:lnTo>
                    <a:pt x="29935" y="29538"/>
                  </a:lnTo>
                  <a:cubicBezTo>
                    <a:pt x="29903" y="29460"/>
                    <a:pt x="29946" y="29368"/>
                    <a:pt x="30023" y="29338"/>
                  </a:cubicBezTo>
                  <a:cubicBezTo>
                    <a:pt x="30040" y="29331"/>
                    <a:pt x="30058" y="29327"/>
                    <a:pt x="30077" y="29327"/>
                  </a:cubicBezTo>
                  <a:close/>
                  <a:moveTo>
                    <a:pt x="31782" y="29691"/>
                  </a:moveTo>
                  <a:cubicBezTo>
                    <a:pt x="31819" y="29691"/>
                    <a:pt x="31856" y="29709"/>
                    <a:pt x="31873" y="29753"/>
                  </a:cubicBezTo>
                  <a:cubicBezTo>
                    <a:pt x="31904" y="29834"/>
                    <a:pt x="31835" y="29894"/>
                    <a:pt x="31769" y="29894"/>
                  </a:cubicBezTo>
                  <a:cubicBezTo>
                    <a:pt x="31732" y="29894"/>
                    <a:pt x="31696" y="29875"/>
                    <a:pt x="31679" y="29830"/>
                  </a:cubicBezTo>
                  <a:cubicBezTo>
                    <a:pt x="31647" y="29750"/>
                    <a:pt x="31716" y="29691"/>
                    <a:pt x="31782" y="29691"/>
                  </a:cubicBezTo>
                  <a:close/>
                  <a:moveTo>
                    <a:pt x="41247" y="29699"/>
                  </a:moveTo>
                  <a:cubicBezTo>
                    <a:pt x="41297" y="29699"/>
                    <a:pt x="41346" y="29724"/>
                    <a:pt x="41369" y="29784"/>
                  </a:cubicBezTo>
                  <a:cubicBezTo>
                    <a:pt x="41412" y="29891"/>
                    <a:pt x="41320" y="29972"/>
                    <a:pt x="41232" y="29972"/>
                  </a:cubicBezTo>
                  <a:cubicBezTo>
                    <a:pt x="41182" y="29972"/>
                    <a:pt x="41133" y="29947"/>
                    <a:pt x="41110" y="29886"/>
                  </a:cubicBezTo>
                  <a:cubicBezTo>
                    <a:pt x="41067" y="29779"/>
                    <a:pt x="41159" y="29699"/>
                    <a:pt x="41247" y="29699"/>
                  </a:cubicBezTo>
                  <a:close/>
                  <a:moveTo>
                    <a:pt x="34867" y="29916"/>
                  </a:moveTo>
                  <a:cubicBezTo>
                    <a:pt x="34935" y="29916"/>
                    <a:pt x="34988" y="29966"/>
                    <a:pt x="35009" y="30027"/>
                  </a:cubicBezTo>
                  <a:cubicBezTo>
                    <a:pt x="35042" y="30105"/>
                    <a:pt x="35025" y="30202"/>
                    <a:pt x="34921" y="30238"/>
                  </a:cubicBezTo>
                  <a:lnTo>
                    <a:pt x="34882" y="30255"/>
                  </a:lnTo>
                  <a:cubicBezTo>
                    <a:pt x="34859" y="30265"/>
                    <a:pt x="34837" y="30269"/>
                    <a:pt x="34817" y="30269"/>
                  </a:cubicBezTo>
                  <a:cubicBezTo>
                    <a:pt x="34660" y="30269"/>
                    <a:pt x="34580" y="30006"/>
                    <a:pt x="34759" y="29944"/>
                  </a:cubicBezTo>
                  <a:lnTo>
                    <a:pt x="34801" y="29930"/>
                  </a:lnTo>
                  <a:cubicBezTo>
                    <a:pt x="34824" y="29920"/>
                    <a:pt x="34846" y="29916"/>
                    <a:pt x="34867" y="29916"/>
                  </a:cubicBezTo>
                  <a:close/>
                  <a:moveTo>
                    <a:pt x="40176" y="30015"/>
                  </a:moveTo>
                  <a:cubicBezTo>
                    <a:pt x="40197" y="30015"/>
                    <a:pt x="40219" y="30019"/>
                    <a:pt x="40240" y="30028"/>
                  </a:cubicBezTo>
                  <a:cubicBezTo>
                    <a:pt x="40321" y="30065"/>
                    <a:pt x="40355" y="30161"/>
                    <a:pt x="40324" y="30242"/>
                  </a:cubicBezTo>
                  <a:cubicBezTo>
                    <a:pt x="40311" y="30273"/>
                    <a:pt x="40298" y="30304"/>
                    <a:pt x="40285" y="30334"/>
                  </a:cubicBezTo>
                  <a:cubicBezTo>
                    <a:pt x="40261" y="30397"/>
                    <a:pt x="40198" y="30432"/>
                    <a:pt x="40133" y="30432"/>
                  </a:cubicBezTo>
                  <a:cubicBezTo>
                    <a:pt x="40111" y="30432"/>
                    <a:pt x="40089" y="30428"/>
                    <a:pt x="40068" y="30419"/>
                  </a:cubicBezTo>
                  <a:cubicBezTo>
                    <a:pt x="39985" y="30388"/>
                    <a:pt x="39945" y="30280"/>
                    <a:pt x="39983" y="30202"/>
                  </a:cubicBezTo>
                  <a:lnTo>
                    <a:pt x="40026" y="30112"/>
                  </a:lnTo>
                  <a:cubicBezTo>
                    <a:pt x="40054" y="30052"/>
                    <a:pt x="40113" y="30015"/>
                    <a:pt x="40176" y="30015"/>
                  </a:cubicBezTo>
                  <a:close/>
                  <a:moveTo>
                    <a:pt x="38051" y="27003"/>
                  </a:moveTo>
                  <a:cubicBezTo>
                    <a:pt x="38768" y="27003"/>
                    <a:pt x="39425" y="27603"/>
                    <a:pt x="39611" y="28342"/>
                  </a:cubicBezTo>
                  <a:cubicBezTo>
                    <a:pt x="39864" y="29346"/>
                    <a:pt x="39312" y="30875"/>
                    <a:pt x="38270" y="31238"/>
                  </a:cubicBezTo>
                  <a:cubicBezTo>
                    <a:pt x="38101" y="31297"/>
                    <a:pt x="37934" y="31324"/>
                    <a:pt x="37772" y="31324"/>
                  </a:cubicBezTo>
                  <a:cubicBezTo>
                    <a:pt x="36918" y="31324"/>
                    <a:pt x="36193" y="30574"/>
                    <a:pt x="36034" y="29735"/>
                  </a:cubicBezTo>
                  <a:cubicBezTo>
                    <a:pt x="35833" y="28680"/>
                    <a:pt x="36322" y="27259"/>
                    <a:pt x="37503" y="27075"/>
                  </a:cubicBezTo>
                  <a:cubicBezTo>
                    <a:pt x="37513" y="27073"/>
                    <a:pt x="37522" y="27072"/>
                    <a:pt x="37530" y="27072"/>
                  </a:cubicBezTo>
                  <a:cubicBezTo>
                    <a:pt x="37552" y="27072"/>
                    <a:pt x="37571" y="27079"/>
                    <a:pt x="37588" y="27089"/>
                  </a:cubicBezTo>
                  <a:cubicBezTo>
                    <a:pt x="37743" y="27030"/>
                    <a:pt x="37898" y="27003"/>
                    <a:pt x="38051" y="27003"/>
                  </a:cubicBezTo>
                  <a:close/>
                  <a:moveTo>
                    <a:pt x="35056" y="30987"/>
                  </a:moveTo>
                  <a:cubicBezTo>
                    <a:pt x="35185" y="30987"/>
                    <a:pt x="35315" y="31008"/>
                    <a:pt x="35443" y="31048"/>
                  </a:cubicBezTo>
                  <a:cubicBezTo>
                    <a:pt x="35445" y="31048"/>
                    <a:pt x="35447" y="31048"/>
                    <a:pt x="35449" y="31048"/>
                  </a:cubicBezTo>
                  <a:cubicBezTo>
                    <a:pt x="35475" y="31048"/>
                    <a:pt x="35498" y="31057"/>
                    <a:pt x="35517" y="31074"/>
                  </a:cubicBezTo>
                  <a:cubicBezTo>
                    <a:pt x="35518" y="31074"/>
                    <a:pt x="35521" y="31074"/>
                    <a:pt x="35524" y="31075"/>
                  </a:cubicBezTo>
                  <a:cubicBezTo>
                    <a:pt x="35551" y="31085"/>
                    <a:pt x="35555" y="31111"/>
                    <a:pt x="35546" y="31131"/>
                  </a:cubicBezTo>
                  <a:cubicBezTo>
                    <a:pt x="35549" y="31152"/>
                    <a:pt x="35544" y="31174"/>
                    <a:pt x="35528" y="31196"/>
                  </a:cubicBezTo>
                  <a:cubicBezTo>
                    <a:pt x="35369" y="31413"/>
                    <a:pt x="35087" y="31510"/>
                    <a:pt x="34810" y="31510"/>
                  </a:cubicBezTo>
                  <a:cubicBezTo>
                    <a:pt x="34645" y="31510"/>
                    <a:pt x="34482" y="31476"/>
                    <a:pt x="34348" y="31411"/>
                  </a:cubicBezTo>
                  <a:cubicBezTo>
                    <a:pt x="34281" y="31380"/>
                    <a:pt x="34274" y="31292"/>
                    <a:pt x="34331" y="31247"/>
                  </a:cubicBezTo>
                  <a:cubicBezTo>
                    <a:pt x="34545" y="31071"/>
                    <a:pt x="34797" y="30987"/>
                    <a:pt x="35056" y="30987"/>
                  </a:cubicBezTo>
                  <a:close/>
                  <a:moveTo>
                    <a:pt x="33103" y="31354"/>
                  </a:moveTo>
                  <a:cubicBezTo>
                    <a:pt x="33138" y="31354"/>
                    <a:pt x="33172" y="31372"/>
                    <a:pt x="33188" y="31414"/>
                  </a:cubicBezTo>
                  <a:cubicBezTo>
                    <a:pt x="33216" y="31487"/>
                    <a:pt x="33154" y="31542"/>
                    <a:pt x="33093" y="31542"/>
                  </a:cubicBezTo>
                  <a:cubicBezTo>
                    <a:pt x="33059" y="31542"/>
                    <a:pt x="33025" y="31524"/>
                    <a:pt x="33008" y="31482"/>
                  </a:cubicBezTo>
                  <a:cubicBezTo>
                    <a:pt x="32980" y="31409"/>
                    <a:pt x="33043" y="31354"/>
                    <a:pt x="33103" y="31354"/>
                  </a:cubicBezTo>
                  <a:close/>
                  <a:moveTo>
                    <a:pt x="38663" y="31581"/>
                  </a:moveTo>
                  <a:cubicBezTo>
                    <a:pt x="38696" y="31581"/>
                    <a:pt x="38728" y="31598"/>
                    <a:pt x="38743" y="31636"/>
                  </a:cubicBezTo>
                  <a:cubicBezTo>
                    <a:pt x="38771" y="31705"/>
                    <a:pt x="38711" y="31757"/>
                    <a:pt x="38654" y="31757"/>
                  </a:cubicBezTo>
                  <a:cubicBezTo>
                    <a:pt x="38622" y="31757"/>
                    <a:pt x="38590" y="31741"/>
                    <a:pt x="38575" y="31702"/>
                  </a:cubicBezTo>
                  <a:cubicBezTo>
                    <a:pt x="38548" y="31633"/>
                    <a:pt x="38606" y="31581"/>
                    <a:pt x="38663" y="31581"/>
                  </a:cubicBezTo>
                  <a:close/>
                  <a:moveTo>
                    <a:pt x="36487" y="31713"/>
                  </a:moveTo>
                  <a:cubicBezTo>
                    <a:pt x="36537" y="31713"/>
                    <a:pt x="36585" y="31738"/>
                    <a:pt x="36608" y="31798"/>
                  </a:cubicBezTo>
                  <a:cubicBezTo>
                    <a:pt x="36650" y="31904"/>
                    <a:pt x="36560" y="31984"/>
                    <a:pt x="36472" y="31984"/>
                  </a:cubicBezTo>
                  <a:cubicBezTo>
                    <a:pt x="36422" y="31984"/>
                    <a:pt x="36373" y="31959"/>
                    <a:pt x="36350" y="31899"/>
                  </a:cubicBezTo>
                  <a:cubicBezTo>
                    <a:pt x="36308" y="31793"/>
                    <a:pt x="36399" y="31713"/>
                    <a:pt x="36487" y="31713"/>
                  </a:cubicBezTo>
                  <a:close/>
                  <a:moveTo>
                    <a:pt x="8879" y="1"/>
                  </a:moveTo>
                  <a:cubicBezTo>
                    <a:pt x="7182" y="1"/>
                    <a:pt x="5492" y="368"/>
                    <a:pt x="3906" y="953"/>
                  </a:cubicBezTo>
                  <a:cubicBezTo>
                    <a:pt x="2482" y="1479"/>
                    <a:pt x="358" y="2254"/>
                    <a:pt x="1" y="3932"/>
                  </a:cubicBezTo>
                  <a:cubicBezTo>
                    <a:pt x="15" y="3947"/>
                    <a:pt x="24" y="3963"/>
                    <a:pt x="31" y="3987"/>
                  </a:cubicBezTo>
                  <a:cubicBezTo>
                    <a:pt x="324" y="5044"/>
                    <a:pt x="603" y="6109"/>
                    <a:pt x="880" y="7171"/>
                  </a:cubicBezTo>
                  <a:cubicBezTo>
                    <a:pt x="1425" y="9269"/>
                    <a:pt x="1859" y="11444"/>
                    <a:pt x="2566" y="13495"/>
                  </a:cubicBezTo>
                  <a:cubicBezTo>
                    <a:pt x="3189" y="15304"/>
                    <a:pt x="4459" y="16645"/>
                    <a:pt x="6153" y="17512"/>
                  </a:cubicBezTo>
                  <a:cubicBezTo>
                    <a:pt x="9398" y="19173"/>
                    <a:pt x="13091" y="18960"/>
                    <a:pt x="16593" y="19543"/>
                  </a:cubicBezTo>
                  <a:cubicBezTo>
                    <a:pt x="18280" y="19823"/>
                    <a:pt x="19931" y="20321"/>
                    <a:pt x="21385" y="21235"/>
                  </a:cubicBezTo>
                  <a:cubicBezTo>
                    <a:pt x="22737" y="22087"/>
                    <a:pt x="23888" y="23216"/>
                    <a:pt x="24952" y="24396"/>
                  </a:cubicBezTo>
                  <a:cubicBezTo>
                    <a:pt x="25469" y="24969"/>
                    <a:pt x="25972" y="25566"/>
                    <a:pt x="26480" y="26166"/>
                  </a:cubicBezTo>
                  <a:cubicBezTo>
                    <a:pt x="26454" y="26099"/>
                    <a:pt x="26505" y="26005"/>
                    <a:pt x="26584" y="26005"/>
                  </a:cubicBezTo>
                  <a:cubicBezTo>
                    <a:pt x="26591" y="26005"/>
                    <a:pt x="26599" y="26006"/>
                    <a:pt x="26607" y="26008"/>
                  </a:cubicBezTo>
                  <a:cubicBezTo>
                    <a:pt x="26677" y="26023"/>
                    <a:pt x="26726" y="26037"/>
                    <a:pt x="26776" y="26090"/>
                  </a:cubicBezTo>
                  <a:cubicBezTo>
                    <a:pt x="26835" y="26154"/>
                    <a:pt x="26779" y="26281"/>
                    <a:pt x="26692" y="26281"/>
                  </a:cubicBezTo>
                  <a:cubicBezTo>
                    <a:pt x="26624" y="26281"/>
                    <a:pt x="26580" y="26259"/>
                    <a:pt x="26528" y="26222"/>
                  </a:cubicBezTo>
                  <a:lnTo>
                    <a:pt x="26528" y="26222"/>
                  </a:lnTo>
                  <a:cubicBezTo>
                    <a:pt x="28196" y="28199"/>
                    <a:pt x="29898" y="30190"/>
                    <a:pt x="32222" y="31371"/>
                  </a:cubicBezTo>
                  <a:cubicBezTo>
                    <a:pt x="33570" y="32058"/>
                    <a:pt x="35074" y="32409"/>
                    <a:pt x="36584" y="32409"/>
                  </a:cubicBezTo>
                  <a:cubicBezTo>
                    <a:pt x="36929" y="32409"/>
                    <a:pt x="37274" y="32390"/>
                    <a:pt x="37618" y="32354"/>
                  </a:cubicBezTo>
                  <a:cubicBezTo>
                    <a:pt x="39424" y="32161"/>
                    <a:pt x="41572" y="31454"/>
                    <a:pt x="41967" y="29439"/>
                  </a:cubicBezTo>
                  <a:cubicBezTo>
                    <a:pt x="42316" y="27663"/>
                    <a:pt x="41313" y="25978"/>
                    <a:pt x="39996" y="24874"/>
                  </a:cubicBezTo>
                  <a:cubicBezTo>
                    <a:pt x="38504" y="23621"/>
                    <a:pt x="36649" y="22826"/>
                    <a:pt x="34948" y="21901"/>
                  </a:cubicBezTo>
                  <a:cubicBezTo>
                    <a:pt x="31634" y="20101"/>
                    <a:pt x="28343" y="18133"/>
                    <a:pt x="25644" y="15466"/>
                  </a:cubicBezTo>
                  <a:cubicBezTo>
                    <a:pt x="22712" y="12566"/>
                    <a:pt x="20969" y="8827"/>
                    <a:pt x="18503" y="5573"/>
                  </a:cubicBezTo>
                  <a:cubicBezTo>
                    <a:pt x="16248" y="2594"/>
                    <a:pt x="13265" y="185"/>
                    <a:pt x="9395" y="12"/>
                  </a:cubicBezTo>
                  <a:cubicBezTo>
                    <a:pt x="9223" y="4"/>
                    <a:pt x="9051" y="1"/>
                    <a:pt x="887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18" name="Google Shape;1518;p13"/>
            <p:cNvSpPr/>
            <p:nvPr/>
          </p:nvSpPr>
          <p:spPr>
            <a:xfrm>
              <a:off x="9073080" y="1472760"/>
              <a:ext cx="13320" cy="10440"/>
            </a:xfrm>
            <a:custGeom>
              <a:rect b="b" l="l" r="r" t="t"/>
              <a:pathLst>
                <a:path extrusionOk="0" h="177" w="224">
                  <a:moveTo>
                    <a:pt x="116" y="0"/>
                  </a:moveTo>
                  <a:cubicBezTo>
                    <a:pt x="59" y="0"/>
                    <a:pt x="1" y="52"/>
                    <a:pt x="28" y="121"/>
                  </a:cubicBezTo>
                  <a:cubicBezTo>
                    <a:pt x="43" y="160"/>
                    <a:pt x="75" y="176"/>
                    <a:pt x="107" y="176"/>
                  </a:cubicBezTo>
                  <a:cubicBezTo>
                    <a:pt x="164" y="176"/>
                    <a:pt x="224" y="124"/>
                    <a:pt x="196" y="55"/>
                  </a:cubicBezTo>
                  <a:cubicBezTo>
                    <a:pt x="181" y="17"/>
                    <a:pt x="149" y="0"/>
                    <a:pt x="1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400" lIns="91425" spcFirstLastPara="1" rIns="91425" wrap="square" tIns="5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19" name="Google Shape;1519;p13"/>
            <p:cNvSpPr/>
            <p:nvPr/>
          </p:nvSpPr>
          <p:spPr>
            <a:xfrm>
              <a:off x="8906760" y="1193040"/>
              <a:ext cx="246236" cy="263883"/>
            </a:xfrm>
            <a:custGeom>
              <a:rect b="b" l="l" r="r" t="t"/>
              <a:pathLst>
                <a:path extrusionOk="0" h="4324" w="4036">
                  <a:moveTo>
                    <a:pt x="2155" y="265"/>
                  </a:moveTo>
                  <a:cubicBezTo>
                    <a:pt x="2891" y="265"/>
                    <a:pt x="3479" y="882"/>
                    <a:pt x="3562" y="1685"/>
                  </a:cubicBezTo>
                  <a:cubicBezTo>
                    <a:pt x="3641" y="2466"/>
                    <a:pt x="3178" y="3634"/>
                    <a:pt x="2407" y="3950"/>
                  </a:cubicBezTo>
                  <a:cubicBezTo>
                    <a:pt x="2246" y="4016"/>
                    <a:pt x="2088" y="4046"/>
                    <a:pt x="1936" y="4046"/>
                  </a:cubicBezTo>
                  <a:cubicBezTo>
                    <a:pt x="1173" y="4046"/>
                    <a:pt x="558" y="3288"/>
                    <a:pt x="461" y="2544"/>
                  </a:cubicBezTo>
                  <a:cubicBezTo>
                    <a:pt x="354" y="1709"/>
                    <a:pt x="707" y="687"/>
                    <a:pt x="1538" y="383"/>
                  </a:cubicBezTo>
                  <a:cubicBezTo>
                    <a:pt x="1548" y="385"/>
                    <a:pt x="1558" y="387"/>
                    <a:pt x="1568" y="387"/>
                  </a:cubicBezTo>
                  <a:cubicBezTo>
                    <a:pt x="1578" y="387"/>
                    <a:pt x="1589" y="385"/>
                    <a:pt x="1599" y="380"/>
                  </a:cubicBezTo>
                  <a:cubicBezTo>
                    <a:pt x="1790" y="301"/>
                    <a:pt x="1977" y="265"/>
                    <a:pt x="2155" y="265"/>
                  </a:cubicBezTo>
                  <a:close/>
                  <a:moveTo>
                    <a:pt x="2220" y="0"/>
                  </a:moveTo>
                  <a:cubicBezTo>
                    <a:pt x="2067" y="0"/>
                    <a:pt x="1911" y="28"/>
                    <a:pt x="1757" y="87"/>
                  </a:cubicBezTo>
                  <a:cubicBezTo>
                    <a:pt x="1740" y="77"/>
                    <a:pt x="1720" y="70"/>
                    <a:pt x="1696" y="70"/>
                  </a:cubicBezTo>
                  <a:cubicBezTo>
                    <a:pt x="1688" y="70"/>
                    <a:pt x="1680" y="71"/>
                    <a:pt x="1672" y="72"/>
                  </a:cubicBezTo>
                  <a:cubicBezTo>
                    <a:pt x="490" y="258"/>
                    <a:pt x="1" y="1678"/>
                    <a:pt x="204" y="2731"/>
                  </a:cubicBezTo>
                  <a:cubicBezTo>
                    <a:pt x="364" y="3573"/>
                    <a:pt x="1089" y="4323"/>
                    <a:pt x="1943" y="4323"/>
                  </a:cubicBezTo>
                  <a:cubicBezTo>
                    <a:pt x="2105" y="4323"/>
                    <a:pt x="2272" y="4296"/>
                    <a:pt x="2441" y="4237"/>
                  </a:cubicBezTo>
                  <a:cubicBezTo>
                    <a:pt x="3481" y="3874"/>
                    <a:pt x="4035" y="2345"/>
                    <a:pt x="3782" y="1341"/>
                  </a:cubicBezTo>
                  <a:cubicBezTo>
                    <a:pt x="3596" y="602"/>
                    <a:pt x="2939" y="0"/>
                    <a:pt x="22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20" name="Google Shape;1520;p13"/>
            <p:cNvSpPr/>
            <p:nvPr/>
          </p:nvSpPr>
          <p:spPr>
            <a:xfrm>
              <a:off x="8936280" y="1481040"/>
              <a:ext cx="20520" cy="16200"/>
            </a:xfrm>
            <a:custGeom>
              <a:rect b="b" l="l" r="r" t="t"/>
              <a:pathLst>
                <a:path extrusionOk="0" h="273" w="342">
                  <a:moveTo>
                    <a:pt x="179" y="1"/>
                  </a:moveTo>
                  <a:cubicBezTo>
                    <a:pt x="91" y="1"/>
                    <a:pt x="0" y="81"/>
                    <a:pt x="42" y="187"/>
                  </a:cubicBezTo>
                  <a:cubicBezTo>
                    <a:pt x="65" y="247"/>
                    <a:pt x="113" y="272"/>
                    <a:pt x="163" y="272"/>
                  </a:cubicBezTo>
                  <a:cubicBezTo>
                    <a:pt x="250" y="272"/>
                    <a:pt x="342" y="192"/>
                    <a:pt x="300" y="86"/>
                  </a:cubicBezTo>
                  <a:cubicBezTo>
                    <a:pt x="277" y="26"/>
                    <a:pt x="229" y="1"/>
                    <a:pt x="1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8275" lIns="91425" spcFirstLastPara="1" rIns="91425" wrap="square" tIns="8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21" name="Google Shape;1521;p13"/>
            <p:cNvSpPr/>
            <p:nvPr/>
          </p:nvSpPr>
          <p:spPr>
            <a:xfrm>
              <a:off x="9158400" y="1377000"/>
              <a:ext cx="24841" cy="25200"/>
            </a:xfrm>
            <a:custGeom>
              <a:rect b="b" l="l" r="r" t="t"/>
              <a:pathLst>
                <a:path extrusionOk="0" h="418" w="412">
                  <a:moveTo>
                    <a:pt x="231" y="0"/>
                  </a:moveTo>
                  <a:cubicBezTo>
                    <a:pt x="168" y="0"/>
                    <a:pt x="108" y="38"/>
                    <a:pt x="80" y="98"/>
                  </a:cubicBezTo>
                  <a:lnTo>
                    <a:pt x="37" y="188"/>
                  </a:lnTo>
                  <a:cubicBezTo>
                    <a:pt x="0" y="266"/>
                    <a:pt x="41" y="374"/>
                    <a:pt x="122" y="405"/>
                  </a:cubicBezTo>
                  <a:cubicBezTo>
                    <a:pt x="143" y="414"/>
                    <a:pt x="165" y="418"/>
                    <a:pt x="187" y="418"/>
                  </a:cubicBezTo>
                  <a:cubicBezTo>
                    <a:pt x="252" y="418"/>
                    <a:pt x="314" y="383"/>
                    <a:pt x="340" y="320"/>
                  </a:cubicBezTo>
                  <a:cubicBezTo>
                    <a:pt x="353" y="290"/>
                    <a:pt x="366" y="259"/>
                    <a:pt x="377" y="228"/>
                  </a:cubicBezTo>
                  <a:cubicBezTo>
                    <a:pt x="411" y="147"/>
                    <a:pt x="376" y="51"/>
                    <a:pt x="295" y="14"/>
                  </a:cubicBezTo>
                  <a:cubicBezTo>
                    <a:pt x="274" y="5"/>
                    <a:pt x="252" y="0"/>
                    <a:pt x="2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600" lIns="91425" spcFirstLastPara="1" rIns="91425" wrap="square" tIns="12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22" name="Google Shape;1522;p13"/>
            <p:cNvSpPr/>
            <p:nvPr/>
          </p:nvSpPr>
          <p:spPr>
            <a:xfrm>
              <a:off x="9226800" y="1357920"/>
              <a:ext cx="20880" cy="16200"/>
            </a:xfrm>
            <a:custGeom>
              <a:rect b="b" l="l" r="r" t="t"/>
              <a:pathLst>
                <a:path extrusionOk="0" h="274" w="346">
                  <a:moveTo>
                    <a:pt x="180" y="1"/>
                  </a:moveTo>
                  <a:cubicBezTo>
                    <a:pt x="92" y="1"/>
                    <a:pt x="0" y="81"/>
                    <a:pt x="43" y="188"/>
                  </a:cubicBezTo>
                  <a:cubicBezTo>
                    <a:pt x="66" y="248"/>
                    <a:pt x="115" y="273"/>
                    <a:pt x="165" y="273"/>
                  </a:cubicBezTo>
                  <a:cubicBezTo>
                    <a:pt x="253" y="273"/>
                    <a:pt x="345" y="193"/>
                    <a:pt x="302" y="86"/>
                  </a:cubicBezTo>
                  <a:cubicBezTo>
                    <a:pt x="279" y="26"/>
                    <a:pt x="230" y="1"/>
                    <a:pt x="1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8275" lIns="91425" spcFirstLastPara="1" rIns="91425" wrap="square" tIns="8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23" name="Google Shape;1523;p13"/>
            <p:cNvSpPr/>
            <p:nvPr/>
          </p:nvSpPr>
          <p:spPr>
            <a:xfrm>
              <a:off x="8942040" y="1229040"/>
              <a:ext cx="179282" cy="166679"/>
            </a:xfrm>
            <a:custGeom>
              <a:rect b="b" l="l" r="r" t="t"/>
              <a:pathLst>
                <a:path extrusionOk="0" h="2732" w="2944">
                  <a:moveTo>
                    <a:pt x="1869" y="1737"/>
                  </a:moveTo>
                  <a:lnTo>
                    <a:pt x="1869" y="1737"/>
                  </a:lnTo>
                  <a:cubicBezTo>
                    <a:pt x="1804" y="1821"/>
                    <a:pt x="1703" y="1883"/>
                    <a:pt x="1578" y="1883"/>
                  </a:cubicBezTo>
                  <a:cubicBezTo>
                    <a:pt x="1546" y="1883"/>
                    <a:pt x="1512" y="1879"/>
                    <a:pt x="1477" y="1870"/>
                  </a:cubicBezTo>
                  <a:cubicBezTo>
                    <a:pt x="1422" y="1856"/>
                    <a:pt x="1372" y="1833"/>
                    <a:pt x="1331" y="1805"/>
                  </a:cubicBezTo>
                  <a:lnTo>
                    <a:pt x="1331" y="1805"/>
                  </a:lnTo>
                  <a:cubicBezTo>
                    <a:pt x="1365" y="1820"/>
                    <a:pt x="1399" y="1836"/>
                    <a:pt x="1440" y="1843"/>
                  </a:cubicBezTo>
                  <a:cubicBezTo>
                    <a:pt x="1468" y="1848"/>
                    <a:pt x="1494" y="1850"/>
                    <a:pt x="1519" y="1850"/>
                  </a:cubicBezTo>
                  <a:cubicBezTo>
                    <a:pt x="1594" y="1850"/>
                    <a:pt x="1658" y="1830"/>
                    <a:pt x="1712" y="1795"/>
                  </a:cubicBezTo>
                  <a:cubicBezTo>
                    <a:pt x="1767" y="1781"/>
                    <a:pt x="1820" y="1761"/>
                    <a:pt x="1869" y="1737"/>
                  </a:cubicBezTo>
                  <a:close/>
                  <a:moveTo>
                    <a:pt x="1771" y="0"/>
                  </a:moveTo>
                  <a:cubicBezTo>
                    <a:pt x="1637" y="0"/>
                    <a:pt x="1501" y="20"/>
                    <a:pt x="1385" y="49"/>
                  </a:cubicBezTo>
                  <a:cubicBezTo>
                    <a:pt x="893" y="169"/>
                    <a:pt x="440" y="532"/>
                    <a:pt x="274" y="1021"/>
                  </a:cubicBezTo>
                  <a:cubicBezTo>
                    <a:pt x="0" y="1835"/>
                    <a:pt x="617" y="2732"/>
                    <a:pt x="1426" y="2732"/>
                  </a:cubicBezTo>
                  <a:cubicBezTo>
                    <a:pt x="1561" y="2732"/>
                    <a:pt x="1701" y="2707"/>
                    <a:pt x="1844" y="2652"/>
                  </a:cubicBezTo>
                  <a:cubicBezTo>
                    <a:pt x="2652" y="2343"/>
                    <a:pt x="2944" y="1164"/>
                    <a:pt x="2428" y="508"/>
                  </a:cubicBezTo>
                  <a:cubicBezTo>
                    <a:pt x="2445" y="490"/>
                    <a:pt x="2455" y="468"/>
                    <a:pt x="2449" y="444"/>
                  </a:cubicBezTo>
                  <a:cubicBezTo>
                    <a:pt x="2389" y="106"/>
                    <a:pt x="2082" y="0"/>
                    <a:pt x="17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83500" lIns="91425" spcFirstLastPara="1" rIns="91425" wrap="square" tIns="83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24" name="Google Shape;1524;p13"/>
            <p:cNvSpPr/>
            <p:nvPr/>
          </p:nvSpPr>
          <p:spPr>
            <a:xfrm>
              <a:off x="8811720" y="1436400"/>
              <a:ext cx="78119" cy="31680"/>
            </a:xfrm>
            <a:custGeom>
              <a:rect b="b" l="l" r="r" t="t"/>
              <a:pathLst>
                <a:path extrusionOk="0" h="524" w="1282">
                  <a:moveTo>
                    <a:pt x="891" y="113"/>
                  </a:moveTo>
                  <a:cubicBezTo>
                    <a:pt x="944" y="113"/>
                    <a:pt x="998" y="117"/>
                    <a:pt x="1051" y="126"/>
                  </a:cubicBezTo>
                  <a:cubicBezTo>
                    <a:pt x="861" y="242"/>
                    <a:pt x="682" y="319"/>
                    <a:pt x="484" y="319"/>
                  </a:cubicBezTo>
                  <a:cubicBezTo>
                    <a:pt x="429" y="319"/>
                    <a:pt x="373" y="313"/>
                    <a:pt x="314" y="300"/>
                  </a:cubicBezTo>
                  <a:cubicBezTo>
                    <a:pt x="484" y="180"/>
                    <a:pt x="685" y="113"/>
                    <a:pt x="891" y="113"/>
                  </a:cubicBezTo>
                  <a:close/>
                  <a:moveTo>
                    <a:pt x="783" y="0"/>
                  </a:moveTo>
                  <a:cubicBezTo>
                    <a:pt x="524" y="0"/>
                    <a:pt x="272" y="85"/>
                    <a:pt x="58" y="261"/>
                  </a:cubicBezTo>
                  <a:cubicBezTo>
                    <a:pt x="1" y="306"/>
                    <a:pt x="9" y="394"/>
                    <a:pt x="75" y="425"/>
                  </a:cubicBezTo>
                  <a:cubicBezTo>
                    <a:pt x="210" y="489"/>
                    <a:pt x="373" y="523"/>
                    <a:pt x="538" y="523"/>
                  </a:cubicBezTo>
                  <a:cubicBezTo>
                    <a:pt x="815" y="523"/>
                    <a:pt x="1097" y="426"/>
                    <a:pt x="1255" y="210"/>
                  </a:cubicBezTo>
                  <a:cubicBezTo>
                    <a:pt x="1271" y="187"/>
                    <a:pt x="1276" y="163"/>
                    <a:pt x="1275" y="145"/>
                  </a:cubicBezTo>
                  <a:cubicBezTo>
                    <a:pt x="1282" y="122"/>
                    <a:pt x="1278" y="99"/>
                    <a:pt x="1251" y="89"/>
                  </a:cubicBezTo>
                  <a:cubicBezTo>
                    <a:pt x="1249" y="89"/>
                    <a:pt x="1248" y="89"/>
                    <a:pt x="1244" y="86"/>
                  </a:cubicBezTo>
                  <a:cubicBezTo>
                    <a:pt x="1226" y="71"/>
                    <a:pt x="1206" y="61"/>
                    <a:pt x="1183" y="61"/>
                  </a:cubicBezTo>
                  <a:cubicBezTo>
                    <a:pt x="1179" y="61"/>
                    <a:pt x="1174" y="62"/>
                    <a:pt x="1170" y="62"/>
                  </a:cubicBezTo>
                  <a:cubicBezTo>
                    <a:pt x="1042" y="21"/>
                    <a:pt x="912" y="0"/>
                    <a:pt x="7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5825" lIns="91425" spcFirstLastPara="1" rIns="91425" wrap="square" tIns="15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25" name="Google Shape;1525;p13"/>
            <p:cNvSpPr/>
            <p:nvPr/>
          </p:nvSpPr>
          <p:spPr>
            <a:xfrm>
              <a:off x="9213120" y="1286280"/>
              <a:ext cx="19080" cy="15120"/>
            </a:xfrm>
            <a:custGeom>
              <a:rect b="b" l="l" r="r" t="t"/>
              <a:pathLst>
                <a:path extrusionOk="0" h="254" w="318">
                  <a:moveTo>
                    <a:pt x="165" y="1"/>
                  </a:moveTo>
                  <a:cubicBezTo>
                    <a:pt x="84" y="1"/>
                    <a:pt x="0" y="75"/>
                    <a:pt x="40" y="175"/>
                  </a:cubicBezTo>
                  <a:cubicBezTo>
                    <a:pt x="62" y="230"/>
                    <a:pt x="106" y="253"/>
                    <a:pt x="152" y="253"/>
                  </a:cubicBezTo>
                  <a:cubicBezTo>
                    <a:pt x="233" y="253"/>
                    <a:pt x="317" y="179"/>
                    <a:pt x="278" y="81"/>
                  </a:cubicBezTo>
                  <a:cubicBezTo>
                    <a:pt x="256" y="25"/>
                    <a:pt x="211" y="1"/>
                    <a:pt x="1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550" lIns="91425" spcFirstLastPara="1" rIns="91425" wrap="square" tIns="75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26" name="Google Shape;1526;p13"/>
            <p:cNvSpPr/>
            <p:nvPr/>
          </p:nvSpPr>
          <p:spPr>
            <a:xfrm>
              <a:off x="8732880" y="1459080"/>
              <a:ext cx="14040" cy="11160"/>
            </a:xfrm>
            <a:custGeom>
              <a:rect b="b" l="l" r="r" t="t"/>
              <a:pathLst>
                <a:path extrusionOk="0" h="188" w="237">
                  <a:moveTo>
                    <a:pt x="123" y="0"/>
                  </a:moveTo>
                  <a:cubicBezTo>
                    <a:pt x="63" y="0"/>
                    <a:pt x="0" y="55"/>
                    <a:pt x="28" y="128"/>
                  </a:cubicBezTo>
                  <a:cubicBezTo>
                    <a:pt x="45" y="170"/>
                    <a:pt x="80" y="187"/>
                    <a:pt x="114" y="187"/>
                  </a:cubicBezTo>
                  <a:cubicBezTo>
                    <a:pt x="175" y="187"/>
                    <a:pt x="236" y="133"/>
                    <a:pt x="208" y="60"/>
                  </a:cubicBezTo>
                  <a:cubicBezTo>
                    <a:pt x="192" y="18"/>
                    <a:pt x="158" y="0"/>
                    <a:pt x="1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750" lIns="91425" spcFirstLastPara="1" rIns="91425" wrap="square" tIns="5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27" name="Google Shape;1527;p13"/>
            <p:cNvSpPr/>
            <p:nvPr/>
          </p:nvSpPr>
          <p:spPr>
            <a:xfrm>
              <a:off x="9162360" y="1254600"/>
              <a:ext cx="27360" cy="19440"/>
            </a:xfrm>
            <a:custGeom>
              <a:rect b="b" l="l" r="r" t="t"/>
              <a:pathLst>
                <a:path extrusionOk="0" h="322" w="455">
                  <a:moveTo>
                    <a:pt x="177" y="1"/>
                  </a:moveTo>
                  <a:cubicBezTo>
                    <a:pt x="67" y="1"/>
                    <a:pt x="1" y="179"/>
                    <a:pt x="104" y="243"/>
                  </a:cubicBezTo>
                  <a:cubicBezTo>
                    <a:pt x="130" y="259"/>
                    <a:pt x="158" y="277"/>
                    <a:pt x="185" y="293"/>
                  </a:cubicBezTo>
                  <a:cubicBezTo>
                    <a:pt x="215" y="311"/>
                    <a:pt x="248" y="321"/>
                    <a:pt x="281" y="321"/>
                  </a:cubicBezTo>
                  <a:cubicBezTo>
                    <a:pt x="335" y="321"/>
                    <a:pt x="386" y="294"/>
                    <a:pt x="412" y="236"/>
                  </a:cubicBezTo>
                  <a:cubicBezTo>
                    <a:pt x="454" y="144"/>
                    <a:pt x="390" y="58"/>
                    <a:pt x="300" y="32"/>
                  </a:cubicBezTo>
                  <a:cubicBezTo>
                    <a:pt x="268" y="24"/>
                    <a:pt x="239" y="15"/>
                    <a:pt x="206" y="5"/>
                  </a:cubicBezTo>
                  <a:cubicBezTo>
                    <a:pt x="196" y="2"/>
                    <a:pt x="186" y="1"/>
                    <a:pt x="1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28" name="Google Shape;1528;p13"/>
            <p:cNvSpPr/>
            <p:nvPr/>
          </p:nvSpPr>
          <p:spPr>
            <a:xfrm>
              <a:off x="8830440" y="1371240"/>
              <a:ext cx="28080" cy="21240"/>
            </a:xfrm>
            <a:custGeom>
              <a:rect b="b" l="l" r="r" t="t"/>
              <a:pathLst>
                <a:path extrusionOk="0" h="355" w="464">
                  <a:moveTo>
                    <a:pt x="289" y="0"/>
                  </a:moveTo>
                  <a:cubicBezTo>
                    <a:pt x="268" y="0"/>
                    <a:pt x="246" y="5"/>
                    <a:pt x="223" y="15"/>
                  </a:cubicBezTo>
                  <a:lnTo>
                    <a:pt x="180" y="29"/>
                  </a:lnTo>
                  <a:cubicBezTo>
                    <a:pt x="1" y="91"/>
                    <a:pt x="81" y="354"/>
                    <a:pt x="237" y="354"/>
                  </a:cubicBezTo>
                  <a:cubicBezTo>
                    <a:pt x="258" y="354"/>
                    <a:pt x="279" y="350"/>
                    <a:pt x="302" y="340"/>
                  </a:cubicBezTo>
                  <a:lnTo>
                    <a:pt x="343" y="321"/>
                  </a:lnTo>
                  <a:cubicBezTo>
                    <a:pt x="447" y="286"/>
                    <a:pt x="464" y="190"/>
                    <a:pt x="430" y="112"/>
                  </a:cubicBezTo>
                  <a:cubicBezTo>
                    <a:pt x="408" y="50"/>
                    <a:pt x="356" y="0"/>
                    <a:pt x="2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0800" lIns="91425" spcFirstLastPara="1" rIns="91425" wrap="square" tIns="10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29" name="Google Shape;1529;p13"/>
            <p:cNvSpPr/>
            <p:nvPr/>
          </p:nvSpPr>
          <p:spPr>
            <a:xfrm>
              <a:off x="8879040" y="1317960"/>
              <a:ext cx="28440" cy="19080"/>
            </a:xfrm>
            <a:custGeom>
              <a:rect b="b" l="l" r="r" t="t"/>
              <a:pathLst>
                <a:path extrusionOk="0" h="319" w="470">
                  <a:moveTo>
                    <a:pt x="298" y="0"/>
                  </a:moveTo>
                  <a:cubicBezTo>
                    <a:pt x="290" y="0"/>
                    <a:pt x="282" y="1"/>
                    <a:pt x="274" y="3"/>
                  </a:cubicBezTo>
                  <a:cubicBezTo>
                    <a:pt x="241" y="11"/>
                    <a:pt x="212" y="20"/>
                    <a:pt x="179" y="27"/>
                  </a:cubicBezTo>
                  <a:cubicBezTo>
                    <a:pt x="132" y="38"/>
                    <a:pt x="104" y="60"/>
                    <a:pt x="69" y="95"/>
                  </a:cubicBezTo>
                  <a:cubicBezTo>
                    <a:pt x="1" y="166"/>
                    <a:pt x="56" y="313"/>
                    <a:pt x="155" y="318"/>
                  </a:cubicBezTo>
                  <a:cubicBezTo>
                    <a:pt x="163" y="318"/>
                    <a:pt x="171" y="318"/>
                    <a:pt x="179" y="318"/>
                  </a:cubicBezTo>
                  <a:cubicBezTo>
                    <a:pt x="216" y="318"/>
                    <a:pt x="246" y="312"/>
                    <a:pt x="283" y="292"/>
                  </a:cubicBezTo>
                  <a:cubicBezTo>
                    <a:pt x="311" y="276"/>
                    <a:pt x="339" y="261"/>
                    <a:pt x="368" y="241"/>
                  </a:cubicBezTo>
                  <a:cubicBezTo>
                    <a:pt x="469" y="182"/>
                    <a:pt x="407" y="0"/>
                    <a:pt x="2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30" name="Google Shape;1530;p13"/>
            <p:cNvSpPr/>
            <p:nvPr/>
          </p:nvSpPr>
          <p:spPr>
            <a:xfrm>
              <a:off x="9141120" y="1159560"/>
              <a:ext cx="60840" cy="56521"/>
            </a:xfrm>
            <a:custGeom>
              <a:rect b="b" l="l" r="r" t="t"/>
              <a:pathLst>
                <a:path extrusionOk="0" h="934" w="1000">
                  <a:moveTo>
                    <a:pt x="357" y="175"/>
                  </a:moveTo>
                  <a:cubicBezTo>
                    <a:pt x="372" y="175"/>
                    <a:pt x="389" y="176"/>
                    <a:pt x="407" y="179"/>
                  </a:cubicBezTo>
                  <a:cubicBezTo>
                    <a:pt x="536" y="199"/>
                    <a:pt x="633" y="329"/>
                    <a:pt x="706" y="423"/>
                  </a:cubicBezTo>
                  <a:cubicBezTo>
                    <a:pt x="702" y="418"/>
                    <a:pt x="697" y="416"/>
                    <a:pt x="691" y="416"/>
                  </a:cubicBezTo>
                  <a:cubicBezTo>
                    <a:pt x="682" y="416"/>
                    <a:pt x="673" y="422"/>
                    <a:pt x="671" y="431"/>
                  </a:cubicBezTo>
                  <a:cubicBezTo>
                    <a:pt x="634" y="443"/>
                    <a:pt x="607" y="491"/>
                    <a:pt x="616" y="531"/>
                  </a:cubicBezTo>
                  <a:cubicBezTo>
                    <a:pt x="628" y="586"/>
                    <a:pt x="650" y="637"/>
                    <a:pt x="675" y="689"/>
                  </a:cubicBezTo>
                  <a:cubicBezTo>
                    <a:pt x="543" y="650"/>
                    <a:pt x="427" y="576"/>
                    <a:pt x="336" y="467"/>
                  </a:cubicBezTo>
                  <a:cubicBezTo>
                    <a:pt x="269" y="383"/>
                    <a:pt x="183" y="175"/>
                    <a:pt x="357" y="175"/>
                  </a:cubicBezTo>
                  <a:close/>
                  <a:moveTo>
                    <a:pt x="348" y="0"/>
                  </a:moveTo>
                  <a:cubicBezTo>
                    <a:pt x="222" y="0"/>
                    <a:pt x="99" y="65"/>
                    <a:pt x="59" y="191"/>
                  </a:cubicBezTo>
                  <a:cubicBezTo>
                    <a:pt x="1" y="369"/>
                    <a:pt x="131" y="560"/>
                    <a:pt x="253" y="681"/>
                  </a:cubicBezTo>
                  <a:cubicBezTo>
                    <a:pt x="414" y="840"/>
                    <a:pt x="627" y="926"/>
                    <a:pt x="852" y="933"/>
                  </a:cubicBezTo>
                  <a:cubicBezTo>
                    <a:pt x="854" y="933"/>
                    <a:pt x="857" y="933"/>
                    <a:pt x="859" y="933"/>
                  </a:cubicBezTo>
                  <a:cubicBezTo>
                    <a:pt x="950" y="933"/>
                    <a:pt x="1000" y="848"/>
                    <a:pt x="953" y="766"/>
                  </a:cubicBezTo>
                  <a:cubicBezTo>
                    <a:pt x="895" y="665"/>
                    <a:pt x="837" y="565"/>
                    <a:pt x="754" y="480"/>
                  </a:cubicBezTo>
                  <a:cubicBezTo>
                    <a:pt x="762" y="478"/>
                    <a:pt x="767" y="478"/>
                    <a:pt x="774" y="477"/>
                  </a:cubicBezTo>
                  <a:cubicBezTo>
                    <a:pt x="788" y="471"/>
                    <a:pt x="798" y="457"/>
                    <a:pt x="801" y="443"/>
                  </a:cubicBezTo>
                  <a:cubicBezTo>
                    <a:pt x="825" y="270"/>
                    <a:pt x="607" y="62"/>
                    <a:pt x="454" y="16"/>
                  </a:cubicBezTo>
                  <a:cubicBezTo>
                    <a:pt x="420" y="6"/>
                    <a:pt x="384" y="0"/>
                    <a:pt x="3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8425" lIns="91425" spcFirstLastPara="1" rIns="91425" wrap="square" tIns="28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31" name="Google Shape;1531;p13"/>
            <p:cNvSpPr/>
            <p:nvPr/>
          </p:nvSpPr>
          <p:spPr>
            <a:xfrm>
              <a:off x="9228960" y="1179360"/>
              <a:ext cx="21960" cy="16920"/>
            </a:xfrm>
            <a:custGeom>
              <a:rect b="b" l="l" r="r" t="t"/>
              <a:pathLst>
                <a:path extrusionOk="0" h="280" w="365">
                  <a:moveTo>
                    <a:pt x="184" y="1"/>
                  </a:moveTo>
                  <a:cubicBezTo>
                    <a:pt x="177" y="1"/>
                    <a:pt x="169" y="2"/>
                    <a:pt x="161" y="3"/>
                  </a:cubicBezTo>
                  <a:cubicBezTo>
                    <a:pt x="86" y="3"/>
                    <a:pt x="18" y="58"/>
                    <a:pt x="8" y="136"/>
                  </a:cubicBezTo>
                  <a:cubicBezTo>
                    <a:pt x="1" y="192"/>
                    <a:pt x="28" y="240"/>
                    <a:pt x="79" y="264"/>
                  </a:cubicBezTo>
                  <a:cubicBezTo>
                    <a:pt x="99" y="275"/>
                    <a:pt x="121" y="280"/>
                    <a:pt x="142" y="280"/>
                  </a:cubicBezTo>
                  <a:cubicBezTo>
                    <a:pt x="187" y="280"/>
                    <a:pt x="230" y="258"/>
                    <a:pt x="260" y="223"/>
                  </a:cubicBezTo>
                  <a:cubicBezTo>
                    <a:pt x="365" y="154"/>
                    <a:pt x="293" y="1"/>
                    <a:pt x="1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8625" lIns="91425" spcFirstLastPara="1" rIns="91425" wrap="square" tIns="86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32" name="Google Shape;1532;p13"/>
            <p:cNvSpPr/>
            <p:nvPr/>
          </p:nvSpPr>
          <p:spPr>
            <a:xfrm>
              <a:off x="8797680" y="1294560"/>
              <a:ext cx="24480" cy="19440"/>
            </a:xfrm>
            <a:custGeom>
              <a:rect b="b" l="l" r="r" t="t"/>
              <a:pathLst>
                <a:path extrusionOk="0" h="323" w="408">
                  <a:moveTo>
                    <a:pt x="213" y="1"/>
                  </a:moveTo>
                  <a:cubicBezTo>
                    <a:pt x="109" y="1"/>
                    <a:pt x="1" y="96"/>
                    <a:pt x="50" y="223"/>
                  </a:cubicBezTo>
                  <a:cubicBezTo>
                    <a:pt x="78" y="293"/>
                    <a:pt x="135" y="323"/>
                    <a:pt x="194" y="323"/>
                  </a:cubicBezTo>
                  <a:cubicBezTo>
                    <a:pt x="299" y="323"/>
                    <a:pt x="408" y="229"/>
                    <a:pt x="358" y="102"/>
                  </a:cubicBezTo>
                  <a:cubicBezTo>
                    <a:pt x="330" y="31"/>
                    <a:pt x="272" y="1"/>
                    <a:pt x="2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33" name="Google Shape;1533;p13"/>
            <p:cNvSpPr/>
            <p:nvPr/>
          </p:nvSpPr>
          <p:spPr>
            <a:xfrm>
              <a:off x="8651520" y="1357200"/>
              <a:ext cx="15480" cy="12240"/>
            </a:xfrm>
            <a:custGeom>
              <a:rect b="b" l="l" r="r" t="t"/>
              <a:pathLst>
                <a:path extrusionOk="0" h="204" w="259">
                  <a:moveTo>
                    <a:pt x="135" y="1"/>
                  </a:moveTo>
                  <a:cubicBezTo>
                    <a:pt x="69" y="1"/>
                    <a:pt x="0" y="60"/>
                    <a:pt x="32" y="140"/>
                  </a:cubicBezTo>
                  <a:cubicBezTo>
                    <a:pt x="50" y="184"/>
                    <a:pt x="86" y="203"/>
                    <a:pt x="123" y="203"/>
                  </a:cubicBezTo>
                  <a:cubicBezTo>
                    <a:pt x="190" y="203"/>
                    <a:pt x="258" y="143"/>
                    <a:pt x="226" y="63"/>
                  </a:cubicBezTo>
                  <a:cubicBezTo>
                    <a:pt x="209" y="19"/>
                    <a:pt x="172" y="1"/>
                    <a:pt x="1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100" lIns="91425" spcFirstLastPara="1" rIns="91425" wrap="square" tIns="6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34" name="Google Shape;1534;p13"/>
            <p:cNvSpPr/>
            <p:nvPr/>
          </p:nvSpPr>
          <p:spPr>
            <a:xfrm>
              <a:off x="9100440" y="1161720"/>
              <a:ext cx="18000" cy="14400"/>
            </a:xfrm>
            <a:custGeom>
              <a:rect b="b" l="l" r="r" t="t"/>
              <a:pathLst>
                <a:path extrusionOk="0" h="239" w="302">
                  <a:moveTo>
                    <a:pt x="158" y="1"/>
                  </a:moveTo>
                  <a:cubicBezTo>
                    <a:pt x="81" y="1"/>
                    <a:pt x="0" y="71"/>
                    <a:pt x="36" y="163"/>
                  </a:cubicBezTo>
                  <a:cubicBezTo>
                    <a:pt x="57" y="216"/>
                    <a:pt x="100" y="239"/>
                    <a:pt x="144" y="239"/>
                  </a:cubicBezTo>
                  <a:cubicBezTo>
                    <a:pt x="222" y="239"/>
                    <a:pt x="302" y="169"/>
                    <a:pt x="265" y="75"/>
                  </a:cubicBezTo>
                  <a:cubicBezTo>
                    <a:pt x="244" y="23"/>
                    <a:pt x="202" y="1"/>
                    <a:pt x="1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200" lIns="91425" spcFirstLastPara="1" rIns="91425" wrap="square" tIns="7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35" name="Google Shape;1535;p13"/>
            <p:cNvSpPr/>
            <p:nvPr/>
          </p:nvSpPr>
          <p:spPr>
            <a:xfrm>
              <a:off x="8705520" y="1308600"/>
              <a:ext cx="15480" cy="12240"/>
            </a:xfrm>
            <a:custGeom>
              <a:rect b="b" l="l" r="r" t="t"/>
              <a:pathLst>
                <a:path extrusionOk="0" h="206" w="259">
                  <a:moveTo>
                    <a:pt x="135" y="0"/>
                  </a:moveTo>
                  <a:cubicBezTo>
                    <a:pt x="69" y="0"/>
                    <a:pt x="1" y="61"/>
                    <a:pt x="32" y="141"/>
                  </a:cubicBezTo>
                  <a:cubicBezTo>
                    <a:pt x="50" y="186"/>
                    <a:pt x="87" y="205"/>
                    <a:pt x="124" y="205"/>
                  </a:cubicBezTo>
                  <a:cubicBezTo>
                    <a:pt x="190" y="205"/>
                    <a:pt x="258" y="145"/>
                    <a:pt x="226" y="65"/>
                  </a:cubicBezTo>
                  <a:cubicBezTo>
                    <a:pt x="209" y="19"/>
                    <a:pt x="172" y="0"/>
                    <a:pt x="1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100" lIns="91425" spcFirstLastPara="1" rIns="91425" wrap="square" tIns="6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36" name="Google Shape;1536;p13"/>
            <p:cNvSpPr/>
            <p:nvPr/>
          </p:nvSpPr>
          <p:spPr>
            <a:xfrm>
              <a:off x="8863200" y="1182240"/>
              <a:ext cx="58319" cy="39961"/>
            </a:xfrm>
            <a:custGeom>
              <a:rect b="b" l="l" r="r" t="t"/>
              <a:pathLst>
                <a:path extrusionOk="0" h="661" w="962">
                  <a:moveTo>
                    <a:pt x="455" y="172"/>
                  </a:moveTo>
                  <a:cubicBezTo>
                    <a:pt x="568" y="172"/>
                    <a:pt x="684" y="249"/>
                    <a:pt x="780" y="328"/>
                  </a:cubicBezTo>
                  <a:cubicBezTo>
                    <a:pt x="672" y="375"/>
                    <a:pt x="561" y="459"/>
                    <a:pt x="440" y="459"/>
                  </a:cubicBezTo>
                  <a:cubicBezTo>
                    <a:pt x="422" y="459"/>
                    <a:pt x="404" y="457"/>
                    <a:pt x="385" y="453"/>
                  </a:cubicBezTo>
                  <a:cubicBezTo>
                    <a:pt x="264" y="422"/>
                    <a:pt x="206" y="300"/>
                    <a:pt x="314" y="221"/>
                  </a:cubicBezTo>
                  <a:cubicBezTo>
                    <a:pt x="359" y="187"/>
                    <a:pt x="407" y="172"/>
                    <a:pt x="455" y="172"/>
                  </a:cubicBezTo>
                  <a:close/>
                  <a:moveTo>
                    <a:pt x="432" y="0"/>
                  </a:moveTo>
                  <a:cubicBezTo>
                    <a:pt x="295" y="0"/>
                    <a:pt x="151" y="70"/>
                    <a:pt x="87" y="192"/>
                  </a:cubicBezTo>
                  <a:cubicBezTo>
                    <a:pt x="1" y="357"/>
                    <a:pt x="88" y="542"/>
                    <a:pt x="250" y="619"/>
                  </a:cubicBezTo>
                  <a:cubicBezTo>
                    <a:pt x="311" y="648"/>
                    <a:pt x="375" y="661"/>
                    <a:pt x="440" y="661"/>
                  </a:cubicBezTo>
                  <a:cubicBezTo>
                    <a:pt x="596" y="661"/>
                    <a:pt x="755" y="587"/>
                    <a:pt x="876" y="493"/>
                  </a:cubicBezTo>
                  <a:cubicBezTo>
                    <a:pt x="902" y="476"/>
                    <a:pt x="910" y="453"/>
                    <a:pt x="912" y="426"/>
                  </a:cubicBezTo>
                  <a:cubicBezTo>
                    <a:pt x="939" y="420"/>
                    <a:pt x="961" y="385"/>
                    <a:pt x="940" y="358"/>
                  </a:cubicBezTo>
                  <a:cubicBezTo>
                    <a:pt x="824" y="201"/>
                    <a:pt x="695" y="34"/>
                    <a:pt x="485" y="4"/>
                  </a:cubicBezTo>
                  <a:cubicBezTo>
                    <a:pt x="468" y="1"/>
                    <a:pt x="450" y="0"/>
                    <a:pt x="4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0150" lIns="91425" spcFirstLastPara="1" rIns="91425" wrap="square" tIns="201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37" name="Google Shape;1537;p13"/>
            <p:cNvSpPr/>
            <p:nvPr/>
          </p:nvSpPr>
          <p:spPr>
            <a:xfrm>
              <a:off x="8544960" y="1335240"/>
              <a:ext cx="22320" cy="22320"/>
            </a:xfrm>
            <a:custGeom>
              <a:rect b="b" l="l" r="r" t="t"/>
              <a:pathLst>
                <a:path extrusionOk="0" h="373" w="374">
                  <a:moveTo>
                    <a:pt x="175" y="0"/>
                  </a:moveTo>
                  <a:cubicBezTo>
                    <a:pt x="156" y="0"/>
                    <a:pt x="137" y="4"/>
                    <a:pt x="120" y="11"/>
                  </a:cubicBezTo>
                  <a:cubicBezTo>
                    <a:pt x="43" y="41"/>
                    <a:pt x="0" y="133"/>
                    <a:pt x="33" y="211"/>
                  </a:cubicBezTo>
                  <a:lnTo>
                    <a:pt x="59" y="276"/>
                  </a:lnTo>
                  <a:cubicBezTo>
                    <a:pt x="84" y="335"/>
                    <a:pt x="142" y="372"/>
                    <a:pt x="203" y="372"/>
                  </a:cubicBezTo>
                  <a:cubicBezTo>
                    <a:pt x="221" y="372"/>
                    <a:pt x="239" y="369"/>
                    <a:pt x="257" y="362"/>
                  </a:cubicBezTo>
                  <a:cubicBezTo>
                    <a:pt x="335" y="333"/>
                    <a:pt x="373" y="242"/>
                    <a:pt x="345" y="164"/>
                  </a:cubicBezTo>
                  <a:lnTo>
                    <a:pt x="319" y="99"/>
                  </a:lnTo>
                  <a:cubicBezTo>
                    <a:pt x="298" y="38"/>
                    <a:pt x="236" y="0"/>
                    <a:pt x="1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1150" lIns="91425" spcFirstLastPara="1" rIns="91425" wrap="square" tIns="111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38" name="Google Shape;1538;p13"/>
            <p:cNvSpPr/>
            <p:nvPr/>
          </p:nvSpPr>
          <p:spPr>
            <a:xfrm>
              <a:off x="8619840" y="1303200"/>
              <a:ext cx="19080" cy="15120"/>
            </a:xfrm>
            <a:custGeom>
              <a:rect b="b" l="l" r="r" t="t"/>
              <a:pathLst>
                <a:path extrusionOk="0" h="254" w="318">
                  <a:moveTo>
                    <a:pt x="166" y="1"/>
                  </a:moveTo>
                  <a:cubicBezTo>
                    <a:pt x="85" y="1"/>
                    <a:pt x="1" y="75"/>
                    <a:pt x="40" y="173"/>
                  </a:cubicBezTo>
                  <a:cubicBezTo>
                    <a:pt x="62" y="230"/>
                    <a:pt x="107" y="253"/>
                    <a:pt x="153" y="253"/>
                  </a:cubicBezTo>
                  <a:cubicBezTo>
                    <a:pt x="234" y="253"/>
                    <a:pt x="318" y="179"/>
                    <a:pt x="280" y="80"/>
                  </a:cubicBezTo>
                  <a:cubicBezTo>
                    <a:pt x="258" y="24"/>
                    <a:pt x="213" y="1"/>
                    <a:pt x="1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550" lIns="91425" spcFirstLastPara="1" rIns="91425" wrap="square" tIns="75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39" name="Google Shape;1539;p13"/>
            <p:cNvSpPr/>
            <p:nvPr/>
          </p:nvSpPr>
          <p:spPr>
            <a:xfrm>
              <a:off x="9024120" y="1087560"/>
              <a:ext cx="70921" cy="48600"/>
            </a:xfrm>
            <a:custGeom>
              <a:rect b="b" l="l" r="r" t="t"/>
              <a:pathLst>
                <a:path extrusionOk="0" h="804" w="1168">
                  <a:moveTo>
                    <a:pt x="732" y="176"/>
                  </a:moveTo>
                  <a:cubicBezTo>
                    <a:pt x="773" y="176"/>
                    <a:pt x="814" y="180"/>
                    <a:pt x="855" y="189"/>
                  </a:cubicBezTo>
                  <a:cubicBezTo>
                    <a:pt x="807" y="277"/>
                    <a:pt x="778" y="380"/>
                    <a:pt x="713" y="461"/>
                  </a:cubicBezTo>
                  <a:cubicBezTo>
                    <a:pt x="659" y="526"/>
                    <a:pt x="546" y="588"/>
                    <a:pt x="449" y="588"/>
                  </a:cubicBezTo>
                  <a:cubicBezTo>
                    <a:pt x="381" y="588"/>
                    <a:pt x="320" y="557"/>
                    <a:pt x="295" y="474"/>
                  </a:cubicBezTo>
                  <a:cubicBezTo>
                    <a:pt x="241" y="305"/>
                    <a:pt x="523" y="199"/>
                    <a:pt x="651" y="182"/>
                  </a:cubicBezTo>
                  <a:cubicBezTo>
                    <a:pt x="678" y="178"/>
                    <a:pt x="705" y="176"/>
                    <a:pt x="732" y="176"/>
                  </a:cubicBezTo>
                  <a:close/>
                  <a:moveTo>
                    <a:pt x="677" y="1"/>
                  </a:moveTo>
                  <a:cubicBezTo>
                    <a:pt x="605" y="1"/>
                    <a:pt x="532" y="13"/>
                    <a:pt x="461" y="36"/>
                  </a:cubicBezTo>
                  <a:cubicBezTo>
                    <a:pt x="250" y="104"/>
                    <a:pt x="0" y="317"/>
                    <a:pt x="92" y="562"/>
                  </a:cubicBezTo>
                  <a:cubicBezTo>
                    <a:pt x="152" y="719"/>
                    <a:pt x="321" y="804"/>
                    <a:pt x="485" y="804"/>
                  </a:cubicBezTo>
                  <a:cubicBezTo>
                    <a:pt x="543" y="804"/>
                    <a:pt x="600" y="793"/>
                    <a:pt x="652" y="772"/>
                  </a:cubicBezTo>
                  <a:cubicBezTo>
                    <a:pt x="828" y="695"/>
                    <a:pt x="999" y="468"/>
                    <a:pt x="1045" y="263"/>
                  </a:cubicBezTo>
                  <a:cubicBezTo>
                    <a:pt x="1055" y="268"/>
                    <a:pt x="1063" y="270"/>
                    <a:pt x="1072" y="276"/>
                  </a:cubicBezTo>
                  <a:cubicBezTo>
                    <a:pt x="1081" y="281"/>
                    <a:pt x="1090" y="283"/>
                    <a:pt x="1098" y="283"/>
                  </a:cubicBezTo>
                  <a:cubicBezTo>
                    <a:pt x="1144" y="283"/>
                    <a:pt x="1168" y="212"/>
                    <a:pt x="1130" y="176"/>
                  </a:cubicBezTo>
                  <a:cubicBezTo>
                    <a:pt x="1106" y="155"/>
                    <a:pt x="1079" y="134"/>
                    <a:pt x="1052" y="115"/>
                  </a:cubicBezTo>
                  <a:cubicBezTo>
                    <a:pt x="1042" y="83"/>
                    <a:pt x="1014" y="68"/>
                    <a:pt x="984" y="68"/>
                  </a:cubicBezTo>
                  <a:cubicBezTo>
                    <a:pt x="979" y="68"/>
                    <a:pt x="974" y="68"/>
                    <a:pt x="970" y="69"/>
                  </a:cubicBezTo>
                  <a:cubicBezTo>
                    <a:pt x="878" y="24"/>
                    <a:pt x="778" y="1"/>
                    <a:pt x="6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4475" lIns="91425" spcFirstLastPara="1" rIns="91425" wrap="square" tIns="24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40" name="Google Shape;1540;p13"/>
            <p:cNvSpPr/>
            <p:nvPr/>
          </p:nvSpPr>
          <p:spPr>
            <a:xfrm>
              <a:off x="8841960" y="1210680"/>
              <a:ext cx="13680" cy="10800"/>
            </a:xfrm>
            <a:custGeom>
              <a:rect b="b" l="l" r="r" t="t"/>
              <a:pathLst>
                <a:path extrusionOk="0" h="180" w="227">
                  <a:moveTo>
                    <a:pt x="118" y="0"/>
                  </a:moveTo>
                  <a:cubicBezTo>
                    <a:pt x="60" y="0"/>
                    <a:pt x="0" y="52"/>
                    <a:pt x="28" y="124"/>
                  </a:cubicBezTo>
                  <a:cubicBezTo>
                    <a:pt x="43" y="163"/>
                    <a:pt x="75" y="180"/>
                    <a:pt x="107" y="180"/>
                  </a:cubicBezTo>
                  <a:cubicBezTo>
                    <a:pt x="166" y="180"/>
                    <a:pt x="226" y="127"/>
                    <a:pt x="199" y="56"/>
                  </a:cubicBezTo>
                  <a:cubicBezTo>
                    <a:pt x="183" y="17"/>
                    <a:pt x="151" y="0"/>
                    <a:pt x="1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400" lIns="91425" spcFirstLastPara="1" rIns="91425" wrap="square" tIns="5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41" name="Google Shape;1541;p13"/>
            <p:cNvSpPr/>
            <p:nvPr/>
          </p:nvSpPr>
          <p:spPr>
            <a:xfrm>
              <a:off x="8946000" y="1140480"/>
              <a:ext cx="24120" cy="24480"/>
            </a:xfrm>
            <a:custGeom>
              <a:rect b="b" l="l" r="r" t="t"/>
              <a:pathLst>
                <a:path extrusionOk="0" h="404" w="398">
                  <a:moveTo>
                    <a:pt x="231" y="0"/>
                  </a:moveTo>
                  <a:cubicBezTo>
                    <a:pt x="173" y="0"/>
                    <a:pt x="123" y="37"/>
                    <a:pt x="93" y="92"/>
                  </a:cubicBezTo>
                  <a:cubicBezTo>
                    <a:pt x="75" y="119"/>
                    <a:pt x="59" y="148"/>
                    <a:pt x="43" y="177"/>
                  </a:cubicBezTo>
                  <a:cubicBezTo>
                    <a:pt x="1" y="250"/>
                    <a:pt x="52" y="362"/>
                    <a:pt x="129" y="392"/>
                  </a:cubicBezTo>
                  <a:cubicBezTo>
                    <a:pt x="148" y="399"/>
                    <a:pt x="169" y="403"/>
                    <a:pt x="191" y="403"/>
                  </a:cubicBezTo>
                  <a:cubicBezTo>
                    <a:pt x="256" y="403"/>
                    <a:pt x="324" y="372"/>
                    <a:pt x="344" y="307"/>
                  </a:cubicBezTo>
                  <a:cubicBezTo>
                    <a:pt x="352" y="276"/>
                    <a:pt x="364" y="246"/>
                    <a:pt x="371" y="214"/>
                  </a:cubicBezTo>
                  <a:cubicBezTo>
                    <a:pt x="398" y="134"/>
                    <a:pt x="377" y="49"/>
                    <a:pt x="293" y="14"/>
                  </a:cubicBezTo>
                  <a:cubicBezTo>
                    <a:pt x="272" y="4"/>
                    <a:pt x="251" y="0"/>
                    <a:pt x="2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225" lIns="91425" spcFirstLastPara="1" rIns="91425" wrap="square" tIns="12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42" name="Google Shape;1542;p13"/>
            <p:cNvSpPr/>
            <p:nvPr/>
          </p:nvSpPr>
          <p:spPr>
            <a:xfrm>
              <a:off x="9137160" y="1079280"/>
              <a:ext cx="16920" cy="13320"/>
            </a:xfrm>
            <a:custGeom>
              <a:rect b="b" l="l" r="r" t="t"/>
              <a:pathLst>
                <a:path extrusionOk="0" h="224" w="282">
                  <a:moveTo>
                    <a:pt x="148" y="1"/>
                  </a:moveTo>
                  <a:cubicBezTo>
                    <a:pt x="75" y="1"/>
                    <a:pt x="1" y="66"/>
                    <a:pt x="35" y="153"/>
                  </a:cubicBezTo>
                  <a:cubicBezTo>
                    <a:pt x="54" y="203"/>
                    <a:pt x="94" y="224"/>
                    <a:pt x="134" y="224"/>
                  </a:cubicBezTo>
                  <a:cubicBezTo>
                    <a:pt x="206" y="224"/>
                    <a:pt x="281" y="158"/>
                    <a:pt x="248" y="71"/>
                  </a:cubicBezTo>
                  <a:cubicBezTo>
                    <a:pt x="228" y="21"/>
                    <a:pt x="188" y="1"/>
                    <a:pt x="1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825" lIns="91425" spcFirstLastPara="1" rIns="91425" wrap="square" tIns="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43" name="Google Shape;1543;p13"/>
            <p:cNvSpPr/>
            <p:nvPr/>
          </p:nvSpPr>
          <p:spPr>
            <a:xfrm>
              <a:off x="8710560" y="1223640"/>
              <a:ext cx="24480" cy="21240"/>
            </a:xfrm>
            <a:custGeom>
              <a:rect b="b" l="l" r="r" t="t"/>
              <a:pathLst>
                <a:path extrusionOk="0" h="353" w="408">
                  <a:moveTo>
                    <a:pt x="216" y="0"/>
                  </a:moveTo>
                  <a:cubicBezTo>
                    <a:pt x="112" y="0"/>
                    <a:pt x="0" y="94"/>
                    <a:pt x="55" y="215"/>
                  </a:cubicBezTo>
                  <a:lnTo>
                    <a:pt x="73" y="256"/>
                  </a:lnTo>
                  <a:cubicBezTo>
                    <a:pt x="95" y="324"/>
                    <a:pt x="147" y="353"/>
                    <a:pt x="202" y="353"/>
                  </a:cubicBezTo>
                  <a:cubicBezTo>
                    <a:pt x="226" y="353"/>
                    <a:pt x="250" y="347"/>
                    <a:pt x="273" y="337"/>
                  </a:cubicBezTo>
                  <a:cubicBezTo>
                    <a:pt x="351" y="313"/>
                    <a:pt x="408" y="235"/>
                    <a:pt x="365" y="140"/>
                  </a:cubicBezTo>
                  <a:lnTo>
                    <a:pt x="351" y="98"/>
                  </a:lnTo>
                  <a:cubicBezTo>
                    <a:pt x="328" y="29"/>
                    <a:pt x="273" y="0"/>
                    <a:pt x="2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0800" lIns="91425" spcFirstLastPara="1" rIns="91425" wrap="square" tIns="10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44" name="Google Shape;1544;p13"/>
            <p:cNvSpPr/>
            <p:nvPr/>
          </p:nvSpPr>
          <p:spPr>
            <a:xfrm>
              <a:off x="8648640" y="927360"/>
              <a:ext cx="208804" cy="267840"/>
            </a:xfrm>
            <a:custGeom>
              <a:rect b="b" l="l" r="r" t="t"/>
              <a:pathLst>
                <a:path extrusionOk="0" h="4391" w="3424">
                  <a:moveTo>
                    <a:pt x="1005" y="272"/>
                  </a:moveTo>
                  <a:cubicBezTo>
                    <a:pt x="1562" y="272"/>
                    <a:pt x="2085" y="785"/>
                    <a:pt x="2409" y="1270"/>
                  </a:cubicBezTo>
                  <a:cubicBezTo>
                    <a:pt x="2935" y="2051"/>
                    <a:pt x="3101" y="2857"/>
                    <a:pt x="2476" y="3642"/>
                  </a:cubicBezTo>
                  <a:cubicBezTo>
                    <a:pt x="2237" y="3943"/>
                    <a:pt x="1885" y="4153"/>
                    <a:pt x="1523" y="4153"/>
                  </a:cubicBezTo>
                  <a:cubicBezTo>
                    <a:pt x="1332" y="4153"/>
                    <a:pt x="1138" y="4094"/>
                    <a:pt x="957" y="3961"/>
                  </a:cubicBezTo>
                  <a:cubicBezTo>
                    <a:pt x="519" y="3642"/>
                    <a:pt x="505" y="3133"/>
                    <a:pt x="590" y="2649"/>
                  </a:cubicBezTo>
                  <a:cubicBezTo>
                    <a:pt x="636" y="2386"/>
                    <a:pt x="707" y="2119"/>
                    <a:pt x="678" y="1849"/>
                  </a:cubicBezTo>
                  <a:cubicBezTo>
                    <a:pt x="635" y="1472"/>
                    <a:pt x="218" y="1003"/>
                    <a:pt x="472" y="631"/>
                  </a:cubicBezTo>
                  <a:cubicBezTo>
                    <a:pt x="517" y="565"/>
                    <a:pt x="498" y="496"/>
                    <a:pt x="455" y="455"/>
                  </a:cubicBezTo>
                  <a:cubicBezTo>
                    <a:pt x="638" y="327"/>
                    <a:pt x="823" y="272"/>
                    <a:pt x="1005" y="272"/>
                  </a:cubicBezTo>
                  <a:close/>
                  <a:moveTo>
                    <a:pt x="989" y="0"/>
                  </a:moveTo>
                  <a:cubicBezTo>
                    <a:pt x="703" y="0"/>
                    <a:pt x="428" y="123"/>
                    <a:pt x="206" y="434"/>
                  </a:cubicBezTo>
                  <a:cubicBezTo>
                    <a:pt x="179" y="469"/>
                    <a:pt x="189" y="517"/>
                    <a:pt x="214" y="547"/>
                  </a:cubicBezTo>
                  <a:cubicBezTo>
                    <a:pt x="0" y="906"/>
                    <a:pt x="220" y="1236"/>
                    <a:pt x="345" y="1614"/>
                  </a:cubicBezTo>
                  <a:cubicBezTo>
                    <a:pt x="550" y="2229"/>
                    <a:pt x="145" y="2833"/>
                    <a:pt x="309" y="3452"/>
                  </a:cubicBezTo>
                  <a:cubicBezTo>
                    <a:pt x="477" y="4079"/>
                    <a:pt x="993" y="4391"/>
                    <a:pt x="1529" y="4391"/>
                  </a:cubicBezTo>
                  <a:cubicBezTo>
                    <a:pt x="1931" y="4391"/>
                    <a:pt x="2344" y="4216"/>
                    <a:pt x="2632" y="3869"/>
                  </a:cubicBezTo>
                  <a:cubicBezTo>
                    <a:pt x="3424" y="2912"/>
                    <a:pt x="3213" y="1926"/>
                    <a:pt x="2538" y="976"/>
                  </a:cubicBezTo>
                  <a:cubicBezTo>
                    <a:pt x="2207" y="512"/>
                    <a:pt x="1574" y="0"/>
                    <a:pt x="9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45" name="Google Shape;1545;p13"/>
            <p:cNvSpPr/>
            <p:nvPr/>
          </p:nvSpPr>
          <p:spPr>
            <a:xfrm>
              <a:off x="8537400" y="1254600"/>
              <a:ext cx="16920" cy="13320"/>
            </a:xfrm>
            <a:custGeom>
              <a:rect b="b" l="l" r="r" t="t"/>
              <a:pathLst>
                <a:path extrusionOk="0" h="225" w="284">
                  <a:moveTo>
                    <a:pt x="149" y="0"/>
                  </a:moveTo>
                  <a:cubicBezTo>
                    <a:pt x="76" y="0"/>
                    <a:pt x="0" y="66"/>
                    <a:pt x="34" y="153"/>
                  </a:cubicBezTo>
                  <a:cubicBezTo>
                    <a:pt x="54" y="204"/>
                    <a:pt x="94" y="225"/>
                    <a:pt x="136" y="225"/>
                  </a:cubicBezTo>
                  <a:cubicBezTo>
                    <a:pt x="209" y="225"/>
                    <a:pt x="284" y="158"/>
                    <a:pt x="249" y="71"/>
                  </a:cubicBezTo>
                  <a:cubicBezTo>
                    <a:pt x="230" y="21"/>
                    <a:pt x="190" y="0"/>
                    <a:pt x="1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825" lIns="91425" spcFirstLastPara="1" rIns="91425" wrap="square" tIns="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46" name="Google Shape;1546;p13"/>
            <p:cNvSpPr/>
            <p:nvPr/>
          </p:nvSpPr>
          <p:spPr>
            <a:xfrm>
              <a:off x="8888040" y="1105920"/>
              <a:ext cx="12600" cy="10080"/>
            </a:xfrm>
            <a:custGeom>
              <a:rect b="b" l="l" r="r" t="t"/>
              <a:pathLst>
                <a:path extrusionOk="0" h="172" w="215">
                  <a:moveTo>
                    <a:pt x="113" y="1"/>
                  </a:moveTo>
                  <a:cubicBezTo>
                    <a:pt x="58" y="1"/>
                    <a:pt x="1" y="51"/>
                    <a:pt x="27" y="118"/>
                  </a:cubicBezTo>
                  <a:cubicBezTo>
                    <a:pt x="42" y="156"/>
                    <a:pt x="72" y="172"/>
                    <a:pt x="103" y="172"/>
                  </a:cubicBezTo>
                  <a:cubicBezTo>
                    <a:pt x="157" y="172"/>
                    <a:pt x="214" y="121"/>
                    <a:pt x="189" y="54"/>
                  </a:cubicBezTo>
                  <a:cubicBezTo>
                    <a:pt x="174" y="17"/>
                    <a:pt x="144" y="1"/>
                    <a:pt x="1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47" name="Google Shape;1547;p13"/>
            <p:cNvSpPr/>
            <p:nvPr/>
          </p:nvSpPr>
          <p:spPr>
            <a:xfrm>
              <a:off x="8973000" y="1053000"/>
              <a:ext cx="27720" cy="19800"/>
            </a:xfrm>
            <a:custGeom>
              <a:rect b="b" l="l" r="r" t="t"/>
              <a:pathLst>
                <a:path extrusionOk="0" h="330" w="458">
                  <a:moveTo>
                    <a:pt x="204" y="1"/>
                  </a:moveTo>
                  <a:cubicBezTo>
                    <a:pt x="68" y="1"/>
                    <a:pt x="1" y="197"/>
                    <a:pt x="145" y="270"/>
                  </a:cubicBezTo>
                  <a:cubicBezTo>
                    <a:pt x="175" y="286"/>
                    <a:pt x="204" y="300"/>
                    <a:pt x="233" y="316"/>
                  </a:cubicBezTo>
                  <a:cubicBezTo>
                    <a:pt x="251" y="325"/>
                    <a:pt x="270" y="329"/>
                    <a:pt x="289" y="329"/>
                  </a:cubicBezTo>
                  <a:cubicBezTo>
                    <a:pt x="346" y="329"/>
                    <a:pt x="402" y="293"/>
                    <a:pt x="425" y="242"/>
                  </a:cubicBezTo>
                  <a:cubicBezTo>
                    <a:pt x="457" y="173"/>
                    <a:pt x="425" y="76"/>
                    <a:pt x="351" y="46"/>
                  </a:cubicBezTo>
                  <a:cubicBezTo>
                    <a:pt x="321" y="34"/>
                    <a:pt x="290" y="22"/>
                    <a:pt x="259" y="11"/>
                  </a:cubicBezTo>
                  <a:cubicBezTo>
                    <a:pt x="240" y="4"/>
                    <a:pt x="221" y="1"/>
                    <a:pt x="2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0075" lIns="91425" spcFirstLastPara="1" rIns="91425" wrap="square" tIns="100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48" name="Google Shape;1548;p13"/>
            <p:cNvSpPr/>
            <p:nvPr/>
          </p:nvSpPr>
          <p:spPr>
            <a:xfrm>
              <a:off x="8609040" y="1193400"/>
              <a:ext cx="19080" cy="14760"/>
            </a:xfrm>
            <a:custGeom>
              <a:rect b="b" l="l" r="r" t="t"/>
              <a:pathLst>
                <a:path extrusionOk="0" h="249" w="316">
                  <a:moveTo>
                    <a:pt x="165" y="0"/>
                  </a:moveTo>
                  <a:cubicBezTo>
                    <a:pt x="84" y="0"/>
                    <a:pt x="1" y="73"/>
                    <a:pt x="39" y="171"/>
                  </a:cubicBezTo>
                  <a:cubicBezTo>
                    <a:pt x="61" y="225"/>
                    <a:pt x="106" y="248"/>
                    <a:pt x="151" y="248"/>
                  </a:cubicBezTo>
                  <a:cubicBezTo>
                    <a:pt x="232" y="248"/>
                    <a:pt x="315" y="176"/>
                    <a:pt x="277" y="79"/>
                  </a:cubicBezTo>
                  <a:cubicBezTo>
                    <a:pt x="255" y="23"/>
                    <a:pt x="210" y="0"/>
                    <a:pt x="1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550" lIns="91425" spcFirstLastPara="1" rIns="91425" wrap="square" tIns="75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49" name="Google Shape;1549;p13"/>
            <p:cNvSpPr/>
            <p:nvPr/>
          </p:nvSpPr>
          <p:spPr>
            <a:xfrm>
              <a:off x="9018360" y="1031040"/>
              <a:ext cx="14760" cy="11520"/>
            </a:xfrm>
            <a:custGeom>
              <a:rect b="b" l="l" r="r" t="t"/>
              <a:pathLst>
                <a:path extrusionOk="0" h="196" w="248">
                  <a:moveTo>
                    <a:pt x="130" y="0"/>
                  </a:moveTo>
                  <a:cubicBezTo>
                    <a:pt x="66" y="0"/>
                    <a:pt x="0" y="57"/>
                    <a:pt x="31" y="134"/>
                  </a:cubicBezTo>
                  <a:cubicBezTo>
                    <a:pt x="48" y="177"/>
                    <a:pt x="83" y="196"/>
                    <a:pt x="119" y="196"/>
                  </a:cubicBezTo>
                  <a:cubicBezTo>
                    <a:pt x="182" y="196"/>
                    <a:pt x="248" y="138"/>
                    <a:pt x="218" y="61"/>
                  </a:cubicBezTo>
                  <a:cubicBezTo>
                    <a:pt x="201" y="18"/>
                    <a:pt x="166" y="0"/>
                    <a:pt x="1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750" lIns="91425" spcFirstLastPara="1" rIns="91425" wrap="square" tIns="5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50" name="Google Shape;1550;p13"/>
            <p:cNvSpPr/>
            <p:nvPr/>
          </p:nvSpPr>
          <p:spPr>
            <a:xfrm>
              <a:off x="8489880" y="1166040"/>
              <a:ext cx="56520" cy="66240"/>
            </a:xfrm>
            <a:custGeom>
              <a:rect b="b" l="l" r="r" t="t"/>
              <a:pathLst>
                <a:path extrusionOk="0" h="1088" w="929">
                  <a:moveTo>
                    <a:pt x="284" y="145"/>
                  </a:moveTo>
                  <a:lnTo>
                    <a:pt x="284" y="145"/>
                  </a:lnTo>
                  <a:cubicBezTo>
                    <a:pt x="461" y="323"/>
                    <a:pt x="825" y="662"/>
                    <a:pt x="658" y="836"/>
                  </a:cubicBezTo>
                  <a:cubicBezTo>
                    <a:pt x="621" y="874"/>
                    <a:pt x="581" y="890"/>
                    <a:pt x="541" y="890"/>
                  </a:cubicBezTo>
                  <a:cubicBezTo>
                    <a:pt x="429" y="890"/>
                    <a:pt x="318" y="766"/>
                    <a:pt x="286" y="662"/>
                  </a:cubicBezTo>
                  <a:cubicBezTo>
                    <a:pt x="237" y="499"/>
                    <a:pt x="285" y="332"/>
                    <a:pt x="289" y="167"/>
                  </a:cubicBezTo>
                  <a:cubicBezTo>
                    <a:pt x="286" y="159"/>
                    <a:pt x="285" y="152"/>
                    <a:pt x="284" y="145"/>
                  </a:cubicBezTo>
                  <a:close/>
                  <a:moveTo>
                    <a:pt x="257" y="0"/>
                  </a:moveTo>
                  <a:cubicBezTo>
                    <a:pt x="221" y="0"/>
                    <a:pt x="188" y="42"/>
                    <a:pt x="216" y="75"/>
                  </a:cubicBezTo>
                  <a:lnTo>
                    <a:pt x="221" y="81"/>
                  </a:lnTo>
                  <a:cubicBezTo>
                    <a:pt x="206" y="75"/>
                    <a:pt x="189" y="72"/>
                    <a:pt x="173" y="72"/>
                  </a:cubicBezTo>
                  <a:cubicBezTo>
                    <a:pt x="133" y="72"/>
                    <a:pt x="94" y="91"/>
                    <a:pt x="81" y="133"/>
                  </a:cubicBezTo>
                  <a:cubicBezTo>
                    <a:pt x="13" y="373"/>
                    <a:pt x="0" y="699"/>
                    <a:pt x="166" y="904"/>
                  </a:cubicBezTo>
                  <a:cubicBezTo>
                    <a:pt x="254" y="1012"/>
                    <a:pt x="403" y="1087"/>
                    <a:pt x="547" y="1087"/>
                  </a:cubicBezTo>
                  <a:cubicBezTo>
                    <a:pt x="598" y="1087"/>
                    <a:pt x="648" y="1078"/>
                    <a:pt x="695" y="1057"/>
                  </a:cubicBezTo>
                  <a:cubicBezTo>
                    <a:pt x="886" y="974"/>
                    <a:pt x="928" y="757"/>
                    <a:pt x="850" y="577"/>
                  </a:cubicBezTo>
                  <a:cubicBezTo>
                    <a:pt x="744" y="332"/>
                    <a:pt x="491" y="163"/>
                    <a:pt x="285" y="10"/>
                  </a:cubicBezTo>
                  <a:cubicBezTo>
                    <a:pt x="276" y="3"/>
                    <a:pt x="266" y="0"/>
                    <a:pt x="2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3100" lIns="91425" spcFirstLastPara="1" rIns="91425" wrap="square" tIns="33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51" name="Google Shape;1551;p13"/>
            <p:cNvSpPr/>
            <p:nvPr/>
          </p:nvSpPr>
          <p:spPr>
            <a:xfrm>
              <a:off x="8691480" y="962640"/>
              <a:ext cx="149041" cy="180718"/>
            </a:xfrm>
            <a:custGeom>
              <a:rect b="b" l="l" r="r" t="t"/>
              <a:pathLst>
                <a:path extrusionOk="0" h="2966" w="2444">
                  <a:moveTo>
                    <a:pt x="460" y="1"/>
                  </a:moveTo>
                  <a:cubicBezTo>
                    <a:pt x="321" y="1"/>
                    <a:pt x="183" y="68"/>
                    <a:pt x="82" y="162"/>
                  </a:cubicBezTo>
                  <a:cubicBezTo>
                    <a:pt x="19" y="220"/>
                    <a:pt x="0" y="286"/>
                    <a:pt x="24" y="368"/>
                  </a:cubicBezTo>
                  <a:cubicBezTo>
                    <a:pt x="26" y="382"/>
                    <a:pt x="33" y="395"/>
                    <a:pt x="39" y="409"/>
                  </a:cubicBezTo>
                  <a:cubicBezTo>
                    <a:pt x="20" y="471"/>
                    <a:pt x="31" y="546"/>
                    <a:pt x="65" y="599"/>
                  </a:cubicBezTo>
                  <a:cubicBezTo>
                    <a:pt x="391" y="1112"/>
                    <a:pt x="261" y="1526"/>
                    <a:pt x="204" y="2077"/>
                  </a:cubicBezTo>
                  <a:cubicBezTo>
                    <a:pt x="176" y="2336"/>
                    <a:pt x="200" y="2594"/>
                    <a:pt x="396" y="2785"/>
                  </a:cubicBezTo>
                  <a:cubicBezTo>
                    <a:pt x="527" y="2913"/>
                    <a:pt x="689" y="2966"/>
                    <a:pt x="854" y="2966"/>
                  </a:cubicBezTo>
                  <a:cubicBezTo>
                    <a:pt x="1121" y="2966"/>
                    <a:pt x="1399" y="2829"/>
                    <a:pt x="1583" y="2644"/>
                  </a:cubicBezTo>
                  <a:cubicBezTo>
                    <a:pt x="2443" y="1783"/>
                    <a:pt x="1769" y="566"/>
                    <a:pt x="797" y="212"/>
                  </a:cubicBezTo>
                  <a:cubicBezTo>
                    <a:pt x="761" y="140"/>
                    <a:pt x="700" y="74"/>
                    <a:pt x="634" y="40"/>
                  </a:cubicBezTo>
                  <a:cubicBezTo>
                    <a:pt x="578" y="13"/>
                    <a:pt x="519" y="1"/>
                    <a:pt x="4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0350" lIns="91425" spcFirstLastPara="1" rIns="91425" wrap="square" tIns="90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52" name="Google Shape;1552;p13"/>
            <p:cNvSpPr/>
            <p:nvPr/>
          </p:nvSpPr>
          <p:spPr>
            <a:xfrm>
              <a:off x="8911080" y="1039680"/>
              <a:ext cx="16920" cy="13320"/>
            </a:xfrm>
            <a:custGeom>
              <a:rect b="b" l="l" r="r" t="t"/>
              <a:pathLst>
                <a:path extrusionOk="0" h="223" w="280">
                  <a:moveTo>
                    <a:pt x="147" y="1"/>
                  </a:moveTo>
                  <a:cubicBezTo>
                    <a:pt x="75" y="1"/>
                    <a:pt x="1" y="66"/>
                    <a:pt x="34" y="154"/>
                  </a:cubicBezTo>
                  <a:cubicBezTo>
                    <a:pt x="54" y="202"/>
                    <a:pt x="93" y="222"/>
                    <a:pt x="133" y="222"/>
                  </a:cubicBezTo>
                  <a:cubicBezTo>
                    <a:pt x="205" y="222"/>
                    <a:pt x="279" y="157"/>
                    <a:pt x="245" y="70"/>
                  </a:cubicBezTo>
                  <a:cubicBezTo>
                    <a:pt x="226" y="21"/>
                    <a:pt x="187" y="1"/>
                    <a:pt x="1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825" lIns="91425" spcFirstLastPara="1" rIns="91425" wrap="square" tIns="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53" name="Google Shape;1553;p13"/>
            <p:cNvSpPr/>
            <p:nvPr/>
          </p:nvSpPr>
          <p:spPr>
            <a:xfrm>
              <a:off x="8412480" y="1186920"/>
              <a:ext cx="25920" cy="18720"/>
            </a:xfrm>
            <a:custGeom>
              <a:rect b="b" l="l" r="r" t="t"/>
              <a:pathLst>
                <a:path extrusionOk="0" h="311" w="433">
                  <a:moveTo>
                    <a:pt x="188" y="1"/>
                  </a:moveTo>
                  <a:cubicBezTo>
                    <a:pt x="61" y="1"/>
                    <a:pt x="0" y="179"/>
                    <a:pt x="133" y="250"/>
                  </a:cubicBezTo>
                  <a:cubicBezTo>
                    <a:pt x="163" y="266"/>
                    <a:pt x="191" y="281"/>
                    <a:pt x="221" y="297"/>
                  </a:cubicBezTo>
                  <a:cubicBezTo>
                    <a:pt x="238" y="306"/>
                    <a:pt x="256" y="310"/>
                    <a:pt x="274" y="310"/>
                  </a:cubicBezTo>
                  <a:cubicBezTo>
                    <a:pt x="328" y="310"/>
                    <a:pt x="383" y="275"/>
                    <a:pt x="404" y="226"/>
                  </a:cubicBezTo>
                  <a:cubicBezTo>
                    <a:pt x="432" y="162"/>
                    <a:pt x="404" y="69"/>
                    <a:pt x="331" y="42"/>
                  </a:cubicBezTo>
                  <a:cubicBezTo>
                    <a:pt x="299" y="30"/>
                    <a:pt x="269" y="20"/>
                    <a:pt x="237" y="9"/>
                  </a:cubicBezTo>
                  <a:cubicBezTo>
                    <a:pt x="220" y="4"/>
                    <a:pt x="203" y="1"/>
                    <a:pt x="1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350" lIns="91425" spcFirstLastPara="1" rIns="91425" wrap="square" tIns="9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54" name="Google Shape;1554;p13"/>
            <p:cNvSpPr/>
            <p:nvPr/>
          </p:nvSpPr>
          <p:spPr>
            <a:xfrm>
              <a:off x="8951760" y="972000"/>
              <a:ext cx="26999" cy="17280"/>
            </a:xfrm>
            <a:custGeom>
              <a:rect b="b" l="l" r="r" t="t"/>
              <a:pathLst>
                <a:path extrusionOk="0" h="290" w="449">
                  <a:moveTo>
                    <a:pt x="174" y="0"/>
                  </a:moveTo>
                  <a:cubicBezTo>
                    <a:pt x="56" y="0"/>
                    <a:pt x="1" y="164"/>
                    <a:pt x="123" y="230"/>
                  </a:cubicBezTo>
                  <a:cubicBezTo>
                    <a:pt x="153" y="245"/>
                    <a:pt x="182" y="260"/>
                    <a:pt x="212" y="275"/>
                  </a:cubicBezTo>
                  <a:cubicBezTo>
                    <a:pt x="231" y="285"/>
                    <a:pt x="249" y="290"/>
                    <a:pt x="266" y="290"/>
                  </a:cubicBezTo>
                  <a:cubicBezTo>
                    <a:pt x="381" y="290"/>
                    <a:pt x="448" y="89"/>
                    <a:pt x="313" y="41"/>
                  </a:cubicBezTo>
                  <a:cubicBezTo>
                    <a:pt x="283" y="31"/>
                    <a:pt x="250" y="19"/>
                    <a:pt x="221" y="9"/>
                  </a:cubicBezTo>
                  <a:cubicBezTo>
                    <a:pt x="204" y="3"/>
                    <a:pt x="188" y="0"/>
                    <a:pt x="1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8625" lIns="91425" spcFirstLastPara="1" rIns="91425" wrap="square" tIns="86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55" name="Google Shape;1555;p13"/>
            <p:cNvSpPr/>
            <p:nvPr/>
          </p:nvSpPr>
          <p:spPr>
            <a:xfrm>
              <a:off x="8844840" y="949680"/>
              <a:ext cx="42839" cy="57961"/>
            </a:xfrm>
            <a:custGeom>
              <a:rect b="b" l="l" r="r" t="t"/>
              <a:pathLst>
                <a:path extrusionOk="0" h="957" w="705">
                  <a:moveTo>
                    <a:pt x="454" y="1"/>
                  </a:moveTo>
                  <a:cubicBezTo>
                    <a:pt x="420" y="1"/>
                    <a:pt x="384" y="35"/>
                    <a:pt x="388" y="72"/>
                  </a:cubicBezTo>
                  <a:cubicBezTo>
                    <a:pt x="403" y="210"/>
                    <a:pt x="678" y="726"/>
                    <a:pt x="447" y="777"/>
                  </a:cubicBezTo>
                  <a:cubicBezTo>
                    <a:pt x="434" y="780"/>
                    <a:pt x="423" y="781"/>
                    <a:pt x="411" y="781"/>
                  </a:cubicBezTo>
                  <a:cubicBezTo>
                    <a:pt x="313" y="781"/>
                    <a:pt x="237" y="685"/>
                    <a:pt x="218" y="597"/>
                  </a:cubicBezTo>
                  <a:cubicBezTo>
                    <a:pt x="192" y="472"/>
                    <a:pt x="230" y="339"/>
                    <a:pt x="260" y="218"/>
                  </a:cubicBezTo>
                  <a:cubicBezTo>
                    <a:pt x="273" y="163"/>
                    <a:pt x="232" y="132"/>
                    <a:pt x="188" y="132"/>
                  </a:cubicBezTo>
                  <a:cubicBezTo>
                    <a:pt x="153" y="132"/>
                    <a:pt x="117" y="152"/>
                    <a:pt x="105" y="194"/>
                  </a:cubicBezTo>
                  <a:cubicBezTo>
                    <a:pt x="53" y="381"/>
                    <a:pt x="0" y="604"/>
                    <a:pt x="106" y="781"/>
                  </a:cubicBezTo>
                  <a:cubicBezTo>
                    <a:pt x="171" y="889"/>
                    <a:pt x="295" y="956"/>
                    <a:pt x="421" y="956"/>
                  </a:cubicBezTo>
                  <a:cubicBezTo>
                    <a:pt x="441" y="956"/>
                    <a:pt x="461" y="955"/>
                    <a:pt x="481" y="951"/>
                  </a:cubicBezTo>
                  <a:cubicBezTo>
                    <a:pt x="636" y="920"/>
                    <a:pt x="705" y="788"/>
                    <a:pt x="695" y="639"/>
                  </a:cubicBezTo>
                  <a:cubicBezTo>
                    <a:pt x="683" y="442"/>
                    <a:pt x="629" y="160"/>
                    <a:pt x="489" y="16"/>
                  </a:cubicBezTo>
                  <a:cubicBezTo>
                    <a:pt x="479" y="5"/>
                    <a:pt x="467" y="1"/>
                    <a:pt x="4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9150" lIns="91425" spcFirstLastPara="1" rIns="91425" wrap="square" tIns="291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56" name="Google Shape;1556;p13"/>
            <p:cNvSpPr/>
            <p:nvPr/>
          </p:nvSpPr>
          <p:spPr>
            <a:xfrm>
              <a:off x="8195040" y="1193040"/>
              <a:ext cx="48961" cy="71279"/>
            </a:xfrm>
            <a:custGeom>
              <a:rect b="b" l="l" r="r" t="t"/>
              <a:pathLst>
                <a:path extrusionOk="0" h="1170" w="807">
                  <a:moveTo>
                    <a:pt x="681" y="0"/>
                  </a:moveTo>
                  <a:cubicBezTo>
                    <a:pt x="659" y="0"/>
                    <a:pt x="636" y="9"/>
                    <a:pt x="617" y="30"/>
                  </a:cubicBezTo>
                  <a:cubicBezTo>
                    <a:pt x="348" y="326"/>
                    <a:pt x="125" y="675"/>
                    <a:pt x="18" y="1063"/>
                  </a:cubicBezTo>
                  <a:cubicBezTo>
                    <a:pt x="0" y="1127"/>
                    <a:pt x="57" y="1169"/>
                    <a:pt x="112" y="1169"/>
                  </a:cubicBezTo>
                  <a:cubicBezTo>
                    <a:pt x="147" y="1169"/>
                    <a:pt x="181" y="1153"/>
                    <a:pt x="196" y="1115"/>
                  </a:cubicBezTo>
                  <a:cubicBezTo>
                    <a:pt x="342" y="764"/>
                    <a:pt x="506" y="435"/>
                    <a:pt x="753" y="138"/>
                  </a:cubicBezTo>
                  <a:cubicBezTo>
                    <a:pt x="807" y="73"/>
                    <a:pt x="746" y="0"/>
                    <a:pt x="6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5625" lIns="91425" spcFirstLastPara="1" rIns="91425" wrap="square" tIns="356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57" name="Google Shape;1557;p13"/>
            <p:cNvSpPr/>
            <p:nvPr/>
          </p:nvSpPr>
          <p:spPr>
            <a:xfrm>
              <a:off x="8528040" y="1069560"/>
              <a:ext cx="83521" cy="48961"/>
            </a:xfrm>
            <a:custGeom>
              <a:rect b="b" l="l" r="r" t="t"/>
              <a:pathLst>
                <a:path extrusionOk="0" h="807" w="1372">
                  <a:moveTo>
                    <a:pt x="1022" y="195"/>
                  </a:moveTo>
                  <a:cubicBezTo>
                    <a:pt x="1015" y="202"/>
                    <a:pt x="1007" y="207"/>
                    <a:pt x="1001" y="219"/>
                  </a:cubicBezTo>
                  <a:cubicBezTo>
                    <a:pt x="915" y="367"/>
                    <a:pt x="806" y="481"/>
                    <a:pt x="643" y="543"/>
                  </a:cubicBezTo>
                  <a:cubicBezTo>
                    <a:pt x="584" y="565"/>
                    <a:pt x="503" y="584"/>
                    <a:pt x="434" y="584"/>
                  </a:cubicBezTo>
                  <a:cubicBezTo>
                    <a:pt x="326" y="584"/>
                    <a:pt x="249" y="538"/>
                    <a:pt x="338" y="386"/>
                  </a:cubicBezTo>
                  <a:cubicBezTo>
                    <a:pt x="454" y="190"/>
                    <a:pt x="756" y="202"/>
                    <a:pt x="1022" y="195"/>
                  </a:cubicBezTo>
                  <a:close/>
                  <a:moveTo>
                    <a:pt x="849" y="1"/>
                  </a:moveTo>
                  <a:cubicBezTo>
                    <a:pt x="659" y="1"/>
                    <a:pt x="470" y="33"/>
                    <a:pt x="334" y="105"/>
                  </a:cubicBezTo>
                  <a:cubicBezTo>
                    <a:pt x="155" y="202"/>
                    <a:pt x="1" y="417"/>
                    <a:pt x="57" y="628"/>
                  </a:cubicBezTo>
                  <a:cubicBezTo>
                    <a:pt x="95" y="767"/>
                    <a:pt x="241" y="807"/>
                    <a:pt x="386" y="807"/>
                  </a:cubicBezTo>
                  <a:cubicBezTo>
                    <a:pt x="463" y="807"/>
                    <a:pt x="539" y="796"/>
                    <a:pt x="599" y="783"/>
                  </a:cubicBezTo>
                  <a:cubicBezTo>
                    <a:pt x="854" y="726"/>
                    <a:pt x="1093" y="550"/>
                    <a:pt x="1184" y="298"/>
                  </a:cubicBezTo>
                  <a:cubicBezTo>
                    <a:pt x="1201" y="251"/>
                    <a:pt x="1185" y="212"/>
                    <a:pt x="1157" y="189"/>
                  </a:cubicBezTo>
                  <a:cubicBezTo>
                    <a:pt x="1225" y="183"/>
                    <a:pt x="1285" y="172"/>
                    <a:pt x="1334" y="155"/>
                  </a:cubicBezTo>
                  <a:cubicBezTo>
                    <a:pt x="1368" y="142"/>
                    <a:pt x="1371" y="90"/>
                    <a:pt x="1336" y="77"/>
                  </a:cubicBezTo>
                  <a:cubicBezTo>
                    <a:pt x="1202" y="28"/>
                    <a:pt x="1025" y="1"/>
                    <a:pt x="8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4475" lIns="91425" spcFirstLastPara="1" rIns="91425" wrap="square" tIns="24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58" name="Google Shape;1558;p13"/>
            <p:cNvSpPr/>
            <p:nvPr/>
          </p:nvSpPr>
          <p:spPr>
            <a:xfrm>
              <a:off x="8508960" y="1113480"/>
              <a:ext cx="18720" cy="14760"/>
            </a:xfrm>
            <a:custGeom>
              <a:rect b="b" l="l" r="r" t="t"/>
              <a:pathLst>
                <a:path extrusionOk="0" h="245" w="310">
                  <a:moveTo>
                    <a:pt x="162" y="0"/>
                  </a:moveTo>
                  <a:cubicBezTo>
                    <a:pt x="83" y="0"/>
                    <a:pt x="1" y="72"/>
                    <a:pt x="37" y="168"/>
                  </a:cubicBezTo>
                  <a:cubicBezTo>
                    <a:pt x="59" y="222"/>
                    <a:pt x="103" y="244"/>
                    <a:pt x="148" y="244"/>
                  </a:cubicBezTo>
                  <a:cubicBezTo>
                    <a:pt x="227" y="244"/>
                    <a:pt x="309" y="173"/>
                    <a:pt x="271" y="76"/>
                  </a:cubicBezTo>
                  <a:cubicBezTo>
                    <a:pt x="250" y="23"/>
                    <a:pt x="207" y="0"/>
                    <a:pt x="1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550" lIns="91425" spcFirstLastPara="1" rIns="91425" wrap="square" tIns="75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59" name="Google Shape;1559;p13"/>
            <p:cNvSpPr/>
            <p:nvPr/>
          </p:nvSpPr>
          <p:spPr>
            <a:xfrm>
              <a:off x="8420400" y="1097640"/>
              <a:ext cx="19080" cy="15120"/>
            </a:xfrm>
            <a:custGeom>
              <a:rect b="b" l="l" r="r" t="t"/>
              <a:pathLst>
                <a:path extrusionOk="0" h="251" w="316">
                  <a:moveTo>
                    <a:pt x="166" y="0"/>
                  </a:moveTo>
                  <a:cubicBezTo>
                    <a:pt x="85" y="0"/>
                    <a:pt x="0" y="74"/>
                    <a:pt x="40" y="173"/>
                  </a:cubicBezTo>
                  <a:cubicBezTo>
                    <a:pt x="61" y="228"/>
                    <a:pt x="105" y="250"/>
                    <a:pt x="150" y="250"/>
                  </a:cubicBezTo>
                  <a:cubicBezTo>
                    <a:pt x="231" y="250"/>
                    <a:pt x="315" y="177"/>
                    <a:pt x="276" y="78"/>
                  </a:cubicBezTo>
                  <a:cubicBezTo>
                    <a:pt x="255" y="23"/>
                    <a:pt x="211" y="0"/>
                    <a:pt x="1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550" lIns="91425" spcFirstLastPara="1" rIns="91425" wrap="square" tIns="75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60" name="Google Shape;1560;p13"/>
            <p:cNvSpPr/>
            <p:nvPr/>
          </p:nvSpPr>
          <p:spPr>
            <a:xfrm>
              <a:off x="8590680" y="999360"/>
              <a:ext cx="19080" cy="19440"/>
            </a:xfrm>
            <a:custGeom>
              <a:rect b="b" l="l" r="r" t="t"/>
              <a:pathLst>
                <a:path extrusionOk="0" h="322" w="321">
                  <a:moveTo>
                    <a:pt x="183" y="1"/>
                  </a:moveTo>
                  <a:cubicBezTo>
                    <a:pt x="144" y="1"/>
                    <a:pt x="104" y="20"/>
                    <a:pt x="78" y="66"/>
                  </a:cubicBezTo>
                  <a:cubicBezTo>
                    <a:pt x="62" y="94"/>
                    <a:pt x="42" y="121"/>
                    <a:pt x="32" y="152"/>
                  </a:cubicBezTo>
                  <a:cubicBezTo>
                    <a:pt x="0" y="251"/>
                    <a:pt x="73" y="321"/>
                    <a:pt x="148" y="321"/>
                  </a:cubicBezTo>
                  <a:cubicBezTo>
                    <a:pt x="189" y="321"/>
                    <a:pt x="230" y="301"/>
                    <a:pt x="256" y="252"/>
                  </a:cubicBezTo>
                  <a:cubicBezTo>
                    <a:pt x="272" y="222"/>
                    <a:pt x="280" y="191"/>
                    <a:pt x="290" y="159"/>
                  </a:cubicBezTo>
                  <a:cubicBezTo>
                    <a:pt x="321" y="67"/>
                    <a:pt x="254" y="1"/>
                    <a:pt x="1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61" name="Google Shape;1561;p13"/>
            <p:cNvSpPr/>
            <p:nvPr/>
          </p:nvSpPr>
          <p:spPr>
            <a:xfrm>
              <a:off x="8817480" y="897840"/>
              <a:ext cx="24480" cy="17640"/>
            </a:xfrm>
            <a:custGeom>
              <a:rect b="b" l="l" r="r" t="t"/>
              <a:pathLst>
                <a:path extrusionOk="0" h="297" w="406">
                  <a:moveTo>
                    <a:pt x="248" y="0"/>
                  </a:moveTo>
                  <a:cubicBezTo>
                    <a:pt x="232" y="0"/>
                    <a:pt x="216" y="4"/>
                    <a:pt x="201" y="11"/>
                  </a:cubicBezTo>
                  <a:lnTo>
                    <a:pt x="137" y="42"/>
                  </a:lnTo>
                  <a:cubicBezTo>
                    <a:pt x="1" y="112"/>
                    <a:pt x="56" y="297"/>
                    <a:pt x="189" y="297"/>
                  </a:cubicBezTo>
                  <a:cubicBezTo>
                    <a:pt x="204" y="297"/>
                    <a:pt x="219" y="295"/>
                    <a:pt x="235" y="290"/>
                  </a:cubicBezTo>
                  <a:lnTo>
                    <a:pt x="303" y="270"/>
                  </a:lnTo>
                  <a:cubicBezTo>
                    <a:pt x="374" y="250"/>
                    <a:pt x="405" y="155"/>
                    <a:pt x="381" y="90"/>
                  </a:cubicBezTo>
                  <a:cubicBezTo>
                    <a:pt x="361" y="41"/>
                    <a:pt x="304" y="0"/>
                    <a:pt x="2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000" lIns="91425" spcFirstLastPara="1" rIns="91425" wrap="square" tIns="9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62" name="Google Shape;1562;p13"/>
            <p:cNvSpPr/>
            <p:nvPr/>
          </p:nvSpPr>
          <p:spPr>
            <a:xfrm>
              <a:off x="8710560" y="893880"/>
              <a:ext cx="24480" cy="17640"/>
            </a:xfrm>
            <a:custGeom>
              <a:rect b="b" l="l" r="r" t="t"/>
              <a:pathLst>
                <a:path extrusionOk="0" h="295" w="405">
                  <a:moveTo>
                    <a:pt x="249" y="0"/>
                  </a:moveTo>
                  <a:cubicBezTo>
                    <a:pt x="232" y="0"/>
                    <a:pt x="216" y="4"/>
                    <a:pt x="200" y="11"/>
                  </a:cubicBezTo>
                  <a:lnTo>
                    <a:pt x="138" y="43"/>
                  </a:lnTo>
                  <a:cubicBezTo>
                    <a:pt x="1" y="112"/>
                    <a:pt x="57" y="295"/>
                    <a:pt x="188" y="295"/>
                  </a:cubicBezTo>
                  <a:cubicBezTo>
                    <a:pt x="203" y="295"/>
                    <a:pt x="218" y="293"/>
                    <a:pt x="234" y="288"/>
                  </a:cubicBezTo>
                  <a:lnTo>
                    <a:pt x="301" y="268"/>
                  </a:lnTo>
                  <a:cubicBezTo>
                    <a:pt x="372" y="250"/>
                    <a:pt x="404" y="155"/>
                    <a:pt x="379" y="89"/>
                  </a:cubicBezTo>
                  <a:cubicBezTo>
                    <a:pt x="360" y="40"/>
                    <a:pt x="304" y="0"/>
                    <a:pt x="2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000" lIns="91425" spcFirstLastPara="1" rIns="91425" wrap="square" tIns="9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63" name="Google Shape;1563;p13"/>
            <p:cNvSpPr/>
            <p:nvPr/>
          </p:nvSpPr>
          <p:spPr>
            <a:xfrm>
              <a:off x="8272440" y="744840"/>
              <a:ext cx="255602" cy="301316"/>
            </a:xfrm>
            <a:custGeom>
              <a:rect b="b" l="l" r="r" t="t"/>
              <a:pathLst>
                <a:path extrusionOk="0" h="4939" w="4189">
                  <a:moveTo>
                    <a:pt x="1980" y="278"/>
                  </a:moveTo>
                  <a:cubicBezTo>
                    <a:pt x="2148" y="278"/>
                    <a:pt x="2326" y="308"/>
                    <a:pt x="2510" y="373"/>
                  </a:cubicBezTo>
                  <a:cubicBezTo>
                    <a:pt x="2517" y="374"/>
                    <a:pt x="2524" y="375"/>
                    <a:pt x="2532" y="375"/>
                  </a:cubicBezTo>
                  <a:cubicBezTo>
                    <a:pt x="2818" y="604"/>
                    <a:pt x="2883" y="897"/>
                    <a:pt x="2755" y="1261"/>
                  </a:cubicBezTo>
                  <a:cubicBezTo>
                    <a:pt x="2707" y="1401"/>
                    <a:pt x="2621" y="1529"/>
                    <a:pt x="2602" y="1681"/>
                  </a:cubicBezTo>
                  <a:cubicBezTo>
                    <a:pt x="2574" y="1948"/>
                    <a:pt x="2704" y="2148"/>
                    <a:pt x="2899" y="2317"/>
                  </a:cubicBezTo>
                  <a:cubicBezTo>
                    <a:pt x="3297" y="2661"/>
                    <a:pt x="3777" y="3040"/>
                    <a:pt x="3762" y="3632"/>
                  </a:cubicBezTo>
                  <a:cubicBezTo>
                    <a:pt x="3743" y="4250"/>
                    <a:pt x="2884" y="4709"/>
                    <a:pt x="2288" y="4709"/>
                  </a:cubicBezTo>
                  <a:cubicBezTo>
                    <a:pt x="2234" y="4709"/>
                    <a:pt x="2182" y="4705"/>
                    <a:pt x="2133" y="4698"/>
                  </a:cubicBezTo>
                  <a:cubicBezTo>
                    <a:pt x="1001" y="4515"/>
                    <a:pt x="467" y="3139"/>
                    <a:pt x="441" y="2124"/>
                  </a:cubicBezTo>
                  <a:cubicBezTo>
                    <a:pt x="421" y="1155"/>
                    <a:pt x="1066" y="278"/>
                    <a:pt x="1980" y="278"/>
                  </a:cubicBezTo>
                  <a:close/>
                  <a:moveTo>
                    <a:pt x="1903" y="1"/>
                  </a:moveTo>
                  <a:cubicBezTo>
                    <a:pt x="1145" y="1"/>
                    <a:pt x="433" y="745"/>
                    <a:pt x="268" y="1482"/>
                  </a:cubicBezTo>
                  <a:cubicBezTo>
                    <a:pt x="1" y="2678"/>
                    <a:pt x="553" y="4400"/>
                    <a:pt x="1785" y="4855"/>
                  </a:cubicBezTo>
                  <a:cubicBezTo>
                    <a:pt x="1938" y="4912"/>
                    <a:pt x="2108" y="4939"/>
                    <a:pt x="2284" y="4939"/>
                  </a:cubicBezTo>
                  <a:cubicBezTo>
                    <a:pt x="3168" y="4939"/>
                    <a:pt x="4189" y="4257"/>
                    <a:pt x="3949" y="3323"/>
                  </a:cubicBezTo>
                  <a:cubicBezTo>
                    <a:pt x="3876" y="3044"/>
                    <a:pt x="3757" y="2741"/>
                    <a:pt x="3562" y="2524"/>
                  </a:cubicBezTo>
                  <a:cubicBezTo>
                    <a:pt x="3429" y="2376"/>
                    <a:pt x="3257" y="2288"/>
                    <a:pt x="3110" y="2164"/>
                  </a:cubicBezTo>
                  <a:cubicBezTo>
                    <a:pt x="2832" y="1934"/>
                    <a:pt x="2896" y="1678"/>
                    <a:pt x="2991" y="1365"/>
                  </a:cubicBezTo>
                  <a:cubicBezTo>
                    <a:pt x="3138" y="883"/>
                    <a:pt x="3161" y="340"/>
                    <a:pt x="2570" y="147"/>
                  </a:cubicBezTo>
                  <a:cubicBezTo>
                    <a:pt x="2559" y="143"/>
                    <a:pt x="2548" y="142"/>
                    <a:pt x="2537" y="142"/>
                  </a:cubicBezTo>
                  <a:cubicBezTo>
                    <a:pt x="2517" y="142"/>
                    <a:pt x="2498" y="148"/>
                    <a:pt x="2481" y="157"/>
                  </a:cubicBezTo>
                  <a:cubicBezTo>
                    <a:pt x="2290" y="49"/>
                    <a:pt x="2095" y="1"/>
                    <a:pt x="19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64" name="Google Shape;1564;p13"/>
            <p:cNvSpPr/>
            <p:nvPr/>
          </p:nvSpPr>
          <p:spPr>
            <a:xfrm>
              <a:off x="8285760" y="1029240"/>
              <a:ext cx="27720" cy="19800"/>
            </a:xfrm>
            <a:custGeom>
              <a:rect b="b" l="l" r="r" t="t"/>
              <a:pathLst>
                <a:path extrusionOk="0" h="331" w="459">
                  <a:moveTo>
                    <a:pt x="203" y="0"/>
                  </a:moveTo>
                  <a:cubicBezTo>
                    <a:pt x="67" y="0"/>
                    <a:pt x="0" y="201"/>
                    <a:pt x="146" y="274"/>
                  </a:cubicBezTo>
                  <a:cubicBezTo>
                    <a:pt x="174" y="288"/>
                    <a:pt x="204" y="303"/>
                    <a:pt x="233" y="318"/>
                  </a:cubicBezTo>
                  <a:cubicBezTo>
                    <a:pt x="251" y="326"/>
                    <a:pt x="270" y="330"/>
                    <a:pt x="289" y="330"/>
                  </a:cubicBezTo>
                  <a:cubicBezTo>
                    <a:pt x="347" y="330"/>
                    <a:pt x="404" y="294"/>
                    <a:pt x="428" y="241"/>
                  </a:cubicBezTo>
                  <a:cubicBezTo>
                    <a:pt x="459" y="170"/>
                    <a:pt x="428" y="75"/>
                    <a:pt x="352" y="47"/>
                  </a:cubicBezTo>
                  <a:cubicBezTo>
                    <a:pt x="323" y="36"/>
                    <a:pt x="290" y="23"/>
                    <a:pt x="260" y="11"/>
                  </a:cubicBezTo>
                  <a:cubicBezTo>
                    <a:pt x="240" y="4"/>
                    <a:pt x="221" y="0"/>
                    <a:pt x="2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0075" lIns="91425" spcFirstLastPara="1" rIns="91425" wrap="square" tIns="100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65" name="Google Shape;1565;p13"/>
            <p:cNvSpPr/>
            <p:nvPr/>
          </p:nvSpPr>
          <p:spPr>
            <a:xfrm>
              <a:off x="8546400" y="939240"/>
              <a:ext cx="17640" cy="14040"/>
            </a:xfrm>
            <a:custGeom>
              <a:rect b="b" l="l" r="r" t="t"/>
              <a:pathLst>
                <a:path extrusionOk="0" h="234" w="292">
                  <a:moveTo>
                    <a:pt x="153" y="0"/>
                  </a:moveTo>
                  <a:cubicBezTo>
                    <a:pt x="78" y="0"/>
                    <a:pt x="1" y="69"/>
                    <a:pt x="37" y="161"/>
                  </a:cubicBezTo>
                  <a:cubicBezTo>
                    <a:pt x="56" y="212"/>
                    <a:pt x="97" y="233"/>
                    <a:pt x="139" y="233"/>
                  </a:cubicBezTo>
                  <a:cubicBezTo>
                    <a:pt x="214" y="233"/>
                    <a:pt x="292" y="165"/>
                    <a:pt x="256" y="74"/>
                  </a:cubicBezTo>
                  <a:cubicBezTo>
                    <a:pt x="237" y="22"/>
                    <a:pt x="195" y="0"/>
                    <a:pt x="1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200" lIns="91425" spcFirstLastPara="1" rIns="91425" wrap="square" tIns="7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66" name="Google Shape;1566;p13"/>
            <p:cNvSpPr/>
            <p:nvPr/>
          </p:nvSpPr>
          <p:spPr>
            <a:xfrm>
              <a:off x="8630280" y="903960"/>
              <a:ext cx="14040" cy="10800"/>
            </a:xfrm>
            <a:custGeom>
              <a:rect b="b" l="l" r="r" t="t"/>
              <a:pathLst>
                <a:path extrusionOk="0" h="185" w="233">
                  <a:moveTo>
                    <a:pt x="123" y="0"/>
                  </a:moveTo>
                  <a:cubicBezTo>
                    <a:pt x="63" y="0"/>
                    <a:pt x="0" y="55"/>
                    <a:pt x="29" y="126"/>
                  </a:cubicBezTo>
                  <a:cubicBezTo>
                    <a:pt x="44" y="167"/>
                    <a:pt x="77" y="184"/>
                    <a:pt x="111" y="184"/>
                  </a:cubicBezTo>
                  <a:cubicBezTo>
                    <a:pt x="170" y="184"/>
                    <a:pt x="233" y="130"/>
                    <a:pt x="204" y="57"/>
                  </a:cubicBezTo>
                  <a:cubicBezTo>
                    <a:pt x="189" y="17"/>
                    <a:pt x="156" y="0"/>
                    <a:pt x="1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400" lIns="91425" spcFirstLastPara="1" rIns="91425" wrap="square" tIns="5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67" name="Google Shape;1567;p13"/>
            <p:cNvSpPr/>
            <p:nvPr/>
          </p:nvSpPr>
          <p:spPr>
            <a:xfrm>
              <a:off x="8316000" y="772200"/>
              <a:ext cx="172439" cy="218522"/>
            </a:xfrm>
            <a:custGeom>
              <a:rect b="b" l="l" r="r" t="t"/>
              <a:pathLst>
                <a:path extrusionOk="0" h="3586" w="2830">
                  <a:moveTo>
                    <a:pt x="1435" y="462"/>
                  </a:moveTo>
                  <a:cubicBezTo>
                    <a:pt x="1466" y="565"/>
                    <a:pt x="1422" y="707"/>
                    <a:pt x="1365" y="844"/>
                  </a:cubicBezTo>
                  <a:cubicBezTo>
                    <a:pt x="1358" y="835"/>
                    <a:pt x="1348" y="825"/>
                    <a:pt x="1338" y="816"/>
                  </a:cubicBezTo>
                  <a:cubicBezTo>
                    <a:pt x="1368" y="700"/>
                    <a:pt x="1402" y="581"/>
                    <a:pt x="1435" y="462"/>
                  </a:cubicBezTo>
                  <a:close/>
                  <a:moveTo>
                    <a:pt x="1421" y="3083"/>
                  </a:moveTo>
                  <a:cubicBezTo>
                    <a:pt x="1429" y="3109"/>
                    <a:pt x="1442" y="3132"/>
                    <a:pt x="1457" y="3151"/>
                  </a:cubicBezTo>
                  <a:cubicBezTo>
                    <a:pt x="1423" y="3142"/>
                    <a:pt x="1388" y="3130"/>
                    <a:pt x="1353" y="3117"/>
                  </a:cubicBezTo>
                  <a:cubicBezTo>
                    <a:pt x="1375" y="3106"/>
                    <a:pt x="1396" y="3096"/>
                    <a:pt x="1421" y="3083"/>
                  </a:cubicBezTo>
                  <a:close/>
                  <a:moveTo>
                    <a:pt x="2054" y="2990"/>
                  </a:moveTo>
                  <a:lnTo>
                    <a:pt x="2054" y="2990"/>
                  </a:lnTo>
                  <a:cubicBezTo>
                    <a:pt x="1976" y="3123"/>
                    <a:pt x="1847" y="3176"/>
                    <a:pt x="1700" y="3181"/>
                  </a:cubicBezTo>
                  <a:cubicBezTo>
                    <a:pt x="1819" y="3142"/>
                    <a:pt x="1952" y="3076"/>
                    <a:pt x="2054" y="2990"/>
                  </a:cubicBezTo>
                  <a:close/>
                  <a:moveTo>
                    <a:pt x="1373" y="0"/>
                  </a:moveTo>
                  <a:cubicBezTo>
                    <a:pt x="1347" y="0"/>
                    <a:pt x="1323" y="7"/>
                    <a:pt x="1303" y="20"/>
                  </a:cubicBezTo>
                  <a:cubicBezTo>
                    <a:pt x="1252" y="10"/>
                    <a:pt x="1203" y="5"/>
                    <a:pt x="1155" y="5"/>
                  </a:cubicBezTo>
                  <a:cubicBezTo>
                    <a:pt x="481" y="5"/>
                    <a:pt x="47" y="916"/>
                    <a:pt x="28" y="1536"/>
                  </a:cubicBezTo>
                  <a:cubicBezTo>
                    <a:pt x="1" y="2433"/>
                    <a:pt x="628" y="3561"/>
                    <a:pt x="1630" y="3585"/>
                  </a:cubicBezTo>
                  <a:cubicBezTo>
                    <a:pt x="1639" y="3585"/>
                    <a:pt x="1647" y="3585"/>
                    <a:pt x="1655" y="3585"/>
                  </a:cubicBezTo>
                  <a:cubicBezTo>
                    <a:pt x="2479" y="3585"/>
                    <a:pt x="2829" y="2685"/>
                    <a:pt x="2261" y="2113"/>
                  </a:cubicBezTo>
                  <a:cubicBezTo>
                    <a:pt x="2095" y="1948"/>
                    <a:pt x="1863" y="1829"/>
                    <a:pt x="1727" y="1638"/>
                  </a:cubicBezTo>
                  <a:cubicBezTo>
                    <a:pt x="1466" y="1288"/>
                    <a:pt x="1735" y="1080"/>
                    <a:pt x="1807" y="754"/>
                  </a:cubicBezTo>
                  <a:cubicBezTo>
                    <a:pt x="1885" y="407"/>
                    <a:pt x="1765" y="93"/>
                    <a:pt x="1413" y="5"/>
                  </a:cubicBezTo>
                  <a:cubicBezTo>
                    <a:pt x="1400" y="2"/>
                    <a:pt x="1386" y="0"/>
                    <a:pt x="13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68" name="Google Shape;1568;p13"/>
            <p:cNvSpPr/>
            <p:nvPr/>
          </p:nvSpPr>
          <p:spPr>
            <a:xfrm>
              <a:off x="8685360" y="825480"/>
              <a:ext cx="17280" cy="13680"/>
            </a:xfrm>
            <a:custGeom>
              <a:rect b="b" l="l" r="r" t="t"/>
              <a:pathLst>
                <a:path extrusionOk="0" h="227" w="289">
                  <a:moveTo>
                    <a:pt x="151" y="0"/>
                  </a:moveTo>
                  <a:cubicBezTo>
                    <a:pt x="77" y="0"/>
                    <a:pt x="1" y="67"/>
                    <a:pt x="36" y="156"/>
                  </a:cubicBezTo>
                  <a:cubicBezTo>
                    <a:pt x="56" y="205"/>
                    <a:pt x="97" y="226"/>
                    <a:pt x="138" y="226"/>
                  </a:cubicBezTo>
                  <a:cubicBezTo>
                    <a:pt x="212" y="226"/>
                    <a:pt x="288" y="160"/>
                    <a:pt x="253" y="71"/>
                  </a:cubicBezTo>
                  <a:cubicBezTo>
                    <a:pt x="233" y="21"/>
                    <a:pt x="192" y="0"/>
                    <a:pt x="1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825" lIns="91425" spcFirstLastPara="1" rIns="91425" wrap="square" tIns="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69" name="Google Shape;1569;p13"/>
            <p:cNvSpPr/>
            <p:nvPr/>
          </p:nvSpPr>
          <p:spPr>
            <a:xfrm>
              <a:off x="8566200" y="808560"/>
              <a:ext cx="58681" cy="50039"/>
            </a:xfrm>
            <a:custGeom>
              <a:rect b="b" l="l" r="r" t="t"/>
              <a:pathLst>
                <a:path extrusionOk="0" h="826" w="964">
                  <a:moveTo>
                    <a:pt x="725" y="148"/>
                  </a:moveTo>
                  <a:cubicBezTo>
                    <a:pt x="694" y="255"/>
                    <a:pt x="687" y="370"/>
                    <a:pt x="631" y="469"/>
                  </a:cubicBezTo>
                  <a:cubicBezTo>
                    <a:pt x="588" y="545"/>
                    <a:pt x="482" y="640"/>
                    <a:pt x="386" y="640"/>
                  </a:cubicBezTo>
                  <a:cubicBezTo>
                    <a:pt x="345" y="640"/>
                    <a:pt x="307" y="623"/>
                    <a:pt x="276" y="581"/>
                  </a:cubicBezTo>
                  <a:cubicBezTo>
                    <a:pt x="205" y="483"/>
                    <a:pt x="260" y="334"/>
                    <a:pt x="339" y="259"/>
                  </a:cubicBezTo>
                  <a:cubicBezTo>
                    <a:pt x="440" y="167"/>
                    <a:pt x="587" y="148"/>
                    <a:pt x="725" y="148"/>
                  </a:cubicBezTo>
                  <a:close/>
                  <a:moveTo>
                    <a:pt x="642" y="0"/>
                  </a:moveTo>
                  <a:cubicBezTo>
                    <a:pt x="467" y="0"/>
                    <a:pt x="292" y="37"/>
                    <a:pt x="172" y="170"/>
                  </a:cubicBezTo>
                  <a:cubicBezTo>
                    <a:pt x="46" y="307"/>
                    <a:pt x="1" y="538"/>
                    <a:pt x="117" y="697"/>
                  </a:cubicBezTo>
                  <a:cubicBezTo>
                    <a:pt x="184" y="786"/>
                    <a:pt x="283" y="826"/>
                    <a:pt x="384" y="826"/>
                  </a:cubicBezTo>
                  <a:cubicBezTo>
                    <a:pt x="470" y="826"/>
                    <a:pt x="558" y="797"/>
                    <a:pt x="630" y="745"/>
                  </a:cubicBezTo>
                  <a:cubicBezTo>
                    <a:pt x="803" y="618"/>
                    <a:pt x="881" y="361"/>
                    <a:pt x="858" y="151"/>
                  </a:cubicBezTo>
                  <a:lnTo>
                    <a:pt x="858" y="151"/>
                  </a:lnTo>
                  <a:cubicBezTo>
                    <a:pt x="859" y="151"/>
                    <a:pt x="859" y="151"/>
                    <a:pt x="859" y="151"/>
                  </a:cubicBezTo>
                  <a:cubicBezTo>
                    <a:pt x="942" y="151"/>
                    <a:pt x="964" y="31"/>
                    <a:pt x="878" y="18"/>
                  </a:cubicBezTo>
                  <a:cubicBezTo>
                    <a:pt x="803" y="8"/>
                    <a:pt x="722" y="0"/>
                    <a:pt x="6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5200" lIns="91425" spcFirstLastPara="1" rIns="91425" wrap="square" tIns="25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70" name="Google Shape;1570;p13"/>
            <p:cNvSpPr/>
            <p:nvPr/>
          </p:nvSpPr>
          <p:spPr>
            <a:xfrm>
              <a:off x="8523360" y="830880"/>
              <a:ext cx="14400" cy="11520"/>
            </a:xfrm>
            <a:custGeom>
              <a:rect b="b" l="l" r="r" t="t"/>
              <a:pathLst>
                <a:path extrusionOk="0" h="193" w="244">
                  <a:moveTo>
                    <a:pt x="127" y="1"/>
                  </a:moveTo>
                  <a:cubicBezTo>
                    <a:pt x="65" y="1"/>
                    <a:pt x="0" y="57"/>
                    <a:pt x="31" y="133"/>
                  </a:cubicBezTo>
                  <a:cubicBezTo>
                    <a:pt x="47" y="175"/>
                    <a:pt x="81" y="192"/>
                    <a:pt x="116" y="192"/>
                  </a:cubicBezTo>
                  <a:cubicBezTo>
                    <a:pt x="178" y="192"/>
                    <a:pt x="243" y="136"/>
                    <a:pt x="214" y="61"/>
                  </a:cubicBezTo>
                  <a:cubicBezTo>
                    <a:pt x="197" y="18"/>
                    <a:pt x="162" y="1"/>
                    <a:pt x="1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750" lIns="91425" spcFirstLastPara="1" rIns="91425" wrap="square" tIns="5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71" name="Google Shape;1571;p13"/>
            <p:cNvSpPr/>
            <p:nvPr/>
          </p:nvSpPr>
          <p:spPr>
            <a:xfrm>
              <a:off x="8236440" y="918720"/>
              <a:ext cx="17280" cy="13680"/>
            </a:xfrm>
            <a:custGeom>
              <a:rect b="b" l="l" r="r" t="t"/>
              <a:pathLst>
                <a:path extrusionOk="0" h="232" w="291">
                  <a:moveTo>
                    <a:pt x="152" y="1"/>
                  </a:moveTo>
                  <a:cubicBezTo>
                    <a:pt x="77" y="1"/>
                    <a:pt x="0" y="69"/>
                    <a:pt x="35" y="160"/>
                  </a:cubicBezTo>
                  <a:cubicBezTo>
                    <a:pt x="55" y="211"/>
                    <a:pt x="96" y="232"/>
                    <a:pt x="138" y="232"/>
                  </a:cubicBezTo>
                  <a:cubicBezTo>
                    <a:pt x="213" y="232"/>
                    <a:pt x="291" y="164"/>
                    <a:pt x="255" y="73"/>
                  </a:cubicBezTo>
                  <a:cubicBezTo>
                    <a:pt x="235" y="22"/>
                    <a:pt x="194" y="1"/>
                    <a:pt x="1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825" lIns="91425" spcFirstLastPara="1" rIns="91425" wrap="square" tIns="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72" name="Google Shape;1572;p13"/>
            <p:cNvSpPr/>
            <p:nvPr/>
          </p:nvSpPr>
          <p:spPr>
            <a:xfrm>
              <a:off x="8160840" y="833400"/>
              <a:ext cx="69119" cy="64439"/>
            </a:xfrm>
            <a:custGeom>
              <a:rect b="b" l="l" r="r" t="t"/>
              <a:pathLst>
                <a:path extrusionOk="0" h="1063" w="1138">
                  <a:moveTo>
                    <a:pt x="274" y="243"/>
                  </a:moveTo>
                  <a:cubicBezTo>
                    <a:pt x="556" y="297"/>
                    <a:pt x="786" y="488"/>
                    <a:pt x="901" y="744"/>
                  </a:cubicBezTo>
                  <a:cubicBezTo>
                    <a:pt x="889" y="750"/>
                    <a:pt x="878" y="757"/>
                    <a:pt x="868" y="767"/>
                  </a:cubicBezTo>
                  <a:cubicBezTo>
                    <a:pt x="807" y="831"/>
                    <a:pt x="729" y="860"/>
                    <a:pt x="651" y="860"/>
                  </a:cubicBezTo>
                  <a:cubicBezTo>
                    <a:pt x="533" y="860"/>
                    <a:pt x="413" y="796"/>
                    <a:pt x="345" y="693"/>
                  </a:cubicBezTo>
                  <a:cubicBezTo>
                    <a:pt x="257" y="559"/>
                    <a:pt x="252" y="397"/>
                    <a:pt x="274" y="243"/>
                  </a:cubicBezTo>
                  <a:close/>
                  <a:moveTo>
                    <a:pt x="194" y="0"/>
                  </a:moveTo>
                  <a:cubicBezTo>
                    <a:pt x="133" y="0"/>
                    <a:pt x="85" y="32"/>
                    <a:pt x="69" y="97"/>
                  </a:cubicBezTo>
                  <a:cubicBezTo>
                    <a:pt x="1" y="401"/>
                    <a:pt x="38" y="780"/>
                    <a:pt x="321" y="970"/>
                  </a:cubicBezTo>
                  <a:cubicBezTo>
                    <a:pt x="415" y="1031"/>
                    <a:pt x="523" y="1063"/>
                    <a:pt x="631" y="1063"/>
                  </a:cubicBezTo>
                  <a:cubicBezTo>
                    <a:pt x="752" y="1063"/>
                    <a:pt x="871" y="1023"/>
                    <a:pt x="964" y="941"/>
                  </a:cubicBezTo>
                  <a:cubicBezTo>
                    <a:pt x="966" y="956"/>
                    <a:pt x="969" y="971"/>
                    <a:pt x="971" y="985"/>
                  </a:cubicBezTo>
                  <a:cubicBezTo>
                    <a:pt x="976" y="1023"/>
                    <a:pt x="1011" y="1044"/>
                    <a:pt x="1043" y="1044"/>
                  </a:cubicBezTo>
                  <a:cubicBezTo>
                    <a:pt x="1073" y="1044"/>
                    <a:pt x="1101" y="1027"/>
                    <a:pt x="1103" y="990"/>
                  </a:cubicBezTo>
                  <a:cubicBezTo>
                    <a:pt x="1137" y="468"/>
                    <a:pt x="723" y="16"/>
                    <a:pt x="202" y="0"/>
                  </a:cubicBezTo>
                  <a:cubicBezTo>
                    <a:pt x="199" y="0"/>
                    <a:pt x="197" y="0"/>
                    <a:pt x="1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2400" lIns="91425" spcFirstLastPara="1" rIns="91425" wrap="square" tIns="3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73" name="Google Shape;1573;p13"/>
            <p:cNvSpPr/>
            <p:nvPr/>
          </p:nvSpPr>
          <p:spPr>
            <a:xfrm>
              <a:off x="8147520" y="892800"/>
              <a:ext cx="19800" cy="15840"/>
            </a:xfrm>
            <a:custGeom>
              <a:rect b="b" l="l" r="r" t="t"/>
              <a:pathLst>
                <a:path extrusionOk="0" h="263" w="330">
                  <a:moveTo>
                    <a:pt x="172" y="0"/>
                  </a:moveTo>
                  <a:cubicBezTo>
                    <a:pt x="88" y="0"/>
                    <a:pt x="1" y="77"/>
                    <a:pt x="42" y="180"/>
                  </a:cubicBezTo>
                  <a:cubicBezTo>
                    <a:pt x="64" y="238"/>
                    <a:pt x="111" y="262"/>
                    <a:pt x="158" y="262"/>
                  </a:cubicBezTo>
                  <a:cubicBezTo>
                    <a:pt x="242" y="262"/>
                    <a:pt x="330" y="185"/>
                    <a:pt x="290" y="82"/>
                  </a:cubicBezTo>
                  <a:cubicBezTo>
                    <a:pt x="267" y="25"/>
                    <a:pt x="220" y="0"/>
                    <a:pt x="1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900" lIns="91425" spcFirstLastPara="1" rIns="91425" wrap="square" tIns="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74" name="Google Shape;1574;p13"/>
            <p:cNvSpPr/>
            <p:nvPr/>
          </p:nvSpPr>
          <p:spPr>
            <a:xfrm>
              <a:off x="8507520" y="724320"/>
              <a:ext cx="19440" cy="14760"/>
            </a:xfrm>
            <a:custGeom>
              <a:rect b="b" l="l" r="r" t="t"/>
              <a:pathLst>
                <a:path extrusionOk="0" h="248" w="326">
                  <a:moveTo>
                    <a:pt x="209" y="1"/>
                  </a:moveTo>
                  <a:cubicBezTo>
                    <a:pt x="194" y="1"/>
                    <a:pt x="179" y="4"/>
                    <a:pt x="162" y="12"/>
                  </a:cubicBezTo>
                  <a:lnTo>
                    <a:pt x="123" y="25"/>
                  </a:lnTo>
                  <a:cubicBezTo>
                    <a:pt x="0" y="63"/>
                    <a:pt x="55" y="247"/>
                    <a:pt x="160" y="247"/>
                  </a:cubicBezTo>
                  <a:cubicBezTo>
                    <a:pt x="174" y="247"/>
                    <a:pt x="189" y="244"/>
                    <a:pt x="205" y="236"/>
                  </a:cubicBezTo>
                  <a:lnTo>
                    <a:pt x="245" y="216"/>
                  </a:lnTo>
                  <a:cubicBezTo>
                    <a:pt x="315" y="195"/>
                    <a:pt x="325" y="130"/>
                    <a:pt x="301" y="76"/>
                  </a:cubicBezTo>
                  <a:cubicBezTo>
                    <a:pt x="286" y="35"/>
                    <a:pt x="253" y="1"/>
                    <a:pt x="2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550" lIns="91425" spcFirstLastPara="1" rIns="91425" wrap="square" tIns="75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75" name="Google Shape;1575;p13"/>
            <p:cNvSpPr/>
            <p:nvPr/>
          </p:nvSpPr>
          <p:spPr>
            <a:xfrm>
              <a:off x="8227800" y="752400"/>
              <a:ext cx="25200" cy="19440"/>
            </a:xfrm>
            <a:custGeom>
              <a:rect b="b" l="l" r="r" t="t"/>
              <a:pathLst>
                <a:path extrusionOk="0" h="324" w="419">
                  <a:moveTo>
                    <a:pt x="267" y="0"/>
                  </a:moveTo>
                  <a:cubicBezTo>
                    <a:pt x="248" y="0"/>
                    <a:pt x="227" y="5"/>
                    <a:pt x="204" y="17"/>
                  </a:cubicBezTo>
                  <a:lnTo>
                    <a:pt x="163" y="30"/>
                  </a:lnTo>
                  <a:cubicBezTo>
                    <a:pt x="0" y="75"/>
                    <a:pt x="74" y="323"/>
                    <a:pt x="211" y="323"/>
                  </a:cubicBezTo>
                  <a:cubicBezTo>
                    <a:pt x="230" y="323"/>
                    <a:pt x="250" y="318"/>
                    <a:pt x="271" y="308"/>
                  </a:cubicBezTo>
                  <a:lnTo>
                    <a:pt x="311" y="286"/>
                  </a:lnTo>
                  <a:cubicBezTo>
                    <a:pt x="406" y="259"/>
                    <a:pt x="418" y="172"/>
                    <a:pt x="384" y="102"/>
                  </a:cubicBezTo>
                  <a:cubicBezTo>
                    <a:pt x="367" y="46"/>
                    <a:pt x="324" y="0"/>
                    <a:pt x="2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76" name="Google Shape;1576;p13"/>
            <p:cNvSpPr/>
            <p:nvPr/>
          </p:nvSpPr>
          <p:spPr>
            <a:xfrm>
              <a:off x="8132760" y="784080"/>
              <a:ext cx="26280" cy="20880"/>
            </a:xfrm>
            <a:custGeom>
              <a:rect b="b" l="l" r="r" t="t"/>
              <a:pathLst>
                <a:path extrusionOk="0" h="347" w="434">
                  <a:moveTo>
                    <a:pt x="244" y="1"/>
                  </a:moveTo>
                  <a:cubicBezTo>
                    <a:pt x="225" y="1"/>
                    <a:pt x="206" y="5"/>
                    <a:pt x="187" y="14"/>
                  </a:cubicBezTo>
                  <a:lnTo>
                    <a:pt x="125" y="46"/>
                  </a:lnTo>
                  <a:cubicBezTo>
                    <a:pt x="53" y="83"/>
                    <a:pt x="0" y="167"/>
                    <a:pt x="37" y="249"/>
                  </a:cubicBezTo>
                  <a:cubicBezTo>
                    <a:pt x="66" y="315"/>
                    <a:pt x="121" y="346"/>
                    <a:pt x="185" y="346"/>
                  </a:cubicBezTo>
                  <a:cubicBezTo>
                    <a:pt x="203" y="346"/>
                    <a:pt x="222" y="343"/>
                    <a:pt x="241" y="338"/>
                  </a:cubicBezTo>
                  <a:lnTo>
                    <a:pt x="308" y="320"/>
                  </a:lnTo>
                  <a:cubicBezTo>
                    <a:pt x="391" y="297"/>
                    <a:pt x="434" y="182"/>
                    <a:pt x="401" y="107"/>
                  </a:cubicBezTo>
                  <a:cubicBezTo>
                    <a:pt x="376" y="50"/>
                    <a:pt x="311" y="1"/>
                    <a:pt x="2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0425" lIns="91425" spcFirstLastPara="1" rIns="91425" wrap="square" tIns="10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77" name="Google Shape;1577;p13"/>
            <p:cNvSpPr/>
            <p:nvPr/>
          </p:nvSpPr>
          <p:spPr>
            <a:xfrm>
              <a:off x="8337600" y="698040"/>
              <a:ext cx="28800" cy="21960"/>
            </a:xfrm>
            <a:custGeom>
              <a:rect b="b" l="l" r="r" t="t"/>
              <a:pathLst>
                <a:path extrusionOk="0" h="368" w="475">
                  <a:moveTo>
                    <a:pt x="296" y="1"/>
                  </a:moveTo>
                  <a:cubicBezTo>
                    <a:pt x="274" y="1"/>
                    <a:pt x="250" y="6"/>
                    <a:pt x="225" y="18"/>
                  </a:cubicBezTo>
                  <a:cubicBezTo>
                    <a:pt x="212" y="23"/>
                    <a:pt x="198" y="26"/>
                    <a:pt x="184" y="32"/>
                  </a:cubicBezTo>
                  <a:cubicBezTo>
                    <a:pt x="0" y="93"/>
                    <a:pt x="81" y="368"/>
                    <a:pt x="242" y="368"/>
                  </a:cubicBezTo>
                  <a:cubicBezTo>
                    <a:pt x="264" y="368"/>
                    <a:pt x="287" y="363"/>
                    <a:pt x="310" y="352"/>
                  </a:cubicBezTo>
                  <a:cubicBezTo>
                    <a:pt x="324" y="348"/>
                    <a:pt x="337" y="341"/>
                    <a:pt x="350" y="335"/>
                  </a:cubicBezTo>
                  <a:cubicBezTo>
                    <a:pt x="458" y="300"/>
                    <a:pt x="475" y="196"/>
                    <a:pt x="439" y="117"/>
                  </a:cubicBezTo>
                  <a:cubicBezTo>
                    <a:pt x="418" y="52"/>
                    <a:pt x="365" y="1"/>
                    <a:pt x="2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1150" lIns="91425" spcFirstLastPara="1" rIns="91425" wrap="square" tIns="111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78" name="Google Shape;1578;p13"/>
            <p:cNvSpPr/>
            <p:nvPr/>
          </p:nvSpPr>
          <p:spPr>
            <a:xfrm>
              <a:off x="8055360" y="819720"/>
              <a:ext cx="18360" cy="14400"/>
            </a:xfrm>
            <a:custGeom>
              <a:rect b="b" l="l" r="r" t="t"/>
              <a:pathLst>
                <a:path extrusionOk="0" h="243" w="306">
                  <a:moveTo>
                    <a:pt x="159" y="0"/>
                  </a:moveTo>
                  <a:cubicBezTo>
                    <a:pt x="81" y="0"/>
                    <a:pt x="0" y="72"/>
                    <a:pt x="38" y="167"/>
                  </a:cubicBezTo>
                  <a:cubicBezTo>
                    <a:pt x="58" y="220"/>
                    <a:pt x="101" y="243"/>
                    <a:pt x="145" y="243"/>
                  </a:cubicBezTo>
                  <a:cubicBezTo>
                    <a:pt x="224" y="243"/>
                    <a:pt x="305" y="171"/>
                    <a:pt x="267" y="76"/>
                  </a:cubicBezTo>
                  <a:cubicBezTo>
                    <a:pt x="246" y="23"/>
                    <a:pt x="203" y="0"/>
                    <a:pt x="1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200" lIns="91425" spcFirstLastPara="1" rIns="91425" wrap="square" tIns="7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79" name="Google Shape;1579;p13"/>
            <p:cNvSpPr/>
            <p:nvPr/>
          </p:nvSpPr>
          <p:spPr>
            <a:xfrm>
              <a:off x="7753680" y="855720"/>
              <a:ext cx="32040" cy="77039"/>
            </a:xfrm>
            <a:custGeom>
              <a:rect b="b" l="l" r="r" t="t"/>
              <a:pathLst>
                <a:path extrusionOk="0" h="1266" w="530">
                  <a:moveTo>
                    <a:pt x="438" y="0"/>
                  </a:moveTo>
                  <a:cubicBezTo>
                    <a:pt x="403" y="0"/>
                    <a:pt x="369" y="21"/>
                    <a:pt x="361" y="68"/>
                  </a:cubicBezTo>
                  <a:cubicBezTo>
                    <a:pt x="302" y="447"/>
                    <a:pt x="167" y="788"/>
                    <a:pt x="26" y="1142"/>
                  </a:cubicBezTo>
                  <a:cubicBezTo>
                    <a:pt x="0" y="1203"/>
                    <a:pt x="57" y="1265"/>
                    <a:pt x="113" y="1265"/>
                  </a:cubicBezTo>
                  <a:cubicBezTo>
                    <a:pt x="135" y="1265"/>
                    <a:pt x="158" y="1255"/>
                    <a:pt x="174" y="1230"/>
                  </a:cubicBezTo>
                  <a:cubicBezTo>
                    <a:pt x="391" y="895"/>
                    <a:pt x="493" y="490"/>
                    <a:pt x="526" y="95"/>
                  </a:cubicBezTo>
                  <a:cubicBezTo>
                    <a:pt x="530" y="35"/>
                    <a:pt x="483" y="0"/>
                    <a:pt x="4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8500" lIns="91425" spcFirstLastPara="1" rIns="91425" wrap="square" tIns="38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80" name="Google Shape;1580;p13"/>
            <p:cNvSpPr/>
            <p:nvPr/>
          </p:nvSpPr>
          <p:spPr>
            <a:xfrm>
              <a:off x="8411400" y="650160"/>
              <a:ext cx="14760" cy="11880"/>
            </a:xfrm>
            <a:custGeom>
              <a:rect b="b" l="l" r="r" t="t"/>
              <a:pathLst>
                <a:path extrusionOk="0" h="198" w="247">
                  <a:moveTo>
                    <a:pt x="129" y="1"/>
                  </a:moveTo>
                  <a:cubicBezTo>
                    <a:pt x="66" y="1"/>
                    <a:pt x="0" y="59"/>
                    <a:pt x="30" y="136"/>
                  </a:cubicBezTo>
                  <a:cubicBezTo>
                    <a:pt x="46" y="179"/>
                    <a:pt x="81" y="197"/>
                    <a:pt x="117" y="197"/>
                  </a:cubicBezTo>
                  <a:cubicBezTo>
                    <a:pt x="180" y="197"/>
                    <a:pt x="247" y="139"/>
                    <a:pt x="216" y="62"/>
                  </a:cubicBezTo>
                  <a:cubicBezTo>
                    <a:pt x="199" y="19"/>
                    <a:pt x="165" y="1"/>
                    <a:pt x="1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100" lIns="91425" spcFirstLastPara="1" rIns="91425" wrap="square" tIns="6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81" name="Google Shape;1581;p13"/>
            <p:cNvSpPr/>
            <p:nvPr/>
          </p:nvSpPr>
          <p:spPr>
            <a:xfrm>
              <a:off x="8273880" y="639720"/>
              <a:ext cx="77402" cy="41401"/>
            </a:xfrm>
            <a:custGeom>
              <a:rect b="b" l="l" r="r" t="t"/>
              <a:pathLst>
                <a:path extrusionOk="0" h="682" w="1273">
                  <a:moveTo>
                    <a:pt x="850" y="1"/>
                  </a:moveTo>
                  <a:cubicBezTo>
                    <a:pt x="687" y="1"/>
                    <a:pt x="523" y="31"/>
                    <a:pt x="371" y="92"/>
                  </a:cubicBezTo>
                  <a:cubicBezTo>
                    <a:pt x="219" y="151"/>
                    <a:pt x="1" y="275"/>
                    <a:pt x="85" y="470"/>
                  </a:cubicBezTo>
                  <a:cubicBezTo>
                    <a:pt x="154" y="639"/>
                    <a:pt x="406" y="681"/>
                    <a:pt x="566" y="681"/>
                  </a:cubicBezTo>
                  <a:cubicBezTo>
                    <a:pt x="779" y="680"/>
                    <a:pt x="1018" y="596"/>
                    <a:pt x="1147" y="421"/>
                  </a:cubicBezTo>
                  <a:cubicBezTo>
                    <a:pt x="1204" y="344"/>
                    <a:pt x="1141" y="253"/>
                    <a:pt x="1065" y="253"/>
                  </a:cubicBezTo>
                  <a:cubicBezTo>
                    <a:pt x="1045" y="253"/>
                    <a:pt x="1024" y="259"/>
                    <a:pt x="1004" y="273"/>
                  </a:cubicBezTo>
                  <a:cubicBezTo>
                    <a:pt x="892" y="350"/>
                    <a:pt x="793" y="422"/>
                    <a:pt x="657" y="443"/>
                  </a:cubicBezTo>
                  <a:cubicBezTo>
                    <a:pt x="650" y="444"/>
                    <a:pt x="631" y="445"/>
                    <a:pt x="604" y="445"/>
                  </a:cubicBezTo>
                  <a:cubicBezTo>
                    <a:pt x="506" y="445"/>
                    <a:pt x="314" y="435"/>
                    <a:pt x="325" y="391"/>
                  </a:cubicBezTo>
                  <a:cubicBezTo>
                    <a:pt x="341" y="324"/>
                    <a:pt x="623" y="259"/>
                    <a:pt x="683" y="248"/>
                  </a:cubicBezTo>
                  <a:cubicBezTo>
                    <a:pt x="764" y="231"/>
                    <a:pt x="845" y="225"/>
                    <a:pt x="926" y="225"/>
                  </a:cubicBezTo>
                  <a:cubicBezTo>
                    <a:pt x="990" y="225"/>
                    <a:pt x="1055" y="229"/>
                    <a:pt x="1119" y="235"/>
                  </a:cubicBezTo>
                  <a:cubicBezTo>
                    <a:pt x="1123" y="235"/>
                    <a:pt x="1128" y="236"/>
                    <a:pt x="1132" y="236"/>
                  </a:cubicBezTo>
                  <a:cubicBezTo>
                    <a:pt x="1251" y="236"/>
                    <a:pt x="1272" y="65"/>
                    <a:pt x="1150" y="36"/>
                  </a:cubicBezTo>
                  <a:cubicBezTo>
                    <a:pt x="1052" y="13"/>
                    <a:pt x="951" y="1"/>
                    <a:pt x="8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0875" lIns="91425" spcFirstLastPara="1" rIns="91425" wrap="square" tIns="20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82" name="Google Shape;1582;p13"/>
            <p:cNvSpPr/>
            <p:nvPr/>
          </p:nvSpPr>
          <p:spPr>
            <a:xfrm>
              <a:off x="8216280" y="665280"/>
              <a:ext cx="25200" cy="19080"/>
            </a:xfrm>
            <a:custGeom>
              <a:rect b="b" l="l" r="r" t="t"/>
              <a:pathLst>
                <a:path extrusionOk="0" h="321" w="420">
                  <a:moveTo>
                    <a:pt x="264" y="1"/>
                  </a:moveTo>
                  <a:cubicBezTo>
                    <a:pt x="246" y="1"/>
                    <a:pt x="225" y="5"/>
                    <a:pt x="204" y="16"/>
                  </a:cubicBezTo>
                  <a:cubicBezTo>
                    <a:pt x="191" y="21"/>
                    <a:pt x="177" y="26"/>
                    <a:pt x="163" y="30"/>
                  </a:cubicBezTo>
                  <a:cubicBezTo>
                    <a:pt x="1" y="80"/>
                    <a:pt x="74" y="320"/>
                    <a:pt x="212" y="320"/>
                  </a:cubicBezTo>
                  <a:cubicBezTo>
                    <a:pt x="231" y="320"/>
                    <a:pt x="250" y="316"/>
                    <a:pt x="271" y="306"/>
                  </a:cubicBezTo>
                  <a:cubicBezTo>
                    <a:pt x="285" y="302"/>
                    <a:pt x="298" y="296"/>
                    <a:pt x="310" y="289"/>
                  </a:cubicBezTo>
                  <a:cubicBezTo>
                    <a:pt x="404" y="259"/>
                    <a:pt x="420" y="170"/>
                    <a:pt x="388" y="101"/>
                  </a:cubicBezTo>
                  <a:cubicBezTo>
                    <a:pt x="369" y="46"/>
                    <a:pt x="324" y="1"/>
                    <a:pt x="2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83" name="Google Shape;1583;p13"/>
            <p:cNvSpPr/>
            <p:nvPr/>
          </p:nvSpPr>
          <p:spPr>
            <a:xfrm>
              <a:off x="8123400" y="711720"/>
              <a:ext cx="16560" cy="12960"/>
            </a:xfrm>
            <a:custGeom>
              <a:rect b="b" l="l" r="r" t="t"/>
              <a:pathLst>
                <a:path extrusionOk="0" h="218" w="277">
                  <a:moveTo>
                    <a:pt x="145" y="0"/>
                  </a:moveTo>
                  <a:cubicBezTo>
                    <a:pt x="74" y="0"/>
                    <a:pt x="1" y="65"/>
                    <a:pt x="35" y="150"/>
                  </a:cubicBezTo>
                  <a:cubicBezTo>
                    <a:pt x="53" y="198"/>
                    <a:pt x="92" y="217"/>
                    <a:pt x="131" y="217"/>
                  </a:cubicBezTo>
                  <a:cubicBezTo>
                    <a:pt x="202" y="217"/>
                    <a:pt x="276" y="154"/>
                    <a:pt x="241" y="68"/>
                  </a:cubicBezTo>
                  <a:cubicBezTo>
                    <a:pt x="223" y="20"/>
                    <a:pt x="184" y="0"/>
                    <a:pt x="1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475" lIns="91425" spcFirstLastPara="1" rIns="91425" wrap="square" tIns="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84" name="Google Shape;1584;p13"/>
            <p:cNvSpPr/>
            <p:nvPr/>
          </p:nvSpPr>
          <p:spPr>
            <a:xfrm>
              <a:off x="8029440" y="725040"/>
              <a:ext cx="25200" cy="20160"/>
            </a:xfrm>
            <a:custGeom>
              <a:rect b="b" l="l" r="r" t="t"/>
              <a:pathLst>
                <a:path extrusionOk="0" h="335" w="420">
                  <a:moveTo>
                    <a:pt x="219" y="1"/>
                  </a:moveTo>
                  <a:cubicBezTo>
                    <a:pt x="111" y="1"/>
                    <a:pt x="0" y="98"/>
                    <a:pt x="52" y="229"/>
                  </a:cubicBezTo>
                  <a:cubicBezTo>
                    <a:pt x="81" y="303"/>
                    <a:pt x="141" y="334"/>
                    <a:pt x="202" y="334"/>
                  </a:cubicBezTo>
                  <a:cubicBezTo>
                    <a:pt x="309" y="334"/>
                    <a:pt x="420" y="237"/>
                    <a:pt x="369" y="106"/>
                  </a:cubicBezTo>
                  <a:cubicBezTo>
                    <a:pt x="340" y="32"/>
                    <a:pt x="280" y="1"/>
                    <a:pt x="2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0075" lIns="91425" spcFirstLastPara="1" rIns="91425" wrap="square" tIns="100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85" name="Google Shape;1585;p13"/>
            <p:cNvSpPr/>
            <p:nvPr/>
          </p:nvSpPr>
          <p:spPr>
            <a:xfrm>
              <a:off x="7926840" y="657720"/>
              <a:ext cx="57960" cy="93960"/>
            </a:xfrm>
            <a:custGeom>
              <a:rect b="b" l="l" r="r" t="t"/>
              <a:pathLst>
                <a:path extrusionOk="0" h="1544" w="956">
                  <a:moveTo>
                    <a:pt x="262" y="0"/>
                  </a:moveTo>
                  <a:cubicBezTo>
                    <a:pt x="246" y="0"/>
                    <a:pt x="230" y="5"/>
                    <a:pt x="219" y="16"/>
                  </a:cubicBezTo>
                  <a:cubicBezTo>
                    <a:pt x="0" y="216"/>
                    <a:pt x="105" y="722"/>
                    <a:pt x="170" y="967"/>
                  </a:cubicBezTo>
                  <a:cubicBezTo>
                    <a:pt x="226" y="1174"/>
                    <a:pt x="360" y="1544"/>
                    <a:pt x="633" y="1544"/>
                  </a:cubicBezTo>
                  <a:cubicBezTo>
                    <a:pt x="644" y="1544"/>
                    <a:pt x="654" y="1543"/>
                    <a:pt x="665" y="1542"/>
                  </a:cubicBezTo>
                  <a:cubicBezTo>
                    <a:pt x="955" y="1512"/>
                    <a:pt x="937" y="1082"/>
                    <a:pt x="914" y="869"/>
                  </a:cubicBezTo>
                  <a:cubicBezTo>
                    <a:pt x="888" y="606"/>
                    <a:pt x="726" y="274"/>
                    <a:pt x="428" y="274"/>
                  </a:cubicBezTo>
                  <a:cubicBezTo>
                    <a:pt x="418" y="274"/>
                    <a:pt x="408" y="275"/>
                    <a:pt x="397" y="275"/>
                  </a:cubicBezTo>
                  <a:cubicBezTo>
                    <a:pt x="349" y="280"/>
                    <a:pt x="330" y="312"/>
                    <a:pt x="332" y="348"/>
                  </a:cubicBezTo>
                  <a:cubicBezTo>
                    <a:pt x="333" y="376"/>
                    <a:pt x="347" y="404"/>
                    <a:pt x="374" y="421"/>
                  </a:cubicBezTo>
                  <a:cubicBezTo>
                    <a:pt x="567" y="535"/>
                    <a:pt x="688" y="655"/>
                    <a:pt x="710" y="890"/>
                  </a:cubicBezTo>
                  <a:cubicBezTo>
                    <a:pt x="717" y="964"/>
                    <a:pt x="734" y="1111"/>
                    <a:pt x="700" y="1181"/>
                  </a:cubicBezTo>
                  <a:cubicBezTo>
                    <a:pt x="671" y="1242"/>
                    <a:pt x="633" y="1271"/>
                    <a:pt x="592" y="1271"/>
                  </a:cubicBezTo>
                  <a:cubicBezTo>
                    <a:pt x="545" y="1271"/>
                    <a:pt x="495" y="1232"/>
                    <a:pt x="454" y="1158"/>
                  </a:cubicBezTo>
                  <a:cubicBezTo>
                    <a:pt x="376" y="1019"/>
                    <a:pt x="340" y="842"/>
                    <a:pt x="316" y="688"/>
                  </a:cubicBezTo>
                  <a:cubicBezTo>
                    <a:pt x="304" y="610"/>
                    <a:pt x="296" y="532"/>
                    <a:pt x="292" y="454"/>
                  </a:cubicBezTo>
                  <a:lnTo>
                    <a:pt x="292" y="348"/>
                  </a:lnTo>
                  <a:lnTo>
                    <a:pt x="292" y="291"/>
                  </a:lnTo>
                  <a:cubicBezTo>
                    <a:pt x="306" y="253"/>
                    <a:pt x="306" y="217"/>
                    <a:pt x="295" y="183"/>
                  </a:cubicBezTo>
                  <a:lnTo>
                    <a:pt x="295" y="183"/>
                  </a:lnTo>
                  <a:cubicBezTo>
                    <a:pt x="301" y="186"/>
                    <a:pt x="309" y="187"/>
                    <a:pt x="316" y="187"/>
                  </a:cubicBezTo>
                  <a:cubicBezTo>
                    <a:pt x="332" y="187"/>
                    <a:pt x="349" y="180"/>
                    <a:pt x="359" y="162"/>
                  </a:cubicBezTo>
                  <a:cubicBezTo>
                    <a:pt x="394" y="104"/>
                    <a:pt x="373" y="54"/>
                    <a:pt x="316" y="17"/>
                  </a:cubicBezTo>
                  <a:cubicBezTo>
                    <a:pt x="301" y="7"/>
                    <a:pt x="281" y="0"/>
                    <a:pt x="2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7150" lIns="91425" spcFirstLastPara="1" rIns="91425" wrap="square" tIns="471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86" name="Google Shape;1586;p13"/>
            <p:cNvSpPr/>
            <p:nvPr/>
          </p:nvSpPr>
          <p:spPr>
            <a:xfrm>
              <a:off x="8205480" y="555480"/>
              <a:ext cx="72360" cy="60840"/>
            </a:xfrm>
            <a:custGeom>
              <a:rect b="b" l="l" r="r" t="t"/>
              <a:pathLst>
                <a:path extrusionOk="0" h="1000" w="1189">
                  <a:moveTo>
                    <a:pt x="374" y="252"/>
                  </a:moveTo>
                  <a:cubicBezTo>
                    <a:pt x="470" y="252"/>
                    <a:pt x="612" y="320"/>
                    <a:pt x="674" y="356"/>
                  </a:cubicBezTo>
                  <a:cubicBezTo>
                    <a:pt x="820" y="444"/>
                    <a:pt x="936" y="577"/>
                    <a:pt x="1021" y="726"/>
                  </a:cubicBezTo>
                  <a:cubicBezTo>
                    <a:pt x="956" y="744"/>
                    <a:pt x="887" y="754"/>
                    <a:pt x="818" y="754"/>
                  </a:cubicBezTo>
                  <a:cubicBezTo>
                    <a:pt x="582" y="754"/>
                    <a:pt x="348" y="644"/>
                    <a:pt x="287" y="390"/>
                  </a:cubicBezTo>
                  <a:cubicBezTo>
                    <a:pt x="262" y="286"/>
                    <a:pt x="307" y="252"/>
                    <a:pt x="374" y="252"/>
                  </a:cubicBezTo>
                  <a:close/>
                  <a:moveTo>
                    <a:pt x="325" y="1"/>
                  </a:moveTo>
                  <a:cubicBezTo>
                    <a:pt x="174" y="1"/>
                    <a:pt x="45" y="69"/>
                    <a:pt x="30" y="267"/>
                  </a:cubicBezTo>
                  <a:cubicBezTo>
                    <a:pt x="0" y="651"/>
                    <a:pt x="403" y="1000"/>
                    <a:pt x="779" y="1000"/>
                  </a:cubicBezTo>
                  <a:cubicBezTo>
                    <a:pt x="901" y="1000"/>
                    <a:pt x="1021" y="963"/>
                    <a:pt x="1121" y="879"/>
                  </a:cubicBezTo>
                  <a:cubicBezTo>
                    <a:pt x="1158" y="848"/>
                    <a:pt x="1163" y="808"/>
                    <a:pt x="1148" y="776"/>
                  </a:cubicBezTo>
                  <a:cubicBezTo>
                    <a:pt x="1173" y="760"/>
                    <a:pt x="1188" y="728"/>
                    <a:pt x="1177" y="688"/>
                  </a:cubicBezTo>
                  <a:cubicBezTo>
                    <a:pt x="1095" y="414"/>
                    <a:pt x="891" y="193"/>
                    <a:pt x="633" y="74"/>
                  </a:cubicBezTo>
                  <a:cubicBezTo>
                    <a:pt x="539" y="32"/>
                    <a:pt x="427" y="1"/>
                    <a:pt x="3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0600" lIns="91425" spcFirstLastPara="1" rIns="91425" wrap="square" tIns="30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87" name="Google Shape;1587;p13"/>
            <p:cNvSpPr/>
            <p:nvPr/>
          </p:nvSpPr>
          <p:spPr>
            <a:xfrm>
              <a:off x="8316000" y="572040"/>
              <a:ext cx="17280" cy="13320"/>
            </a:xfrm>
            <a:custGeom>
              <a:rect b="b" l="l" r="r" t="t"/>
              <a:pathLst>
                <a:path extrusionOk="0" h="226" w="286">
                  <a:moveTo>
                    <a:pt x="149" y="1"/>
                  </a:moveTo>
                  <a:cubicBezTo>
                    <a:pt x="76" y="1"/>
                    <a:pt x="0" y="66"/>
                    <a:pt x="36" y="154"/>
                  </a:cubicBezTo>
                  <a:cubicBezTo>
                    <a:pt x="55" y="204"/>
                    <a:pt x="96" y="225"/>
                    <a:pt x="137" y="225"/>
                  </a:cubicBezTo>
                  <a:cubicBezTo>
                    <a:pt x="210" y="225"/>
                    <a:pt x="285" y="159"/>
                    <a:pt x="250" y="70"/>
                  </a:cubicBezTo>
                  <a:cubicBezTo>
                    <a:pt x="230" y="21"/>
                    <a:pt x="190" y="1"/>
                    <a:pt x="1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825" lIns="91425" spcFirstLastPara="1" rIns="91425" wrap="square" tIns="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88" name="Google Shape;1588;p13"/>
            <p:cNvSpPr/>
            <p:nvPr/>
          </p:nvSpPr>
          <p:spPr>
            <a:xfrm>
              <a:off x="8014320" y="617040"/>
              <a:ext cx="95039" cy="67680"/>
            </a:xfrm>
            <a:custGeom>
              <a:rect b="b" l="l" r="r" t="t"/>
              <a:pathLst>
                <a:path extrusionOk="0" h="1116" w="1560">
                  <a:moveTo>
                    <a:pt x="721" y="1"/>
                  </a:moveTo>
                  <a:cubicBezTo>
                    <a:pt x="334" y="1"/>
                    <a:pt x="1" y="468"/>
                    <a:pt x="64" y="850"/>
                  </a:cubicBezTo>
                  <a:cubicBezTo>
                    <a:pt x="73" y="892"/>
                    <a:pt x="102" y="911"/>
                    <a:pt x="132" y="911"/>
                  </a:cubicBezTo>
                  <a:cubicBezTo>
                    <a:pt x="144" y="911"/>
                    <a:pt x="155" y="908"/>
                    <a:pt x="165" y="903"/>
                  </a:cubicBezTo>
                  <a:cubicBezTo>
                    <a:pt x="186" y="890"/>
                    <a:pt x="203" y="867"/>
                    <a:pt x="203" y="836"/>
                  </a:cubicBezTo>
                  <a:cubicBezTo>
                    <a:pt x="203" y="666"/>
                    <a:pt x="261" y="496"/>
                    <a:pt x="380" y="374"/>
                  </a:cubicBezTo>
                  <a:cubicBezTo>
                    <a:pt x="461" y="289"/>
                    <a:pt x="597" y="204"/>
                    <a:pt x="724" y="204"/>
                  </a:cubicBezTo>
                  <a:cubicBezTo>
                    <a:pt x="769" y="204"/>
                    <a:pt x="813" y="215"/>
                    <a:pt x="852" y="240"/>
                  </a:cubicBezTo>
                  <a:cubicBezTo>
                    <a:pt x="1068" y="374"/>
                    <a:pt x="788" y="625"/>
                    <a:pt x="664" y="723"/>
                  </a:cubicBezTo>
                  <a:cubicBezTo>
                    <a:pt x="525" y="829"/>
                    <a:pt x="369" y="873"/>
                    <a:pt x="210" y="935"/>
                  </a:cubicBezTo>
                  <a:cubicBezTo>
                    <a:pt x="203" y="938"/>
                    <a:pt x="198" y="943"/>
                    <a:pt x="190" y="945"/>
                  </a:cubicBezTo>
                  <a:cubicBezTo>
                    <a:pt x="118" y="993"/>
                    <a:pt x="154" y="1116"/>
                    <a:pt x="244" y="1116"/>
                  </a:cubicBezTo>
                  <a:cubicBezTo>
                    <a:pt x="247" y="1116"/>
                    <a:pt x="251" y="1116"/>
                    <a:pt x="254" y="1115"/>
                  </a:cubicBezTo>
                  <a:cubicBezTo>
                    <a:pt x="600" y="1087"/>
                    <a:pt x="1559" y="418"/>
                    <a:pt x="985" y="77"/>
                  </a:cubicBezTo>
                  <a:cubicBezTo>
                    <a:pt x="897" y="24"/>
                    <a:pt x="808" y="1"/>
                    <a:pt x="7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3825" lIns="91425" spcFirstLastPara="1" rIns="91425" wrap="square" tIns="33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89" name="Google Shape;1589;p13"/>
            <p:cNvSpPr/>
            <p:nvPr/>
          </p:nvSpPr>
          <p:spPr>
            <a:xfrm>
              <a:off x="7876800" y="723240"/>
              <a:ext cx="24120" cy="15480"/>
            </a:xfrm>
            <a:custGeom>
              <a:rect b="b" l="l" r="r" t="t"/>
              <a:pathLst>
                <a:path extrusionOk="0" h="257" w="400">
                  <a:moveTo>
                    <a:pt x="235" y="1"/>
                  </a:moveTo>
                  <a:cubicBezTo>
                    <a:pt x="214" y="1"/>
                    <a:pt x="192" y="3"/>
                    <a:pt x="173" y="10"/>
                  </a:cubicBezTo>
                  <a:cubicBezTo>
                    <a:pt x="151" y="20"/>
                    <a:pt x="139" y="36"/>
                    <a:pt x="120" y="49"/>
                  </a:cubicBezTo>
                  <a:cubicBezTo>
                    <a:pt x="110" y="57"/>
                    <a:pt x="92" y="64"/>
                    <a:pt x="81" y="71"/>
                  </a:cubicBezTo>
                  <a:cubicBezTo>
                    <a:pt x="1" y="117"/>
                    <a:pt x="49" y="256"/>
                    <a:pt x="135" y="256"/>
                  </a:cubicBezTo>
                  <a:cubicBezTo>
                    <a:pt x="141" y="256"/>
                    <a:pt x="147" y="256"/>
                    <a:pt x="153" y="254"/>
                  </a:cubicBezTo>
                  <a:cubicBezTo>
                    <a:pt x="166" y="250"/>
                    <a:pt x="180" y="246"/>
                    <a:pt x="194" y="243"/>
                  </a:cubicBezTo>
                  <a:cubicBezTo>
                    <a:pt x="218" y="240"/>
                    <a:pt x="236" y="243"/>
                    <a:pt x="261" y="234"/>
                  </a:cubicBezTo>
                  <a:cubicBezTo>
                    <a:pt x="296" y="220"/>
                    <a:pt x="324" y="189"/>
                    <a:pt x="350" y="164"/>
                  </a:cubicBezTo>
                  <a:cubicBezTo>
                    <a:pt x="399" y="110"/>
                    <a:pt x="360" y="9"/>
                    <a:pt x="287" y="3"/>
                  </a:cubicBezTo>
                  <a:cubicBezTo>
                    <a:pt x="271" y="2"/>
                    <a:pt x="253" y="1"/>
                    <a:pt x="2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900" lIns="91425" spcFirstLastPara="1" rIns="91425" wrap="square" tIns="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90" name="Google Shape;1590;p13"/>
            <p:cNvSpPr/>
            <p:nvPr/>
          </p:nvSpPr>
          <p:spPr>
            <a:xfrm>
              <a:off x="8143560" y="591480"/>
              <a:ext cx="28080" cy="22320"/>
            </a:xfrm>
            <a:custGeom>
              <a:rect b="b" l="l" r="r" t="t"/>
              <a:pathLst>
                <a:path extrusionOk="0" h="374" w="464">
                  <a:moveTo>
                    <a:pt x="261" y="1"/>
                  </a:moveTo>
                  <a:cubicBezTo>
                    <a:pt x="241" y="1"/>
                    <a:pt x="220" y="5"/>
                    <a:pt x="200" y="13"/>
                  </a:cubicBezTo>
                  <a:cubicBezTo>
                    <a:pt x="179" y="23"/>
                    <a:pt x="158" y="31"/>
                    <a:pt x="136" y="41"/>
                  </a:cubicBezTo>
                  <a:cubicBezTo>
                    <a:pt x="54" y="77"/>
                    <a:pt x="0" y="179"/>
                    <a:pt x="39" y="265"/>
                  </a:cubicBezTo>
                  <a:cubicBezTo>
                    <a:pt x="69" y="333"/>
                    <a:pt x="132" y="373"/>
                    <a:pt x="202" y="373"/>
                  </a:cubicBezTo>
                  <a:cubicBezTo>
                    <a:pt x="222" y="373"/>
                    <a:pt x="242" y="370"/>
                    <a:pt x="262" y="363"/>
                  </a:cubicBezTo>
                  <a:cubicBezTo>
                    <a:pt x="285" y="356"/>
                    <a:pt x="306" y="346"/>
                    <a:pt x="328" y="339"/>
                  </a:cubicBezTo>
                  <a:cubicBezTo>
                    <a:pt x="414" y="309"/>
                    <a:pt x="464" y="197"/>
                    <a:pt x="427" y="112"/>
                  </a:cubicBezTo>
                  <a:cubicBezTo>
                    <a:pt x="398" y="48"/>
                    <a:pt x="332" y="1"/>
                    <a:pt x="2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1150" lIns="91425" spcFirstLastPara="1" rIns="91425" wrap="square" tIns="111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91" name="Google Shape;1591;p13"/>
            <p:cNvSpPr/>
            <p:nvPr/>
          </p:nvSpPr>
          <p:spPr>
            <a:xfrm>
              <a:off x="7869240" y="669600"/>
              <a:ext cx="15840" cy="12600"/>
            </a:xfrm>
            <a:custGeom>
              <a:rect b="b" l="l" r="r" t="t"/>
              <a:pathLst>
                <a:path extrusionOk="0" h="211" w="267">
                  <a:moveTo>
                    <a:pt x="139" y="0"/>
                  </a:moveTo>
                  <a:cubicBezTo>
                    <a:pt x="71" y="0"/>
                    <a:pt x="1" y="61"/>
                    <a:pt x="33" y="144"/>
                  </a:cubicBezTo>
                  <a:cubicBezTo>
                    <a:pt x="51" y="190"/>
                    <a:pt x="89" y="210"/>
                    <a:pt x="127" y="210"/>
                  </a:cubicBezTo>
                  <a:cubicBezTo>
                    <a:pt x="196" y="210"/>
                    <a:pt x="267" y="148"/>
                    <a:pt x="233" y="66"/>
                  </a:cubicBezTo>
                  <a:cubicBezTo>
                    <a:pt x="215" y="20"/>
                    <a:pt x="177" y="0"/>
                    <a:pt x="1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475" lIns="91425" spcFirstLastPara="1" rIns="91425" wrap="square" tIns="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92" name="Google Shape;1592;p13"/>
            <p:cNvSpPr/>
            <p:nvPr/>
          </p:nvSpPr>
          <p:spPr>
            <a:xfrm>
              <a:off x="7979040" y="614160"/>
              <a:ext cx="20880" cy="20160"/>
            </a:xfrm>
            <a:custGeom>
              <a:rect b="b" l="l" r="r" t="t"/>
              <a:pathLst>
                <a:path extrusionOk="0" h="337" w="347">
                  <a:moveTo>
                    <a:pt x="164" y="1"/>
                  </a:moveTo>
                  <a:cubicBezTo>
                    <a:pt x="147" y="1"/>
                    <a:pt x="131" y="4"/>
                    <a:pt x="116" y="10"/>
                  </a:cubicBezTo>
                  <a:cubicBezTo>
                    <a:pt x="50" y="34"/>
                    <a:pt x="1" y="126"/>
                    <a:pt x="36" y="194"/>
                  </a:cubicBezTo>
                  <a:lnTo>
                    <a:pt x="67" y="256"/>
                  </a:lnTo>
                  <a:cubicBezTo>
                    <a:pt x="96" y="312"/>
                    <a:pt x="144" y="336"/>
                    <a:pt x="190" y="336"/>
                  </a:cubicBezTo>
                  <a:cubicBezTo>
                    <a:pt x="270" y="336"/>
                    <a:pt x="346" y="264"/>
                    <a:pt x="317" y="159"/>
                  </a:cubicBezTo>
                  <a:lnTo>
                    <a:pt x="300" y="91"/>
                  </a:lnTo>
                  <a:cubicBezTo>
                    <a:pt x="283" y="34"/>
                    <a:pt x="222" y="1"/>
                    <a:pt x="1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0075" lIns="91425" spcFirstLastPara="1" rIns="91425" wrap="square" tIns="100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93" name="Google Shape;1593;p13"/>
            <p:cNvSpPr/>
            <p:nvPr/>
          </p:nvSpPr>
          <p:spPr>
            <a:xfrm>
              <a:off x="7763760" y="675360"/>
              <a:ext cx="34200" cy="21600"/>
            </a:xfrm>
            <a:custGeom>
              <a:rect b="b" l="l" r="r" t="t"/>
              <a:pathLst>
                <a:path extrusionOk="0" h="357" w="564">
                  <a:moveTo>
                    <a:pt x="346" y="0"/>
                  </a:moveTo>
                  <a:cubicBezTo>
                    <a:pt x="328" y="0"/>
                    <a:pt x="307" y="5"/>
                    <a:pt x="286" y="14"/>
                  </a:cubicBezTo>
                  <a:cubicBezTo>
                    <a:pt x="244" y="34"/>
                    <a:pt x="201" y="52"/>
                    <a:pt x="157" y="70"/>
                  </a:cubicBezTo>
                  <a:cubicBezTo>
                    <a:pt x="0" y="139"/>
                    <a:pt x="65" y="356"/>
                    <a:pt x="211" y="356"/>
                  </a:cubicBezTo>
                  <a:cubicBezTo>
                    <a:pt x="228" y="356"/>
                    <a:pt x="246" y="353"/>
                    <a:pt x="265" y="347"/>
                  </a:cubicBezTo>
                  <a:cubicBezTo>
                    <a:pt x="309" y="331"/>
                    <a:pt x="354" y="317"/>
                    <a:pt x="398" y="301"/>
                  </a:cubicBezTo>
                  <a:cubicBezTo>
                    <a:pt x="564" y="244"/>
                    <a:pt x="492" y="0"/>
                    <a:pt x="3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0800" lIns="91425" spcFirstLastPara="1" rIns="91425" wrap="square" tIns="10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94" name="Google Shape;1594;p13"/>
            <p:cNvSpPr/>
            <p:nvPr/>
          </p:nvSpPr>
          <p:spPr>
            <a:xfrm>
              <a:off x="7905960" y="604800"/>
              <a:ext cx="27000" cy="17640"/>
            </a:xfrm>
            <a:custGeom>
              <a:rect b="b" l="l" r="r" t="t"/>
              <a:pathLst>
                <a:path extrusionOk="0" h="294" w="447">
                  <a:moveTo>
                    <a:pt x="257" y="1"/>
                  </a:moveTo>
                  <a:cubicBezTo>
                    <a:pt x="240" y="1"/>
                    <a:pt x="223" y="4"/>
                    <a:pt x="205" y="12"/>
                  </a:cubicBezTo>
                  <a:lnTo>
                    <a:pt x="139" y="39"/>
                  </a:lnTo>
                  <a:cubicBezTo>
                    <a:pt x="0" y="97"/>
                    <a:pt x="58" y="293"/>
                    <a:pt x="187" y="293"/>
                  </a:cubicBezTo>
                  <a:cubicBezTo>
                    <a:pt x="203" y="293"/>
                    <a:pt x="220" y="290"/>
                    <a:pt x="237" y="284"/>
                  </a:cubicBezTo>
                  <a:lnTo>
                    <a:pt x="302" y="261"/>
                  </a:lnTo>
                  <a:cubicBezTo>
                    <a:pt x="447" y="210"/>
                    <a:pt x="384" y="1"/>
                    <a:pt x="2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000" lIns="91425" spcFirstLastPara="1" rIns="91425" wrap="square" tIns="9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95" name="Google Shape;1595;p13"/>
            <p:cNvSpPr/>
            <p:nvPr/>
          </p:nvSpPr>
          <p:spPr>
            <a:xfrm>
              <a:off x="8049240" y="541440"/>
              <a:ext cx="25560" cy="18000"/>
            </a:xfrm>
            <a:custGeom>
              <a:rect b="b" l="l" r="r" t="t"/>
              <a:pathLst>
                <a:path extrusionOk="0" h="298" w="424">
                  <a:moveTo>
                    <a:pt x="180" y="1"/>
                  </a:moveTo>
                  <a:cubicBezTo>
                    <a:pt x="177" y="1"/>
                    <a:pt x="174" y="1"/>
                    <a:pt x="172" y="1"/>
                  </a:cubicBezTo>
                  <a:cubicBezTo>
                    <a:pt x="157" y="4"/>
                    <a:pt x="128" y="18"/>
                    <a:pt x="115" y="18"/>
                  </a:cubicBezTo>
                  <a:cubicBezTo>
                    <a:pt x="51" y="21"/>
                    <a:pt x="1" y="79"/>
                    <a:pt x="1" y="140"/>
                  </a:cubicBezTo>
                  <a:cubicBezTo>
                    <a:pt x="0" y="204"/>
                    <a:pt x="41" y="246"/>
                    <a:pt x="99" y="266"/>
                  </a:cubicBezTo>
                  <a:cubicBezTo>
                    <a:pt x="98" y="266"/>
                    <a:pt x="98" y="266"/>
                    <a:pt x="97" y="266"/>
                  </a:cubicBezTo>
                  <a:cubicBezTo>
                    <a:pt x="90" y="266"/>
                    <a:pt x="121" y="282"/>
                    <a:pt x="128" y="284"/>
                  </a:cubicBezTo>
                  <a:cubicBezTo>
                    <a:pt x="156" y="297"/>
                    <a:pt x="183" y="297"/>
                    <a:pt x="213" y="297"/>
                  </a:cubicBezTo>
                  <a:cubicBezTo>
                    <a:pt x="241" y="297"/>
                    <a:pt x="269" y="294"/>
                    <a:pt x="298" y="290"/>
                  </a:cubicBezTo>
                  <a:cubicBezTo>
                    <a:pt x="356" y="284"/>
                    <a:pt x="405" y="235"/>
                    <a:pt x="414" y="178"/>
                  </a:cubicBezTo>
                  <a:cubicBezTo>
                    <a:pt x="424" y="126"/>
                    <a:pt x="393" y="53"/>
                    <a:pt x="336" y="36"/>
                  </a:cubicBezTo>
                  <a:cubicBezTo>
                    <a:pt x="301" y="27"/>
                    <a:pt x="265" y="14"/>
                    <a:pt x="228" y="7"/>
                  </a:cubicBezTo>
                  <a:cubicBezTo>
                    <a:pt x="214" y="4"/>
                    <a:pt x="197" y="1"/>
                    <a:pt x="1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000" lIns="91425" spcFirstLastPara="1" rIns="91425" wrap="square" tIns="9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96" name="Google Shape;1596;p13"/>
            <p:cNvSpPr/>
            <p:nvPr/>
          </p:nvSpPr>
          <p:spPr>
            <a:xfrm>
              <a:off x="8130240" y="519840"/>
              <a:ext cx="18360" cy="14760"/>
            </a:xfrm>
            <a:custGeom>
              <a:rect b="b" l="l" r="r" t="t"/>
              <a:pathLst>
                <a:path extrusionOk="0" h="247" w="308">
                  <a:moveTo>
                    <a:pt x="161" y="1"/>
                  </a:moveTo>
                  <a:cubicBezTo>
                    <a:pt x="82" y="1"/>
                    <a:pt x="0" y="73"/>
                    <a:pt x="37" y="171"/>
                  </a:cubicBezTo>
                  <a:cubicBezTo>
                    <a:pt x="58" y="224"/>
                    <a:pt x="102" y="247"/>
                    <a:pt x="146" y="247"/>
                  </a:cubicBezTo>
                  <a:cubicBezTo>
                    <a:pt x="225" y="247"/>
                    <a:pt x="308" y="175"/>
                    <a:pt x="270" y="79"/>
                  </a:cubicBezTo>
                  <a:cubicBezTo>
                    <a:pt x="249" y="24"/>
                    <a:pt x="206" y="1"/>
                    <a:pt x="1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550" lIns="91425" spcFirstLastPara="1" rIns="91425" wrap="square" tIns="75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97" name="Google Shape;1597;p13"/>
            <p:cNvSpPr/>
            <p:nvPr/>
          </p:nvSpPr>
          <p:spPr>
            <a:xfrm>
              <a:off x="7652880" y="684720"/>
              <a:ext cx="19800" cy="19440"/>
            </a:xfrm>
            <a:custGeom>
              <a:rect b="b" l="l" r="r" t="t"/>
              <a:pathLst>
                <a:path extrusionOk="0" h="325" w="331">
                  <a:moveTo>
                    <a:pt x="173" y="0"/>
                  </a:moveTo>
                  <a:cubicBezTo>
                    <a:pt x="168" y="0"/>
                    <a:pt x="164" y="0"/>
                    <a:pt x="160" y="1"/>
                  </a:cubicBezTo>
                  <a:cubicBezTo>
                    <a:pt x="118" y="7"/>
                    <a:pt x="68" y="28"/>
                    <a:pt x="44" y="66"/>
                  </a:cubicBezTo>
                  <a:cubicBezTo>
                    <a:pt x="0" y="137"/>
                    <a:pt x="13" y="216"/>
                    <a:pt x="82" y="263"/>
                  </a:cubicBezTo>
                  <a:lnTo>
                    <a:pt x="91" y="272"/>
                  </a:lnTo>
                  <a:cubicBezTo>
                    <a:pt x="106" y="286"/>
                    <a:pt x="118" y="297"/>
                    <a:pt x="136" y="307"/>
                  </a:cubicBezTo>
                  <a:cubicBezTo>
                    <a:pt x="157" y="317"/>
                    <a:pt x="181" y="324"/>
                    <a:pt x="204" y="324"/>
                  </a:cubicBezTo>
                  <a:cubicBezTo>
                    <a:pt x="212" y="324"/>
                    <a:pt x="220" y="323"/>
                    <a:pt x="228" y="321"/>
                  </a:cubicBezTo>
                  <a:cubicBezTo>
                    <a:pt x="316" y="300"/>
                    <a:pt x="330" y="206"/>
                    <a:pt x="284" y="158"/>
                  </a:cubicBezTo>
                  <a:cubicBezTo>
                    <a:pt x="284" y="151"/>
                    <a:pt x="284" y="143"/>
                    <a:pt x="282" y="137"/>
                  </a:cubicBezTo>
                  <a:lnTo>
                    <a:pt x="282" y="136"/>
                  </a:lnTo>
                  <a:cubicBezTo>
                    <a:pt x="296" y="67"/>
                    <a:pt x="242" y="0"/>
                    <a:pt x="1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98" name="Google Shape;1598;p13"/>
            <p:cNvSpPr/>
            <p:nvPr/>
          </p:nvSpPr>
          <p:spPr>
            <a:xfrm>
              <a:off x="8196840" y="454320"/>
              <a:ext cx="16200" cy="12600"/>
            </a:xfrm>
            <a:custGeom>
              <a:rect b="b" l="l" r="r" t="t"/>
              <a:pathLst>
                <a:path extrusionOk="0" h="214" w="269">
                  <a:moveTo>
                    <a:pt x="141" y="1"/>
                  </a:moveTo>
                  <a:cubicBezTo>
                    <a:pt x="72" y="1"/>
                    <a:pt x="1" y="63"/>
                    <a:pt x="33" y="147"/>
                  </a:cubicBezTo>
                  <a:cubicBezTo>
                    <a:pt x="52" y="194"/>
                    <a:pt x="91" y="214"/>
                    <a:pt x="130" y="214"/>
                  </a:cubicBezTo>
                  <a:cubicBezTo>
                    <a:pt x="198" y="214"/>
                    <a:pt x="269" y="151"/>
                    <a:pt x="236" y="67"/>
                  </a:cubicBezTo>
                  <a:cubicBezTo>
                    <a:pt x="218" y="20"/>
                    <a:pt x="180" y="1"/>
                    <a:pt x="1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475" lIns="91425" spcFirstLastPara="1" rIns="91425" wrap="square" tIns="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99" name="Google Shape;1599;p13"/>
            <p:cNvSpPr/>
            <p:nvPr/>
          </p:nvSpPr>
          <p:spPr>
            <a:xfrm>
              <a:off x="7634520" y="199800"/>
              <a:ext cx="314997" cy="434513"/>
            </a:xfrm>
            <a:custGeom>
              <a:rect b="b" l="l" r="r" t="t"/>
              <a:pathLst>
                <a:path extrusionOk="0" h="7122" w="5166">
                  <a:moveTo>
                    <a:pt x="1859" y="305"/>
                  </a:moveTo>
                  <a:cubicBezTo>
                    <a:pt x="2891" y="305"/>
                    <a:pt x="3848" y="1104"/>
                    <a:pt x="4287" y="2127"/>
                  </a:cubicBezTo>
                  <a:cubicBezTo>
                    <a:pt x="4870" y="3482"/>
                    <a:pt x="4766" y="5374"/>
                    <a:pt x="3550" y="6366"/>
                  </a:cubicBezTo>
                  <a:cubicBezTo>
                    <a:pt x="3192" y="6657"/>
                    <a:pt x="2728" y="6823"/>
                    <a:pt x="2265" y="6823"/>
                  </a:cubicBezTo>
                  <a:cubicBezTo>
                    <a:pt x="2037" y="6823"/>
                    <a:pt x="1809" y="6783"/>
                    <a:pt x="1595" y="6697"/>
                  </a:cubicBezTo>
                  <a:cubicBezTo>
                    <a:pt x="781" y="6373"/>
                    <a:pt x="529" y="5495"/>
                    <a:pt x="627" y="4688"/>
                  </a:cubicBezTo>
                  <a:cubicBezTo>
                    <a:pt x="702" y="4090"/>
                    <a:pt x="1014" y="3561"/>
                    <a:pt x="873" y="2946"/>
                  </a:cubicBezTo>
                  <a:cubicBezTo>
                    <a:pt x="726" y="2307"/>
                    <a:pt x="0" y="1306"/>
                    <a:pt x="751" y="778"/>
                  </a:cubicBezTo>
                  <a:cubicBezTo>
                    <a:pt x="820" y="731"/>
                    <a:pt x="822" y="662"/>
                    <a:pt x="794" y="608"/>
                  </a:cubicBezTo>
                  <a:cubicBezTo>
                    <a:pt x="1146" y="398"/>
                    <a:pt x="1507" y="305"/>
                    <a:pt x="1859" y="305"/>
                  </a:cubicBezTo>
                  <a:close/>
                  <a:moveTo>
                    <a:pt x="1886" y="0"/>
                  </a:moveTo>
                  <a:cubicBezTo>
                    <a:pt x="1390" y="0"/>
                    <a:pt x="903" y="176"/>
                    <a:pt x="502" y="591"/>
                  </a:cubicBezTo>
                  <a:cubicBezTo>
                    <a:pt x="491" y="601"/>
                    <a:pt x="486" y="612"/>
                    <a:pt x="482" y="622"/>
                  </a:cubicBezTo>
                  <a:cubicBezTo>
                    <a:pt x="127" y="920"/>
                    <a:pt x="73" y="1406"/>
                    <a:pt x="175" y="1855"/>
                  </a:cubicBezTo>
                  <a:cubicBezTo>
                    <a:pt x="247" y="2184"/>
                    <a:pt x="416" y="2478"/>
                    <a:pt x="518" y="2796"/>
                  </a:cubicBezTo>
                  <a:cubicBezTo>
                    <a:pt x="702" y="3364"/>
                    <a:pt x="518" y="3764"/>
                    <a:pt x="394" y="4306"/>
                  </a:cubicBezTo>
                  <a:cubicBezTo>
                    <a:pt x="119" y="5514"/>
                    <a:pt x="573" y="6870"/>
                    <a:pt x="1918" y="7091"/>
                  </a:cubicBezTo>
                  <a:cubicBezTo>
                    <a:pt x="2044" y="7112"/>
                    <a:pt x="2167" y="7122"/>
                    <a:pt x="2288" y="7122"/>
                  </a:cubicBezTo>
                  <a:cubicBezTo>
                    <a:pt x="3422" y="7122"/>
                    <a:pt x="4331" y="6247"/>
                    <a:pt x="4702" y="5189"/>
                  </a:cubicBezTo>
                  <a:cubicBezTo>
                    <a:pt x="5166" y="3863"/>
                    <a:pt x="4926" y="2266"/>
                    <a:pt x="4068" y="1152"/>
                  </a:cubicBezTo>
                  <a:cubicBezTo>
                    <a:pt x="3552" y="481"/>
                    <a:pt x="2707" y="0"/>
                    <a:pt x="18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00" name="Google Shape;1600;p13"/>
            <p:cNvSpPr/>
            <p:nvPr/>
          </p:nvSpPr>
          <p:spPr>
            <a:xfrm>
              <a:off x="8090640" y="469440"/>
              <a:ext cx="21960" cy="17280"/>
            </a:xfrm>
            <a:custGeom>
              <a:rect b="b" l="l" r="r" t="t"/>
              <a:pathLst>
                <a:path extrusionOk="0" h="291" w="366">
                  <a:moveTo>
                    <a:pt x="192" y="1"/>
                  </a:moveTo>
                  <a:cubicBezTo>
                    <a:pt x="98" y="1"/>
                    <a:pt x="0" y="86"/>
                    <a:pt x="45" y="200"/>
                  </a:cubicBezTo>
                  <a:cubicBezTo>
                    <a:pt x="70" y="263"/>
                    <a:pt x="121" y="290"/>
                    <a:pt x="174" y="290"/>
                  </a:cubicBezTo>
                  <a:cubicBezTo>
                    <a:pt x="268" y="290"/>
                    <a:pt x="366" y="205"/>
                    <a:pt x="321" y="91"/>
                  </a:cubicBezTo>
                  <a:cubicBezTo>
                    <a:pt x="296" y="27"/>
                    <a:pt x="245" y="1"/>
                    <a:pt x="1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8625" lIns="91425" spcFirstLastPara="1" rIns="91425" wrap="square" tIns="86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01" name="Google Shape;1601;p13"/>
            <p:cNvSpPr/>
            <p:nvPr/>
          </p:nvSpPr>
          <p:spPr>
            <a:xfrm>
              <a:off x="7970760" y="496800"/>
              <a:ext cx="16200" cy="12600"/>
            </a:xfrm>
            <a:custGeom>
              <a:rect b="b" l="l" r="r" t="t"/>
              <a:pathLst>
                <a:path extrusionOk="0" h="213" w="269">
                  <a:moveTo>
                    <a:pt x="140" y="1"/>
                  </a:moveTo>
                  <a:cubicBezTo>
                    <a:pt x="71" y="1"/>
                    <a:pt x="0" y="63"/>
                    <a:pt x="33" y="147"/>
                  </a:cubicBezTo>
                  <a:cubicBezTo>
                    <a:pt x="52" y="193"/>
                    <a:pt x="89" y="213"/>
                    <a:pt x="128" y="213"/>
                  </a:cubicBezTo>
                  <a:cubicBezTo>
                    <a:pt x="197" y="213"/>
                    <a:pt x="268" y="151"/>
                    <a:pt x="235" y="68"/>
                  </a:cubicBezTo>
                  <a:cubicBezTo>
                    <a:pt x="217" y="21"/>
                    <a:pt x="179" y="1"/>
                    <a:pt x="1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475" lIns="91425" spcFirstLastPara="1" rIns="91425" wrap="square" tIns="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02" name="Google Shape;1602;p13"/>
            <p:cNvSpPr/>
            <p:nvPr/>
          </p:nvSpPr>
          <p:spPr>
            <a:xfrm>
              <a:off x="7581240" y="645840"/>
              <a:ext cx="14040" cy="11160"/>
            </a:xfrm>
            <a:custGeom>
              <a:rect b="b" l="l" r="r" t="t"/>
              <a:pathLst>
                <a:path extrusionOk="0" h="189" w="238">
                  <a:moveTo>
                    <a:pt x="124" y="0"/>
                  </a:moveTo>
                  <a:cubicBezTo>
                    <a:pt x="64" y="0"/>
                    <a:pt x="0" y="55"/>
                    <a:pt x="29" y="130"/>
                  </a:cubicBezTo>
                  <a:cubicBezTo>
                    <a:pt x="45" y="171"/>
                    <a:pt x="79" y="189"/>
                    <a:pt x="114" y="189"/>
                  </a:cubicBezTo>
                  <a:cubicBezTo>
                    <a:pt x="175" y="189"/>
                    <a:pt x="238" y="134"/>
                    <a:pt x="208" y="59"/>
                  </a:cubicBezTo>
                  <a:cubicBezTo>
                    <a:pt x="192" y="18"/>
                    <a:pt x="159" y="0"/>
                    <a:pt x="1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750" lIns="91425" spcFirstLastPara="1" rIns="91425" wrap="square" tIns="5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03" name="Google Shape;1603;p13"/>
            <p:cNvSpPr/>
            <p:nvPr/>
          </p:nvSpPr>
          <p:spPr>
            <a:xfrm>
              <a:off x="7687440" y="237960"/>
              <a:ext cx="214198" cy="335514"/>
            </a:xfrm>
            <a:custGeom>
              <a:rect b="b" l="l" r="r" t="t"/>
              <a:pathLst>
                <a:path extrusionOk="0" h="5500" w="3510">
                  <a:moveTo>
                    <a:pt x="978" y="3556"/>
                  </a:moveTo>
                  <a:cubicBezTo>
                    <a:pt x="970" y="3609"/>
                    <a:pt x="964" y="3660"/>
                    <a:pt x="957" y="3713"/>
                  </a:cubicBezTo>
                  <a:cubicBezTo>
                    <a:pt x="830" y="3923"/>
                    <a:pt x="726" y="4144"/>
                    <a:pt x="672" y="4385"/>
                  </a:cubicBezTo>
                  <a:cubicBezTo>
                    <a:pt x="695" y="4243"/>
                    <a:pt x="745" y="4101"/>
                    <a:pt x="796" y="3974"/>
                  </a:cubicBezTo>
                  <a:cubicBezTo>
                    <a:pt x="852" y="3832"/>
                    <a:pt x="917" y="3696"/>
                    <a:pt x="978" y="3556"/>
                  </a:cubicBezTo>
                  <a:close/>
                  <a:moveTo>
                    <a:pt x="1157" y="0"/>
                  </a:moveTo>
                  <a:cubicBezTo>
                    <a:pt x="626" y="0"/>
                    <a:pt x="163" y="333"/>
                    <a:pt x="22" y="852"/>
                  </a:cubicBezTo>
                  <a:cubicBezTo>
                    <a:pt x="1" y="934"/>
                    <a:pt x="59" y="992"/>
                    <a:pt x="129" y="1012"/>
                  </a:cubicBezTo>
                  <a:cubicBezTo>
                    <a:pt x="128" y="1213"/>
                    <a:pt x="172" y="1424"/>
                    <a:pt x="250" y="1620"/>
                  </a:cubicBezTo>
                  <a:cubicBezTo>
                    <a:pt x="419" y="2039"/>
                    <a:pt x="750" y="2418"/>
                    <a:pt x="718" y="2895"/>
                  </a:cubicBezTo>
                  <a:cubicBezTo>
                    <a:pt x="689" y="3319"/>
                    <a:pt x="411" y="3683"/>
                    <a:pt x="294" y="4081"/>
                  </a:cubicBezTo>
                  <a:cubicBezTo>
                    <a:pt x="15" y="5021"/>
                    <a:pt x="597" y="5500"/>
                    <a:pt x="1289" y="5500"/>
                  </a:cubicBezTo>
                  <a:cubicBezTo>
                    <a:pt x="1666" y="5500"/>
                    <a:pt x="2075" y="5358"/>
                    <a:pt x="2395" y="5071"/>
                  </a:cubicBezTo>
                  <a:cubicBezTo>
                    <a:pt x="3446" y="4130"/>
                    <a:pt x="3509" y="2436"/>
                    <a:pt x="2863" y="1253"/>
                  </a:cubicBezTo>
                  <a:cubicBezTo>
                    <a:pt x="2540" y="663"/>
                    <a:pt x="1984" y="71"/>
                    <a:pt x="1276" y="6"/>
                  </a:cubicBezTo>
                  <a:cubicBezTo>
                    <a:pt x="1236" y="2"/>
                    <a:pt x="1196" y="0"/>
                    <a:pt x="11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04" name="Google Shape;1604;p13"/>
            <p:cNvSpPr/>
            <p:nvPr/>
          </p:nvSpPr>
          <p:spPr>
            <a:xfrm>
              <a:off x="7439040" y="659160"/>
              <a:ext cx="16200" cy="12600"/>
            </a:xfrm>
            <a:custGeom>
              <a:rect b="b" l="l" r="r" t="t"/>
              <a:pathLst>
                <a:path extrusionOk="0" h="212" w="269">
                  <a:moveTo>
                    <a:pt x="141" y="0"/>
                  </a:moveTo>
                  <a:cubicBezTo>
                    <a:pt x="72" y="0"/>
                    <a:pt x="0" y="62"/>
                    <a:pt x="33" y="146"/>
                  </a:cubicBezTo>
                  <a:cubicBezTo>
                    <a:pt x="52" y="192"/>
                    <a:pt x="90" y="212"/>
                    <a:pt x="129" y="212"/>
                  </a:cubicBezTo>
                  <a:cubicBezTo>
                    <a:pt x="198" y="212"/>
                    <a:pt x="268" y="150"/>
                    <a:pt x="236" y="66"/>
                  </a:cubicBezTo>
                  <a:cubicBezTo>
                    <a:pt x="217" y="20"/>
                    <a:pt x="179" y="0"/>
                    <a:pt x="1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475" lIns="91425" spcFirstLastPara="1" rIns="91425" wrap="square" tIns="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05" name="Google Shape;1605;p13"/>
            <p:cNvSpPr/>
            <p:nvPr/>
          </p:nvSpPr>
          <p:spPr>
            <a:xfrm>
              <a:off x="7623360" y="588960"/>
              <a:ext cx="12960" cy="10440"/>
            </a:xfrm>
            <a:custGeom>
              <a:rect b="b" l="l" r="r" t="t"/>
              <a:pathLst>
                <a:path extrusionOk="0" h="174" w="219">
                  <a:moveTo>
                    <a:pt x="115" y="1"/>
                  </a:moveTo>
                  <a:cubicBezTo>
                    <a:pt x="59" y="1"/>
                    <a:pt x="1" y="52"/>
                    <a:pt x="28" y="119"/>
                  </a:cubicBezTo>
                  <a:cubicBezTo>
                    <a:pt x="43" y="157"/>
                    <a:pt x="74" y="173"/>
                    <a:pt x="105" y="173"/>
                  </a:cubicBezTo>
                  <a:cubicBezTo>
                    <a:pt x="161" y="173"/>
                    <a:pt x="219" y="123"/>
                    <a:pt x="192" y="55"/>
                  </a:cubicBezTo>
                  <a:cubicBezTo>
                    <a:pt x="178" y="17"/>
                    <a:pt x="147" y="1"/>
                    <a:pt x="1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400" lIns="91425" spcFirstLastPara="1" rIns="91425" wrap="square" tIns="5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06" name="Google Shape;1606;p13"/>
            <p:cNvSpPr/>
            <p:nvPr/>
          </p:nvSpPr>
          <p:spPr>
            <a:xfrm>
              <a:off x="8015040" y="366840"/>
              <a:ext cx="79198" cy="59039"/>
            </a:xfrm>
            <a:custGeom>
              <a:rect b="b" l="l" r="r" t="t"/>
              <a:pathLst>
                <a:path extrusionOk="0" h="970" w="1304">
                  <a:moveTo>
                    <a:pt x="954" y="349"/>
                  </a:moveTo>
                  <a:lnTo>
                    <a:pt x="954" y="349"/>
                  </a:lnTo>
                  <a:cubicBezTo>
                    <a:pt x="950" y="367"/>
                    <a:pt x="943" y="388"/>
                    <a:pt x="936" y="408"/>
                  </a:cubicBezTo>
                  <a:cubicBezTo>
                    <a:pt x="885" y="534"/>
                    <a:pt x="786" y="636"/>
                    <a:pt x="664" y="690"/>
                  </a:cubicBezTo>
                  <a:cubicBezTo>
                    <a:pt x="625" y="707"/>
                    <a:pt x="577" y="716"/>
                    <a:pt x="529" y="716"/>
                  </a:cubicBezTo>
                  <a:cubicBezTo>
                    <a:pt x="386" y="716"/>
                    <a:pt x="247" y="637"/>
                    <a:pt x="375" y="479"/>
                  </a:cubicBezTo>
                  <a:cubicBezTo>
                    <a:pt x="456" y="378"/>
                    <a:pt x="587" y="362"/>
                    <a:pt x="717" y="362"/>
                  </a:cubicBezTo>
                  <a:cubicBezTo>
                    <a:pt x="780" y="362"/>
                    <a:pt x="844" y="366"/>
                    <a:pt x="901" y="366"/>
                  </a:cubicBezTo>
                  <a:cubicBezTo>
                    <a:pt x="902" y="366"/>
                    <a:pt x="904" y="366"/>
                    <a:pt x="906" y="366"/>
                  </a:cubicBezTo>
                  <a:cubicBezTo>
                    <a:pt x="926" y="366"/>
                    <a:pt x="943" y="358"/>
                    <a:pt x="954" y="349"/>
                  </a:cubicBezTo>
                  <a:close/>
                  <a:moveTo>
                    <a:pt x="1067" y="0"/>
                  </a:moveTo>
                  <a:cubicBezTo>
                    <a:pt x="1025" y="0"/>
                    <a:pt x="985" y="26"/>
                    <a:pt x="974" y="76"/>
                  </a:cubicBezTo>
                  <a:cubicBezTo>
                    <a:pt x="964" y="129"/>
                    <a:pt x="964" y="178"/>
                    <a:pt x="964" y="229"/>
                  </a:cubicBezTo>
                  <a:cubicBezTo>
                    <a:pt x="950" y="208"/>
                    <a:pt x="933" y="190"/>
                    <a:pt x="906" y="186"/>
                  </a:cubicBezTo>
                  <a:cubicBezTo>
                    <a:pt x="820" y="166"/>
                    <a:pt x="726" y="153"/>
                    <a:pt x="634" y="153"/>
                  </a:cubicBezTo>
                  <a:cubicBezTo>
                    <a:pt x="432" y="153"/>
                    <a:pt x="236" y="215"/>
                    <a:pt x="134" y="408"/>
                  </a:cubicBezTo>
                  <a:cubicBezTo>
                    <a:pt x="1" y="656"/>
                    <a:pt x="141" y="911"/>
                    <a:pt x="410" y="961"/>
                  </a:cubicBezTo>
                  <a:cubicBezTo>
                    <a:pt x="444" y="967"/>
                    <a:pt x="478" y="970"/>
                    <a:pt x="512" y="970"/>
                  </a:cubicBezTo>
                  <a:cubicBezTo>
                    <a:pt x="719" y="970"/>
                    <a:pt x="919" y="858"/>
                    <a:pt x="1048" y="697"/>
                  </a:cubicBezTo>
                  <a:cubicBezTo>
                    <a:pt x="1176" y="537"/>
                    <a:pt x="1303" y="211"/>
                    <a:pt x="1142" y="34"/>
                  </a:cubicBezTo>
                  <a:cubicBezTo>
                    <a:pt x="1121" y="11"/>
                    <a:pt x="1094" y="0"/>
                    <a:pt x="10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9500" lIns="91425" spcFirstLastPara="1" rIns="91425" wrap="square" tIns="29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07" name="Google Shape;1607;p13"/>
            <p:cNvSpPr/>
            <p:nvPr/>
          </p:nvSpPr>
          <p:spPr>
            <a:xfrm>
              <a:off x="7486200" y="595440"/>
              <a:ext cx="23400" cy="23400"/>
            </a:xfrm>
            <a:custGeom>
              <a:rect b="b" l="l" r="r" t="t"/>
              <a:pathLst>
                <a:path extrusionOk="0" h="387" w="389">
                  <a:moveTo>
                    <a:pt x="169" y="1"/>
                  </a:moveTo>
                  <a:cubicBezTo>
                    <a:pt x="151" y="1"/>
                    <a:pt x="132" y="5"/>
                    <a:pt x="114" y="13"/>
                  </a:cubicBezTo>
                  <a:cubicBezTo>
                    <a:pt x="30" y="49"/>
                    <a:pt x="0" y="129"/>
                    <a:pt x="24" y="214"/>
                  </a:cubicBezTo>
                  <a:lnTo>
                    <a:pt x="47" y="282"/>
                  </a:lnTo>
                  <a:cubicBezTo>
                    <a:pt x="65" y="346"/>
                    <a:pt x="133" y="386"/>
                    <a:pt x="198" y="386"/>
                  </a:cubicBezTo>
                  <a:cubicBezTo>
                    <a:pt x="218" y="386"/>
                    <a:pt x="237" y="382"/>
                    <a:pt x="255" y="374"/>
                  </a:cubicBezTo>
                  <a:cubicBezTo>
                    <a:pt x="332" y="340"/>
                    <a:pt x="388" y="247"/>
                    <a:pt x="347" y="165"/>
                  </a:cubicBezTo>
                  <a:lnTo>
                    <a:pt x="318" y="101"/>
                  </a:lnTo>
                  <a:cubicBezTo>
                    <a:pt x="290" y="44"/>
                    <a:pt x="232" y="1"/>
                    <a:pt x="1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1875" lIns="91425" spcFirstLastPara="1" rIns="91425" wrap="square" tIns="11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08" name="Google Shape;1608;p13"/>
            <p:cNvSpPr/>
            <p:nvPr/>
          </p:nvSpPr>
          <p:spPr>
            <a:xfrm>
              <a:off x="7511400" y="514800"/>
              <a:ext cx="82799" cy="58679"/>
            </a:xfrm>
            <a:custGeom>
              <a:rect b="b" l="l" r="r" t="t"/>
              <a:pathLst>
                <a:path extrusionOk="0" h="965" w="1363">
                  <a:moveTo>
                    <a:pt x="511" y="241"/>
                  </a:moveTo>
                  <a:cubicBezTo>
                    <a:pt x="521" y="241"/>
                    <a:pt x="532" y="241"/>
                    <a:pt x="542" y="242"/>
                  </a:cubicBezTo>
                  <a:cubicBezTo>
                    <a:pt x="723" y="252"/>
                    <a:pt x="1024" y="323"/>
                    <a:pt x="1090" y="520"/>
                  </a:cubicBezTo>
                  <a:cubicBezTo>
                    <a:pt x="1126" y="626"/>
                    <a:pt x="1077" y="713"/>
                    <a:pt x="986" y="713"/>
                  </a:cubicBezTo>
                  <a:cubicBezTo>
                    <a:pt x="965" y="713"/>
                    <a:pt x="941" y="708"/>
                    <a:pt x="915" y="697"/>
                  </a:cubicBezTo>
                  <a:cubicBezTo>
                    <a:pt x="828" y="660"/>
                    <a:pt x="752" y="589"/>
                    <a:pt x="677" y="532"/>
                  </a:cubicBezTo>
                  <a:cubicBezTo>
                    <a:pt x="556" y="440"/>
                    <a:pt x="436" y="350"/>
                    <a:pt x="314" y="262"/>
                  </a:cubicBezTo>
                  <a:cubicBezTo>
                    <a:pt x="380" y="252"/>
                    <a:pt x="444" y="241"/>
                    <a:pt x="511" y="241"/>
                  </a:cubicBezTo>
                  <a:close/>
                  <a:moveTo>
                    <a:pt x="498" y="1"/>
                  </a:moveTo>
                  <a:cubicBezTo>
                    <a:pt x="327" y="1"/>
                    <a:pt x="169" y="45"/>
                    <a:pt x="64" y="141"/>
                  </a:cubicBezTo>
                  <a:cubicBezTo>
                    <a:pt x="21" y="167"/>
                    <a:pt x="1" y="233"/>
                    <a:pt x="52" y="279"/>
                  </a:cubicBezTo>
                  <a:cubicBezTo>
                    <a:pt x="202" y="418"/>
                    <a:pt x="361" y="547"/>
                    <a:pt x="517" y="680"/>
                  </a:cubicBezTo>
                  <a:cubicBezTo>
                    <a:pt x="624" y="772"/>
                    <a:pt x="732" y="880"/>
                    <a:pt x="864" y="935"/>
                  </a:cubicBezTo>
                  <a:cubicBezTo>
                    <a:pt x="912" y="955"/>
                    <a:pt x="961" y="965"/>
                    <a:pt x="1007" y="965"/>
                  </a:cubicBezTo>
                  <a:cubicBezTo>
                    <a:pt x="1192" y="965"/>
                    <a:pt x="1344" y="816"/>
                    <a:pt x="1351" y="609"/>
                  </a:cubicBezTo>
                  <a:cubicBezTo>
                    <a:pt x="1362" y="241"/>
                    <a:pt x="897" y="1"/>
                    <a:pt x="4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9500" lIns="91425" spcFirstLastPara="1" rIns="91425" wrap="square" tIns="29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09" name="Google Shape;1609;p13"/>
            <p:cNvSpPr/>
            <p:nvPr/>
          </p:nvSpPr>
          <p:spPr>
            <a:xfrm>
              <a:off x="7530480" y="529560"/>
              <a:ext cx="48960" cy="28440"/>
            </a:xfrm>
            <a:custGeom>
              <a:rect b="b" l="l" r="r" t="t"/>
              <a:pathLst>
                <a:path extrusionOk="0" h="472" w="810">
                  <a:moveTo>
                    <a:pt x="198" y="0"/>
                  </a:moveTo>
                  <a:cubicBezTo>
                    <a:pt x="130" y="0"/>
                    <a:pt x="66" y="11"/>
                    <a:pt x="0" y="19"/>
                  </a:cubicBezTo>
                  <a:cubicBezTo>
                    <a:pt x="124" y="109"/>
                    <a:pt x="244" y="201"/>
                    <a:pt x="363" y="291"/>
                  </a:cubicBezTo>
                  <a:cubicBezTo>
                    <a:pt x="438" y="348"/>
                    <a:pt x="515" y="419"/>
                    <a:pt x="600" y="456"/>
                  </a:cubicBezTo>
                  <a:cubicBezTo>
                    <a:pt x="625" y="467"/>
                    <a:pt x="649" y="472"/>
                    <a:pt x="671" y="472"/>
                  </a:cubicBezTo>
                  <a:cubicBezTo>
                    <a:pt x="760" y="472"/>
                    <a:pt x="810" y="385"/>
                    <a:pt x="775" y="279"/>
                  </a:cubicBezTo>
                  <a:cubicBezTo>
                    <a:pt x="709" y="82"/>
                    <a:pt x="408" y="11"/>
                    <a:pt x="230" y="1"/>
                  </a:cubicBezTo>
                  <a:cubicBezTo>
                    <a:pt x="219" y="0"/>
                    <a:pt x="208" y="0"/>
                    <a:pt x="19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4400" lIns="91425" spcFirstLastPara="1" rIns="91425" wrap="square" tIns="14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10" name="Google Shape;1610;p13"/>
            <p:cNvSpPr/>
            <p:nvPr/>
          </p:nvSpPr>
          <p:spPr>
            <a:xfrm>
              <a:off x="7345800" y="553320"/>
              <a:ext cx="49680" cy="73799"/>
            </a:xfrm>
            <a:custGeom>
              <a:rect b="b" l="l" r="r" t="t"/>
              <a:pathLst>
                <a:path extrusionOk="0" h="1213" w="820">
                  <a:moveTo>
                    <a:pt x="355" y="267"/>
                  </a:moveTo>
                  <a:cubicBezTo>
                    <a:pt x="369" y="282"/>
                    <a:pt x="385" y="294"/>
                    <a:pt x="410" y="297"/>
                  </a:cubicBezTo>
                  <a:cubicBezTo>
                    <a:pt x="624" y="323"/>
                    <a:pt x="629" y="553"/>
                    <a:pt x="579" y="713"/>
                  </a:cubicBezTo>
                  <a:cubicBezTo>
                    <a:pt x="552" y="801"/>
                    <a:pt x="482" y="993"/>
                    <a:pt x="391" y="993"/>
                  </a:cubicBezTo>
                  <a:cubicBezTo>
                    <a:pt x="366" y="993"/>
                    <a:pt x="339" y="978"/>
                    <a:pt x="311" y="941"/>
                  </a:cubicBezTo>
                  <a:cubicBezTo>
                    <a:pt x="169" y="756"/>
                    <a:pt x="253" y="474"/>
                    <a:pt x="355" y="267"/>
                  </a:cubicBezTo>
                  <a:close/>
                  <a:moveTo>
                    <a:pt x="357" y="1"/>
                  </a:moveTo>
                  <a:cubicBezTo>
                    <a:pt x="335" y="1"/>
                    <a:pt x="313" y="10"/>
                    <a:pt x="294" y="33"/>
                  </a:cubicBezTo>
                  <a:cubicBezTo>
                    <a:pt x="120" y="244"/>
                    <a:pt x="1" y="552"/>
                    <a:pt x="48" y="829"/>
                  </a:cubicBezTo>
                  <a:cubicBezTo>
                    <a:pt x="74" y="994"/>
                    <a:pt x="209" y="1213"/>
                    <a:pt x="397" y="1213"/>
                  </a:cubicBezTo>
                  <a:cubicBezTo>
                    <a:pt x="407" y="1213"/>
                    <a:pt x="418" y="1212"/>
                    <a:pt x="429" y="1211"/>
                  </a:cubicBezTo>
                  <a:cubicBezTo>
                    <a:pt x="653" y="1181"/>
                    <a:pt x="756" y="828"/>
                    <a:pt x="784" y="641"/>
                  </a:cubicBezTo>
                  <a:cubicBezTo>
                    <a:pt x="820" y="401"/>
                    <a:pt x="694" y="148"/>
                    <a:pt x="439" y="112"/>
                  </a:cubicBezTo>
                  <a:cubicBezTo>
                    <a:pt x="444" y="92"/>
                    <a:pt x="443" y="74"/>
                    <a:pt x="436" y="57"/>
                  </a:cubicBezTo>
                  <a:cubicBezTo>
                    <a:pt x="422" y="24"/>
                    <a:pt x="390" y="1"/>
                    <a:pt x="3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7075" lIns="91425" spcFirstLastPara="1" rIns="91425" wrap="square" tIns="370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11" name="Google Shape;1611;p13"/>
            <p:cNvSpPr/>
            <p:nvPr/>
          </p:nvSpPr>
          <p:spPr>
            <a:xfrm>
              <a:off x="7941960" y="366840"/>
              <a:ext cx="24480" cy="23040"/>
            </a:xfrm>
            <a:custGeom>
              <a:rect b="b" l="l" r="r" t="t"/>
              <a:pathLst>
                <a:path extrusionOk="0" h="384" w="405">
                  <a:moveTo>
                    <a:pt x="171" y="1"/>
                  </a:moveTo>
                  <a:cubicBezTo>
                    <a:pt x="146" y="1"/>
                    <a:pt x="121" y="7"/>
                    <a:pt x="96" y="21"/>
                  </a:cubicBezTo>
                  <a:cubicBezTo>
                    <a:pt x="25" y="59"/>
                    <a:pt x="1" y="138"/>
                    <a:pt x="25" y="213"/>
                  </a:cubicBezTo>
                  <a:cubicBezTo>
                    <a:pt x="32" y="235"/>
                    <a:pt x="39" y="256"/>
                    <a:pt x="49" y="277"/>
                  </a:cubicBezTo>
                  <a:cubicBezTo>
                    <a:pt x="79" y="343"/>
                    <a:pt x="141" y="383"/>
                    <a:pt x="208" y="383"/>
                  </a:cubicBezTo>
                  <a:cubicBezTo>
                    <a:pt x="235" y="383"/>
                    <a:pt x="263" y="377"/>
                    <a:pt x="290" y="362"/>
                  </a:cubicBezTo>
                  <a:cubicBezTo>
                    <a:pt x="376" y="312"/>
                    <a:pt x="405" y="195"/>
                    <a:pt x="341" y="114"/>
                  </a:cubicBezTo>
                  <a:cubicBezTo>
                    <a:pt x="328" y="96"/>
                    <a:pt x="313" y="80"/>
                    <a:pt x="297" y="63"/>
                  </a:cubicBezTo>
                  <a:cubicBezTo>
                    <a:pt x="262" y="24"/>
                    <a:pt x="218" y="1"/>
                    <a:pt x="1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1500" lIns="91425" spcFirstLastPara="1" rIns="91425" wrap="square" tIns="11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12" name="Google Shape;1612;p13"/>
            <p:cNvSpPr/>
            <p:nvPr/>
          </p:nvSpPr>
          <p:spPr>
            <a:xfrm>
              <a:off x="7604280" y="495360"/>
              <a:ext cx="21600" cy="21960"/>
            </a:xfrm>
            <a:custGeom>
              <a:rect b="b" l="l" r="r" t="t"/>
              <a:pathLst>
                <a:path extrusionOk="0" h="366" w="362">
                  <a:moveTo>
                    <a:pt x="206" y="0"/>
                  </a:moveTo>
                  <a:cubicBezTo>
                    <a:pt x="162" y="0"/>
                    <a:pt x="116" y="23"/>
                    <a:pt x="87" y="76"/>
                  </a:cubicBezTo>
                  <a:cubicBezTo>
                    <a:pt x="75" y="95"/>
                    <a:pt x="67" y="113"/>
                    <a:pt x="54" y="130"/>
                  </a:cubicBezTo>
                  <a:cubicBezTo>
                    <a:pt x="0" y="204"/>
                    <a:pt x="24" y="316"/>
                    <a:pt x="111" y="353"/>
                  </a:cubicBezTo>
                  <a:cubicBezTo>
                    <a:pt x="130" y="362"/>
                    <a:pt x="150" y="366"/>
                    <a:pt x="169" y="366"/>
                  </a:cubicBezTo>
                  <a:cubicBezTo>
                    <a:pt x="237" y="366"/>
                    <a:pt x="301" y="315"/>
                    <a:pt x="313" y="244"/>
                  </a:cubicBezTo>
                  <a:cubicBezTo>
                    <a:pt x="318" y="222"/>
                    <a:pt x="323" y="203"/>
                    <a:pt x="329" y="183"/>
                  </a:cubicBezTo>
                  <a:cubicBezTo>
                    <a:pt x="362" y="76"/>
                    <a:pt x="286" y="0"/>
                    <a:pt x="2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1150" lIns="91425" spcFirstLastPara="1" rIns="91425" wrap="square" tIns="111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13" name="Google Shape;1613;p13"/>
            <p:cNvSpPr/>
            <p:nvPr/>
          </p:nvSpPr>
          <p:spPr>
            <a:xfrm>
              <a:off x="7356240" y="569520"/>
              <a:ext cx="27720" cy="43919"/>
            </a:xfrm>
            <a:custGeom>
              <a:rect b="b" l="l" r="r" t="t"/>
              <a:pathLst>
                <a:path extrusionOk="0" h="726" w="459">
                  <a:moveTo>
                    <a:pt x="188" y="0"/>
                  </a:moveTo>
                  <a:cubicBezTo>
                    <a:pt x="83" y="209"/>
                    <a:pt x="1" y="491"/>
                    <a:pt x="141" y="675"/>
                  </a:cubicBezTo>
                  <a:cubicBezTo>
                    <a:pt x="169" y="711"/>
                    <a:pt x="196" y="726"/>
                    <a:pt x="221" y="726"/>
                  </a:cubicBezTo>
                  <a:cubicBezTo>
                    <a:pt x="311" y="726"/>
                    <a:pt x="382" y="533"/>
                    <a:pt x="409" y="447"/>
                  </a:cubicBezTo>
                  <a:cubicBezTo>
                    <a:pt x="459" y="288"/>
                    <a:pt x="454" y="57"/>
                    <a:pt x="242" y="30"/>
                  </a:cubicBezTo>
                  <a:cubicBezTo>
                    <a:pt x="218" y="26"/>
                    <a:pt x="199" y="16"/>
                    <a:pt x="18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21950" lIns="91425" spcFirstLastPara="1" rIns="91425" wrap="square" tIns="21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14" name="Google Shape;1614;p13"/>
            <p:cNvSpPr/>
            <p:nvPr/>
          </p:nvSpPr>
          <p:spPr>
            <a:xfrm>
              <a:off x="7267320" y="633240"/>
              <a:ext cx="19080" cy="15120"/>
            </a:xfrm>
            <a:custGeom>
              <a:rect b="b" l="l" r="r" t="t"/>
              <a:pathLst>
                <a:path extrusionOk="0" h="253" w="318">
                  <a:moveTo>
                    <a:pt x="167" y="1"/>
                  </a:moveTo>
                  <a:cubicBezTo>
                    <a:pt x="85" y="1"/>
                    <a:pt x="0" y="75"/>
                    <a:pt x="40" y="173"/>
                  </a:cubicBezTo>
                  <a:cubicBezTo>
                    <a:pt x="62" y="229"/>
                    <a:pt x="107" y="252"/>
                    <a:pt x="153" y="252"/>
                  </a:cubicBezTo>
                  <a:cubicBezTo>
                    <a:pt x="234" y="252"/>
                    <a:pt x="318" y="179"/>
                    <a:pt x="280" y="80"/>
                  </a:cubicBezTo>
                  <a:cubicBezTo>
                    <a:pt x="258" y="24"/>
                    <a:pt x="213" y="1"/>
                    <a:pt x="1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550" lIns="91425" spcFirstLastPara="1" rIns="91425" wrap="square" tIns="75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15" name="Google Shape;1615;p13"/>
            <p:cNvSpPr/>
            <p:nvPr/>
          </p:nvSpPr>
          <p:spPr>
            <a:xfrm>
              <a:off x="8103600" y="308520"/>
              <a:ext cx="14400" cy="11160"/>
            </a:xfrm>
            <a:custGeom>
              <a:rect b="b" l="l" r="r" t="t"/>
              <a:pathLst>
                <a:path extrusionOk="0" h="191" w="242">
                  <a:moveTo>
                    <a:pt x="127" y="0"/>
                  </a:moveTo>
                  <a:cubicBezTo>
                    <a:pt x="64" y="0"/>
                    <a:pt x="0" y="56"/>
                    <a:pt x="30" y="131"/>
                  </a:cubicBezTo>
                  <a:cubicBezTo>
                    <a:pt x="47" y="173"/>
                    <a:pt x="81" y="191"/>
                    <a:pt x="116" y="191"/>
                  </a:cubicBezTo>
                  <a:cubicBezTo>
                    <a:pt x="178" y="191"/>
                    <a:pt x="242" y="135"/>
                    <a:pt x="213" y="60"/>
                  </a:cubicBezTo>
                  <a:cubicBezTo>
                    <a:pt x="196" y="18"/>
                    <a:pt x="162" y="0"/>
                    <a:pt x="1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750" lIns="91425" spcFirstLastPara="1" rIns="91425" wrap="square" tIns="5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16" name="Google Shape;1616;p13"/>
            <p:cNvSpPr/>
            <p:nvPr/>
          </p:nvSpPr>
          <p:spPr>
            <a:xfrm>
              <a:off x="8013960" y="294480"/>
              <a:ext cx="20160" cy="15840"/>
            </a:xfrm>
            <a:custGeom>
              <a:rect b="b" l="l" r="r" t="t"/>
              <a:pathLst>
                <a:path extrusionOk="0" h="267" w="335">
                  <a:moveTo>
                    <a:pt x="175" y="1"/>
                  </a:moveTo>
                  <a:cubicBezTo>
                    <a:pt x="89" y="1"/>
                    <a:pt x="0" y="79"/>
                    <a:pt x="41" y="183"/>
                  </a:cubicBezTo>
                  <a:cubicBezTo>
                    <a:pt x="64" y="242"/>
                    <a:pt x="111" y="266"/>
                    <a:pt x="160" y="266"/>
                  </a:cubicBezTo>
                  <a:cubicBezTo>
                    <a:pt x="246" y="266"/>
                    <a:pt x="334" y="189"/>
                    <a:pt x="293" y="84"/>
                  </a:cubicBezTo>
                  <a:cubicBezTo>
                    <a:pt x="270" y="26"/>
                    <a:pt x="223" y="1"/>
                    <a:pt x="1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900" lIns="91425" spcFirstLastPara="1" rIns="91425" wrap="square" tIns="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17" name="Google Shape;1617;p13"/>
            <p:cNvSpPr/>
            <p:nvPr/>
          </p:nvSpPr>
          <p:spPr>
            <a:xfrm>
              <a:off x="7245000" y="576720"/>
              <a:ext cx="20880" cy="16560"/>
            </a:xfrm>
            <a:custGeom>
              <a:rect b="b" l="l" r="r" t="t"/>
              <a:pathLst>
                <a:path extrusionOk="0" h="277" w="348">
                  <a:moveTo>
                    <a:pt x="182" y="1"/>
                  </a:moveTo>
                  <a:cubicBezTo>
                    <a:pt x="93" y="1"/>
                    <a:pt x="0" y="82"/>
                    <a:pt x="42" y="191"/>
                  </a:cubicBezTo>
                  <a:cubicBezTo>
                    <a:pt x="65" y="251"/>
                    <a:pt x="115" y="277"/>
                    <a:pt x="165" y="277"/>
                  </a:cubicBezTo>
                  <a:cubicBezTo>
                    <a:pt x="255" y="277"/>
                    <a:pt x="348" y="196"/>
                    <a:pt x="304" y="88"/>
                  </a:cubicBezTo>
                  <a:cubicBezTo>
                    <a:pt x="281" y="26"/>
                    <a:pt x="232" y="1"/>
                    <a:pt x="1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8275" lIns="91425" spcFirstLastPara="1" rIns="91425" wrap="square" tIns="8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18" name="Google Shape;1618;p13"/>
            <p:cNvSpPr/>
            <p:nvPr/>
          </p:nvSpPr>
          <p:spPr>
            <a:xfrm>
              <a:off x="7508880" y="473040"/>
              <a:ext cx="13680" cy="10800"/>
            </a:xfrm>
            <a:custGeom>
              <a:rect b="b" l="l" r="r" t="t"/>
              <a:pathLst>
                <a:path extrusionOk="0" h="184" w="230">
                  <a:moveTo>
                    <a:pt x="120" y="0"/>
                  </a:moveTo>
                  <a:cubicBezTo>
                    <a:pt x="61" y="0"/>
                    <a:pt x="0" y="55"/>
                    <a:pt x="30" y="126"/>
                  </a:cubicBezTo>
                  <a:cubicBezTo>
                    <a:pt x="46" y="167"/>
                    <a:pt x="78" y="184"/>
                    <a:pt x="111" y="184"/>
                  </a:cubicBezTo>
                  <a:cubicBezTo>
                    <a:pt x="169" y="184"/>
                    <a:pt x="230" y="130"/>
                    <a:pt x="202" y="58"/>
                  </a:cubicBezTo>
                  <a:cubicBezTo>
                    <a:pt x="186" y="17"/>
                    <a:pt x="153" y="0"/>
                    <a:pt x="1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400" lIns="91425" spcFirstLastPara="1" rIns="91425" wrap="square" tIns="5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19" name="Google Shape;1619;p13"/>
            <p:cNvSpPr/>
            <p:nvPr/>
          </p:nvSpPr>
          <p:spPr>
            <a:xfrm>
              <a:off x="7142400" y="586080"/>
              <a:ext cx="28080" cy="29879"/>
            </a:xfrm>
            <a:custGeom>
              <a:rect b="b" l="l" r="r" t="t"/>
              <a:pathLst>
                <a:path extrusionOk="0" h="495" w="464">
                  <a:moveTo>
                    <a:pt x="196" y="0"/>
                  </a:moveTo>
                  <a:cubicBezTo>
                    <a:pt x="176" y="0"/>
                    <a:pt x="155" y="4"/>
                    <a:pt x="135" y="13"/>
                  </a:cubicBezTo>
                  <a:cubicBezTo>
                    <a:pt x="44" y="54"/>
                    <a:pt x="0" y="152"/>
                    <a:pt x="33" y="245"/>
                  </a:cubicBezTo>
                  <a:cubicBezTo>
                    <a:pt x="47" y="289"/>
                    <a:pt x="64" y="335"/>
                    <a:pt x="80" y="379"/>
                  </a:cubicBezTo>
                  <a:cubicBezTo>
                    <a:pt x="106" y="448"/>
                    <a:pt x="180" y="495"/>
                    <a:pt x="253" y="495"/>
                  </a:cubicBezTo>
                  <a:cubicBezTo>
                    <a:pt x="276" y="495"/>
                    <a:pt x="298" y="490"/>
                    <a:pt x="319" y="481"/>
                  </a:cubicBezTo>
                  <a:cubicBezTo>
                    <a:pt x="409" y="442"/>
                    <a:pt x="464" y="338"/>
                    <a:pt x="423" y="244"/>
                  </a:cubicBezTo>
                  <a:cubicBezTo>
                    <a:pt x="404" y="200"/>
                    <a:pt x="386" y="158"/>
                    <a:pt x="366" y="115"/>
                  </a:cubicBezTo>
                  <a:cubicBezTo>
                    <a:pt x="337" y="49"/>
                    <a:pt x="268" y="0"/>
                    <a:pt x="1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5100" lIns="91425" spcFirstLastPara="1" rIns="91425" wrap="square" tIns="15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20" name="Google Shape;1620;p13"/>
            <p:cNvSpPr/>
            <p:nvPr/>
          </p:nvSpPr>
          <p:spPr>
            <a:xfrm>
              <a:off x="7554240" y="433080"/>
              <a:ext cx="26280" cy="18000"/>
            </a:xfrm>
            <a:custGeom>
              <a:rect b="b" l="l" r="r" t="t"/>
              <a:pathLst>
                <a:path extrusionOk="0" h="302" w="438">
                  <a:moveTo>
                    <a:pt x="171" y="1"/>
                  </a:moveTo>
                  <a:cubicBezTo>
                    <a:pt x="66" y="1"/>
                    <a:pt x="1" y="171"/>
                    <a:pt x="99" y="230"/>
                  </a:cubicBezTo>
                  <a:cubicBezTo>
                    <a:pt x="121" y="244"/>
                    <a:pt x="143" y="258"/>
                    <a:pt x="164" y="272"/>
                  </a:cubicBezTo>
                  <a:cubicBezTo>
                    <a:pt x="201" y="295"/>
                    <a:pt x="230" y="301"/>
                    <a:pt x="269" y="301"/>
                  </a:cubicBezTo>
                  <a:cubicBezTo>
                    <a:pt x="273" y="301"/>
                    <a:pt x="278" y="301"/>
                    <a:pt x="283" y="301"/>
                  </a:cubicBezTo>
                  <a:cubicBezTo>
                    <a:pt x="381" y="298"/>
                    <a:pt x="437" y="166"/>
                    <a:pt x="375" y="93"/>
                  </a:cubicBezTo>
                  <a:cubicBezTo>
                    <a:pt x="345" y="57"/>
                    <a:pt x="320" y="37"/>
                    <a:pt x="272" y="24"/>
                  </a:cubicBezTo>
                  <a:cubicBezTo>
                    <a:pt x="248" y="17"/>
                    <a:pt x="222" y="12"/>
                    <a:pt x="198" y="5"/>
                  </a:cubicBezTo>
                  <a:cubicBezTo>
                    <a:pt x="189" y="2"/>
                    <a:pt x="180" y="1"/>
                    <a:pt x="1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000" lIns="91425" spcFirstLastPara="1" rIns="91425" wrap="square" tIns="9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21" name="Google Shape;1621;p13"/>
            <p:cNvSpPr/>
            <p:nvPr/>
          </p:nvSpPr>
          <p:spPr>
            <a:xfrm>
              <a:off x="7225200" y="238680"/>
              <a:ext cx="302755" cy="294838"/>
            </a:xfrm>
            <a:custGeom>
              <a:rect b="b" l="l" r="r" t="t"/>
              <a:pathLst>
                <a:path extrusionOk="0" h="4835" w="4963">
                  <a:moveTo>
                    <a:pt x="2865" y="301"/>
                  </a:moveTo>
                  <a:cubicBezTo>
                    <a:pt x="3117" y="301"/>
                    <a:pt x="3370" y="345"/>
                    <a:pt x="3613" y="438"/>
                  </a:cubicBezTo>
                  <a:cubicBezTo>
                    <a:pt x="3600" y="488"/>
                    <a:pt x="3609" y="545"/>
                    <a:pt x="3655" y="589"/>
                  </a:cubicBezTo>
                  <a:cubicBezTo>
                    <a:pt x="4962" y="1833"/>
                    <a:pt x="3955" y="4562"/>
                    <a:pt x="2249" y="4562"/>
                  </a:cubicBezTo>
                  <a:cubicBezTo>
                    <a:pt x="2002" y="4562"/>
                    <a:pt x="1740" y="4505"/>
                    <a:pt x="1469" y="4378"/>
                  </a:cubicBezTo>
                  <a:cubicBezTo>
                    <a:pt x="395" y="3872"/>
                    <a:pt x="325" y="2313"/>
                    <a:pt x="881" y="1412"/>
                  </a:cubicBezTo>
                  <a:cubicBezTo>
                    <a:pt x="1305" y="726"/>
                    <a:pt x="2080" y="301"/>
                    <a:pt x="2865" y="301"/>
                  </a:cubicBezTo>
                  <a:close/>
                  <a:moveTo>
                    <a:pt x="2782" y="0"/>
                  </a:moveTo>
                  <a:cubicBezTo>
                    <a:pt x="1943" y="0"/>
                    <a:pt x="1053" y="563"/>
                    <a:pt x="630" y="1240"/>
                  </a:cubicBezTo>
                  <a:cubicBezTo>
                    <a:pt x="1" y="2247"/>
                    <a:pt x="81" y="3890"/>
                    <a:pt x="1178" y="4558"/>
                  </a:cubicBezTo>
                  <a:cubicBezTo>
                    <a:pt x="1491" y="4748"/>
                    <a:pt x="1834" y="4835"/>
                    <a:pt x="2177" y="4835"/>
                  </a:cubicBezTo>
                  <a:cubicBezTo>
                    <a:pt x="2918" y="4835"/>
                    <a:pt x="3656" y="4430"/>
                    <a:pt x="4068" y="3794"/>
                  </a:cubicBezTo>
                  <a:cubicBezTo>
                    <a:pt x="4720" y="2788"/>
                    <a:pt x="4738" y="1218"/>
                    <a:pt x="3834" y="359"/>
                  </a:cubicBezTo>
                  <a:cubicBezTo>
                    <a:pt x="3811" y="336"/>
                    <a:pt x="3786" y="326"/>
                    <a:pt x="3762" y="322"/>
                  </a:cubicBezTo>
                  <a:cubicBezTo>
                    <a:pt x="3468" y="97"/>
                    <a:pt x="3130" y="0"/>
                    <a:pt x="27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22" name="Google Shape;1622;p13"/>
            <p:cNvSpPr/>
            <p:nvPr/>
          </p:nvSpPr>
          <p:spPr>
            <a:xfrm>
              <a:off x="7281720" y="270720"/>
              <a:ext cx="187917" cy="210957"/>
            </a:xfrm>
            <a:custGeom>
              <a:rect b="b" l="l" r="r" t="t"/>
              <a:pathLst>
                <a:path extrusionOk="0" h="3461" w="3082">
                  <a:moveTo>
                    <a:pt x="1700" y="1222"/>
                  </a:moveTo>
                  <a:cubicBezTo>
                    <a:pt x="1657" y="1280"/>
                    <a:pt x="1616" y="1344"/>
                    <a:pt x="1579" y="1409"/>
                  </a:cubicBezTo>
                  <a:cubicBezTo>
                    <a:pt x="1548" y="1437"/>
                    <a:pt x="1515" y="1474"/>
                    <a:pt x="1487" y="1521"/>
                  </a:cubicBezTo>
                  <a:cubicBezTo>
                    <a:pt x="1540" y="1411"/>
                    <a:pt x="1613" y="1296"/>
                    <a:pt x="1700" y="1222"/>
                  </a:cubicBezTo>
                  <a:close/>
                  <a:moveTo>
                    <a:pt x="1464" y="2989"/>
                  </a:moveTo>
                  <a:cubicBezTo>
                    <a:pt x="1483" y="2991"/>
                    <a:pt x="1500" y="2991"/>
                    <a:pt x="1518" y="2991"/>
                  </a:cubicBezTo>
                  <a:cubicBezTo>
                    <a:pt x="1525" y="2995"/>
                    <a:pt x="1532" y="2996"/>
                    <a:pt x="1537" y="3001"/>
                  </a:cubicBezTo>
                  <a:cubicBezTo>
                    <a:pt x="1528" y="3012"/>
                    <a:pt x="1521" y="3025"/>
                    <a:pt x="1515" y="3037"/>
                  </a:cubicBezTo>
                  <a:cubicBezTo>
                    <a:pt x="1482" y="3042"/>
                    <a:pt x="1448" y="3044"/>
                    <a:pt x="1413" y="3044"/>
                  </a:cubicBezTo>
                  <a:cubicBezTo>
                    <a:pt x="1379" y="3044"/>
                    <a:pt x="1343" y="3042"/>
                    <a:pt x="1307" y="3037"/>
                  </a:cubicBezTo>
                  <a:cubicBezTo>
                    <a:pt x="1270" y="3033"/>
                    <a:pt x="1236" y="3026"/>
                    <a:pt x="1202" y="3018"/>
                  </a:cubicBezTo>
                  <a:lnTo>
                    <a:pt x="1202" y="3018"/>
                  </a:lnTo>
                  <a:cubicBezTo>
                    <a:pt x="1219" y="3019"/>
                    <a:pt x="1235" y="3019"/>
                    <a:pt x="1252" y="3019"/>
                  </a:cubicBezTo>
                  <a:cubicBezTo>
                    <a:pt x="1313" y="3019"/>
                    <a:pt x="1376" y="3011"/>
                    <a:pt x="1445" y="2995"/>
                  </a:cubicBezTo>
                  <a:cubicBezTo>
                    <a:pt x="1452" y="2993"/>
                    <a:pt x="1457" y="2991"/>
                    <a:pt x="1464" y="2989"/>
                  </a:cubicBezTo>
                  <a:close/>
                  <a:moveTo>
                    <a:pt x="1954" y="0"/>
                  </a:moveTo>
                  <a:cubicBezTo>
                    <a:pt x="1517" y="0"/>
                    <a:pt x="990" y="393"/>
                    <a:pt x="747" y="658"/>
                  </a:cubicBezTo>
                  <a:cubicBezTo>
                    <a:pt x="240" y="1212"/>
                    <a:pt x="1" y="2089"/>
                    <a:pt x="341" y="2791"/>
                  </a:cubicBezTo>
                  <a:cubicBezTo>
                    <a:pt x="556" y="3234"/>
                    <a:pt x="978" y="3461"/>
                    <a:pt x="1424" y="3461"/>
                  </a:cubicBezTo>
                  <a:cubicBezTo>
                    <a:pt x="1632" y="3461"/>
                    <a:pt x="1845" y="3411"/>
                    <a:pt x="2045" y="3312"/>
                  </a:cubicBezTo>
                  <a:cubicBezTo>
                    <a:pt x="2744" y="2965"/>
                    <a:pt x="3081" y="2084"/>
                    <a:pt x="3054" y="1338"/>
                  </a:cubicBezTo>
                  <a:cubicBezTo>
                    <a:pt x="3037" y="846"/>
                    <a:pt x="2796" y="424"/>
                    <a:pt x="2401" y="247"/>
                  </a:cubicBezTo>
                  <a:cubicBezTo>
                    <a:pt x="2400" y="224"/>
                    <a:pt x="2394" y="197"/>
                    <a:pt x="2377" y="180"/>
                  </a:cubicBezTo>
                  <a:cubicBezTo>
                    <a:pt x="2260" y="52"/>
                    <a:pt x="2113" y="0"/>
                    <a:pt x="19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23" name="Google Shape;1623;p13"/>
            <p:cNvSpPr/>
            <p:nvPr/>
          </p:nvSpPr>
          <p:spPr>
            <a:xfrm>
              <a:off x="7623000" y="361800"/>
              <a:ext cx="17280" cy="18720"/>
            </a:xfrm>
            <a:custGeom>
              <a:rect b="b" l="l" r="r" t="t"/>
              <a:pathLst>
                <a:path extrusionOk="0" h="315" w="287">
                  <a:moveTo>
                    <a:pt x="164" y="0"/>
                  </a:moveTo>
                  <a:cubicBezTo>
                    <a:pt x="133" y="0"/>
                    <a:pt x="101" y="13"/>
                    <a:pt x="75" y="42"/>
                  </a:cubicBezTo>
                  <a:cubicBezTo>
                    <a:pt x="46" y="74"/>
                    <a:pt x="17" y="98"/>
                    <a:pt x="9" y="145"/>
                  </a:cubicBezTo>
                  <a:cubicBezTo>
                    <a:pt x="0" y="192"/>
                    <a:pt x="9" y="233"/>
                    <a:pt x="36" y="270"/>
                  </a:cubicBezTo>
                  <a:cubicBezTo>
                    <a:pt x="54" y="296"/>
                    <a:pt x="90" y="315"/>
                    <a:pt x="123" y="315"/>
                  </a:cubicBezTo>
                  <a:cubicBezTo>
                    <a:pt x="128" y="315"/>
                    <a:pt x="132" y="315"/>
                    <a:pt x="136" y="314"/>
                  </a:cubicBezTo>
                  <a:cubicBezTo>
                    <a:pt x="183" y="308"/>
                    <a:pt x="218" y="287"/>
                    <a:pt x="247" y="250"/>
                  </a:cubicBezTo>
                  <a:cubicBezTo>
                    <a:pt x="275" y="215"/>
                    <a:pt x="275" y="176"/>
                    <a:pt x="279" y="131"/>
                  </a:cubicBezTo>
                  <a:cubicBezTo>
                    <a:pt x="287" y="53"/>
                    <a:pt x="228" y="0"/>
                    <a:pt x="1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350" lIns="91425" spcFirstLastPara="1" rIns="91425" wrap="square" tIns="9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24" name="Google Shape;1624;p13"/>
            <p:cNvSpPr/>
            <p:nvPr/>
          </p:nvSpPr>
          <p:spPr>
            <a:xfrm>
              <a:off x="7214040" y="519480"/>
              <a:ext cx="22680" cy="21960"/>
            </a:xfrm>
            <a:custGeom>
              <a:rect b="b" l="l" r="r" t="t"/>
              <a:pathLst>
                <a:path extrusionOk="0" h="365" w="380">
                  <a:moveTo>
                    <a:pt x="179" y="1"/>
                  </a:moveTo>
                  <a:cubicBezTo>
                    <a:pt x="92" y="1"/>
                    <a:pt x="1" y="72"/>
                    <a:pt x="19" y="169"/>
                  </a:cubicBezTo>
                  <a:cubicBezTo>
                    <a:pt x="20" y="185"/>
                    <a:pt x="24" y="203"/>
                    <a:pt x="27" y="219"/>
                  </a:cubicBezTo>
                  <a:cubicBezTo>
                    <a:pt x="38" y="303"/>
                    <a:pt x="110" y="365"/>
                    <a:pt x="190" y="365"/>
                  </a:cubicBezTo>
                  <a:cubicBezTo>
                    <a:pt x="210" y="365"/>
                    <a:pt x="230" y="361"/>
                    <a:pt x="249" y="354"/>
                  </a:cubicBezTo>
                  <a:cubicBezTo>
                    <a:pt x="350" y="315"/>
                    <a:pt x="380" y="191"/>
                    <a:pt x="320" y="104"/>
                  </a:cubicBezTo>
                  <a:cubicBezTo>
                    <a:pt x="309" y="90"/>
                    <a:pt x="301" y="76"/>
                    <a:pt x="293" y="62"/>
                  </a:cubicBezTo>
                  <a:cubicBezTo>
                    <a:pt x="267" y="19"/>
                    <a:pt x="224" y="1"/>
                    <a:pt x="1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1150" lIns="91425" spcFirstLastPara="1" rIns="91425" wrap="square" tIns="111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25" name="Google Shape;1625;p13"/>
            <p:cNvSpPr/>
            <p:nvPr/>
          </p:nvSpPr>
          <p:spPr>
            <a:xfrm>
              <a:off x="8166960" y="97200"/>
              <a:ext cx="48240" cy="63720"/>
            </a:xfrm>
            <a:custGeom>
              <a:rect b="b" l="l" r="r" t="t"/>
              <a:pathLst>
                <a:path extrusionOk="0" h="1052" w="796">
                  <a:moveTo>
                    <a:pt x="667" y="0"/>
                  </a:moveTo>
                  <a:cubicBezTo>
                    <a:pt x="646" y="0"/>
                    <a:pt x="625" y="6"/>
                    <a:pt x="604" y="19"/>
                  </a:cubicBezTo>
                  <a:cubicBezTo>
                    <a:pt x="462" y="108"/>
                    <a:pt x="370" y="297"/>
                    <a:pt x="285" y="436"/>
                  </a:cubicBezTo>
                  <a:cubicBezTo>
                    <a:pt x="193" y="586"/>
                    <a:pt x="112" y="742"/>
                    <a:pt x="39" y="903"/>
                  </a:cubicBezTo>
                  <a:cubicBezTo>
                    <a:pt x="1" y="987"/>
                    <a:pt x="71" y="1052"/>
                    <a:pt x="142" y="1052"/>
                  </a:cubicBezTo>
                  <a:cubicBezTo>
                    <a:pt x="179" y="1052"/>
                    <a:pt x="218" y="1033"/>
                    <a:pt x="240" y="990"/>
                  </a:cubicBezTo>
                  <a:cubicBezTo>
                    <a:pt x="321" y="835"/>
                    <a:pt x="407" y="684"/>
                    <a:pt x="505" y="538"/>
                  </a:cubicBezTo>
                  <a:cubicBezTo>
                    <a:pt x="588" y="413"/>
                    <a:pt x="717" y="293"/>
                    <a:pt x="767" y="148"/>
                  </a:cubicBezTo>
                  <a:cubicBezTo>
                    <a:pt x="796" y="69"/>
                    <a:pt x="737" y="0"/>
                    <a:pt x="6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2025" lIns="91425" spcFirstLastPara="1" rIns="91425" wrap="square" tIns="32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26" name="Google Shape;1626;p13"/>
            <p:cNvSpPr/>
            <p:nvPr/>
          </p:nvSpPr>
          <p:spPr>
            <a:xfrm>
              <a:off x="7992720" y="216360"/>
              <a:ext cx="19080" cy="15480"/>
            </a:xfrm>
            <a:custGeom>
              <a:rect b="b" l="l" r="r" t="t"/>
              <a:pathLst>
                <a:path extrusionOk="0" h="257" w="321">
                  <a:moveTo>
                    <a:pt x="168" y="0"/>
                  </a:moveTo>
                  <a:cubicBezTo>
                    <a:pt x="85" y="0"/>
                    <a:pt x="0" y="75"/>
                    <a:pt x="38" y="177"/>
                  </a:cubicBezTo>
                  <a:cubicBezTo>
                    <a:pt x="61" y="233"/>
                    <a:pt x="106" y="256"/>
                    <a:pt x="153" y="256"/>
                  </a:cubicBezTo>
                  <a:cubicBezTo>
                    <a:pt x="235" y="256"/>
                    <a:pt x="321" y="181"/>
                    <a:pt x="282" y="80"/>
                  </a:cubicBezTo>
                  <a:cubicBezTo>
                    <a:pt x="260" y="24"/>
                    <a:pt x="214" y="0"/>
                    <a:pt x="1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900" lIns="91425" spcFirstLastPara="1" rIns="91425" wrap="square" tIns="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27" name="Google Shape;1627;p13"/>
            <p:cNvSpPr/>
            <p:nvPr/>
          </p:nvSpPr>
          <p:spPr>
            <a:xfrm>
              <a:off x="7539840" y="355680"/>
              <a:ext cx="21600" cy="25560"/>
            </a:xfrm>
            <a:custGeom>
              <a:rect b="b" l="l" r="r" t="t"/>
              <a:pathLst>
                <a:path extrusionOk="0" h="427" w="361">
                  <a:moveTo>
                    <a:pt x="157" y="0"/>
                  </a:moveTo>
                  <a:cubicBezTo>
                    <a:pt x="140" y="0"/>
                    <a:pt x="123" y="4"/>
                    <a:pt x="105" y="10"/>
                  </a:cubicBezTo>
                  <a:cubicBezTo>
                    <a:pt x="21" y="43"/>
                    <a:pt x="0" y="127"/>
                    <a:pt x="20" y="205"/>
                  </a:cubicBezTo>
                  <a:cubicBezTo>
                    <a:pt x="36" y="263"/>
                    <a:pt x="47" y="322"/>
                    <a:pt x="89" y="369"/>
                  </a:cubicBezTo>
                  <a:cubicBezTo>
                    <a:pt x="124" y="409"/>
                    <a:pt x="167" y="427"/>
                    <a:pt x="209" y="427"/>
                  </a:cubicBezTo>
                  <a:cubicBezTo>
                    <a:pt x="288" y="427"/>
                    <a:pt x="360" y="364"/>
                    <a:pt x="359" y="264"/>
                  </a:cubicBezTo>
                  <a:cubicBezTo>
                    <a:pt x="356" y="202"/>
                    <a:pt x="325" y="151"/>
                    <a:pt x="296" y="95"/>
                  </a:cubicBezTo>
                  <a:cubicBezTo>
                    <a:pt x="268" y="40"/>
                    <a:pt x="216" y="0"/>
                    <a:pt x="1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950" lIns="91425" spcFirstLastPara="1" rIns="91425" wrap="square" tIns="12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28" name="Google Shape;1628;p13"/>
            <p:cNvSpPr/>
            <p:nvPr/>
          </p:nvSpPr>
          <p:spPr>
            <a:xfrm>
              <a:off x="7103880" y="455400"/>
              <a:ext cx="97200" cy="52920"/>
            </a:xfrm>
            <a:custGeom>
              <a:rect b="b" l="l" r="r" t="t"/>
              <a:pathLst>
                <a:path extrusionOk="0" h="870" w="1600">
                  <a:moveTo>
                    <a:pt x="924" y="218"/>
                  </a:moveTo>
                  <a:cubicBezTo>
                    <a:pt x="1062" y="218"/>
                    <a:pt x="1198" y="247"/>
                    <a:pt x="1327" y="299"/>
                  </a:cubicBezTo>
                  <a:cubicBezTo>
                    <a:pt x="1324" y="333"/>
                    <a:pt x="1347" y="365"/>
                    <a:pt x="1377" y="380"/>
                  </a:cubicBezTo>
                  <a:cubicBezTo>
                    <a:pt x="1388" y="470"/>
                    <a:pt x="1103" y="601"/>
                    <a:pt x="1051" y="616"/>
                  </a:cubicBezTo>
                  <a:cubicBezTo>
                    <a:pt x="993" y="632"/>
                    <a:pt x="933" y="640"/>
                    <a:pt x="873" y="640"/>
                  </a:cubicBezTo>
                  <a:cubicBezTo>
                    <a:pt x="777" y="640"/>
                    <a:pt x="682" y="619"/>
                    <a:pt x="597" y="574"/>
                  </a:cubicBezTo>
                  <a:cubicBezTo>
                    <a:pt x="516" y="528"/>
                    <a:pt x="377" y="443"/>
                    <a:pt x="475" y="337"/>
                  </a:cubicBezTo>
                  <a:cubicBezTo>
                    <a:pt x="533" y="278"/>
                    <a:pt x="693" y="244"/>
                    <a:pt x="770" y="231"/>
                  </a:cubicBezTo>
                  <a:cubicBezTo>
                    <a:pt x="821" y="222"/>
                    <a:pt x="873" y="218"/>
                    <a:pt x="924" y="218"/>
                  </a:cubicBezTo>
                  <a:close/>
                  <a:moveTo>
                    <a:pt x="826" y="0"/>
                  </a:moveTo>
                  <a:cubicBezTo>
                    <a:pt x="648" y="0"/>
                    <a:pt x="472" y="43"/>
                    <a:pt x="328" y="140"/>
                  </a:cubicBezTo>
                  <a:cubicBezTo>
                    <a:pt x="1" y="365"/>
                    <a:pt x="312" y="724"/>
                    <a:pt x="573" y="819"/>
                  </a:cubicBezTo>
                  <a:cubicBezTo>
                    <a:pt x="665" y="853"/>
                    <a:pt x="764" y="869"/>
                    <a:pt x="863" y="869"/>
                  </a:cubicBezTo>
                  <a:cubicBezTo>
                    <a:pt x="1075" y="869"/>
                    <a:pt x="1289" y="794"/>
                    <a:pt x="1440" y="649"/>
                  </a:cubicBezTo>
                  <a:cubicBezTo>
                    <a:pt x="1528" y="567"/>
                    <a:pt x="1599" y="450"/>
                    <a:pt x="1559" y="323"/>
                  </a:cubicBezTo>
                  <a:cubicBezTo>
                    <a:pt x="1539" y="261"/>
                    <a:pt x="1500" y="225"/>
                    <a:pt x="1452" y="222"/>
                  </a:cubicBezTo>
                  <a:cubicBezTo>
                    <a:pt x="1450" y="195"/>
                    <a:pt x="1437" y="167"/>
                    <a:pt x="1408" y="151"/>
                  </a:cubicBezTo>
                  <a:cubicBezTo>
                    <a:pt x="1241" y="57"/>
                    <a:pt x="1032" y="0"/>
                    <a:pt x="8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6625" lIns="91425" spcFirstLastPara="1" rIns="91425" wrap="square" tIns="266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29" name="Google Shape;1629;p13"/>
            <p:cNvSpPr/>
            <p:nvPr/>
          </p:nvSpPr>
          <p:spPr>
            <a:xfrm>
              <a:off x="7909560" y="192960"/>
              <a:ext cx="20880" cy="16560"/>
            </a:xfrm>
            <a:custGeom>
              <a:rect b="b" l="l" r="r" t="t"/>
              <a:pathLst>
                <a:path extrusionOk="0" h="276" w="348">
                  <a:moveTo>
                    <a:pt x="182" y="0"/>
                  </a:moveTo>
                  <a:cubicBezTo>
                    <a:pt x="93" y="0"/>
                    <a:pt x="1" y="81"/>
                    <a:pt x="42" y="188"/>
                  </a:cubicBezTo>
                  <a:cubicBezTo>
                    <a:pt x="67" y="249"/>
                    <a:pt x="117" y="275"/>
                    <a:pt x="168" y="275"/>
                  </a:cubicBezTo>
                  <a:cubicBezTo>
                    <a:pt x="257" y="275"/>
                    <a:pt x="348" y="195"/>
                    <a:pt x="305" y="86"/>
                  </a:cubicBezTo>
                  <a:cubicBezTo>
                    <a:pt x="281" y="26"/>
                    <a:pt x="232" y="0"/>
                    <a:pt x="1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8275" lIns="91425" spcFirstLastPara="1" rIns="91425" wrap="square" tIns="8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30" name="Google Shape;1630;p13"/>
            <p:cNvSpPr/>
            <p:nvPr/>
          </p:nvSpPr>
          <p:spPr>
            <a:xfrm>
              <a:off x="7049880" y="514800"/>
              <a:ext cx="32040" cy="18360"/>
            </a:xfrm>
            <a:custGeom>
              <a:rect b="b" l="l" r="r" t="t"/>
              <a:pathLst>
                <a:path extrusionOk="0" h="307" w="528">
                  <a:moveTo>
                    <a:pt x="313" y="0"/>
                  </a:moveTo>
                  <a:cubicBezTo>
                    <a:pt x="269" y="0"/>
                    <a:pt x="228" y="17"/>
                    <a:pt x="193" y="47"/>
                  </a:cubicBezTo>
                  <a:cubicBezTo>
                    <a:pt x="170" y="53"/>
                    <a:pt x="145" y="57"/>
                    <a:pt x="122" y="60"/>
                  </a:cubicBezTo>
                  <a:cubicBezTo>
                    <a:pt x="17" y="80"/>
                    <a:pt x="0" y="241"/>
                    <a:pt x="116" y="256"/>
                  </a:cubicBezTo>
                  <a:lnTo>
                    <a:pt x="201" y="266"/>
                  </a:lnTo>
                  <a:cubicBezTo>
                    <a:pt x="225" y="285"/>
                    <a:pt x="252" y="300"/>
                    <a:pt x="288" y="305"/>
                  </a:cubicBezTo>
                  <a:cubicBezTo>
                    <a:pt x="294" y="306"/>
                    <a:pt x="300" y="306"/>
                    <a:pt x="306" y="306"/>
                  </a:cubicBezTo>
                  <a:cubicBezTo>
                    <a:pt x="353" y="306"/>
                    <a:pt x="396" y="284"/>
                    <a:pt x="434" y="260"/>
                  </a:cubicBezTo>
                  <a:cubicBezTo>
                    <a:pt x="527" y="200"/>
                    <a:pt x="489" y="69"/>
                    <a:pt x="407" y="26"/>
                  </a:cubicBezTo>
                  <a:cubicBezTo>
                    <a:pt x="375" y="9"/>
                    <a:pt x="343" y="0"/>
                    <a:pt x="3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350" lIns="91425" spcFirstLastPara="1" rIns="91425" wrap="square" tIns="9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31" name="Google Shape;1631;p13"/>
            <p:cNvSpPr/>
            <p:nvPr/>
          </p:nvSpPr>
          <p:spPr>
            <a:xfrm>
              <a:off x="7126920" y="469080"/>
              <a:ext cx="61200" cy="25200"/>
            </a:xfrm>
            <a:custGeom>
              <a:rect b="b" l="l" r="r" t="t"/>
              <a:pathLst>
                <a:path extrusionOk="0" h="420" w="1007">
                  <a:moveTo>
                    <a:pt x="550" y="0"/>
                  </a:moveTo>
                  <a:cubicBezTo>
                    <a:pt x="498" y="0"/>
                    <a:pt x="444" y="5"/>
                    <a:pt x="391" y="14"/>
                  </a:cubicBezTo>
                  <a:cubicBezTo>
                    <a:pt x="313" y="25"/>
                    <a:pt x="153" y="58"/>
                    <a:pt x="97" y="120"/>
                  </a:cubicBezTo>
                  <a:cubicBezTo>
                    <a:pt x="0" y="226"/>
                    <a:pt x="138" y="311"/>
                    <a:pt x="220" y="355"/>
                  </a:cubicBezTo>
                  <a:cubicBezTo>
                    <a:pt x="303" y="399"/>
                    <a:pt x="399" y="420"/>
                    <a:pt x="494" y="420"/>
                  </a:cubicBezTo>
                  <a:cubicBezTo>
                    <a:pt x="554" y="420"/>
                    <a:pt x="614" y="412"/>
                    <a:pt x="671" y="396"/>
                  </a:cubicBezTo>
                  <a:cubicBezTo>
                    <a:pt x="723" y="382"/>
                    <a:pt x="1006" y="250"/>
                    <a:pt x="997" y="160"/>
                  </a:cubicBezTo>
                  <a:cubicBezTo>
                    <a:pt x="965" y="144"/>
                    <a:pt x="944" y="113"/>
                    <a:pt x="950" y="80"/>
                  </a:cubicBezTo>
                  <a:cubicBezTo>
                    <a:pt x="822" y="29"/>
                    <a:pt x="687" y="0"/>
                    <a:pt x="5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2600" lIns="91425" spcFirstLastPara="1" rIns="91425" wrap="square" tIns="12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32" name="Google Shape;1632;p13"/>
            <p:cNvSpPr/>
            <p:nvPr/>
          </p:nvSpPr>
          <p:spPr>
            <a:xfrm>
              <a:off x="7850880" y="190800"/>
              <a:ext cx="23760" cy="18720"/>
            </a:xfrm>
            <a:custGeom>
              <a:rect b="b" l="l" r="r" t="t"/>
              <a:pathLst>
                <a:path extrusionOk="0" h="315" w="393">
                  <a:moveTo>
                    <a:pt x="224" y="1"/>
                  </a:moveTo>
                  <a:cubicBezTo>
                    <a:pt x="206" y="1"/>
                    <a:pt x="188" y="5"/>
                    <a:pt x="172" y="13"/>
                  </a:cubicBezTo>
                  <a:cubicBezTo>
                    <a:pt x="152" y="26"/>
                    <a:pt x="130" y="36"/>
                    <a:pt x="109" y="48"/>
                  </a:cubicBezTo>
                  <a:cubicBezTo>
                    <a:pt x="44" y="83"/>
                    <a:pt x="0" y="152"/>
                    <a:pt x="31" y="227"/>
                  </a:cubicBezTo>
                  <a:cubicBezTo>
                    <a:pt x="55" y="287"/>
                    <a:pt x="107" y="314"/>
                    <a:pt x="163" y="314"/>
                  </a:cubicBezTo>
                  <a:cubicBezTo>
                    <a:pt x="179" y="314"/>
                    <a:pt x="195" y="312"/>
                    <a:pt x="211" y="308"/>
                  </a:cubicBezTo>
                  <a:cubicBezTo>
                    <a:pt x="235" y="301"/>
                    <a:pt x="258" y="295"/>
                    <a:pt x="281" y="290"/>
                  </a:cubicBezTo>
                  <a:cubicBezTo>
                    <a:pt x="359" y="269"/>
                    <a:pt x="393" y="167"/>
                    <a:pt x="366" y="97"/>
                  </a:cubicBezTo>
                  <a:cubicBezTo>
                    <a:pt x="345" y="45"/>
                    <a:pt x="284" y="1"/>
                    <a:pt x="2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350" lIns="91425" spcFirstLastPara="1" rIns="91425" wrap="square" tIns="9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33" name="Google Shape;1633;p13"/>
            <p:cNvSpPr/>
            <p:nvPr/>
          </p:nvSpPr>
          <p:spPr>
            <a:xfrm>
              <a:off x="7587000" y="240120"/>
              <a:ext cx="22680" cy="19800"/>
            </a:xfrm>
            <a:custGeom>
              <a:rect b="b" l="l" r="r" t="t"/>
              <a:pathLst>
                <a:path extrusionOk="0" h="331" w="380">
                  <a:moveTo>
                    <a:pt x="224" y="1"/>
                  </a:moveTo>
                  <a:cubicBezTo>
                    <a:pt x="116" y="1"/>
                    <a:pt x="0" y="107"/>
                    <a:pt x="90" y="238"/>
                  </a:cubicBezTo>
                  <a:lnTo>
                    <a:pt x="114" y="272"/>
                  </a:lnTo>
                  <a:cubicBezTo>
                    <a:pt x="141" y="313"/>
                    <a:pt x="178" y="330"/>
                    <a:pt x="216" y="330"/>
                  </a:cubicBezTo>
                  <a:cubicBezTo>
                    <a:pt x="237" y="330"/>
                    <a:pt x="257" y="325"/>
                    <a:pt x="277" y="316"/>
                  </a:cubicBezTo>
                  <a:cubicBezTo>
                    <a:pt x="335" y="299"/>
                    <a:pt x="379" y="249"/>
                    <a:pt x="369" y="171"/>
                  </a:cubicBezTo>
                  <a:lnTo>
                    <a:pt x="363" y="132"/>
                  </a:lnTo>
                  <a:cubicBezTo>
                    <a:pt x="350" y="39"/>
                    <a:pt x="288" y="1"/>
                    <a:pt x="2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0075" lIns="91425" spcFirstLastPara="1" rIns="91425" wrap="square" tIns="100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34" name="Google Shape;1634;p13"/>
            <p:cNvSpPr/>
            <p:nvPr/>
          </p:nvSpPr>
          <p:spPr>
            <a:xfrm>
              <a:off x="7909560" y="107640"/>
              <a:ext cx="25200" cy="20160"/>
            </a:xfrm>
            <a:custGeom>
              <a:rect b="b" l="l" r="r" t="t"/>
              <a:pathLst>
                <a:path extrusionOk="0" h="335" w="419">
                  <a:moveTo>
                    <a:pt x="237" y="0"/>
                  </a:moveTo>
                  <a:cubicBezTo>
                    <a:pt x="218" y="0"/>
                    <a:pt x="199" y="4"/>
                    <a:pt x="180" y="13"/>
                  </a:cubicBezTo>
                  <a:lnTo>
                    <a:pt x="118" y="42"/>
                  </a:lnTo>
                  <a:cubicBezTo>
                    <a:pt x="44" y="77"/>
                    <a:pt x="0" y="159"/>
                    <a:pt x="31" y="239"/>
                  </a:cubicBezTo>
                  <a:cubicBezTo>
                    <a:pt x="56" y="302"/>
                    <a:pt x="114" y="335"/>
                    <a:pt x="176" y="335"/>
                  </a:cubicBezTo>
                  <a:cubicBezTo>
                    <a:pt x="194" y="335"/>
                    <a:pt x="212" y="332"/>
                    <a:pt x="230" y="326"/>
                  </a:cubicBezTo>
                  <a:lnTo>
                    <a:pt x="295" y="307"/>
                  </a:lnTo>
                  <a:cubicBezTo>
                    <a:pt x="376" y="280"/>
                    <a:pt x="418" y="176"/>
                    <a:pt x="385" y="101"/>
                  </a:cubicBezTo>
                  <a:cubicBezTo>
                    <a:pt x="359" y="44"/>
                    <a:pt x="301" y="0"/>
                    <a:pt x="2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0075" lIns="91425" spcFirstLastPara="1" rIns="91425" wrap="square" tIns="100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35" name="Google Shape;1635;p13"/>
            <p:cNvSpPr/>
            <p:nvPr/>
          </p:nvSpPr>
          <p:spPr>
            <a:xfrm>
              <a:off x="7819920" y="147600"/>
              <a:ext cx="17640" cy="13680"/>
            </a:xfrm>
            <a:custGeom>
              <a:rect b="b" l="l" r="r" t="t"/>
              <a:pathLst>
                <a:path extrusionOk="0" h="229" w="293">
                  <a:moveTo>
                    <a:pt x="153" y="0"/>
                  </a:moveTo>
                  <a:cubicBezTo>
                    <a:pt x="78" y="0"/>
                    <a:pt x="1" y="67"/>
                    <a:pt x="37" y="156"/>
                  </a:cubicBezTo>
                  <a:cubicBezTo>
                    <a:pt x="57" y="207"/>
                    <a:pt x="99" y="229"/>
                    <a:pt x="141" y="229"/>
                  </a:cubicBezTo>
                  <a:cubicBezTo>
                    <a:pt x="215" y="229"/>
                    <a:pt x="292" y="162"/>
                    <a:pt x="257" y="71"/>
                  </a:cubicBezTo>
                  <a:cubicBezTo>
                    <a:pt x="236" y="21"/>
                    <a:pt x="195" y="0"/>
                    <a:pt x="1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825" lIns="91425" spcFirstLastPara="1" rIns="91425" wrap="square" tIns="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36" name="Google Shape;1636;p13"/>
            <p:cNvSpPr/>
            <p:nvPr/>
          </p:nvSpPr>
          <p:spPr>
            <a:xfrm>
              <a:off x="7188480" y="394920"/>
              <a:ext cx="17280" cy="13680"/>
            </a:xfrm>
            <a:custGeom>
              <a:rect b="b" l="l" r="r" t="t"/>
              <a:pathLst>
                <a:path extrusionOk="0" h="229" w="290">
                  <a:moveTo>
                    <a:pt x="151" y="1"/>
                  </a:moveTo>
                  <a:cubicBezTo>
                    <a:pt x="77" y="1"/>
                    <a:pt x="0" y="68"/>
                    <a:pt x="36" y="158"/>
                  </a:cubicBezTo>
                  <a:cubicBezTo>
                    <a:pt x="56" y="208"/>
                    <a:pt x="96" y="229"/>
                    <a:pt x="138" y="229"/>
                  </a:cubicBezTo>
                  <a:cubicBezTo>
                    <a:pt x="212" y="229"/>
                    <a:pt x="289" y="162"/>
                    <a:pt x="254" y="73"/>
                  </a:cubicBezTo>
                  <a:cubicBezTo>
                    <a:pt x="234" y="22"/>
                    <a:pt x="193" y="1"/>
                    <a:pt x="1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825" lIns="91425" spcFirstLastPara="1" rIns="91425" wrap="square" tIns="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37" name="Google Shape;1637;p13"/>
            <p:cNvSpPr/>
            <p:nvPr/>
          </p:nvSpPr>
          <p:spPr>
            <a:xfrm>
              <a:off x="7677360" y="193680"/>
              <a:ext cx="18360" cy="14400"/>
            </a:xfrm>
            <a:custGeom>
              <a:rect b="b" l="l" r="r" t="t"/>
              <a:pathLst>
                <a:path extrusionOk="0" h="243" w="305">
                  <a:moveTo>
                    <a:pt x="159" y="1"/>
                  </a:moveTo>
                  <a:cubicBezTo>
                    <a:pt x="81" y="1"/>
                    <a:pt x="0" y="71"/>
                    <a:pt x="38" y="166"/>
                  </a:cubicBezTo>
                  <a:cubicBezTo>
                    <a:pt x="59" y="220"/>
                    <a:pt x="102" y="243"/>
                    <a:pt x="146" y="243"/>
                  </a:cubicBezTo>
                  <a:cubicBezTo>
                    <a:pt x="224" y="243"/>
                    <a:pt x="304" y="172"/>
                    <a:pt x="267" y="77"/>
                  </a:cubicBezTo>
                  <a:cubicBezTo>
                    <a:pt x="247" y="23"/>
                    <a:pt x="203" y="1"/>
                    <a:pt x="1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200" lIns="91425" spcFirstLastPara="1" rIns="91425" wrap="square" tIns="7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38" name="Google Shape;1638;p13"/>
            <p:cNvSpPr/>
            <p:nvPr/>
          </p:nvSpPr>
          <p:spPr>
            <a:xfrm>
              <a:off x="7129080" y="387720"/>
              <a:ext cx="22320" cy="17640"/>
            </a:xfrm>
            <a:custGeom>
              <a:rect b="b" l="l" r="r" t="t"/>
              <a:pathLst>
                <a:path extrusionOk="0" h="292" w="369">
                  <a:moveTo>
                    <a:pt x="193" y="0"/>
                  </a:moveTo>
                  <a:cubicBezTo>
                    <a:pt x="99" y="0"/>
                    <a:pt x="1" y="85"/>
                    <a:pt x="45" y="199"/>
                  </a:cubicBezTo>
                  <a:cubicBezTo>
                    <a:pt x="71" y="264"/>
                    <a:pt x="123" y="291"/>
                    <a:pt x="176" y="291"/>
                  </a:cubicBezTo>
                  <a:cubicBezTo>
                    <a:pt x="271" y="291"/>
                    <a:pt x="368" y="205"/>
                    <a:pt x="323" y="91"/>
                  </a:cubicBezTo>
                  <a:cubicBezTo>
                    <a:pt x="298" y="27"/>
                    <a:pt x="247" y="0"/>
                    <a:pt x="1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000" lIns="91425" spcFirstLastPara="1" rIns="91425" wrap="square" tIns="9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39" name="Google Shape;1639;p13"/>
            <p:cNvSpPr/>
            <p:nvPr/>
          </p:nvSpPr>
          <p:spPr>
            <a:xfrm>
              <a:off x="7800840" y="105480"/>
              <a:ext cx="23760" cy="18000"/>
            </a:xfrm>
            <a:custGeom>
              <a:rect b="b" l="l" r="r" t="t"/>
              <a:pathLst>
                <a:path extrusionOk="0" h="299" w="394">
                  <a:moveTo>
                    <a:pt x="251" y="1"/>
                  </a:moveTo>
                  <a:cubicBezTo>
                    <a:pt x="233" y="1"/>
                    <a:pt x="214" y="5"/>
                    <a:pt x="194" y="15"/>
                  </a:cubicBezTo>
                  <a:lnTo>
                    <a:pt x="151" y="26"/>
                  </a:lnTo>
                  <a:cubicBezTo>
                    <a:pt x="0" y="74"/>
                    <a:pt x="69" y="299"/>
                    <a:pt x="197" y="299"/>
                  </a:cubicBezTo>
                  <a:cubicBezTo>
                    <a:pt x="214" y="299"/>
                    <a:pt x="233" y="295"/>
                    <a:pt x="252" y="285"/>
                  </a:cubicBezTo>
                  <a:lnTo>
                    <a:pt x="293" y="267"/>
                  </a:lnTo>
                  <a:cubicBezTo>
                    <a:pt x="379" y="242"/>
                    <a:pt x="393" y="158"/>
                    <a:pt x="364" y="94"/>
                  </a:cubicBezTo>
                  <a:cubicBezTo>
                    <a:pt x="348" y="43"/>
                    <a:pt x="306" y="1"/>
                    <a:pt x="2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000" lIns="91425" spcFirstLastPara="1" rIns="91425" wrap="square" tIns="9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40" name="Google Shape;1640;p13"/>
            <p:cNvSpPr/>
            <p:nvPr/>
          </p:nvSpPr>
          <p:spPr>
            <a:xfrm>
              <a:off x="6949800" y="437040"/>
              <a:ext cx="27000" cy="21240"/>
            </a:xfrm>
            <a:custGeom>
              <a:rect b="b" l="l" r="r" t="t"/>
              <a:pathLst>
                <a:path extrusionOk="0" h="353" w="446">
                  <a:moveTo>
                    <a:pt x="233" y="0"/>
                  </a:moveTo>
                  <a:cubicBezTo>
                    <a:pt x="119" y="0"/>
                    <a:pt x="1" y="104"/>
                    <a:pt x="55" y="243"/>
                  </a:cubicBezTo>
                  <a:cubicBezTo>
                    <a:pt x="86" y="320"/>
                    <a:pt x="149" y="352"/>
                    <a:pt x="213" y="352"/>
                  </a:cubicBezTo>
                  <a:cubicBezTo>
                    <a:pt x="328" y="352"/>
                    <a:pt x="445" y="249"/>
                    <a:pt x="391" y="111"/>
                  </a:cubicBezTo>
                  <a:cubicBezTo>
                    <a:pt x="360" y="33"/>
                    <a:pt x="297" y="0"/>
                    <a:pt x="2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0800" lIns="91425" spcFirstLastPara="1" rIns="91425" wrap="square" tIns="10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41" name="Google Shape;1641;p13"/>
            <p:cNvSpPr/>
            <p:nvPr/>
          </p:nvSpPr>
          <p:spPr>
            <a:xfrm>
              <a:off x="7031160" y="399600"/>
              <a:ext cx="28080" cy="22320"/>
            </a:xfrm>
            <a:custGeom>
              <a:rect b="b" l="l" r="r" t="t"/>
              <a:pathLst>
                <a:path extrusionOk="0" h="371" w="466">
                  <a:moveTo>
                    <a:pt x="245" y="0"/>
                  </a:moveTo>
                  <a:cubicBezTo>
                    <a:pt x="125" y="0"/>
                    <a:pt x="1" y="110"/>
                    <a:pt x="57" y="255"/>
                  </a:cubicBezTo>
                  <a:cubicBezTo>
                    <a:pt x="89" y="336"/>
                    <a:pt x="155" y="371"/>
                    <a:pt x="222" y="371"/>
                  </a:cubicBezTo>
                  <a:cubicBezTo>
                    <a:pt x="342" y="371"/>
                    <a:pt x="466" y="261"/>
                    <a:pt x="410" y="116"/>
                  </a:cubicBezTo>
                  <a:cubicBezTo>
                    <a:pt x="378" y="35"/>
                    <a:pt x="312" y="0"/>
                    <a:pt x="2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1150" lIns="91425" spcFirstLastPara="1" rIns="91425" wrap="square" tIns="111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42" name="Google Shape;1642;p13"/>
            <p:cNvSpPr/>
            <p:nvPr/>
          </p:nvSpPr>
          <p:spPr>
            <a:xfrm>
              <a:off x="7688160" y="47520"/>
              <a:ext cx="58321" cy="79919"/>
            </a:xfrm>
            <a:custGeom>
              <a:rect b="b" l="l" r="r" t="t"/>
              <a:pathLst>
                <a:path extrusionOk="0" h="1313" w="961">
                  <a:moveTo>
                    <a:pt x="356" y="247"/>
                  </a:moveTo>
                  <a:cubicBezTo>
                    <a:pt x="448" y="247"/>
                    <a:pt x="551" y="388"/>
                    <a:pt x="589" y="442"/>
                  </a:cubicBezTo>
                  <a:cubicBezTo>
                    <a:pt x="674" y="567"/>
                    <a:pt x="720" y="709"/>
                    <a:pt x="733" y="853"/>
                  </a:cubicBezTo>
                  <a:cubicBezTo>
                    <a:pt x="727" y="862"/>
                    <a:pt x="720" y="873"/>
                    <a:pt x="718" y="883"/>
                  </a:cubicBezTo>
                  <a:cubicBezTo>
                    <a:pt x="700" y="951"/>
                    <a:pt x="706" y="995"/>
                    <a:pt x="639" y="1036"/>
                  </a:cubicBezTo>
                  <a:cubicBezTo>
                    <a:pt x="609" y="1054"/>
                    <a:pt x="578" y="1063"/>
                    <a:pt x="549" y="1063"/>
                  </a:cubicBezTo>
                  <a:cubicBezTo>
                    <a:pt x="495" y="1063"/>
                    <a:pt x="444" y="1036"/>
                    <a:pt x="405" y="992"/>
                  </a:cubicBezTo>
                  <a:cubicBezTo>
                    <a:pt x="295" y="869"/>
                    <a:pt x="266" y="649"/>
                    <a:pt x="265" y="490"/>
                  </a:cubicBezTo>
                  <a:cubicBezTo>
                    <a:pt x="263" y="434"/>
                    <a:pt x="258" y="276"/>
                    <a:pt x="330" y="251"/>
                  </a:cubicBezTo>
                  <a:cubicBezTo>
                    <a:pt x="338" y="248"/>
                    <a:pt x="347" y="247"/>
                    <a:pt x="356" y="247"/>
                  </a:cubicBezTo>
                  <a:close/>
                  <a:moveTo>
                    <a:pt x="343" y="0"/>
                  </a:moveTo>
                  <a:cubicBezTo>
                    <a:pt x="118" y="0"/>
                    <a:pt x="1" y="282"/>
                    <a:pt x="11" y="519"/>
                  </a:cubicBezTo>
                  <a:cubicBezTo>
                    <a:pt x="25" y="822"/>
                    <a:pt x="146" y="1308"/>
                    <a:pt x="528" y="1312"/>
                  </a:cubicBezTo>
                  <a:cubicBezTo>
                    <a:pt x="632" y="1312"/>
                    <a:pt x="775" y="1242"/>
                    <a:pt x="863" y="1145"/>
                  </a:cubicBezTo>
                  <a:cubicBezTo>
                    <a:pt x="891" y="1135"/>
                    <a:pt x="915" y="1114"/>
                    <a:pt x="922" y="1074"/>
                  </a:cubicBezTo>
                  <a:cubicBezTo>
                    <a:pt x="924" y="1064"/>
                    <a:pt x="925" y="1053"/>
                    <a:pt x="925" y="1045"/>
                  </a:cubicBezTo>
                  <a:cubicBezTo>
                    <a:pt x="937" y="1016"/>
                    <a:pt x="941" y="988"/>
                    <a:pt x="937" y="958"/>
                  </a:cubicBezTo>
                  <a:cubicBezTo>
                    <a:pt x="961" y="619"/>
                    <a:pt x="826" y="217"/>
                    <a:pt x="520" y="51"/>
                  </a:cubicBezTo>
                  <a:cubicBezTo>
                    <a:pt x="455" y="16"/>
                    <a:pt x="396" y="0"/>
                    <a:pt x="3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9950" lIns="91425" spcFirstLastPara="1" rIns="91425" wrap="square" tIns="39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43" name="Google Shape;1643;p13"/>
            <p:cNvSpPr/>
            <p:nvPr/>
          </p:nvSpPr>
          <p:spPr>
            <a:xfrm>
              <a:off x="7782840" y="37080"/>
              <a:ext cx="96480" cy="55800"/>
            </a:xfrm>
            <a:custGeom>
              <a:rect b="b" l="l" r="r" t="t"/>
              <a:pathLst>
                <a:path extrusionOk="0" h="920" w="1586">
                  <a:moveTo>
                    <a:pt x="1150" y="164"/>
                  </a:moveTo>
                  <a:lnTo>
                    <a:pt x="1150" y="164"/>
                  </a:lnTo>
                  <a:cubicBezTo>
                    <a:pt x="1155" y="289"/>
                    <a:pt x="1080" y="378"/>
                    <a:pt x="974" y="465"/>
                  </a:cubicBezTo>
                  <a:cubicBezTo>
                    <a:pt x="866" y="554"/>
                    <a:pt x="672" y="702"/>
                    <a:pt x="510" y="702"/>
                  </a:cubicBezTo>
                  <a:cubicBezTo>
                    <a:pt x="469" y="702"/>
                    <a:pt x="430" y="692"/>
                    <a:pt x="396" y="670"/>
                  </a:cubicBezTo>
                  <a:cubicBezTo>
                    <a:pt x="105" y="486"/>
                    <a:pt x="519" y="310"/>
                    <a:pt x="661" y="258"/>
                  </a:cubicBezTo>
                  <a:cubicBezTo>
                    <a:pt x="822" y="202"/>
                    <a:pt x="984" y="175"/>
                    <a:pt x="1150" y="164"/>
                  </a:cubicBezTo>
                  <a:close/>
                  <a:moveTo>
                    <a:pt x="1243" y="0"/>
                  </a:moveTo>
                  <a:cubicBezTo>
                    <a:pt x="1221" y="0"/>
                    <a:pt x="1198" y="7"/>
                    <a:pt x="1179" y="20"/>
                  </a:cubicBezTo>
                  <a:cubicBezTo>
                    <a:pt x="1142" y="18"/>
                    <a:pt x="1104" y="16"/>
                    <a:pt x="1065" y="16"/>
                  </a:cubicBezTo>
                  <a:cubicBezTo>
                    <a:pt x="771" y="16"/>
                    <a:pt x="441" y="77"/>
                    <a:pt x="219" y="252"/>
                  </a:cubicBezTo>
                  <a:cubicBezTo>
                    <a:pt x="0" y="422"/>
                    <a:pt x="2" y="711"/>
                    <a:pt x="241" y="863"/>
                  </a:cubicBezTo>
                  <a:cubicBezTo>
                    <a:pt x="304" y="902"/>
                    <a:pt x="383" y="920"/>
                    <a:pt x="469" y="920"/>
                  </a:cubicBezTo>
                  <a:cubicBezTo>
                    <a:pt x="921" y="920"/>
                    <a:pt x="1585" y="433"/>
                    <a:pt x="1313" y="37"/>
                  </a:cubicBezTo>
                  <a:cubicBezTo>
                    <a:pt x="1297" y="11"/>
                    <a:pt x="1270" y="0"/>
                    <a:pt x="12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8075" lIns="91425" spcFirstLastPara="1" rIns="91425" wrap="square" tIns="280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44" name="Google Shape;1644;p13"/>
            <p:cNvSpPr/>
            <p:nvPr/>
          </p:nvSpPr>
          <p:spPr>
            <a:xfrm>
              <a:off x="7490520" y="194400"/>
              <a:ext cx="16920" cy="13320"/>
            </a:xfrm>
            <a:custGeom>
              <a:rect b="b" l="l" r="r" t="t"/>
              <a:pathLst>
                <a:path extrusionOk="0" h="226" w="285">
                  <a:moveTo>
                    <a:pt x="149" y="0"/>
                  </a:moveTo>
                  <a:cubicBezTo>
                    <a:pt x="76" y="0"/>
                    <a:pt x="0" y="67"/>
                    <a:pt x="35" y="154"/>
                  </a:cubicBezTo>
                  <a:cubicBezTo>
                    <a:pt x="55" y="205"/>
                    <a:pt x="95" y="226"/>
                    <a:pt x="137" y="226"/>
                  </a:cubicBezTo>
                  <a:cubicBezTo>
                    <a:pt x="210" y="226"/>
                    <a:pt x="285" y="159"/>
                    <a:pt x="250" y="70"/>
                  </a:cubicBezTo>
                  <a:cubicBezTo>
                    <a:pt x="230" y="21"/>
                    <a:pt x="190" y="0"/>
                    <a:pt x="1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825" lIns="91425" spcFirstLastPara="1" rIns="91425" wrap="square" tIns="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45" name="Google Shape;1645;p13"/>
            <p:cNvSpPr/>
            <p:nvPr/>
          </p:nvSpPr>
          <p:spPr>
            <a:xfrm>
              <a:off x="7789320" y="47160"/>
              <a:ext cx="63719" cy="32400"/>
            </a:xfrm>
            <a:custGeom>
              <a:rect b="b" l="l" r="r" t="t"/>
              <a:pathLst>
                <a:path extrusionOk="0" h="537" w="1050">
                  <a:moveTo>
                    <a:pt x="1045" y="1"/>
                  </a:moveTo>
                  <a:cubicBezTo>
                    <a:pt x="879" y="14"/>
                    <a:pt x="716" y="38"/>
                    <a:pt x="556" y="94"/>
                  </a:cubicBezTo>
                  <a:cubicBezTo>
                    <a:pt x="413" y="147"/>
                    <a:pt x="1" y="321"/>
                    <a:pt x="290" y="505"/>
                  </a:cubicBezTo>
                  <a:cubicBezTo>
                    <a:pt x="324" y="527"/>
                    <a:pt x="362" y="537"/>
                    <a:pt x="403" y="537"/>
                  </a:cubicBezTo>
                  <a:cubicBezTo>
                    <a:pt x="564" y="537"/>
                    <a:pt x="760" y="389"/>
                    <a:pt x="868" y="300"/>
                  </a:cubicBezTo>
                  <a:cubicBezTo>
                    <a:pt x="974" y="213"/>
                    <a:pt x="1049" y="126"/>
                    <a:pt x="104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6200" lIns="91425" spcFirstLastPara="1" rIns="91425" wrap="square" tIns="16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46" name="Google Shape;1646;p13"/>
            <p:cNvSpPr/>
            <p:nvPr/>
          </p:nvSpPr>
          <p:spPr>
            <a:xfrm>
              <a:off x="7703640" y="62640"/>
              <a:ext cx="28800" cy="49320"/>
            </a:xfrm>
            <a:custGeom>
              <a:rect b="b" l="l" r="r" t="t"/>
              <a:pathLst>
                <a:path extrusionOk="0" h="814" w="476">
                  <a:moveTo>
                    <a:pt x="101" y="1"/>
                  </a:moveTo>
                  <a:cubicBezTo>
                    <a:pt x="92" y="1"/>
                    <a:pt x="83" y="2"/>
                    <a:pt x="75" y="5"/>
                  </a:cubicBezTo>
                  <a:cubicBezTo>
                    <a:pt x="1" y="29"/>
                    <a:pt x="7" y="189"/>
                    <a:pt x="9" y="243"/>
                  </a:cubicBezTo>
                  <a:cubicBezTo>
                    <a:pt x="12" y="402"/>
                    <a:pt x="41" y="622"/>
                    <a:pt x="151" y="744"/>
                  </a:cubicBezTo>
                  <a:cubicBezTo>
                    <a:pt x="190" y="788"/>
                    <a:pt x="241" y="814"/>
                    <a:pt x="294" y="814"/>
                  </a:cubicBezTo>
                  <a:cubicBezTo>
                    <a:pt x="324" y="814"/>
                    <a:pt x="355" y="805"/>
                    <a:pt x="385" y="787"/>
                  </a:cubicBezTo>
                  <a:cubicBezTo>
                    <a:pt x="452" y="745"/>
                    <a:pt x="445" y="702"/>
                    <a:pt x="462" y="637"/>
                  </a:cubicBezTo>
                  <a:cubicBezTo>
                    <a:pt x="464" y="626"/>
                    <a:pt x="471" y="616"/>
                    <a:pt x="476" y="608"/>
                  </a:cubicBezTo>
                  <a:cubicBezTo>
                    <a:pt x="464" y="462"/>
                    <a:pt x="418" y="320"/>
                    <a:pt x="333" y="197"/>
                  </a:cubicBezTo>
                  <a:cubicBezTo>
                    <a:pt x="294" y="141"/>
                    <a:pt x="193" y="1"/>
                    <a:pt x="1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24825" lIns="91425" spcFirstLastPara="1" rIns="91425" wrap="square" tIns="24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47" name="Google Shape;1647;p13"/>
            <p:cNvSpPr/>
            <p:nvPr/>
          </p:nvSpPr>
          <p:spPr>
            <a:xfrm>
              <a:off x="7905600" y="16560"/>
              <a:ext cx="20880" cy="20160"/>
            </a:xfrm>
            <a:custGeom>
              <a:rect b="b" l="l" r="r" t="t"/>
              <a:pathLst>
                <a:path extrusionOk="0" h="338" w="350">
                  <a:moveTo>
                    <a:pt x="161" y="0"/>
                  </a:moveTo>
                  <a:cubicBezTo>
                    <a:pt x="79" y="0"/>
                    <a:pt x="0" y="74"/>
                    <a:pt x="32" y="181"/>
                  </a:cubicBezTo>
                  <a:cubicBezTo>
                    <a:pt x="39" y="204"/>
                    <a:pt x="45" y="225"/>
                    <a:pt x="52" y="249"/>
                  </a:cubicBezTo>
                  <a:cubicBezTo>
                    <a:pt x="67" y="305"/>
                    <a:pt x="128" y="338"/>
                    <a:pt x="185" y="338"/>
                  </a:cubicBezTo>
                  <a:cubicBezTo>
                    <a:pt x="203" y="338"/>
                    <a:pt x="219" y="335"/>
                    <a:pt x="234" y="328"/>
                  </a:cubicBezTo>
                  <a:cubicBezTo>
                    <a:pt x="300" y="302"/>
                    <a:pt x="349" y="214"/>
                    <a:pt x="318" y="146"/>
                  </a:cubicBezTo>
                  <a:lnTo>
                    <a:pt x="286" y="82"/>
                  </a:lnTo>
                  <a:cubicBezTo>
                    <a:pt x="256" y="25"/>
                    <a:pt x="208" y="0"/>
                    <a:pt x="1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0075" lIns="91425" spcFirstLastPara="1" rIns="91425" wrap="square" tIns="100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48" name="Google Shape;1648;p13"/>
            <p:cNvSpPr/>
            <p:nvPr/>
          </p:nvSpPr>
          <p:spPr>
            <a:xfrm>
              <a:off x="7203600" y="265320"/>
              <a:ext cx="24480" cy="24840"/>
            </a:xfrm>
            <a:custGeom>
              <a:rect b="b" l="l" r="r" t="t"/>
              <a:pathLst>
                <a:path extrusionOk="0" h="410" w="405">
                  <a:moveTo>
                    <a:pt x="214" y="1"/>
                  </a:moveTo>
                  <a:cubicBezTo>
                    <a:pt x="151" y="1"/>
                    <a:pt x="87" y="36"/>
                    <a:pt x="65" y="98"/>
                  </a:cubicBezTo>
                  <a:cubicBezTo>
                    <a:pt x="53" y="128"/>
                    <a:pt x="42" y="159"/>
                    <a:pt x="31" y="190"/>
                  </a:cubicBezTo>
                  <a:cubicBezTo>
                    <a:pt x="1" y="270"/>
                    <a:pt x="29" y="360"/>
                    <a:pt x="110" y="396"/>
                  </a:cubicBezTo>
                  <a:cubicBezTo>
                    <a:pt x="131" y="405"/>
                    <a:pt x="153" y="410"/>
                    <a:pt x="173" y="410"/>
                  </a:cubicBezTo>
                  <a:cubicBezTo>
                    <a:pt x="233" y="410"/>
                    <a:pt x="287" y="373"/>
                    <a:pt x="315" y="316"/>
                  </a:cubicBezTo>
                  <a:cubicBezTo>
                    <a:pt x="332" y="288"/>
                    <a:pt x="347" y="258"/>
                    <a:pt x="362" y="230"/>
                  </a:cubicBezTo>
                  <a:cubicBezTo>
                    <a:pt x="405" y="152"/>
                    <a:pt x="357" y="49"/>
                    <a:pt x="279" y="15"/>
                  </a:cubicBezTo>
                  <a:cubicBezTo>
                    <a:pt x="259" y="5"/>
                    <a:pt x="237" y="1"/>
                    <a:pt x="2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600" lIns="91425" spcFirstLastPara="1" rIns="91425" wrap="square" tIns="12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49" name="Google Shape;1649;p13"/>
            <p:cNvSpPr/>
            <p:nvPr/>
          </p:nvSpPr>
          <p:spPr>
            <a:xfrm>
              <a:off x="7639920" y="91800"/>
              <a:ext cx="21240" cy="19080"/>
            </a:xfrm>
            <a:custGeom>
              <a:rect b="b" l="l" r="r" t="t"/>
              <a:pathLst>
                <a:path extrusionOk="0" h="318" w="356">
                  <a:moveTo>
                    <a:pt x="206" y="1"/>
                  </a:moveTo>
                  <a:cubicBezTo>
                    <a:pt x="106" y="1"/>
                    <a:pt x="0" y="100"/>
                    <a:pt x="81" y="224"/>
                  </a:cubicBezTo>
                  <a:cubicBezTo>
                    <a:pt x="88" y="235"/>
                    <a:pt x="96" y="247"/>
                    <a:pt x="105" y="259"/>
                  </a:cubicBezTo>
                  <a:cubicBezTo>
                    <a:pt x="130" y="301"/>
                    <a:pt x="165" y="318"/>
                    <a:pt x="200" y="318"/>
                  </a:cubicBezTo>
                  <a:cubicBezTo>
                    <a:pt x="220" y="318"/>
                    <a:pt x="240" y="312"/>
                    <a:pt x="258" y="302"/>
                  </a:cubicBezTo>
                  <a:cubicBezTo>
                    <a:pt x="313" y="288"/>
                    <a:pt x="356" y="241"/>
                    <a:pt x="343" y="166"/>
                  </a:cubicBezTo>
                  <a:cubicBezTo>
                    <a:pt x="342" y="152"/>
                    <a:pt x="339" y="139"/>
                    <a:pt x="339" y="123"/>
                  </a:cubicBezTo>
                  <a:cubicBezTo>
                    <a:pt x="324" y="36"/>
                    <a:pt x="266" y="1"/>
                    <a:pt x="2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50" name="Google Shape;1650;p13"/>
            <p:cNvSpPr/>
            <p:nvPr/>
          </p:nvSpPr>
          <p:spPr>
            <a:xfrm>
              <a:off x="7574400" y="105120"/>
              <a:ext cx="27360" cy="26640"/>
            </a:xfrm>
            <a:custGeom>
              <a:rect b="b" l="l" r="r" t="t"/>
              <a:pathLst>
                <a:path extrusionOk="0" h="444" w="456">
                  <a:moveTo>
                    <a:pt x="153" y="0"/>
                  </a:moveTo>
                  <a:cubicBezTo>
                    <a:pt x="115" y="0"/>
                    <a:pt x="76" y="15"/>
                    <a:pt x="53" y="39"/>
                  </a:cubicBezTo>
                  <a:cubicBezTo>
                    <a:pt x="3" y="89"/>
                    <a:pt x="0" y="160"/>
                    <a:pt x="38" y="219"/>
                  </a:cubicBezTo>
                  <a:cubicBezTo>
                    <a:pt x="77" y="273"/>
                    <a:pt x="112" y="333"/>
                    <a:pt x="152" y="384"/>
                  </a:cubicBezTo>
                  <a:cubicBezTo>
                    <a:pt x="183" y="422"/>
                    <a:pt x="230" y="443"/>
                    <a:pt x="277" y="443"/>
                  </a:cubicBezTo>
                  <a:cubicBezTo>
                    <a:pt x="309" y="443"/>
                    <a:pt x="341" y="434"/>
                    <a:pt x="369" y="413"/>
                  </a:cubicBezTo>
                  <a:cubicBezTo>
                    <a:pt x="432" y="365"/>
                    <a:pt x="455" y="259"/>
                    <a:pt x="400" y="199"/>
                  </a:cubicBezTo>
                  <a:cubicBezTo>
                    <a:pt x="349" y="138"/>
                    <a:pt x="288" y="86"/>
                    <a:pt x="231" y="31"/>
                  </a:cubicBezTo>
                  <a:cubicBezTo>
                    <a:pt x="211" y="10"/>
                    <a:pt x="182" y="0"/>
                    <a:pt x="1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3300" lIns="91425" spcFirstLastPara="1" rIns="91425" wrap="square" tIns="13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51" name="Google Shape;1651;p13"/>
            <p:cNvSpPr/>
            <p:nvPr/>
          </p:nvSpPr>
          <p:spPr>
            <a:xfrm>
              <a:off x="7079040" y="312120"/>
              <a:ext cx="28080" cy="22320"/>
            </a:xfrm>
            <a:custGeom>
              <a:rect b="b" l="l" r="r" t="t"/>
              <a:pathLst>
                <a:path extrusionOk="0" h="370" w="467">
                  <a:moveTo>
                    <a:pt x="244" y="0"/>
                  </a:moveTo>
                  <a:cubicBezTo>
                    <a:pt x="125" y="0"/>
                    <a:pt x="1" y="109"/>
                    <a:pt x="57" y="254"/>
                  </a:cubicBezTo>
                  <a:cubicBezTo>
                    <a:pt x="89" y="335"/>
                    <a:pt x="155" y="370"/>
                    <a:pt x="223" y="370"/>
                  </a:cubicBezTo>
                  <a:cubicBezTo>
                    <a:pt x="343" y="370"/>
                    <a:pt x="467" y="261"/>
                    <a:pt x="410" y="116"/>
                  </a:cubicBezTo>
                  <a:cubicBezTo>
                    <a:pt x="378" y="35"/>
                    <a:pt x="312" y="0"/>
                    <a:pt x="2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1150" lIns="91425" spcFirstLastPara="1" rIns="91425" wrap="square" tIns="111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52" name="Google Shape;1652;p13"/>
            <p:cNvSpPr/>
            <p:nvPr/>
          </p:nvSpPr>
          <p:spPr>
            <a:xfrm>
              <a:off x="6946200" y="363960"/>
              <a:ext cx="21240" cy="16560"/>
            </a:xfrm>
            <a:custGeom>
              <a:rect b="b" l="l" r="r" t="t"/>
              <a:pathLst>
                <a:path extrusionOk="0" h="279" w="352">
                  <a:moveTo>
                    <a:pt x="185" y="0"/>
                  </a:moveTo>
                  <a:cubicBezTo>
                    <a:pt x="95" y="0"/>
                    <a:pt x="1" y="82"/>
                    <a:pt x="42" y="191"/>
                  </a:cubicBezTo>
                  <a:cubicBezTo>
                    <a:pt x="66" y="253"/>
                    <a:pt x="116" y="279"/>
                    <a:pt x="167" y="279"/>
                  </a:cubicBezTo>
                  <a:cubicBezTo>
                    <a:pt x="257" y="279"/>
                    <a:pt x="351" y="196"/>
                    <a:pt x="307" y="87"/>
                  </a:cubicBezTo>
                  <a:cubicBezTo>
                    <a:pt x="284" y="26"/>
                    <a:pt x="235" y="0"/>
                    <a:pt x="1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8275" lIns="91425" spcFirstLastPara="1" rIns="91425" wrap="square" tIns="8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53" name="Google Shape;1653;p13"/>
            <p:cNvSpPr/>
            <p:nvPr/>
          </p:nvSpPr>
          <p:spPr>
            <a:xfrm>
              <a:off x="7307640" y="209880"/>
              <a:ext cx="26640" cy="21240"/>
            </a:xfrm>
            <a:custGeom>
              <a:rect b="b" l="l" r="r" t="t"/>
              <a:pathLst>
                <a:path extrusionOk="0" h="351" w="440">
                  <a:moveTo>
                    <a:pt x="249" y="0"/>
                  </a:moveTo>
                  <a:cubicBezTo>
                    <a:pt x="231" y="0"/>
                    <a:pt x="212" y="3"/>
                    <a:pt x="194" y="11"/>
                  </a:cubicBezTo>
                  <a:cubicBezTo>
                    <a:pt x="173" y="21"/>
                    <a:pt x="150" y="29"/>
                    <a:pt x="128" y="38"/>
                  </a:cubicBezTo>
                  <a:cubicBezTo>
                    <a:pt x="51" y="72"/>
                    <a:pt x="0" y="166"/>
                    <a:pt x="38" y="249"/>
                  </a:cubicBezTo>
                  <a:cubicBezTo>
                    <a:pt x="66" y="313"/>
                    <a:pt x="125" y="351"/>
                    <a:pt x="189" y="351"/>
                  </a:cubicBezTo>
                  <a:cubicBezTo>
                    <a:pt x="208" y="351"/>
                    <a:pt x="227" y="348"/>
                    <a:pt x="247" y="341"/>
                  </a:cubicBezTo>
                  <a:cubicBezTo>
                    <a:pt x="269" y="332"/>
                    <a:pt x="291" y="325"/>
                    <a:pt x="312" y="315"/>
                  </a:cubicBezTo>
                  <a:cubicBezTo>
                    <a:pt x="394" y="287"/>
                    <a:pt x="440" y="185"/>
                    <a:pt x="404" y="106"/>
                  </a:cubicBezTo>
                  <a:cubicBezTo>
                    <a:pt x="376" y="42"/>
                    <a:pt x="314" y="0"/>
                    <a:pt x="2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0800" lIns="91425" spcFirstLastPara="1" rIns="91425" wrap="square" tIns="10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54" name="Google Shape;1654;p13"/>
            <p:cNvSpPr/>
            <p:nvPr/>
          </p:nvSpPr>
          <p:spPr>
            <a:xfrm>
              <a:off x="7770600" y="10800"/>
              <a:ext cx="18360" cy="14400"/>
            </a:xfrm>
            <a:custGeom>
              <a:rect b="b" l="l" r="r" t="t"/>
              <a:pathLst>
                <a:path extrusionOk="0" h="243" w="307">
                  <a:moveTo>
                    <a:pt x="160" y="0"/>
                  </a:moveTo>
                  <a:cubicBezTo>
                    <a:pt x="81" y="0"/>
                    <a:pt x="0" y="71"/>
                    <a:pt x="37" y="166"/>
                  </a:cubicBezTo>
                  <a:cubicBezTo>
                    <a:pt x="58" y="220"/>
                    <a:pt x="102" y="243"/>
                    <a:pt x="147" y="243"/>
                  </a:cubicBezTo>
                  <a:cubicBezTo>
                    <a:pt x="226" y="243"/>
                    <a:pt x="307" y="172"/>
                    <a:pt x="270" y="77"/>
                  </a:cubicBezTo>
                  <a:cubicBezTo>
                    <a:pt x="248" y="23"/>
                    <a:pt x="204" y="0"/>
                    <a:pt x="16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200" lIns="91425" spcFirstLastPara="1" rIns="91425" wrap="square" tIns="7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55" name="Google Shape;1655;p13"/>
            <p:cNvSpPr/>
            <p:nvPr/>
          </p:nvSpPr>
          <p:spPr>
            <a:xfrm>
              <a:off x="7418880" y="142920"/>
              <a:ext cx="19800" cy="15480"/>
            </a:xfrm>
            <a:custGeom>
              <a:rect b="b" l="l" r="r" t="t"/>
              <a:pathLst>
                <a:path extrusionOk="0" h="262" w="328">
                  <a:moveTo>
                    <a:pt x="172" y="0"/>
                  </a:moveTo>
                  <a:cubicBezTo>
                    <a:pt x="87" y="0"/>
                    <a:pt x="0" y="77"/>
                    <a:pt x="41" y="181"/>
                  </a:cubicBezTo>
                  <a:cubicBezTo>
                    <a:pt x="63" y="238"/>
                    <a:pt x="109" y="262"/>
                    <a:pt x="156" y="262"/>
                  </a:cubicBezTo>
                  <a:cubicBezTo>
                    <a:pt x="240" y="262"/>
                    <a:pt x="328" y="185"/>
                    <a:pt x="289" y="83"/>
                  </a:cubicBezTo>
                  <a:cubicBezTo>
                    <a:pt x="266" y="25"/>
                    <a:pt x="220" y="0"/>
                    <a:pt x="1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900" lIns="91425" spcFirstLastPara="1" rIns="91425" wrap="square" tIns="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56" name="Google Shape;1656;p13"/>
            <p:cNvSpPr/>
            <p:nvPr/>
          </p:nvSpPr>
          <p:spPr>
            <a:xfrm>
              <a:off x="7299720" y="107280"/>
              <a:ext cx="55079" cy="76680"/>
            </a:xfrm>
            <a:custGeom>
              <a:rect b="b" l="l" r="r" t="t"/>
              <a:pathLst>
                <a:path extrusionOk="0" h="1260" w="908">
                  <a:moveTo>
                    <a:pt x="349" y="283"/>
                  </a:moveTo>
                  <a:cubicBezTo>
                    <a:pt x="447" y="402"/>
                    <a:pt x="563" y="517"/>
                    <a:pt x="610" y="667"/>
                  </a:cubicBezTo>
                  <a:cubicBezTo>
                    <a:pt x="642" y="773"/>
                    <a:pt x="594" y="1023"/>
                    <a:pt x="443" y="1023"/>
                  </a:cubicBezTo>
                  <a:cubicBezTo>
                    <a:pt x="427" y="1023"/>
                    <a:pt x="410" y="1020"/>
                    <a:pt x="392" y="1014"/>
                  </a:cubicBezTo>
                  <a:cubicBezTo>
                    <a:pt x="236" y="964"/>
                    <a:pt x="257" y="680"/>
                    <a:pt x="273" y="565"/>
                  </a:cubicBezTo>
                  <a:cubicBezTo>
                    <a:pt x="286" y="466"/>
                    <a:pt x="314" y="374"/>
                    <a:pt x="349" y="283"/>
                  </a:cubicBezTo>
                  <a:close/>
                  <a:moveTo>
                    <a:pt x="319" y="0"/>
                  </a:moveTo>
                  <a:cubicBezTo>
                    <a:pt x="294" y="0"/>
                    <a:pt x="269" y="11"/>
                    <a:pt x="252" y="36"/>
                  </a:cubicBezTo>
                  <a:cubicBezTo>
                    <a:pt x="90" y="263"/>
                    <a:pt x="1" y="563"/>
                    <a:pt x="41" y="844"/>
                  </a:cubicBezTo>
                  <a:cubicBezTo>
                    <a:pt x="73" y="1052"/>
                    <a:pt x="206" y="1259"/>
                    <a:pt x="436" y="1259"/>
                  </a:cubicBezTo>
                  <a:cubicBezTo>
                    <a:pt x="438" y="1259"/>
                    <a:pt x="441" y="1259"/>
                    <a:pt x="443" y="1259"/>
                  </a:cubicBezTo>
                  <a:cubicBezTo>
                    <a:pt x="651" y="1254"/>
                    <a:pt x="821" y="1057"/>
                    <a:pt x="854" y="862"/>
                  </a:cubicBezTo>
                  <a:cubicBezTo>
                    <a:pt x="908" y="569"/>
                    <a:pt x="687" y="297"/>
                    <a:pt x="486" y="111"/>
                  </a:cubicBezTo>
                  <a:cubicBezTo>
                    <a:pt x="464" y="93"/>
                    <a:pt x="443" y="87"/>
                    <a:pt x="420" y="87"/>
                  </a:cubicBezTo>
                  <a:cubicBezTo>
                    <a:pt x="416" y="39"/>
                    <a:pt x="366" y="0"/>
                    <a:pt x="3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8500" lIns="91425" spcFirstLastPara="1" rIns="91425" wrap="square" tIns="38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57" name="Google Shape;1657;p13"/>
            <p:cNvSpPr/>
            <p:nvPr/>
          </p:nvSpPr>
          <p:spPr>
            <a:xfrm>
              <a:off x="7000560" y="292320"/>
              <a:ext cx="20880" cy="16560"/>
            </a:xfrm>
            <a:custGeom>
              <a:rect b="b" l="l" r="r" t="t"/>
              <a:pathLst>
                <a:path extrusionOk="0" h="275" w="347">
                  <a:moveTo>
                    <a:pt x="182" y="1"/>
                  </a:moveTo>
                  <a:cubicBezTo>
                    <a:pt x="93" y="1"/>
                    <a:pt x="0" y="82"/>
                    <a:pt x="42" y="189"/>
                  </a:cubicBezTo>
                  <a:cubicBezTo>
                    <a:pt x="66" y="249"/>
                    <a:pt x="116" y="275"/>
                    <a:pt x="166" y="275"/>
                  </a:cubicBezTo>
                  <a:cubicBezTo>
                    <a:pt x="255" y="275"/>
                    <a:pt x="346" y="195"/>
                    <a:pt x="304" y="87"/>
                  </a:cubicBezTo>
                  <a:cubicBezTo>
                    <a:pt x="281" y="26"/>
                    <a:pt x="232" y="1"/>
                    <a:pt x="1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8275" lIns="91425" spcFirstLastPara="1" rIns="91425" wrap="square" tIns="8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58" name="Google Shape;1658;p13"/>
            <p:cNvSpPr/>
            <p:nvPr/>
          </p:nvSpPr>
          <p:spPr>
            <a:xfrm>
              <a:off x="7167960" y="227520"/>
              <a:ext cx="19800" cy="15840"/>
            </a:xfrm>
            <a:custGeom>
              <a:rect b="b" l="l" r="r" t="t"/>
              <a:pathLst>
                <a:path extrusionOk="0" h="263" w="332">
                  <a:moveTo>
                    <a:pt x="173" y="0"/>
                  </a:moveTo>
                  <a:cubicBezTo>
                    <a:pt x="88" y="0"/>
                    <a:pt x="1" y="77"/>
                    <a:pt x="42" y="179"/>
                  </a:cubicBezTo>
                  <a:cubicBezTo>
                    <a:pt x="65" y="238"/>
                    <a:pt x="112" y="262"/>
                    <a:pt x="160" y="262"/>
                  </a:cubicBezTo>
                  <a:cubicBezTo>
                    <a:pt x="245" y="262"/>
                    <a:pt x="332" y="185"/>
                    <a:pt x="291" y="82"/>
                  </a:cubicBezTo>
                  <a:cubicBezTo>
                    <a:pt x="268" y="24"/>
                    <a:pt x="221" y="0"/>
                    <a:pt x="1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900" lIns="91425" spcFirstLastPara="1" rIns="91425" wrap="square" tIns="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59" name="Google Shape;1659;p13"/>
            <p:cNvSpPr/>
            <p:nvPr/>
          </p:nvSpPr>
          <p:spPr>
            <a:xfrm>
              <a:off x="6869160" y="319680"/>
              <a:ext cx="28080" cy="23040"/>
            </a:xfrm>
            <a:custGeom>
              <a:rect b="b" l="l" r="r" t="t"/>
              <a:pathLst>
                <a:path extrusionOk="0" h="383" w="468">
                  <a:moveTo>
                    <a:pt x="178" y="1"/>
                  </a:moveTo>
                  <a:cubicBezTo>
                    <a:pt x="122" y="1"/>
                    <a:pt x="69" y="27"/>
                    <a:pt x="38" y="80"/>
                  </a:cubicBezTo>
                  <a:cubicBezTo>
                    <a:pt x="0" y="145"/>
                    <a:pt x="9" y="246"/>
                    <a:pt x="78" y="292"/>
                  </a:cubicBezTo>
                  <a:cubicBezTo>
                    <a:pt x="105" y="310"/>
                    <a:pt x="130" y="329"/>
                    <a:pt x="157" y="346"/>
                  </a:cubicBezTo>
                  <a:cubicBezTo>
                    <a:pt x="194" y="370"/>
                    <a:pt x="235" y="382"/>
                    <a:pt x="274" y="382"/>
                  </a:cubicBezTo>
                  <a:cubicBezTo>
                    <a:pt x="330" y="382"/>
                    <a:pt x="383" y="356"/>
                    <a:pt x="417" y="300"/>
                  </a:cubicBezTo>
                  <a:cubicBezTo>
                    <a:pt x="468" y="212"/>
                    <a:pt x="437" y="87"/>
                    <a:pt x="335" y="46"/>
                  </a:cubicBezTo>
                  <a:cubicBezTo>
                    <a:pt x="305" y="33"/>
                    <a:pt x="275" y="22"/>
                    <a:pt x="242" y="12"/>
                  </a:cubicBezTo>
                  <a:cubicBezTo>
                    <a:pt x="221" y="4"/>
                    <a:pt x="200" y="1"/>
                    <a:pt x="1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1500" lIns="91425" spcFirstLastPara="1" rIns="91425" wrap="square" tIns="11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60" name="Google Shape;1660;p13"/>
            <p:cNvSpPr/>
            <p:nvPr/>
          </p:nvSpPr>
          <p:spPr>
            <a:xfrm>
              <a:off x="7314120" y="124560"/>
              <a:ext cx="24480" cy="44999"/>
            </a:xfrm>
            <a:custGeom>
              <a:rect b="b" l="l" r="r" t="t"/>
              <a:pathLst>
                <a:path extrusionOk="0" h="741" w="407">
                  <a:moveTo>
                    <a:pt x="113" y="1"/>
                  </a:moveTo>
                  <a:cubicBezTo>
                    <a:pt x="78" y="90"/>
                    <a:pt x="50" y="184"/>
                    <a:pt x="37" y="281"/>
                  </a:cubicBezTo>
                  <a:cubicBezTo>
                    <a:pt x="21" y="398"/>
                    <a:pt x="0" y="682"/>
                    <a:pt x="156" y="732"/>
                  </a:cubicBezTo>
                  <a:cubicBezTo>
                    <a:pt x="174" y="738"/>
                    <a:pt x="191" y="741"/>
                    <a:pt x="207" y="741"/>
                  </a:cubicBezTo>
                  <a:cubicBezTo>
                    <a:pt x="357" y="741"/>
                    <a:pt x="406" y="491"/>
                    <a:pt x="374" y="385"/>
                  </a:cubicBezTo>
                  <a:cubicBezTo>
                    <a:pt x="330" y="235"/>
                    <a:pt x="213" y="120"/>
                    <a:pt x="1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22675" lIns="91425" spcFirstLastPara="1" rIns="91425" wrap="square" tIns="22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61" name="Google Shape;1661;p13"/>
            <p:cNvSpPr/>
            <p:nvPr/>
          </p:nvSpPr>
          <p:spPr>
            <a:xfrm>
              <a:off x="7476840" y="82800"/>
              <a:ext cx="27360" cy="19440"/>
            </a:xfrm>
            <a:custGeom>
              <a:rect b="b" l="l" r="r" t="t"/>
              <a:pathLst>
                <a:path extrusionOk="0" h="324" w="452">
                  <a:moveTo>
                    <a:pt x="178" y="1"/>
                  </a:moveTo>
                  <a:cubicBezTo>
                    <a:pt x="65" y="1"/>
                    <a:pt x="0" y="170"/>
                    <a:pt x="100" y="240"/>
                  </a:cubicBezTo>
                  <a:lnTo>
                    <a:pt x="180" y="293"/>
                  </a:lnTo>
                  <a:cubicBezTo>
                    <a:pt x="210" y="313"/>
                    <a:pt x="244" y="323"/>
                    <a:pt x="276" y="323"/>
                  </a:cubicBezTo>
                  <a:cubicBezTo>
                    <a:pt x="333" y="323"/>
                    <a:pt x="386" y="293"/>
                    <a:pt x="412" y="234"/>
                  </a:cubicBezTo>
                  <a:cubicBezTo>
                    <a:pt x="452" y="142"/>
                    <a:pt x="391" y="46"/>
                    <a:pt x="297" y="25"/>
                  </a:cubicBezTo>
                  <a:cubicBezTo>
                    <a:pt x="266" y="18"/>
                    <a:pt x="235" y="13"/>
                    <a:pt x="204" y="3"/>
                  </a:cubicBezTo>
                  <a:cubicBezTo>
                    <a:pt x="195" y="1"/>
                    <a:pt x="186" y="1"/>
                    <a:pt x="1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62" name="Google Shape;1662;p13"/>
            <p:cNvSpPr/>
            <p:nvPr/>
          </p:nvSpPr>
          <p:spPr>
            <a:xfrm>
              <a:off x="7848720" y="-57600"/>
              <a:ext cx="19800" cy="15840"/>
            </a:xfrm>
            <a:custGeom>
              <a:rect b="b" l="l" r="r" t="t"/>
              <a:pathLst>
                <a:path extrusionOk="0" h="263" w="331">
                  <a:moveTo>
                    <a:pt x="172" y="0"/>
                  </a:moveTo>
                  <a:cubicBezTo>
                    <a:pt x="88" y="0"/>
                    <a:pt x="1" y="78"/>
                    <a:pt x="41" y="181"/>
                  </a:cubicBezTo>
                  <a:cubicBezTo>
                    <a:pt x="64" y="238"/>
                    <a:pt x="111" y="263"/>
                    <a:pt x="158" y="263"/>
                  </a:cubicBezTo>
                  <a:cubicBezTo>
                    <a:pt x="243" y="263"/>
                    <a:pt x="330" y="186"/>
                    <a:pt x="289" y="83"/>
                  </a:cubicBezTo>
                  <a:cubicBezTo>
                    <a:pt x="267" y="25"/>
                    <a:pt x="220" y="0"/>
                    <a:pt x="1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900" lIns="91425" spcFirstLastPara="1" rIns="91425" wrap="square" tIns="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63" name="Google Shape;1663;p13"/>
            <p:cNvSpPr/>
            <p:nvPr/>
          </p:nvSpPr>
          <p:spPr>
            <a:xfrm>
              <a:off x="7069320" y="229320"/>
              <a:ext cx="27720" cy="20880"/>
            </a:xfrm>
            <a:custGeom>
              <a:rect b="b" l="l" r="r" t="t"/>
              <a:pathLst>
                <a:path extrusionOk="0" h="350" w="457">
                  <a:moveTo>
                    <a:pt x="287" y="0"/>
                  </a:moveTo>
                  <a:cubicBezTo>
                    <a:pt x="266" y="0"/>
                    <a:pt x="243" y="5"/>
                    <a:pt x="219" y="17"/>
                  </a:cubicBezTo>
                  <a:cubicBezTo>
                    <a:pt x="207" y="21"/>
                    <a:pt x="192" y="26"/>
                    <a:pt x="179" y="30"/>
                  </a:cubicBezTo>
                  <a:cubicBezTo>
                    <a:pt x="1" y="82"/>
                    <a:pt x="83" y="349"/>
                    <a:pt x="232" y="349"/>
                  </a:cubicBezTo>
                  <a:cubicBezTo>
                    <a:pt x="253" y="349"/>
                    <a:pt x="274" y="344"/>
                    <a:pt x="297" y="333"/>
                  </a:cubicBezTo>
                  <a:cubicBezTo>
                    <a:pt x="309" y="327"/>
                    <a:pt x="324" y="320"/>
                    <a:pt x="336" y="313"/>
                  </a:cubicBezTo>
                  <a:cubicBezTo>
                    <a:pt x="440" y="284"/>
                    <a:pt x="457" y="186"/>
                    <a:pt x="419" y="109"/>
                  </a:cubicBezTo>
                  <a:cubicBezTo>
                    <a:pt x="400" y="49"/>
                    <a:pt x="352" y="0"/>
                    <a:pt x="2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0425" lIns="91425" spcFirstLastPara="1" rIns="91425" wrap="square" tIns="10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64" name="Google Shape;1664;p13"/>
            <p:cNvSpPr/>
            <p:nvPr/>
          </p:nvSpPr>
          <p:spPr>
            <a:xfrm>
              <a:off x="7234200" y="152640"/>
              <a:ext cx="24480" cy="24120"/>
            </a:xfrm>
            <a:custGeom>
              <a:rect b="b" l="l" r="r" t="t"/>
              <a:pathLst>
                <a:path extrusionOk="0" h="401" w="405">
                  <a:moveTo>
                    <a:pt x="192" y="1"/>
                  </a:moveTo>
                  <a:cubicBezTo>
                    <a:pt x="172" y="1"/>
                    <a:pt x="152" y="4"/>
                    <a:pt x="133" y="13"/>
                  </a:cubicBezTo>
                  <a:cubicBezTo>
                    <a:pt x="53" y="48"/>
                    <a:pt x="0" y="143"/>
                    <a:pt x="37" y="231"/>
                  </a:cubicBezTo>
                  <a:cubicBezTo>
                    <a:pt x="46" y="252"/>
                    <a:pt x="57" y="273"/>
                    <a:pt x="65" y="295"/>
                  </a:cubicBezTo>
                  <a:cubicBezTo>
                    <a:pt x="93" y="356"/>
                    <a:pt x="156" y="400"/>
                    <a:pt x="222" y="400"/>
                  </a:cubicBezTo>
                  <a:cubicBezTo>
                    <a:pt x="242" y="400"/>
                    <a:pt x="262" y="396"/>
                    <a:pt x="281" y="388"/>
                  </a:cubicBezTo>
                  <a:cubicBezTo>
                    <a:pt x="366" y="348"/>
                    <a:pt x="404" y="261"/>
                    <a:pt x="374" y="176"/>
                  </a:cubicBezTo>
                  <a:cubicBezTo>
                    <a:pt x="367" y="153"/>
                    <a:pt x="357" y="132"/>
                    <a:pt x="350" y="107"/>
                  </a:cubicBezTo>
                  <a:cubicBezTo>
                    <a:pt x="330" y="43"/>
                    <a:pt x="260" y="1"/>
                    <a:pt x="1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225" lIns="91425" spcFirstLastPara="1" rIns="91425" wrap="square" tIns="12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65" name="Google Shape;1665;p13"/>
            <p:cNvSpPr/>
            <p:nvPr/>
          </p:nvSpPr>
          <p:spPr>
            <a:xfrm>
              <a:off x="7790760" y="-66600"/>
              <a:ext cx="18000" cy="18720"/>
            </a:xfrm>
            <a:custGeom>
              <a:rect b="b" l="l" r="r" t="t"/>
              <a:pathLst>
                <a:path extrusionOk="0" h="311" w="303">
                  <a:moveTo>
                    <a:pt x="155" y="1"/>
                  </a:moveTo>
                  <a:cubicBezTo>
                    <a:pt x="139" y="1"/>
                    <a:pt x="123" y="4"/>
                    <a:pt x="106" y="11"/>
                  </a:cubicBezTo>
                  <a:cubicBezTo>
                    <a:pt x="5" y="48"/>
                    <a:pt x="1" y="168"/>
                    <a:pt x="72" y="235"/>
                  </a:cubicBezTo>
                  <a:cubicBezTo>
                    <a:pt x="73" y="239"/>
                    <a:pt x="87" y="263"/>
                    <a:pt x="87" y="266"/>
                  </a:cubicBezTo>
                  <a:cubicBezTo>
                    <a:pt x="108" y="297"/>
                    <a:pt x="139" y="310"/>
                    <a:pt x="172" y="310"/>
                  </a:cubicBezTo>
                  <a:cubicBezTo>
                    <a:pt x="236" y="310"/>
                    <a:pt x="303" y="258"/>
                    <a:pt x="291" y="185"/>
                  </a:cubicBezTo>
                  <a:cubicBezTo>
                    <a:pt x="291" y="184"/>
                    <a:pt x="283" y="154"/>
                    <a:pt x="284" y="154"/>
                  </a:cubicBezTo>
                  <a:lnTo>
                    <a:pt x="284" y="154"/>
                  </a:lnTo>
                  <a:cubicBezTo>
                    <a:pt x="284" y="154"/>
                    <a:pt x="284" y="154"/>
                    <a:pt x="284" y="154"/>
                  </a:cubicBezTo>
                  <a:cubicBezTo>
                    <a:pt x="289" y="73"/>
                    <a:pt x="231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350" lIns="91425" spcFirstLastPara="1" rIns="91425" wrap="square" tIns="9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66" name="Google Shape;1666;p13"/>
            <p:cNvSpPr/>
            <p:nvPr/>
          </p:nvSpPr>
          <p:spPr>
            <a:xfrm>
              <a:off x="7686000" y="-19440"/>
              <a:ext cx="16920" cy="12960"/>
            </a:xfrm>
            <a:custGeom>
              <a:rect b="b" l="l" r="r" t="t"/>
              <a:pathLst>
                <a:path extrusionOk="0" h="221" w="280">
                  <a:moveTo>
                    <a:pt x="146" y="1"/>
                  </a:moveTo>
                  <a:cubicBezTo>
                    <a:pt x="75" y="1"/>
                    <a:pt x="1" y="66"/>
                    <a:pt x="36" y="152"/>
                  </a:cubicBezTo>
                  <a:cubicBezTo>
                    <a:pt x="55" y="200"/>
                    <a:pt x="94" y="221"/>
                    <a:pt x="134" y="221"/>
                  </a:cubicBezTo>
                  <a:cubicBezTo>
                    <a:pt x="205" y="221"/>
                    <a:pt x="279" y="157"/>
                    <a:pt x="245" y="70"/>
                  </a:cubicBezTo>
                  <a:cubicBezTo>
                    <a:pt x="226" y="21"/>
                    <a:pt x="186" y="1"/>
                    <a:pt x="1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475" lIns="91425" spcFirstLastPara="1" rIns="91425" wrap="square" tIns="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67" name="Google Shape;1667;p13"/>
            <p:cNvSpPr/>
            <p:nvPr/>
          </p:nvSpPr>
          <p:spPr>
            <a:xfrm>
              <a:off x="6914880" y="273960"/>
              <a:ext cx="23400" cy="18720"/>
            </a:xfrm>
            <a:custGeom>
              <a:rect b="b" l="l" r="r" t="t"/>
              <a:pathLst>
                <a:path extrusionOk="0" h="312" w="391">
                  <a:moveTo>
                    <a:pt x="203" y="1"/>
                  </a:moveTo>
                  <a:cubicBezTo>
                    <a:pt x="103" y="1"/>
                    <a:pt x="0" y="92"/>
                    <a:pt x="48" y="214"/>
                  </a:cubicBezTo>
                  <a:cubicBezTo>
                    <a:pt x="75" y="282"/>
                    <a:pt x="131" y="311"/>
                    <a:pt x="187" y="311"/>
                  </a:cubicBezTo>
                  <a:cubicBezTo>
                    <a:pt x="287" y="311"/>
                    <a:pt x="390" y="220"/>
                    <a:pt x="343" y="99"/>
                  </a:cubicBezTo>
                  <a:cubicBezTo>
                    <a:pt x="316" y="30"/>
                    <a:pt x="260" y="1"/>
                    <a:pt x="2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350" lIns="91425" spcFirstLastPara="1" rIns="91425" wrap="square" tIns="9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68" name="Google Shape;1668;p13"/>
            <p:cNvSpPr/>
            <p:nvPr/>
          </p:nvSpPr>
          <p:spPr>
            <a:xfrm>
              <a:off x="6966000" y="223560"/>
              <a:ext cx="28080" cy="21600"/>
            </a:xfrm>
            <a:custGeom>
              <a:rect b="b" l="l" r="r" t="t"/>
              <a:pathLst>
                <a:path extrusionOk="0" h="358" w="468">
                  <a:moveTo>
                    <a:pt x="294" y="1"/>
                  </a:moveTo>
                  <a:cubicBezTo>
                    <a:pt x="272" y="1"/>
                    <a:pt x="249" y="6"/>
                    <a:pt x="225" y="17"/>
                  </a:cubicBezTo>
                  <a:lnTo>
                    <a:pt x="183" y="31"/>
                  </a:lnTo>
                  <a:cubicBezTo>
                    <a:pt x="1" y="90"/>
                    <a:pt x="82" y="358"/>
                    <a:pt x="240" y="358"/>
                  </a:cubicBezTo>
                  <a:cubicBezTo>
                    <a:pt x="260" y="358"/>
                    <a:pt x="282" y="353"/>
                    <a:pt x="305" y="343"/>
                  </a:cubicBezTo>
                  <a:lnTo>
                    <a:pt x="346" y="323"/>
                  </a:lnTo>
                  <a:cubicBezTo>
                    <a:pt x="449" y="289"/>
                    <a:pt x="468" y="190"/>
                    <a:pt x="432" y="112"/>
                  </a:cubicBezTo>
                  <a:cubicBezTo>
                    <a:pt x="412" y="51"/>
                    <a:pt x="361" y="1"/>
                    <a:pt x="2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0800" lIns="91425" spcFirstLastPara="1" rIns="91425" wrap="square" tIns="10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69" name="Google Shape;1669;p13"/>
            <p:cNvSpPr/>
            <p:nvPr/>
          </p:nvSpPr>
          <p:spPr>
            <a:xfrm>
              <a:off x="7571880" y="3600"/>
              <a:ext cx="15120" cy="11880"/>
            </a:xfrm>
            <a:custGeom>
              <a:rect b="b" l="l" r="r" t="t"/>
              <a:pathLst>
                <a:path extrusionOk="0" h="200" w="253">
                  <a:moveTo>
                    <a:pt x="132" y="0"/>
                  </a:moveTo>
                  <a:cubicBezTo>
                    <a:pt x="67" y="0"/>
                    <a:pt x="1" y="58"/>
                    <a:pt x="31" y="136"/>
                  </a:cubicBezTo>
                  <a:cubicBezTo>
                    <a:pt x="49" y="181"/>
                    <a:pt x="85" y="199"/>
                    <a:pt x="121" y="199"/>
                  </a:cubicBezTo>
                  <a:cubicBezTo>
                    <a:pt x="186" y="199"/>
                    <a:pt x="252" y="141"/>
                    <a:pt x="221" y="63"/>
                  </a:cubicBezTo>
                  <a:cubicBezTo>
                    <a:pt x="204" y="19"/>
                    <a:pt x="168" y="0"/>
                    <a:pt x="1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100" lIns="91425" spcFirstLastPara="1" rIns="91425" wrap="square" tIns="6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70" name="Google Shape;1670;p13"/>
            <p:cNvSpPr/>
            <p:nvPr/>
          </p:nvSpPr>
          <p:spPr>
            <a:xfrm>
              <a:off x="7464600" y="24840"/>
              <a:ext cx="18720" cy="14760"/>
            </a:xfrm>
            <a:custGeom>
              <a:rect b="b" l="l" r="r" t="t"/>
              <a:pathLst>
                <a:path extrusionOk="0" h="247" w="312">
                  <a:moveTo>
                    <a:pt x="162" y="0"/>
                  </a:moveTo>
                  <a:cubicBezTo>
                    <a:pt x="83" y="0"/>
                    <a:pt x="0" y="73"/>
                    <a:pt x="37" y="170"/>
                  </a:cubicBezTo>
                  <a:cubicBezTo>
                    <a:pt x="59" y="224"/>
                    <a:pt x="103" y="247"/>
                    <a:pt x="148" y="247"/>
                  </a:cubicBezTo>
                  <a:cubicBezTo>
                    <a:pt x="229" y="247"/>
                    <a:pt x="312" y="175"/>
                    <a:pt x="273" y="78"/>
                  </a:cubicBezTo>
                  <a:cubicBezTo>
                    <a:pt x="251" y="23"/>
                    <a:pt x="207" y="0"/>
                    <a:pt x="1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550" lIns="91425" spcFirstLastPara="1" rIns="91425" wrap="square" tIns="75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71" name="Google Shape;1671;p13"/>
            <p:cNvSpPr/>
            <p:nvPr/>
          </p:nvSpPr>
          <p:spPr>
            <a:xfrm>
              <a:off x="7068600" y="161640"/>
              <a:ext cx="26999" cy="19800"/>
            </a:xfrm>
            <a:custGeom>
              <a:rect b="b" l="l" r="r" t="t"/>
              <a:pathLst>
                <a:path extrusionOk="0" h="329" w="449">
                  <a:moveTo>
                    <a:pt x="261" y="1"/>
                  </a:moveTo>
                  <a:cubicBezTo>
                    <a:pt x="228" y="1"/>
                    <a:pt x="193" y="11"/>
                    <a:pt x="164" y="31"/>
                  </a:cubicBezTo>
                  <a:cubicBezTo>
                    <a:pt x="144" y="44"/>
                    <a:pt x="124" y="54"/>
                    <a:pt x="108" y="71"/>
                  </a:cubicBezTo>
                  <a:cubicBezTo>
                    <a:pt x="1" y="170"/>
                    <a:pt x="62" y="327"/>
                    <a:pt x="209" y="329"/>
                  </a:cubicBezTo>
                  <a:cubicBezTo>
                    <a:pt x="232" y="329"/>
                    <a:pt x="253" y="323"/>
                    <a:pt x="277" y="320"/>
                  </a:cubicBezTo>
                  <a:cubicBezTo>
                    <a:pt x="379" y="304"/>
                    <a:pt x="449" y="201"/>
                    <a:pt x="409" y="100"/>
                  </a:cubicBezTo>
                  <a:cubicBezTo>
                    <a:pt x="383" y="35"/>
                    <a:pt x="323" y="1"/>
                    <a:pt x="2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0075" lIns="91425" spcFirstLastPara="1" rIns="91425" wrap="square" tIns="100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72" name="Google Shape;1672;p13"/>
            <p:cNvSpPr/>
            <p:nvPr/>
          </p:nvSpPr>
          <p:spPr>
            <a:xfrm>
              <a:off x="7335720" y="7200"/>
              <a:ext cx="87119" cy="48600"/>
            </a:xfrm>
            <a:custGeom>
              <a:rect b="b" l="l" r="r" t="t"/>
              <a:pathLst>
                <a:path extrusionOk="0" h="803" w="1432">
                  <a:moveTo>
                    <a:pt x="675" y="214"/>
                  </a:moveTo>
                  <a:cubicBezTo>
                    <a:pt x="842" y="214"/>
                    <a:pt x="1099" y="262"/>
                    <a:pt x="1177" y="408"/>
                  </a:cubicBezTo>
                  <a:cubicBezTo>
                    <a:pt x="1219" y="488"/>
                    <a:pt x="1185" y="558"/>
                    <a:pt x="1120" y="592"/>
                  </a:cubicBezTo>
                  <a:cubicBezTo>
                    <a:pt x="1096" y="606"/>
                    <a:pt x="1057" y="609"/>
                    <a:pt x="1021" y="609"/>
                  </a:cubicBezTo>
                  <a:cubicBezTo>
                    <a:pt x="999" y="609"/>
                    <a:pt x="977" y="608"/>
                    <a:pt x="961" y="607"/>
                  </a:cubicBezTo>
                  <a:cubicBezTo>
                    <a:pt x="866" y="599"/>
                    <a:pt x="773" y="571"/>
                    <a:pt x="686" y="539"/>
                  </a:cubicBezTo>
                  <a:cubicBezTo>
                    <a:pt x="539" y="488"/>
                    <a:pt x="409" y="412"/>
                    <a:pt x="285" y="325"/>
                  </a:cubicBezTo>
                  <a:cubicBezTo>
                    <a:pt x="390" y="271"/>
                    <a:pt x="495" y="225"/>
                    <a:pt x="622" y="215"/>
                  </a:cubicBezTo>
                  <a:cubicBezTo>
                    <a:pt x="639" y="214"/>
                    <a:pt x="656" y="214"/>
                    <a:pt x="675" y="214"/>
                  </a:cubicBezTo>
                  <a:close/>
                  <a:moveTo>
                    <a:pt x="663" y="1"/>
                  </a:moveTo>
                  <a:cubicBezTo>
                    <a:pt x="438" y="1"/>
                    <a:pt x="201" y="74"/>
                    <a:pt x="51" y="240"/>
                  </a:cubicBezTo>
                  <a:cubicBezTo>
                    <a:pt x="0" y="296"/>
                    <a:pt x="57" y="396"/>
                    <a:pt x="128" y="396"/>
                  </a:cubicBezTo>
                  <a:cubicBezTo>
                    <a:pt x="132" y="396"/>
                    <a:pt x="135" y="396"/>
                    <a:pt x="139" y="395"/>
                  </a:cubicBezTo>
                  <a:cubicBezTo>
                    <a:pt x="342" y="592"/>
                    <a:pt x="597" y="737"/>
                    <a:pt x="878" y="791"/>
                  </a:cubicBezTo>
                  <a:cubicBezTo>
                    <a:pt x="916" y="798"/>
                    <a:pt x="959" y="802"/>
                    <a:pt x="1002" y="802"/>
                  </a:cubicBezTo>
                  <a:cubicBezTo>
                    <a:pt x="1192" y="802"/>
                    <a:pt x="1401" y="725"/>
                    <a:pt x="1415" y="512"/>
                  </a:cubicBezTo>
                  <a:cubicBezTo>
                    <a:pt x="1432" y="227"/>
                    <a:pt x="1083" y="62"/>
                    <a:pt x="845" y="17"/>
                  </a:cubicBezTo>
                  <a:cubicBezTo>
                    <a:pt x="787" y="6"/>
                    <a:pt x="725" y="1"/>
                    <a:pt x="6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4475" lIns="91425" spcFirstLastPara="1" rIns="91425" wrap="square" tIns="24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73" name="Google Shape;1673;p13"/>
            <p:cNvSpPr/>
            <p:nvPr/>
          </p:nvSpPr>
          <p:spPr>
            <a:xfrm>
              <a:off x="7188840" y="111600"/>
              <a:ext cx="16920" cy="20880"/>
            </a:xfrm>
            <a:custGeom>
              <a:rect b="b" l="l" r="r" t="t"/>
              <a:pathLst>
                <a:path extrusionOk="0" h="347" w="284">
                  <a:moveTo>
                    <a:pt x="126" y="0"/>
                  </a:moveTo>
                  <a:cubicBezTo>
                    <a:pt x="64" y="0"/>
                    <a:pt x="0" y="50"/>
                    <a:pt x="10" y="122"/>
                  </a:cubicBezTo>
                  <a:cubicBezTo>
                    <a:pt x="16" y="154"/>
                    <a:pt x="18" y="185"/>
                    <a:pt x="26" y="216"/>
                  </a:cubicBezTo>
                  <a:cubicBezTo>
                    <a:pt x="39" y="253"/>
                    <a:pt x="59" y="277"/>
                    <a:pt x="86" y="306"/>
                  </a:cubicBezTo>
                  <a:cubicBezTo>
                    <a:pt x="112" y="334"/>
                    <a:pt x="143" y="347"/>
                    <a:pt x="174" y="347"/>
                  </a:cubicBezTo>
                  <a:cubicBezTo>
                    <a:pt x="231" y="347"/>
                    <a:pt x="284" y="301"/>
                    <a:pt x="284" y="228"/>
                  </a:cubicBezTo>
                  <a:cubicBezTo>
                    <a:pt x="284" y="190"/>
                    <a:pt x="281" y="157"/>
                    <a:pt x="263" y="124"/>
                  </a:cubicBezTo>
                  <a:cubicBezTo>
                    <a:pt x="249" y="93"/>
                    <a:pt x="229" y="69"/>
                    <a:pt x="210" y="44"/>
                  </a:cubicBezTo>
                  <a:cubicBezTo>
                    <a:pt x="190" y="13"/>
                    <a:pt x="158" y="0"/>
                    <a:pt x="1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0425" lIns="91425" spcFirstLastPara="1" rIns="91425" wrap="square" tIns="10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74" name="Google Shape;1674;p13"/>
            <p:cNvSpPr/>
            <p:nvPr/>
          </p:nvSpPr>
          <p:spPr>
            <a:xfrm>
              <a:off x="7353000" y="20520"/>
              <a:ext cx="56881" cy="23760"/>
            </a:xfrm>
            <a:custGeom>
              <a:rect b="b" l="l" r="r" t="t"/>
              <a:pathLst>
                <a:path extrusionOk="0" h="395" w="935">
                  <a:moveTo>
                    <a:pt x="395" y="1"/>
                  </a:moveTo>
                  <a:cubicBezTo>
                    <a:pt x="374" y="1"/>
                    <a:pt x="355" y="1"/>
                    <a:pt x="337" y="3"/>
                  </a:cubicBezTo>
                  <a:cubicBezTo>
                    <a:pt x="210" y="11"/>
                    <a:pt x="105" y="57"/>
                    <a:pt x="0" y="111"/>
                  </a:cubicBezTo>
                  <a:cubicBezTo>
                    <a:pt x="125" y="201"/>
                    <a:pt x="255" y="274"/>
                    <a:pt x="401" y="325"/>
                  </a:cubicBezTo>
                  <a:cubicBezTo>
                    <a:pt x="488" y="354"/>
                    <a:pt x="581" y="385"/>
                    <a:pt x="676" y="393"/>
                  </a:cubicBezTo>
                  <a:cubicBezTo>
                    <a:pt x="692" y="394"/>
                    <a:pt x="714" y="395"/>
                    <a:pt x="736" y="395"/>
                  </a:cubicBezTo>
                  <a:cubicBezTo>
                    <a:pt x="772" y="395"/>
                    <a:pt x="811" y="392"/>
                    <a:pt x="835" y="378"/>
                  </a:cubicBezTo>
                  <a:cubicBezTo>
                    <a:pt x="900" y="344"/>
                    <a:pt x="934" y="274"/>
                    <a:pt x="892" y="194"/>
                  </a:cubicBezTo>
                  <a:cubicBezTo>
                    <a:pt x="815" y="49"/>
                    <a:pt x="562" y="1"/>
                    <a:pt x="39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1875" lIns="91425" spcFirstLastPara="1" rIns="91425" wrap="square" tIns="11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75" name="Google Shape;1675;p13"/>
            <p:cNvSpPr/>
            <p:nvPr/>
          </p:nvSpPr>
          <p:spPr>
            <a:xfrm>
              <a:off x="7279920" y="71280"/>
              <a:ext cx="23040" cy="22680"/>
            </a:xfrm>
            <a:custGeom>
              <a:rect b="b" l="l" r="r" t="t"/>
              <a:pathLst>
                <a:path extrusionOk="0" h="379" w="381">
                  <a:moveTo>
                    <a:pt x="188" y="0"/>
                  </a:moveTo>
                  <a:cubicBezTo>
                    <a:pt x="168" y="0"/>
                    <a:pt x="150" y="4"/>
                    <a:pt x="133" y="11"/>
                  </a:cubicBezTo>
                  <a:cubicBezTo>
                    <a:pt x="60" y="44"/>
                    <a:pt x="1" y="137"/>
                    <a:pt x="42" y="217"/>
                  </a:cubicBezTo>
                  <a:lnTo>
                    <a:pt x="74" y="280"/>
                  </a:lnTo>
                  <a:cubicBezTo>
                    <a:pt x="103" y="339"/>
                    <a:pt x="157" y="378"/>
                    <a:pt x="217" y="378"/>
                  </a:cubicBezTo>
                  <a:cubicBezTo>
                    <a:pt x="234" y="378"/>
                    <a:pt x="252" y="375"/>
                    <a:pt x="270" y="368"/>
                  </a:cubicBezTo>
                  <a:cubicBezTo>
                    <a:pt x="354" y="336"/>
                    <a:pt x="381" y="249"/>
                    <a:pt x="358" y="171"/>
                  </a:cubicBezTo>
                  <a:lnTo>
                    <a:pt x="338" y="100"/>
                  </a:lnTo>
                  <a:cubicBezTo>
                    <a:pt x="321" y="39"/>
                    <a:pt x="252" y="0"/>
                    <a:pt x="1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1500" lIns="91425" spcFirstLastPara="1" rIns="91425" wrap="square" tIns="11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76" name="Google Shape;1676;p13"/>
            <p:cNvSpPr/>
            <p:nvPr/>
          </p:nvSpPr>
          <p:spPr>
            <a:xfrm>
              <a:off x="6973560" y="116640"/>
              <a:ext cx="60840" cy="79559"/>
            </a:xfrm>
            <a:custGeom>
              <a:rect b="b" l="l" r="r" t="t"/>
              <a:pathLst>
                <a:path extrusionOk="0" h="1308" w="1000">
                  <a:moveTo>
                    <a:pt x="237" y="289"/>
                  </a:moveTo>
                  <a:cubicBezTo>
                    <a:pt x="391" y="289"/>
                    <a:pt x="493" y="383"/>
                    <a:pt x="577" y="512"/>
                  </a:cubicBezTo>
                  <a:cubicBezTo>
                    <a:pt x="650" y="625"/>
                    <a:pt x="881" y="1127"/>
                    <a:pt x="532" y="1127"/>
                  </a:cubicBezTo>
                  <a:cubicBezTo>
                    <a:pt x="530" y="1127"/>
                    <a:pt x="527" y="1127"/>
                    <a:pt x="525" y="1127"/>
                  </a:cubicBezTo>
                  <a:cubicBezTo>
                    <a:pt x="199" y="1122"/>
                    <a:pt x="214" y="631"/>
                    <a:pt x="207" y="290"/>
                  </a:cubicBezTo>
                  <a:cubicBezTo>
                    <a:pt x="217" y="289"/>
                    <a:pt x="227" y="289"/>
                    <a:pt x="237" y="289"/>
                  </a:cubicBezTo>
                  <a:close/>
                  <a:moveTo>
                    <a:pt x="124" y="1"/>
                  </a:moveTo>
                  <a:cubicBezTo>
                    <a:pt x="93" y="1"/>
                    <a:pt x="64" y="22"/>
                    <a:pt x="71" y="63"/>
                  </a:cubicBezTo>
                  <a:cubicBezTo>
                    <a:pt x="77" y="91"/>
                    <a:pt x="80" y="123"/>
                    <a:pt x="81" y="155"/>
                  </a:cubicBezTo>
                  <a:cubicBezTo>
                    <a:pt x="74" y="178"/>
                    <a:pt x="78" y="205"/>
                    <a:pt x="85" y="227"/>
                  </a:cubicBezTo>
                  <a:cubicBezTo>
                    <a:pt x="92" y="546"/>
                    <a:pt x="0" y="908"/>
                    <a:pt x="226" y="1163"/>
                  </a:cubicBezTo>
                  <a:cubicBezTo>
                    <a:pt x="306" y="1253"/>
                    <a:pt x="432" y="1307"/>
                    <a:pt x="555" y="1307"/>
                  </a:cubicBezTo>
                  <a:cubicBezTo>
                    <a:pt x="645" y="1307"/>
                    <a:pt x="733" y="1278"/>
                    <a:pt x="801" y="1212"/>
                  </a:cubicBezTo>
                  <a:cubicBezTo>
                    <a:pt x="999" y="1018"/>
                    <a:pt x="872" y="653"/>
                    <a:pt x="767" y="446"/>
                  </a:cubicBezTo>
                  <a:cubicBezTo>
                    <a:pt x="666" y="247"/>
                    <a:pt x="493" y="62"/>
                    <a:pt x="267" y="62"/>
                  </a:cubicBezTo>
                  <a:cubicBezTo>
                    <a:pt x="243" y="62"/>
                    <a:pt x="217" y="64"/>
                    <a:pt x="192" y="69"/>
                  </a:cubicBezTo>
                  <a:cubicBezTo>
                    <a:pt x="190" y="62"/>
                    <a:pt x="190" y="56"/>
                    <a:pt x="187" y="49"/>
                  </a:cubicBezTo>
                  <a:cubicBezTo>
                    <a:pt x="180" y="17"/>
                    <a:pt x="151" y="1"/>
                    <a:pt x="1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9950" lIns="91425" spcFirstLastPara="1" rIns="91425" wrap="square" tIns="39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77" name="Google Shape;1677;p13"/>
            <p:cNvSpPr/>
            <p:nvPr/>
          </p:nvSpPr>
          <p:spPr>
            <a:xfrm>
              <a:off x="7718760" y="-113760"/>
              <a:ext cx="32040" cy="18360"/>
            </a:xfrm>
            <a:custGeom>
              <a:rect b="b" l="l" r="r" t="t"/>
              <a:pathLst>
                <a:path extrusionOk="0" h="308" w="532">
                  <a:moveTo>
                    <a:pt x="369" y="1"/>
                  </a:moveTo>
                  <a:cubicBezTo>
                    <a:pt x="364" y="1"/>
                    <a:pt x="360" y="1"/>
                    <a:pt x="355" y="2"/>
                  </a:cubicBezTo>
                  <a:cubicBezTo>
                    <a:pt x="281" y="9"/>
                    <a:pt x="209" y="16"/>
                    <a:pt x="136" y="24"/>
                  </a:cubicBezTo>
                  <a:cubicBezTo>
                    <a:pt x="60" y="33"/>
                    <a:pt x="0" y="107"/>
                    <a:pt x="9" y="182"/>
                  </a:cubicBezTo>
                  <a:cubicBezTo>
                    <a:pt x="17" y="263"/>
                    <a:pt x="85" y="308"/>
                    <a:pt x="161" y="308"/>
                  </a:cubicBezTo>
                  <a:cubicBezTo>
                    <a:pt x="162" y="308"/>
                    <a:pt x="163" y="308"/>
                    <a:pt x="165" y="308"/>
                  </a:cubicBezTo>
                  <a:lnTo>
                    <a:pt x="386" y="308"/>
                  </a:lnTo>
                  <a:cubicBezTo>
                    <a:pt x="469" y="308"/>
                    <a:pt x="532" y="216"/>
                    <a:pt x="525" y="139"/>
                  </a:cubicBezTo>
                  <a:cubicBezTo>
                    <a:pt x="514" y="62"/>
                    <a:pt x="446" y="1"/>
                    <a:pt x="3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350" lIns="91425" spcFirstLastPara="1" rIns="91425" wrap="square" tIns="9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78" name="Google Shape;1678;p13"/>
            <p:cNvSpPr/>
            <p:nvPr/>
          </p:nvSpPr>
          <p:spPr>
            <a:xfrm>
              <a:off x="6985440" y="134280"/>
              <a:ext cx="41400" cy="51120"/>
            </a:xfrm>
            <a:custGeom>
              <a:rect b="b" l="l" r="r" t="t"/>
              <a:pathLst>
                <a:path extrusionOk="0" h="840" w="685">
                  <a:moveTo>
                    <a:pt x="39" y="1"/>
                  </a:moveTo>
                  <a:cubicBezTo>
                    <a:pt x="29" y="1"/>
                    <a:pt x="19" y="1"/>
                    <a:pt x="9" y="2"/>
                  </a:cubicBezTo>
                  <a:cubicBezTo>
                    <a:pt x="15" y="343"/>
                    <a:pt x="1" y="834"/>
                    <a:pt x="327" y="839"/>
                  </a:cubicBezTo>
                  <a:cubicBezTo>
                    <a:pt x="329" y="839"/>
                    <a:pt x="331" y="839"/>
                    <a:pt x="333" y="839"/>
                  </a:cubicBezTo>
                  <a:cubicBezTo>
                    <a:pt x="684" y="839"/>
                    <a:pt x="452" y="337"/>
                    <a:pt x="379" y="224"/>
                  </a:cubicBezTo>
                  <a:cubicBezTo>
                    <a:pt x="295" y="95"/>
                    <a:pt x="196" y="1"/>
                    <a:pt x="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25550" lIns="91425" spcFirstLastPara="1" rIns="91425" wrap="square" tIns="255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79" name="Google Shape;1679;p13"/>
            <p:cNvSpPr/>
            <p:nvPr/>
          </p:nvSpPr>
          <p:spPr>
            <a:xfrm>
              <a:off x="7572240" y="-64440"/>
              <a:ext cx="21960" cy="21960"/>
            </a:xfrm>
            <a:custGeom>
              <a:rect b="b" l="l" r="r" t="t"/>
              <a:pathLst>
                <a:path extrusionOk="0" h="367" w="365">
                  <a:moveTo>
                    <a:pt x="154" y="1"/>
                  </a:moveTo>
                  <a:cubicBezTo>
                    <a:pt x="138" y="1"/>
                    <a:pt x="120" y="4"/>
                    <a:pt x="103" y="12"/>
                  </a:cubicBezTo>
                  <a:cubicBezTo>
                    <a:pt x="22" y="43"/>
                    <a:pt x="1" y="124"/>
                    <a:pt x="20" y="201"/>
                  </a:cubicBezTo>
                  <a:lnTo>
                    <a:pt x="39" y="268"/>
                  </a:lnTo>
                  <a:cubicBezTo>
                    <a:pt x="55" y="331"/>
                    <a:pt x="123" y="367"/>
                    <a:pt x="186" y="367"/>
                  </a:cubicBezTo>
                  <a:cubicBezTo>
                    <a:pt x="204" y="367"/>
                    <a:pt x="222" y="364"/>
                    <a:pt x="239" y="357"/>
                  </a:cubicBezTo>
                  <a:cubicBezTo>
                    <a:pt x="309" y="329"/>
                    <a:pt x="365" y="231"/>
                    <a:pt x="325" y="156"/>
                  </a:cubicBezTo>
                  <a:lnTo>
                    <a:pt x="291" y="95"/>
                  </a:lnTo>
                  <a:cubicBezTo>
                    <a:pt x="262" y="41"/>
                    <a:pt x="212" y="1"/>
                    <a:pt x="1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1150" lIns="91425" spcFirstLastPara="1" rIns="91425" wrap="square" tIns="111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80" name="Google Shape;1680;p13"/>
            <p:cNvSpPr/>
            <p:nvPr/>
          </p:nvSpPr>
          <p:spPr>
            <a:xfrm>
              <a:off x="7771680" y="-158400"/>
              <a:ext cx="24120" cy="24120"/>
            </a:xfrm>
            <a:custGeom>
              <a:rect b="b" l="l" r="r" t="t"/>
              <a:pathLst>
                <a:path extrusionOk="0" h="402" w="403">
                  <a:moveTo>
                    <a:pt x="194" y="0"/>
                  </a:moveTo>
                  <a:cubicBezTo>
                    <a:pt x="174" y="0"/>
                    <a:pt x="154" y="4"/>
                    <a:pt x="133" y="12"/>
                  </a:cubicBezTo>
                  <a:cubicBezTo>
                    <a:pt x="28" y="53"/>
                    <a:pt x="1" y="174"/>
                    <a:pt x="55" y="266"/>
                  </a:cubicBezTo>
                  <a:cubicBezTo>
                    <a:pt x="54" y="265"/>
                    <a:pt x="54" y="264"/>
                    <a:pt x="53" y="264"/>
                  </a:cubicBezTo>
                  <a:lnTo>
                    <a:pt x="53" y="264"/>
                  </a:lnTo>
                  <a:cubicBezTo>
                    <a:pt x="52" y="264"/>
                    <a:pt x="68" y="293"/>
                    <a:pt x="68" y="294"/>
                  </a:cubicBezTo>
                  <a:cubicBezTo>
                    <a:pt x="95" y="356"/>
                    <a:pt x="158" y="401"/>
                    <a:pt x="223" y="401"/>
                  </a:cubicBezTo>
                  <a:cubicBezTo>
                    <a:pt x="242" y="401"/>
                    <a:pt x="261" y="397"/>
                    <a:pt x="280" y="389"/>
                  </a:cubicBezTo>
                  <a:cubicBezTo>
                    <a:pt x="365" y="351"/>
                    <a:pt x="402" y="263"/>
                    <a:pt x="372" y="177"/>
                  </a:cubicBezTo>
                  <a:cubicBezTo>
                    <a:pt x="372" y="174"/>
                    <a:pt x="362" y="143"/>
                    <a:pt x="361" y="143"/>
                  </a:cubicBezTo>
                  <a:cubicBezTo>
                    <a:pt x="361" y="143"/>
                    <a:pt x="361" y="144"/>
                    <a:pt x="361" y="145"/>
                  </a:cubicBezTo>
                  <a:cubicBezTo>
                    <a:pt x="343" y="63"/>
                    <a:pt x="275" y="0"/>
                    <a:pt x="1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225" lIns="91425" spcFirstLastPara="1" rIns="91425" wrap="square" tIns="12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81" name="Google Shape;1681;p13"/>
            <p:cNvSpPr/>
            <p:nvPr/>
          </p:nvSpPr>
          <p:spPr>
            <a:xfrm>
              <a:off x="7475400" y="-29520"/>
              <a:ext cx="18720" cy="14760"/>
            </a:xfrm>
            <a:custGeom>
              <a:rect b="b" l="l" r="r" t="t"/>
              <a:pathLst>
                <a:path extrusionOk="0" h="249" w="315">
                  <a:moveTo>
                    <a:pt x="164" y="0"/>
                  </a:moveTo>
                  <a:cubicBezTo>
                    <a:pt x="83" y="0"/>
                    <a:pt x="0" y="73"/>
                    <a:pt x="39" y="171"/>
                  </a:cubicBezTo>
                  <a:cubicBezTo>
                    <a:pt x="60" y="226"/>
                    <a:pt x="105" y="249"/>
                    <a:pt x="150" y="249"/>
                  </a:cubicBezTo>
                  <a:cubicBezTo>
                    <a:pt x="231" y="249"/>
                    <a:pt x="315" y="176"/>
                    <a:pt x="276" y="79"/>
                  </a:cubicBezTo>
                  <a:cubicBezTo>
                    <a:pt x="254" y="24"/>
                    <a:pt x="209" y="0"/>
                    <a:pt x="1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550" lIns="91425" spcFirstLastPara="1" rIns="91425" wrap="square" tIns="75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82" name="Google Shape;1682;p13"/>
            <p:cNvSpPr/>
            <p:nvPr/>
          </p:nvSpPr>
          <p:spPr>
            <a:xfrm>
              <a:off x="6975360" y="-266040"/>
              <a:ext cx="609482" cy="385918"/>
            </a:xfrm>
            <a:custGeom>
              <a:rect b="b" l="l" r="r" t="t"/>
              <a:pathLst>
                <a:path extrusionOk="0" h="6326" w="9987">
                  <a:moveTo>
                    <a:pt x="6014" y="641"/>
                  </a:moveTo>
                  <a:cubicBezTo>
                    <a:pt x="6006" y="656"/>
                    <a:pt x="5997" y="672"/>
                    <a:pt x="5993" y="691"/>
                  </a:cubicBezTo>
                  <a:cubicBezTo>
                    <a:pt x="5965" y="693"/>
                    <a:pt x="5936" y="695"/>
                    <a:pt x="5908" y="700"/>
                  </a:cubicBezTo>
                  <a:cubicBezTo>
                    <a:pt x="5917" y="688"/>
                    <a:pt x="5925" y="676"/>
                    <a:pt x="5932" y="665"/>
                  </a:cubicBezTo>
                  <a:cubicBezTo>
                    <a:pt x="5959" y="656"/>
                    <a:pt x="5986" y="648"/>
                    <a:pt x="6014" y="641"/>
                  </a:cubicBezTo>
                  <a:close/>
                  <a:moveTo>
                    <a:pt x="6683" y="1019"/>
                  </a:moveTo>
                  <a:lnTo>
                    <a:pt x="6683" y="1019"/>
                  </a:lnTo>
                  <a:cubicBezTo>
                    <a:pt x="6670" y="1035"/>
                    <a:pt x="6661" y="1052"/>
                    <a:pt x="6652" y="1067"/>
                  </a:cubicBezTo>
                  <a:cubicBezTo>
                    <a:pt x="6584" y="1075"/>
                    <a:pt x="6517" y="1077"/>
                    <a:pt x="6451" y="1084"/>
                  </a:cubicBezTo>
                  <a:cubicBezTo>
                    <a:pt x="6529" y="1063"/>
                    <a:pt x="6608" y="1042"/>
                    <a:pt x="6683" y="1019"/>
                  </a:cubicBezTo>
                  <a:close/>
                  <a:moveTo>
                    <a:pt x="8225" y="1238"/>
                  </a:moveTo>
                  <a:cubicBezTo>
                    <a:pt x="8273" y="1250"/>
                    <a:pt x="8320" y="1259"/>
                    <a:pt x="8368" y="1269"/>
                  </a:cubicBezTo>
                  <a:cubicBezTo>
                    <a:pt x="8455" y="1314"/>
                    <a:pt x="8538" y="1366"/>
                    <a:pt x="8609" y="1430"/>
                  </a:cubicBezTo>
                  <a:cubicBezTo>
                    <a:pt x="8503" y="1365"/>
                    <a:pt x="8392" y="1310"/>
                    <a:pt x="8280" y="1267"/>
                  </a:cubicBezTo>
                  <a:cubicBezTo>
                    <a:pt x="8262" y="1256"/>
                    <a:pt x="8242" y="1246"/>
                    <a:pt x="8225" y="1238"/>
                  </a:cubicBezTo>
                  <a:close/>
                  <a:moveTo>
                    <a:pt x="7054" y="1446"/>
                  </a:moveTo>
                  <a:cubicBezTo>
                    <a:pt x="7073" y="1453"/>
                    <a:pt x="7091" y="1460"/>
                    <a:pt x="7108" y="1467"/>
                  </a:cubicBezTo>
                  <a:lnTo>
                    <a:pt x="6710" y="1537"/>
                  </a:lnTo>
                  <a:cubicBezTo>
                    <a:pt x="6825" y="1507"/>
                    <a:pt x="6940" y="1477"/>
                    <a:pt x="7054" y="1446"/>
                  </a:cubicBezTo>
                  <a:close/>
                  <a:moveTo>
                    <a:pt x="1825" y="1748"/>
                  </a:moveTo>
                  <a:cubicBezTo>
                    <a:pt x="1750" y="1823"/>
                    <a:pt x="1679" y="1902"/>
                    <a:pt x="1609" y="1981"/>
                  </a:cubicBezTo>
                  <a:cubicBezTo>
                    <a:pt x="1593" y="1987"/>
                    <a:pt x="1577" y="1994"/>
                    <a:pt x="1563" y="2004"/>
                  </a:cubicBezTo>
                  <a:lnTo>
                    <a:pt x="1525" y="2031"/>
                  </a:lnTo>
                  <a:cubicBezTo>
                    <a:pt x="1620" y="1932"/>
                    <a:pt x="1720" y="1836"/>
                    <a:pt x="1825" y="1748"/>
                  </a:cubicBezTo>
                  <a:close/>
                  <a:moveTo>
                    <a:pt x="6934" y="2626"/>
                  </a:moveTo>
                  <a:cubicBezTo>
                    <a:pt x="6985" y="2633"/>
                    <a:pt x="7035" y="2636"/>
                    <a:pt x="7086" y="2642"/>
                  </a:cubicBezTo>
                  <a:cubicBezTo>
                    <a:pt x="6930" y="2663"/>
                    <a:pt x="6780" y="2703"/>
                    <a:pt x="6632" y="2754"/>
                  </a:cubicBezTo>
                  <a:cubicBezTo>
                    <a:pt x="6634" y="2748"/>
                    <a:pt x="6636" y="2742"/>
                    <a:pt x="6636" y="2738"/>
                  </a:cubicBezTo>
                  <a:lnTo>
                    <a:pt x="6934" y="2626"/>
                  </a:lnTo>
                  <a:close/>
                  <a:moveTo>
                    <a:pt x="3972" y="2883"/>
                  </a:moveTo>
                  <a:lnTo>
                    <a:pt x="3972" y="2883"/>
                  </a:lnTo>
                  <a:cubicBezTo>
                    <a:pt x="3884" y="2911"/>
                    <a:pt x="3798" y="2938"/>
                    <a:pt x="3712" y="2966"/>
                  </a:cubicBezTo>
                  <a:cubicBezTo>
                    <a:pt x="3714" y="2954"/>
                    <a:pt x="3717" y="2944"/>
                    <a:pt x="3717" y="2931"/>
                  </a:cubicBezTo>
                  <a:lnTo>
                    <a:pt x="3972" y="2883"/>
                  </a:lnTo>
                  <a:close/>
                  <a:moveTo>
                    <a:pt x="3261" y="4022"/>
                  </a:moveTo>
                  <a:lnTo>
                    <a:pt x="3261" y="4022"/>
                  </a:lnTo>
                  <a:cubicBezTo>
                    <a:pt x="3183" y="4060"/>
                    <a:pt x="3108" y="4100"/>
                    <a:pt x="3031" y="4137"/>
                  </a:cubicBezTo>
                  <a:cubicBezTo>
                    <a:pt x="3024" y="4127"/>
                    <a:pt x="3016" y="4117"/>
                    <a:pt x="3004" y="4109"/>
                  </a:cubicBezTo>
                  <a:cubicBezTo>
                    <a:pt x="3089" y="4080"/>
                    <a:pt x="3176" y="4050"/>
                    <a:pt x="3261" y="4022"/>
                  </a:cubicBezTo>
                  <a:close/>
                  <a:moveTo>
                    <a:pt x="833" y="4989"/>
                  </a:moveTo>
                  <a:lnTo>
                    <a:pt x="833" y="4989"/>
                  </a:lnTo>
                  <a:cubicBezTo>
                    <a:pt x="876" y="5051"/>
                    <a:pt x="920" y="5113"/>
                    <a:pt x="968" y="5170"/>
                  </a:cubicBezTo>
                  <a:cubicBezTo>
                    <a:pt x="958" y="5179"/>
                    <a:pt x="950" y="5190"/>
                    <a:pt x="942" y="5200"/>
                  </a:cubicBezTo>
                  <a:cubicBezTo>
                    <a:pt x="904" y="5135"/>
                    <a:pt x="866" y="5064"/>
                    <a:pt x="833" y="4989"/>
                  </a:cubicBezTo>
                  <a:close/>
                  <a:moveTo>
                    <a:pt x="6251" y="0"/>
                  </a:moveTo>
                  <a:cubicBezTo>
                    <a:pt x="5607" y="0"/>
                    <a:pt x="4967" y="79"/>
                    <a:pt x="4406" y="178"/>
                  </a:cubicBezTo>
                  <a:cubicBezTo>
                    <a:pt x="2666" y="481"/>
                    <a:pt x="916" y="1432"/>
                    <a:pt x="391" y="3234"/>
                  </a:cubicBezTo>
                  <a:cubicBezTo>
                    <a:pt x="0" y="4578"/>
                    <a:pt x="659" y="6326"/>
                    <a:pt x="2181" y="6326"/>
                  </a:cubicBezTo>
                  <a:cubicBezTo>
                    <a:pt x="2275" y="6326"/>
                    <a:pt x="2372" y="6319"/>
                    <a:pt x="2473" y="6305"/>
                  </a:cubicBezTo>
                  <a:cubicBezTo>
                    <a:pt x="4592" y="6015"/>
                    <a:pt x="5212" y="3044"/>
                    <a:pt x="7359" y="3012"/>
                  </a:cubicBezTo>
                  <a:cubicBezTo>
                    <a:pt x="7371" y="3012"/>
                    <a:pt x="7383" y="3011"/>
                    <a:pt x="7395" y="3011"/>
                  </a:cubicBezTo>
                  <a:cubicBezTo>
                    <a:pt x="7759" y="3011"/>
                    <a:pt x="8147" y="3085"/>
                    <a:pt x="8508" y="3085"/>
                  </a:cubicBezTo>
                  <a:cubicBezTo>
                    <a:pt x="8951" y="3085"/>
                    <a:pt x="9356" y="2974"/>
                    <a:pt x="9631" y="2479"/>
                  </a:cubicBezTo>
                  <a:cubicBezTo>
                    <a:pt x="9987" y="1840"/>
                    <a:pt x="9683" y="975"/>
                    <a:pt x="8976" y="785"/>
                  </a:cubicBezTo>
                  <a:cubicBezTo>
                    <a:pt x="8246" y="189"/>
                    <a:pt x="7245" y="0"/>
                    <a:pt x="62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83" name="Google Shape;1683;p13"/>
            <p:cNvSpPr/>
            <p:nvPr/>
          </p:nvSpPr>
          <p:spPr>
            <a:xfrm>
              <a:off x="7633080" y="-104040"/>
              <a:ext cx="25200" cy="18000"/>
            </a:xfrm>
            <a:custGeom>
              <a:rect b="b" l="l" r="r" t="t"/>
              <a:pathLst>
                <a:path extrusionOk="0" h="301" w="417">
                  <a:moveTo>
                    <a:pt x="247" y="1"/>
                  </a:moveTo>
                  <a:cubicBezTo>
                    <a:pt x="218" y="1"/>
                    <a:pt x="189" y="10"/>
                    <a:pt x="165" y="31"/>
                  </a:cubicBezTo>
                  <a:cubicBezTo>
                    <a:pt x="172" y="32"/>
                    <a:pt x="170" y="34"/>
                    <a:pt x="162" y="37"/>
                  </a:cubicBezTo>
                  <a:cubicBezTo>
                    <a:pt x="155" y="39"/>
                    <a:pt x="146" y="44"/>
                    <a:pt x="138" y="47"/>
                  </a:cubicBezTo>
                  <a:cubicBezTo>
                    <a:pt x="1" y="117"/>
                    <a:pt x="57" y="300"/>
                    <a:pt x="189" y="300"/>
                  </a:cubicBezTo>
                  <a:cubicBezTo>
                    <a:pt x="204" y="300"/>
                    <a:pt x="219" y="298"/>
                    <a:pt x="235" y="293"/>
                  </a:cubicBezTo>
                  <a:cubicBezTo>
                    <a:pt x="242" y="292"/>
                    <a:pt x="252" y="287"/>
                    <a:pt x="261" y="286"/>
                  </a:cubicBezTo>
                  <a:cubicBezTo>
                    <a:pt x="264" y="284"/>
                    <a:pt x="266" y="283"/>
                    <a:pt x="267" y="283"/>
                  </a:cubicBezTo>
                  <a:cubicBezTo>
                    <a:pt x="268" y="283"/>
                    <a:pt x="268" y="284"/>
                    <a:pt x="267" y="287"/>
                  </a:cubicBezTo>
                  <a:cubicBezTo>
                    <a:pt x="362" y="286"/>
                    <a:pt x="417" y="174"/>
                    <a:pt x="384" y="93"/>
                  </a:cubicBezTo>
                  <a:cubicBezTo>
                    <a:pt x="363" y="38"/>
                    <a:pt x="305" y="1"/>
                    <a:pt x="2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000" lIns="91425" spcFirstLastPara="1" rIns="91425" wrap="square" tIns="9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84" name="Google Shape;1684;p13"/>
            <p:cNvSpPr/>
            <p:nvPr/>
          </p:nvSpPr>
          <p:spPr>
            <a:xfrm>
              <a:off x="6867720" y="187920"/>
              <a:ext cx="22320" cy="17640"/>
            </a:xfrm>
            <a:custGeom>
              <a:rect b="b" l="l" r="r" t="t"/>
              <a:pathLst>
                <a:path extrusionOk="0" h="293" w="369">
                  <a:moveTo>
                    <a:pt x="193" y="1"/>
                  </a:moveTo>
                  <a:cubicBezTo>
                    <a:pt x="98" y="1"/>
                    <a:pt x="1" y="86"/>
                    <a:pt x="45" y="200"/>
                  </a:cubicBezTo>
                  <a:cubicBezTo>
                    <a:pt x="71" y="265"/>
                    <a:pt x="123" y="292"/>
                    <a:pt x="177" y="292"/>
                  </a:cubicBezTo>
                  <a:cubicBezTo>
                    <a:pt x="271" y="292"/>
                    <a:pt x="368" y="206"/>
                    <a:pt x="323" y="92"/>
                  </a:cubicBezTo>
                  <a:cubicBezTo>
                    <a:pt x="298" y="28"/>
                    <a:pt x="246" y="1"/>
                    <a:pt x="1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000" lIns="91425" spcFirstLastPara="1" rIns="91425" wrap="square" tIns="9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85" name="Google Shape;1685;p13"/>
            <p:cNvSpPr/>
            <p:nvPr/>
          </p:nvSpPr>
          <p:spPr>
            <a:xfrm>
              <a:off x="6934680" y="147960"/>
              <a:ext cx="21600" cy="17280"/>
            </a:xfrm>
            <a:custGeom>
              <a:rect b="b" l="l" r="r" t="t"/>
              <a:pathLst>
                <a:path extrusionOk="0" h="288" w="362">
                  <a:moveTo>
                    <a:pt x="189" y="1"/>
                  </a:moveTo>
                  <a:cubicBezTo>
                    <a:pt x="97" y="1"/>
                    <a:pt x="1" y="85"/>
                    <a:pt x="45" y="197"/>
                  </a:cubicBezTo>
                  <a:cubicBezTo>
                    <a:pt x="70" y="261"/>
                    <a:pt x="121" y="287"/>
                    <a:pt x="173" y="287"/>
                  </a:cubicBezTo>
                  <a:cubicBezTo>
                    <a:pt x="266" y="287"/>
                    <a:pt x="362" y="203"/>
                    <a:pt x="317" y="91"/>
                  </a:cubicBezTo>
                  <a:cubicBezTo>
                    <a:pt x="293" y="28"/>
                    <a:pt x="242" y="1"/>
                    <a:pt x="1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8625" lIns="91425" spcFirstLastPara="1" rIns="91425" wrap="square" tIns="86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86" name="Google Shape;1686;p13"/>
            <p:cNvSpPr/>
            <p:nvPr/>
          </p:nvSpPr>
          <p:spPr>
            <a:xfrm>
              <a:off x="7634520" y="-198360"/>
              <a:ext cx="70559" cy="60479"/>
            </a:xfrm>
            <a:custGeom>
              <a:rect b="b" l="l" r="r" t="t"/>
              <a:pathLst>
                <a:path extrusionOk="0" h="999" w="1163">
                  <a:moveTo>
                    <a:pt x="637" y="244"/>
                  </a:moveTo>
                  <a:cubicBezTo>
                    <a:pt x="776" y="244"/>
                    <a:pt x="893" y="343"/>
                    <a:pt x="834" y="499"/>
                  </a:cubicBezTo>
                  <a:cubicBezTo>
                    <a:pt x="783" y="626"/>
                    <a:pt x="658" y="725"/>
                    <a:pt x="525" y="742"/>
                  </a:cubicBezTo>
                  <a:cubicBezTo>
                    <a:pt x="509" y="744"/>
                    <a:pt x="494" y="745"/>
                    <a:pt x="479" y="745"/>
                  </a:cubicBezTo>
                  <a:cubicBezTo>
                    <a:pt x="330" y="745"/>
                    <a:pt x="219" y="640"/>
                    <a:pt x="341" y="498"/>
                  </a:cubicBezTo>
                  <a:cubicBezTo>
                    <a:pt x="369" y="463"/>
                    <a:pt x="366" y="421"/>
                    <a:pt x="345" y="390"/>
                  </a:cubicBezTo>
                  <a:cubicBezTo>
                    <a:pt x="409" y="324"/>
                    <a:pt x="482" y="270"/>
                    <a:pt x="576" y="250"/>
                  </a:cubicBezTo>
                  <a:cubicBezTo>
                    <a:pt x="596" y="246"/>
                    <a:pt x="617" y="244"/>
                    <a:pt x="637" y="244"/>
                  </a:cubicBezTo>
                  <a:close/>
                  <a:moveTo>
                    <a:pt x="651" y="1"/>
                  </a:moveTo>
                  <a:cubicBezTo>
                    <a:pt x="380" y="1"/>
                    <a:pt x="159" y="234"/>
                    <a:pt x="51" y="478"/>
                  </a:cubicBezTo>
                  <a:cubicBezTo>
                    <a:pt x="49" y="485"/>
                    <a:pt x="49" y="492"/>
                    <a:pt x="46" y="499"/>
                  </a:cubicBezTo>
                  <a:cubicBezTo>
                    <a:pt x="0" y="650"/>
                    <a:pt x="84" y="868"/>
                    <a:pt x="227" y="943"/>
                  </a:cubicBezTo>
                  <a:cubicBezTo>
                    <a:pt x="303" y="981"/>
                    <a:pt x="384" y="999"/>
                    <a:pt x="464" y="999"/>
                  </a:cubicBezTo>
                  <a:cubicBezTo>
                    <a:pt x="676" y="999"/>
                    <a:pt x="888" y="878"/>
                    <a:pt x="1004" y="699"/>
                  </a:cubicBezTo>
                  <a:cubicBezTo>
                    <a:pt x="1162" y="457"/>
                    <a:pt x="1110" y="130"/>
                    <a:pt x="815" y="29"/>
                  </a:cubicBezTo>
                  <a:cubicBezTo>
                    <a:pt x="759" y="9"/>
                    <a:pt x="704" y="1"/>
                    <a:pt x="6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0225" lIns="91425" spcFirstLastPara="1" rIns="91425" wrap="square" tIns="30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87" name="Google Shape;1687;p13"/>
            <p:cNvSpPr/>
            <p:nvPr/>
          </p:nvSpPr>
          <p:spPr>
            <a:xfrm>
              <a:off x="7647480" y="-183600"/>
              <a:ext cx="41040" cy="30240"/>
            </a:xfrm>
            <a:custGeom>
              <a:rect b="b" l="l" r="r" t="t"/>
              <a:pathLst>
                <a:path extrusionOk="0" h="502" w="676">
                  <a:moveTo>
                    <a:pt x="419" y="0"/>
                  </a:moveTo>
                  <a:cubicBezTo>
                    <a:pt x="398" y="0"/>
                    <a:pt x="376" y="2"/>
                    <a:pt x="355" y="7"/>
                  </a:cubicBezTo>
                  <a:cubicBezTo>
                    <a:pt x="260" y="24"/>
                    <a:pt x="187" y="79"/>
                    <a:pt x="122" y="146"/>
                  </a:cubicBezTo>
                  <a:cubicBezTo>
                    <a:pt x="143" y="178"/>
                    <a:pt x="146" y="220"/>
                    <a:pt x="118" y="255"/>
                  </a:cubicBezTo>
                  <a:cubicBezTo>
                    <a:pt x="1" y="397"/>
                    <a:pt x="112" y="502"/>
                    <a:pt x="260" y="502"/>
                  </a:cubicBezTo>
                  <a:cubicBezTo>
                    <a:pt x="275" y="502"/>
                    <a:pt x="291" y="501"/>
                    <a:pt x="306" y="499"/>
                  </a:cubicBezTo>
                  <a:cubicBezTo>
                    <a:pt x="441" y="482"/>
                    <a:pt x="567" y="383"/>
                    <a:pt x="614" y="256"/>
                  </a:cubicBezTo>
                  <a:cubicBezTo>
                    <a:pt x="676" y="101"/>
                    <a:pt x="560" y="0"/>
                    <a:pt x="4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5100" lIns="91425" spcFirstLastPara="1" rIns="91425" wrap="square" tIns="15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88" name="Google Shape;1688;p13"/>
            <p:cNvSpPr/>
            <p:nvPr/>
          </p:nvSpPr>
          <p:spPr>
            <a:xfrm>
              <a:off x="7352640" y="-53280"/>
              <a:ext cx="15840" cy="12600"/>
            </a:xfrm>
            <a:custGeom>
              <a:rect b="b" l="l" r="r" t="t"/>
              <a:pathLst>
                <a:path extrusionOk="0" h="211" w="263">
                  <a:moveTo>
                    <a:pt x="138" y="1"/>
                  </a:moveTo>
                  <a:cubicBezTo>
                    <a:pt x="71" y="1"/>
                    <a:pt x="1" y="62"/>
                    <a:pt x="32" y="144"/>
                  </a:cubicBezTo>
                  <a:cubicBezTo>
                    <a:pt x="50" y="191"/>
                    <a:pt x="87" y="210"/>
                    <a:pt x="125" y="210"/>
                  </a:cubicBezTo>
                  <a:cubicBezTo>
                    <a:pt x="193" y="210"/>
                    <a:pt x="262" y="149"/>
                    <a:pt x="231" y="66"/>
                  </a:cubicBezTo>
                  <a:cubicBezTo>
                    <a:pt x="213" y="20"/>
                    <a:pt x="176" y="1"/>
                    <a:pt x="1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475" lIns="91425" spcFirstLastPara="1" rIns="91425" wrap="square" tIns="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89" name="Google Shape;1689;p13"/>
            <p:cNvSpPr/>
            <p:nvPr/>
          </p:nvSpPr>
          <p:spPr>
            <a:xfrm>
              <a:off x="6847560" y="62640"/>
              <a:ext cx="86041" cy="48239"/>
            </a:xfrm>
            <a:custGeom>
              <a:rect b="b" l="l" r="r" t="t"/>
              <a:pathLst>
                <a:path extrusionOk="0" h="798" w="1413">
                  <a:moveTo>
                    <a:pt x="642" y="0"/>
                  </a:moveTo>
                  <a:cubicBezTo>
                    <a:pt x="557" y="0"/>
                    <a:pt x="473" y="8"/>
                    <a:pt x="391" y="27"/>
                  </a:cubicBezTo>
                  <a:cubicBezTo>
                    <a:pt x="193" y="71"/>
                    <a:pt x="0" y="232"/>
                    <a:pt x="38" y="458"/>
                  </a:cubicBezTo>
                  <a:cubicBezTo>
                    <a:pt x="78" y="677"/>
                    <a:pt x="322" y="794"/>
                    <a:pt x="524" y="798"/>
                  </a:cubicBezTo>
                  <a:cubicBezTo>
                    <a:pt x="529" y="798"/>
                    <a:pt x="533" y="798"/>
                    <a:pt x="537" y="798"/>
                  </a:cubicBezTo>
                  <a:cubicBezTo>
                    <a:pt x="829" y="798"/>
                    <a:pt x="1075" y="557"/>
                    <a:pt x="1326" y="441"/>
                  </a:cubicBezTo>
                  <a:cubicBezTo>
                    <a:pt x="1413" y="401"/>
                    <a:pt x="1396" y="257"/>
                    <a:pt x="1302" y="257"/>
                  </a:cubicBezTo>
                  <a:cubicBezTo>
                    <a:pt x="1296" y="257"/>
                    <a:pt x="1289" y="258"/>
                    <a:pt x="1283" y="259"/>
                  </a:cubicBezTo>
                  <a:cubicBezTo>
                    <a:pt x="1275" y="261"/>
                    <a:pt x="1270" y="261"/>
                    <a:pt x="1263" y="264"/>
                  </a:cubicBezTo>
                  <a:cubicBezTo>
                    <a:pt x="1038" y="315"/>
                    <a:pt x="772" y="557"/>
                    <a:pt x="530" y="557"/>
                  </a:cubicBezTo>
                  <a:cubicBezTo>
                    <a:pt x="476" y="557"/>
                    <a:pt x="424" y="545"/>
                    <a:pt x="373" y="516"/>
                  </a:cubicBezTo>
                  <a:cubicBezTo>
                    <a:pt x="71" y="340"/>
                    <a:pt x="553" y="225"/>
                    <a:pt x="659" y="217"/>
                  </a:cubicBezTo>
                  <a:cubicBezTo>
                    <a:pt x="708" y="213"/>
                    <a:pt x="758" y="212"/>
                    <a:pt x="807" y="212"/>
                  </a:cubicBezTo>
                  <a:cubicBezTo>
                    <a:pt x="946" y="212"/>
                    <a:pt x="1086" y="225"/>
                    <a:pt x="1223" y="247"/>
                  </a:cubicBezTo>
                  <a:cubicBezTo>
                    <a:pt x="1226" y="247"/>
                    <a:pt x="1229" y="247"/>
                    <a:pt x="1232" y="247"/>
                  </a:cubicBezTo>
                  <a:cubicBezTo>
                    <a:pt x="1241" y="247"/>
                    <a:pt x="1250" y="246"/>
                    <a:pt x="1257" y="242"/>
                  </a:cubicBezTo>
                  <a:cubicBezTo>
                    <a:pt x="1311" y="221"/>
                    <a:pt x="1328" y="132"/>
                    <a:pt x="1263" y="112"/>
                  </a:cubicBezTo>
                  <a:cubicBezTo>
                    <a:pt x="1067" y="50"/>
                    <a:pt x="852" y="0"/>
                    <a:pt x="6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4100" lIns="91425" spcFirstLastPara="1" rIns="91425" wrap="square" tIns="24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90" name="Google Shape;1690;p13"/>
            <p:cNvSpPr/>
            <p:nvPr/>
          </p:nvSpPr>
          <p:spPr>
            <a:xfrm>
              <a:off x="6851520" y="75600"/>
              <a:ext cx="72721" cy="20880"/>
            </a:xfrm>
            <a:custGeom>
              <a:rect b="b" l="l" r="r" t="t"/>
              <a:pathLst>
                <a:path extrusionOk="0" h="347" w="1194">
                  <a:moveTo>
                    <a:pt x="740" y="0"/>
                  </a:moveTo>
                  <a:cubicBezTo>
                    <a:pt x="690" y="0"/>
                    <a:pt x="639" y="2"/>
                    <a:pt x="589" y="6"/>
                  </a:cubicBezTo>
                  <a:cubicBezTo>
                    <a:pt x="482" y="14"/>
                    <a:pt x="0" y="131"/>
                    <a:pt x="304" y="305"/>
                  </a:cubicBezTo>
                  <a:cubicBezTo>
                    <a:pt x="355" y="334"/>
                    <a:pt x="408" y="347"/>
                    <a:pt x="463" y="347"/>
                  </a:cubicBezTo>
                  <a:cubicBezTo>
                    <a:pt x="705" y="347"/>
                    <a:pt x="970" y="105"/>
                    <a:pt x="1194" y="54"/>
                  </a:cubicBezTo>
                  <a:lnTo>
                    <a:pt x="1188" y="33"/>
                  </a:lnTo>
                  <a:cubicBezTo>
                    <a:pt x="1183" y="36"/>
                    <a:pt x="1175" y="37"/>
                    <a:pt x="1167" y="37"/>
                  </a:cubicBezTo>
                  <a:cubicBezTo>
                    <a:pt x="1163" y="37"/>
                    <a:pt x="1159" y="37"/>
                    <a:pt x="1154" y="36"/>
                  </a:cubicBezTo>
                  <a:cubicBezTo>
                    <a:pt x="1018" y="14"/>
                    <a:pt x="879" y="0"/>
                    <a:pt x="7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0425" lIns="91425" spcFirstLastPara="1" rIns="91425" wrap="square" tIns="10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91" name="Google Shape;1691;p13"/>
            <p:cNvSpPr/>
            <p:nvPr/>
          </p:nvSpPr>
          <p:spPr>
            <a:xfrm>
              <a:off x="7588080" y="-216000"/>
              <a:ext cx="11520" cy="9360"/>
            </a:xfrm>
            <a:custGeom>
              <a:rect b="b" l="l" r="r" t="t"/>
              <a:pathLst>
                <a:path extrusionOk="0" h="159" w="196">
                  <a:moveTo>
                    <a:pt x="101" y="1"/>
                  </a:moveTo>
                  <a:cubicBezTo>
                    <a:pt x="51" y="1"/>
                    <a:pt x="0" y="47"/>
                    <a:pt x="24" y="109"/>
                  </a:cubicBezTo>
                  <a:cubicBezTo>
                    <a:pt x="37" y="144"/>
                    <a:pt x="64" y="158"/>
                    <a:pt x="93" y="158"/>
                  </a:cubicBezTo>
                  <a:cubicBezTo>
                    <a:pt x="143" y="158"/>
                    <a:pt x="196" y="112"/>
                    <a:pt x="172" y="51"/>
                  </a:cubicBezTo>
                  <a:cubicBezTo>
                    <a:pt x="158" y="16"/>
                    <a:pt x="130" y="1"/>
                    <a:pt x="1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92" name="Google Shape;1692;p13"/>
            <p:cNvSpPr/>
            <p:nvPr/>
          </p:nvSpPr>
          <p:spPr>
            <a:xfrm>
              <a:off x="6929640" y="-5040"/>
              <a:ext cx="28800" cy="22680"/>
            </a:xfrm>
            <a:custGeom>
              <a:rect b="b" l="l" r="r" t="t"/>
              <a:pathLst>
                <a:path extrusionOk="0" h="379" w="475">
                  <a:moveTo>
                    <a:pt x="270" y="0"/>
                  </a:moveTo>
                  <a:cubicBezTo>
                    <a:pt x="250" y="0"/>
                    <a:pt x="229" y="4"/>
                    <a:pt x="208" y="11"/>
                  </a:cubicBezTo>
                  <a:lnTo>
                    <a:pt x="141" y="35"/>
                  </a:lnTo>
                  <a:cubicBezTo>
                    <a:pt x="53" y="65"/>
                    <a:pt x="1" y="178"/>
                    <a:pt x="41" y="265"/>
                  </a:cubicBezTo>
                  <a:cubicBezTo>
                    <a:pt x="71" y="331"/>
                    <a:pt x="138" y="379"/>
                    <a:pt x="209" y="379"/>
                  </a:cubicBezTo>
                  <a:cubicBezTo>
                    <a:pt x="230" y="379"/>
                    <a:pt x="252" y="375"/>
                    <a:pt x="273" y="365"/>
                  </a:cubicBezTo>
                  <a:lnTo>
                    <a:pt x="335" y="340"/>
                  </a:lnTo>
                  <a:cubicBezTo>
                    <a:pt x="422" y="304"/>
                    <a:pt x="474" y="200"/>
                    <a:pt x="436" y="110"/>
                  </a:cubicBezTo>
                  <a:cubicBezTo>
                    <a:pt x="405" y="42"/>
                    <a:pt x="341" y="0"/>
                    <a:pt x="2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1500" lIns="91425" spcFirstLastPara="1" rIns="91425" wrap="square" tIns="11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93" name="Google Shape;1693;p13"/>
            <p:cNvSpPr/>
            <p:nvPr/>
          </p:nvSpPr>
          <p:spPr>
            <a:xfrm>
              <a:off x="7823160" y="-406440"/>
              <a:ext cx="52199" cy="71641"/>
            </a:xfrm>
            <a:custGeom>
              <a:rect b="b" l="l" r="r" t="t"/>
              <a:pathLst>
                <a:path extrusionOk="0" h="1177" w="859">
                  <a:moveTo>
                    <a:pt x="737" y="1"/>
                  </a:moveTo>
                  <a:cubicBezTo>
                    <a:pt x="711" y="1"/>
                    <a:pt x="684" y="12"/>
                    <a:pt x="663" y="37"/>
                  </a:cubicBezTo>
                  <a:cubicBezTo>
                    <a:pt x="415" y="327"/>
                    <a:pt x="221" y="693"/>
                    <a:pt x="41" y="1029"/>
                  </a:cubicBezTo>
                  <a:cubicBezTo>
                    <a:pt x="0" y="1103"/>
                    <a:pt x="75" y="1176"/>
                    <a:pt x="145" y="1176"/>
                  </a:cubicBezTo>
                  <a:cubicBezTo>
                    <a:pt x="174" y="1176"/>
                    <a:pt x="201" y="1164"/>
                    <a:pt x="221" y="1136"/>
                  </a:cubicBezTo>
                  <a:cubicBezTo>
                    <a:pt x="440" y="823"/>
                    <a:pt x="679" y="489"/>
                    <a:pt x="829" y="136"/>
                  </a:cubicBezTo>
                  <a:cubicBezTo>
                    <a:pt x="859" y="62"/>
                    <a:pt x="799" y="1"/>
                    <a:pt x="7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6000" lIns="91425" spcFirstLastPara="1" rIns="91425" wrap="square" tIns="36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94" name="Google Shape;1694;p13"/>
            <p:cNvSpPr/>
            <p:nvPr/>
          </p:nvSpPr>
          <p:spPr>
            <a:xfrm>
              <a:off x="7645680" y="-273960"/>
              <a:ext cx="17280" cy="13680"/>
            </a:xfrm>
            <a:custGeom>
              <a:rect b="b" l="l" r="r" t="t"/>
              <a:pathLst>
                <a:path extrusionOk="0" h="230" w="290">
                  <a:moveTo>
                    <a:pt x="152" y="0"/>
                  </a:moveTo>
                  <a:cubicBezTo>
                    <a:pt x="77" y="0"/>
                    <a:pt x="1" y="67"/>
                    <a:pt x="36" y="157"/>
                  </a:cubicBezTo>
                  <a:cubicBezTo>
                    <a:pt x="56" y="208"/>
                    <a:pt x="97" y="230"/>
                    <a:pt x="139" y="230"/>
                  </a:cubicBezTo>
                  <a:cubicBezTo>
                    <a:pt x="213" y="230"/>
                    <a:pt x="290" y="162"/>
                    <a:pt x="254" y="72"/>
                  </a:cubicBezTo>
                  <a:cubicBezTo>
                    <a:pt x="234" y="21"/>
                    <a:pt x="193" y="0"/>
                    <a:pt x="1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825" lIns="91425" spcFirstLastPara="1" rIns="91425" wrap="square" tIns="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95" name="Google Shape;1695;p13"/>
            <p:cNvSpPr/>
            <p:nvPr/>
          </p:nvSpPr>
          <p:spPr>
            <a:xfrm>
              <a:off x="6823080" y="2880"/>
              <a:ext cx="28440" cy="22680"/>
            </a:xfrm>
            <a:custGeom>
              <a:rect b="b" l="l" r="r" t="t"/>
              <a:pathLst>
                <a:path extrusionOk="0" h="378" w="471">
                  <a:moveTo>
                    <a:pt x="189" y="0"/>
                  </a:moveTo>
                  <a:cubicBezTo>
                    <a:pt x="125" y="0"/>
                    <a:pt x="61" y="28"/>
                    <a:pt x="36" y="95"/>
                  </a:cubicBezTo>
                  <a:cubicBezTo>
                    <a:pt x="0" y="185"/>
                    <a:pt x="41" y="265"/>
                    <a:pt x="121" y="312"/>
                  </a:cubicBezTo>
                  <a:cubicBezTo>
                    <a:pt x="149" y="329"/>
                    <a:pt x="179" y="346"/>
                    <a:pt x="207" y="361"/>
                  </a:cubicBezTo>
                  <a:cubicBezTo>
                    <a:pt x="228" y="373"/>
                    <a:pt x="250" y="378"/>
                    <a:pt x="273" y="378"/>
                  </a:cubicBezTo>
                  <a:cubicBezTo>
                    <a:pt x="342" y="378"/>
                    <a:pt x="415" y="332"/>
                    <a:pt x="438" y="270"/>
                  </a:cubicBezTo>
                  <a:cubicBezTo>
                    <a:pt x="471" y="191"/>
                    <a:pt x="443" y="69"/>
                    <a:pt x="348" y="39"/>
                  </a:cubicBezTo>
                  <a:cubicBezTo>
                    <a:pt x="316" y="30"/>
                    <a:pt x="285" y="20"/>
                    <a:pt x="254" y="10"/>
                  </a:cubicBezTo>
                  <a:cubicBezTo>
                    <a:pt x="233" y="4"/>
                    <a:pt x="211" y="0"/>
                    <a:pt x="1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1500" lIns="91425" spcFirstLastPara="1" rIns="91425" wrap="square" tIns="11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96" name="Google Shape;1696;p13"/>
            <p:cNvSpPr/>
            <p:nvPr/>
          </p:nvSpPr>
          <p:spPr>
            <a:xfrm>
              <a:off x="6938280" y="-67320"/>
              <a:ext cx="19800" cy="15480"/>
            </a:xfrm>
            <a:custGeom>
              <a:rect b="b" l="l" r="r" t="t"/>
              <a:pathLst>
                <a:path extrusionOk="0" h="262" w="329">
                  <a:moveTo>
                    <a:pt x="173" y="1"/>
                  </a:moveTo>
                  <a:cubicBezTo>
                    <a:pt x="88" y="1"/>
                    <a:pt x="0" y="78"/>
                    <a:pt x="40" y="179"/>
                  </a:cubicBezTo>
                  <a:cubicBezTo>
                    <a:pt x="63" y="237"/>
                    <a:pt x="109" y="261"/>
                    <a:pt x="156" y="261"/>
                  </a:cubicBezTo>
                  <a:cubicBezTo>
                    <a:pt x="241" y="261"/>
                    <a:pt x="328" y="184"/>
                    <a:pt x="288" y="82"/>
                  </a:cubicBezTo>
                  <a:cubicBezTo>
                    <a:pt x="266" y="25"/>
                    <a:pt x="220" y="1"/>
                    <a:pt x="1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900" lIns="91425" spcFirstLastPara="1" rIns="91425" wrap="square" tIns="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97" name="Google Shape;1697;p13"/>
            <p:cNvSpPr/>
            <p:nvPr/>
          </p:nvSpPr>
          <p:spPr>
            <a:xfrm>
              <a:off x="7556400" y="-317160"/>
              <a:ext cx="18720" cy="19440"/>
            </a:xfrm>
            <a:custGeom>
              <a:rect b="b" l="l" r="r" t="t"/>
              <a:pathLst>
                <a:path extrusionOk="0" h="327" w="311">
                  <a:moveTo>
                    <a:pt x="135" y="1"/>
                  </a:moveTo>
                  <a:cubicBezTo>
                    <a:pt x="67" y="1"/>
                    <a:pt x="1" y="55"/>
                    <a:pt x="8" y="135"/>
                  </a:cubicBezTo>
                  <a:cubicBezTo>
                    <a:pt x="9" y="157"/>
                    <a:pt x="13" y="179"/>
                    <a:pt x="19" y="201"/>
                  </a:cubicBezTo>
                  <a:cubicBezTo>
                    <a:pt x="34" y="272"/>
                    <a:pt x="87" y="327"/>
                    <a:pt x="155" y="327"/>
                  </a:cubicBezTo>
                  <a:cubicBezTo>
                    <a:pt x="171" y="327"/>
                    <a:pt x="188" y="324"/>
                    <a:pt x="206" y="317"/>
                  </a:cubicBezTo>
                  <a:cubicBezTo>
                    <a:pt x="297" y="281"/>
                    <a:pt x="311" y="182"/>
                    <a:pt x="267" y="106"/>
                  </a:cubicBezTo>
                  <a:cubicBezTo>
                    <a:pt x="256" y="87"/>
                    <a:pt x="244" y="69"/>
                    <a:pt x="231" y="49"/>
                  </a:cubicBezTo>
                  <a:cubicBezTo>
                    <a:pt x="206" y="16"/>
                    <a:pt x="170" y="1"/>
                    <a:pt x="1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98" name="Google Shape;1698;p13"/>
            <p:cNvSpPr/>
            <p:nvPr/>
          </p:nvSpPr>
          <p:spPr>
            <a:xfrm>
              <a:off x="6852240" y="-52200"/>
              <a:ext cx="19800" cy="15840"/>
            </a:xfrm>
            <a:custGeom>
              <a:rect b="b" l="l" r="r" t="t"/>
              <a:pathLst>
                <a:path extrusionOk="0" h="266" w="333">
                  <a:moveTo>
                    <a:pt x="175" y="1"/>
                  </a:moveTo>
                  <a:cubicBezTo>
                    <a:pt x="90" y="1"/>
                    <a:pt x="1" y="78"/>
                    <a:pt x="41" y="182"/>
                  </a:cubicBezTo>
                  <a:cubicBezTo>
                    <a:pt x="64" y="241"/>
                    <a:pt x="111" y="265"/>
                    <a:pt x="159" y="265"/>
                  </a:cubicBezTo>
                  <a:cubicBezTo>
                    <a:pt x="244" y="265"/>
                    <a:pt x="333" y="187"/>
                    <a:pt x="292" y="83"/>
                  </a:cubicBezTo>
                  <a:cubicBezTo>
                    <a:pt x="270" y="25"/>
                    <a:pt x="223" y="1"/>
                    <a:pt x="1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900" lIns="91425" spcFirstLastPara="1" rIns="91425" wrap="square" tIns="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99" name="Google Shape;1699;p13"/>
            <p:cNvSpPr/>
            <p:nvPr/>
          </p:nvSpPr>
          <p:spPr>
            <a:xfrm>
              <a:off x="7498080" y="-302040"/>
              <a:ext cx="14760" cy="11520"/>
            </a:xfrm>
            <a:custGeom>
              <a:rect b="b" l="l" r="r" t="t"/>
              <a:pathLst>
                <a:path extrusionOk="0" h="197" w="248">
                  <a:moveTo>
                    <a:pt x="131" y="0"/>
                  </a:moveTo>
                  <a:cubicBezTo>
                    <a:pt x="67" y="0"/>
                    <a:pt x="0" y="57"/>
                    <a:pt x="30" y="133"/>
                  </a:cubicBezTo>
                  <a:cubicBezTo>
                    <a:pt x="47" y="177"/>
                    <a:pt x="82" y="196"/>
                    <a:pt x="118" y="196"/>
                  </a:cubicBezTo>
                  <a:cubicBezTo>
                    <a:pt x="182" y="196"/>
                    <a:pt x="248" y="138"/>
                    <a:pt x="217" y="61"/>
                  </a:cubicBezTo>
                  <a:cubicBezTo>
                    <a:pt x="201" y="18"/>
                    <a:pt x="166" y="0"/>
                    <a:pt x="1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750" lIns="91425" spcFirstLastPara="1" rIns="91425" wrap="square" tIns="5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00" name="Google Shape;1700;p13"/>
            <p:cNvSpPr/>
            <p:nvPr/>
          </p:nvSpPr>
          <p:spPr>
            <a:xfrm>
              <a:off x="7403400" y="-291960"/>
              <a:ext cx="21960" cy="17640"/>
            </a:xfrm>
            <a:custGeom>
              <a:rect b="b" l="l" r="r" t="t"/>
              <a:pathLst>
                <a:path extrusionOk="0" h="293" w="368">
                  <a:moveTo>
                    <a:pt x="192" y="1"/>
                  </a:moveTo>
                  <a:cubicBezTo>
                    <a:pt x="98" y="1"/>
                    <a:pt x="1" y="86"/>
                    <a:pt x="46" y="201"/>
                  </a:cubicBezTo>
                  <a:cubicBezTo>
                    <a:pt x="71" y="266"/>
                    <a:pt x="123" y="293"/>
                    <a:pt x="176" y="293"/>
                  </a:cubicBezTo>
                  <a:cubicBezTo>
                    <a:pt x="270" y="293"/>
                    <a:pt x="368" y="207"/>
                    <a:pt x="322" y="92"/>
                  </a:cubicBezTo>
                  <a:cubicBezTo>
                    <a:pt x="297" y="28"/>
                    <a:pt x="245" y="1"/>
                    <a:pt x="1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000" lIns="91425" spcFirstLastPara="1" rIns="91425" wrap="square" tIns="9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01" name="Google Shape;1701;p13"/>
            <p:cNvSpPr/>
            <p:nvPr/>
          </p:nvSpPr>
          <p:spPr>
            <a:xfrm>
              <a:off x="6891840" y="-114120"/>
              <a:ext cx="21240" cy="16560"/>
            </a:xfrm>
            <a:custGeom>
              <a:rect b="b" l="l" r="r" t="t"/>
              <a:pathLst>
                <a:path extrusionOk="0" h="278" w="351">
                  <a:moveTo>
                    <a:pt x="184" y="0"/>
                  </a:moveTo>
                  <a:cubicBezTo>
                    <a:pt x="94" y="0"/>
                    <a:pt x="1" y="82"/>
                    <a:pt x="44" y="191"/>
                  </a:cubicBezTo>
                  <a:cubicBezTo>
                    <a:pt x="68" y="252"/>
                    <a:pt x="117" y="278"/>
                    <a:pt x="168" y="278"/>
                  </a:cubicBezTo>
                  <a:cubicBezTo>
                    <a:pt x="257" y="278"/>
                    <a:pt x="351" y="196"/>
                    <a:pt x="308" y="87"/>
                  </a:cubicBezTo>
                  <a:cubicBezTo>
                    <a:pt x="284" y="26"/>
                    <a:pt x="235" y="0"/>
                    <a:pt x="1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8275" lIns="91425" spcFirstLastPara="1" rIns="91425" wrap="square" tIns="8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02" name="Google Shape;1702;p13"/>
            <p:cNvSpPr/>
            <p:nvPr/>
          </p:nvSpPr>
          <p:spPr>
            <a:xfrm>
              <a:off x="7490880" y="-367560"/>
              <a:ext cx="14400" cy="11160"/>
            </a:xfrm>
            <a:custGeom>
              <a:rect b="b" l="l" r="r" t="t"/>
              <a:pathLst>
                <a:path extrusionOk="0" h="190" w="241">
                  <a:moveTo>
                    <a:pt x="126" y="1"/>
                  </a:moveTo>
                  <a:cubicBezTo>
                    <a:pt x="64" y="1"/>
                    <a:pt x="0" y="56"/>
                    <a:pt x="30" y="130"/>
                  </a:cubicBezTo>
                  <a:cubicBezTo>
                    <a:pt x="47" y="172"/>
                    <a:pt x="82" y="190"/>
                    <a:pt x="116" y="190"/>
                  </a:cubicBezTo>
                  <a:cubicBezTo>
                    <a:pt x="178" y="190"/>
                    <a:pt x="241" y="134"/>
                    <a:pt x="212" y="59"/>
                  </a:cubicBezTo>
                  <a:cubicBezTo>
                    <a:pt x="195" y="18"/>
                    <a:pt x="161" y="1"/>
                    <a:pt x="1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750" lIns="91425" spcFirstLastPara="1" rIns="91425" wrap="square" tIns="5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03" name="Google Shape;1703;p13"/>
            <p:cNvSpPr/>
            <p:nvPr/>
          </p:nvSpPr>
          <p:spPr>
            <a:xfrm>
              <a:off x="7272360" y="-334800"/>
              <a:ext cx="26280" cy="25920"/>
            </a:xfrm>
            <a:custGeom>
              <a:rect b="b" l="l" r="r" t="t"/>
              <a:pathLst>
                <a:path extrusionOk="0" h="430" w="436">
                  <a:moveTo>
                    <a:pt x="194" y="1"/>
                  </a:moveTo>
                  <a:cubicBezTo>
                    <a:pt x="173" y="1"/>
                    <a:pt x="152" y="5"/>
                    <a:pt x="130" y="14"/>
                  </a:cubicBezTo>
                  <a:cubicBezTo>
                    <a:pt x="37" y="57"/>
                    <a:pt x="0" y="150"/>
                    <a:pt x="30" y="247"/>
                  </a:cubicBezTo>
                  <a:lnTo>
                    <a:pt x="50" y="312"/>
                  </a:lnTo>
                  <a:cubicBezTo>
                    <a:pt x="72" y="383"/>
                    <a:pt x="149" y="429"/>
                    <a:pt x="223" y="429"/>
                  </a:cubicBezTo>
                  <a:cubicBezTo>
                    <a:pt x="245" y="429"/>
                    <a:pt x="267" y="425"/>
                    <a:pt x="286" y="417"/>
                  </a:cubicBezTo>
                  <a:cubicBezTo>
                    <a:pt x="373" y="377"/>
                    <a:pt x="435" y="271"/>
                    <a:pt x="391" y="177"/>
                  </a:cubicBezTo>
                  <a:lnTo>
                    <a:pt x="363" y="115"/>
                  </a:lnTo>
                  <a:cubicBezTo>
                    <a:pt x="332" y="50"/>
                    <a:pt x="266" y="1"/>
                    <a:pt x="1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950" lIns="91425" spcFirstLastPara="1" rIns="91425" wrap="square" tIns="12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04" name="Google Shape;1704;p13"/>
            <p:cNvSpPr/>
            <p:nvPr/>
          </p:nvSpPr>
          <p:spPr>
            <a:xfrm>
              <a:off x="6959520" y="-199440"/>
              <a:ext cx="19800" cy="15840"/>
            </a:xfrm>
            <a:custGeom>
              <a:rect b="b" l="l" r="r" t="t"/>
              <a:pathLst>
                <a:path extrusionOk="0" h="264" w="332">
                  <a:moveTo>
                    <a:pt x="173" y="0"/>
                  </a:moveTo>
                  <a:cubicBezTo>
                    <a:pt x="88" y="0"/>
                    <a:pt x="0" y="78"/>
                    <a:pt x="41" y="181"/>
                  </a:cubicBezTo>
                  <a:cubicBezTo>
                    <a:pt x="64" y="239"/>
                    <a:pt x="111" y="264"/>
                    <a:pt x="159" y="264"/>
                  </a:cubicBezTo>
                  <a:cubicBezTo>
                    <a:pt x="244" y="264"/>
                    <a:pt x="331" y="186"/>
                    <a:pt x="291" y="83"/>
                  </a:cubicBezTo>
                  <a:cubicBezTo>
                    <a:pt x="268" y="25"/>
                    <a:pt x="220" y="0"/>
                    <a:pt x="1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900" lIns="91425" spcFirstLastPara="1" rIns="91425" wrap="square" tIns="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05" name="Google Shape;1705;p13"/>
            <p:cNvSpPr/>
            <p:nvPr/>
          </p:nvSpPr>
          <p:spPr>
            <a:xfrm>
              <a:off x="7065360" y="-252720"/>
              <a:ext cx="24480" cy="19080"/>
            </a:xfrm>
            <a:custGeom>
              <a:rect b="b" l="l" r="r" t="t"/>
              <a:pathLst>
                <a:path extrusionOk="0" h="320" w="404">
                  <a:moveTo>
                    <a:pt x="212" y="0"/>
                  </a:moveTo>
                  <a:cubicBezTo>
                    <a:pt x="108" y="0"/>
                    <a:pt x="1" y="94"/>
                    <a:pt x="51" y="219"/>
                  </a:cubicBezTo>
                  <a:cubicBezTo>
                    <a:pt x="78" y="290"/>
                    <a:pt x="135" y="320"/>
                    <a:pt x="193" y="320"/>
                  </a:cubicBezTo>
                  <a:cubicBezTo>
                    <a:pt x="296" y="320"/>
                    <a:pt x="403" y="226"/>
                    <a:pt x="355" y="101"/>
                  </a:cubicBezTo>
                  <a:cubicBezTo>
                    <a:pt x="328" y="30"/>
                    <a:pt x="271" y="0"/>
                    <a:pt x="2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06" name="Google Shape;1706;p13"/>
            <p:cNvSpPr/>
            <p:nvPr/>
          </p:nvSpPr>
          <p:spPr>
            <a:xfrm>
              <a:off x="6898680" y="-187200"/>
              <a:ext cx="24480" cy="19440"/>
            </a:xfrm>
            <a:custGeom>
              <a:rect b="b" l="l" r="r" t="t"/>
              <a:pathLst>
                <a:path extrusionOk="0" h="323" w="407">
                  <a:moveTo>
                    <a:pt x="213" y="0"/>
                  </a:moveTo>
                  <a:cubicBezTo>
                    <a:pt x="109" y="0"/>
                    <a:pt x="1" y="95"/>
                    <a:pt x="51" y="222"/>
                  </a:cubicBezTo>
                  <a:cubicBezTo>
                    <a:pt x="78" y="293"/>
                    <a:pt x="135" y="322"/>
                    <a:pt x="193" y="322"/>
                  </a:cubicBezTo>
                  <a:cubicBezTo>
                    <a:pt x="298" y="322"/>
                    <a:pt x="407" y="227"/>
                    <a:pt x="357" y="102"/>
                  </a:cubicBezTo>
                  <a:cubicBezTo>
                    <a:pt x="329" y="31"/>
                    <a:pt x="272" y="0"/>
                    <a:pt x="2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07" name="Google Shape;1707;p13"/>
            <p:cNvSpPr/>
            <p:nvPr/>
          </p:nvSpPr>
          <p:spPr>
            <a:xfrm>
              <a:off x="7285320" y="-407520"/>
              <a:ext cx="78480" cy="58321"/>
            </a:xfrm>
            <a:custGeom>
              <a:rect b="b" l="l" r="r" t="t"/>
              <a:pathLst>
                <a:path extrusionOk="0" h="961" w="1290">
                  <a:moveTo>
                    <a:pt x="543" y="1"/>
                  </a:moveTo>
                  <a:cubicBezTo>
                    <a:pt x="373" y="1"/>
                    <a:pt x="197" y="94"/>
                    <a:pt x="121" y="245"/>
                  </a:cubicBezTo>
                  <a:cubicBezTo>
                    <a:pt x="1" y="484"/>
                    <a:pt x="199" y="686"/>
                    <a:pt x="390" y="803"/>
                  </a:cubicBezTo>
                  <a:cubicBezTo>
                    <a:pt x="563" y="908"/>
                    <a:pt x="757" y="960"/>
                    <a:pt x="955" y="960"/>
                  </a:cubicBezTo>
                  <a:cubicBezTo>
                    <a:pt x="1038" y="960"/>
                    <a:pt x="1122" y="951"/>
                    <a:pt x="1205" y="932"/>
                  </a:cubicBezTo>
                  <a:cubicBezTo>
                    <a:pt x="1289" y="912"/>
                    <a:pt x="1285" y="788"/>
                    <a:pt x="1202" y="788"/>
                  </a:cubicBezTo>
                  <a:cubicBezTo>
                    <a:pt x="1198" y="788"/>
                    <a:pt x="1195" y="789"/>
                    <a:pt x="1191" y="789"/>
                  </a:cubicBezTo>
                  <a:cubicBezTo>
                    <a:pt x="1155" y="793"/>
                    <a:pt x="1120" y="794"/>
                    <a:pt x="1084" y="794"/>
                  </a:cubicBezTo>
                  <a:cubicBezTo>
                    <a:pt x="947" y="794"/>
                    <a:pt x="812" y="768"/>
                    <a:pt x="684" y="713"/>
                  </a:cubicBezTo>
                  <a:cubicBezTo>
                    <a:pt x="576" y="664"/>
                    <a:pt x="285" y="514"/>
                    <a:pt x="349" y="363"/>
                  </a:cubicBezTo>
                  <a:cubicBezTo>
                    <a:pt x="381" y="287"/>
                    <a:pt x="459" y="258"/>
                    <a:pt x="538" y="258"/>
                  </a:cubicBezTo>
                  <a:cubicBezTo>
                    <a:pt x="592" y="258"/>
                    <a:pt x="646" y="271"/>
                    <a:pt x="685" y="293"/>
                  </a:cubicBezTo>
                  <a:cubicBezTo>
                    <a:pt x="835" y="377"/>
                    <a:pt x="930" y="547"/>
                    <a:pt x="1012" y="691"/>
                  </a:cubicBezTo>
                  <a:cubicBezTo>
                    <a:pt x="1030" y="721"/>
                    <a:pt x="1057" y="733"/>
                    <a:pt x="1085" y="733"/>
                  </a:cubicBezTo>
                  <a:cubicBezTo>
                    <a:pt x="1150" y="733"/>
                    <a:pt x="1220" y="667"/>
                    <a:pt x="1185" y="596"/>
                  </a:cubicBezTo>
                  <a:cubicBezTo>
                    <a:pt x="1072" y="364"/>
                    <a:pt x="929" y="88"/>
                    <a:pt x="655" y="15"/>
                  </a:cubicBezTo>
                  <a:cubicBezTo>
                    <a:pt x="619" y="5"/>
                    <a:pt x="581" y="1"/>
                    <a:pt x="5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9150" lIns="91425" spcFirstLastPara="1" rIns="91425" wrap="square" tIns="291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08" name="Google Shape;1708;p13"/>
            <p:cNvSpPr/>
            <p:nvPr/>
          </p:nvSpPr>
          <p:spPr>
            <a:xfrm>
              <a:off x="7385040" y="-387360"/>
              <a:ext cx="26640" cy="18720"/>
            </a:xfrm>
            <a:custGeom>
              <a:rect b="b" l="l" r="r" t="t"/>
              <a:pathLst>
                <a:path extrusionOk="0" h="314" w="440">
                  <a:moveTo>
                    <a:pt x="257" y="0"/>
                  </a:moveTo>
                  <a:cubicBezTo>
                    <a:pt x="212" y="0"/>
                    <a:pt x="166" y="19"/>
                    <a:pt x="131" y="55"/>
                  </a:cubicBezTo>
                  <a:cubicBezTo>
                    <a:pt x="125" y="56"/>
                    <a:pt x="107" y="69"/>
                    <a:pt x="107" y="70"/>
                  </a:cubicBezTo>
                  <a:cubicBezTo>
                    <a:pt x="1" y="133"/>
                    <a:pt x="64" y="314"/>
                    <a:pt x="177" y="314"/>
                  </a:cubicBezTo>
                  <a:cubicBezTo>
                    <a:pt x="185" y="314"/>
                    <a:pt x="193" y="313"/>
                    <a:pt x="201" y="311"/>
                  </a:cubicBezTo>
                  <a:cubicBezTo>
                    <a:pt x="201" y="311"/>
                    <a:pt x="223" y="307"/>
                    <a:pt x="229" y="306"/>
                  </a:cubicBezTo>
                  <a:lnTo>
                    <a:pt x="229" y="304"/>
                  </a:lnTo>
                  <a:cubicBezTo>
                    <a:pt x="231" y="304"/>
                    <a:pt x="232" y="304"/>
                    <a:pt x="234" y="304"/>
                  </a:cubicBezTo>
                  <a:cubicBezTo>
                    <a:pt x="344" y="304"/>
                    <a:pt x="439" y="210"/>
                    <a:pt x="393" y="95"/>
                  </a:cubicBezTo>
                  <a:cubicBezTo>
                    <a:pt x="368" y="30"/>
                    <a:pt x="313" y="0"/>
                    <a:pt x="2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350" lIns="91425" spcFirstLastPara="1" rIns="91425" wrap="square" tIns="9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09" name="Google Shape;1709;p13"/>
            <p:cNvSpPr/>
            <p:nvPr/>
          </p:nvSpPr>
          <p:spPr>
            <a:xfrm>
              <a:off x="7144560" y="-289440"/>
              <a:ext cx="18360" cy="14400"/>
            </a:xfrm>
            <a:custGeom>
              <a:rect b="b" l="l" r="r" t="t"/>
              <a:pathLst>
                <a:path extrusionOk="0" h="244" w="308">
                  <a:moveTo>
                    <a:pt x="162" y="1"/>
                  </a:moveTo>
                  <a:cubicBezTo>
                    <a:pt x="83" y="1"/>
                    <a:pt x="1" y="71"/>
                    <a:pt x="38" y="166"/>
                  </a:cubicBezTo>
                  <a:cubicBezTo>
                    <a:pt x="59" y="220"/>
                    <a:pt x="102" y="243"/>
                    <a:pt x="147" y="243"/>
                  </a:cubicBezTo>
                  <a:cubicBezTo>
                    <a:pt x="226" y="243"/>
                    <a:pt x="308" y="171"/>
                    <a:pt x="270" y="76"/>
                  </a:cubicBezTo>
                  <a:cubicBezTo>
                    <a:pt x="250" y="23"/>
                    <a:pt x="206" y="1"/>
                    <a:pt x="1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200" lIns="91425" spcFirstLastPara="1" rIns="91425" wrap="square" tIns="7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10" name="Google Shape;1710;p13"/>
            <p:cNvSpPr/>
            <p:nvPr/>
          </p:nvSpPr>
          <p:spPr>
            <a:xfrm>
              <a:off x="7213320" y="-322200"/>
              <a:ext cx="21240" cy="16920"/>
            </a:xfrm>
            <a:custGeom>
              <a:rect b="b" l="l" r="r" t="t"/>
              <a:pathLst>
                <a:path extrusionOk="0" h="280" w="351">
                  <a:moveTo>
                    <a:pt x="182" y="0"/>
                  </a:moveTo>
                  <a:cubicBezTo>
                    <a:pt x="92" y="0"/>
                    <a:pt x="0" y="82"/>
                    <a:pt x="42" y="193"/>
                  </a:cubicBezTo>
                  <a:cubicBezTo>
                    <a:pt x="66" y="254"/>
                    <a:pt x="116" y="280"/>
                    <a:pt x="166" y="280"/>
                  </a:cubicBezTo>
                  <a:cubicBezTo>
                    <a:pt x="257" y="280"/>
                    <a:pt x="351" y="198"/>
                    <a:pt x="308" y="89"/>
                  </a:cubicBezTo>
                  <a:cubicBezTo>
                    <a:pt x="283" y="27"/>
                    <a:pt x="233" y="0"/>
                    <a:pt x="1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8625" lIns="91425" spcFirstLastPara="1" rIns="91425" wrap="square" tIns="86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11" name="Google Shape;1711;p13"/>
            <p:cNvSpPr/>
            <p:nvPr/>
          </p:nvSpPr>
          <p:spPr>
            <a:xfrm>
              <a:off x="6763680" y="-181440"/>
              <a:ext cx="29520" cy="19440"/>
            </a:xfrm>
            <a:custGeom>
              <a:rect b="b" l="l" r="r" t="t"/>
              <a:pathLst>
                <a:path extrusionOk="0" h="323" w="491">
                  <a:moveTo>
                    <a:pt x="276" y="0"/>
                  </a:moveTo>
                  <a:cubicBezTo>
                    <a:pt x="257" y="0"/>
                    <a:pt x="237" y="4"/>
                    <a:pt x="217" y="13"/>
                  </a:cubicBezTo>
                  <a:lnTo>
                    <a:pt x="155" y="42"/>
                  </a:lnTo>
                  <a:cubicBezTo>
                    <a:pt x="1" y="112"/>
                    <a:pt x="65" y="323"/>
                    <a:pt x="208" y="323"/>
                  </a:cubicBezTo>
                  <a:cubicBezTo>
                    <a:pt x="225" y="323"/>
                    <a:pt x="242" y="320"/>
                    <a:pt x="261" y="314"/>
                  </a:cubicBezTo>
                  <a:lnTo>
                    <a:pt x="327" y="291"/>
                  </a:lnTo>
                  <a:cubicBezTo>
                    <a:pt x="490" y="239"/>
                    <a:pt x="417" y="0"/>
                    <a:pt x="2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12" name="Google Shape;1712;p13"/>
            <p:cNvSpPr/>
            <p:nvPr/>
          </p:nvSpPr>
          <p:spPr>
            <a:xfrm>
              <a:off x="6998760" y="-324720"/>
              <a:ext cx="70559" cy="64440"/>
            </a:xfrm>
            <a:custGeom>
              <a:rect b="b" l="l" r="r" t="t"/>
              <a:pathLst>
                <a:path extrusionOk="0" h="1058" w="1163">
                  <a:moveTo>
                    <a:pt x="808" y="165"/>
                  </a:moveTo>
                  <a:lnTo>
                    <a:pt x="808" y="165"/>
                  </a:lnTo>
                  <a:cubicBezTo>
                    <a:pt x="805" y="193"/>
                    <a:pt x="812" y="224"/>
                    <a:pt x="833" y="246"/>
                  </a:cubicBezTo>
                  <a:cubicBezTo>
                    <a:pt x="957" y="369"/>
                    <a:pt x="900" y="566"/>
                    <a:pt x="777" y="666"/>
                  </a:cubicBezTo>
                  <a:cubicBezTo>
                    <a:pt x="714" y="716"/>
                    <a:pt x="536" y="818"/>
                    <a:pt x="417" y="818"/>
                  </a:cubicBezTo>
                  <a:cubicBezTo>
                    <a:pt x="362" y="818"/>
                    <a:pt x="320" y="796"/>
                    <a:pt x="309" y="736"/>
                  </a:cubicBezTo>
                  <a:cubicBezTo>
                    <a:pt x="258" y="460"/>
                    <a:pt x="564" y="203"/>
                    <a:pt x="808" y="165"/>
                  </a:cubicBezTo>
                  <a:close/>
                  <a:moveTo>
                    <a:pt x="803" y="0"/>
                  </a:moveTo>
                  <a:cubicBezTo>
                    <a:pt x="803" y="0"/>
                    <a:pt x="802" y="0"/>
                    <a:pt x="801" y="0"/>
                  </a:cubicBezTo>
                  <a:cubicBezTo>
                    <a:pt x="543" y="9"/>
                    <a:pt x="316" y="156"/>
                    <a:pt x="187" y="380"/>
                  </a:cubicBezTo>
                  <a:cubicBezTo>
                    <a:pt x="84" y="559"/>
                    <a:pt x="0" y="951"/>
                    <a:pt x="261" y="1043"/>
                  </a:cubicBezTo>
                  <a:cubicBezTo>
                    <a:pt x="288" y="1054"/>
                    <a:pt x="318" y="1058"/>
                    <a:pt x="349" y="1058"/>
                  </a:cubicBezTo>
                  <a:cubicBezTo>
                    <a:pt x="453" y="1058"/>
                    <a:pt x="570" y="1008"/>
                    <a:pt x="658" y="973"/>
                  </a:cubicBezTo>
                  <a:cubicBezTo>
                    <a:pt x="801" y="919"/>
                    <a:pt x="943" y="836"/>
                    <a:pt x="1030" y="706"/>
                  </a:cubicBezTo>
                  <a:cubicBezTo>
                    <a:pt x="1162" y="511"/>
                    <a:pt x="1141" y="214"/>
                    <a:pt x="917" y="101"/>
                  </a:cubicBezTo>
                  <a:cubicBezTo>
                    <a:pt x="906" y="94"/>
                    <a:pt x="896" y="93"/>
                    <a:pt x="886" y="91"/>
                  </a:cubicBezTo>
                  <a:cubicBezTo>
                    <a:pt x="890" y="48"/>
                    <a:pt x="861" y="0"/>
                    <a:pt x="8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2400" lIns="91425" spcFirstLastPara="1" rIns="91425" wrap="square" tIns="3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13" name="Google Shape;1713;p13"/>
            <p:cNvSpPr/>
            <p:nvPr/>
          </p:nvSpPr>
          <p:spPr>
            <a:xfrm>
              <a:off x="7014600" y="-314640"/>
              <a:ext cx="42121" cy="39600"/>
            </a:xfrm>
            <a:custGeom>
              <a:rect b="b" l="l" r="r" t="t"/>
              <a:pathLst>
                <a:path extrusionOk="0" h="655" w="698">
                  <a:moveTo>
                    <a:pt x="548" y="1"/>
                  </a:moveTo>
                  <a:lnTo>
                    <a:pt x="548" y="1"/>
                  </a:lnTo>
                  <a:cubicBezTo>
                    <a:pt x="306" y="36"/>
                    <a:pt x="0" y="296"/>
                    <a:pt x="51" y="572"/>
                  </a:cubicBezTo>
                  <a:cubicBezTo>
                    <a:pt x="62" y="632"/>
                    <a:pt x="104" y="654"/>
                    <a:pt x="159" y="654"/>
                  </a:cubicBezTo>
                  <a:cubicBezTo>
                    <a:pt x="278" y="654"/>
                    <a:pt x="456" y="552"/>
                    <a:pt x="519" y="502"/>
                  </a:cubicBezTo>
                  <a:cubicBezTo>
                    <a:pt x="642" y="402"/>
                    <a:pt x="697" y="205"/>
                    <a:pt x="574" y="82"/>
                  </a:cubicBezTo>
                  <a:cubicBezTo>
                    <a:pt x="553" y="57"/>
                    <a:pt x="546" y="28"/>
                    <a:pt x="5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9800" lIns="91425" spcFirstLastPara="1" rIns="91425" wrap="square" tIns="19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14" name="Google Shape;1714;p13"/>
            <p:cNvSpPr/>
            <p:nvPr/>
          </p:nvSpPr>
          <p:spPr>
            <a:xfrm>
              <a:off x="6890400" y="-311400"/>
              <a:ext cx="66599" cy="65880"/>
            </a:xfrm>
            <a:custGeom>
              <a:rect b="b" l="l" r="r" t="t"/>
              <a:pathLst>
                <a:path extrusionOk="0" h="1082" w="1099">
                  <a:moveTo>
                    <a:pt x="401" y="251"/>
                  </a:moveTo>
                  <a:cubicBezTo>
                    <a:pt x="416" y="251"/>
                    <a:pt x="433" y="254"/>
                    <a:pt x="453" y="260"/>
                  </a:cubicBezTo>
                  <a:cubicBezTo>
                    <a:pt x="535" y="284"/>
                    <a:pt x="610" y="323"/>
                    <a:pt x="678" y="373"/>
                  </a:cubicBezTo>
                  <a:cubicBezTo>
                    <a:pt x="818" y="479"/>
                    <a:pt x="943" y="655"/>
                    <a:pt x="984" y="832"/>
                  </a:cubicBezTo>
                  <a:cubicBezTo>
                    <a:pt x="976" y="829"/>
                    <a:pt x="967" y="829"/>
                    <a:pt x="956" y="829"/>
                  </a:cubicBezTo>
                  <a:cubicBezTo>
                    <a:pt x="926" y="833"/>
                    <a:pt x="896" y="835"/>
                    <a:pt x="867" y="835"/>
                  </a:cubicBezTo>
                  <a:cubicBezTo>
                    <a:pt x="610" y="835"/>
                    <a:pt x="355" y="688"/>
                    <a:pt x="318" y="403"/>
                  </a:cubicBezTo>
                  <a:cubicBezTo>
                    <a:pt x="308" y="316"/>
                    <a:pt x="329" y="251"/>
                    <a:pt x="401" y="251"/>
                  </a:cubicBezTo>
                  <a:close/>
                  <a:moveTo>
                    <a:pt x="346" y="0"/>
                  </a:moveTo>
                  <a:cubicBezTo>
                    <a:pt x="218" y="0"/>
                    <a:pt x="109" y="64"/>
                    <a:pt x="76" y="241"/>
                  </a:cubicBezTo>
                  <a:cubicBezTo>
                    <a:pt x="0" y="639"/>
                    <a:pt x="384" y="1082"/>
                    <a:pt x="786" y="1082"/>
                  </a:cubicBezTo>
                  <a:cubicBezTo>
                    <a:pt x="860" y="1082"/>
                    <a:pt x="934" y="1067"/>
                    <a:pt x="1005" y="1035"/>
                  </a:cubicBezTo>
                  <a:cubicBezTo>
                    <a:pt x="1055" y="1012"/>
                    <a:pt x="1073" y="964"/>
                    <a:pt x="1068" y="920"/>
                  </a:cubicBezTo>
                  <a:cubicBezTo>
                    <a:pt x="1085" y="913"/>
                    <a:pt x="1099" y="896"/>
                    <a:pt x="1098" y="870"/>
                  </a:cubicBezTo>
                  <a:cubicBezTo>
                    <a:pt x="1083" y="567"/>
                    <a:pt x="979" y="318"/>
                    <a:pt x="723" y="138"/>
                  </a:cubicBezTo>
                  <a:cubicBezTo>
                    <a:pt x="615" y="61"/>
                    <a:pt x="471" y="0"/>
                    <a:pt x="3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3100" lIns="91425" spcFirstLastPara="1" rIns="91425" wrap="square" tIns="33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15" name="Google Shape;1715;p13"/>
            <p:cNvSpPr/>
            <p:nvPr/>
          </p:nvSpPr>
          <p:spPr>
            <a:xfrm>
              <a:off x="7604640" y="-586800"/>
              <a:ext cx="50040" cy="80279"/>
            </a:xfrm>
            <a:custGeom>
              <a:rect b="b" l="l" r="r" t="t"/>
              <a:pathLst>
                <a:path extrusionOk="0" h="1318" w="828">
                  <a:moveTo>
                    <a:pt x="674" y="0"/>
                  </a:moveTo>
                  <a:cubicBezTo>
                    <a:pt x="646" y="0"/>
                    <a:pt x="619" y="14"/>
                    <a:pt x="600" y="45"/>
                  </a:cubicBezTo>
                  <a:cubicBezTo>
                    <a:pt x="372" y="422"/>
                    <a:pt x="173" y="808"/>
                    <a:pt x="20" y="1223"/>
                  </a:cubicBezTo>
                  <a:cubicBezTo>
                    <a:pt x="1" y="1276"/>
                    <a:pt x="45" y="1317"/>
                    <a:pt x="88" y="1317"/>
                  </a:cubicBezTo>
                  <a:cubicBezTo>
                    <a:pt x="110" y="1317"/>
                    <a:pt x="133" y="1306"/>
                    <a:pt x="145" y="1278"/>
                  </a:cubicBezTo>
                  <a:cubicBezTo>
                    <a:pt x="316" y="891"/>
                    <a:pt x="520" y="520"/>
                    <a:pt x="768" y="177"/>
                  </a:cubicBezTo>
                  <a:cubicBezTo>
                    <a:pt x="827" y="94"/>
                    <a:pt x="748" y="0"/>
                    <a:pt x="6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0300" lIns="91425" spcFirstLastPara="1" rIns="91425" wrap="square" tIns="40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16" name="Google Shape;1716;p13"/>
            <p:cNvSpPr/>
            <p:nvPr/>
          </p:nvSpPr>
          <p:spPr>
            <a:xfrm>
              <a:off x="6849360" y="-234360"/>
              <a:ext cx="20520" cy="16200"/>
            </a:xfrm>
            <a:custGeom>
              <a:rect b="b" l="l" r="r" t="t"/>
              <a:pathLst>
                <a:path extrusionOk="0" h="271" w="342">
                  <a:moveTo>
                    <a:pt x="178" y="1"/>
                  </a:moveTo>
                  <a:cubicBezTo>
                    <a:pt x="90" y="1"/>
                    <a:pt x="0" y="80"/>
                    <a:pt x="43" y="187"/>
                  </a:cubicBezTo>
                  <a:cubicBezTo>
                    <a:pt x="66" y="246"/>
                    <a:pt x="114" y="271"/>
                    <a:pt x="163" y="271"/>
                  </a:cubicBezTo>
                  <a:cubicBezTo>
                    <a:pt x="251" y="271"/>
                    <a:pt x="341" y="192"/>
                    <a:pt x="299" y="85"/>
                  </a:cubicBezTo>
                  <a:cubicBezTo>
                    <a:pt x="276" y="26"/>
                    <a:pt x="227" y="1"/>
                    <a:pt x="1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8275" lIns="91425" spcFirstLastPara="1" rIns="91425" wrap="square" tIns="8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17" name="Google Shape;1717;p13"/>
            <p:cNvSpPr/>
            <p:nvPr/>
          </p:nvSpPr>
          <p:spPr>
            <a:xfrm>
              <a:off x="6909120" y="-295920"/>
              <a:ext cx="41039" cy="35280"/>
            </a:xfrm>
            <a:custGeom>
              <a:rect b="b" l="l" r="r" t="t"/>
              <a:pathLst>
                <a:path extrusionOk="0" h="585" w="678">
                  <a:moveTo>
                    <a:pt x="96" y="1"/>
                  </a:moveTo>
                  <a:cubicBezTo>
                    <a:pt x="23" y="1"/>
                    <a:pt x="1" y="67"/>
                    <a:pt x="13" y="154"/>
                  </a:cubicBezTo>
                  <a:cubicBezTo>
                    <a:pt x="48" y="437"/>
                    <a:pt x="305" y="585"/>
                    <a:pt x="563" y="585"/>
                  </a:cubicBezTo>
                  <a:cubicBezTo>
                    <a:pt x="592" y="585"/>
                    <a:pt x="620" y="583"/>
                    <a:pt x="649" y="579"/>
                  </a:cubicBezTo>
                  <a:cubicBezTo>
                    <a:pt x="652" y="578"/>
                    <a:pt x="656" y="578"/>
                    <a:pt x="659" y="578"/>
                  </a:cubicBezTo>
                  <a:cubicBezTo>
                    <a:pt x="665" y="578"/>
                    <a:pt x="671" y="580"/>
                    <a:pt x="677" y="581"/>
                  </a:cubicBezTo>
                  <a:cubicBezTo>
                    <a:pt x="636" y="404"/>
                    <a:pt x="511" y="226"/>
                    <a:pt x="373" y="123"/>
                  </a:cubicBezTo>
                  <a:cubicBezTo>
                    <a:pt x="303" y="73"/>
                    <a:pt x="228" y="35"/>
                    <a:pt x="147" y="10"/>
                  </a:cubicBezTo>
                  <a:cubicBezTo>
                    <a:pt x="128" y="3"/>
                    <a:pt x="111" y="1"/>
                    <a:pt x="9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7625" lIns="91425" spcFirstLastPara="1" rIns="91425" wrap="square" tIns="176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18" name="Google Shape;1718;p13"/>
            <p:cNvSpPr/>
            <p:nvPr/>
          </p:nvSpPr>
          <p:spPr>
            <a:xfrm>
              <a:off x="7170120" y="-378360"/>
              <a:ext cx="27360" cy="27360"/>
            </a:xfrm>
            <a:custGeom>
              <a:rect b="b" l="l" r="r" t="t"/>
              <a:pathLst>
                <a:path extrusionOk="0" h="455" w="455">
                  <a:moveTo>
                    <a:pt x="240" y="1"/>
                  </a:moveTo>
                  <a:cubicBezTo>
                    <a:pt x="168" y="1"/>
                    <a:pt x="97" y="38"/>
                    <a:pt x="69" y="109"/>
                  </a:cubicBezTo>
                  <a:cubicBezTo>
                    <a:pt x="59" y="141"/>
                    <a:pt x="46" y="172"/>
                    <a:pt x="33" y="202"/>
                  </a:cubicBezTo>
                  <a:cubicBezTo>
                    <a:pt x="1" y="291"/>
                    <a:pt x="33" y="406"/>
                    <a:pt x="128" y="441"/>
                  </a:cubicBezTo>
                  <a:cubicBezTo>
                    <a:pt x="152" y="450"/>
                    <a:pt x="176" y="455"/>
                    <a:pt x="200" y="455"/>
                  </a:cubicBezTo>
                  <a:cubicBezTo>
                    <a:pt x="269" y="455"/>
                    <a:pt x="333" y="415"/>
                    <a:pt x="366" y="348"/>
                  </a:cubicBezTo>
                  <a:cubicBezTo>
                    <a:pt x="381" y="319"/>
                    <a:pt x="395" y="287"/>
                    <a:pt x="409" y="258"/>
                  </a:cubicBezTo>
                  <a:cubicBezTo>
                    <a:pt x="454" y="172"/>
                    <a:pt x="405" y="50"/>
                    <a:pt x="314" y="15"/>
                  </a:cubicBezTo>
                  <a:cubicBezTo>
                    <a:pt x="291" y="5"/>
                    <a:pt x="265" y="1"/>
                    <a:pt x="2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3675" lIns="91425" spcFirstLastPara="1" rIns="91425" wrap="square" tIns="13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19" name="Google Shape;1719;p13"/>
            <p:cNvSpPr/>
            <p:nvPr/>
          </p:nvSpPr>
          <p:spPr>
            <a:xfrm>
              <a:off x="7117200" y="-350280"/>
              <a:ext cx="15840" cy="12600"/>
            </a:xfrm>
            <a:custGeom>
              <a:rect b="b" l="l" r="r" t="t"/>
              <a:pathLst>
                <a:path extrusionOk="0" h="213" w="268">
                  <a:moveTo>
                    <a:pt x="140" y="0"/>
                  </a:moveTo>
                  <a:cubicBezTo>
                    <a:pt x="71" y="0"/>
                    <a:pt x="0" y="63"/>
                    <a:pt x="34" y="146"/>
                  </a:cubicBezTo>
                  <a:cubicBezTo>
                    <a:pt x="52" y="193"/>
                    <a:pt x="90" y="213"/>
                    <a:pt x="128" y="213"/>
                  </a:cubicBezTo>
                  <a:cubicBezTo>
                    <a:pt x="197" y="213"/>
                    <a:pt x="268" y="150"/>
                    <a:pt x="235" y="67"/>
                  </a:cubicBezTo>
                  <a:cubicBezTo>
                    <a:pt x="217" y="20"/>
                    <a:pt x="179" y="0"/>
                    <a:pt x="1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475" lIns="91425" spcFirstLastPara="1" rIns="91425" wrap="square" tIns="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20" name="Google Shape;1720;p13"/>
            <p:cNvSpPr/>
            <p:nvPr/>
          </p:nvSpPr>
          <p:spPr>
            <a:xfrm>
              <a:off x="7252920" y="-425520"/>
              <a:ext cx="14760" cy="11520"/>
            </a:xfrm>
            <a:custGeom>
              <a:rect b="b" l="l" r="r" t="t"/>
              <a:pathLst>
                <a:path extrusionOk="0" h="197" w="248">
                  <a:moveTo>
                    <a:pt x="130" y="0"/>
                  </a:moveTo>
                  <a:cubicBezTo>
                    <a:pt x="66" y="0"/>
                    <a:pt x="0" y="58"/>
                    <a:pt x="31" y="135"/>
                  </a:cubicBezTo>
                  <a:cubicBezTo>
                    <a:pt x="49" y="179"/>
                    <a:pt x="84" y="197"/>
                    <a:pt x="119" y="197"/>
                  </a:cubicBezTo>
                  <a:cubicBezTo>
                    <a:pt x="183" y="197"/>
                    <a:pt x="248" y="139"/>
                    <a:pt x="217" y="62"/>
                  </a:cubicBezTo>
                  <a:cubicBezTo>
                    <a:pt x="200" y="18"/>
                    <a:pt x="165" y="0"/>
                    <a:pt x="1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750" lIns="91425" spcFirstLastPara="1" rIns="91425" wrap="square" tIns="5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21" name="Google Shape;1721;p13"/>
            <p:cNvSpPr/>
            <p:nvPr/>
          </p:nvSpPr>
          <p:spPr>
            <a:xfrm>
              <a:off x="6789240" y="-290520"/>
              <a:ext cx="24480" cy="20520"/>
            </a:xfrm>
            <a:custGeom>
              <a:rect b="b" l="l" r="r" t="t"/>
              <a:pathLst>
                <a:path extrusionOk="0" h="344" w="405">
                  <a:moveTo>
                    <a:pt x="216" y="0"/>
                  </a:moveTo>
                  <a:cubicBezTo>
                    <a:pt x="114" y="0"/>
                    <a:pt x="1" y="94"/>
                    <a:pt x="59" y="209"/>
                  </a:cubicBezTo>
                  <a:lnTo>
                    <a:pt x="78" y="249"/>
                  </a:lnTo>
                  <a:cubicBezTo>
                    <a:pt x="98" y="316"/>
                    <a:pt x="147" y="343"/>
                    <a:pt x="199" y="343"/>
                  </a:cubicBezTo>
                  <a:cubicBezTo>
                    <a:pt x="224" y="343"/>
                    <a:pt x="248" y="337"/>
                    <a:pt x="271" y="327"/>
                  </a:cubicBezTo>
                  <a:cubicBezTo>
                    <a:pt x="348" y="301"/>
                    <a:pt x="404" y="229"/>
                    <a:pt x="358" y="138"/>
                  </a:cubicBezTo>
                  <a:lnTo>
                    <a:pt x="345" y="96"/>
                  </a:lnTo>
                  <a:cubicBezTo>
                    <a:pt x="325" y="28"/>
                    <a:pt x="272" y="0"/>
                    <a:pt x="2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0425" lIns="91425" spcFirstLastPara="1" rIns="91425" wrap="square" tIns="10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22" name="Google Shape;1722;p13"/>
            <p:cNvSpPr/>
            <p:nvPr/>
          </p:nvSpPr>
          <p:spPr>
            <a:xfrm>
              <a:off x="7032600" y="-377640"/>
              <a:ext cx="17640" cy="14040"/>
            </a:xfrm>
            <a:custGeom>
              <a:rect b="b" l="l" r="r" t="t"/>
              <a:pathLst>
                <a:path extrusionOk="0" h="234" w="296">
                  <a:moveTo>
                    <a:pt x="154" y="0"/>
                  </a:moveTo>
                  <a:cubicBezTo>
                    <a:pt x="79" y="0"/>
                    <a:pt x="1" y="68"/>
                    <a:pt x="37" y="160"/>
                  </a:cubicBezTo>
                  <a:cubicBezTo>
                    <a:pt x="58" y="211"/>
                    <a:pt x="100" y="233"/>
                    <a:pt x="142" y="233"/>
                  </a:cubicBezTo>
                  <a:cubicBezTo>
                    <a:pt x="218" y="233"/>
                    <a:pt x="296" y="165"/>
                    <a:pt x="260" y="73"/>
                  </a:cubicBezTo>
                  <a:cubicBezTo>
                    <a:pt x="239" y="22"/>
                    <a:pt x="197" y="0"/>
                    <a:pt x="1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200" lIns="91425" spcFirstLastPara="1" rIns="91425" wrap="square" tIns="7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23" name="Google Shape;1723;p13"/>
            <p:cNvSpPr/>
            <p:nvPr/>
          </p:nvSpPr>
          <p:spPr>
            <a:xfrm>
              <a:off x="7157520" y="-443160"/>
              <a:ext cx="23400" cy="23040"/>
            </a:xfrm>
            <a:custGeom>
              <a:rect b="b" l="l" r="r" t="t"/>
              <a:pathLst>
                <a:path extrusionOk="0" h="383" w="387">
                  <a:moveTo>
                    <a:pt x="168" y="0"/>
                  </a:moveTo>
                  <a:cubicBezTo>
                    <a:pt x="150" y="0"/>
                    <a:pt x="132" y="4"/>
                    <a:pt x="113" y="10"/>
                  </a:cubicBezTo>
                  <a:cubicBezTo>
                    <a:pt x="30" y="43"/>
                    <a:pt x="0" y="134"/>
                    <a:pt x="26" y="213"/>
                  </a:cubicBezTo>
                  <a:lnTo>
                    <a:pt x="47" y="280"/>
                  </a:lnTo>
                  <a:cubicBezTo>
                    <a:pt x="65" y="343"/>
                    <a:pt x="133" y="382"/>
                    <a:pt x="197" y="382"/>
                  </a:cubicBezTo>
                  <a:cubicBezTo>
                    <a:pt x="217" y="382"/>
                    <a:pt x="237" y="378"/>
                    <a:pt x="255" y="370"/>
                  </a:cubicBezTo>
                  <a:cubicBezTo>
                    <a:pt x="332" y="339"/>
                    <a:pt x="387" y="244"/>
                    <a:pt x="346" y="164"/>
                  </a:cubicBezTo>
                  <a:lnTo>
                    <a:pt x="316" y="100"/>
                  </a:lnTo>
                  <a:cubicBezTo>
                    <a:pt x="286" y="40"/>
                    <a:pt x="230" y="0"/>
                    <a:pt x="1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1500" lIns="91425" spcFirstLastPara="1" rIns="91425" wrap="square" tIns="11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24" name="Google Shape;1724;p13"/>
            <p:cNvSpPr/>
            <p:nvPr/>
          </p:nvSpPr>
          <p:spPr>
            <a:xfrm>
              <a:off x="6958080" y="-367920"/>
              <a:ext cx="19440" cy="15480"/>
            </a:xfrm>
            <a:custGeom>
              <a:rect b="b" l="l" r="r" t="t"/>
              <a:pathLst>
                <a:path extrusionOk="0" h="257" w="323">
                  <a:moveTo>
                    <a:pt x="168" y="1"/>
                  </a:moveTo>
                  <a:cubicBezTo>
                    <a:pt x="85" y="1"/>
                    <a:pt x="1" y="75"/>
                    <a:pt x="41" y="176"/>
                  </a:cubicBezTo>
                  <a:cubicBezTo>
                    <a:pt x="63" y="232"/>
                    <a:pt x="109" y="256"/>
                    <a:pt x="155" y="256"/>
                  </a:cubicBezTo>
                  <a:cubicBezTo>
                    <a:pt x="238" y="256"/>
                    <a:pt x="323" y="182"/>
                    <a:pt x="283" y="81"/>
                  </a:cubicBezTo>
                  <a:cubicBezTo>
                    <a:pt x="261" y="25"/>
                    <a:pt x="215" y="1"/>
                    <a:pt x="1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900" lIns="91425" spcFirstLastPara="1" rIns="91425" wrap="square" tIns="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25" name="Google Shape;1725;p13"/>
            <p:cNvSpPr/>
            <p:nvPr/>
          </p:nvSpPr>
          <p:spPr>
            <a:xfrm>
              <a:off x="6864480" y="-576360"/>
              <a:ext cx="35280" cy="76321"/>
            </a:xfrm>
            <a:custGeom>
              <a:rect b="b" l="l" r="r" t="t"/>
              <a:pathLst>
                <a:path extrusionOk="0" h="1256" w="585">
                  <a:moveTo>
                    <a:pt x="182" y="1"/>
                  </a:moveTo>
                  <a:cubicBezTo>
                    <a:pt x="141" y="1"/>
                    <a:pt x="96" y="30"/>
                    <a:pt x="87" y="71"/>
                  </a:cubicBezTo>
                  <a:cubicBezTo>
                    <a:pt x="1" y="453"/>
                    <a:pt x="165" y="923"/>
                    <a:pt x="405" y="1224"/>
                  </a:cubicBezTo>
                  <a:cubicBezTo>
                    <a:pt x="423" y="1246"/>
                    <a:pt x="447" y="1256"/>
                    <a:pt x="472" y="1256"/>
                  </a:cubicBezTo>
                  <a:cubicBezTo>
                    <a:pt x="529" y="1256"/>
                    <a:pt x="585" y="1204"/>
                    <a:pt x="556" y="1139"/>
                  </a:cubicBezTo>
                  <a:cubicBezTo>
                    <a:pt x="478" y="947"/>
                    <a:pt x="389" y="763"/>
                    <a:pt x="342" y="558"/>
                  </a:cubicBezTo>
                  <a:cubicBezTo>
                    <a:pt x="305" y="390"/>
                    <a:pt x="290" y="220"/>
                    <a:pt x="249" y="54"/>
                  </a:cubicBezTo>
                  <a:cubicBezTo>
                    <a:pt x="240" y="17"/>
                    <a:pt x="212" y="1"/>
                    <a:pt x="1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8150" lIns="91425" spcFirstLastPara="1" rIns="91425" wrap="square" tIns="381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726" name="Google Shape;1726;p13"/>
          <p:cNvGrpSpPr/>
          <p:nvPr/>
        </p:nvGrpSpPr>
        <p:grpSpPr>
          <a:xfrm>
            <a:off x="7351200" y="2886840"/>
            <a:ext cx="1564189" cy="2329199"/>
            <a:chOff x="7351200" y="2886840"/>
            <a:chExt cx="1564189" cy="2329199"/>
          </a:xfrm>
        </p:grpSpPr>
        <p:sp>
          <p:nvSpPr>
            <p:cNvPr id="1727" name="Google Shape;1727;p13"/>
            <p:cNvSpPr/>
            <p:nvPr/>
          </p:nvSpPr>
          <p:spPr>
            <a:xfrm>
              <a:off x="7623360" y="2996640"/>
              <a:ext cx="213116" cy="431273"/>
            </a:xfrm>
            <a:custGeom>
              <a:rect b="b" l="l" r="r" t="t"/>
              <a:pathLst>
                <a:path extrusionOk="0" h="7066" w="3498">
                  <a:moveTo>
                    <a:pt x="165" y="1"/>
                  </a:moveTo>
                  <a:cubicBezTo>
                    <a:pt x="79" y="1"/>
                    <a:pt x="1" y="117"/>
                    <a:pt x="78" y="200"/>
                  </a:cubicBezTo>
                  <a:cubicBezTo>
                    <a:pt x="215" y="347"/>
                    <a:pt x="394" y="436"/>
                    <a:pt x="548" y="562"/>
                  </a:cubicBezTo>
                  <a:cubicBezTo>
                    <a:pt x="721" y="707"/>
                    <a:pt x="856" y="911"/>
                    <a:pt x="993" y="1085"/>
                  </a:cubicBezTo>
                  <a:cubicBezTo>
                    <a:pt x="1302" y="1474"/>
                    <a:pt x="1397" y="1944"/>
                    <a:pt x="1581" y="2395"/>
                  </a:cubicBezTo>
                  <a:cubicBezTo>
                    <a:pt x="1977" y="3368"/>
                    <a:pt x="2294" y="4373"/>
                    <a:pt x="2694" y="5345"/>
                  </a:cubicBezTo>
                  <a:cubicBezTo>
                    <a:pt x="2915" y="5884"/>
                    <a:pt x="3069" y="6435"/>
                    <a:pt x="3248" y="6986"/>
                  </a:cubicBezTo>
                  <a:cubicBezTo>
                    <a:pt x="3266" y="7042"/>
                    <a:pt x="3312" y="7066"/>
                    <a:pt x="3358" y="7066"/>
                  </a:cubicBezTo>
                  <a:cubicBezTo>
                    <a:pt x="3428" y="7066"/>
                    <a:pt x="3498" y="7010"/>
                    <a:pt x="3470" y="6924"/>
                  </a:cubicBezTo>
                  <a:cubicBezTo>
                    <a:pt x="3309" y="6428"/>
                    <a:pt x="3183" y="5922"/>
                    <a:pt x="2982" y="5440"/>
                  </a:cubicBezTo>
                  <a:cubicBezTo>
                    <a:pt x="2772" y="4940"/>
                    <a:pt x="2581" y="4433"/>
                    <a:pt x="2395" y="3924"/>
                  </a:cubicBezTo>
                  <a:cubicBezTo>
                    <a:pt x="2211" y="3422"/>
                    <a:pt x="2029" y="2919"/>
                    <a:pt x="1838" y="2420"/>
                  </a:cubicBezTo>
                  <a:cubicBezTo>
                    <a:pt x="1749" y="2184"/>
                    <a:pt x="1661" y="1953"/>
                    <a:pt x="1581" y="1713"/>
                  </a:cubicBezTo>
                  <a:cubicBezTo>
                    <a:pt x="1509" y="1496"/>
                    <a:pt x="1426" y="1289"/>
                    <a:pt x="1292" y="1102"/>
                  </a:cubicBezTo>
                  <a:cubicBezTo>
                    <a:pt x="1148" y="894"/>
                    <a:pt x="983" y="682"/>
                    <a:pt x="813" y="496"/>
                  </a:cubicBezTo>
                  <a:cubicBezTo>
                    <a:pt x="646" y="313"/>
                    <a:pt x="409" y="218"/>
                    <a:pt x="241" y="37"/>
                  </a:cubicBezTo>
                  <a:cubicBezTo>
                    <a:pt x="218" y="11"/>
                    <a:pt x="191" y="1"/>
                    <a:pt x="165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28" name="Google Shape;1728;p13"/>
            <p:cNvSpPr/>
            <p:nvPr/>
          </p:nvSpPr>
          <p:spPr>
            <a:xfrm>
              <a:off x="7739640" y="3415320"/>
              <a:ext cx="97560" cy="94321"/>
            </a:xfrm>
            <a:custGeom>
              <a:rect b="b" l="l" r="r" t="t"/>
              <a:pathLst>
                <a:path extrusionOk="0" h="1553" w="1606">
                  <a:moveTo>
                    <a:pt x="1479" y="0"/>
                  </a:moveTo>
                  <a:cubicBezTo>
                    <a:pt x="1459" y="0"/>
                    <a:pt x="1438" y="5"/>
                    <a:pt x="1420" y="15"/>
                  </a:cubicBezTo>
                  <a:cubicBezTo>
                    <a:pt x="1104" y="167"/>
                    <a:pt x="822" y="405"/>
                    <a:pt x="576" y="650"/>
                  </a:cubicBezTo>
                  <a:cubicBezTo>
                    <a:pt x="449" y="776"/>
                    <a:pt x="328" y="911"/>
                    <a:pt x="222" y="1054"/>
                  </a:cubicBezTo>
                  <a:cubicBezTo>
                    <a:pt x="141" y="1162"/>
                    <a:pt x="66" y="1279"/>
                    <a:pt x="27" y="1410"/>
                  </a:cubicBezTo>
                  <a:cubicBezTo>
                    <a:pt x="1" y="1495"/>
                    <a:pt x="72" y="1552"/>
                    <a:pt x="141" y="1552"/>
                  </a:cubicBezTo>
                  <a:cubicBezTo>
                    <a:pt x="186" y="1552"/>
                    <a:pt x="231" y="1528"/>
                    <a:pt x="248" y="1472"/>
                  </a:cubicBezTo>
                  <a:cubicBezTo>
                    <a:pt x="258" y="1442"/>
                    <a:pt x="262" y="1428"/>
                    <a:pt x="269" y="1414"/>
                  </a:cubicBezTo>
                  <a:cubicBezTo>
                    <a:pt x="282" y="1387"/>
                    <a:pt x="296" y="1360"/>
                    <a:pt x="310" y="1336"/>
                  </a:cubicBezTo>
                  <a:cubicBezTo>
                    <a:pt x="345" y="1274"/>
                    <a:pt x="387" y="1216"/>
                    <a:pt x="429" y="1159"/>
                  </a:cubicBezTo>
                  <a:cubicBezTo>
                    <a:pt x="527" y="1031"/>
                    <a:pt x="636" y="912"/>
                    <a:pt x="751" y="800"/>
                  </a:cubicBezTo>
                  <a:cubicBezTo>
                    <a:pt x="983" y="574"/>
                    <a:pt x="1240" y="355"/>
                    <a:pt x="1534" y="216"/>
                  </a:cubicBezTo>
                  <a:cubicBezTo>
                    <a:pt x="1591" y="190"/>
                    <a:pt x="1605" y="107"/>
                    <a:pt x="1574" y="58"/>
                  </a:cubicBezTo>
                  <a:cubicBezTo>
                    <a:pt x="1554" y="19"/>
                    <a:pt x="1517" y="0"/>
                    <a:pt x="1479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150" lIns="91425" spcFirstLastPara="1" rIns="91425" wrap="square" tIns="471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29" name="Google Shape;1729;p13"/>
            <p:cNvSpPr/>
            <p:nvPr/>
          </p:nvSpPr>
          <p:spPr>
            <a:xfrm>
              <a:off x="7484400" y="3340800"/>
              <a:ext cx="273240" cy="170277"/>
            </a:xfrm>
            <a:custGeom>
              <a:rect b="b" l="l" r="r" t="t"/>
              <a:pathLst>
                <a:path extrusionOk="0" h="2792" w="4481">
                  <a:moveTo>
                    <a:pt x="139" y="1"/>
                  </a:moveTo>
                  <a:cubicBezTo>
                    <a:pt x="68" y="1"/>
                    <a:pt x="0" y="56"/>
                    <a:pt x="30" y="140"/>
                  </a:cubicBezTo>
                  <a:cubicBezTo>
                    <a:pt x="101" y="340"/>
                    <a:pt x="165" y="551"/>
                    <a:pt x="275" y="734"/>
                  </a:cubicBezTo>
                  <a:cubicBezTo>
                    <a:pt x="363" y="880"/>
                    <a:pt x="492" y="999"/>
                    <a:pt x="631" y="1100"/>
                  </a:cubicBezTo>
                  <a:cubicBezTo>
                    <a:pt x="956" y="1338"/>
                    <a:pt x="1334" y="1511"/>
                    <a:pt x="1693" y="1691"/>
                  </a:cubicBezTo>
                  <a:cubicBezTo>
                    <a:pt x="2118" y="1903"/>
                    <a:pt x="2547" y="2104"/>
                    <a:pt x="2984" y="2293"/>
                  </a:cubicBezTo>
                  <a:cubicBezTo>
                    <a:pt x="3409" y="2476"/>
                    <a:pt x="3842" y="2661"/>
                    <a:pt x="4289" y="2786"/>
                  </a:cubicBezTo>
                  <a:cubicBezTo>
                    <a:pt x="4301" y="2789"/>
                    <a:pt x="4312" y="2791"/>
                    <a:pt x="4323" y="2791"/>
                  </a:cubicBezTo>
                  <a:cubicBezTo>
                    <a:pt x="4441" y="2791"/>
                    <a:pt x="4481" y="2603"/>
                    <a:pt x="4351" y="2565"/>
                  </a:cubicBezTo>
                  <a:cubicBezTo>
                    <a:pt x="3508" y="2324"/>
                    <a:pt x="2693" y="1929"/>
                    <a:pt x="1909" y="1540"/>
                  </a:cubicBezTo>
                  <a:cubicBezTo>
                    <a:pt x="1566" y="1370"/>
                    <a:pt x="1215" y="1200"/>
                    <a:pt x="889" y="998"/>
                  </a:cubicBezTo>
                  <a:cubicBezTo>
                    <a:pt x="742" y="905"/>
                    <a:pt x="597" y="796"/>
                    <a:pt x="498" y="653"/>
                  </a:cubicBezTo>
                  <a:cubicBezTo>
                    <a:pt x="380" y="483"/>
                    <a:pt x="322" y="273"/>
                    <a:pt x="256" y="82"/>
                  </a:cubicBezTo>
                  <a:cubicBezTo>
                    <a:pt x="234" y="25"/>
                    <a:pt x="186" y="1"/>
                    <a:pt x="139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5300" lIns="91425" spcFirstLastPara="1" rIns="91425" wrap="square" tIns="85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30" name="Google Shape;1730;p13"/>
            <p:cNvSpPr/>
            <p:nvPr/>
          </p:nvSpPr>
          <p:spPr>
            <a:xfrm>
              <a:off x="7351560" y="3339360"/>
              <a:ext cx="146882" cy="253443"/>
            </a:xfrm>
            <a:custGeom>
              <a:rect b="b" l="l" r="r" t="t"/>
              <a:pathLst>
                <a:path extrusionOk="0" h="4156" w="2408">
                  <a:moveTo>
                    <a:pt x="2268" y="1"/>
                  </a:moveTo>
                  <a:cubicBezTo>
                    <a:pt x="2223" y="1"/>
                    <a:pt x="2179" y="25"/>
                    <a:pt x="2166" y="83"/>
                  </a:cubicBezTo>
                  <a:cubicBezTo>
                    <a:pt x="2013" y="732"/>
                    <a:pt x="1714" y="1341"/>
                    <a:pt x="1392" y="1922"/>
                  </a:cubicBezTo>
                  <a:cubicBezTo>
                    <a:pt x="1090" y="2465"/>
                    <a:pt x="756" y="2988"/>
                    <a:pt x="403" y="3497"/>
                  </a:cubicBezTo>
                  <a:cubicBezTo>
                    <a:pt x="289" y="3663"/>
                    <a:pt x="175" y="3823"/>
                    <a:pt x="60" y="3988"/>
                  </a:cubicBezTo>
                  <a:cubicBezTo>
                    <a:pt x="0" y="4074"/>
                    <a:pt x="81" y="4156"/>
                    <a:pt x="163" y="4156"/>
                  </a:cubicBezTo>
                  <a:cubicBezTo>
                    <a:pt x="198" y="4156"/>
                    <a:pt x="233" y="4141"/>
                    <a:pt x="258" y="4105"/>
                  </a:cubicBezTo>
                  <a:cubicBezTo>
                    <a:pt x="909" y="3171"/>
                    <a:pt x="1554" y="2230"/>
                    <a:pt x="2018" y="1185"/>
                  </a:cubicBezTo>
                  <a:cubicBezTo>
                    <a:pt x="2170" y="850"/>
                    <a:pt x="2302" y="502"/>
                    <a:pt x="2385" y="142"/>
                  </a:cubicBezTo>
                  <a:cubicBezTo>
                    <a:pt x="2408" y="57"/>
                    <a:pt x="2336" y="1"/>
                    <a:pt x="2268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31" name="Google Shape;1731;p13"/>
            <p:cNvSpPr/>
            <p:nvPr/>
          </p:nvSpPr>
          <p:spPr>
            <a:xfrm>
              <a:off x="7351200" y="3579480"/>
              <a:ext cx="338045" cy="147597"/>
            </a:xfrm>
            <a:custGeom>
              <a:rect b="b" l="l" r="r" t="t"/>
              <a:pathLst>
                <a:path extrusionOk="0" h="2423" w="5539">
                  <a:moveTo>
                    <a:pt x="165" y="1"/>
                  </a:moveTo>
                  <a:cubicBezTo>
                    <a:pt x="44" y="1"/>
                    <a:pt x="1" y="193"/>
                    <a:pt x="136" y="225"/>
                  </a:cubicBezTo>
                  <a:cubicBezTo>
                    <a:pt x="1644" y="595"/>
                    <a:pt x="3120" y="1140"/>
                    <a:pt x="4499" y="1858"/>
                  </a:cubicBezTo>
                  <a:cubicBezTo>
                    <a:pt x="4771" y="2000"/>
                    <a:pt x="5096" y="2149"/>
                    <a:pt x="5301" y="2385"/>
                  </a:cubicBezTo>
                  <a:cubicBezTo>
                    <a:pt x="5324" y="2411"/>
                    <a:pt x="5351" y="2422"/>
                    <a:pt x="5377" y="2422"/>
                  </a:cubicBezTo>
                  <a:cubicBezTo>
                    <a:pt x="5461" y="2422"/>
                    <a:pt x="5539" y="2307"/>
                    <a:pt x="5464" y="2222"/>
                  </a:cubicBezTo>
                  <a:cubicBezTo>
                    <a:pt x="5281" y="2014"/>
                    <a:pt x="5011" y="1872"/>
                    <a:pt x="4771" y="1743"/>
                  </a:cubicBezTo>
                  <a:cubicBezTo>
                    <a:pt x="4423" y="1553"/>
                    <a:pt x="4063" y="1383"/>
                    <a:pt x="3701" y="1223"/>
                  </a:cubicBezTo>
                  <a:cubicBezTo>
                    <a:pt x="3124" y="964"/>
                    <a:pt x="2543" y="723"/>
                    <a:pt x="1944" y="517"/>
                  </a:cubicBezTo>
                  <a:cubicBezTo>
                    <a:pt x="1369" y="320"/>
                    <a:pt x="786" y="149"/>
                    <a:pt x="195" y="4"/>
                  </a:cubicBezTo>
                  <a:cubicBezTo>
                    <a:pt x="185" y="2"/>
                    <a:pt x="175" y="1"/>
                    <a:pt x="165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3800" lIns="91425" spcFirstLastPara="1" rIns="91425" wrap="square" tIns="7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32" name="Google Shape;1732;p13"/>
            <p:cNvSpPr/>
            <p:nvPr/>
          </p:nvSpPr>
          <p:spPr>
            <a:xfrm>
              <a:off x="7658280" y="3713400"/>
              <a:ext cx="354599" cy="401406"/>
            </a:xfrm>
            <a:custGeom>
              <a:rect b="b" l="l" r="r" t="t"/>
              <a:pathLst>
                <a:path extrusionOk="0" h="6578" w="5810">
                  <a:moveTo>
                    <a:pt x="341" y="0"/>
                  </a:moveTo>
                  <a:cubicBezTo>
                    <a:pt x="296" y="0"/>
                    <a:pt x="255" y="25"/>
                    <a:pt x="244" y="83"/>
                  </a:cubicBezTo>
                  <a:cubicBezTo>
                    <a:pt x="1" y="1400"/>
                    <a:pt x="166" y="2770"/>
                    <a:pt x="858" y="3931"/>
                  </a:cubicBezTo>
                  <a:cubicBezTo>
                    <a:pt x="1486" y="4981"/>
                    <a:pt x="2481" y="5773"/>
                    <a:pt x="3619" y="6205"/>
                  </a:cubicBezTo>
                  <a:cubicBezTo>
                    <a:pt x="4270" y="6450"/>
                    <a:pt x="4965" y="6575"/>
                    <a:pt x="5661" y="6578"/>
                  </a:cubicBezTo>
                  <a:cubicBezTo>
                    <a:pt x="5809" y="6578"/>
                    <a:pt x="5809" y="6348"/>
                    <a:pt x="5661" y="6348"/>
                  </a:cubicBezTo>
                  <a:cubicBezTo>
                    <a:pt x="4484" y="6341"/>
                    <a:pt x="3322" y="5971"/>
                    <a:pt x="2376" y="5270"/>
                  </a:cubicBezTo>
                  <a:cubicBezTo>
                    <a:pt x="1432" y="4571"/>
                    <a:pt x="756" y="3551"/>
                    <a:pt x="492" y="2407"/>
                  </a:cubicBezTo>
                  <a:cubicBezTo>
                    <a:pt x="319" y="1665"/>
                    <a:pt x="327" y="892"/>
                    <a:pt x="465" y="146"/>
                  </a:cubicBezTo>
                  <a:cubicBezTo>
                    <a:pt x="483" y="58"/>
                    <a:pt x="408" y="0"/>
                    <a:pt x="341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33" name="Google Shape;1733;p13"/>
            <p:cNvSpPr/>
            <p:nvPr/>
          </p:nvSpPr>
          <p:spPr>
            <a:xfrm>
              <a:off x="7875720" y="4101840"/>
              <a:ext cx="333358" cy="678953"/>
            </a:xfrm>
            <a:custGeom>
              <a:rect b="b" l="l" r="r" t="t"/>
              <a:pathLst>
                <a:path extrusionOk="0" h="11124" w="5466">
                  <a:moveTo>
                    <a:pt x="2200" y="1"/>
                  </a:moveTo>
                  <a:cubicBezTo>
                    <a:pt x="2189" y="1"/>
                    <a:pt x="2179" y="2"/>
                    <a:pt x="2169" y="8"/>
                  </a:cubicBezTo>
                  <a:lnTo>
                    <a:pt x="2168" y="8"/>
                  </a:lnTo>
                  <a:cubicBezTo>
                    <a:pt x="2162" y="8"/>
                    <a:pt x="2158" y="13"/>
                    <a:pt x="2155" y="14"/>
                  </a:cubicBezTo>
                  <a:cubicBezTo>
                    <a:pt x="2155" y="15"/>
                    <a:pt x="2152" y="15"/>
                    <a:pt x="2152" y="15"/>
                  </a:cubicBezTo>
                  <a:cubicBezTo>
                    <a:pt x="2142" y="21"/>
                    <a:pt x="2134" y="28"/>
                    <a:pt x="2124" y="41"/>
                  </a:cubicBezTo>
                  <a:cubicBezTo>
                    <a:pt x="2095" y="78"/>
                    <a:pt x="2066" y="117"/>
                    <a:pt x="2037" y="154"/>
                  </a:cubicBezTo>
                  <a:lnTo>
                    <a:pt x="1989" y="218"/>
                  </a:lnTo>
                  <a:cubicBezTo>
                    <a:pt x="1694" y="613"/>
                    <a:pt x="1426" y="1026"/>
                    <a:pt x="1180" y="1451"/>
                  </a:cubicBezTo>
                  <a:cubicBezTo>
                    <a:pt x="911" y="1914"/>
                    <a:pt x="650" y="2386"/>
                    <a:pt x="443" y="2881"/>
                  </a:cubicBezTo>
                  <a:cubicBezTo>
                    <a:pt x="140" y="3604"/>
                    <a:pt x="1" y="4356"/>
                    <a:pt x="26" y="5117"/>
                  </a:cubicBezTo>
                  <a:cubicBezTo>
                    <a:pt x="26" y="5137"/>
                    <a:pt x="26" y="5157"/>
                    <a:pt x="29" y="5174"/>
                  </a:cubicBezTo>
                  <a:cubicBezTo>
                    <a:pt x="43" y="5460"/>
                    <a:pt x="80" y="5746"/>
                    <a:pt x="140" y="6035"/>
                  </a:cubicBezTo>
                  <a:cubicBezTo>
                    <a:pt x="362" y="7085"/>
                    <a:pt x="911" y="8004"/>
                    <a:pt x="1584" y="8828"/>
                  </a:cubicBezTo>
                  <a:cubicBezTo>
                    <a:pt x="1891" y="9207"/>
                    <a:pt x="2227" y="9575"/>
                    <a:pt x="2615" y="9870"/>
                  </a:cubicBezTo>
                  <a:cubicBezTo>
                    <a:pt x="2922" y="10102"/>
                    <a:pt x="3264" y="10285"/>
                    <a:pt x="3612" y="10450"/>
                  </a:cubicBezTo>
                  <a:cubicBezTo>
                    <a:pt x="4135" y="10698"/>
                    <a:pt x="4677" y="10913"/>
                    <a:pt x="5226" y="11093"/>
                  </a:cubicBezTo>
                  <a:cubicBezTo>
                    <a:pt x="5253" y="11101"/>
                    <a:pt x="5280" y="11110"/>
                    <a:pt x="5308" y="11120"/>
                  </a:cubicBezTo>
                  <a:cubicBezTo>
                    <a:pt x="5317" y="11122"/>
                    <a:pt x="5327" y="11124"/>
                    <a:pt x="5337" y="11124"/>
                  </a:cubicBezTo>
                  <a:cubicBezTo>
                    <a:pt x="5355" y="11124"/>
                    <a:pt x="5372" y="11120"/>
                    <a:pt x="5387" y="11113"/>
                  </a:cubicBezTo>
                  <a:cubicBezTo>
                    <a:pt x="5434" y="11089"/>
                    <a:pt x="5465" y="11039"/>
                    <a:pt x="5462" y="10990"/>
                  </a:cubicBezTo>
                  <a:cubicBezTo>
                    <a:pt x="5460" y="10987"/>
                    <a:pt x="5460" y="10981"/>
                    <a:pt x="5458" y="10977"/>
                  </a:cubicBezTo>
                  <a:cubicBezTo>
                    <a:pt x="5455" y="10968"/>
                    <a:pt x="5452" y="10960"/>
                    <a:pt x="5450" y="10951"/>
                  </a:cubicBezTo>
                  <a:lnTo>
                    <a:pt x="5448" y="10948"/>
                  </a:lnTo>
                  <a:cubicBezTo>
                    <a:pt x="5431" y="10895"/>
                    <a:pt x="5386" y="10871"/>
                    <a:pt x="5341" y="10871"/>
                  </a:cubicBezTo>
                  <a:cubicBezTo>
                    <a:pt x="5331" y="10871"/>
                    <a:pt x="5321" y="10872"/>
                    <a:pt x="5311" y="10875"/>
                  </a:cubicBezTo>
                  <a:cubicBezTo>
                    <a:pt x="5175" y="10831"/>
                    <a:pt x="5039" y="10783"/>
                    <a:pt x="4904" y="10734"/>
                  </a:cubicBezTo>
                  <a:lnTo>
                    <a:pt x="4903" y="10734"/>
                  </a:lnTo>
                  <a:cubicBezTo>
                    <a:pt x="4825" y="10706"/>
                    <a:pt x="4747" y="10678"/>
                    <a:pt x="4669" y="10648"/>
                  </a:cubicBezTo>
                  <a:lnTo>
                    <a:pt x="4666" y="10648"/>
                  </a:lnTo>
                  <a:cubicBezTo>
                    <a:pt x="4495" y="10580"/>
                    <a:pt x="4326" y="10512"/>
                    <a:pt x="4156" y="10438"/>
                  </a:cubicBezTo>
                  <a:cubicBezTo>
                    <a:pt x="4126" y="10427"/>
                    <a:pt x="4095" y="10413"/>
                    <a:pt x="4062" y="10399"/>
                  </a:cubicBezTo>
                  <a:cubicBezTo>
                    <a:pt x="4013" y="10374"/>
                    <a:pt x="3963" y="10353"/>
                    <a:pt x="3913" y="10331"/>
                  </a:cubicBezTo>
                  <a:lnTo>
                    <a:pt x="3911" y="10331"/>
                  </a:lnTo>
                  <a:cubicBezTo>
                    <a:pt x="3614" y="10197"/>
                    <a:pt x="3325" y="10051"/>
                    <a:pt x="3049" y="9881"/>
                  </a:cubicBezTo>
                  <a:cubicBezTo>
                    <a:pt x="2692" y="9657"/>
                    <a:pt x="2389" y="9373"/>
                    <a:pt x="2104" y="9064"/>
                  </a:cubicBezTo>
                  <a:cubicBezTo>
                    <a:pt x="1411" y="8317"/>
                    <a:pt x="789" y="7424"/>
                    <a:pt x="491" y="6442"/>
                  </a:cubicBezTo>
                  <a:cubicBezTo>
                    <a:pt x="368" y="6031"/>
                    <a:pt x="291" y="5610"/>
                    <a:pt x="269" y="5186"/>
                  </a:cubicBezTo>
                  <a:cubicBezTo>
                    <a:pt x="264" y="5150"/>
                    <a:pt x="263" y="5110"/>
                    <a:pt x="263" y="5073"/>
                  </a:cubicBezTo>
                  <a:cubicBezTo>
                    <a:pt x="262" y="5063"/>
                    <a:pt x="262" y="5052"/>
                    <a:pt x="262" y="5039"/>
                  </a:cubicBezTo>
                  <a:cubicBezTo>
                    <a:pt x="257" y="4981"/>
                    <a:pt x="257" y="4923"/>
                    <a:pt x="259" y="4862"/>
                  </a:cubicBezTo>
                  <a:cubicBezTo>
                    <a:pt x="263" y="4357"/>
                    <a:pt x="342" y="3853"/>
                    <a:pt x="510" y="3365"/>
                  </a:cubicBezTo>
                  <a:cubicBezTo>
                    <a:pt x="698" y="2807"/>
                    <a:pt x="977" y="2287"/>
                    <a:pt x="1265" y="1773"/>
                  </a:cubicBezTo>
                  <a:cubicBezTo>
                    <a:pt x="1575" y="1227"/>
                    <a:pt x="1907" y="696"/>
                    <a:pt x="2292" y="204"/>
                  </a:cubicBezTo>
                  <a:cubicBezTo>
                    <a:pt x="2319" y="170"/>
                    <a:pt x="2323" y="132"/>
                    <a:pt x="2314" y="98"/>
                  </a:cubicBezTo>
                  <a:cubicBezTo>
                    <a:pt x="2299" y="48"/>
                    <a:pt x="2260" y="7"/>
                    <a:pt x="2213" y="1"/>
                  </a:cubicBezTo>
                  <a:cubicBezTo>
                    <a:pt x="2208" y="1"/>
                    <a:pt x="2204" y="1"/>
                    <a:pt x="2200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34" name="Google Shape;1734;p13"/>
            <p:cNvSpPr/>
            <p:nvPr/>
          </p:nvSpPr>
          <p:spPr>
            <a:xfrm>
              <a:off x="8074440" y="4769640"/>
              <a:ext cx="138962" cy="444231"/>
            </a:xfrm>
            <a:custGeom>
              <a:rect b="b" l="l" r="r" t="t"/>
              <a:pathLst>
                <a:path extrusionOk="0" h="7278" w="2279">
                  <a:moveTo>
                    <a:pt x="2142" y="1"/>
                  </a:moveTo>
                  <a:cubicBezTo>
                    <a:pt x="2107" y="1"/>
                    <a:pt x="2072" y="15"/>
                    <a:pt x="2047" y="50"/>
                  </a:cubicBezTo>
                  <a:cubicBezTo>
                    <a:pt x="2025" y="83"/>
                    <a:pt x="2001" y="114"/>
                    <a:pt x="1976" y="146"/>
                  </a:cubicBezTo>
                  <a:lnTo>
                    <a:pt x="1971" y="151"/>
                  </a:lnTo>
                  <a:cubicBezTo>
                    <a:pt x="1435" y="883"/>
                    <a:pt x="863" y="1602"/>
                    <a:pt x="511" y="2449"/>
                  </a:cubicBezTo>
                  <a:cubicBezTo>
                    <a:pt x="123" y="3386"/>
                    <a:pt x="1" y="4433"/>
                    <a:pt x="38" y="5439"/>
                  </a:cubicBezTo>
                  <a:cubicBezTo>
                    <a:pt x="62" y="6028"/>
                    <a:pt x="141" y="6618"/>
                    <a:pt x="267" y="7194"/>
                  </a:cubicBezTo>
                  <a:cubicBezTo>
                    <a:pt x="281" y="7252"/>
                    <a:pt x="323" y="7277"/>
                    <a:pt x="367" y="7277"/>
                  </a:cubicBezTo>
                  <a:cubicBezTo>
                    <a:pt x="368" y="7277"/>
                    <a:pt x="370" y="7277"/>
                    <a:pt x="371" y="7277"/>
                  </a:cubicBezTo>
                  <a:cubicBezTo>
                    <a:pt x="437" y="7276"/>
                    <a:pt x="508" y="7219"/>
                    <a:pt x="488" y="7134"/>
                  </a:cubicBezTo>
                  <a:cubicBezTo>
                    <a:pt x="483" y="7109"/>
                    <a:pt x="480" y="7083"/>
                    <a:pt x="474" y="7058"/>
                  </a:cubicBezTo>
                  <a:cubicBezTo>
                    <a:pt x="446" y="6932"/>
                    <a:pt x="423" y="6804"/>
                    <a:pt x="402" y="6677"/>
                  </a:cubicBezTo>
                  <a:cubicBezTo>
                    <a:pt x="395" y="6638"/>
                    <a:pt x="388" y="6601"/>
                    <a:pt x="382" y="6563"/>
                  </a:cubicBezTo>
                  <a:cubicBezTo>
                    <a:pt x="364" y="6457"/>
                    <a:pt x="350" y="6351"/>
                    <a:pt x="335" y="6243"/>
                  </a:cubicBezTo>
                  <a:cubicBezTo>
                    <a:pt x="331" y="6206"/>
                    <a:pt x="327" y="6166"/>
                    <a:pt x="321" y="6128"/>
                  </a:cubicBezTo>
                  <a:cubicBezTo>
                    <a:pt x="307" y="5996"/>
                    <a:pt x="296" y="5867"/>
                    <a:pt x="286" y="5737"/>
                  </a:cubicBezTo>
                  <a:cubicBezTo>
                    <a:pt x="283" y="5699"/>
                    <a:pt x="279" y="5659"/>
                    <a:pt x="277" y="5621"/>
                  </a:cubicBezTo>
                  <a:cubicBezTo>
                    <a:pt x="248" y="5122"/>
                    <a:pt x="260" y="4619"/>
                    <a:pt x="324" y="4123"/>
                  </a:cubicBezTo>
                  <a:cubicBezTo>
                    <a:pt x="385" y="3630"/>
                    <a:pt x="497" y="3138"/>
                    <a:pt x="671" y="2672"/>
                  </a:cubicBezTo>
                  <a:cubicBezTo>
                    <a:pt x="836" y="2232"/>
                    <a:pt x="1071" y="1823"/>
                    <a:pt x="1330" y="1433"/>
                  </a:cubicBezTo>
                  <a:cubicBezTo>
                    <a:pt x="1621" y="1001"/>
                    <a:pt x="1941" y="589"/>
                    <a:pt x="2246" y="169"/>
                  </a:cubicBezTo>
                  <a:cubicBezTo>
                    <a:pt x="2250" y="163"/>
                    <a:pt x="2253" y="161"/>
                    <a:pt x="2254" y="155"/>
                  </a:cubicBezTo>
                  <a:cubicBezTo>
                    <a:pt x="2278" y="112"/>
                    <a:pt x="2266" y="70"/>
                    <a:pt x="2237" y="40"/>
                  </a:cubicBezTo>
                  <a:cubicBezTo>
                    <a:pt x="2223" y="26"/>
                    <a:pt x="2205" y="13"/>
                    <a:pt x="2185" y="8"/>
                  </a:cubicBezTo>
                  <a:cubicBezTo>
                    <a:pt x="2171" y="3"/>
                    <a:pt x="2157" y="1"/>
                    <a:pt x="2142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35" name="Google Shape;1735;p13"/>
            <p:cNvSpPr/>
            <p:nvPr/>
          </p:nvSpPr>
          <p:spPr>
            <a:xfrm>
              <a:off x="8088840" y="4948920"/>
              <a:ext cx="826549" cy="267119"/>
            </a:xfrm>
            <a:custGeom>
              <a:rect b="b" l="l" r="r" t="t"/>
              <a:pathLst>
                <a:path extrusionOk="0" h="4379" w="13540">
                  <a:moveTo>
                    <a:pt x="13390" y="0"/>
                  </a:moveTo>
                  <a:cubicBezTo>
                    <a:pt x="13370" y="0"/>
                    <a:pt x="13350" y="7"/>
                    <a:pt x="13329" y="22"/>
                  </a:cubicBezTo>
                  <a:cubicBezTo>
                    <a:pt x="13302" y="43"/>
                    <a:pt x="13274" y="63"/>
                    <a:pt x="13247" y="81"/>
                  </a:cubicBezTo>
                  <a:cubicBezTo>
                    <a:pt x="12584" y="556"/>
                    <a:pt x="11854" y="936"/>
                    <a:pt x="11117" y="1283"/>
                  </a:cubicBezTo>
                  <a:cubicBezTo>
                    <a:pt x="10195" y="1719"/>
                    <a:pt x="9247" y="2095"/>
                    <a:pt x="8286" y="2434"/>
                  </a:cubicBezTo>
                  <a:cubicBezTo>
                    <a:pt x="6394" y="3101"/>
                    <a:pt x="4440" y="3661"/>
                    <a:pt x="2459" y="3975"/>
                  </a:cubicBezTo>
                  <a:cubicBezTo>
                    <a:pt x="1893" y="4066"/>
                    <a:pt x="1308" y="4149"/>
                    <a:pt x="730" y="4149"/>
                  </a:cubicBezTo>
                  <a:cubicBezTo>
                    <a:pt x="566" y="4149"/>
                    <a:pt x="403" y="4142"/>
                    <a:pt x="241" y="4127"/>
                  </a:cubicBezTo>
                  <a:cubicBezTo>
                    <a:pt x="208" y="4124"/>
                    <a:pt x="177" y="4121"/>
                    <a:pt x="144" y="4117"/>
                  </a:cubicBezTo>
                  <a:cubicBezTo>
                    <a:pt x="139" y="4116"/>
                    <a:pt x="134" y="4116"/>
                    <a:pt x="129" y="4116"/>
                  </a:cubicBezTo>
                  <a:cubicBezTo>
                    <a:pt x="0" y="4116"/>
                    <a:pt x="4" y="4323"/>
                    <a:pt x="137" y="4347"/>
                  </a:cubicBezTo>
                  <a:cubicBezTo>
                    <a:pt x="140" y="4347"/>
                    <a:pt x="143" y="4348"/>
                    <a:pt x="144" y="4348"/>
                  </a:cubicBezTo>
                  <a:cubicBezTo>
                    <a:pt x="332" y="4369"/>
                    <a:pt x="520" y="4379"/>
                    <a:pt x="709" y="4379"/>
                  </a:cubicBezTo>
                  <a:cubicBezTo>
                    <a:pt x="1197" y="4379"/>
                    <a:pt x="1689" y="4318"/>
                    <a:pt x="2168" y="4250"/>
                  </a:cubicBezTo>
                  <a:cubicBezTo>
                    <a:pt x="3102" y="4120"/>
                    <a:pt x="4026" y="3919"/>
                    <a:pt x="4940" y="3688"/>
                  </a:cubicBezTo>
                  <a:cubicBezTo>
                    <a:pt x="6972" y="3172"/>
                    <a:pt x="8980" y="2504"/>
                    <a:pt x="10892" y="1640"/>
                  </a:cubicBezTo>
                  <a:cubicBezTo>
                    <a:pt x="11778" y="1239"/>
                    <a:pt x="12658" y="794"/>
                    <a:pt x="13444" y="223"/>
                  </a:cubicBezTo>
                  <a:cubicBezTo>
                    <a:pt x="13448" y="220"/>
                    <a:pt x="13450" y="219"/>
                    <a:pt x="13454" y="216"/>
                  </a:cubicBezTo>
                  <a:cubicBezTo>
                    <a:pt x="13539" y="142"/>
                    <a:pt x="13479" y="0"/>
                    <a:pt x="13390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36" name="Google Shape;1736;p13"/>
            <p:cNvSpPr/>
            <p:nvPr/>
          </p:nvSpPr>
          <p:spPr>
            <a:xfrm>
              <a:off x="8549640" y="4662720"/>
              <a:ext cx="364684" cy="299876"/>
            </a:xfrm>
            <a:custGeom>
              <a:rect b="b" l="l" r="r" t="t"/>
              <a:pathLst>
                <a:path extrusionOk="0" h="4916" w="5975">
                  <a:moveTo>
                    <a:pt x="127" y="0"/>
                  </a:moveTo>
                  <a:cubicBezTo>
                    <a:pt x="93" y="0"/>
                    <a:pt x="65" y="14"/>
                    <a:pt x="50" y="36"/>
                  </a:cubicBezTo>
                  <a:lnTo>
                    <a:pt x="50" y="37"/>
                  </a:lnTo>
                  <a:cubicBezTo>
                    <a:pt x="0" y="100"/>
                    <a:pt x="31" y="221"/>
                    <a:pt x="136" y="231"/>
                  </a:cubicBezTo>
                  <a:cubicBezTo>
                    <a:pt x="1179" y="319"/>
                    <a:pt x="2208" y="597"/>
                    <a:pt x="3152" y="1060"/>
                  </a:cubicBezTo>
                  <a:cubicBezTo>
                    <a:pt x="3567" y="1263"/>
                    <a:pt x="3955" y="1527"/>
                    <a:pt x="4268" y="1872"/>
                  </a:cubicBezTo>
                  <a:cubicBezTo>
                    <a:pt x="4444" y="2065"/>
                    <a:pt x="4590" y="2288"/>
                    <a:pt x="4736" y="2502"/>
                  </a:cubicBezTo>
                  <a:cubicBezTo>
                    <a:pt x="4885" y="2720"/>
                    <a:pt x="5029" y="2941"/>
                    <a:pt x="5157" y="3173"/>
                  </a:cubicBezTo>
                  <a:cubicBezTo>
                    <a:pt x="5302" y="3443"/>
                    <a:pt x="5406" y="3716"/>
                    <a:pt x="5484" y="4011"/>
                  </a:cubicBezTo>
                  <a:cubicBezTo>
                    <a:pt x="5551" y="4264"/>
                    <a:pt x="5612" y="4520"/>
                    <a:pt x="5703" y="4766"/>
                  </a:cubicBezTo>
                  <a:cubicBezTo>
                    <a:pt x="5712" y="4790"/>
                    <a:pt x="5721" y="4813"/>
                    <a:pt x="5731" y="4838"/>
                  </a:cubicBezTo>
                  <a:cubicBezTo>
                    <a:pt x="5751" y="4892"/>
                    <a:pt x="5799" y="4915"/>
                    <a:pt x="5846" y="4915"/>
                  </a:cubicBezTo>
                  <a:cubicBezTo>
                    <a:pt x="5868" y="4915"/>
                    <a:pt x="5889" y="4910"/>
                    <a:pt x="5908" y="4901"/>
                  </a:cubicBezTo>
                  <a:cubicBezTo>
                    <a:pt x="5948" y="4880"/>
                    <a:pt x="5975" y="4834"/>
                    <a:pt x="5953" y="4777"/>
                  </a:cubicBezTo>
                  <a:cubicBezTo>
                    <a:pt x="5751" y="4276"/>
                    <a:pt x="5693" y="3733"/>
                    <a:pt x="5452" y="3244"/>
                  </a:cubicBezTo>
                  <a:cubicBezTo>
                    <a:pt x="5212" y="2755"/>
                    <a:pt x="4896" y="2276"/>
                    <a:pt x="4553" y="1853"/>
                  </a:cubicBezTo>
                  <a:cubicBezTo>
                    <a:pt x="3911" y="1055"/>
                    <a:pt x="2902" y="631"/>
                    <a:pt x="1944" y="340"/>
                  </a:cubicBezTo>
                  <a:cubicBezTo>
                    <a:pt x="1403" y="176"/>
                    <a:pt x="846" y="71"/>
                    <a:pt x="284" y="15"/>
                  </a:cubicBezTo>
                  <a:cubicBezTo>
                    <a:pt x="234" y="9"/>
                    <a:pt x="184" y="6"/>
                    <a:pt x="136" y="0"/>
                  </a:cubicBezTo>
                  <a:cubicBezTo>
                    <a:pt x="133" y="0"/>
                    <a:pt x="130" y="0"/>
                    <a:pt x="127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37" name="Google Shape;1737;p13"/>
            <p:cNvSpPr/>
            <p:nvPr/>
          </p:nvSpPr>
          <p:spPr>
            <a:xfrm>
              <a:off x="8551800" y="4171320"/>
              <a:ext cx="130682" cy="498595"/>
            </a:xfrm>
            <a:custGeom>
              <a:rect b="b" l="l" r="r" t="t"/>
              <a:pathLst>
                <a:path extrusionOk="0" h="8168" w="2144">
                  <a:moveTo>
                    <a:pt x="724" y="0"/>
                  </a:moveTo>
                  <a:cubicBezTo>
                    <a:pt x="674" y="0"/>
                    <a:pt x="627" y="39"/>
                    <a:pt x="611" y="88"/>
                  </a:cubicBezTo>
                  <a:lnTo>
                    <a:pt x="611" y="90"/>
                  </a:lnTo>
                  <a:lnTo>
                    <a:pt x="611" y="91"/>
                  </a:lnTo>
                  <a:cubicBezTo>
                    <a:pt x="599" y="127"/>
                    <a:pt x="604" y="164"/>
                    <a:pt x="635" y="199"/>
                  </a:cubicBezTo>
                  <a:cubicBezTo>
                    <a:pt x="640" y="203"/>
                    <a:pt x="645" y="209"/>
                    <a:pt x="648" y="213"/>
                  </a:cubicBezTo>
                  <a:cubicBezTo>
                    <a:pt x="655" y="220"/>
                    <a:pt x="665" y="230"/>
                    <a:pt x="669" y="239"/>
                  </a:cubicBezTo>
                  <a:cubicBezTo>
                    <a:pt x="698" y="267"/>
                    <a:pt x="723" y="297"/>
                    <a:pt x="747" y="327"/>
                  </a:cubicBezTo>
                  <a:cubicBezTo>
                    <a:pt x="872" y="478"/>
                    <a:pt x="980" y="638"/>
                    <a:pt x="1079" y="808"/>
                  </a:cubicBezTo>
                  <a:lnTo>
                    <a:pt x="1079" y="811"/>
                  </a:lnTo>
                  <a:cubicBezTo>
                    <a:pt x="1100" y="844"/>
                    <a:pt x="1120" y="876"/>
                    <a:pt x="1138" y="912"/>
                  </a:cubicBezTo>
                  <a:cubicBezTo>
                    <a:pt x="1198" y="1017"/>
                    <a:pt x="1250" y="1120"/>
                    <a:pt x="1303" y="1225"/>
                  </a:cubicBezTo>
                  <a:cubicBezTo>
                    <a:pt x="1321" y="1262"/>
                    <a:pt x="1340" y="1301"/>
                    <a:pt x="1357" y="1338"/>
                  </a:cubicBezTo>
                  <a:cubicBezTo>
                    <a:pt x="1375" y="1374"/>
                    <a:pt x="1391" y="1408"/>
                    <a:pt x="1406" y="1443"/>
                  </a:cubicBezTo>
                  <a:cubicBezTo>
                    <a:pt x="1435" y="1503"/>
                    <a:pt x="1463" y="1565"/>
                    <a:pt x="1490" y="1627"/>
                  </a:cubicBezTo>
                  <a:lnTo>
                    <a:pt x="1490" y="1629"/>
                  </a:lnTo>
                  <a:cubicBezTo>
                    <a:pt x="1505" y="1666"/>
                    <a:pt x="1524" y="1705"/>
                    <a:pt x="1538" y="1742"/>
                  </a:cubicBezTo>
                  <a:cubicBezTo>
                    <a:pt x="1690" y="2112"/>
                    <a:pt x="1802" y="2498"/>
                    <a:pt x="1844" y="2899"/>
                  </a:cubicBezTo>
                  <a:cubicBezTo>
                    <a:pt x="1976" y="4144"/>
                    <a:pt x="1751" y="5398"/>
                    <a:pt x="1073" y="6467"/>
                  </a:cubicBezTo>
                  <a:cubicBezTo>
                    <a:pt x="740" y="6988"/>
                    <a:pt x="315" y="7449"/>
                    <a:pt x="20" y="7993"/>
                  </a:cubicBezTo>
                  <a:cubicBezTo>
                    <a:pt x="2" y="8026"/>
                    <a:pt x="1" y="8057"/>
                    <a:pt x="10" y="8084"/>
                  </a:cubicBezTo>
                  <a:lnTo>
                    <a:pt x="10" y="8085"/>
                  </a:lnTo>
                  <a:cubicBezTo>
                    <a:pt x="27" y="8134"/>
                    <a:pt x="78" y="8168"/>
                    <a:pt x="127" y="8168"/>
                  </a:cubicBezTo>
                  <a:cubicBezTo>
                    <a:pt x="162" y="8168"/>
                    <a:pt x="197" y="8151"/>
                    <a:pt x="219" y="8111"/>
                  </a:cubicBezTo>
                  <a:lnTo>
                    <a:pt x="244" y="8063"/>
                  </a:lnTo>
                  <a:cubicBezTo>
                    <a:pt x="519" y="7574"/>
                    <a:pt x="895" y="7147"/>
                    <a:pt x="1206" y="6682"/>
                  </a:cubicBezTo>
                  <a:cubicBezTo>
                    <a:pt x="1558" y="6158"/>
                    <a:pt x="1814" y="5560"/>
                    <a:pt x="1962" y="4949"/>
                  </a:cubicBezTo>
                  <a:cubicBezTo>
                    <a:pt x="2111" y="4327"/>
                    <a:pt x="2143" y="3682"/>
                    <a:pt x="2088" y="3050"/>
                  </a:cubicBezTo>
                  <a:cubicBezTo>
                    <a:pt x="2043" y="2502"/>
                    <a:pt x="1904" y="2004"/>
                    <a:pt x="1684" y="1501"/>
                  </a:cubicBezTo>
                  <a:cubicBezTo>
                    <a:pt x="1469" y="1004"/>
                    <a:pt x="1205" y="494"/>
                    <a:pt x="844" y="84"/>
                  </a:cubicBezTo>
                  <a:lnTo>
                    <a:pt x="801" y="36"/>
                  </a:lnTo>
                  <a:cubicBezTo>
                    <a:pt x="777" y="11"/>
                    <a:pt x="750" y="0"/>
                    <a:pt x="724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38" name="Google Shape;1738;p13"/>
            <p:cNvSpPr/>
            <p:nvPr/>
          </p:nvSpPr>
          <p:spPr>
            <a:xfrm>
              <a:off x="8506440" y="3824640"/>
              <a:ext cx="139679" cy="271805"/>
            </a:xfrm>
            <a:custGeom>
              <a:rect b="b" l="l" r="r" t="t"/>
              <a:pathLst>
                <a:path extrusionOk="0" h="4454" w="2290">
                  <a:moveTo>
                    <a:pt x="2097" y="1"/>
                  </a:moveTo>
                  <a:cubicBezTo>
                    <a:pt x="2029" y="1"/>
                    <a:pt x="1957" y="58"/>
                    <a:pt x="1977" y="145"/>
                  </a:cubicBezTo>
                  <a:cubicBezTo>
                    <a:pt x="2060" y="512"/>
                    <a:pt x="1956" y="843"/>
                    <a:pt x="1829" y="1186"/>
                  </a:cubicBezTo>
                  <a:cubicBezTo>
                    <a:pt x="1705" y="1514"/>
                    <a:pt x="1561" y="1835"/>
                    <a:pt x="1405" y="2149"/>
                  </a:cubicBezTo>
                  <a:cubicBezTo>
                    <a:pt x="1036" y="2890"/>
                    <a:pt x="606" y="3616"/>
                    <a:pt x="73" y="4254"/>
                  </a:cubicBezTo>
                  <a:cubicBezTo>
                    <a:pt x="0" y="4338"/>
                    <a:pt x="78" y="4453"/>
                    <a:pt x="161" y="4453"/>
                  </a:cubicBezTo>
                  <a:cubicBezTo>
                    <a:pt x="187" y="4453"/>
                    <a:pt x="213" y="4442"/>
                    <a:pt x="236" y="4415"/>
                  </a:cubicBezTo>
                  <a:cubicBezTo>
                    <a:pt x="798" y="3739"/>
                    <a:pt x="1256" y="2977"/>
                    <a:pt x="1640" y="2187"/>
                  </a:cubicBezTo>
                  <a:cubicBezTo>
                    <a:pt x="1797" y="1866"/>
                    <a:pt x="1943" y="1538"/>
                    <a:pt x="2067" y="1201"/>
                  </a:cubicBezTo>
                  <a:cubicBezTo>
                    <a:pt x="2204" y="830"/>
                    <a:pt x="2289" y="478"/>
                    <a:pt x="2198" y="83"/>
                  </a:cubicBezTo>
                  <a:cubicBezTo>
                    <a:pt x="2185" y="26"/>
                    <a:pt x="2142" y="1"/>
                    <a:pt x="2097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39" name="Google Shape;1739;p13"/>
            <p:cNvSpPr/>
            <p:nvPr/>
          </p:nvSpPr>
          <p:spPr>
            <a:xfrm>
              <a:off x="8624880" y="3826080"/>
              <a:ext cx="161998" cy="76319"/>
            </a:xfrm>
            <a:custGeom>
              <a:rect b="b" l="l" r="r" t="t"/>
              <a:pathLst>
                <a:path extrusionOk="0" h="1257" w="2658">
                  <a:moveTo>
                    <a:pt x="174" y="1"/>
                  </a:moveTo>
                  <a:cubicBezTo>
                    <a:pt x="82" y="1"/>
                    <a:pt x="0" y="117"/>
                    <a:pt x="88" y="195"/>
                  </a:cubicBezTo>
                  <a:cubicBezTo>
                    <a:pt x="244" y="334"/>
                    <a:pt x="435" y="429"/>
                    <a:pt x="619" y="519"/>
                  </a:cubicBezTo>
                  <a:cubicBezTo>
                    <a:pt x="873" y="644"/>
                    <a:pt x="1135" y="752"/>
                    <a:pt x="1397" y="854"/>
                  </a:cubicBezTo>
                  <a:cubicBezTo>
                    <a:pt x="1752" y="994"/>
                    <a:pt x="2113" y="1116"/>
                    <a:pt x="2471" y="1249"/>
                  </a:cubicBezTo>
                  <a:cubicBezTo>
                    <a:pt x="2486" y="1254"/>
                    <a:pt x="2499" y="1257"/>
                    <a:pt x="2511" y="1257"/>
                  </a:cubicBezTo>
                  <a:cubicBezTo>
                    <a:pt x="2621" y="1257"/>
                    <a:pt x="2657" y="1073"/>
                    <a:pt x="2532" y="1028"/>
                  </a:cubicBezTo>
                  <a:cubicBezTo>
                    <a:pt x="2192" y="902"/>
                    <a:pt x="1848" y="786"/>
                    <a:pt x="1509" y="652"/>
                  </a:cubicBezTo>
                  <a:cubicBezTo>
                    <a:pt x="1260" y="555"/>
                    <a:pt x="1012" y="453"/>
                    <a:pt x="771" y="336"/>
                  </a:cubicBezTo>
                  <a:cubicBezTo>
                    <a:pt x="594" y="251"/>
                    <a:pt x="398" y="164"/>
                    <a:pt x="251" y="32"/>
                  </a:cubicBezTo>
                  <a:cubicBezTo>
                    <a:pt x="227" y="10"/>
                    <a:pt x="200" y="1"/>
                    <a:pt x="174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8150" lIns="91425" spcFirstLastPara="1" rIns="91425" wrap="square" tIns="381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40" name="Google Shape;1740;p13"/>
            <p:cNvSpPr/>
            <p:nvPr/>
          </p:nvSpPr>
          <p:spPr>
            <a:xfrm>
              <a:off x="8588520" y="3888720"/>
              <a:ext cx="199083" cy="294119"/>
            </a:xfrm>
            <a:custGeom>
              <a:rect b="b" l="l" r="r" t="t"/>
              <a:pathLst>
                <a:path extrusionOk="0" h="4823" w="3267">
                  <a:moveTo>
                    <a:pt x="3094" y="1"/>
                  </a:moveTo>
                  <a:cubicBezTo>
                    <a:pt x="3076" y="1"/>
                    <a:pt x="3057" y="5"/>
                    <a:pt x="3038" y="16"/>
                  </a:cubicBezTo>
                  <a:cubicBezTo>
                    <a:pt x="2787" y="153"/>
                    <a:pt x="2583" y="383"/>
                    <a:pt x="2399" y="597"/>
                  </a:cubicBezTo>
                  <a:cubicBezTo>
                    <a:pt x="2122" y="919"/>
                    <a:pt x="1873" y="1263"/>
                    <a:pt x="1635" y="1614"/>
                  </a:cubicBezTo>
                  <a:cubicBezTo>
                    <a:pt x="1144" y="2337"/>
                    <a:pt x="690" y="3094"/>
                    <a:pt x="313" y="3883"/>
                  </a:cubicBezTo>
                  <a:cubicBezTo>
                    <a:pt x="188" y="4144"/>
                    <a:pt x="45" y="4423"/>
                    <a:pt x="8" y="4714"/>
                  </a:cubicBezTo>
                  <a:cubicBezTo>
                    <a:pt x="0" y="4786"/>
                    <a:pt x="53" y="4823"/>
                    <a:pt x="111" y="4823"/>
                  </a:cubicBezTo>
                  <a:cubicBezTo>
                    <a:pt x="169" y="4823"/>
                    <a:pt x="231" y="4786"/>
                    <a:pt x="240" y="4712"/>
                  </a:cubicBezTo>
                  <a:cubicBezTo>
                    <a:pt x="247" y="4663"/>
                    <a:pt x="287" y="4529"/>
                    <a:pt x="315" y="4451"/>
                  </a:cubicBezTo>
                  <a:cubicBezTo>
                    <a:pt x="365" y="4317"/>
                    <a:pt x="425" y="4186"/>
                    <a:pt x="485" y="4055"/>
                  </a:cubicBezTo>
                  <a:cubicBezTo>
                    <a:pt x="648" y="3707"/>
                    <a:pt x="831" y="3370"/>
                    <a:pt x="1023" y="3037"/>
                  </a:cubicBezTo>
                  <a:cubicBezTo>
                    <a:pt x="1449" y="2290"/>
                    <a:pt x="1912" y="1551"/>
                    <a:pt x="2457" y="886"/>
                  </a:cubicBezTo>
                  <a:cubicBezTo>
                    <a:pt x="2656" y="644"/>
                    <a:pt x="2875" y="367"/>
                    <a:pt x="3155" y="214"/>
                  </a:cubicBezTo>
                  <a:cubicBezTo>
                    <a:pt x="3266" y="154"/>
                    <a:pt x="3198" y="1"/>
                    <a:pt x="3094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41" name="Google Shape;1741;p13"/>
            <p:cNvSpPr/>
            <p:nvPr/>
          </p:nvSpPr>
          <p:spPr>
            <a:xfrm>
              <a:off x="8311680" y="3998520"/>
              <a:ext cx="212759" cy="97921"/>
            </a:xfrm>
            <a:custGeom>
              <a:rect b="b" l="l" r="r" t="t"/>
              <a:pathLst>
                <a:path extrusionOk="0" h="1611" w="3491">
                  <a:moveTo>
                    <a:pt x="628" y="0"/>
                  </a:moveTo>
                  <a:cubicBezTo>
                    <a:pt x="464" y="0"/>
                    <a:pt x="300" y="15"/>
                    <a:pt x="138" y="47"/>
                  </a:cubicBezTo>
                  <a:cubicBezTo>
                    <a:pt x="0" y="74"/>
                    <a:pt x="47" y="273"/>
                    <a:pt x="175" y="273"/>
                  </a:cubicBezTo>
                  <a:cubicBezTo>
                    <a:pt x="183" y="273"/>
                    <a:pt x="191" y="273"/>
                    <a:pt x="200" y="271"/>
                  </a:cubicBezTo>
                  <a:cubicBezTo>
                    <a:pt x="346" y="242"/>
                    <a:pt x="492" y="229"/>
                    <a:pt x="639" y="229"/>
                  </a:cubicBezTo>
                  <a:cubicBezTo>
                    <a:pt x="1636" y="229"/>
                    <a:pt x="2633" y="846"/>
                    <a:pt x="3255" y="1573"/>
                  </a:cubicBezTo>
                  <a:cubicBezTo>
                    <a:pt x="3278" y="1600"/>
                    <a:pt x="3305" y="1611"/>
                    <a:pt x="3331" y="1611"/>
                  </a:cubicBezTo>
                  <a:cubicBezTo>
                    <a:pt x="3414" y="1611"/>
                    <a:pt x="3491" y="1495"/>
                    <a:pt x="3418" y="1410"/>
                  </a:cubicBezTo>
                  <a:cubicBezTo>
                    <a:pt x="2749" y="628"/>
                    <a:pt x="1689" y="0"/>
                    <a:pt x="628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8950" lIns="91425" spcFirstLastPara="1" rIns="91425" wrap="square" tIns="48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42" name="Google Shape;1742;p13"/>
            <p:cNvSpPr/>
            <p:nvPr/>
          </p:nvSpPr>
          <p:spPr>
            <a:xfrm>
              <a:off x="8070840" y="3341520"/>
              <a:ext cx="384835" cy="673210"/>
            </a:xfrm>
            <a:custGeom>
              <a:rect b="b" l="l" r="r" t="t"/>
              <a:pathLst>
                <a:path extrusionOk="0" h="11029" w="6308">
                  <a:moveTo>
                    <a:pt x="139" y="1"/>
                  </a:moveTo>
                  <a:cubicBezTo>
                    <a:pt x="0" y="1"/>
                    <a:pt x="3" y="222"/>
                    <a:pt x="148" y="234"/>
                  </a:cubicBezTo>
                  <a:cubicBezTo>
                    <a:pt x="1150" y="302"/>
                    <a:pt x="2143" y="584"/>
                    <a:pt x="3027" y="1063"/>
                  </a:cubicBezTo>
                  <a:cubicBezTo>
                    <a:pt x="3940" y="1559"/>
                    <a:pt x="4673" y="2259"/>
                    <a:pt x="5203" y="3151"/>
                  </a:cubicBezTo>
                  <a:cubicBezTo>
                    <a:pt x="5507" y="3664"/>
                    <a:pt x="5738" y="4223"/>
                    <a:pt x="5893" y="4799"/>
                  </a:cubicBezTo>
                  <a:cubicBezTo>
                    <a:pt x="5981" y="5124"/>
                    <a:pt x="6039" y="5433"/>
                    <a:pt x="6032" y="5767"/>
                  </a:cubicBezTo>
                  <a:cubicBezTo>
                    <a:pt x="6018" y="6538"/>
                    <a:pt x="5839" y="7312"/>
                    <a:pt x="5599" y="8042"/>
                  </a:cubicBezTo>
                  <a:cubicBezTo>
                    <a:pt x="5266" y="9056"/>
                    <a:pt x="4766" y="10046"/>
                    <a:pt x="4032" y="10829"/>
                  </a:cubicBezTo>
                  <a:cubicBezTo>
                    <a:pt x="3954" y="10913"/>
                    <a:pt x="4031" y="11028"/>
                    <a:pt x="4118" y="11028"/>
                  </a:cubicBezTo>
                  <a:cubicBezTo>
                    <a:pt x="4144" y="11028"/>
                    <a:pt x="4171" y="11018"/>
                    <a:pt x="4195" y="10992"/>
                  </a:cubicBezTo>
                  <a:cubicBezTo>
                    <a:pt x="4872" y="10270"/>
                    <a:pt x="5356" y="9382"/>
                    <a:pt x="5699" y="8456"/>
                  </a:cubicBezTo>
                  <a:cubicBezTo>
                    <a:pt x="5995" y="7661"/>
                    <a:pt x="6206" y="6815"/>
                    <a:pt x="6254" y="5966"/>
                  </a:cubicBezTo>
                  <a:cubicBezTo>
                    <a:pt x="6308" y="5067"/>
                    <a:pt x="5998" y="4176"/>
                    <a:pt x="5595" y="3384"/>
                  </a:cubicBezTo>
                  <a:cubicBezTo>
                    <a:pt x="5103" y="2417"/>
                    <a:pt x="4384" y="1617"/>
                    <a:pt x="3460" y="1046"/>
                  </a:cubicBezTo>
                  <a:cubicBezTo>
                    <a:pt x="2466" y="432"/>
                    <a:pt x="1311" y="83"/>
                    <a:pt x="146" y="1"/>
                  </a:cubicBezTo>
                  <a:cubicBezTo>
                    <a:pt x="144" y="1"/>
                    <a:pt x="141" y="1"/>
                    <a:pt x="139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43" name="Google Shape;1743;p13"/>
            <p:cNvSpPr/>
            <p:nvPr/>
          </p:nvSpPr>
          <p:spPr>
            <a:xfrm>
              <a:off x="7952760" y="2886840"/>
              <a:ext cx="136798" cy="468004"/>
            </a:xfrm>
            <a:custGeom>
              <a:rect b="b" l="l" r="r" t="t"/>
              <a:pathLst>
                <a:path extrusionOk="0" h="7670" w="2246">
                  <a:moveTo>
                    <a:pt x="434" y="0"/>
                  </a:moveTo>
                  <a:cubicBezTo>
                    <a:pt x="388" y="0"/>
                    <a:pt x="341" y="24"/>
                    <a:pt x="322" y="80"/>
                  </a:cubicBezTo>
                  <a:cubicBezTo>
                    <a:pt x="0" y="1021"/>
                    <a:pt x="34" y="2092"/>
                    <a:pt x="245" y="3053"/>
                  </a:cubicBezTo>
                  <a:cubicBezTo>
                    <a:pt x="359" y="3570"/>
                    <a:pt x="564" y="4065"/>
                    <a:pt x="717" y="4572"/>
                  </a:cubicBezTo>
                  <a:cubicBezTo>
                    <a:pt x="875" y="5096"/>
                    <a:pt x="1072" y="5608"/>
                    <a:pt x="1225" y="6132"/>
                  </a:cubicBezTo>
                  <a:cubicBezTo>
                    <a:pt x="1386" y="6672"/>
                    <a:pt x="1646" y="7171"/>
                    <a:pt x="1983" y="7620"/>
                  </a:cubicBezTo>
                  <a:cubicBezTo>
                    <a:pt x="2009" y="7655"/>
                    <a:pt x="2045" y="7669"/>
                    <a:pt x="2080" y="7669"/>
                  </a:cubicBezTo>
                  <a:cubicBezTo>
                    <a:pt x="2165" y="7669"/>
                    <a:pt x="2245" y="7587"/>
                    <a:pt x="2181" y="7503"/>
                  </a:cubicBezTo>
                  <a:cubicBezTo>
                    <a:pt x="1889" y="7113"/>
                    <a:pt x="1646" y="6685"/>
                    <a:pt x="1492" y="6220"/>
                  </a:cubicBezTo>
                  <a:cubicBezTo>
                    <a:pt x="1329" y="5721"/>
                    <a:pt x="1164" y="5220"/>
                    <a:pt x="1004" y="4718"/>
                  </a:cubicBezTo>
                  <a:cubicBezTo>
                    <a:pt x="852" y="4246"/>
                    <a:pt x="683" y="3774"/>
                    <a:pt x="544" y="3297"/>
                  </a:cubicBezTo>
                  <a:cubicBezTo>
                    <a:pt x="407" y="2816"/>
                    <a:pt x="345" y="2309"/>
                    <a:pt x="325" y="1811"/>
                  </a:cubicBezTo>
                  <a:cubicBezTo>
                    <a:pt x="304" y="1245"/>
                    <a:pt x="359" y="678"/>
                    <a:pt x="543" y="139"/>
                  </a:cubicBezTo>
                  <a:cubicBezTo>
                    <a:pt x="573" y="56"/>
                    <a:pt x="504" y="0"/>
                    <a:pt x="434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44" name="Google Shape;1744;p13"/>
            <p:cNvSpPr/>
            <p:nvPr/>
          </p:nvSpPr>
          <p:spPr>
            <a:xfrm>
              <a:off x="7621920" y="2886840"/>
              <a:ext cx="367204" cy="123119"/>
            </a:xfrm>
            <a:custGeom>
              <a:rect b="b" l="l" r="r" t="t"/>
              <a:pathLst>
                <a:path extrusionOk="0" h="2019" w="6019">
                  <a:moveTo>
                    <a:pt x="5842" y="0"/>
                  </a:moveTo>
                  <a:cubicBezTo>
                    <a:pt x="5825" y="0"/>
                    <a:pt x="5807" y="4"/>
                    <a:pt x="5788" y="14"/>
                  </a:cubicBezTo>
                  <a:cubicBezTo>
                    <a:pt x="5057" y="385"/>
                    <a:pt x="4263" y="637"/>
                    <a:pt x="3482" y="881"/>
                  </a:cubicBezTo>
                  <a:cubicBezTo>
                    <a:pt x="2676" y="1130"/>
                    <a:pt x="1861" y="1353"/>
                    <a:pt x="1042" y="1564"/>
                  </a:cubicBezTo>
                  <a:cubicBezTo>
                    <a:pt x="737" y="1642"/>
                    <a:pt x="435" y="1719"/>
                    <a:pt x="131" y="1792"/>
                  </a:cubicBezTo>
                  <a:cubicBezTo>
                    <a:pt x="1" y="1824"/>
                    <a:pt x="42" y="2019"/>
                    <a:pt x="164" y="2019"/>
                  </a:cubicBezTo>
                  <a:cubicBezTo>
                    <a:pt x="174" y="2019"/>
                    <a:pt x="184" y="2017"/>
                    <a:pt x="195" y="2015"/>
                  </a:cubicBezTo>
                  <a:cubicBezTo>
                    <a:pt x="1711" y="1641"/>
                    <a:pt x="3231" y="1247"/>
                    <a:pt x="4702" y="715"/>
                  </a:cubicBezTo>
                  <a:cubicBezTo>
                    <a:pt x="5112" y="566"/>
                    <a:pt x="5517" y="408"/>
                    <a:pt x="5906" y="212"/>
                  </a:cubicBezTo>
                  <a:cubicBezTo>
                    <a:pt x="6019" y="155"/>
                    <a:pt x="5949" y="0"/>
                    <a:pt x="5842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1550" lIns="91425" spcFirstLastPara="1" rIns="91425" wrap="square" tIns="615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45" name="Google Shape;1745;p13"/>
            <p:cNvSpPr/>
            <p:nvPr/>
          </p:nvSpPr>
          <p:spPr>
            <a:xfrm>
              <a:off x="7671240" y="3015360"/>
              <a:ext cx="93599" cy="31320"/>
            </a:xfrm>
            <a:custGeom>
              <a:rect b="b" l="l" r="r" t="t"/>
              <a:pathLst>
                <a:path extrusionOk="0" h="520" w="1537">
                  <a:moveTo>
                    <a:pt x="1462" y="1"/>
                  </a:moveTo>
                  <a:cubicBezTo>
                    <a:pt x="1456" y="1"/>
                    <a:pt x="1450" y="2"/>
                    <a:pt x="1443" y="4"/>
                  </a:cubicBezTo>
                  <a:cubicBezTo>
                    <a:pt x="1203" y="84"/>
                    <a:pt x="989" y="220"/>
                    <a:pt x="744" y="288"/>
                  </a:cubicBezTo>
                  <a:cubicBezTo>
                    <a:pt x="638" y="316"/>
                    <a:pt x="532" y="343"/>
                    <a:pt x="425" y="368"/>
                  </a:cubicBezTo>
                  <a:cubicBezTo>
                    <a:pt x="355" y="386"/>
                    <a:pt x="281" y="404"/>
                    <a:pt x="208" y="404"/>
                  </a:cubicBezTo>
                  <a:cubicBezTo>
                    <a:pt x="170" y="404"/>
                    <a:pt x="132" y="399"/>
                    <a:pt x="95" y="387"/>
                  </a:cubicBezTo>
                  <a:cubicBezTo>
                    <a:pt x="88" y="384"/>
                    <a:pt x="81" y="383"/>
                    <a:pt x="75" y="383"/>
                  </a:cubicBezTo>
                  <a:cubicBezTo>
                    <a:pt x="19" y="383"/>
                    <a:pt x="0" y="476"/>
                    <a:pt x="64" y="496"/>
                  </a:cubicBezTo>
                  <a:cubicBezTo>
                    <a:pt x="114" y="513"/>
                    <a:pt x="166" y="519"/>
                    <a:pt x="219" y="519"/>
                  </a:cubicBezTo>
                  <a:cubicBezTo>
                    <a:pt x="390" y="519"/>
                    <a:pt x="572" y="447"/>
                    <a:pt x="730" y="410"/>
                  </a:cubicBezTo>
                  <a:cubicBezTo>
                    <a:pt x="992" y="347"/>
                    <a:pt x="1222" y="198"/>
                    <a:pt x="1473" y="115"/>
                  </a:cubicBezTo>
                  <a:cubicBezTo>
                    <a:pt x="1537" y="94"/>
                    <a:pt x="1518" y="1"/>
                    <a:pt x="1462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5825" lIns="91425" spcFirstLastPara="1" rIns="91425" wrap="square" tIns="15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46" name="Google Shape;1746;p13"/>
            <p:cNvSpPr/>
            <p:nvPr/>
          </p:nvSpPr>
          <p:spPr>
            <a:xfrm>
              <a:off x="7690320" y="3046320"/>
              <a:ext cx="82800" cy="23040"/>
            </a:xfrm>
            <a:custGeom>
              <a:rect b="b" l="l" r="r" t="t"/>
              <a:pathLst>
                <a:path extrusionOk="0" h="383" w="1359">
                  <a:moveTo>
                    <a:pt x="1282" y="1"/>
                  </a:moveTo>
                  <a:cubicBezTo>
                    <a:pt x="1276" y="1"/>
                    <a:pt x="1270" y="1"/>
                    <a:pt x="1264" y="3"/>
                  </a:cubicBezTo>
                  <a:cubicBezTo>
                    <a:pt x="1076" y="61"/>
                    <a:pt x="900" y="151"/>
                    <a:pt x="713" y="207"/>
                  </a:cubicBezTo>
                  <a:cubicBezTo>
                    <a:pt x="567" y="251"/>
                    <a:pt x="424" y="266"/>
                    <a:pt x="277" y="266"/>
                  </a:cubicBezTo>
                  <a:cubicBezTo>
                    <a:pt x="211" y="266"/>
                    <a:pt x="144" y="263"/>
                    <a:pt x="76" y="258"/>
                  </a:cubicBezTo>
                  <a:cubicBezTo>
                    <a:pt x="75" y="258"/>
                    <a:pt x="74" y="258"/>
                    <a:pt x="72" y="258"/>
                  </a:cubicBezTo>
                  <a:cubicBezTo>
                    <a:pt x="0" y="258"/>
                    <a:pt x="4" y="370"/>
                    <a:pt x="75" y="375"/>
                  </a:cubicBezTo>
                  <a:cubicBezTo>
                    <a:pt x="144" y="379"/>
                    <a:pt x="212" y="383"/>
                    <a:pt x="280" y="383"/>
                  </a:cubicBezTo>
                  <a:cubicBezTo>
                    <a:pt x="428" y="383"/>
                    <a:pt x="574" y="368"/>
                    <a:pt x="721" y="325"/>
                  </a:cubicBezTo>
                  <a:cubicBezTo>
                    <a:pt x="917" y="268"/>
                    <a:pt x="1098" y="176"/>
                    <a:pt x="1294" y="115"/>
                  </a:cubicBezTo>
                  <a:cubicBezTo>
                    <a:pt x="1358" y="93"/>
                    <a:pt x="1339" y="1"/>
                    <a:pt x="1282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500" lIns="91425" spcFirstLastPara="1" rIns="91425" wrap="square" tIns="11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47" name="Google Shape;1747;p13"/>
            <p:cNvSpPr/>
            <p:nvPr/>
          </p:nvSpPr>
          <p:spPr>
            <a:xfrm>
              <a:off x="7708680" y="3086640"/>
              <a:ext cx="61201" cy="19440"/>
            </a:xfrm>
            <a:custGeom>
              <a:rect b="b" l="l" r="r" t="t"/>
              <a:pathLst>
                <a:path extrusionOk="0" h="323" w="1008">
                  <a:moveTo>
                    <a:pt x="930" y="0"/>
                  </a:moveTo>
                  <a:cubicBezTo>
                    <a:pt x="925" y="0"/>
                    <a:pt x="919" y="1"/>
                    <a:pt x="913" y="3"/>
                  </a:cubicBezTo>
                  <a:cubicBezTo>
                    <a:pt x="637" y="90"/>
                    <a:pt x="356" y="163"/>
                    <a:pt x="70" y="210"/>
                  </a:cubicBezTo>
                  <a:cubicBezTo>
                    <a:pt x="1" y="222"/>
                    <a:pt x="24" y="323"/>
                    <a:pt x="89" y="323"/>
                  </a:cubicBezTo>
                  <a:cubicBezTo>
                    <a:pt x="92" y="323"/>
                    <a:pt x="96" y="323"/>
                    <a:pt x="99" y="322"/>
                  </a:cubicBezTo>
                  <a:cubicBezTo>
                    <a:pt x="384" y="275"/>
                    <a:pt x="665" y="200"/>
                    <a:pt x="943" y="115"/>
                  </a:cubicBezTo>
                  <a:cubicBezTo>
                    <a:pt x="1007" y="96"/>
                    <a:pt x="988" y="0"/>
                    <a:pt x="930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48" name="Google Shape;1748;p13"/>
            <p:cNvSpPr/>
            <p:nvPr/>
          </p:nvSpPr>
          <p:spPr>
            <a:xfrm>
              <a:off x="7475400" y="3395160"/>
              <a:ext cx="58321" cy="106560"/>
            </a:xfrm>
            <a:custGeom>
              <a:rect b="b" l="l" r="r" t="t"/>
              <a:pathLst>
                <a:path extrusionOk="0" h="1753" w="961">
                  <a:moveTo>
                    <a:pt x="852" y="1"/>
                  </a:moveTo>
                  <a:cubicBezTo>
                    <a:pt x="818" y="1"/>
                    <a:pt x="783" y="29"/>
                    <a:pt x="798" y="72"/>
                  </a:cubicBezTo>
                  <a:cubicBezTo>
                    <a:pt x="849" y="208"/>
                    <a:pt x="830" y="359"/>
                    <a:pt x="798" y="500"/>
                  </a:cubicBezTo>
                  <a:cubicBezTo>
                    <a:pt x="764" y="649"/>
                    <a:pt x="710" y="790"/>
                    <a:pt x="635" y="923"/>
                  </a:cubicBezTo>
                  <a:cubicBezTo>
                    <a:pt x="479" y="1200"/>
                    <a:pt x="252" y="1422"/>
                    <a:pt x="38" y="1653"/>
                  </a:cubicBezTo>
                  <a:cubicBezTo>
                    <a:pt x="0" y="1695"/>
                    <a:pt x="38" y="1753"/>
                    <a:pt x="80" y="1753"/>
                  </a:cubicBezTo>
                  <a:cubicBezTo>
                    <a:pt x="93" y="1753"/>
                    <a:pt x="107" y="1747"/>
                    <a:pt x="119" y="1734"/>
                  </a:cubicBezTo>
                  <a:cubicBezTo>
                    <a:pt x="350" y="1486"/>
                    <a:pt x="596" y="1244"/>
                    <a:pt x="755" y="940"/>
                  </a:cubicBezTo>
                  <a:cubicBezTo>
                    <a:pt x="827" y="803"/>
                    <a:pt x="883" y="654"/>
                    <a:pt x="912" y="500"/>
                  </a:cubicBezTo>
                  <a:cubicBezTo>
                    <a:pt x="944" y="351"/>
                    <a:pt x="961" y="187"/>
                    <a:pt x="905" y="41"/>
                  </a:cubicBezTo>
                  <a:cubicBezTo>
                    <a:pt x="897" y="13"/>
                    <a:pt x="875" y="1"/>
                    <a:pt x="852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275" lIns="91425" spcFirstLastPara="1" rIns="91425" wrap="square" tIns="53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49" name="Google Shape;1749;p13"/>
            <p:cNvSpPr/>
            <p:nvPr/>
          </p:nvSpPr>
          <p:spPr>
            <a:xfrm>
              <a:off x="7513920" y="3421440"/>
              <a:ext cx="47881" cy="88921"/>
            </a:xfrm>
            <a:custGeom>
              <a:rect b="b" l="l" r="r" t="t"/>
              <a:pathLst>
                <a:path extrusionOk="0" h="1463" w="788">
                  <a:moveTo>
                    <a:pt x="662" y="0"/>
                  </a:moveTo>
                  <a:cubicBezTo>
                    <a:pt x="627" y="0"/>
                    <a:pt x="592" y="29"/>
                    <a:pt x="604" y="72"/>
                  </a:cubicBezTo>
                  <a:cubicBezTo>
                    <a:pt x="670" y="314"/>
                    <a:pt x="575" y="561"/>
                    <a:pt x="456" y="769"/>
                  </a:cubicBezTo>
                  <a:cubicBezTo>
                    <a:pt x="336" y="980"/>
                    <a:pt x="184" y="1170"/>
                    <a:pt x="35" y="1361"/>
                  </a:cubicBezTo>
                  <a:cubicBezTo>
                    <a:pt x="0" y="1405"/>
                    <a:pt x="38" y="1463"/>
                    <a:pt x="79" y="1463"/>
                  </a:cubicBezTo>
                  <a:cubicBezTo>
                    <a:pt x="92" y="1463"/>
                    <a:pt x="105" y="1457"/>
                    <a:pt x="116" y="1442"/>
                  </a:cubicBezTo>
                  <a:cubicBezTo>
                    <a:pt x="280" y="1234"/>
                    <a:pt x="449" y="1027"/>
                    <a:pt x="577" y="793"/>
                  </a:cubicBezTo>
                  <a:cubicBezTo>
                    <a:pt x="701" y="565"/>
                    <a:pt x="788" y="300"/>
                    <a:pt x="717" y="42"/>
                  </a:cubicBezTo>
                  <a:cubicBezTo>
                    <a:pt x="708" y="13"/>
                    <a:pt x="685" y="0"/>
                    <a:pt x="662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4625" lIns="91425" spcFirstLastPara="1" rIns="91425" wrap="square" tIns="446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50" name="Google Shape;1750;p13"/>
            <p:cNvSpPr/>
            <p:nvPr/>
          </p:nvSpPr>
          <p:spPr>
            <a:xfrm>
              <a:off x="7553880" y="3438720"/>
              <a:ext cx="45360" cy="93598"/>
            </a:xfrm>
            <a:custGeom>
              <a:rect b="b" l="l" r="r" t="t"/>
              <a:pathLst>
                <a:path extrusionOk="0" h="1539" w="750">
                  <a:moveTo>
                    <a:pt x="613" y="0"/>
                  </a:moveTo>
                  <a:cubicBezTo>
                    <a:pt x="579" y="0"/>
                    <a:pt x="542" y="29"/>
                    <a:pt x="549" y="73"/>
                  </a:cubicBezTo>
                  <a:cubicBezTo>
                    <a:pt x="633" y="584"/>
                    <a:pt x="308" y="1058"/>
                    <a:pt x="31" y="1454"/>
                  </a:cubicBezTo>
                  <a:cubicBezTo>
                    <a:pt x="1" y="1496"/>
                    <a:pt x="41" y="1538"/>
                    <a:pt x="82" y="1538"/>
                  </a:cubicBezTo>
                  <a:cubicBezTo>
                    <a:pt x="100" y="1538"/>
                    <a:pt x="117" y="1531"/>
                    <a:pt x="130" y="1513"/>
                  </a:cubicBezTo>
                  <a:cubicBezTo>
                    <a:pt x="430" y="1085"/>
                    <a:pt x="749" y="590"/>
                    <a:pt x="661" y="43"/>
                  </a:cubicBezTo>
                  <a:cubicBezTo>
                    <a:pt x="656" y="13"/>
                    <a:pt x="635" y="0"/>
                    <a:pt x="613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800" lIns="91425" spcFirstLastPara="1" rIns="91425" wrap="square" tIns="46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51" name="Google Shape;1751;p13"/>
            <p:cNvSpPr/>
            <p:nvPr/>
          </p:nvSpPr>
          <p:spPr>
            <a:xfrm>
              <a:off x="7848360" y="4030920"/>
              <a:ext cx="141479" cy="43560"/>
            </a:xfrm>
            <a:custGeom>
              <a:rect b="b" l="l" r="r" t="t"/>
              <a:pathLst>
                <a:path extrusionOk="0" h="717" w="2320">
                  <a:moveTo>
                    <a:pt x="2244" y="1"/>
                  </a:moveTo>
                  <a:cubicBezTo>
                    <a:pt x="2238" y="1"/>
                    <a:pt x="2232" y="2"/>
                    <a:pt x="2225" y="4"/>
                  </a:cubicBezTo>
                  <a:cubicBezTo>
                    <a:pt x="1858" y="126"/>
                    <a:pt x="1500" y="272"/>
                    <a:pt x="1134" y="396"/>
                  </a:cubicBezTo>
                  <a:cubicBezTo>
                    <a:pt x="966" y="453"/>
                    <a:pt x="794" y="503"/>
                    <a:pt x="621" y="547"/>
                  </a:cubicBezTo>
                  <a:cubicBezTo>
                    <a:pt x="509" y="575"/>
                    <a:pt x="393" y="600"/>
                    <a:pt x="277" y="600"/>
                  </a:cubicBezTo>
                  <a:cubicBezTo>
                    <a:pt x="216" y="600"/>
                    <a:pt x="155" y="593"/>
                    <a:pt x="94" y="576"/>
                  </a:cubicBezTo>
                  <a:cubicBezTo>
                    <a:pt x="88" y="575"/>
                    <a:pt x="83" y="574"/>
                    <a:pt x="78" y="574"/>
                  </a:cubicBezTo>
                  <a:cubicBezTo>
                    <a:pt x="20" y="574"/>
                    <a:pt x="1" y="670"/>
                    <a:pt x="66" y="688"/>
                  </a:cubicBezTo>
                  <a:cubicBezTo>
                    <a:pt x="135" y="708"/>
                    <a:pt x="205" y="717"/>
                    <a:pt x="275" y="717"/>
                  </a:cubicBezTo>
                  <a:cubicBezTo>
                    <a:pt x="374" y="717"/>
                    <a:pt x="473" y="700"/>
                    <a:pt x="570" y="677"/>
                  </a:cubicBezTo>
                  <a:cubicBezTo>
                    <a:pt x="753" y="634"/>
                    <a:pt x="934" y="582"/>
                    <a:pt x="1113" y="524"/>
                  </a:cubicBezTo>
                  <a:cubicBezTo>
                    <a:pt x="1497" y="398"/>
                    <a:pt x="1871" y="242"/>
                    <a:pt x="2255" y="116"/>
                  </a:cubicBezTo>
                  <a:cubicBezTo>
                    <a:pt x="2319" y="95"/>
                    <a:pt x="2301" y="1"/>
                    <a:pt x="2244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1950" lIns="91425" spcFirstLastPara="1" rIns="91425" wrap="square" tIns="21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52" name="Google Shape;1752;p13"/>
            <p:cNvSpPr/>
            <p:nvPr/>
          </p:nvSpPr>
          <p:spPr>
            <a:xfrm>
              <a:off x="7895160" y="4050720"/>
              <a:ext cx="136440" cy="42840"/>
            </a:xfrm>
            <a:custGeom>
              <a:rect b="b" l="l" r="r" t="t"/>
              <a:pathLst>
                <a:path extrusionOk="0" h="710" w="2237">
                  <a:moveTo>
                    <a:pt x="2162" y="0"/>
                  </a:moveTo>
                  <a:cubicBezTo>
                    <a:pt x="2156" y="0"/>
                    <a:pt x="2150" y="1"/>
                    <a:pt x="2143" y="4"/>
                  </a:cubicBezTo>
                  <a:cubicBezTo>
                    <a:pt x="1805" y="124"/>
                    <a:pt x="1479" y="280"/>
                    <a:pt x="1139" y="398"/>
                  </a:cubicBezTo>
                  <a:cubicBezTo>
                    <a:pt x="790" y="518"/>
                    <a:pt x="440" y="556"/>
                    <a:pt x="74" y="593"/>
                  </a:cubicBezTo>
                  <a:cubicBezTo>
                    <a:pt x="4" y="602"/>
                    <a:pt x="1" y="710"/>
                    <a:pt x="68" y="710"/>
                  </a:cubicBezTo>
                  <a:cubicBezTo>
                    <a:pt x="70" y="710"/>
                    <a:pt x="72" y="710"/>
                    <a:pt x="74" y="710"/>
                  </a:cubicBezTo>
                  <a:cubicBezTo>
                    <a:pt x="440" y="674"/>
                    <a:pt x="796" y="636"/>
                    <a:pt x="1144" y="518"/>
                  </a:cubicBezTo>
                  <a:cubicBezTo>
                    <a:pt x="1494" y="399"/>
                    <a:pt x="1826" y="239"/>
                    <a:pt x="2175" y="116"/>
                  </a:cubicBezTo>
                  <a:cubicBezTo>
                    <a:pt x="2236" y="94"/>
                    <a:pt x="2218" y="0"/>
                    <a:pt x="2162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53" name="Google Shape;1753;p13"/>
            <p:cNvSpPr/>
            <p:nvPr/>
          </p:nvSpPr>
          <p:spPr>
            <a:xfrm>
              <a:off x="7971840" y="4064760"/>
              <a:ext cx="140039" cy="47159"/>
            </a:xfrm>
            <a:custGeom>
              <a:rect b="b" l="l" r="r" t="t"/>
              <a:pathLst>
                <a:path extrusionOk="0" h="776" w="2296">
                  <a:moveTo>
                    <a:pt x="2226" y="1"/>
                  </a:moveTo>
                  <a:cubicBezTo>
                    <a:pt x="2219" y="1"/>
                    <a:pt x="2212" y="2"/>
                    <a:pt x="2205" y="5"/>
                  </a:cubicBezTo>
                  <a:cubicBezTo>
                    <a:pt x="1838" y="158"/>
                    <a:pt x="1478" y="330"/>
                    <a:pt x="1105" y="464"/>
                  </a:cubicBezTo>
                  <a:cubicBezTo>
                    <a:pt x="937" y="524"/>
                    <a:pt x="766" y="576"/>
                    <a:pt x="591" y="615"/>
                  </a:cubicBezTo>
                  <a:cubicBezTo>
                    <a:pt x="490" y="637"/>
                    <a:pt x="381" y="660"/>
                    <a:pt x="274" y="660"/>
                  </a:cubicBezTo>
                  <a:cubicBezTo>
                    <a:pt x="212" y="660"/>
                    <a:pt x="151" y="652"/>
                    <a:pt x="93" y="633"/>
                  </a:cubicBezTo>
                  <a:cubicBezTo>
                    <a:pt x="87" y="631"/>
                    <a:pt x="81" y="630"/>
                    <a:pt x="75" y="630"/>
                  </a:cubicBezTo>
                  <a:cubicBezTo>
                    <a:pt x="19" y="630"/>
                    <a:pt x="0" y="724"/>
                    <a:pt x="64" y="746"/>
                  </a:cubicBezTo>
                  <a:cubicBezTo>
                    <a:pt x="128" y="767"/>
                    <a:pt x="195" y="775"/>
                    <a:pt x="263" y="775"/>
                  </a:cubicBezTo>
                  <a:cubicBezTo>
                    <a:pt x="359" y="775"/>
                    <a:pt x="456" y="760"/>
                    <a:pt x="547" y="742"/>
                  </a:cubicBezTo>
                  <a:cubicBezTo>
                    <a:pt x="730" y="707"/>
                    <a:pt x="908" y="656"/>
                    <a:pt x="1085" y="593"/>
                  </a:cubicBezTo>
                  <a:cubicBezTo>
                    <a:pt x="1479" y="457"/>
                    <a:pt x="1852" y="276"/>
                    <a:pt x="2235" y="117"/>
                  </a:cubicBezTo>
                  <a:cubicBezTo>
                    <a:pt x="2295" y="92"/>
                    <a:pt x="2277" y="1"/>
                    <a:pt x="2226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3750" lIns="91425" spcFirstLastPara="1" rIns="91425" wrap="square" tIns="23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54" name="Google Shape;1754;p13"/>
            <p:cNvSpPr/>
            <p:nvPr/>
          </p:nvSpPr>
          <p:spPr>
            <a:xfrm>
              <a:off x="8102880" y="4691520"/>
              <a:ext cx="155159" cy="48239"/>
            </a:xfrm>
            <a:custGeom>
              <a:rect b="b" l="l" r="r" t="t"/>
              <a:pathLst>
                <a:path extrusionOk="0" h="794" w="2544">
                  <a:moveTo>
                    <a:pt x="2470" y="1"/>
                  </a:moveTo>
                  <a:cubicBezTo>
                    <a:pt x="2464" y="1"/>
                    <a:pt x="2458" y="2"/>
                    <a:pt x="2451" y="5"/>
                  </a:cubicBezTo>
                  <a:cubicBezTo>
                    <a:pt x="2051" y="146"/>
                    <a:pt x="1659" y="311"/>
                    <a:pt x="1258" y="445"/>
                  </a:cubicBezTo>
                  <a:cubicBezTo>
                    <a:pt x="1072" y="508"/>
                    <a:pt x="885" y="563"/>
                    <a:pt x="695" y="613"/>
                  </a:cubicBezTo>
                  <a:cubicBezTo>
                    <a:pt x="559" y="649"/>
                    <a:pt x="415" y="681"/>
                    <a:pt x="272" y="681"/>
                  </a:cubicBezTo>
                  <a:cubicBezTo>
                    <a:pt x="243" y="681"/>
                    <a:pt x="214" y="679"/>
                    <a:pt x="185" y="676"/>
                  </a:cubicBezTo>
                  <a:lnTo>
                    <a:pt x="181" y="676"/>
                  </a:lnTo>
                  <a:cubicBezTo>
                    <a:pt x="155" y="672"/>
                    <a:pt x="127" y="666"/>
                    <a:pt x="99" y="662"/>
                  </a:cubicBezTo>
                  <a:cubicBezTo>
                    <a:pt x="93" y="661"/>
                    <a:pt x="88" y="660"/>
                    <a:pt x="83" y="660"/>
                  </a:cubicBezTo>
                  <a:cubicBezTo>
                    <a:pt x="23" y="660"/>
                    <a:pt x="1" y="757"/>
                    <a:pt x="67" y="771"/>
                  </a:cubicBezTo>
                  <a:cubicBezTo>
                    <a:pt x="136" y="787"/>
                    <a:pt x="204" y="793"/>
                    <a:pt x="273" y="793"/>
                  </a:cubicBezTo>
                  <a:cubicBezTo>
                    <a:pt x="325" y="793"/>
                    <a:pt x="377" y="789"/>
                    <a:pt x="429" y="783"/>
                  </a:cubicBezTo>
                  <a:cubicBezTo>
                    <a:pt x="502" y="776"/>
                    <a:pt x="570" y="761"/>
                    <a:pt x="641" y="744"/>
                  </a:cubicBezTo>
                  <a:cubicBezTo>
                    <a:pt x="843" y="698"/>
                    <a:pt x="1041" y="638"/>
                    <a:pt x="1236" y="574"/>
                  </a:cubicBezTo>
                  <a:cubicBezTo>
                    <a:pt x="1657" y="435"/>
                    <a:pt x="2063" y="263"/>
                    <a:pt x="2481" y="117"/>
                  </a:cubicBezTo>
                  <a:cubicBezTo>
                    <a:pt x="2543" y="94"/>
                    <a:pt x="2524" y="1"/>
                    <a:pt x="2470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4100" lIns="91425" spcFirstLastPara="1" rIns="91425" wrap="square" tIns="24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55" name="Google Shape;1755;p13"/>
            <p:cNvSpPr/>
            <p:nvPr/>
          </p:nvSpPr>
          <p:spPr>
            <a:xfrm>
              <a:off x="8142480" y="4706280"/>
              <a:ext cx="152278" cy="53280"/>
            </a:xfrm>
            <a:custGeom>
              <a:rect b="b" l="l" r="r" t="t"/>
              <a:pathLst>
                <a:path extrusionOk="0" h="877" w="2498">
                  <a:moveTo>
                    <a:pt x="2413" y="0"/>
                  </a:moveTo>
                  <a:cubicBezTo>
                    <a:pt x="2404" y="0"/>
                    <a:pt x="2395" y="3"/>
                    <a:pt x="2386" y="8"/>
                  </a:cubicBezTo>
                  <a:cubicBezTo>
                    <a:pt x="2009" y="198"/>
                    <a:pt x="1625" y="369"/>
                    <a:pt x="1229" y="513"/>
                  </a:cubicBezTo>
                  <a:cubicBezTo>
                    <a:pt x="1039" y="582"/>
                    <a:pt x="849" y="644"/>
                    <a:pt x="652" y="695"/>
                  </a:cubicBezTo>
                  <a:cubicBezTo>
                    <a:pt x="555" y="722"/>
                    <a:pt x="453" y="743"/>
                    <a:pt x="351" y="752"/>
                  </a:cubicBezTo>
                  <a:cubicBezTo>
                    <a:pt x="334" y="753"/>
                    <a:pt x="315" y="753"/>
                    <a:pt x="298" y="753"/>
                  </a:cubicBezTo>
                  <a:lnTo>
                    <a:pt x="295" y="753"/>
                  </a:lnTo>
                  <a:cubicBezTo>
                    <a:pt x="258" y="753"/>
                    <a:pt x="219" y="750"/>
                    <a:pt x="181" y="750"/>
                  </a:cubicBezTo>
                  <a:cubicBezTo>
                    <a:pt x="143" y="750"/>
                    <a:pt x="104" y="753"/>
                    <a:pt x="66" y="763"/>
                  </a:cubicBezTo>
                  <a:cubicBezTo>
                    <a:pt x="1" y="781"/>
                    <a:pt x="20" y="877"/>
                    <a:pt x="78" y="877"/>
                  </a:cubicBezTo>
                  <a:cubicBezTo>
                    <a:pt x="84" y="877"/>
                    <a:pt x="89" y="876"/>
                    <a:pt x="96" y="874"/>
                  </a:cubicBezTo>
                  <a:cubicBezTo>
                    <a:pt x="120" y="866"/>
                    <a:pt x="143" y="864"/>
                    <a:pt x="166" y="864"/>
                  </a:cubicBezTo>
                  <a:cubicBezTo>
                    <a:pt x="193" y="864"/>
                    <a:pt x="221" y="867"/>
                    <a:pt x="251" y="870"/>
                  </a:cubicBezTo>
                  <a:cubicBezTo>
                    <a:pt x="257" y="870"/>
                    <a:pt x="262" y="870"/>
                    <a:pt x="267" y="870"/>
                  </a:cubicBezTo>
                  <a:cubicBezTo>
                    <a:pt x="311" y="870"/>
                    <a:pt x="356" y="865"/>
                    <a:pt x="402" y="860"/>
                  </a:cubicBezTo>
                  <a:cubicBezTo>
                    <a:pt x="446" y="853"/>
                    <a:pt x="488" y="848"/>
                    <a:pt x="531" y="838"/>
                  </a:cubicBezTo>
                  <a:lnTo>
                    <a:pt x="532" y="838"/>
                  </a:lnTo>
                  <a:cubicBezTo>
                    <a:pt x="583" y="830"/>
                    <a:pt x="633" y="817"/>
                    <a:pt x="682" y="806"/>
                  </a:cubicBezTo>
                  <a:cubicBezTo>
                    <a:pt x="886" y="752"/>
                    <a:pt x="1086" y="685"/>
                    <a:pt x="1284" y="612"/>
                  </a:cubicBezTo>
                  <a:cubicBezTo>
                    <a:pt x="1680" y="469"/>
                    <a:pt x="2065" y="297"/>
                    <a:pt x="2441" y="106"/>
                  </a:cubicBezTo>
                  <a:cubicBezTo>
                    <a:pt x="2498" y="77"/>
                    <a:pt x="2463" y="0"/>
                    <a:pt x="2413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6625" lIns="91425" spcFirstLastPara="1" rIns="91425" wrap="square" tIns="266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56" name="Google Shape;1756;p13"/>
            <p:cNvSpPr/>
            <p:nvPr/>
          </p:nvSpPr>
          <p:spPr>
            <a:xfrm>
              <a:off x="8192520" y="4722480"/>
              <a:ext cx="140040" cy="57601"/>
            </a:xfrm>
            <a:custGeom>
              <a:rect b="b" l="l" r="r" t="t"/>
              <a:pathLst>
                <a:path extrusionOk="0" h="950" w="2298">
                  <a:moveTo>
                    <a:pt x="2227" y="1"/>
                  </a:moveTo>
                  <a:cubicBezTo>
                    <a:pt x="2220" y="1"/>
                    <a:pt x="2213" y="2"/>
                    <a:pt x="2205" y="5"/>
                  </a:cubicBezTo>
                  <a:cubicBezTo>
                    <a:pt x="1781" y="178"/>
                    <a:pt x="1376" y="391"/>
                    <a:pt x="954" y="567"/>
                  </a:cubicBezTo>
                  <a:cubicBezTo>
                    <a:pt x="811" y="626"/>
                    <a:pt x="666" y="683"/>
                    <a:pt x="520" y="739"/>
                  </a:cubicBezTo>
                  <a:cubicBezTo>
                    <a:pt x="456" y="765"/>
                    <a:pt x="383" y="796"/>
                    <a:pt x="305" y="817"/>
                  </a:cubicBezTo>
                  <a:cubicBezTo>
                    <a:pt x="292" y="822"/>
                    <a:pt x="279" y="825"/>
                    <a:pt x="266" y="827"/>
                  </a:cubicBezTo>
                  <a:cubicBezTo>
                    <a:pt x="238" y="833"/>
                    <a:pt x="209" y="837"/>
                    <a:pt x="180" y="837"/>
                  </a:cubicBezTo>
                  <a:cubicBezTo>
                    <a:pt x="158" y="837"/>
                    <a:pt x="136" y="834"/>
                    <a:pt x="115" y="829"/>
                  </a:cubicBezTo>
                  <a:cubicBezTo>
                    <a:pt x="106" y="829"/>
                    <a:pt x="101" y="825"/>
                    <a:pt x="92" y="823"/>
                  </a:cubicBezTo>
                  <a:cubicBezTo>
                    <a:pt x="86" y="821"/>
                    <a:pt x="79" y="820"/>
                    <a:pt x="74" y="820"/>
                  </a:cubicBezTo>
                  <a:cubicBezTo>
                    <a:pt x="23" y="820"/>
                    <a:pt x="1" y="896"/>
                    <a:pt x="44" y="924"/>
                  </a:cubicBezTo>
                  <a:cubicBezTo>
                    <a:pt x="50" y="928"/>
                    <a:pt x="54" y="931"/>
                    <a:pt x="61" y="934"/>
                  </a:cubicBezTo>
                  <a:cubicBezTo>
                    <a:pt x="100" y="946"/>
                    <a:pt x="138" y="950"/>
                    <a:pt x="179" y="950"/>
                  </a:cubicBezTo>
                  <a:cubicBezTo>
                    <a:pt x="186" y="950"/>
                    <a:pt x="193" y="949"/>
                    <a:pt x="200" y="949"/>
                  </a:cubicBezTo>
                  <a:lnTo>
                    <a:pt x="201" y="949"/>
                  </a:lnTo>
                  <a:cubicBezTo>
                    <a:pt x="241" y="948"/>
                    <a:pt x="281" y="941"/>
                    <a:pt x="322" y="929"/>
                  </a:cubicBezTo>
                  <a:cubicBezTo>
                    <a:pt x="384" y="912"/>
                    <a:pt x="444" y="891"/>
                    <a:pt x="499" y="871"/>
                  </a:cubicBezTo>
                  <a:cubicBezTo>
                    <a:pt x="645" y="816"/>
                    <a:pt x="791" y="757"/>
                    <a:pt x="937" y="697"/>
                  </a:cubicBezTo>
                  <a:cubicBezTo>
                    <a:pt x="1378" y="518"/>
                    <a:pt x="1797" y="296"/>
                    <a:pt x="2236" y="115"/>
                  </a:cubicBezTo>
                  <a:cubicBezTo>
                    <a:pt x="2298" y="91"/>
                    <a:pt x="2281" y="1"/>
                    <a:pt x="2227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8800" lIns="91425" spcFirstLastPara="1" rIns="91425" wrap="square" tIns="28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57" name="Google Shape;1757;p13"/>
            <p:cNvSpPr/>
            <p:nvPr/>
          </p:nvSpPr>
          <p:spPr>
            <a:xfrm>
              <a:off x="8084520" y="5122800"/>
              <a:ext cx="162357" cy="56520"/>
            </a:xfrm>
            <a:custGeom>
              <a:rect b="b" l="l" r="r" t="t"/>
              <a:pathLst>
                <a:path extrusionOk="0" h="929" w="2664">
                  <a:moveTo>
                    <a:pt x="2579" y="0"/>
                  </a:moveTo>
                  <a:cubicBezTo>
                    <a:pt x="2570" y="0"/>
                    <a:pt x="2559" y="3"/>
                    <a:pt x="2549" y="9"/>
                  </a:cubicBezTo>
                  <a:cubicBezTo>
                    <a:pt x="2193" y="234"/>
                    <a:pt x="1783" y="355"/>
                    <a:pt x="1384" y="476"/>
                  </a:cubicBezTo>
                  <a:cubicBezTo>
                    <a:pt x="1181" y="540"/>
                    <a:pt x="981" y="607"/>
                    <a:pt x="777" y="658"/>
                  </a:cubicBezTo>
                  <a:cubicBezTo>
                    <a:pt x="770" y="659"/>
                    <a:pt x="762" y="664"/>
                    <a:pt x="753" y="665"/>
                  </a:cubicBezTo>
                  <a:cubicBezTo>
                    <a:pt x="691" y="681"/>
                    <a:pt x="627" y="695"/>
                    <a:pt x="563" y="709"/>
                  </a:cubicBezTo>
                  <a:cubicBezTo>
                    <a:pt x="447" y="736"/>
                    <a:pt x="331" y="760"/>
                    <a:pt x="215" y="785"/>
                  </a:cubicBezTo>
                  <a:cubicBezTo>
                    <a:pt x="165" y="795"/>
                    <a:pt x="116" y="805"/>
                    <a:pt x="67" y="817"/>
                  </a:cubicBezTo>
                  <a:cubicBezTo>
                    <a:pt x="0" y="832"/>
                    <a:pt x="22" y="929"/>
                    <a:pt x="85" y="929"/>
                  </a:cubicBezTo>
                  <a:cubicBezTo>
                    <a:pt x="90" y="929"/>
                    <a:pt x="95" y="928"/>
                    <a:pt x="100" y="927"/>
                  </a:cubicBezTo>
                  <a:cubicBezTo>
                    <a:pt x="144" y="916"/>
                    <a:pt x="189" y="906"/>
                    <a:pt x="235" y="897"/>
                  </a:cubicBezTo>
                  <a:cubicBezTo>
                    <a:pt x="301" y="880"/>
                    <a:pt x="371" y="866"/>
                    <a:pt x="437" y="852"/>
                  </a:cubicBezTo>
                  <a:cubicBezTo>
                    <a:pt x="498" y="841"/>
                    <a:pt x="562" y="827"/>
                    <a:pt x="621" y="812"/>
                  </a:cubicBezTo>
                  <a:cubicBezTo>
                    <a:pt x="684" y="798"/>
                    <a:pt x="748" y="781"/>
                    <a:pt x="810" y="767"/>
                  </a:cubicBezTo>
                  <a:cubicBezTo>
                    <a:pt x="1022" y="715"/>
                    <a:pt x="1229" y="644"/>
                    <a:pt x="1439" y="580"/>
                  </a:cubicBezTo>
                  <a:cubicBezTo>
                    <a:pt x="1840" y="458"/>
                    <a:pt x="2251" y="333"/>
                    <a:pt x="2610" y="108"/>
                  </a:cubicBezTo>
                  <a:cubicBezTo>
                    <a:pt x="2663" y="76"/>
                    <a:pt x="2632" y="0"/>
                    <a:pt x="2579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8425" lIns="91425" spcFirstLastPara="1" rIns="91425" wrap="square" tIns="28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58" name="Google Shape;1758;p13"/>
            <p:cNvSpPr/>
            <p:nvPr/>
          </p:nvSpPr>
          <p:spPr>
            <a:xfrm>
              <a:off x="8087040" y="5103720"/>
              <a:ext cx="157679" cy="47879"/>
            </a:xfrm>
            <a:custGeom>
              <a:rect b="b" l="l" r="r" t="t"/>
              <a:pathLst>
                <a:path extrusionOk="0" h="787" w="2585">
                  <a:moveTo>
                    <a:pt x="2509" y="0"/>
                  </a:moveTo>
                  <a:cubicBezTo>
                    <a:pt x="2503" y="0"/>
                    <a:pt x="2496" y="1"/>
                    <a:pt x="2489" y="4"/>
                  </a:cubicBezTo>
                  <a:cubicBezTo>
                    <a:pt x="2236" y="87"/>
                    <a:pt x="1985" y="178"/>
                    <a:pt x="1736" y="266"/>
                  </a:cubicBezTo>
                  <a:cubicBezTo>
                    <a:pt x="1588" y="320"/>
                    <a:pt x="1444" y="371"/>
                    <a:pt x="1296" y="420"/>
                  </a:cubicBezTo>
                  <a:cubicBezTo>
                    <a:pt x="1288" y="423"/>
                    <a:pt x="1278" y="426"/>
                    <a:pt x="1269" y="429"/>
                  </a:cubicBezTo>
                  <a:cubicBezTo>
                    <a:pt x="1075" y="497"/>
                    <a:pt x="878" y="562"/>
                    <a:pt x="678" y="607"/>
                  </a:cubicBezTo>
                  <a:cubicBezTo>
                    <a:pt x="576" y="629"/>
                    <a:pt x="476" y="653"/>
                    <a:pt x="371" y="657"/>
                  </a:cubicBezTo>
                  <a:cubicBezTo>
                    <a:pt x="348" y="658"/>
                    <a:pt x="326" y="659"/>
                    <a:pt x="303" y="659"/>
                  </a:cubicBezTo>
                  <a:cubicBezTo>
                    <a:pt x="276" y="659"/>
                    <a:pt x="249" y="658"/>
                    <a:pt x="223" y="658"/>
                  </a:cubicBezTo>
                  <a:cubicBezTo>
                    <a:pt x="187" y="658"/>
                    <a:pt x="151" y="659"/>
                    <a:pt x="116" y="664"/>
                  </a:cubicBezTo>
                  <a:cubicBezTo>
                    <a:pt x="100" y="667"/>
                    <a:pt x="85" y="670"/>
                    <a:pt x="69" y="674"/>
                  </a:cubicBezTo>
                  <a:cubicBezTo>
                    <a:pt x="1" y="690"/>
                    <a:pt x="24" y="786"/>
                    <a:pt x="83" y="786"/>
                  </a:cubicBezTo>
                  <a:cubicBezTo>
                    <a:pt x="88" y="786"/>
                    <a:pt x="93" y="786"/>
                    <a:pt x="99" y="784"/>
                  </a:cubicBezTo>
                  <a:cubicBezTo>
                    <a:pt x="109" y="783"/>
                    <a:pt x="119" y="782"/>
                    <a:pt x="130" y="780"/>
                  </a:cubicBezTo>
                  <a:cubicBezTo>
                    <a:pt x="172" y="772"/>
                    <a:pt x="216" y="771"/>
                    <a:pt x="259" y="771"/>
                  </a:cubicBezTo>
                  <a:cubicBezTo>
                    <a:pt x="284" y="771"/>
                    <a:pt x="310" y="771"/>
                    <a:pt x="336" y="771"/>
                  </a:cubicBezTo>
                  <a:cubicBezTo>
                    <a:pt x="365" y="771"/>
                    <a:pt x="394" y="770"/>
                    <a:pt x="423" y="767"/>
                  </a:cubicBezTo>
                  <a:cubicBezTo>
                    <a:pt x="515" y="756"/>
                    <a:pt x="605" y="740"/>
                    <a:pt x="695" y="721"/>
                  </a:cubicBezTo>
                  <a:cubicBezTo>
                    <a:pt x="788" y="699"/>
                    <a:pt x="878" y="675"/>
                    <a:pt x="969" y="647"/>
                  </a:cubicBezTo>
                  <a:cubicBezTo>
                    <a:pt x="1079" y="613"/>
                    <a:pt x="1191" y="576"/>
                    <a:pt x="1302" y="539"/>
                  </a:cubicBezTo>
                  <a:cubicBezTo>
                    <a:pt x="1318" y="535"/>
                    <a:pt x="1332" y="529"/>
                    <a:pt x="1346" y="525"/>
                  </a:cubicBezTo>
                  <a:cubicBezTo>
                    <a:pt x="1737" y="388"/>
                    <a:pt x="2127" y="242"/>
                    <a:pt x="2522" y="114"/>
                  </a:cubicBezTo>
                  <a:cubicBezTo>
                    <a:pt x="2585" y="92"/>
                    <a:pt x="2565" y="0"/>
                    <a:pt x="2509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4100" lIns="91425" spcFirstLastPara="1" rIns="91425" wrap="square" tIns="24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59" name="Google Shape;1759;p13"/>
            <p:cNvSpPr/>
            <p:nvPr/>
          </p:nvSpPr>
          <p:spPr>
            <a:xfrm>
              <a:off x="8084520" y="5072040"/>
              <a:ext cx="133198" cy="47880"/>
            </a:xfrm>
            <a:custGeom>
              <a:rect b="b" l="l" r="r" t="t"/>
              <a:pathLst>
                <a:path extrusionOk="0" h="792" w="2186">
                  <a:moveTo>
                    <a:pt x="2099" y="0"/>
                  </a:moveTo>
                  <a:cubicBezTo>
                    <a:pt x="2090" y="0"/>
                    <a:pt x="2080" y="2"/>
                    <a:pt x="2070" y="8"/>
                  </a:cubicBezTo>
                  <a:cubicBezTo>
                    <a:pt x="1467" y="324"/>
                    <a:pt x="811" y="647"/>
                    <a:pt x="116" y="675"/>
                  </a:cubicBezTo>
                  <a:cubicBezTo>
                    <a:pt x="102" y="675"/>
                    <a:pt x="88" y="676"/>
                    <a:pt x="74" y="676"/>
                  </a:cubicBezTo>
                  <a:cubicBezTo>
                    <a:pt x="1" y="678"/>
                    <a:pt x="0" y="791"/>
                    <a:pt x="71" y="791"/>
                  </a:cubicBezTo>
                  <a:cubicBezTo>
                    <a:pt x="72" y="791"/>
                    <a:pt x="73" y="791"/>
                    <a:pt x="74" y="791"/>
                  </a:cubicBezTo>
                  <a:cubicBezTo>
                    <a:pt x="92" y="791"/>
                    <a:pt x="108" y="791"/>
                    <a:pt x="126" y="790"/>
                  </a:cubicBezTo>
                  <a:cubicBezTo>
                    <a:pt x="838" y="760"/>
                    <a:pt x="1509" y="430"/>
                    <a:pt x="2129" y="107"/>
                  </a:cubicBezTo>
                  <a:cubicBezTo>
                    <a:pt x="2185" y="77"/>
                    <a:pt x="2151" y="0"/>
                    <a:pt x="2099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4100" lIns="91425" spcFirstLastPara="1" rIns="91425" wrap="square" tIns="24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60" name="Google Shape;1760;p13"/>
            <p:cNvSpPr/>
            <p:nvPr/>
          </p:nvSpPr>
          <p:spPr>
            <a:xfrm>
              <a:off x="8103960" y="4941000"/>
              <a:ext cx="779054" cy="246959"/>
            </a:xfrm>
            <a:custGeom>
              <a:rect b="b" l="l" r="r" t="t"/>
              <a:pathLst>
                <a:path extrusionOk="0" h="4052" w="12763">
                  <a:moveTo>
                    <a:pt x="11744" y="0"/>
                  </a:moveTo>
                  <a:cubicBezTo>
                    <a:pt x="11124" y="0"/>
                    <a:pt x="10505" y="46"/>
                    <a:pt x="9890" y="115"/>
                  </a:cubicBezTo>
                  <a:cubicBezTo>
                    <a:pt x="8985" y="219"/>
                    <a:pt x="8089" y="400"/>
                    <a:pt x="7205" y="627"/>
                  </a:cubicBezTo>
                  <a:cubicBezTo>
                    <a:pt x="6323" y="852"/>
                    <a:pt x="5446" y="1114"/>
                    <a:pt x="4577" y="1392"/>
                  </a:cubicBezTo>
                  <a:cubicBezTo>
                    <a:pt x="4145" y="1530"/>
                    <a:pt x="3713" y="1676"/>
                    <a:pt x="3294" y="1848"/>
                  </a:cubicBezTo>
                  <a:cubicBezTo>
                    <a:pt x="2901" y="2010"/>
                    <a:pt x="2514" y="2191"/>
                    <a:pt x="2140" y="2391"/>
                  </a:cubicBezTo>
                  <a:cubicBezTo>
                    <a:pt x="1753" y="2601"/>
                    <a:pt x="1385" y="2836"/>
                    <a:pt x="1019" y="3083"/>
                  </a:cubicBezTo>
                  <a:cubicBezTo>
                    <a:pt x="992" y="3098"/>
                    <a:pt x="969" y="3115"/>
                    <a:pt x="945" y="3132"/>
                  </a:cubicBezTo>
                  <a:cubicBezTo>
                    <a:pt x="860" y="3190"/>
                    <a:pt x="773" y="3250"/>
                    <a:pt x="690" y="3311"/>
                  </a:cubicBezTo>
                  <a:cubicBezTo>
                    <a:pt x="532" y="3424"/>
                    <a:pt x="380" y="3546"/>
                    <a:pt x="247" y="3686"/>
                  </a:cubicBezTo>
                  <a:cubicBezTo>
                    <a:pt x="203" y="3732"/>
                    <a:pt x="160" y="3780"/>
                    <a:pt x="121" y="3831"/>
                  </a:cubicBezTo>
                  <a:cubicBezTo>
                    <a:pt x="88" y="3874"/>
                    <a:pt x="55" y="3919"/>
                    <a:pt x="27" y="3966"/>
                  </a:cubicBezTo>
                  <a:cubicBezTo>
                    <a:pt x="0" y="4010"/>
                    <a:pt x="41" y="4051"/>
                    <a:pt x="82" y="4051"/>
                  </a:cubicBezTo>
                  <a:cubicBezTo>
                    <a:pt x="99" y="4051"/>
                    <a:pt x="116" y="4044"/>
                    <a:pt x="128" y="4025"/>
                  </a:cubicBezTo>
                  <a:cubicBezTo>
                    <a:pt x="180" y="3942"/>
                    <a:pt x="240" y="3864"/>
                    <a:pt x="305" y="3791"/>
                  </a:cubicBezTo>
                  <a:cubicBezTo>
                    <a:pt x="353" y="3736"/>
                    <a:pt x="407" y="3685"/>
                    <a:pt x="461" y="3635"/>
                  </a:cubicBezTo>
                  <a:cubicBezTo>
                    <a:pt x="612" y="3501"/>
                    <a:pt x="782" y="3382"/>
                    <a:pt x="947" y="3268"/>
                  </a:cubicBezTo>
                  <a:cubicBezTo>
                    <a:pt x="985" y="3242"/>
                    <a:pt x="1025" y="3213"/>
                    <a:pt x="1066" y="3186"/>
                  </a:cubicBezTo>
                  <a:cubicBezTo>
                    <a:pt x="1195" y="3100"/>
                    <a:pt x="1325" y="3012"/>
                    <a:pt x="1457" y="2927"/>
                  </a:cubicBezTo>
                  <a:cubicBezTo>
                    <a:pt x="1630" y="2815"/>
                    <a:pt x="1807" y="2707"/>
                    <a:pt x="1990" y="2604"/>
                  </a:cubicBezTo>
                  <a:cubicBezTo>
                    <a:pt x="2747" y="2179"/>
                    <a:pt x="3543" y="1853"/>
                    <a:pt x="4368" y="1581"/>
                  </a:cubicBezTo>
                  <a:cubicBezTo>
                    <a:pt x="5225" y="1299"/>
                    <a:pt x="6092" y="1051"/>
                    <a:pt x="6962" y="808"/>
                  </a:cubicBezTo>
                  <a:cubicBezTo>
                    <a:pt x="7830" y="565"/>
                    <a:pt x="8721" y="380"/>
                    <a:pt x="9614" y="264"/>
                  </a:cubicBezTo>
                  <a:cubicBezTo>
                    <a:pt x="10312" y="173"/>
                    <a:pt x="11017" y="114"/>
                    <a:pt x="11722" y="114"/>
                  </a:cubicBezTo>
                  <a:cubicBezTo>
                    <a:pt x="12045" y="114"/>
                    <a:pt x="12367" y="126"/>
                    <a:pt x="12689" y="154"/>
                  </a:cubicBezTo>
                  <a:cubicBezTo>
                    <a:pt x="12691" y="154"/>
                    <a:pt x="12693" y="154"/>
                    <a:pt x="12695" y="154"/>
                  </a:cubicBezTo>
                  <a:cubicBezTo>
                    <a:pt x="12763" y="154"/>
                    <a:pt x="12761" y="46"/>
                    <a:pt x="12690" y="39"/>
                  </a:cubicBezTo>
                  <a:cubicBezTo>
                    <a:pt x="12375" y="12"/>
                    <a:pt x="12060" y="0"/>
                    <a:pt x="11744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61" name="Google Shape;1761;p13"/>
            <p:cNvSpPr/>
            <p:nvPr/>
          </p:nvSpPr>
          <p:spPr>
            <a:xfrm>
              <a:off x="7876800" y="4178520"/>
              <a:ext cx="725761" cy="240484"/>
            </a:xfrm>
            <a:custGeom>
              <a:rect b="b" l="l" r="r" t="t"/>
              <a:pathLst>
                <a:path extrusionOk="0" h="3943" w="11887">
                  <a:moveTo>
                    <a:pt x="11826" y="0"/>
                  </a:moveTo>
                  <a:cubicBezTo>
                    <a:pt x="11808" y="0"/>
                    <a:pt x="11789" y="8"/>
                    <a:pt x="11777" y="29"/>
                  </a:cubicBezTo>
                  <a:cubicBezTo>
                    <a:pt x="11769" y="45"/>
                    <a:pt x="11760" y="59"/>
                    <a:pt x="11749" y="73"/>
                  </a:cubicBezTo>
                  <a:cubicBezTo>
                    <a:pt x="11746" y="83"/>
                    <a:pt x="11742" y="87"/>
                    <a:pt x="11735" y="97"/>
                  </a:cubicBezTo>
                  <a:cubicBezTo>
                    <a:pt x="11732" y="104"/>
                    <a:pt x="11727" y="111"/>
                    <a:pt x="11722" y="115"/>
                  </a:cubicBezTo>
                  <a:cubicBezTo>
                    <a:pt x="11583" y="319"/>
                    <a:pt x="11377" y="480"/>
                    <a:pt x="11173" y="616"/>
                  </a:cubicBezTo>
                  <a:cubicBezTo>
                    <a:pt x="10896" y="801"/>
                    <a:pt x="10594" y="956"/>
                    <a:pt x="10291" y="1096"/>
                  </a:cubicBezTo>
                  <a:cubicBezTo>
                    <a:pt x="9637" y="1398"/>
                    <a:pt x="8961" y="1666"/>
                    <a:pt x="8281" y="1907"/>
                  </a:cubicBezTo>
                  <a:cubicBezTo>
                    <a:pt x="7441" y="2204"/>
                    <a:pt x="6585" y="2456"/>
                    <a:pt x="5730" y="2707"/>
                  </a:cubicBezTo>
                  <a:cubicBezTo>
                    <a:pt x="5292" y="2836"/>
                    <a:pt x="4854" y="2967"/>
                    <a:pt x="4419" y="3103"/>
                  </a:cubicBezTo>
                  <a:cubicBezTo>
                    <a:pt x="4194" y="3172"/>
                    <a:pt x="3973" y="3250"/>
                    <a:pt x="3748" y="3315"/>
                  </a:cubicBezTo>
                  <a:cubicBezTo>
                    <a:pt x="3527" y="3379"/>
                    <a:pt x="3301" y="3424"/>
                    <a:pt x="3073" y="3463"/>
                  </a:cubicBezTo>
                  <a:cubicBezTo>
                    <a:pt x="2618" y="3536"/>
                    <a:pt x="2158" y="3573"/>
                    <a:pt x="1701" y="3650"/>
                  </a:cubicBezTo>
                  <a:cubicBezTo>
                    <a:pt x="1276" y="3721"/>
                    <a:pt x="852" y="3822"/>
                    <a:pt x="421" y="3822"/>
                  </a:cubicBezTo>
                  <a:cubicBezTo>
                    <a:pt x="386" y="3822"/>
                    <a:pt x="352" y="3821"/>
                    <a:pt x="317" y="3820"/>
                  </a:cubicBezTo>
                  <a:cubicBezTo>
                    <a:pt x="291" y="3818"/>
                    <a:pt x="264" y="3817"/>
                    <a:pt x="240" y="3814"/>
                  </a:cubicBezTo>
                  <a:cubicBezTo>
                    <a:pt x="232" y="3814"/>
                    <a:pt x="225" y="3813"/>
                    <a:pt x="215" y="3813"/>
                  </a:cubicBezTo>
                  <a:cubicBezTo>
                    <a:pt x="202" y="3812"/>
                    <a:pt x="189" y="3812"/>
                    <a:pt x="176" y="3812"/>
                  </a:cubicBezTo>
                  <a:cubicBezTo>
                    <a:pt x="144" y="3812"/>
                    <a:pt x="112" y="3814"/>
                    <a:pt x="77" y="3820"/>
                  </a:cubicBezTo>
                  <a:cubicBezTo>
                    <a:pt x="66" y="3824"/>
                    <a:pt x="56" y="3825"/>
                    <a:pt x="45" y="3828"/>
                  </a:cubicBezTo>
                  <a:cubicBezTo>
                    <a:pt x="28" y="3834"/>
                    <a:pt x="15" y="3847"/>
                    <a:pt x="9" y="3859"/>
                  </a:cubicBezTo>
                  <a:cubicBezTo>
                    <a:pt x="1" y="3876"/>
                    <a:pt x="2" y="3898"/>
                    <a:pt x="12" y="3916"/>
                  </a:cubicBezTo>
                  <a:cubicBezTo>
                    <a:pt x="21" y="3931"/>
                    <a:pt x="38" y="3943"/>
                    <a:pt x="59" y="3943"/>
                  </a:cubicBezTo>
                  <a:cubicBezTo>
                    <a:pt x="65" y="3943"/>
                    <a:pt x="70" y="3942"/>
                    <a:pt x="76" y="3940"/>
                  </a:cubicBezTo>
                  <a:cubicBezTo>
                    <a:pt x="108" y="3930"/>
                    <a:pt x="142" y="3926"/>
                    <a:pt x="175" y="3926"/>
                  </a:cubicBezTo>
                  <a:cubicBezTo>
                    <a:pt x="197" y="3926"/>
                    <a:pt x="220" y="3928"/>
                    <a:pt x="242" y="3930"/>
                  </a:cubicBezTo>
                  <a:cubicBezTo>
                    <a:pt x="275" y="3931"/>
                    <a:pt x="306" y="3935"/>
                    <a:pt x="338" y="3935"/>
                  </a:cubicBezTo>
                  <a:cubicBezTo>
                    <a:pt x="346" y="3935"/>
                    <a:pt x="354" y="3935"/>
                    <a:pt x="362" y="3935"/>
                  </a:cubicBezTo>
                  <a:cubicBezTo>
                    <a:pt x="477" y="3933"/>
                    <a:pt x="593" y="3935"/>
                    <a:pt x="708" y="3925"/>
                  </a:cubicBezTo>
                  <a:cubicBezTo>
                    <a:pt x="936" y="3903"/>
                    <a:pt x="1163" y="3857"/>
                    <a:pt x="1390" y="3820"/>
                  </a:cubicBezTo>
                  <a:cubicBezTo>
                    <a:pt x="1852" y="3742"/>
                    <a:pt x="2316" y="3682"/>
                    <a:pt x="2780" y="3620"/>
                  </a:cubicBezTo>
                  <a:cubicBezTo>
                    <a:pt x="3014" y="3590"/>
                    <a:pt x="3246" y="3555"/>
                    <a:pt x="3474" y="3502"/>
                  </a:cubicBezTo>
                  <a:cubicBezTo>
                    <a:pt x="3707" y="3453"/>
                    <a:pt x="3932" y="3379"/>
                    <a:pt x="4159" y="3307"/>
                  </a:cubicBezTo>
                  <a:cubicBezTo>
                    <a:pt x="4602" y="3165"/>
                    <a:pt x="5046" y="3032"/>
                    <a:pt x="5492" y="2899"/>
                  </a:cubicBezTo>
                  <a:cubicBezTo>
                    <a:pt x="6355" y="2644"/>
                    <a:pt x="7221" y="2396"/>
                    <a:pt x="8071" y="2104"/>
                  </a:cubicBezTo>
                  <a:cubicBezTo>
                    <a:pt x="8783" y="1858"/>
                    <a:pt x="9484" y="1581"/>
                    <a:pt x="10170" y="1276"/>
                  </a:cubicBezTo>
                  <a:cubicBezTo>
                    <a:pt x="10480" y="1139"/>
                    <a:pt x="10788" y="991"/>
                    <a:pt x="11076" y="814"/>
                  </a:cubicBezTo>
                  <a:cubicBezTo>
                    <a:pt x="11329" y="660"/>
                    <a:pt x="11584" y="482"/>
                    <a:pt x="11769" y="247"/>
                  </a:cubicBezTo>
                  <a:cubicBezTo>
                    <a:pt x="11780" y="234"/>
                    <a:pt x="11790" y="220"/>
                    <a:pt x="11798" y="206"/>
                  </a:cubicBezTo>
                  <a:cubicBezTo>
                    <a:pt x="11827" y="171"/>
                    <a:pt x="11852" y="130"/>
                    <a:pt x="11875" y="90"/>
                  </a:cubicBezTo>
                  <a:cubicBezTo>
                    <a:pt x="11876" y="86"/>
                    <a:pt x="11879" y="81"/>
                    <a:pt x="11879" y="79"/>
                  </a:cubicBezTo>
                  <a:cubicBezTo>
                    <a:pt x="11886" y="66"/>
                    <a:pt x="11886" y="56"/>
                    <a:pt x="11882" y="43"/>
                  </a:cubicBezTo>
                  <a:cubicBezTo>
                    <a:pt x="11881" y="35"/>
                    <a:pt x="11875" y="28"/>
                    <a:pt x="11869" y="22"/>
                  </a:cubicBezTo>
                  <a:cubicBezTo>
                    <a:pt x="11862" y="16"/>
                    <a:pt x="11856" y="12"/>
                    <a:pt x="11848" y="6"/>
                  </a:cubicBezTo>
                  <a:cubicBezTo>
                    <a:pt x="11845" y="5"/>
                    <a:pt x="11841" y="2"/>
                    <a:pt x="11835" y="1"/>
                  </a:cubicBezTo>
                  <a:cubicBezTo>
                    <a:pt x="11832" y="0"/>
                    <a:pt x="11829" y="0"/>
                    <a:pt x="11826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62" name="Google Shape;1762;p13"/>
            <p:cNvSpPr/>
            <p:nvPr/>
          </p:nvSpPr>
          <p:spPr>
            <a:xfrm>
              <a:off x="7891200" y="4181400"/>
              <a:ext cx="701278" cy="230396"/>
            </a:xfrm>
            <a:custGeom>
              <a:rect b="b" l="l" r="r" t="t"/>
              <a:pathLst>
                <a:path extrusionOk="0" h="3779" w="11486">
                  <a:moveTo>
                    <a:pt x="10937" y="1"/>
                  </a:moveTo>
                  <a:cubicBezTo>
                    <a:pt x="10699" y="1"/>
                    <a:pt x="10461" y="26"/>
                    <a:pt x="10227" y="63"/>
                  </a:cubicBezTo>
                  <a:cubicBezTo>
                    <a:pt x="9779" y="135"/>
                    <a:pt x="9335" y="249"/>
                    <a:pt x="8893" y="355"/>
                  </a:cubicBezTo>
                  <a:cubicBezTo>
                    <a:pt x="7235" y="752"/>
                    <a:pt x="5591" y="1212"/>
                    <a:pt x="3984" y="1783"/>
                  </a:cubicBezTo>
                  <a:cubicBezTo>
                    <a:pt x="3168" y="2072"/>
                    <a:pt x="2360" y="2386"/>
                    <a:pt x="1577" y="2755"/>
                  </a:cubicBezTo>
                  <a:cubicBezTo>
                    <a:pt x="1261" y="2904"/>
                    <a:pt x="939" y="3059"/>
                    <a:pt x="634" y="3236"/>
                  </a:cubicBezTo>
                  <a:cubicBezTo>
                    <a:pt x="408" y="3366"/>
                    <a:pt x="160" y="3522"/>
                    <a:pt x="1" y="3739"/>
                  </a:cubicBezTo>
                  <a:cubicBezTo>
                    <a:pt x="1" y="3752"/>
                    <a:pt x="1" y="3762"/>
                    <a:pt x="2" y="3773"/>
                  </a:cubicBezTo>
                  <a:cubicBezTo>
                    <a:pt x="28" y="3774"/>
                    <a:pt x="53" y="3776"/>
                    <a:pt x="79" y="3777"/>
                  </a:cubicBezTo>
                  <a:cubicBezTo>
                    <a:pt x="111" y="3778"/>
                    <a:pt x="144" y="3779"/>
                    <a:pt x="177" y="3779"/>
                  </a:cubicBezTo>
                  <a:cubicBezTo>
                    <a:pt x="611" y="3779"/>
                    <a:pt x="1038" y="3678"/>
                    <a:pt x="1463" y="3607"/>
                  </a:cubicBezTo>
                  <a:cubicBezTo>
                    <a:pt x="1920" y="3532"/>
                    <a:pt x="2380" y="3494"/>
                    <a:pt x="2835" y="3420"/>
                  </a:cubicBezTo>
                  <a:cubicBezTo>
                    <a:pt x="3063" y="3383"/>
                    <a:pt x="3289" y="3336"/>
                    <a:pt x="3510" y="3273"/>
                  </a:cubicBezTo>
                  <a:cubicBezTo>
                    <a:pt x="3735" y="3207"/>
                    <a:pt x="3958" y="3130"/>
                    <a:pt x="4181" y="3060"/>
                  </a:cubicBezTo>
                  <a:cubicBezTo>
                    <a:pt x="4616" y="2924"/>
                    <a:pt x="5054" y="2795"/>
                    <a:pt x="5492" y="2665"/>
                  </a:cubicBezTo>
                  <a:cubicBezTo>
                    <a:pt x="6348" y="2414"/>
                    <a:pt x="7203" y="2164"/>
                    <a:pt x="8043" y="1864"/>
                  </a:cubicBezTo>
                  <a:cubicBezTo>
                    <a:pt x="8722" y="1623"/>
                    <a:pt x="9398" y="1357"/>
                    <a:pt x="10054" y="1053"/>
                  </a:cubicBezTo>
                  <a:cubicBezTo>
                    <a:pt x="10356" y="912"/>
                    <a:pt x="10658" y="759"/>
                    <a:pt x="10935" y="573"/>
                  </a:cubicBezTo>
                  <a:cubicBezTo>
                    <a:pt x="11139" y="438"/>
                    <a:pt x="11345" y="280"/>
                    <a:pt x="11485" y="74"/>
                  </a:cubicBezTo>
                  <a:cubicBezTo>
                    <a:pt x="11480" y="64"/>
                    <a:pt x="11471" y="56"/>
                    <a:pt x="11463" y="49"/>
                  </a:cubicBezTo>
                  <a:cubicBezTo>
                    <a:pt x="11289" y="15"/>
                    <a:pt x="11113" y="1"/>
                    <a:pt x="10937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63" name="Google Shape;1763;p13"/>
            <p:cNvSpPr/>
            <p:nvPr/>
          </p:nvSpPr>
          <p:spPr>
            <a:xfrm>
              <a:off x="7879320" y="4174200"/>
              <a:ext cx="722893" cy="243718"/>
            </a:xfrm>
            <a:custGeom>
              <a:rect b="b" l="l" r="r" t="t"/>
              <a:pathLst>
                <a:path extrusionOk="0" h="3998" w="11841">
                  <a:moveTo>
                    <a:pt x="11125" y="0"/>
                  </a:moveTo>
                  <a:cubicBezTo>
                    <a:pt x="10547" y="0"/>
                    <a:pt x="9964" y="145"/>
                    <a:pt x="9407" y="278"/>
                  </a:cubicBezTo>
                  <a:cubicBezTo>
                    <a:pt x="8557" y="479"/>
                    <a:pt x="7708" y="690"/>
                    <a:pt x="6866" y="925"/>
                  </a:cubicBezTo>
                  <a:cubicBezTo>
                    <a:pt x="5193" y="1396"/>
                    <a:pt x="3525" y="1943"/>
                    <a:pt x="1939" y="2666"/>
                  </a:cubicBezTo>
                  <a:cubicBezTo>
                    <a:pt x="1559" y="2838"/>
                    <a:pt x="1181" y="3020"/>
                    <a:pt x="815" y="3225"/>
                  </a:cubicBezTo>
                  <a:cubicBezTo>
                    <a:pt x="601" y="3347"/>
                    <a:pt x="367" y="3489"/>
                    <a:pt x="195" y="3677"/>
                  </a:cubicBezTo>
                  <a:cubicBezTo>
                    <a:pt x="132" y="3743"/>
                    <a:pt x="78" y="3815"/>
                    <a:pt x="34" y="3893"/>
                  </a:cubicBezTo>
                  <a:cubicBezTo>
                    <a:pt x="32" y="3898"/>
                    <a:pt x="27" y="3905"/>
                    <a:pt x="24" y="3911"/>
                  </a:cubicBezTo>
                  <a:cubicBezTo>
                    <a:pt x="1" y="3956"/>
                    <a:pt x="40" y="3998"/>
                    <a:pt x="79" y="3998"/>
                  </a:cubicBezTo>
                  <a:cubicBezTo>
                    <a:pt x="96" y="3998"/>
                    <a:pt x="113" y="3989"/>
                    <a:pt x="124" y="3969"/>
                  </a:cubicBezTo>
                  <a:cubicBezTo>
                    <a:pt x="138" y="3942"/>
                    <a:pt x="155" y="3914"/>
                    <a:pt x="173" y="3887"/>
                  </a:cubicBezTo>
                  <a:cubicBezTo>
                    <a:pt x="180" y="3877"/>
                    <a:pt x="187" y="3866"/>
                    <a:pt x="196" y="3856"/>
                  </a:cubicBezTo>
                  <a:cubicBezTo>
                    <a:pt x="357" y="3638"/>
                    <a:pt x="603" y="3483"/>
                    <a:pt x="829" y="3353"/>
                  </a:cubicBezTo>
                  <a:cubicBezTo>
                    <a:pt x="1134" y="3177"/>
                    <a:pt x="1453" y="3023"/>
                    <a:pt x="1772" y="2872"/>
                  </a:cubicBezTo>
                  <a:cubicBezTo>
                    <a:pt x="2557" y="2503"/>
                    <a:pt x="3363" y="2189"/>
                    <a:pt x="4179" y="1900"/>
                  </a:cubicBezTo>
                  <a:cubicBezTo>
                    <a:pt x="5786" y="1328"/>
                    <a:pt x="7430" y="869"/>
                    <a:pt x="9088" y="472"/>
                  </a:cubicBezTo>
                  <a:cubicBezTo>
                    <a:pt x="9529" y="366"/>
                    <a:pt x="9973" y="251"/>
                    <a:pt x="10422" y="180"/>
                  </a:cubicBezTo>
                  <a:cubicBezTo>
                    <a:pt x="10655" y="143"/>
                    <a:pt x="10893" y="119"/>
                    <a:pt x="11130" y="119"/>
                  </a:cubicBezTo>
                  <a:cubicBezTo>
                    <a:pt x="11308" y="119"/>
                    <a:pt x="11484" y="132"/>
                    <a:pt x="11659" y="166"/>
                  </a:cubicBezTo>
                  <a:cubicBezTo>
                    <a:pt x="11670" y="166"/>
                    <a:pt x="11680" y="170"/>
                    <a:pt x="11692" y="171"/>
                  </a:cubicBezTo>
                  <a:cubicBezTo>
                    <a:pt x="11718" y="177"/>
                    <a:pt x="11745" y="184"/>
                    <a:pt x="11770" y="188"/>
                  </a:cubicBezTo>
                  <a:cubicBezTo>
                    <a:pt x="11775" y="190"/>
                    <a:pt x="11780" y="191"/>
                    <a:pt x="11785" y="191"/>
                  </a:cubicBezTo>
                  <a:cubicBezTo>
                    <a:pt x="11810" y="191"/>
                    <a:pt x="11829" y="172"/>
                    <a:pt x="11838" y="152"/>
                  </a:cubicBezTo>
                  <a:cubicBezTo>
                    <a:pt x="11840" y="142"/>
                    <a:pt x="11840" y="129"/>
                    <a:pt x="11839" y="118"/>
                  </a:cubicBezTo>
                  <a:cubicBezTo>
                    <a:pt x="11838" y="109"/>
                    <a:pt x="11833" y="102"/>
                    <a:pt x="11829" y="95"/>
                  </a:cubicBezTo>
                  <a:cubicBezTo>
                    <a:pt x="11822" y="86"/>
                    <a:pt x="11812" y="81"/>
                    <a:pt x="11798" y="78"/>
                  </a:cubicBezTo>
                  <a:cubicBezTo>
                    <a:pt x="11738" y="61"/>
                    <a:pt x="11680" y="51"/>
                    <a:pt x="11619" y="40"/>
                  </a:cubicBezTo>
                  <a:cubicBezTo>
                    <a:pt x="11455" y="12"/>
                    <a:pt x="11290" y="0"/>
                    <a:pt x="11125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64" name="Google Shape;1764;p13"/>
            <p:cNvSpPr/>
            <p:nvPr/>
          </p:nvSpPr>
          <p:spPr>
            <a:xfrm>
              <a:off x="8447040" y="4215240"/>
              <a:ext cx="182878" cy="96839"/>
            </a:xfrm>
            <a:custGeom>
              <a:rect b="b" l="l" r="r" t="t"/>
              <a:pathLst>
                <a:path extrusionOk="0" h="1590" w="2998">
                  <a:moveTo>
                    <a:pt x="2906" y="1"/>
                  </a:moveTo>
                  <a:cubicBezTo>
                    <a:pt x="2894" y="1"/>
                    <a:pt x="2881" y="5"/>
                    <a:pt x="2869" y="14"/>
                  </a:cubicBezTo>
                  <a:lnTo>
                    <a:pt x="2790" y="83"/>
                  </a:lnTo>
                  <a:lnTo>
                    <a:pt x="2790" y="85"/>
                  </a:lnTo>
                  <a:cubicBezTo>
                    <a:pt x="2622" y="234"/>
                    <a:pt x="2458" y="384"/>
                    <a:pt x="2285" y="523"/>
                  </a:cubicBezTo>
                  <a:cubicBezTo>
                    <a:pt x="2077" y="687"/>
                    <a:pt x="1853" y="815"/>
                    <a:pt x="1609" y="922"/>
                  </a:cubicBezTo>
                  <a:cubicBezTo>
                    <a:pt x="1110" y="1148"/>
                    <a:pt x="582" y="1305"/>
                    <a:pt x="63" y="1475"/>
                  </a:cubicBezTo>
                  <a:cubicBezTo>
                    <a:pt x="0" y="1497"/>
                    <a:pt x="20" y="1589"/>
                    <a:pt x="76" y="1589"/>
                  </a:cubicBezTo>
                  <a:cubicBezTo>
                    <a:pt x="82" y="1589"/>
                    <a:pt x="89" y="1588"/>
                    <a:pt x="96" y="1586"/>
                  </a:cubicBezTo>
                  <a:cubicBezTo>
                    <a:pt x="624" y="1414"/>
                    <a:pt x="1160" y="1251"/>
                    <a:pt x="1670" y="1022"/>
                  </a:cubicBezTo>
                  <a:cubicBezTo>
                    <a:pt x="1914" y="913"/>
                    <a:pt x="2139" y="785"/>
                    <a:pt x="2349" y="621"/>
                  </a:cubicBezTo>
                  <a:cubicBezTo>
                    <a:pt x="2523" y="483"/>
                    <a:pt x="2685" y="334"/>
                    <a:pt x="2850" y="188"/>
                  </a:cubicBezTo>
                  <a:cubicBezTo>
                    <a:pt x="2884" y="156"/>
                    <a:pt x="2917" y="127"/>
                    <a:pt x="2952" y="98"/>
                  </a:cubicBezTo>
                  <a:cubicBezTo>
                    <a:pt x="2997" y="58"/>
                    <a:pt x="2954" y="1"/>
                    <a:pt x="2906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8600" lIns="91425" spcFirstLastPara="1" rIns="91425" wrap="square" tIns="48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65" name="Google Shape;1765;p13"/>
            <p:cNvSpPr/>
            <p:nvPr/>
          </p:nvSpPr>
          <p:spPr>
            <a:xfrm>
              <a:off x="8521920" y="4240800"/>
              <a:ext cx="119519" cy="68400"/>
            </a:xfrm>
            <a:custGeom>
              <a:rect b="b" l="l" r="r" t="t"/>
              <a:pathLst>
                <a:path extrusionOk="0" h="1125" w="1964">
                  <a:moveTo>
                    <a:pt x="1886" y="0"/>
                  </a:moveTo>
                  <a:cubicBezTo>
                    <a:pt x="1872" y="0"/>
                    <a:pt x="1859" y="7"/>
                    <a:pt x="1847" y="22"/>
                  </a:cubicBezTo>
                  <a:cubicBezTo>
                    <a:pt x="1830" y="43"/>
                    <a:pt x="1811" y="66"/>
                    <a:pt x="1790" y="87"/>
                  </a:cubicBezTo>
                  <a:cubicBezTo>
                    <a:pt x="1355" y="584"/>
                    <a:pt x="678" y="815"/>
                    <a:pt x="64" y="1012"/>
                  </a:cubicBezTo>
                  <a:cubicBezTo>
                    <a:pt x="1" y="1032"/>
                    <a:pt x="20" y="1125"/>
                    <a:pt x="77" y="1125"/>
                  </a:cubicBezTo>
                  <a:cubicBezTo>
                    <a:pt x="82" y="1125"/>
                    <a:pt x="89" y="1124"/>
                    <a:pt x="95" y="1121"/>
                  </a:cubicBezTo>
                  <a:cubicBezTo>
                    <a:pt x="713" y="923"/>
                    <a:pt x="1397" y="691"/>
                    <a:pt x="1847" y="199"/>
                  </a:cubicBezTo>
                  <a:cubicBezTo>
                    <a:pt x="1875" y="169"/>
                    <a:pt x="1903" y="135"/>
                    <a:pt x="1930" y="101"/>
                  </a:cubicBezTo>
                  <a:cubicBezTo>
                    <a:pt x="1963" y="58"/>
                    <a:pt x="1927" y="0"/>
                    <a:pt x="1886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00" lIns="91425" spcFirstLastPara="1" rIns="91425" wrap="square" tIns="34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66" name="Google Shape;1766;p13"/>
            <p:cNvSpPr/>
            <p:nvPr/>
          </p:nvSpPr>
          <p:spPr>
            <a:xfrm>
              <a:off x="7891200" y="4191120"/>
              <a:ext cx="1006206" cy="1010890"/>
            </a:xfrm>
            <a:custGeom>
              <a:rect b="b" l="l" r="r" t="t"/>
              <a:pathLst>
                <a:path extrusionOk="0" h="16555" w="16481">
                  <a:moveTo>
                    <a:pt x="11557" y="1"/>
                  </a:moveTo>
                  <a:cubicBezTo>
                    <a:pt x="11549" y="14"/>
                    <a:pt x="11538" y="28"/>
                    <a:pt x="11528" y="42"/>
                  </a:cubicBezTo>
                  <a:cubicBezTo>
                    <a:pt x="11344" y="277"/>
                    <a:pt x="11088" y="454"/>
                    <a:pt x="10835" y="609"/>
                  </a:cubicBezTo>
                  <a:cubicBezTo>
                    <a:pt x="10544" y="786"/>
                    <a:pt x="10240" y="933"/>
                    <a:pt x="9929" y="1071"/>
                  </a:cubicBezTo>
                  <a:cubicBezTo>
                    <a:pt x="9243" y="1376"/>
                    <a:pt x="8540" y="1655"/>
                    <a:pt x="7830" y="1898"/>
                  </a:cubicBezTo>
                  <a:cubicBezTo>
                    <a:pt x="6980" y="2190"/>
                    <a:pt x="6114" y="2438"/>
                    <a:pt x="5251" y="2693"/>
                  </a:cubicBezTo>
                  <a:cubicBezTo>
                    <a:pt x="4805" y="2827"/>
                    <a:pt x="4360" y="2961"/>
                    <a:pt x="3918" y="3102"/>
                  </a:cubicBezTo>
                  <a:cubicBezTo>
                    <a:pt x="3691" y="3174"/>
                    <a:pt x="3466" y="3246"/>
                    <a:pt x="3233" y="3299"/>
                  </a:cubicBezTo>
                  <a:cubicBezTo>
                    <a:pt x="3004" y="3348"/>
                    <a:pt x="2771" y="3384"/>
                    <a:pt x="2539" y="3415"/>
                  </a:cubicBezTo>
                  <a:cubicBezTo>
                    <a:pt x="2073" y="3477"/>
                    <a:pt x="1611" y="3538"/>
                    <a:pt x="1149" y="3615"/>
                  </a:cubicBezTo>
                  <a:cubicBezTo>
                    <a:pt x="922" y="3654"/>
                    <a:pt x="695" y="3698"/>
                    <a:pt x="467" y="3719"/>
                  </a:cubicBezTo>
                  <a:cubicBezTo>
                    <a:pt x="351" y="3731"/>
                    <a:pt x="236" y="3728"/>
                    <a:pt x="121" y="3731"/>
                  </a:cubicBezTo>
                  <a:cubicBezTo>
                    <a:pt x="117" y="3731"/>
                    <a:pt x="112" y="3731"/>
                    <a:pt x="108" y="3731"/>
                  </a:cubicBezTo>
                  <a:cubicBezTo>
                    <a:pt x="72" y="3731"/>
                    <a:pt x="38" y="3726"/>
                    <a:pt x="1" y="3725"/>
                  </a:cubicBezTo>
                  <a:lnTo>
                    <a:pt x="1" y="3725"/>
                  </a:lnTo>
                  <a:cubicBezTo>
                    <a:pt x="24" y="4149"/>
                    <a:pt x="100" y="4570"/>
                    <a:pt x="223" y="4981"/>
                  </a:cubicBezTo>
                  <a:cubicBezTo>
                    <a:pt x="521" y="5964"/>
                    <a:pt x="1143" y="6856"/>
                    <a:pt x="1836" y="7602"/>
                  </a:cubicBezTo>
                  <a:cubicBezTo>
                    <a:pt x="2121" y="7911"/>
                    <a:pt x="2424" y="8196"/>
                    <a:pt x="2781" y="8419"/>
                  </a:cubicBezTo>
                  <a:cubicBezTo>
                    <a:pt x="3056" y="8589"/>
                    <a:pt x="3347" y="8736"/>
                    <a:pt x="3643" y="8869"/>
                  </a:cubicBezTo>
                  <a:lnTo>
                    <a:pt x="3646" y="8869"/>
                  </a:lnTo>
                  <a:cubicBezTo>
                    <a:pt x="3675" y="8872"/>
                    <a:pt x="3705" y="8873"/>
                    <a:pt x="3734" y="8873"/>
                  </a:cubicBezTo>
                  <a:cubicBezTo>
                    <a:pt x="3877" y="8873"/>
                    <a:pt x="4020" y="8842"/>
                    <a:pt x="4156" y="8805"/>
                  </a:cubicBezTo>
                  <a:cubicBezTo>
                    <a:pt x="4346" y="8756"/>
                    <a:pt x="4534" y="8701"/>
                    <a:pt x="4720" y="8638"/>
                  </a:cubicBezTo>
                  <a:cubicBezTo>
                    <a:pt x="5122" y="8504"/>
                    <a:pt x="5513" y="8339"/>
                    <a:pt x="5912" y="8198"/>
                  </a:cubicBezTo>
                  <a:cubicBezTo>
                    <a:pt x="5919" y="8195"/>
                    <a:pt x="5925" y="8194"/>
                    <a:pt x="5931" y="8194"/>
                  </a:cubicBezTo>
                  <a:cubicBezTo>
                    <a:pt x="5987" y="8194"/>
                    <a:pt x="6006" y="8288"/>
                    <a:pt x="5944" y="8309"/>
                  </a:cubicBezTo>
                  <a:cubicBezTo>
                    <a:pt x="5528" y="8457"/>
                    <a:pt x="5120" y="8628"/>
                    <a:pt x="4700" y="8769"/>
                  </a:cubicBezTo>
                  <a:cubicBezTo>
                    <a:pt x="4506" y="8834"/>
                    <a:pt x="4305" y="8890"/>
                    <a:pt x="4105" y="8939"/>
                  </a:cubicBezTo>
                  <a:cubicBezTo>
                    <a:pt x="4034" y="8954"/>
                    <a:pt x="3963" y="8967"/>
                    <a:pt x="3892" y="8976"/>
                  </a:cubicBezTo>
                  <a:cubicBezTo>
                    <a:pt x="4061" y="9048"/>
                    <a:pt x="4231" y="9117"/>
                    <a:pt x="4402" y="9185"/>
                  </a:cubicBezTo>
                  <a:lnTo>
                    <a:pt x="4404" y="9185"/>
                  </a:lnTo>
                  <a:cubicBezTo>
                    <a:pt x="4422" y="9185"/>
                    <a:pt x="4439" y="9185"/>
                    <a:pt x="4458" y="9182"/>
                  </a:cubicBezTo>
                  <a:cubicBezTo>
                    <a:pt x="4558" y="9174"/>
                    <a:pt x="4662" y="9153"/>
                    <a:pt x="4758" y="9126"/>
                  </a:cubicBezTo>
                  <a:cubicBezTo>
                    <a:pt x="4955" y="9076"/>
                    <a:pt x="5146" y="9012"/>
                    <a:pt x="5336" y="8944"/>
                  </a:cubicBezTo>
                  <a:cubicBezTo>
                    <a:pt x="5733" y="8800"/>
                    <a:pt x="6117" y="8628"/>
                    <a:pt x="6493" y="8438"/>
                  </a:cubicBezTo>
                  <a:cubicBezTo>
                    <a:pt x="6502" y="8434"/>
                    <a:pt x="6511" y="8432"/>
                    <a:pt x="6520" y="8432"/>
                  </a:cubicBezTo>
                  <a:cubicBezTo>
                    <a:pt x="6574" y="8432"/>
                    <a:pt x="6609" y="8510"/>
                    <a:pt x="6551" y="8538"/>
                  </a:cubicBezTo>
                  <a:cubicBezTo>
                    <a:pt x="6175" y="8729"/>
                    <a:pt x="5790" y="8902"/>
                    <a:pt x="5394" y="9045"/>
                  </a:cubicBezTo>
                  <a:cubicBezTo>
                    <a:pt x="5196" y="9117"/>
                    <a:pt x="4996" y="9185"/>
                    <a:pt x="4792" y="9238"/>
                  </a:cubicBezTo>
                  <a:cubicBezTo>
                    <a:pt x="4743" y="9250"/>
                    <a:pt x="4693" y="9263"/>
                    <a:pt x="4642" y="9272"/>
                  </a:cubicBezTo>
                  <a:cubicBezTo>
                    <a:pt x="4777" y="9321"/>
                    <a:pt x="4913" y="9367"/>
                    <a:pt x="5049" y="9411"/>
                  </a:cubicBezTo>
                  <a:cubicBezTo>
                    <a:pt x="5057" y="9409"/>
                    <a:pt x="5066" y="9408"/>
                    <a:pt x="5074" y="9408"/>
                  </a:cubicBezTo>
                  <a:cubicBezTo>
                    <a:pt x="5121" y="9408"/>
                    <a:pt x="5168" y="9432"/>
                    <a:pt x="5186" y="9486"/>
                  </a:cubicBezTo>
                  <a:cubicBezTo>
                    <a:pt x="5205" y="9491"/>
                    <a:pt x="5223" y="9503"/>
                    <a:pt x="5237" y="9517"/>
                  </a:cubicBezTo>
                  <a:cubicBezTo>
                    <a:pt x="5314" y="9496"/>
                    <a:pt x="5389" y="9464"/>
                    <a:pt x="5453" y="9440"/>
                  </a:cubicBezTo>
                  <a:cubicBezTo>
                    <a:pt x="5599" y="9384"/>
                    <a:pt x="5743" y="9324"/>
                    <a:pt x="5888" y="9266"/>
                  </a:cubicBezTo>
                  <a:cubicBezTo>
                    <a:pt x="6309" y="9090"/>
                    <a:pt x="6714" y="8878"/>
                    <a:pt x="7138" y="8705"/>
                  </a:cubicBezTo>
                  <a:cubicBezTo>
                    <a:pt x="7146" y="8701"/>
                    <a:pt x="7153" y="8700"/>
                    <a:pt x="7160" y="8700"/>
                  </a:cubicBezTo>
                  <a:cubicBezTo>
                    <a:pt x="7212" y="8700"/>
                    <a:pt x="7227" y="8789"/>
                    <a:pt x="7167" y="8814"/>
                  </a:cubicBezTo>
                  <a:cubicBezTo>
                    <a:pt x="6728" y="8995"/>
                    <a:pt x="6309" y="9218"/>
                    <a:pt x="5868" y="9396"/>
                  </a:cubicBezTo>
                  <a:cubicBezTo>
                    <a:pt x="5722" y="9457"/>
                    <a:pt x="5577" y="9515"/>
                    <a:pt x="5430" y="9571"/>
                  </a:cubicBezTo>
                  <a:cubicBezTo>
                    <a:pt x="5373" y="9592"/>
                    <a:pt x="5314" y="9613"/>
                    <a:pt x="5253" y="9629"/>
                  </a:cubicBezTo>
                  <a:cubicBezTo>
                    <a:pt x="5251" y="9633"/>
                    <a:pt x="5247" y="9637"/>
                    <a:pt x="5244" y="9643"/>
                  </a:cubicBezTo>
                  <a:cubicBezTo>
                    <a:pt x="4938" y="10062"/>
                    <a:pt x="4616" y="10473"/>
                    <a:pt x="4329" y="10908"/>
                  </a:cubicBezTo>
                  <a:cubicBezTo>
                    <a:pt x="4069" y="11298"/>
                    <a:pt x="3834" y="11706"/>
                    <a:pt x="3670" y="12146"/>
                  </a:cubicBezTo>
                  <a:cubicBezTo>
                    <a:pt x="3496" y="12612"/>
                    <a:pt x="3382" y="13105"/>
                    <a:pt x="3323" y="13597"/>
                  </a:cubicBezTo>
                  <a:cubicBezTo>
                    <a:pt x="3259" y="14093"/>
                    <a:pt x="3246" y="14596"/>
                    <a:pt x="3276" y="15096"/>
                  </a:cubicBezTo>
                  <a:cubicBezTo>
                    <a:pt x="3970" y="15068"/>
                    <a:pt x="4626" y="14745"/>
                    <a:pt x="5230" y="14427"/>
                  </a:cubicBezTo>
                  <a:cubicBezTo>
                    <a:pt x="5239" y="14423"/>
                    <a:pt x="5247" y="14421"/>
                    <a:pt x="5256" y="14421"/>
                  </a:cubicBezTo>
                  <a:cubicBezTo>
                    <a:pt x="5309" y="14421"/>
                    <a:pt x="5345" y="14499"/>
                    <a:pt x="5288" y="14529"/>
                  </a:cubicBezTo>
                  <a:cubicBezTo>
                    <a:pt x="4669" y="14855"/>
                    <a:pt x="3999" y="15182"/>
                    <a:pt x="3284" y="15212"/>
                  </a:cubicBezTo>
                  <a:cubicBezTo>
                    <a:pt x="3294" y="15344"/>
                    <a:pt x="3306" y="15473"/>
                    <a:pt x="3320" y="15605"/>
                  </a:cubicBezTo>
                  <a:cubicBezTo>
                    <a:pt x="3357" y="15599"/>
                    <a:pt x="3394" y="15598"/>
                    <a:pt x="3430" y="15598"/>
                  </a:cubicBezTo>
                  <a:cubicBezTo>
                    <a:pt x="3461" y="15598"/>
                    <a:pt x="3491" y="15599"/>
                    <a:pt x="3522" y="15599"/>
                  </a:cubicBezTo>
                  <a:cubicBezTo>
                    <a:pt x="3540" y="15599"/>
                    <a:pt x="3557" y="15599"/>
                    <a:pt x="3575" y="15598"/>
                  </a:cubicBezTo>
                  <a:cubicBezTo>
                    <a:pt x="3678" y="15592"/>
                    <a:pt x="3780" y="15569"/>
                    <a:pt x="3882" y="15548"/>
                  </a:cubicBezTo>
                  <a:cubicBezTo>
                    <a:pt x="4082" y="15501"/>
                    <a:pt x="4279" y="15436"/>
                    <a:pt x="4473" y="15368"/>
                  </a:cubicBezTo>
                  <a:cubicBezTo>
                    <a:pt x="4482" y="15365"/>
                    <a:pt x="4492" y="15362"/>
                    <a:pt x="4500" y="15360"/>
                  </a:cubicBezTo>
                  <a:cubicBezTo>
                    <a:pt x="4864" y="15113"/>
                    <a:pt x="5233" y="14878"/>
                    <a:pt x="5621" y="14668"/>
                  </a:cubicBezTo>
                  <a:cubicBezTo>
                    <a:pt x="5997" y="14468"/>
                    <a:pt x="6381" y="14290"/>
                    <a:pt x="6775" y="14127"/>
                  </a:cubicBezTo>
                  <a:cubicBezTo>
                    <a:pt x="7196" y="13952"/>
                    <a:pt x="7626" y="13809"/>
                    <a:pt x="8059" y="13669"/>
                  </a:cubicBezTo>
                  <a:cubicBezTo>
                    <a:pt x="8924" y="13391"/>
                    <a:pt x="9803" y="13131"/>
                    <a:pt x="10686" y="12904"/>
                  </a:cubicBezTo>
                  <a:cubicBezTo>
                    <a:pt x="11570" y="12678"/>
                    <a:pt x="12466" y="12497"/>
                    <a:pt x="13371" y="12392"/>
                  </a:cubicBezTo>
                  <a:cubicBezTo>
                    <a:pt x="13986" y="12323"/>
                    <a:pt x="14605" y="12277"/>
                    <a:pt x="15224" y="12277"/>
                  </a:cubicBezTo>
                  <a:cubicBezTo>
                    <a:pt x="15540" y="12277"/>
                    <a:pt x="15856" y="12289"/>
                    <a:pt x="16172" y="12316"/>
                  </a:cubicBezTo>
                  <a:cubicBezTo>
                    <a:pt x="16242" y="12323"/>
                    <a:pt x="16247" y="12432"/>
                    <a:pt x="16178" y="12432"/>
                  </a:cubicBezTo>
                  <a:cubicBezTo>
                    <a:pt x="16176" y="12432"/>
                    <a:pt x="16174" y="12432"/>
                    <a:pt x="16172" y="12432"/>
                  </a:cubicBezTo>
                  <a:cubicBezTo>
                    <a:pt x="15847" y="12404"/>
                    <a:pt x="15522" y="12391"/>
                    <a:pt x="15196" y="12391"/>
                  </a:cubicBezTo>
                  <a:cubicBezTo>
                    <a:pt x="14494" y="12391"/>
                    <a:pt x="13791" y="12450"/>
                    <a:pt x="13096" y="12541"/>
                  </a:cubicBezTo>
                  <a:cubicBezTo>
                    <a:pt x="12202" y="12659"/>
                    <a:pt x="11311" y="12843"/>
                    <a:pt x="10445" y="13085"/>
                  </a:cubicBezTo>
                  <a:cubicBezTo>
                    <a:pt x="9575" y="13327"/>
                    <a:pt x="8708" y="13575"/>
                    <a:pt x="7850" y="13857"/>
                  </a:cubicBezTo>
                  <a:cubicBezTo>
                    <a:pt x="7028" y="14128"/>
                    <a:pt x="6229" y="14454"/>
                    <a:pt x="5472" y="14881"/>
                  </a:cubicBezTo>
                  <a:cubicBezTo>
                    <a:pt x="5290" y="14984"/>
                    <a:pt x="5112" y="15092"/>
                    <a:pt x="4940" y="15204"/>
                  </a:cubicBezTo>
                  <a:cubicBezTo>
                    <a:pt x="5189" y="15114"/>
                    <a:pt x="5441" y="15025"/>
                    <a:pt x="5693" y="14942"/>
                  </a:cubicBezTo>
                  <a:cubicBezTo>
                    <a:pt x="5700" y="14939"/>
                    <a:pt x="5706" y="14939"/>
                    <a:pt x="5712" y="14939"/>
                  </a:cubicBezTo>
                  <a:cubicBezTo>
                    <a:pt x="5769" y="14939"/>
                    <a:pt x="5789" y="15032"/>
                    <a:pt x="5726" y="15054"/>
                  </a:cubicBezTo>
                  <a:cubicBezTo>
                    <a:pt x="5331" y="15182"/>
                    <a:pt x="4941" y="15327"/>
                    <a:pt x="4550" y="15464"/>
                  </a:cubicBezTo>
                  <a:cubicBezTo>
                    <a:pt x="4509" y="15490"/>
                    <a:pt x="4471" y="15518"/>
                    <a:pt x="4431" y="15545"/>
                  </a:cubicBezTo>
                  <a:cubicBezTo>
                    <a:pt x="4266" y="15659"/>
                    <a:pt x="4096" y="15778"/>
                    <a:pt x="3946" y="15912"/>
                  </a:cubicBezTo>
                  <a:cubicBezTo>
                    <a:pt x="4149" y="15858"/>
                    <a:pt x="4347" y="15793"/>
                    <a:pt x="4551" y="15731"/>
                  </a:cubicBezTo>
                  <a:cubicBezTo>
                    <a:pt x="4949" y="15609"/>
                    <a:pt x="5359" y="15487"/>
                    <a:pt x="5718" y="15265"/>
                  </a:cubicBezTo>
                  <a:cubicBezTo>
                    <a:pt x="5728" y="15258"/>
                    <a:pt x="5738" y="15255"/>
                    <a:pt x="5748" y="15255"/>
                  </a:cubicBezTo>
                  <a:cubicBezTo>
                    <a:pt x="5797" y="15255"/>
                    <a:pt x="5829" y="15331"/>
                    <a:pt x="5776" y="15364"/>
                  </a:cubicBezTo>
                  <a:cubicBezTo>
                    <a:pt x="5417" y="15588"/>
                    <a:pt x="5006" y="15712"/>
                    <a:pt x="4605" y="15834"/>
                  </a:cubicBezTo>
                  <a:cubicBezTo>
                    <a:pt x="4395" y="15898"/>
                    <a:pt x="4188" y="15969"/>
                    <a:pt x="3976" y="16023"/>
                  </a:cubicBezTo>
                  <a:cubicBezTo>
                    <a:pt x="3914" y="16038"/>
                    <a:pt x="3850" y="16053"/>
                    <a:pt x="3787" y="16067"/>
                  </a:cubicBezTo>
                  <a:cubicBezTo>
                    <a:pt x="3722" y="16139"/>
                    <a:pt x="3663" y="16216"/>
                    <a:pt x="3610" y="16301"/>
                  </a:cubicBezTo>
                  <a:cubicBezTo>
                    <a:pt x="3598" y="16320"/>
                    <a:pt x="3580" y="16328"/>
                    <a:pt x="3563" y="16328"/>
                  </a:cubicBezTo>
                  <a:cubicBezTo>
                    <a:pt x="3523" y="16328"/>
                    <a:pt x="3483" y="16287"/>
                    <a:pt x="3510" y="16242"/>
                  </a:cubicBezTo>
                  <a:cubicBezTo>
                    <a:pt x="3539" y="16194"/>
                    <a:pt x="3571" y="16150"/>
                    <a:pt x="3603" y="16108"/>
                  </a:cubicBezTo>
                  <a:lnTo>
                    <a:pt x="3603" y="16108"/>
                  </a:lnTo>
                  <a:cubicBezTo>
                    <a:pt x="3537" y="16123"/>
                    <a:pt x="3467" y="16138"/>
                    <a:pt x="3401" y="16152"/>
                  </a:cubicBezTo>
                  <a:cubicBezTo>
                    <a:pt x="3422" y="16279"/>
                    <a:pt x="3445" y="16405"/>
                    <a:pt x="3473" y="16533"/>
                  </a:cubicBezTo>
                  <a:cubicBezTo>
                    <a:pt x="3636" y="16548"/>
                    <a:pt x="3801" y="16555"/>
                    <a:pt x="3966" y="16555"/>
                  </a:cubicBezTo>
                  <a:cubicBezTo>
                    <a:pt x="4544" y="16555"/>
                    <a:pt x="5128" y="16473"/>
                    <a:pt x="5691" y="16381"/>
                  </a:cubicBezTo>
                  <a:cubicBezTo>
                    <a:pt x="7673" y="16065"/>
                    <a:pt x="9626" y="15507"/>
                    <a:pt x="11518" y="14840"/>
                  </a:cubicBezTo>
                  <a:cubicBezTo>
                    <a:pt x="12479" y="14499"/>
                    <a:pt x="13427" y="14124"/>
                    <a:pt x="14349" y="13689"/>
                  </a:cubicBezTo>
                  <a:cubicBezTo>
                    <a:pt x="15086" y="13342"/>
                    <a:pt x="15816" y="12959"/>
                    <a:pt x="16481" y="12487"/>
                  </a:cubicBezTo>
                  <a:cubicBezTo>
                    <a:pt x="16390" y="12241"/>
                    <a:pt x="16329" y="11985"/>
                    <a:pt x="16258" y="11733"/>
                  </a:cubicBezTo>
                  <a:cubicBezTo>
                    <a:pt x="16180" y="11440"/>
                    <a:pt x="16078" y="11165"/>
                    <a:pt x="15931" y="10896"/>
                  </a:cubicBezTo>
                  <a:cubicBezTo>
                    <a:pt x="15803" y="10665"/>
                    <a:pt x="15660" y="10444"/>
                    <a:pt x="15511" y="10224"/>
                  </a:cubicBezTo>
                  <a:cubicBezTo>
                    <a:pt x="15364" y="10010"/>
                    <a:pt x="15219" y="9789"/>
                    <a:pt x="15044" y="9595"/>
                  </a:cubicBezTo>
                  <a:cubicBezTo>
                    <a:pt x="14730" y="9250"/>
                    <a:pt x="14344" y="8988"/>
                    <a:pt x="13925" y="8783"/>
                  </a:cubicBezTo>
                  <a:cubicBezTo>
                    <a:pt x="12985" y="8322"/>
                    <a:pt x="11954" y="8043"/>
                    <a:pt x="10911" y="7954"/>
                  </a:cubicBezTo>
                  <a:cubicBezTo>
                    <a:pt x="10806" y="7944"/>
                    <a:pt x="10777" y="7822"/>
                    <a:pt x="10823" y="7760"/>
                  </a:cubicBezTo>
                  <a:lnTo>
                    <a:pt x="10823" y="7758"/>
                  </a:lnTo>
                  <a:cubicBezTo>
                    <a:pt x="10815" y="7731"/>
                    <a:pt x="10815" y="7700"/>
                    <a:pt x="10833" y="7668"/>
                  </a:cubicBezTo>
                  <a:cubicBezTo>
                    <a:pt x="11131" y="7125"/>
                    <a:pt x="11556" y="6664"/>
                    <a:pt x="11886" y="6141"/>
                  </a:cubicBezTo>
                  <a:cubicBezTo>
                    <a:pt x="12564" y="5074"/>
                    <a:pt x="12790" y="3819"/>
                    <a:pt x="12657" y="2573"/>
                  </a:cubicBezTo>
                  <a:cubicBezTo>
                    <a:pt x="12615" y="2172"/>
                    <a:pt x="12503" y="1789"/>
                    <a:pt x="12351" y="1417"/>
                  </a:cubicBezTo>
                  <a:cubicBezTo>
                    <a:pt x="11903" y="1843"/>
                    <a:pt x="11291" y="2053"/>
                    <a:pt x="10730" y="2281"/>
                  </a:cubicBezTo>
                  <a:cubicBezTo>
                    <a:pt x="10722" y="2284"/>
                    <a:pt x="10715" y="2286"/>
                    <a:pt x="10708" y="2286"/>
                  </a:cubicBezTo>
                  <a:cubicBezTo>
                    <a:pt x="10655" y="2286"/>
                    <a:pt x="10638" y="2194"/>
                    <a:pt x="10699" y="2169"/>
                  </a:cubicBezTo>
                  <a:cubicBezTo>
                    <a:pt x="11254" y="1941"/>
                    <a:pt x="11864" y="1735"/>
                    <a:pt x="12301" y="1303"/>
                  </a:cubicBezTo>
                  <a:lnTo>
                    <a:pt x="12303" y="1303"/>
                  </a:lnTo>
                  <a:lnTo>
                    <a:pt x="12303" y="1302"/>
                  </a:lnTo>
                  <a:cubicBezTo>
                    <a:pt x="12276" y="1239"/>
                    <a:pt x="12248" y="1177"/>
                    <a:pt x="12219" y="1118"/>
                  </a:cubicBezTo>
                  <a:cubicBezTo>
                    <a:pt x="12204" y="1082"/>
                    <a:pt x="12188" y="1048"/>
                    <a:pt x="12170" y="1013"/>
                  </a:cubicBezTo>
                  <a:cubicBezTo>
                    <a:pt x="11720" y="1506"/>
                    <a:pt x="11036" y="1740"/>
                    <a:pt x="10418" y="1935"/>
                  </a:cubicBezTo>
                  <a:cubicBezTo>
                    <a:pt x="10411" y="1938"/>
                    <a:pt x="10405" y="1939"/>
                    <a:pt x="10398" y="1939"/>
                  </a:cubicBezTo>
                  <a:cubicBezTo>
                    <a:pt x="10341" y="1939"/>
                    <a:pt x="10323" y="1845"/>
                    <a:pt x="10387" y="1826"/>
                  </a:cubicBezTo>
                  <a:cubicBezTo>
                    <a:pt x="10999" y="1631"/>
                    <a:pt x="11678" y="1401"/>
                    <a:pt x="12113" y="901"/>
                  </a:cubicBezTo>
                  <a:cubicBezTo>
                    <a:pt x="12062" y="797"/>
                    <a:pt x="12010" y="692"/>
                    <a:pt x="11950" y="588"/>
                  </a:cubicBezTo>
                  <a:cubicBezTo>
                    <a:pt x="11786" y="735"/>
                    <a:pt x="11623" y="884"/>
                    <a:pt x="11447" y="1020"/>
                  </a:cubicBezTo>
                  <a:cubicBezTo>
                    <a:pt x="11237" y="1184"/>
                    <a:pt x="11012" y="1312"/>
                    <a:pt x="10770" y="1422"/>
                  </a:cubicBezTo>
                  <a:cubicBezTo>
                    <a:pt x="10259" y="1650"/>
                    <a:pt x="9724" y="1812"/>
                    <a:pt x="9194" y="1985"/>
                  </a:cubicBezTo>
                  <a:cubicBezTo>
                    <a:pt x="9186" y="1987"/>
                    <a:pt x="9180" y="1989"/>
                    <a:pt x="9173" y="1989"/>
                  </a:cubicBezTo>
                  <a:cubicBezTo>
                    <a:pt x="9116" y="1989"/>
                    <a:pt x="9099" y="1896"/>
                    <a:pt x="9163" y="1876"/>
                  </a:cubicBezTo>
                  <a:cubicBezTo>
                    <a:pt x="9681" y="1704"/>
                    <a:pt x="10210" y="1548"/>
                    <a:pt x="10709" y="1323"/>
                  </a:cubicBezTo>
                  <a:cubicBezTo>
                    <a:pt x="10950" y="1215"/>
                    <a:pt x="11175" y="1088"/>
                    <a:pt x="11383" y="922"/>
                  </a:cubicBezTo>
                  <a:cubicBezTo>
                    <a:pt x="11557" y="785"/>
                    <a:pt x="11722" y="632"/>
                    <a:pt x="11889" y="486"/>
                  </a:cubicBezTo>
                  <a:lnTo>
                    <a:pt x="11889" y="483"/>
                  </a:lnTo>
                  <a:cubicBezTo>
                    <a:pt x="11790" y="313"/>
                    <a:pt x="11681" y="153"/>
                    <a:pt x="11557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67" name="Google Shape;1767;p13"/>
            <p:cNvSpPr/>
            <p:nvPr/>
          </p:nvSpPr>
          <p:spPr>
            <a:xfrm>
              <a:off x="8541000" y="4269600"/>
              <a:ext cx="108721" cy="60840"/>
            </a:xfrm>
            <a:custGeom>
              <a:rect b="b" l="l" r="r" t="t"/>
              <a:pathLst>
                <a:path extrusionOk="0" h="1000" w="1787">
                  <a:moveTo>
                    <a:pt x="1702" y="0"/>
                  </a:moveTo>
                  <a:cubicBezTo>
                    <a:pt x="1690" y="0"/>
                    <a:pt x="1677" y="5"/>
                    <a:pt x="1665" y="16"/>
                  </a:cubicBezTo>
                  <a:lnTo>
                    <a:pt x="1665" y="17"/>
                  </a:lnTo>
                  <a:lnTo>
                    <a:pt x="1663" y="17"/>
                  </a:lnTo>
                  <a:cubicBezTo>
                    <a:pt x="1226" y="450"/>
                    <a:pt x="616" y="657"/>
                    <a:pt x="61" y="883"/>
                  </a:cubicBezTo>
                  <a:cubicBezTo>
                    <a:pt x="0" y="907"/>
                    <a:pt x="17" y="1000"/>
                    <a:pt x="71" y="1000"/>
                  </a:cubicBezTo>
                  <a:cubicBezTo>
                    <a:pt x="77" y="1000"/>
                    <a:pt x="84" y="998"/>
                    <a:pt x="92" y="995"/>
                  </a:cubicBezTo>
                  <a:cubicBezTo>
                    <a:pt x="653" y="767"/>
                    <a:pt x="1265" y="557"/>
                    <a:pt x="1713" y="131"/>
                  </a:cubicBezTo>
                  <a:cubicBezTo>
                    <a:pt x="1726" y="119"/>
                    <a:pt x="1736" y="110"/>
                    <a:pt x="1747" y="98"/>
                  </a:cubicBezTo>
                  <a:cubicBezTo>
                    <a:pt x="1787" y="58"/>
                    <a:pt x="1747" y="0"/>
                    <a:pt x="1702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0600" lIns="91425" spcFirstLastPara="1" rIns="91425" wrap="square" tIns="30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68" name="Google Shape;1768;p13"/>
            <p:cNvSpPr/>
            <p:nvPr/>
          </p:nvSpPr>
          <p:spPr>
            <a:xfrm>
              <a:off x="8058240" y="4161240"/>
              <a:ext cx="61560" cy="75240"/>
            </a:xfrm>
            <a:custGeom>
              <a:rect b="b" l="l" r="r" t="t"/>
              <a:pathLst>
                <a:path extrusionOk="0" h="1240" w="1012">
                  <a:moveTo>
                    <a:pt x="601" y="115"/>
                  </a:moveTo>
                  <a:cubicBezTo>
                    <a:pt x="621" y="115"/>
                    <a:pt x="641" y="117"/>
                    <a:pt x="654" y="121"/>
                  </a:cubicBezTo>
                  <a:cubicBezTo>
                    <a:pt x="718" y="136"/>
                    <a:pt x="766" y="172"/>
                    <a:pt x="800" y="226"/>
                  </a:cubicBezTo>
                  <a:cubicBezTo>
                    <a:pt x="884" y="356"/>
                    <a:pt x="888" y="540"/>
                    <a:pt x="858" y="695"/>
                  </a:cubicBezTo>
                  <a:cubicBezTo>
                    <a:pt x="842" y="781"/>
                    <a:pt x="816" y="862"/>
                    <a:pt x="773" y="935"/>
                  </a:cubicBezTo>
                  <a:cubicBezTo>
                    <a:pt x="736" y="1001"/>
                    <a:pt x="689" y="1057"/>
                    <a:pt x="630" y="1093"/>
                  </a:cubicBezTo>
                  <a:cubicBezTo>
                    <a:pt x="591" y="1115"/>
                    <a:pt x="550" y="1127"/>
                    <a:pt x="507" y="1127"/>
                  </a:cubicBezTo>
                  <a:cubicBezTo>
                    <a:pt x="485" y="1127"/>
                    <a:pt x="463" y="1124"/>
                    <a:pt x="440" y="1118"/>
                  </a:cubicBezTo>
                  <a:cubicBezTo>
                    <a:pt x="348" y="1093"/>
                    <a:pt x="260" y="1036"/>
                    <a:pt x="213" y="947"/>
                  </a:cubicBezTo>
                  <a:cubicBezTo>
                    <a:pt x="147" y="814"/>
                    <a:pt x="141" y="644"/>
                    <a:pt x="171" y="500"/>
                  </a:cubicBezTo>
                  <a:cubicBezTo>
                    <a:pt x="196" y="374"/>
                    <a:pt x="256" y="218"/>
                    <a:pt x="390" y="176"/>
                  </a:cubicBezTo>
                  <a:cubicBezTo>
                    <a:pt x="400" y="173"/>
                    <a:pt x="407" y="168"/>
                    <a:pt x="413" y="162"/>
                  </a:cubicBezTo>
                  <a:lnTo>
                    <a:pt x="413" y="162"/>
                  </a:lnTo>
                  <a:cubicBezTo>
                    <a:pt x="456" y="144"/>
                    <a:pt x="502" y="127"/>
                    <a:pt x="551" y="119"/>
                  </a:cubicBezTo>
                  <a:cubicBezTo>
                    <a:pt x="564" y="117"/>
                    <a:pt x="582" y="115"/>
                    <a:pt x="601" y="115"/>
                  </a:cubicBezTo>
                  <a:close/>
                  <a:moveTo>
                    <a:pt x="603" y="0"/>
                  </a:moveTo>
                  <a:cubicBezTo>
                    <a:pt x="514" y="0"/>
                    <a:pt x="424" y="30"/>
                    <a:pt x="345" y="67"/>
                  </a:cubicBezTo>
                  <a:cubicBezTo>
                    <a:pt x="344" y="68"/>
                    <a:pt x="342" y="68"/>
                    <a:pt x="341" y="69"/>
                  </a:cubicBezTo>
                  <a:lnTo>
                    <a:pt x="341" y="69"/>
                  </a:lnTo>
                  <a:cubicBezTo>
                    <a:pt x="51" y="180"/>
                    <a:pt x="1" y="602"/>
                    <a:pt x="63" y="865"/>
                  </a:cubicBezTo>
                  <a:cubicBezTo>
                    <a:pt x="97" y="1005"/>
                    <a:pt x="174" y="1117"/>
                    <a:pt x="300" y="1183"/>
                  </a:cubicBezTo>
                  <a:cubicBezTo>
                    <a:pt x="365" y="1218"/>
                    <a:pt x="439" y="1240"/>
                    <a:pt x="512" y="1240"/>
                  </a:cubicBezTo>
                  <a:cubicBezTo>
                    <a:pt x="540" y="1240"/>
                    <a:pt x="568" y="1237"/>
                    <a:pt x="596" y="1230"/>
                  </a:cubicBezTo>
                  <a:cubicBezTo>
                    <a:pt x="787" y="1182"/>
                    <a:pt x="898" y="985"/>
                    <a:pt x="949" y="808"/>
                  </a:cubicBezTo>
                  <a:cubicBezTo>
                    <a:pt x="1004" y="618"/>
                    <a:pt x="1011" y="394"/>
                    <a:pt x="925" y="213"/>
                  </a:cubicBezTo>
                  <a:cubicBezTo>
                    <a:pt x="882" y="122"/>
                    <a:pt x="806" y="48"/>
                    <a:pt x="708" y="16"/>
                  </a:cubicBezTo>
                  <a:cubicBezTo>
                    <a:pt x="673" y="5"/>
                    <a:pt x="638" y="0"/>
                    <a:pt x="603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7800" lIns="91425" spcFirstLastPara="1" rIns="91425" wrap="square" tIns="37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69" name="Google Shape;1769;p13"/>
            <p:cNvSpPr/>
            <p:nvPr/>
          </p:nvSpPr>
          <p:spPr>
            <a:xfrm>
              <a:off x="8227080" y="4061880"/>
              <a:ext cx="84239" cy="72000"/>
            </a:xfrm>
            <a:custGeom>
              <a:rect b="b" l="l" r="r" t="t"/>
              <a:pathLst>
                <a:path extrusionOk="0" h="1183" w="1383">
                  <a:moveTo>
                    <a:pt x="839" y="114"/>
                  </a:moveTo>
                  <a:cubicBezTo>
                    <a:pt x="867" y="114"/>
                    <a:pt x="895" y="117"/>
                    <a:pt x="922" y="124"/>
                  </a:cubicBezTo>
                  <a:cubicBezTo>
                    <a:pt x="1015" y="151"/>
                    <a:pt x="1078" y="234"/>
                    <a:pt x="1125" y="314"/>
                  </a:cubicBezTo>
                  <a:cubicBezTo>
                    <a:pt x="1185" y="425"/>
                    <a:pt x="1249" y="547"/>
                    <a:pt x="1245" y="677"/>
                  </a:cubicBezTo>
                  <a:cubicBezTo>
                    <a:pt x="1239" y="788"/>
                    <a:pt x="1184" y="887"/>
                    <a:pt x="1100" y="958"/>
                  </a:cubicBezTo>
                  <a:cubicBezTo>
                    <a:pt x="1006" y="1037"/>
                    <a:pt x="882" y="1071"/>
                    <a:pt x="758" y="1071"/>
                  </a:cubicBezTo>
                  <a:cubicBezTo>
                    <a:pt x="755" y="1071"/>
                    <a:pt x="753" y="1071"/>
                    <a:pt x="750" y="1071"/>
                  </a:cubicBezTo>
                  <a:cubicBezTo>
                    <a:pt x="650" y="1068"/>
                    <a:pt x="548" y="1063"/>
                    <a:pt x="458" y="1009"/>
                  </a:cubicBezTo>
                  <a:cubicBezTo>
                    <a:pt x="320" y="925"/>
                    <a:pt x="274" y="761"/>
                    <a:pt x="293" y="608"/>
                  </a:cubicBezTo>
                  <a:cubicBezTo>
                    <a:pt x="320" y="414"/>
                    <a:pt x="444" y="236"/>
                    <a:pt x="626" y="157"/>
                  </a:cubicBezTo>
                  <a:cubicBezTo>
                    <a:pt x="628" y="156"/>
                    <a:pt x="630" y="155"/>
                    <a:pt x="633" y="153"/>
                  </a:cubicBezTo>
                  <a:lnTo>
                    <a:pt x="633" y="153"/>
                  </a:lnTo>
                  <a:cubicBezTo>
                    <a:pt x="699" y="134"/>
                    <a:pt x="770" y="114"/>
                    <a:pt x="839" y="114"/>
                  </a:cubicBezTo>
                  <a:close/>
                  <a:moveTo>
                    <a:pt x="841" y="0"/>
                  </a:moveTo>
                  <a:cubicBezTo>
                    <a:pt x="754" y="0"/>
                    <a:pt x="665" y="23"/>
                    <a:pt x="582" y="49"/>
                  </a:cubicBezTo>
                  <a:cubicBezTo>
                    <a:pt x="577" y="51"/>
                    <a:pt x="572" y="53"/>
                    <a:pt x="568" y="55"/>
                  </a:cubicBezTo>
                  <a:lnTo>
                    <a:pt x="568" y="55"/>
                  </a:lnTo>
                  <a:cubicBezTo>
                    <a:pt x="207" y="216"/>
                    <a:pt x="1" y="806"/>
                    <a:pt x="361" y="1078"/>
                  </a:cubicBezTo>
                  <a:cubicBezTo>
                    <a:pt x="454" y="1149"/>
                    <a:pt x="572" y="1179"/>
                    <a:pt x="688" y="1182"/>
                  </a:cubicBezTo>
                  <a:cubicBezTo>
                    <a:pt x="706" y="1182"/>
                    <a:pt x="723" y="1183"/>
                    <a:pt x="741" y="1183"/>
                  </a:cubicBezTo>
                  <a:cubicBezTo>
                    <a:pt x="873" y="1183"/>
                    <a:pt x="1002" y="1162"/>
                    <a:pt x="1117" y="1087"/>
                  </a:cubicBezTo>
                  <a:cubicBezTo>
                    <a:pt x="1231" y="1014"/>
                    <a:pt x="1317" y="901"/>
                    <a:pt x="1347" y="768"/>
                  </a:cubicBezTo>
                  <a:cubicBezTo>
                    <a:pt x="1382" y="618"/>
                    <a:pt x="1339" y="487"/>
                    <a:pt x="1275" y="354"/>
                  </a:cubicBezTo>
                  <a:cubicBezTo>
                    <a:pt x="1212" y="222"/>
                    <a:pt x="1134" y="85"/>
                    <a:pt x="993" y="28"/>
                  </a:cubicBezTo>
                  <a:cubicBezTo>
                    <a:pt x="944" y="8"/>
                    <a:pt x="893" y="0"/>
                    <a:pt x="841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000" lIns="91425" spcFirstLastPara="1" rIns="91425" wrap="square" tIns="36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70" name="Google Shape;1770;p13"/>
            <p:cNvSpPr/>
            <p:nvPr/>
          </p:nvSpPr>
          <p:spPr>
            <a:xfrm>
              <a:off x="7905960" y="3744000"/>
              <a:ext cx="73441" cy="71281"/>
            </a:xfrm>
            <a:custGeom>
              <a:rect b="b" l="l" r="r" t="t"/>
              <a:pathLst>
                <a:path extrusionOk="0" h="1175" w="1209">
                  <a:moveTo>
                    <a:pt x="497" y="115"/>
                  </a:moveTo>
                  <a:cubicBezTo>
                    <a:pt x="519" y="115"/>
                    <a:pt x="543" y="117"/>
                    <a:pt x="568" y="123"/>
                  </a:cubicBezTo>
                  <a:cubicBezTo>
                    <a:pt x="573" y="124"/>
                    <a:pt x="578" y="124"/>
                    <a:pt x="582" y="124"/>
                  </a:cubicBezTo>
                  <a:cubicBezTo>
                    <a:pt x="584" y="124"/>
                    <a:pt x="585" y="124"/>
                    <a:pt x="586" y="124"/>
                  </a:cubicBezTo>
                  <a:lnTo>
                    <a:pt x="586" y="124"/>
                  </a:lnTo>
                  <a:cubicBezTo>
                    <a:pt x="778" y="136"/>
                    <a:pt x="968" y="223"/>
                    <a:pt x="1035" y="406"/>
                  </a:cubicBezTo>
                  <a:cubicBezTo>
                    <a:pt x="1092" y="562"/>
                    <a:pt x="1064" y="739"/>
                    <a:pt x="967" y="878"/>
                  </a:cubicBezTo>
                  <a:cubicBezTo>
                    <a:pt x="888" y="994"/>
                    <a:pt x="762" y="1061"/>
                    <a:pt x="624" y="1061"/>
                  </a:cubicBezTo>
                  <a:cubicBezTo>
                    <a:pt x="593" y="1061"/>
                    <a:pt x="562" y="1057"/>
                    <a:pt x="531" y="1051"/>
                  </a:cubicBezTo>
                  <a:cubicBezTo>
                    <a:pt x="420" y="1028"/>
                    <a:pt x="301" y="974"/>
                    <a:pt x="228" y="888"/>
                  </a:cubicBezTo>
                  <a:cubicBezTo>
                    <a:pt x="155" y="801"/>
                    <a:pt x="127" y="687"/>
                    <a:pt x="128" y="576"/>
                  </a:cubicBezTo>
                  <a:cubicBezTo>
                    <a:pt x="134" y="364"/>
                    <a:pt x="270" y="115"/>
                    <a:pt x="497" y="115"/>
                  </a:cubicBezTo>
                  <a:close/>
                  <a:moveTo>
                    <a:pt x="500" y="1"/>
                  </a:moveTo>
                  <a:cubicBezTo>
                    <a:pt x="258" y="1"/>
                    <a:pt x="78" y="207"/>
                    <a:pt x="29" y="446"/>
                  </a:cubicBezTo>
                  <a:cubicBezTo>
                    <a:pt x="1" y="582"/>
                    <a:pt x="11" y="723"/>
                    <a:pt x="70" y="851"/>
                  </a:cubicBezTo>
                  <a:cubicBezTo>
                    <a:pt x="131" y="987"/>
                    <a:pt x="250" y="1072"/>
                    <a:pt x="386" y="1127"/>
                  </a:cubicBezTo>
                  <a:cubicBezTo>
                    <a:pt x="463" y="1159"/>
                    <a:pt x="544" y="1175"/>
                    <a:pt x="624" y="1175"/>
                  </a:cubicBezTo>
                  <a:cubicBezTo>
                    <a:pt x="764" y="1175"/>
                    <a:pt x="901" y="1124"/>
                    <a:pt x="1006" y="1015"/>
                  </a:cubicBezTo>
                  <a:cubicBezTo>
                    <a:pt x="1147" y="867"/>
                    <a:pt x="1208" y="645"/>
                    <a:pt x="1166" y="443"/>
                  </a:cubicBezTo>
                  <a:cubicBezTo>
                    <a:pt x="1143" y="331"/>
                    <a:pt x="1081" y="225"/>
                    <a:pt x="991" y="151"/>
                  </a:cubicBezTo>
                  <a:cubicBezTo>
                    <a:pt x="876" y="58"/>
                    <a:pt x="732" y="17"/>
                    <a:pt x="586" y="9"/>
                  </a:cubicBezTo>
                  <a:lnTo>
                    <a:pt x="586" y="9"/>
                  </a:lnTo>
                  <a:cubicBezTo>
                    <a:pt x="557" y="4"/>
                    <a:pt x="528" y="1"/>
                    <a:pt x="500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5625" lIns="91425" spcFirstLastPara="1" rIns="91425" wrap="square" tIns="356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71" name="Google Shape;1771;p13"/>
            <p:cNvSpPr/>
            <p:nvPr/>
          </p:nvSpPr>
          <p:spPr>
            <a:xfrm>
              <a:off x="8129160" y="3584520"/>
              <a:ext cx="113040" cy="106201"/>
            </a:xfrm>
            <a:custGeom>
              <a:rect b="b" l="l" r="r" t="t"/>
              <a:pathLst>
                <a:path extrusionOk="0" h="1742" w="1856">
                  <a:moveTo>
                    <a:pt x="1029" y="117"/>
                  </a:moveTo>
                  <a:cubicBezTo>
                    <a:pt x="1281" y="117"/>
                    <a:pt x="1520" y="212"/>
                    <a:pt x="1630" y="464"/>
                  </a:cubicBezTo>
                  <a:cubicBezTo>
                    <a:pt x="1737" y="709"/>
                    <a:pt x="1697" y="1008"/>
                    <a:pt x="1576" y="1239"/>
                  </a:cubicBezTo>
                  <a:cubicBezTo>
                    <a:pt x="1456" y="1468"/>
                    <a:pt x="1243" y="1630"/>
                    <a:pt x="984" y="1630"/>
                  </a:cubicBezTo>
                  <a:cubicBezTo>
                    <a:pt x="962" y="1630"/>
                    <a:pt x="939" y="1629"/>
                    <a:pt x="916" y="1626"/>
                  </a:cubicBezTo>
                  <a:cubicBezTo>
                    <a:pt x="720" y="1605"/>
                    <a:pt x="512" y="1506"/>
                    <a:pt x="366" y="1377"/>
                  </a:cubicBezTo>
                  <a:cubicBezTo>
                    <a:pt x="224" y="1251"/>
                    <a:pt x="138" y="1078"/>
                    <a:pt x="139" y="886"/>
                  </a:cubicBezTo>
                  <a:cubicBezTo>
                    <a:pt x="142" y="502"/>
                    <a:pt x="469" y="126"/>
                    <a:pt x="862" y="126"/>
                  </a:cubicBezTo>
                  <a:cubicBezTo>
                    <a:pt x="864" y="126"/>
                    <a:pt x="866" y="126"/>
                    <a:pt x="868" y="126"/>
                  </a:cubicBezTo>
                  <a:lnTo>
                    <a:pt x="868" y="126"/>
                  </a:lnTo>
                  <a:cubicBezTo>
                    <a:pt x="872" y="127"/>
                    <a:pt x="875" y="127"/>
                    <a:pt x="879" y="127"/>
                  </a:cubicBezTo>
                  <a:cubicBezTo>
                    <a:pt x="881" y="127"/>
                    <a:pt x="884" y="127"/>
                    <a:pt x="886" y="127"/>
                  </a:cubicBezTo>
                  <a:cubicBezTo>
                    <a:pt x="886" y="127"/>
                    <a:pt x="886" y="127"/>
                    <a:pt x="887" y="127"/>
                  </a:cubicBezTo>
                  <a:lnTo>
                    <a:pt x="887" y="127"/>
                  </a:lnTo>
                  <a:cubicBezTo>
                    <a:pt x="887" y="127"/>
                    <a:pt x="887" y="127"/>
                    <a:pt x="888" y="127"/>
                  </a:cubicBezTo>
                  <a:cubicBezTo>
                    <a:pt x="889" y="127"/>
                    <a:pt x="889" y="127"/>
                    <a:pt x="890" y="127"/>
                  </a:cubicBezTo>
                  <a:cubicBezTo>
                    <a:pt x="897" y="127"/>
                    <a:pt x="903" y="126"/>
                    <a:pt x="908" y="124"/>
                  </a:cubicBezTo>
                  <a:lnTo>
                    <a:pt x="908" y="124"/>
                  </a:lnTo>
                  <a:cubicBezTo>
                    <a:pt x="948" y="120"/>
                    <a:pt x="988" y="117"/>
                    <a:pt x="1029" y="117"/>
                  </a:cubicBezTo>
                  <a:close/>
                  <a:moveTo>
                    <a:pt x="1045" y="0"/>
                  </a:moveTo>
                  <a:cubicBezTo>
                    <a:pt x="992" y="0"/>
                    <a:pt x="938" y="4"/>
                    <a:pt x="886" y="11"/>
                  </a:cubicBezTo>
                  <a:cubicBezTo>
                    <a:pt x="877" y="10"/>
                    <a:pt x="868" y="10"/>
                    <a:pt x="859" y="10"/>
                  </a:cubicBezTo>
                  <a:cubicBezTo>
                    <a:pt x="464" y="10"/>
                    <a:pt x="122" y="338"/>
                    <a:pt x="43" y="714"/>
                  </a:cubicBezTo>
                  <a:cubicBezTo>
                    <a:pt x="1" y="915"/>
                    <a:pt x="30" y="1125"/>
                    <a:pt x="145" y="1297"/>
                  </a:cubicBezTo>
                  <a:cubicBezTo>
                    <a:pt x="280" y="1499"/>
                    <a:pt x="505" y="1632"/>
                    <a:pt x="733" y="1703"/>
                  </a:cubicBezTo>
                  <a:cubicBezTo>
                    <a:pt x="815" y="1729"/>
                    <a:pt x="898" y="1742"/>
                    <a:pt x="978" y="1742"/>
                  </a:cubicBezTo>
                  <a:cubicBezTo>
                    <a:pt x="1220" y="1742"/>
                    <a:pt x="1445" y="1626"/>
                    <a:pt x="1599" y="1418"/>
                  </a:cubicBezTo>
                  <a:cubicBezTo>
                    <a:pt x="1783" y="1167"/>
                    <a:pt x="1856" y="820"/>
                    <a:pt x="1773" y="519"/>
                  </a:cubicBezTo>
                  <a:cubicBezTo>
                    <a:pt x="1727" y="356"/>
                    <a:pt x="1632" y="211"/>
                    <a:pt x="1490" y="117"/>
                  </a:cubicBezTo>
                  <a:cubicBezTo>
                    <a:pt x="1357" y="32"/>
                    <a:pt x="1200" y="0"/>
                    <a:pt x="1045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275" lIns="91425" spcFirstLastPara="1" rIns="91425" wrap="square" tIns="53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72" name="Google Shape;1772;p13"/>
            <p:cNvSpPr/>
            <p:nvPr/>
          </p:nvSpPr>
          <p:spPr>
            <a:xfrm>
              <a:off x="7917480" y="3467520"/>
              <a:ext cx="79198" cy="61560"/>
            </a:xfrm>
            <a:custGeom>
              <a:rect b="b" l="l" r="r" t="t"/>
              <a:pathLst>
                <a:path extrusionOk="0" h="1013" w="1301">
                  <a:moveTo>
                    <a:pt x="748" y="113"/>
                  </a:moveTo>
                  <a:cubicBezTo>
                    <a:pt x="804" y="113"/>
                    <a:pt x="860" y="119"/>
                    <a:pt x="914" y="134"/>
                  </a:cubicBezTo>
                  <a:cubicBezTo>
                    <a:pt x="1016" y="161"/>
                    <a:pt x="1112" y="240"/>
                    <a:pt x="1155" y="338"/>
                  </a:cubicBezTo>
                  <a:cubicBezTo>
                    <a:pt x="1193" y="426"/>
                    <a:pt x="1165" y="518"/>
                    <a:pt x="1112" y="593"/>
                  </a:cubicBezTo>
                  <a:cubicBezTo>
                    <a:pt x="990" y="773"/>
                    <a:pt x="755" y="885"/>
                    <a:pt x="541" y="896"/>
                  </a:cubicBezTo>
                  <a:cubicBezTo>
                    <a:pt x="532" y="896"/>
                    <a:pt x="523" y="897"/>
                    <a:pt x="514" y="897"/>
                  </a:cubicBezTo>
                  <a:cubicBezTo>
                    <a:pt x="362" y="897"/>
                    <a:pt x="212" y="839"/>
                    <a:pt x="161" y="688"/>
                  </a:cubicBezTo>
                  <a:cubicBezTo>
                    <a:pt x="109" y="524"/>
                    <a:pt x="170" y="341"/>
                    <a:pt x="267" y="204"/>
                  </a:cubicBezTo>
                  <a:lnTo>
                    <a:pt x="267" y="204"/>
                  </a:lnTo>
                  <a:cubicBezTo>
                    <a:pt x="368" y="171"/>
                    <a:pt x="472" y="145"/>
                    <a:pt x="575" y="128"/>
                  </a:cubicBezTo>
                  <a:cubicBezTo>
                    <a:pt x="631" y="119"/>
                    <a:pt x="690" y="113"/>
                    <a:pt x="748" y="113"/>
                  </a:cubicBezTo>
                  <a:close/>
                  <a:moveTo>
                    <a:pt x="755" y="0"/>
                  </a:moveTo>
                  <a:cubicBezTo>
                    <a:pt x="721" y="0"/>
                    <a:pt x="686" y="2"/>
                    <a:pt x="653" y="5"/>
                  </a:cubicBezTo>
                  <a:cubicBezTo>
                    <a:pt x="504" y="17"/>
                    <a:pt x="358" y="53"/>
                    <a:pt x="217" y="98"/>
                  </a:cubicBezTo>
                  <a:cubicBezTo>
                    <a:pt x="199" y="104"/>
                    <a:pt x="187" y="115"/>
                    <a:pt x="181" y="129"/>
                  </a:cubicBezTo>
                  <a:lnTo>
                    <a:pt x="181" y="129"/>
                  </a:lnTo>
                  <a:cubicBezTo>
                    <a:pt x="67" y="282"/>
                    <a:pt x="0" y="488"/>
                    <a:pt x="42" y="679"/>
                  </a:cubicBezTo>
                  <a:cubicBezTo>
                    <a:pt x="88" y="883"/>
                    <a:pt x="265" y="997"/>
                    <a:pt x="465" y="1011"/>
                  </a:cubicBezTo>
                  <a:cubicBezTo>
                    <a:pt x="480" y="1012"/>
                    <a:pt x="495" y="1012"/>
                    <a:pt x="511" y="1012"/>
                  </a:cubicBezTo>
                  <a:cubicBezTo>
                    <a:pt x="754" y="1012"/>
                    <a:pt x="1006" y="899"/>
                    <a:pt x="1165" y="715"/>
                  </a:cubicBezTo>
                  <a:cubicBezTo>
                    <a:pt x="1240" y="627"/>
                    <a:pt x="1301" y="513"/>
                    <a:pt x="1287" y="393"/>
                  </a:cubicBezTo>
                  <a:cubicBezTo>
                    <a:pt x="1272" y="257"/>
                    <a:pt x="1176" y="146"/>
                    <a:pt x="1066" y="76"/>
                  </a:cubicBezTo>
                  <a:cubicBezTo>
                    <a:pt x="975" y="17"/>
                    <a:pt x="864" y="0"/>
                    <a:pt x="755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0950" lIns="91425" spcFirstLastPara="1" rIns="91425" wrap="square" tIns="30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773" name="Google Shape;1773;p13"/>
          <p:cNvGrpSpPr/>
          <p:nvPr/>
        </p:nvGrpSpPr>
        <p:grpSpPr>
          <a:xfrm>
            <a:off x="849240" y="3698280"/>
            <a:ext cx="1203482" cy="1343519"/>
            <a:chOff x="849240" y="3698280"/>
            <a:chExt cx="1203482" cy="1343519"/>
          </a:xfrm>
        </p:grpSpPr>
        <p:sp>
          <p:nvSpPr>
            <p:cNvPr id="1774" name="Google Shape;1774;p13"/>
            <p:cNvSpPr/>
            <p:nvPr/>
          </p:nvSpPr>
          <p:spPr>
            <a:xfrm>
              <a:off x="881640" y="3906000"/>
              <a:ext cx="140400" cy="140401"/>
            </a:xfrm>
            <a:custGeom>
              <a:rect b="b" l="l" r="r" t="t"/>
              <a:pathLst>
                <a:path extrusionOk="0" h="2306" w="2304">
                  <a:moveTo>
                    <a:pt x="1150" y="0"/>
                  </a:moveTo>
                  <a:cubicBezTo>
                    <a:pt x="513" y="0"/>
                    <a:pt x="0" y="517"/>
                    <a:pt x="0" y="1154"/>
                  </a:cubicBezTo>
                  <a:cubicBezTo>
                    <a:pt x="0" y="1788"/>
                    <a:pt x="513" y="2306"/>
                    <a:pt x="1150" y="2306"/>
                  </a:cubicBezTo>
                  <a:cubicBezTo>
                    <a:pt x="1786" y="2306"/>
                    <a:pt x="2303" y="1788"/>
                    <a:pt x="2303" y="1154"/>
                  </a:cubicBezTo>
                  <a:cubicBezTo>
                    <a:pt x="2303" y="517"/>
                    <a:pt x="1786" y="0"/>
                    <a:pt x="1150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200" lIns="91425" spcFirstLastPara="1" rIns="91425" wrap="square" tIns="70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75" name="Google Shape;1775;p13"/>
            <p:cNvSpPr/>
            <p:nvPr/>
          </p:nvSpPr>
          <p:spPr>
            <a:xfrm>
              <a:off x="1104840" y="3906000"/>
              <a:ext cx="140400" cy="140401"/>
            </a:xfrm>
            <a:custGeom>
              <a:rect b="b" l="l" r="r" t="t"/>
              <a:pathLst>
                <a:path extrusionOk="0" h="2306" w="2304">
                  <a:moveTo>
                    <a:pt x="1150" y="0"/>
                  </a:moveTo>
                  <a:cubicBezTo>
                    <a:pt x="513" y="0"/>
                    <a:pt x="0" y="517"/>
                    <a:pt x="0" y="1154"/>
                  </a:cubicBezTo>
                  <a:cubicBezTo>
                    <a:pt x="0" y="1788"/>
                    <a:pt x="513" y="2306"/>
                    <a:pt x="1150" y="2306"/>
                  </a:cubicBezTo>
                  <a:cubicBezTo>
                    <a:pt x="1786" y="2306"/>
                    <a:pt x="2303" y="1788"/>
                    <a:pt x="2303" y="1154"/>
                  </a:cubicBezTo>
                  <a:cubicBezTo>
                    <a:pt x="2303" y="517"/>
                    <a:pt x="1786" y="0"/>
                    <a:pt x="1150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200" lIns="91425" spcFirstLastPara="1" rIns="91425" wrap="square" tIns="70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76" name="Google Shape;1776;p13"/>
            <p:cNvSpPr/>
            <p:nvPr/>
          </p:nvSpPr>
          <p:spPr>
            <a:xfrm>
              <a:off x="1211400" y="3698280"/>
              <a:ext cx="140400" cy="140759"/>
            </a:xfrm>
            <a:custGeom>
              <a:rect b="b" l="l" r="r" t="t"/>
              <a:pathLst>
                <a:path extrusionOk="0" h="2308" w="2304">
                  <a:moveTo>
                    <a:pt x="1150" y="1"/>
                  </a:moveTo>
                  <a:cubicBezTo>
                    <a:pt x="514" y="1"/>
                    <a:pt x="1" y="518"/>
                    <a:pt x="1" y="1154"/>
                  </a:cubicBezTo>
                  <a:cubicBezTo>
                    <a:pt x="1" y="1791"/>
                    <a:pt x="514" y="2308"/>
                    <a:pt x="1150" y="2308"/>
                  </a:cubicBezTo>
                  <a:cubicBezTo>
                    <a:pt x="1786" y="2308"/>
                    <a:pt x="2303" y="1791"/>
                    <a:pt x="2303" y="1154"/>
                  </a:cubicBezTo>
                  <a:cubicBezTo>
                    <a:pt x="2303" y="521"/>
                    <a:pt x="1786" y="4"/>
                    <a:pt x="1150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550" lIns="91425" spcFirstLastPara="1" rIns="91425" wrap="square" tIns="705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77" name="Google Shape;1777;p13"/>
            <p:cNvSpPr/>
            <p:nvPr/>
          </p:nvSpPr>
          <p:spPr>
            <a:xfrm>
              <a:off x="1569960" y="3920040"/>
              <a:ext cx="140400" cy="140400"/>
            </a:xfrm>
            <a:custGeom>
              <a:rect b="b" l="l" r="r" t="t"/>
              <a:pathLst>
                <a:path extrusionOk="0" h="2304" w="2304">
                  <a:moveTo>
                    <a:pt x="1151" y="1"/>
                  </a:moveTo>
                  <a:cubicBezTo>
                    <a:pt x="515" y="1"/>
                    <a:pt x="0" y="518"/>
                    <a:pt x="0" y="1154"/>
                  </a:cubicBezTo>
                  <a:cubicBezTo>
                    <a:pt x="0" y="1790"/>
                    <a:pt x="515" y="2303"/>
                    <a:pt x="1151" y="2303"/>
                  </a:cubicBezTo>
                  <a:cubicBezTo>
                    <a:pt x="1786" y="2303"/>
                    <a:pt x="2303" y="1790"/>
                    <a:pt x="2303" y="1154"/>
                  </a:cubicBezTo>
                  <a:cubicBezTo>
                    <a:pt x="2303" y="518"/>
                    <a:pt x="1786" y="1"/>
                    <a:pt x="1151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200" lIns="91425" spcFirstLastPara="1" rIns="91425" wrap="square" tIns="70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78" name="Google Shape;1778;p13"/>
            <p:cNvSpPr/>
            <p:nvPr/>
          </p:nvSpPr>
          <p:spPr>
            <a:xfrm>
              <a:off x="849240" y="4329720"/>
              <a:ext cx="140400" cy="140402"/>
            </a:xfrm>
            <a:custGeom>
              <a:rect b="b" l="l" r="r" t="t"/>
              <a:pathLst>
                <a:path extrusionOk="0" h="2303" w="2304">
                  <a:moveTo>
                    <a:pt x="1154" y="1"/>
                  </a:moveTo>
                  <a:cubicBezTo>
                    <a:pt x="518" y="1"/>
                    <a:pt x="1" y="514"/>
                    <a:pt x="1" y="1152"/>
                  </a:cubicBezTo>
                  <a:cubicBezTo>
                    <a:pt x="1" y="1788"/>
                    <a:pt x="518" y="2302"/>
                    <a:pt x="1154" y="2302"/>
                  </a:cubicBezTo>
                  <a:cubicBezTo>
                    <a:pt x="1791" y="2302"/>
                    <a:pt x="2304" y="1788"/>
                    <a:pt x="2304" y="1152"/>
                  </a:cubicBezTo>
                  <a:cubicBezTo>
                    <a:pt x="2304" y="514"/>
                    <a:pt x="1791" y="2"/>
                    <a:pt x="1154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200" lIns="91425" spcFirstLastPara="1" rIns="91425" wrap="square" tIns="70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79" name="Google Shape;1779;p13"/>
            <p:cNvSpPr/>
            <p:nvPr/>
          </p:nvSpPr>
          <p:spPr>
            <a:xfrm>
              <a:off x="881640" y="4734360"/>
              <a:ext cx="140759" cy="140398"/>
            </a:xfrm>
            <a:custGeom>
              <a:rect b="b" l="l" r="r" t="t"/>
              <a:pathLst>
                <a:path extrusionOk="0" h="2305" w="2308">
                  <a:moveTo>
                    <a:pt x="1154" y="0"/>
                  </a:moveTo>
                  <a:cubicBezTo>
                    <a:pt x="517" y="0"/>
                    <a:pt x="0" y="518"/>
                    <a:pt x="0" y="1153"/>
                  </a:cubicBezTo>
                  <a:cubicBezTo>
                    <a:pt x="0" y="1789"/>
                    <a:pt x="517" y="2305"/>
                    <a:pt x="1154" y="2305"/>
                  </a:cubicBezTo>
                  <a:cubicBezTo>
                    <a:pt x="1790" y="2305"/>
                    <a:pt x="2307" y="1789"/>
                    <a:pt x="2307" y="1153"/>
                  </a:cubicBezTo>
                  <a:cubicBezTo>
                    <a:pt x="2307" y="519"/>
                    <a:pt x="1790" y="2"/>
                    <a:pt x="1154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200" lIns="91425" spcFirstLastPara="1" rIns="91425" wrap="square" tIns="70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80" name="Google Shape;1780;p13"/>
            <p:cNvSpPr/>
            <p:nvPr/>
          </p:nvSpPr>
          <p:spPr>
            <a:xfrm>
              <a:off x="1078920" y="4727880"/>
              <a:ext cx="140402" cy="140401"/>
            </a:xfrm>
            <a:custGeom>
              <a:rect b="b" l="l" r="r" t="t"/>
              <a:pathLst>
                <a:path extrusionOk="0" h="2306" w="2303">
                  <a:moveTo>
                    <a:pt x="1154" y="0"/>
                  </a:moveTo>
                  <a:cubicBezTo>
                    <a:pt x="517" y="0"/>
                    <a:pt x="0" y="517"/>
                    <a:pt x="0" y="1152"/>
                  </a:cubicBezTo>
                  <a:cubicBezTo>
                    <a:pt x="0" y="1789"/>
                    <a:pt x="517" y="2306"/>
                    <a:pt x="1154" y="2306"/>
                  </a:cubicBezTo>
                  <a:cubicBezTo>
                    <a:pt x="1790" y="2306"/>
                    <a:pt x="2303" y="1789"/>
                    <a:pt x="2303" y="1152"/>
                  </a:cubicBezTo>
                  <a:cubicBezTo>
                    <a:pt x="2303" y="517"/>
                    <a:pt x="1790" y="2"/>
                    <a:pt x="1154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200" lIns="91425" spcFirstLastPara="1" rIns="91425" wrap="square" tIns="70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81" name="Google Shape;1781;p13"/>
            <p:cNvSpPr/>
            <p:nvPr/>
          </p:nvSpPr>
          <p:spPr>
            <a:xfrm>
              <a:off x="1162440" y="4901400"/>
              <a:ext cx="140400" cy="140399"/>
            </a:xfrm>
            <a:custGeom>
              <a:rect b="b" l="l" r="r" t="t"/>
              <a:pathLst>
                <a:path extrusionOk="0" h="2302" w="2304">
                  <a:moveTo>
                    <a:pt x="1154" y="0"/>
                  </a:moveTo>
                  <a:cubicBezTo>
                    <a:pt x="518" y="0"/>
                    <a:pt x="0" y="519"/>
                    <a:pt x="0" y="1154"/>
                  </a:cubicBezTo>
                  <a:cubicBezTo>
                    <a:pt x="0" y="1790"/>
                    <a:pt x="518" y="2301"/>
                    <a:pt x="1154" y="2301"/>
                  </a:cubicBezTo>
                  <a:cubicBezTo>
                    <a:pt x="1790" y="2301"/>
                    <a:pt x="2303" y="1790"/>
                    <a:pt x="2303" y="1154"/>
                  </a:cubicBezTo>
                  <a:cubicBezTo>
                    <a:pt x="2303" y="519"/>
                    <a:pt x="1790" y="0"/>
                    <a:pt x="1154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200" lIns="91425" spcFirstLastPara="1" rIns="91425" wrap="square" tIns="70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82" name="Google Shape;1782;p13"/>
            <p:cNvSpPr/>
            <p:nvPr/>
          </p:nvSpPr>
          <p:spPr>
            <a:xfrm>
              <a:off x="1555200" y="4744080"/>
              <a:ext cx="140759" cy="140400"/>
            </a:xfrm>
            <a:custGeom>
              <a:rect b="b" l="l" r="r" t="t"/>
              <a:pathLst>
                <a:path extrusionOk="0" h="2304" w="2308">
                  <a:moveTo>
                    <a:pt x="1154" y="1"/>
                  </a:moveTo>
                  <a:cubicBezTo>
                    <a:pt x="518" y="1"/>
                    <a:pt x="1" y="518"/>
                    <a:pt x="1" y="1154"/>
                  </a:cubicBezTo>
                  <a:cubicBezTo>
                    <a:pt x="1" y="1790"/>
                    <a:pt x="519" y="2303"/>
                    <a:pt x="1154" y="2303"/>
                  </a:cubicBezTo>
                  <a:cubicBezTo>
                    <a:pt x="1791" y="2303"/>
                    <a:pt x="2308" y="1790"/>
                    <a:pt x="2308" y="1154"/>
                  </a:cubicBezTo>
                  <a:cubicBezTo>
                    <a:pt x="2308" y="519"/>
                    <a:pt x="1792" y="3"/>
                    <a:pt x="1154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200" lIns="91425" spcFirstLastPara="1" rIns="91425" wrap="square" tIns="70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83" name="Google Shape;1783;p13"/>
            <p:cNvSpPr/>
            <p:nvPr/>
          </p:nvSpPr>
          <p:spPr>
            <a:xfrm>
              <a:off x="1758240" y="4744080"/>
              <a:ext cx="140402" cy="140400"/>
            </a:xfrm>
            <a:custGeom>
              <a:rect b="b" l="l" r="r" t="t"/>
              <a:pathLst>
                <a:path extrusionOk="0" h="2304" w="2303">
                  <a:moveTo>
                    <a:pt x="1149" y="1"/>
                  </a:moveTo>
                  <a:cubicBezTo>
                    <a:pt x="515" y="1"/>
                    <a:pt x="0" y="518"/>
                    <a:pt x="0" y="1154"/>
                  </a:cubicBezTo>
                  <a:cubicBezTo>
                    <a:pt x="0" y="1790"/>
                    <a:pt x="515" y="2303"/>
                    <a:pt x="1149" y="2303"/>
                  </a:cubicBezTo>
                  <a:cubicBezTo>
                    <a:pt x="1786" y="2303"/>
                    <a:pt x="2303" y="1790"/>
                    <a:pt x="2303" y="1154"/>
                  </a:cubicBezTo>
                  <a:cubicBezTo>
                    <a:pt x="2303" y="519"/>
                    <a:pt x="1786" y="3"/>
                    <a:pt x="1149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200" lIns="91425" spcFirstLastPara="1" rIns="91425" wrap="square" tIns="70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84" name="Google Shape;1784;p13"/>
            <p:cNvSpPr/>
            <p:nvPr/>
          </p:nvSpPr>
          <p:spPr>
            <a:xfrm>
              <a:off x="1912320" y="4537800"/>
              <a:ext cx="140402" cy="140039"/>
            </a:xfrm>
            <a:custGeom>
              <a:rect b="b" l="l" r="r" t="t"/>
              <a:pathLst>
                <a:path extrusionOk="0" h="2301" w="2303">
                  <a:moveTo>
                    <a:pt x="1149" y="1"/>
                  </a:moveTo>
                  <a:cubicBezTo>
                    <a:pt x="513" y="1"/>
                    <a:pt x="0" y="517"/>
                    <a:pt x="0" y="1152"/>
                  </a:cubicBezTo>
                  <a:cubicBezTo>
                    <a:pt x="0" y="1788"/>
                    <a:pt x="513" y="2301"/>
                    <a:pt x="1149" y="2301"/>
                  </a:cubicBezTo>
                  <a:cubicBezTo>
                    <a:pt x="1786" y="2301"/>
                    <a:pt x="2303" y="1789"/>
                    <a:pt x="2303" y="1152"/>
                  </a:cubicBezTo>
                  <a:cubicBezTo>
                    <a:pt x="2303" y="517"/>
                    <a:pt x="1787" y="1"/>
                    <a:pt x="1149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200" lIns="91425" spcFirstLastPara="1" rIns="91425" wrap="square" tIns="70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85" name="Google Shape;1785;p13"/>
            <p:cNvSpPr/>
            <p:nvPr/>
          </p:nvSpPr>
          <p:spPr>
            <a:xfrm>
              <a:off x="1912320" y="4122360"/>
              <a:ext cx="140402" cy="140401"/>
            </a:xfrm>
            <a:custGeom>
              <a:rect b="b" l="l" r="r" t="t"/>
              <a:pathLst>
                <a:path extrusionOk="0" h="2306" w="2303">
                  <a:moveTo>
                    <a:pt x="1149" y="0"/>
                  </a:moveTo>
                  <a:cubicBezTo>
                    <a:pt x="513" y="0"/>
                    <a:pt x="0" y="519"/>
                    <a:pt x="0" y="1154"/>
                  </a:cubicBezTo>
                  <a:cubicBezTo>
                    <a:pt x="0" y="1790"/>
                    <a:pt x="513" y="2306"/>
                    <a:pt x="1149" y="2306"/>
                  </a:cubicBezTo>
                  <a:cubicBezTo>
                    <a:pt x="1786" y="2306"/>
                    <a:pt x="2303" y="1790"/>
                    <a:pt x="2303" y="1154"/>
                  </a:cubicBezTo>
                  <a:cubicBezTo>
                    <a:pt x="2303" y="519"/>
                    <a:pt x="1787" y="0"/>
                    <a:pt x="1149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200" lIns="91425" spcFirstLastPara="1" rIns="91425" wrap="square" tIns="70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86" name="Google Shape;1786;p13"/>
            <p:cNvSpPr/>
            <p:nvPr/>
          </p:nvSpPr>
          <p:spPr>
            <a:xfrm>
              <a:off x="1800720" y="4329720"/>
              <a:ext cx="140400" cy="140399"/>
            </a:xfrm>
            <a:custGeom>
              <a:rect b="b" l="l" r="r" t="t"/>
              <a:pathLst>
                <a:path extrusionOk="0" h="2302" w="2304">
                  <a:moveTo>
                    <a:pt x="1154" y="306"/>
                  </a:moveTo>
                  <a:cubicBezTo>
                    <a:pt x="1619" y="306"/>
                    <a:pt x="1999" y="685"/>
                    <a:pt x="1999" y="1150"/>
                  </a:cubicBezTo>
                  <a:cubicBezTo>
                    <a:pt x="1999" y="1616"/>
                    <a:pt x="1619" y="1993"/>
                    <a:pt x="1154" y="1993"/>
                  </a:cubicBezTo>
                  <a:cubicBezTo>
                    <a:pt x="687" y="1993"/>
                    <a:pt x="310" y="1616"/>
                    <a:pt x="310" y="1150"/>
                  </a:cubicBezTo>
                  <a:cubicBezTo>
                    <a:pt x="310" y="685"/>
                    <a:pt x="687" y="306"/>
                    <a:pt x="1154" y="306"/>
                  </a:cubicBezTo>
                  <a:close/>
                  <a:moveTo>
                    <a:pt x="1154" y="0"/>
                  </a:moveTo>
                  <a:cubicBezTo>
                    <a:pt x="518" y="0"/>
                    <a:pt x="1" y="517"/>
                    <a:pt x="1" y="1152"/>
                  </a:cubicBezTo>
                  <a:cubicBezTo>
                    <a:pt x="1" y="1786"/>
                    <a:pt x="518" y="2302"/>
                    <a:pt x="1154" y="2302"/>
                  </a:cubicBezTo>
                  <a:cubicBezTo>
                    <a:pt x="1789" y="2302"/>
                    <a:pt x="2304" y="1787"/>
                    <a:pt x="2304" y="1152"/>
                  </a:cubicBezTo>
                  <a:cubicBezTo>
                    <a:pt x="2304" y="516"/>
                    <a:pt x="1789" y="0"/>
                    <a:pt x="1154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200" lIns="91425" spcFirstLastPara="1" rIns="91425" wrap="square" tIns="70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87" name="Google Shape;1787;p13"/>
            <p:cNvSpPr/>
            <p:nvPr/>
          </p:nvSpPr>
          <p:spPr>
            <a:xfrm>
              <a:off x="1599120" y="4329720"/>
              <a:ext cx="140398" cy="140399"/>
            </a:xfrm>
            <a:custGeom>
              <a:rect b="b" l="l" r="r" t="t"/>
              <a:pathLst>
                <a:path extrusionOk="0" h="2302" w="2307">
                  <a:moveTo>
                    <a:pt x="1153" y="306"/>
                  </a:moveTo>
                  <a:cubicBezTo>
                    <a:pt x="1618" y="306"/>
                    <a:pt x="1999" y="685"/>
                    <a:pt x="1999" y="1150"/>
                  </a:cubicBezTo>
                  <a:cubicBezTo>
                    <a:pt x="1999" y="1616"/>
                    <a:pt x="1618" y="1993"/>
                    <a:pt x="1153" y="1993"/>
                  </a:cubicBezTo>
                  <a:cubicBezTo>
                    <a:pt x="690" y="1993"/>
                    <a:pt x="308" y="1616"/>
                    <a:pt x="308" y="1150"/>
                  </a:cubicBezTo>
                  <a:cubicBezTo>
                    <a:pt x="308" y="685"/>
                    <a:pt x="690" y="306"/>
                    <a:pt x="1153" y="306"/>
                  </a:cubicBezTo>
                  <a:close/>
                  <a:moveTo>
                    <a:pt x="1153" y="0"/>
                  </a:moveTo>
                  <a:cubicBezTo>
                    <a:pt x="518" y="0"/>
                    <a:pt x="1" y="517"/>
                    <a:pt x="1" y="1152"/>
                  </a:cubicBezTo>
                  <a:cubicBezTo>
                    <a:pt x="1" y="1786"/>
                    <a:pt x="518" y="2302"/>
                    <a:pt x="1153" y="2302"/>
                  </a:cubicBezTo>
                  <a:cubicBezTo>
                    <a:pt x="1789" y="2302"/>
                    <a:pt x="2307" y="1787"/>
                    <a:pt x="2307" y="1152"/>
                  </a:cubicBezTo>
                  <a:cubicBezTo>
                    <a:pt x="2307" y="516"/>
                    <a:pt x="1788" y="0"/>
                    <a:pt x="1153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200" lIns="91425" spcFirstLastPara="1" rIns="91425" wrap="square" tIns="70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88" name="Google Shape;1788;p13"/>
            <p:cNvSpPr/>
            <p:nvPr/>
          </p:nvSpPr>
          <p:spPr>
            <a:xfrm>
              <a:off x="1050840" y="4329720"/>
              <a:ext cx="140400" cy="140399"/>
            </a:xfrm>
            <a:custGeom>
              <a:rect b="b" l="l" r="r" t="t"/>
              <a:pathLst>
                <a:path extrusionOk="0" h="2302" w="2304">
                  <a:moveTo>
                    <a:pt x="1149" y="306"/>
                  </a:moveTo>
                  <a:cubicBezTo>
                    <a:pt x="1617" y="306"/>
                    <a:pt x="1996" y="685"/>
                    <a:pt x="1996" y="1150"/>
                  </a:cubicBezTo>
                  <a:cubicBezTo>
                    <a:pt x="1996" y="1616"/>
                    <a:pt x="1617" y="1993"/>
                    <a:pt x="1149" y="1993"/>
                  </a:cubicBezTo>
                  <a:cubicBezTo>
                    <a:pt x="686" y="1993"/>
                    <a:pt x="309" y="1616"/>
                    <a:pt x="309" y="1150"/>
                  </a:cubicBezTo>
                  <a:cubicBezTo>
                    <a:pt x="309" y="685"/>
                    <a:pt x="686" y="306"/>
                    <a:pt x="1149" y="306"/>
                  </a:cubicBezTo>
                  <a:close/>
                  <a:moveTo>
                    <a:pt x="1149" y="0"/>
                  </a:moveTo>
                  <a:cubicBezTo>
                    <a:pt x="515" y="0"/>
                    <a:pt x="0" y="517"/>
                    <a:pt x="0" y="1152"/>
                  </a:cubicBezTo>
                  <a:cubicBezTo>
                    <a:pt x="0" y="1786"/>
                    <a:pt x="515" y="2302"/>
                    <a:pt x="1149" y="2302"/>
                  </a:cubicBezTo>
                  <a:cubicBezTo>
                    <a:pt x="1784" y="2302"/>
                    <a:pt x="2303" y="1787"/>
                    <a:pt x="2303" y="1152"/>
                  </a:cubicBezTo>
                  <a:cubicBezTo>
                    <a:pt x="2303" y="516"/>
                    <a:pt x="1786" y="0"/>
                    <a:pt x="1149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200" lIns="91425" spcFirstLastPara="1" rIns="91425" wrap="square" tIns="70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89" name="Google Shape;1789;p13"/>
            <p:cNvSpPr/>
            <p:nvPr/>
          </p:nvSpPr>
          <p:spPr>
            <a:xfrm>
              <a:off x="1186920" y="4566600"/>
              <a:ext cx="140400" cy="140759"/>
            </a:xfrm>
            <a:custGeom>
              <a:rect b="b" l="l" r="r" t="t"/>
              <a:pathLst>
                <a:path extrusionOk="0" h="2308" w="2304">
                  <a:moveTo>
                    <a:pt x="1150" y="309"/>
                  </a:moveTo>
                  <a:cubicBezTo>
                    <a:pt x="1618" y="309"/>
                    <a:pt x="1997" y="688"/>
                    <a:pt x="1995" y="1154"/>
                  </a:cubicBezTo>
                  <a:cubicBezTo>
                    <a:pt x="1995" y="1617"/>
                    <a:pt x="1618" y="1999"/>
                    <a:pt x="1150" y="1999"/>
                  </a:cubicBezTo>
                  <a:cubicBezTo>
                    <a:pt x="687" y="1999"/>
                    <a:pt x="305" y="1617"/>
                    <a:pt x="305" y="1154"/>
                  </a:cubicBezTo>
                  <a:cubicBezTo>
                    <a:pt x="305" y="688"/>
                    <a:pt x="687" y="309"/>
                    <a:pt x="1150" y="309"/>
                  </a:cubicBezTo>
                  <a:close/>
                  <a:moveTo>
                    <a:pt x="1150" y="0"/>
                  </a:moveTo>
                  <a:cubicBezTo>
                    <a:pt x="514" y="0"/>
                    <a:pt x="1" y="518"/>
                    <a:pt x="1" y="1154"/>
                  </a:cubicBezTo>
                  <a:cubicBezTo>
                    <a:pt x="1" y="1790"/>
                    <a:pt x="517" y="2308"/>
                    <a:pt x="1150" y="2308"/>
                  </a:cubicBezTo>
                  <a:cubicBezTo>
                    <a:pt x="1786" y="2308"/>
                    <a:pt x="2304" y="1790"/>
                    <a:pt x="2304" y="1154"/>
                  </a:cubicBezTo>
                  <a:cubicBezTo>
                    <a:pt x="2304" y="518"/>
                    <a:pt x="1786" y="0"/>
                    <a:pt x="1150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550" lIns="91425" spcFirstLastPara="1" rIns="91425" wrap="square" tIns="705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90" name="Google Shape;1790;p13"/>
            <p:cNvSpPr/>
            <p:nvPr/>
          </p:nvSpPr>
          <p:spPr>
            <a:xfrm>
              <a:off x="1186920" y="4089600"/>
              <a:ext cx="140400" cy="140402"/>
            </a:xfrm>
            <a:custGeom>
              <a:rect b="b" l="l" r="r" t="t"/>
              <a:pathLst>
                <a:path extrusionOk="0" h="2303" w="2304">
                  <a:moveTo>
                    <a:pt x="1150" y="309"/>
                  </a:moveTo>
                  <a:cubicBezTo>
                    <a:pt x="1618" y="309"/>
                    <a:pt x="1997" y="687"/>
                    <a:pt x="1995" y="1152"/>
                  </a:cubicBezTo>
                  <a:cubicBezTo>
                    <a:pt x="1995" y="1620"/>
                    <a:pt x="1618" y="1997"/>
                    <a:pt x="1150" y="1997"/>
                  </a:cubicBezTo>
                  <a:cubicBezTo>
                    <a:pt x="687" y="1997"/>
                    <a:pt x="305" y="1620"/>
                    <a:pt x="305" y="1152"/>
                  </a:cubicBezTo>
                  <a:cubicBezTo>
                    <a:pt x="305" y="687"/>
                    <a:pt x="687" y="309"/>
                    <a:pt x="1150" y="309"/>
                  </a:cubicBezTo>
                  <a:close/>
                  <a:moveTo>
                    <a:pt x="1150" y="0"/>
                  </a:moveTo>
                  <a:cubicBezTo>
                    <a:pt x="514" y="0"/>
                    <a:pt x="1" y="516"/>
                    <a:pt x="1" y="1151"/>
                  </a:cubicBezTo>
                  <a:cubicBezTo>
                    <a:pt x="1" y="1786"/>
                    <a:pt x="517" y="2303"/>
                    <a:pt x="1150" y="2303"/>
                  </a:cubicBezTo>
                  <a:cubicBezTo>
                    <a:pt x="1786" y="2303"/>
                    <a:pt x="2304" y="1786"/>
                    <a:pt x="2304" y="1151"/>
                  </a:cubicBezTo>
                  <a:cubicBezTo>
                    <a:pt x="2304" y="516"/>
                    <a:pt x="1786" y="0"/>
                    <a:pt x="1150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200" lIns="91425" spcFirstLastPara="1" rIns="91425" wrap="square" tIns="70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91" name="Google Shape;1791;p13"/>
            <p:cNvSpPr/>
            <p:nvPr/>
          </p:nvSpPr>
          <p:spPr>
            <a:xfrm>
              <a:off x="1464120" y="4089600"/>
              <a:ext cx="140759" cy="140402"/>
            </a:xfrm>
            <a:custGeom>
              <a:rect b="b" l="l" r="r" t="t"/>
              <a:pathLst>
                <a:path extrusionOk="0" h="2303" w="2308">
                  <a:moveTo>
                    <a:pt x="1154" y="309"/>
                  </a:moveTo>
                  <a:cubicBezTo>
                    <a:pt x="1619" y="309"/>
                    <a:pt x="1998" y="687"/>
                    <a:pt x="1998" y="1152"/>
                  </a:cubicBezTo>
                  <a:cubicBezTo>
                    <a:pt x="1998" y="1620"/>
                    <a:pt x="1619" y="1997"/>
                    <a:pt x="1154" y="1997"/>
                  </a:cubicBezTo>
                  <a:cubicBezTo>
                    <a:pt x="690" y="1997"/>
                    <a:pt x="309" y="1620"/>
                    <a:pt x="309" y="1152"/>
                  </a:cubicBezTo>
                  <a:cubicBezTo>
                    <a:pt x="309" y="687"/>
                    <a:pt x="690" y="309"/>
                    <a:pt x="1154" y="309"/>
                  </a:cubicBezTo>
                  <a:close/>
                  <a:moveTo>
                    <a:pt x="1154" y="0"/>
                  </a:moveTo>
                  <a:cubicBezTo>
                    <a:pt x="518" y="0"/>
                    <a:pt x="0" y="516"/>
                    <a:pt x="0" y="1151"/>
                  </a:cubicBezTo>
                  <a:cubicBezTo>
                    <a:pt x="0" y="1786"/>
                    <a:pt x="520" y="2303"/>
                    <a:pt x="1154" y="2303"/>
                  </a:cubicBezTo>
                  <a:cubicBezTo>
                    <a:pt x="1789" y="2303"/>
                    <a:pt x="2306" y="1786"/>
                    <a:pt x="2307" y="1151"/>
                  </a:cubicBezTo>
                  <a:cubicBezTo>
                    <a:pt x="2307" y="516"/>
                    <a:pt x="1790" y="0"/>
                    <a:pt x="1154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200" lIns="91425" spcFirstLastPara="1" rIns="91425" wrap="square" tIns="70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92" name="Google Shape;1792;p13"/>
            <p:cNvSpPr/>
            <p:nvPr/>
          </p:nvSpPr>
          <p:spPr>
            <a:xfrm>
              <a:off x="1464120" y="4566600"/>
              <a:ext cx="140759" cy="140759"/>
            </a:xfrm>
            <a:custGeom>
              <a:rect b="b" l="l" r="r" t="t"/>
              <a:pathLst>
                <a:path extrusionOk="0" h="2308" w="2308">
                  <a:moveTo>
                    <a:pt x="1154" y="309"/>
                  </a:moveTo>
                  <a:cubicBezTo>
                    <a:pt x="1619" y="309"/>
                    <a:pt x="1998" y="688"/>
                    <a:pt x="1998" y="1154"/>
                  </a:cubicBezTo>
                  <a:cubicBezTo>
                    <a:pt x="1998" y="1617"/>
                    <a:pt x="1619" y="1999"/>
                    <a:pt x="1154" y="1999"/>
                  </a:cubicBezTo>
                  <a:cubicBezTo>
                    <a:pt x="690" y="1999"/>
                    <a:pt x="309" y="1617"/>
                    <a:pt x="309" y="1154"/>
                  </a:cubicBezTo>
                  <a:cubicBezTo>
                    <a:pt x="309" y="688"/>
                    <a:pt x="690" y="309"/>
                    <a:pt x="1154" y="309"/>
                  </a:cubicBezTo>
                  <a:close/>
                  <a:moveTo>
                    <a:pt x="1154" y="0"/>
                  </a:moveTo>
                  <a:cubicBezTo>
                    <a:pt x="518" y="0"/>
                    <a:pt x="0" y="518"/>
                    <a:pt x="0" y="1154"/>
                  </a:cubicBezTo>
                  <a:cubicBezTo>
                    <a:pt x="0" y="1790"/>
                    <a:pt x="520" y="2308"/>
                    <a:pt x="1154" y="2308"/>
                  </a:cubicBezTo>
                  <a:cubicBezTo>
                    <a:pt x="1789" y="2308"/>
                    <a:pt x="2307" y="1790"/>
                    <a:pt x="2307" y="1154"/>
                  </a:cubicBezTo>
                  <a:cubicBezTo>
                    <a:pt x="2307" y="518"/>
                    <a:pt x="1790" y="0"/>
                    <a:pt x="1154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550" lIns="91425" spcFirstLastPara="1" rIns="91425" wrap="square" tIns="705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93" name="Google Shape;1793;p13"/>
            <p:cNvSpPr/>
            <p:nvPr/>
          </p:nvSpPr>
          <p:spPr>
            <a:xfrm>
              <a:off x="997920" y="3974760"/>
              <a:ext cx="122759" cy="13680"/>
            </a:xfrm>
            <a:custGeom>
              <a:rect b="b" l="l" r="r" t="t"/>
              <a:pathLst>
                <a:path extrusionOk="0" h="231" w="2015">
                  <a:moveTo>
                    <a:pt x="1" y="1"/>
                  </a:moveTo>
                  <a:lnTo>
                    <a:pt x="1" y="230"/>
                  </a:lnTo>
                  <a:lnTo>
                    <a:pt x="2014" y="230"/>
                  </a:lnTo>
                  <a:lnTo>
                    <a:pt x="2014" y="1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25" lIns="91425" spcFirstLastPara="1" rIns="91425" wrap="square" tIns="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94" name="Google Shape;1794;p13"/>
            <p:cNvSpPr/>
            <p:nvPr/>
          </p:nvSpPr>
          <p:spPr>
            <a:xfrm>
              <a:off x="1196640" y="3811320"/>
              <a:ext cx="66601" cy="127441"/>
            </a:xfrm>
            <a:custGeom>
              <a:rect b="b" l="l" r="r" t="t"/>
              <a:pathLst>
                <a:path extrusionOk="0" h="2091" w="1096">
                  <a:moveTo>
                    <a:pt x="885" y="1"/>
                  </a:moveTo>
                  <a:lnTo>
                    <a:pt x="0" y="1997"/>
                  </a:lnTo>
                  <a:lnTo>
                    <a:pt x="210" y="2091"/>
                  </a:lnTo>
                  <a:lnTo>
                    <a:pt x="1096" y="94"/>
                  </a:lnTo>
                  <a:lnTo>
                    <a:pt x="885" y="1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3700" lIns="91425" spcFirstLastPara="1" rIns="91425" wrap="square" tIns="63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95" name="Google Shape;1795;p13"/>
            <p:cNvSpPr/>
            <p:nvPr/>
          </p:nvSpPr>
          <p:spPr>
            <a:xfrm>
              <a:off x="1185480" y="4025520"/>
              <a:ext cx="53639" cy="83880"/>
            </a:xfrm>
            <a:custGeom>
              <a:rect b="b" l="l" r="r" t="t"/>
              <a:pathLst>
                <a:path extrusionOk="0" h="1377" w="884">
                  <a:moveTo>
                    <a:pt x="203" y="0"/>
                  </a:moveTo>
                  <a:lnTo>
                    <a:pt x="0" y="109"/>
                  </a:lnTo>
                  <a:lnTo>
                    <a:pt x="680" y="1376"/>
                  </a:lnTo>
                  <a:lnTo>
                    <a:pt x="883" y="1267"/>
                  </a:lnTo>
                  <a:lnTo>
                    <a:pt x="203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2100" lIns="91425" spcFirstLastPara="1" rIns="91425" wrap="square" tIns="42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96" name="Google Shape;1796;p13"/>
            <p:cNvSpPr/>
            <p:nvPr/>
          </p:nvSpPr>
          <p:spPr>
            <a:xfrm>
              <a:off x="1318680" y="4152960"/>
              <a:ext cx="161283" cy="13680"/>
            </a:xfrm>
            <a:custGeom>
              <a:rect b="b" l="l" r="r" t="t"/>
              <a:pathLst>
                <a:path extrusionOk="0" h="232" w="2648">
                  <a:moveTo>
                    <a:pt x="0" y="0"/>
                  </a:moveTo>
                  <a:lnTo>
                    <a:pt x="0" y="231"/>
                  </a:lnTo>
                  <a:lnTo>
                    <a:pt x="2647" y="231"/>
                  </a:lnTo>
                  <a:lnTo>
                    <a:pt x="2647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25" lIns="91425" spcFirstLastPara="1" rIns="91425" wrap="square" tIns="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97" name="Google Shape;1797;p13"/>
            <p:cNvSpPr/>
            <p:nvPr/>
          </p:nvSpPr>
          <p:spPr>
            <a:xfrm>
              <a:off x="978120" y="4393080"/>
              <a:ext cx="82441" cy="13680"/>
            </a:xfrm>
            <a:custGeom>
              <a:rect b="b" l="l" r="r" t="t"/>
              <a:pathLst>
                <a:path extrusionOk="0" h="232" w="1356">
                  <a:moveTo>
                    <a:pt x="1" y="1"/>
                  </a:moveTo>
                  <a:lnTo>
                    <a:pt x="1" y="232"/>
                  </a:lnTo>
                  <a:lnTo>
                    <a:pt x="1356" y="232"/>
                  </a:lnTo>
                  <a:lnTo>
                    <a:pt x="1356" y="1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25" lIns="91425" spcFirstLastPara="1" rIns="91425" wrap="square" tIns="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98" name="Google Shape;1798;p13"/>
            <p:cNvSpPr/>
            <p:nvPr/>
          </p:nvSpPr>
          <p:spPr>
            <a:xfrm>
              <a:off x="1143720" y="4215240"/>
              <a:ext cx="90000" cy="134279"/>
            </a:xfrm>
            <a:custGeom>
              <a:rect b="b" l="l" r="r" t="t"/>
              <a:pathLst>
                <a:path extrusionOk="0" h="2206" w="1481">
                  <a:moveTo>
                    <a:pt x="1285" y="1"/>
                  </a:moveTo>
                  <a:lnTo>
                    <a:pt x="1" y="2085"/>
                  </a:lnTo>
                  <a:lnTo>
                    <a:pt x="196" y="2206"/>
                  </a:lnTo>
                  <a:lnTo>
                    <a:pt x="1480" y="121"/>
                  </a:lnTo>
                  <a:lnTo>
                    <a:pt x="1285" y="1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7300" lIns="91425" spcFirstLastPara="1" rIns="91425" wrap="square" tIns="67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99" name="Google Shape;1799;p13"/>
            <p:cNvSpPr/>
            <p:nvPr/>
          </p:nvSpPr>
          <p:spPr>
            <a:xfrm>
              <a:off x="1146600" y="4459680"/>
              <a:ext cx="89280" cy="127441"/>
            </a:xfrm>
            <a:custGeom>
              <a:rect b="b" l="l" r="r" t="t"/>
              <a:pathLst>
                <a:path extrusionOk="0" h="2091" w="1468">
                  <a:moveTo>
                    <a:pt x="193" y="0"/>
                  </a:moveTo>
                  <a:lnTo>
                    <a:pt x="0" y="126"/>
                  </a:lnTo>
                  <a:lnTo>
                    <a:pt x="1273" y="2091"/>
                  </a:lnTo>
                  <a:lnTo>
                    <a:pt x="1467" y="1966"/>
                  </a:lnTo>
                  <a:lnTo>
                    <a:pt x="193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3700" lIns="91425" spcFirstLastPara="1" rIns="91425" wrap="square" tIns="63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00" name="Google Shape;1800;p13"/>
            <p:cNvSpPr/>
            <p:nvPr/>
          </p:nvSpPr>
          <p:spPr>
            <a:xfrm>
              <a:off x="1318680" y="4633200"/>
              <a:ext cx="163799" cy="13680"/>
            </a:xfrm>
            <a:custGeom>
              <a:rect b="b" l="l" r="r" t="t"/>
              <a:pathLst>
                <a:path extrusionOk="0" h="232" w="2686">
                  <a:moveTo>
                    <a:pt x="0" y="1"/>
                  </a:moveTo>
                  <a:lnTo>
                    <a:pt x="0" y="232"/>
                  </a:lnTo>
                  <a:lnTo>
                    <a:pt x="2685" y="232"/>
                  </a:lnTo>
                  <a:lnTo>
                    <a:pt x="2685" y="1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25" lIns="91425" spcFirstLastPara="1" rIns="91425" wrap="square" tIns="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01" name="Google Shape;1801;p13"/>
            <p:cNvSpPr/>
            <p:nvPr/>
          </p:nvSpPr>
          <p:spPr>
            <a:xfrm>
              <a:off x="1169640" y="4687200"/>
              <a:ext cx="63719" cy="77760"/>
            </a:xfrm>
            <a:custGeom>
              <a:rect b="b" l="l" r="r" t="t"/>
              <a:pathLst>
                <a:path extrusionOk="0" h="1277" w="1049">
                  <a:moveTo>
                    <a:pt x="865" y="1"/>
                  </a:moveTo>
                  <a:lnTo>
                    <a:pt x="1" y="1137"/>
                  </a:lnTo>
                  <a:lnTo>
                    <a:pt x="184" y="1276"/>
                  </a:lnTo>
                  <a:lnTo>
                    <a:pt x="1048" y="141"/>
                  </a:lnTo>
                  <a:lnTo>
                    <a:pt x="865" y="1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8875" lIns="91425" spcFirstLastPara="1" rIns="91425" wrap="square" tIns="38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02" name="Google Shape;1802;p13"/>
            <p:cNvSpPr/>
            <p:nvPr/>
          </p:nvSpPr>
          <p:spPr>
            <a:xfrm>
              <a:off x="997920" y="4797720"/>
              <a:ext cx="111960" cy="13680"/>
            </a:xfrm>
            <a:custGeom>
              <a:rect b="b" l="l" r="r" t="t"/>
              <a:pathLst>
                <a:path extrusionOk="0" h="232" w="1841">
                  <a:moveTo>
                    <a:pt x="1" y="1"/>
                  </a:moveTo>
                  <a:lnTo>
                    <a:pt x="1" y="232"/>
                  </a:lnTo>
                  <a:lnTo>
                    <a:pt x="1840" y="232"/>
                  </a:lnTo>
                  <a:lnTo>
                    <a:pt x="1840" y="1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25" lIns="91425" spcFirstLastPara="1" rIns="91425" wrap="square" tIns="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03" name="Google Shape;1803;p13"/>
            <p:cNvSpPr/>
            <p:nvPr/>
          </p:nvSpPr>
          <p:spPr>
            <a:xfrm>
              <a:off x="1168560" y="4846680"/>
              <a:ext cx="49679" cy="106200"/>
            </a:xfrm>
            <a:custGeom>
              <a:rect b="b" l="l" r="r" t="t"/>
              <a:pathLst>
                <a:path extrusionOk="0" h="1747" w="818">
                  <a:moveTo>
                    <a:pt x="217" y="1"/>
                  </a:moveTo>
                  <a:lnTo>
                    <a:pt x="0" y="79"/>
                  </a:lnTo>
                  <a:lnTo>
                    <a:pt x="601" y="1747"/>
                  </a:lnTo>
                  <a:lnTo>
                    <a:pt x="818" y="1669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275" lIns="91425" spcFirstLastPara="1" rIns="91425" wrap="square" tIns="53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04" name="Google Shape;1804;p13"/>
            <p:cNvSpPr/>
            <p:nvPr/>
          </p:nvSpPr>
          <p:spPr>
            <a:xfrm>
              <a:off x="1669680" y="4807440"/>
              <a:ext cx="158401" cy="13680"/>
            </a:xfrm>
            <a:custGeom>
              <a:rect b="b" l="l" r="r" t="t"/>
              <a:pathLst>
                <a:path extrusionOk="0" h="230" w="2601">
                  <a:moveTo>
                    <a:pt x="0" y="0"/>
                  </a:moveTo>
                  <a:lnTo>
                    <a:pt x="0" y="230"/>
                  </a:lnTo>
                  <a:lnTo>
                    <a:pt x="2600" y="230"/>
                  </a:lnTo>
                  <a:lnTo>
                    <a:pt x="260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25" lIns="91425" spcFirstLastPara="1" rIns="91425" wrap="square" tIns="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05" name="Google Shape;1805;p13"/>
            <p:cNvSpPr/>
            <p:nvPr/>
          </p:nvSpPr>
          <p:spPr>
            <a:xfrm>
              <a:off x="1553760" y="4687920"/>
              <a:ext cx="51481" cy="89998"/>
            </a:xfrm>
            <a:custGeom>
              <a:rect b="b" l="l" r="r" t="t"/>
              <a:pathLst>
                <a:path extrusionOk="0" h="1482" w="847">
                  <a:moveTo>
                    <a:pt x="211" y="0"/>
                  </a:moveTo>
                  <a:lnTo>
                    <a:pt x="1" y="97"/>
                  </a:lnTo>
                  <a:lnTo>
                    <a:pt x="637" y="1481"/>
                  </a:lnTo>
                  <a:lnTo>
                    <a:pt x="847" y="1385"/>
                  </a:lnTo>
                  <a:lnTo>
                    <a:pt x="211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000" lIns="91425" spcFirstLastPara="1" rIns="91425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06" name="Google Shape;1806;p13"/>
            <p:cNvSpPr/>
            <p:nvPr/>
          </p:nvSpPr>
          <p:spPr>
            <a:xfrm>
              <a:off x="1554480" y="4453560"/>
              <a:ext cx="91798" cy="133559"/>
            </a:xfrm>
            <a:custGeom>
              <a:rect b="b" l="l" r="r" t="t"/>
              <a:pathLst>
                <a:path extrusionOk="0" h="2192" w="1506">
                  <a:moveTo>
                    <a:pt x="1310" y="0"/>
                  </a:moveTo>
                  <a:lnTo>
                    <a:pt x="0" y="2068"/>
                  </a:lnTo>
                  <a:lnTo>
                    <a:pt x="194" y="2191"/>
                  </a:lnTo>
                  <a:lnTo>
                    <a:pt x="1505" y="124"/>
                  </a:lnTo>
                  <a:lnTo>
                    <a:pt x="131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6950" lIns="91425" spcFirstLastPara="1" rIns="91425" wrap="square" tIns="66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07" name="Google Shape;1807;p13"/>
            <p:cNvSpPr/>
            <p:nvPr/>
          </p:nvSpPr>
          <p:spPr>
            <a:xfrm>
              <a:off x="1564200" y="4210920"/>
              <a:ext cx="82442" cy="138240"/>
            </a:xfrm>
            <a:custGeom>
              <a:rect b="b" l="l" r="r" t="t"/>
              <a:pathLst>
                <a:path extrusionOk="0" h="2268" w="1353">
                  <a:moveTo>
                    <a:pt x="203" y="1"/>
                  </a:moveTo>
                  <a:lnTo>
                    <a:pt x="1" y="108"/>
                  </a:lnTo>
                  <a:lnTo>
                    <a:pt x="1148" y="2268"/>
                  </a:lnTo>
                  <a:lnTo>
                    <a:pt x="1352" y="2160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9100" lIns="91425" spcFirstLastPara="1" rIns="91425" wrap="square" tIns="69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08" name="Google Shape;1808;p13"/>
            <p:cNvSpPr/>
            <p:nvPr/>
          </p:nvSpPr>
          <p:spPr>
            <a:xfrm>
              <a:off x="1564920" y="4024440"/>
              <a:ext cx="66601" cy="85321"/>
            </a:xfrm>
            <a:custGeom>
              <a:rect b="b" l="l" r="r" t="t"/>
              <a:pathLst>
                <a:path extrusionOk="0" h="1401" w="1095">
                  <a:moveTo>
                    <a:pt x="907" y="1"/>
                  </a:moveTo>
                  <a:lnTo>
                    <a:pt x="0" y="1268"/>
                  </a:lnTo>
                  <a:lnTo>
                    <a:pt x="189" y="1401"/>
                  </a:lnTo>
                  <a:lnTo>
                    <a:pt x="1094" y="135"/>
                  </a:lnTo>
                  <a:lnTo>
                    <a:pt x="907" y="1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2825" lIns="91425" spcFirstLastPara="1" rIns="91425" wrap="square" tIns="42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09" name="Google Shape;1809;p13"/>
            <p:cNvSpPr/>
            <p:nvPr/>
          </p:nvSpPr>
          <p:spPr>
            <a:xfrm>
              <a:off x="1731960" y="4393080"/>
              <a:ext cx="78840" cy="13680"/>
            </a:xfrm>
            <a:custGeom>
              <a:rect b="b" l="l" r="r" t="t"/>
              <a:pathLst>
                <a:path extrusionOk="0" h="232" w="1299">
                  <a:moveTo>
                    <a:pt x="1" y="1"/>
                  </a:moveTo>
                  <a:lnTo>
                    <a:pt x="1" y="232"/>
                  </a:lnTo>
                  <a:lnTo>
                    <a:pt x="1299" y="232"/>
                  </a:lnTo>
                  <a:lnTo>
                    <a:pt x="1299" y="1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25" lIns="91425" spcFirstLastPara="1" rIns="91425" wrap="square" tIns="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10" name="Google Shape;1810;p13"/>
            <p:cNvSpPr/>
            <p:nvPr/>
          </p:nvSpPr>
          <p:spPr>
            <a:xfrm>
              <a:off x="1897920" y="4226760"/>
              <a:ext cx="74161" cy="122042"/>
            </a:xfrm>
            <a:custGeom>
              <a:rect b="b" l="l" r="r" t="t"/>
              <a:pathLst>
                <a:path extrusionOk="0" h="2002" w="1220">
                  <a:moveTo>
                    <a:pt x="1016" y="0"/>
                  </a:moveTo>
                  <a:lnTo>
                    <a:pt x="0" y="1894"/>
                  </a:lnTo>
                  <a:lnTo>
                    <a:pt x="203" y="2001"/>
                  </a:lnTo>
                  <a:lnTo>
                    <a:pt x="1219" y="108"/>
                  </a:lnTo>
                  <a:lnTo>
                    <a:pt x="1016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1200" lIns="91425" spcFirstLastPara="1" rIns="91425" wrap="square" tIns="6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11" name="Google Shape;1811;p13"/>
            <p:cNvSpPr/>
            <p:nvPr/>
          </p:nvSpPr>
          <p:spPr>
            <a:xfrm>
              <a:off x="1898280" y="4450320"/>
              <a:ext cx="80281" cy="119882"/>
            </a:xfrm>
            <a:custGeom>
              <a:rect b="b" l="l" r="r" t="t"/>
              <a:pathLst>
                <a:path extrusionOk="0" h="1966" w="1319">
                  <a:moveTo>
                    <a:pt x="197" y="0"/>
                  </a:moveTo>
                  <a:lnTo>
                    <a:pt x="0" y="120"/>
                  </a:lnTo>
                  <a:lnTo>
                    <a:pt x="1121" y="1966"/>
                  </a:lnTo>
                  <a:lnTo>
                    <a:pt x="1318" y="1847"/>
                  </a:lnTo>
                  <a:lnTo>
                    <a:pt x="197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0100" lIns="91425" spcFirstLastPara="1" rIns="91425" wrap="square" tIns="60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812" name="Google Shape;1812;p13"/>
          <p:cNvGrpSpPr/>
          <p:nvPr/>
        </p:nvGrpSpPr>
        <p:grpSpPr>
          <a:xfrm>
            <a:off x="4808520" y="43200"/>
            <a:ext cx="709920" cy="716401"/>
            <a:chOff x="4808520" y="43200"/>
            <a:chExt cx="709920" cy="716401"/>
          </a:xfrm>
        </p:grpSpPr>
        <p:sp>
          <p:nvSpPr>
            <p:cNvPr id="1813" name="Google Shape;1813;p13"/>
            <p:cNvSpPr/>
            <p:nvPr/>
          </p:nvSpPr>
          <p:spPr>
            <a:xfrm>
              <a:off x="4903200" y="534960"/>
              <a:ext cx="113761" cy="128520"/>
            </a:xfrm>
            <a:custGeom>
              <a:rect b="b" l="l" r="r" t="t"/>
              <a:pathLst>
                <a:path extrusionOk="0" h="2110" w="1871">
                  <a:moveTo>
                    <a:pt x="832" y="0"/>
                  </a:moveTo>
                  <a:cubicBezTo>
                    <a:pt x="821" y="0"/>
                    <a:pt x="810" y="2"/>
                    <a:pt x="798" y="5"/>
                  </a:cubicBezTo>
                  <a:cubicBezTo>
                    <a:pt x="526" y="83"/>
                    <a:pt x="325" y="361"/>
                    <a:pt x="190" y="594"/>
                  </a:cubicBezTo>
                  <a:cubicBezTo>
                    <a:pt x="54" y="830"/>
                    <a:pt x="0" y="1097"/>
                    <a:pt x="50" y="1367"/>
                  </a:cubicBezTo>
                  <a:cubicBezTo>
                    <a:pt x="97" y="1617"/>
                    <a:pt x="238" y="1856"/>
                    <a:pt x="452" y="1998"/>
                  </a:cubicBezTo>
                  <a:cubicBezTo>
                    <a:pt x="569" y="2075"/>
                    <a:pt x="700" y="2110"/>
                    <a:pt x="831" y="2110"/>
                  </a:cubicBezTo>
                  <a:cubicBezTo>
                    <a:pt x="952" y="2110"/>
                    <a:pt x="1074" y="2080"/>
                    <a:pt x="1188" y="2025"/>
                  </a:cubicBezTo>
                  <a:cubicBezTo>
                    <a:pt x="1514" y="1868"/>
                    <a:pt x="1808" y="1517"/>
                    <a:pt x="1862" y="1156"/>
                  </a:cubicBezTo>
                  <a:cubicBezTo>
                    <a:pt x="1871" y="1095"/>
                    <a:pt x="1847" y="1033"/>
                    <a:pt x="1783" y="1014"/>
                  </a:cubicBezTo>
                  <a:cubicBezTo>
                    <a:pt x="1774" y="1012"/>
                    <a:pt x="1765" y="1011"/>
                    <a:pt x="1755" y="1011"/>
                  </a:cubicBezTo>
                  <a:cubicBezTo>
                    <a:pt x="1705" y="1011"/>
                    <a:pt x="1648" y="1044"/>
                    <a:pt x="1641" y="1095"/>
                  </a:cubicBezTo>
                  <a:cubicBezTo>
                    <a:pt x="1600" y="1372"/>
                    <a:pt x="1407" y="1612"/>
                    <a:pt x="1178" y="1764"/>
                  </a:cubicBezTo>
                  <a:cubicBezTo>
                    <a:pt x="1073" y="1834"/>
                    <a:pt x="952" y="1880"/>
                    <a:pt x="831" y="1880"/>
                  </a:cubicBezTo>
                  <a:cubicBezTo>
                    <a:pt x="758" y="1880"/>
                    <a:pt x="686" y="1864"/>
                    <a:pt x="617" y="1826"/>
                  </a:cubicBezTo>
                  <a:cubicBezTo>
                    <a:pt x="250" y="1629"/>
                    <a:pt x="179" y="1116"/>
                    <a:pt x="356" y="771"/>
                  </a:cubicBezTo>
                  <a:cubicBezTo>
                    <a:pt x="415" y="659"/>
                    <a:pt x="486" y="551"/>
                    <a:pt x="567" y="455"/>
                  </a:cubicBezTo>
                  <a:cubicBezTo>
                    <a:pt x="645" y="363"/>
                    <a:pt x="741" y="261"/>
                    <a:pt x="862" y="226"/>
                  </a:cubicBezTo>
                  <a:cubicBezTo>
                    <a:pt x="989" y="191"/>
                    <a:pt x="950" y="0"/>
                    <a:pt x="832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4425" lIns="91425" spcFirstLastPara="1" rIns="91425" wrap="square" tIns="64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14" name="Google Shape;1814;p13"/>
            <p:cNvSpPr/>
            <p:nvPr/>
          </p:nvSpPr>
          <p:spPr>
            <a:xfrm>
              <a:off x="5002560" y="598320"/>
              <a:ext cx="96839" cy="59399"/>
            </a:xfrm>
            <a:custGeom>
              <a:rect b="b" l="l" r="r" t="t"/>
              <a:pathLst>
                <a:path extrusionOk="0" h="978" w="1590">
                  <a:moveTo>
                    <a:pt x="127" y="0"/>
                  </a:moveTo>
                  <a:cubicBezTo>
                    <a:pt x="88" y="0"/>
                    <a:pt x="52" y="17"/>
                    <a:pt x="29" y="54"/>
                  </a:cubicBezTo>
                  <a:cubicBezTo>
                    <a:pt x="1" y="104"/>
                    <a:pt x="14" y="186"/>
                    <a:pt x="70" y="211"/>
                  </a:cubicBezTo>
                  <a:cubicBezTo>
                    <a:pt x="206" y="272"/>
                    <a:pt x="290" y="414"/>
                    <a:pt x="396" y="510"/>
                  </a:cubicBezTo>
                  <a:cubicBezTo>
                    <a:pt x="488" y="595"/>
                    <a:pt x="602" y="659"/>
                    <a:pt x="709" y="723"/>
                  </a:cubicBezTo>
                  <a:cubicBezTo>
                    <a:pt x="830" y="797"/>
                    <a:pt x="955" y="862"/>
                    <a:pt x="1085" y="914"/>
                  </a:cubicBezTo>
                  <a:cubicBezTo>
                    <a:pt x="1172" y="949"/>
                    <a:pt x="1266" y="978"/>
                    <a:pt x="1361" y="978"/>
                  </a:cubicBezTo>
                  <a:cubicBezTo>
                    <a:pt x="1392" y="978"/>
                    <a:pt x="1423" y="975"/>
                    <a:pt x="1453" y="968"/>
                  </a:cubicBezTo>
                  <a:cubicBezTo>
                    <a:pt x="1589" y="938"/>
                    <a:pt x="1545" y="744"/>
                    <a:pt x="1420" y="744"/>
                  </a:cubicBezTo>
                  <a:cubicBezTo>
                    <a:pt x="1411" y="744"/>
                    <a:pt x="1401" y="745"/>
                    <a:pt x="1391" y="747"/>
                  </a:cubicBezTo>
                  <a:cubicBezTo>
                    <a:pt x="1389" y="747"/>
                    <a:pt x="1387" y="748"/>
                    <a:pt x="1386" y="748"/>
                  </a:cubicBezTo>
                  <a:lnTo>
                    <a:pt x="1386" y="748"/>
                  </a:lnTo>
                  <a:cubicBezTo>
                    <a:pt x="1386" y="748"/>
                    <a:pt x="1385" y="748"/>
                    <a:pt x="1385" y="748"/>
                  </a:cubicBezTo>
                  <a:cubicBezTo>
                    <a:pt x="1383" y="748"/>
                    <a:pt x="1380" y="748"/>
                    <a:pt x="1377" y="748"/>
                  </a:cubicBezTo>
                  <a:lnTo>
                    <a:pt x="1340" y="748"/>
                  </a:lnTo>
                  <a:cubicBezTo>
                    <a:pt x="1326" y="748"/>
                    <a:pt x="1310" y="745"/>
                    <a:pt x="1285" y="740"/>
                  </a:cubicBezTo>
                  <a:cubicBezTo>
                    <a:pt x="1232" y="727"/>
                    <a:pt x="1178" y="707"/>
                    <a:pt x="1127" y="686"/>
                  </a:cubicBezTo>
                  <a:cubicBezTo>
                    <a:pt x="1008" y="635"/>
                    <a:pt x="895" y="570"/>
                    <a:pt x="786" y="502"/>
                  </a:cubicBezTo>
                  <a:cubicBezTo>
                    <a:pt x="688" y="442"/>
                    <a:pt x="593" y="386"/>
                    <a:pt x="512" y="302"/>
                  </a:cubicBezTo>
                  <a:cubicBezTo>
                    <a:pt x="413" y="200"/>
                    <a:pt x="321" y="74"/>
                    <a:pt x="187" y="13"/>
                  </a:cubicBezTo>
                  <a:cubicBezTo>
                    <a:pt x="167" y="5"/>
                    <a:pt x="147" y="0"/>
                    <a:pt x="127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9875" lIns="91425" spcFirstLastPara="1" rIns="91425" wrap="square" tIns="29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15" name="Google Shape;1815;p13"/>
            <p:cNvSpPr/>
            <p:nvPr/>
          </p:nvSpPr>
          <p:spPr>
            <a:xfrm>
              <a:off x="5073480" y="646920"/>
              <a:ext cx="114839" cy="104042"/>
            </a:xfrm>
            <a:custGeom>
              <a:rect b="b" l="l" r="r" t="t"/>
              <a:pathLst>
                <a:path extrusionOk="0" h="1707" w="1884">
                  <a:moveTo>
                    <a:pt x="316" y="0"/>
                  </a:moveTo>
                  <a:cubicBezTo>
                    <a:pt x="282" y="0"/>
                    <a:pt x="249" y="17"/>
                    <a:pt x="229" y="60"/>
                  </a:cubicBezTo>
                  <a:cubicBezTo>
                    <a:pt x="112" y="306"/>
                    <a:pt x="0" y="567"/>
                    <a:pt x="29" y="846"/>
                  </a:cubicBezTo>
                  <a:cubicBezTo>
                    <a:pt x="53" y="1087"/>
                    <a:pt x="155" y="1362"/>
                    <a:pt x="334" y="1532"/>
                  </a:cubicBezTo>
                  <a:cubicBezTo>
                    <a:pt x="481" y="1672"/>
                    <a:pt x="686" y="1707"/>
                    <a:pt x="885" y="1707"/>
                  </a:cubicBezTo>
                  <a:cubicBezTo>
                    <a:pt x="924" y="1707"/>
                    <a:pt x="962" y="1706"/>
                    <a:pt x="1000" y="1703"/>
                  </a:cubicBezTo>
                  <a:cubicBezTo>
                    <a:pt x="1126" y="1696"/>
                    <a:pt x="1253" y="1675"/>
                    <a:pt x="1368" y="1620"/>
                  </a:cubicBezTo>
                  <a:cubicBezTo>
                    <a:pt x="1469" y="1572"/>
                    <a:pt x="1545" y="1491"/>
                    <a:pt x="1610" y="1402"/>
                  </a:cubicBezTo>
                  <a:cubicBezTo>
                    <a:pt x="1756" y="1203"/>
                    <a:pt x="1884" y="894"/>
                    <a:pt x="1793" y="649"/>
                  </a:cubicBezTo>
                  <a:cubicBezTo>
                    <a:pt x="1773" y="595"/>
                    <a:pt x="1726" y="571"/>
                    <a:pt x="1680" y="571"/>
                  </a:cubicBezTo>
                  <a:cubicBezTo>
                    <a:pt x="1609" y="571"/>
                    <a:pt x="1539" y="627"/>
                    <a:pt x="1572" y="711"/>
                  </a:cubicBezTo>
                  <a:cubicBezTo>
                    <a:pt x="1633" y="876"/>
                    <a:pt x="1547" y="1073"/>
                    <a:pt x="1462" y="1215"/>
                  </a:cubicBezTo>
                  <a:cubicBezTo>
                    <a:pt x="1420" y="1281"/>
                    <a:pt x="1371" y="1351"/>
                    <a:pt x="1304" y="1393"/>
                  </a:cubicBezTo>
                  <a:cubicBezTo>
                    <a:pt x="1232" y="1441"/>
                    <a:pt x="1140" y="1461"/>
                    <a:pt x="1055" y="1470"/>
                  </a:cubicBezTo>
                  <a:cubicBezTo>
                    <a:pt x="1015" y="1473"/>
                    <a:pt x="974" y="1475"/>
                    <a:pt x="933" y="1475"/>
                  </a:cubicBezTo>
                  <a:cubicBezTo>
                    <a:pt x="873" y="1475"/>
                    <a:pt x="813" y="1471"/>
                    <a:pt x="754" y="1465"/>
                  </a:cubicBezTo>
                  <a:cubicBezTo>
                    <a:pt x="674" y="1460"/>
                    <a:pt x="594" y="1443"/>
                    <a:pt x="526" y="1392"/>
                  </a:cubicBezTo>
                  <a:cubicBezTo>
                    <a:pt x="382" y="1280"/>
                    <a:pt x="299" y="1059"/>
                    <a:pt x="268" y="887"/>
                  </a:cubicBezTo>
                  <a:cubicBezTo>
                    <a:pt x="223" y="635"/>
                    <a:pt x="325" y="398"/>
                    <a:pt x="431" y="174"/>
                  </a:cubicBezTo>
                  <a:cubicBezTo>
                    <a:pt x="472" y="84"/>
                    <a:pt x="391" y="0"/>
                    <a:pt x="316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2200" lIns="91425" spcFirstLastPara="1" rIns="91425" wrap="square" tIns="52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16" name="Google Shape;1816;p13"/>
            <p:cNvSpPr/>
            <p:nvPr/>
          </p:nvSpPr>
          <p:spPr>
            <a:xfrm>
              <a:off x="5166720" y="675720"/>
              <a:ext cx="109800" cy="24840"/>
            </a:xfrm>
            <a:custGeom>
              <a:rect b="b" l="l" r="r" t="t"/>
              <a:pathLst>
                <a:path extrusionOk="0" h="415" w="1806">
                  <a:moveTo>
                    <a:pt x="160" y="1"/>
                  </a:moveTo>
                  <a:cubicBezTo>
                    <a:pt x="64" y="1"/>
                    <a:pt x="0" y="151"/>
                    <a:pt x="106" y="217"/>
                  </a:cubicBezTo>
                  <a:cubicBezTo>
                    <a:pt x="347" y="369"/>
                    <a:pt x="641" y="414"/>
                    <a:pt x="920" y="414"/>
                  </a:cubicBezTo>
                  <a:cubicBezTo>
                    <a:pt x="924" y="414"/>
                    <a:pt x="929" y="414"/>
                    <a:pt x="933" y="414"/>
                  </a:cubicBezTo>
                  <a:cubicBezTo>
                    <a:pt x="1183" y="413"/>
                    <a:pt x="1484" y="393"/>
                    <a:pt x="1700" y="257"/>
                  </a:cubicBezTo>
                  <a:cubicBezTo>
                    <a:pt x="1806" y="192"/>
                    <a:pt x="1742" y="40"/>
                    <a:pt x="1644" y="40"/>
                  </a:cubicBezTo>
                  <a:cubicBezTo>
                    <a:pt x="1625" y="40"/>
                    <a:pt x="1604" y="45"/>
                    <a:pt x="1584" y="59"/>
                  </a:cubicBezTo>
                  <a:cubicBezTo>
                    <a:pt x="1401" y="173"/>
                    <a:pt x="1140" y="183"/>
                    <a:pt x="932" y="186"/>
                  </a:cubicBezTo>
                  <a:cubicBezTo>
                    <a:pt x="927" y="186"/>
                    <a:pt x="922" y="186"/>
                    <a:pt x="917" y="186"/>
                  </a:cubicBezTo>
                  <a:cubicBezTo>
                    <a:pt x="677" y="186"/>
                    <a:pt x="427" y="151"/>
                    <a:pt x="220" y="20"/>
                  </a:cubicBezTo>
                  <a:cubicBezTo>
                    <a:pt x="200" y="7"/>
                    <a:pt x="179" y="1"/>
                    <a:pt x="160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600" lIns="91425" spcFirstLastPara="1" rIns="91425" wrap="square" tIns="12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17" name="Google Shape;1817;p13"/>
            <p:cNvSpPr/>
            <p:nvPr/>
          </p:nvSpPr>
          <p:spPr>
            <a:xfrm>
              <a:off x="5265720" y="648360"/>
              <a:ext cx="106201" cy="111241"/>
            </a:xfrm>
            <a:custGeom>
              <a:rect b="b" l="l" r="r" t="t"/>
              <a:pathLst>
                <a:path extrusionOk="0" h="1830" w="1745">
                  <a:moveTo>
                    <a:pt x="1087" y="1"/>
                  </a:moveTo>
                  <a:cubicBezTo>
                    <a:pt x="1060" y="1"/>
                    <a:pt x="1033" y="11"/>
                    <a:pt x="1009" y="33"/>
                  </a:cubicBezTo>
                  <a:cubicBezTo>
                    <a:pt x="970" y="71"/>
                    <a:pt x="963" y="156"/>
                    <a:pt x="1009" y="196"/>
                  </a:cubicBezTo>
                  <a:cubicBezTo>
                    <a:pt x="1191" y="339"/>
                    <a:pt x="1325" y="546"/>
                    <a:pt x="1413" y="759"/>
                  </a:cubicBezTo>
                  <a:cubicBezTo>
                    <a:pt x="1498" y="963"/>
                    <a:pt x="1518" y="1231"/>
                    <a:pt x="1377" y="1415"/>
                  </a:cubicBezTo>
                  <a:cubicBezTo>
                    <a:pt x="1285" y="1533"/>
                    <a:pt x="1145" y="1601"/>
                    <a:pt x="1000" y="1601"/>
                  </a:cubicBezTo>
                  <a:cubicBezTo>
                    <a:pt x="960" y="1601"/>
                    <a:pt x="919" y="1596"/>
                    <a:pt x="879" y="1585"/>
                  </a:cubicBezTo>
                  <a:cubicBezTo>
                    <a:pt x="686" y="1534"/>
                    <a:pt x="528" y="1385"/>
                    <a:pt x="427" y="1216"/>
                  </a:cubicBezTo>
                  <a:cubicBezTo>
                    <a:pt x="308" y="1020"/>
                    <a:pt x="254" y="790"/>
                    <a:pt x="237" y="563"/>
                  </a:cubicBezTo>
                  <a:cubicBezTo>
                    <a:pt x="231" y="487"/>
                    <a:pt x="170" y="449"/>
                    <a:pt x="112" y="449"/>
                  </a:cubicBezTo>
                  <a:cubicBezTo>
                    <a:pt x="55" y="449"/>
                    <a:pt x="1" y="486"/>
                    <a:pt x="6" y="560"/>
                  </a:cubicBezTo>
                  <a:cubicBezTo>
                    <a:pt x="42" y="1059"/>
                    <a:pt x="261" y="1622"/>
                    <a:pt x="774" y="1793"/>
                  </a:cubicBezTo>
                  <a:cubicBezTo>
                    <a:pt x="848" y="1818"/>
                    <a:pt x="924" y="1830"/>
                    <a:pt x="999" y="1830"/>
                  </a:cubicBezTo>
                  <a:cubicBezTo>
                    <a:pt x="1174" y="1830"/>
                    <a:pt x="1345" y="1765"/>
                    <a:pt x="1476" y="1643"/>
                  </a:cubicBezTo>
                  <a:cubicBezTo>
                    <a:pt x="1694" y="1443"/>
                    <a:pt x="1745" y="1131"/>
                    <a:pt x="1683" y="851"/>
                  </a:cubicBezTo>
                  <a:cubicBezTo>
                    <a:pt x="1647" y="695"/>
                    <a:pt x="1573" y="550"/>
                    <a:pt x="1491" y="414"/>
                  </a:cubicBezTo>
                  <a:cubicBezTo>
                    <a:pt x="1406" y="270"/>
                    <a:pt x="1303" y="138"/>
                    <a:pt x="1172" y="33"/>
                  </a:cubicBezTo>
                  <a:cubicBezTo>
                    <a:pt x="1147" y="13"/>
                    <a:pt x="1117" y="1"/>
                    <a:pt x="1087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5800" lIns="91425" spcFirstLastPara="1" rIns="91425" wrap="square" tIns="55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18" name="Google Shape;1818;p13"/>
            <p:cNvSpPr/>
            <p:nvPr/>
          </p:nvSpPr>
          <p:spPr>
            <a:xfrm>
              <a:off x="5319360" y="585360"/>
              <a:ext cx="92879" cy="75241"/>
            </a:xfrm>
            <a:custGeom>
              <a:rect b="b" l="l" r="r" t="t"/>
              <a:pathLst>
                <a:path extrusionOk="0" h="1237" w="1529">
                  <a:moveTo>
                    <a:pt x="1369" y="1"/>
                  </a:moveTo>
                  <a:cubicBezTo>
                    <a:pt x="1334" y="1"/>
                    <a:pt x="1300" y="17"/>
                    <a:pt x="1276" y="56"/>
                  </a:cubicBezTo>
                  <a:cubicBezTo>
                    <a:pt x="1142" y="280"/>
                    <a:pt x="1037" y="536"/>
                    <a:pt x="840" y="713"/>
                  </a:cubicBezTo>
                  <a:cubicBezTo>
                    <a:pt x="739" y="804"/>
                    <a:pt x="608" y="868"/>
                    <a:pt x="480" y="912"/>
                  </a:cubicBezTo>
                  <a:cubicBezTo>
                    <a:pt x="416" y="933"/>
                    <a:pt x="355" y="950"/>
                    <a:pt x="287" y="958"/>
                  </a:cubicBezTo>
                  <a:cubicBezTo>
                    <a:pt x="211" y="967"/>
                    <a:pt x="144" y="987"/>
                    <a:pt x="88" y="1041"/>
                  </a:cubicBezTo>
                  <a:cubicBezTo>
                    <a:pt x="1" y="1121"/>
                    <a:pt x="79" y="1237"/>
                    <a:pt x="170" y="1237"/>
                  </a:cubicBezTo>
                  <a:cubicBezTo>
                    <a:pt x="196" y="1237"/>
                    <a:pt x="223" y="1227"/>
                    <a:pt x="248" y="1204"/>
                  </a:cubicBezTo>
                  <a:cubicBezTo>
                    <a:pt x="280" y="1172"/>
                    <a:pt x="358" y="1182"/>
                    <a:pt x="401" y="1174"/>
                  </a:cubicBezTo>
                  <a:cubicBezTo>
                    <a:pt x="476" y="1157"/>
                    <a:pt x="548" y="1133"/>
                    <a:pt x="619" y="1104"/>
                  </a:cubicBezTo>
                  <a:cubicBezTo>
                    <a:pt x="762" y="1046"/>
                    <a:pt x="901" y="973"/>
                    <a:pt x="1016" y="864"/>
                  </a:cubicBezTo>
                  <a:cubicBezTo>
                    <a:pt x="1220" y="672"/>
                    <a:pt x="1333" y="409"/>
                    <a:pt x="1475" y="173"/>
                  </a:cubicBezTo>
                  <a:cubicBezTo>
                    <a:pt x="1528" y="85"/>
                    <a:pt x="1448" y="1"/>
                    <a:pt x="1369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7800" lIns="91425" spcFirstLastPara="1" rIns="91425" wrap="square" tIns="37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19" name="Google Shape;1819;p13"/>
            <p:cNvSpPr/>
            <p:nvPr/>
          </p:nvSpPr>
          <p:spPr>
            <a:xfrm>
              <a:off x="5400000" y="510840"/>
              <a:ext cx="115200" cy="119518"/>
            </a:xfrm>
            <a:custGeom>
              <a:rect b="b" l="l" r="r" t="t"/>
              <a:pathLst>
                <a:path extrusionOk="0" h="1961" w="1891">
                  <a:moveTo>
                    <a:pt x="834" y="0"/>
                  </a:moveTo>
                  <a:cubicBezTo>
                    <a:pt x="688" y="0"/>
                    <a:pt x="689" y="229"/>
                    <a:pt x="837" y="231"/>
                  </a:cubicBezTo>
                  <a:cubicBezTo>
                    <a:pt x="1074" y="234"/>
                    <a:pt x="1302" y="428"/>
                    <a:pt x="1425" y="621"/>
                  </a:cubicBezTo>
                  <a:cubicBezTo>
                    <a:pt x="1526" y="780"/>
                    <a:pt x="1583" y="968"/>
                    <a:pt x="1577" y="1158"/>
                  </a:cubicBezTo>
                  <a:cubicBezTo>
                    <a:pt x="1574" y="1340"/>
                    <a:pt x="1503" y="1518"/>
                    <a:pt x="1354" y="1634"/>
                  </a:cubicBezTo>
                  <a:cubicBezTo>
                    <a:pt x="1267" y="1701"/>
                    <a:pt x="1172" y="1728"/>
                    <a:pt x="1075" y="1728"/>
                  </a:cubicBezTo>
                  <a:cubicBezTo>
                    <a:pt x="980" y="1728"/>
                    <a:pt x="883" y="1702"/>
                    <a:pt x="789" y="1663"/>
                  </a:cubicBezTo>
                  <a:cubicBezTo>
                    <a:pt x="568" y="1571"/>
                    <a:pt x="344" y="1406"/>
                    <a:pt x="242" y="1184"/>
                  </a:cubicBezTo>
                  <a:cubicBezTo>
                    <a:pt x="223" y="1143"/>
                    <a:pt x="190" y="1126"/>
                    <a:pt x="156" y="1126"/>
                  </a:cubicBezTo>
                  <a:cubicBezTo>
                    <a:pt x="82" y="1126"/>
                    <a:pt x="1" y="1210"/>
                    <a:pt x="44" y="1303"/>
                  </a:cubicBezTo>
                  <a:cubicBezTo>
                    <a:pt x="157" y="1548"/>
                    <a:pt x="398" y="1736"/>
                    <a:pt x="637" y="1848"/>
                  </a:cubicBezTo>
                  <a:cubicBezTo>
                    <a:pt x="777" y="1914"/>
                    <a:pt x="931" y="1960"/>
                    <a:pt x="1083" y="1960"/>
                  </a:cubicBezTo>
                  <a:cubicBezTo>
                    <a:pt x="1197" y="1960"/>
                    <a:pt x="1309" y="1934"/>
                    <a:pt x="1414" y="1871"/>
                  </a:cubicBezTo>
                  <a:cubicBezTo>
                    <a:pt x="1873" y="1597"/>
                    <a:pt x="1890" y="984"/>
                    <a:pt x="1652" y="556"/>
                  </a:cubicBezTo>
                  <a:cubicBezTo>
                    <a:pt x="1492" y="268"/>
                    <a:pt x="1176" y="7"/>
                    <a:pt x="837" y="0"/>
                  </a:cubicBezTo>
                  <a:cubicBezTo>
                    <a:pt x="836" y="0"/>
                    <a:pt x="835" y="0"/>
                    <a:pt x="834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9750" lIns="91425" spcFirstLastPara="1" rIns="91425" wrap="square" tIns="59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20" name="Google Shape;1820;p13"/>
            <p:cNvSpPr/>
            <p:nvPr/>
          </p:nvSpPr>
          <p:spPr>
            <a:xfrm>
              <a:off x="5421600" y="364680"/>
              <a:ext cx="44281" cy="158758"/>
            </a:xfrm>
            <a:custGeom>
              <a:rect b="b" l="l" r="r" t="t"/>
              <a:pathLst>
                <a:path extrusionOk="0" h="2606" w="728">
                  <a:moveTo>
                    <a:pt x="140" y="1"/>
                  </a:moveTo>
                  <a:cubicBezTo>
                    <a:pt x="71" y="1"/>
                    <a:pt x="1" y="58"/>
                    <a:pt x="26" y="145"/>
                  </a:cubicBezTo>
                  <a:cubicBezTo>
                    <a:pt x="128" y="511"/>
                    <a:pt x="291" y="864"/>
                    <a:pt x="353" y="1241"/>
                  </a:cubicBezTo>
                  <a:cubicBezTo>
                    <a:pt x="386" y="1438"/>
                    <a:pt x="401" y="1639"/>
                    <a:pt x="411" y="1840"/>
                  </a:cubicBezTo>
                  <a:cubicBezTo>
                    <a:pt x="422" y="2034"/>
                    <a:pt x="437" y="2250"/>
                    <a:pt x="350" y="2429"/>
                  </a:cubicBezTo>
                  <a:cubicBezTo>
                    <a:pt x="306" y="2522"/>
                    <a:pt x="386" y="2606"/>
                    <a:pt x="462" y="2606"/>
                  </a:cubicBezTo>
                  <a:cubicBezTo>
                    <a:pt x="496" y="2606"/>
                    <a:pt x="529" y="2589"/>
                    <a:pt x="549" y="2547"/>
                  </a:cubicBezTo>
                  <a:cubicBezTo>
                    <a:pt x="727" y="2173"/>
                    <a:pt x="643" y="1693"/>
                    <a:pt x="592" y="1297"/>
                  </a:cubicBezTo>
                  <a:cubicBezTo>
                    <a:pt x="537" y="876"/>
                    <a:pt x="361" y="489"/>
                    <a:pt x="247" y="83"/>
                  </a:cubicBezTo>
                  <a:cubicBezTo>
                    <a:pt x="230" y="25"/>
                    <a:pt x="186" y="1"/>
                    <a:pt x="140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550" lIns="91425" spcFirstLastPara="1" rIns="91425" wrap="square" tIns="795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21" name="Google Shape;1821;p13"/>
            <p:cNvSpPr/>
            <p:nvPr/>
          </p:nvSpPr>
          <p:spPr>
            <a:xfrm>
              <a:off x="5402160" y="262440"/>
              <a:ext cx="116280" cy="114842"/>
            </a:xfrm>
            <a:custGeom>
              <a:rect b="b" l="l" r="r" t="t"/>
              <a:pathLst>
                <a:path extrusionOk="0" h="1888" w="1911">
                  <a:moveTo>
                    <a:pt x="1039" y="1"/>
                  </a:moveTo>
                  <a:cubicBezTo>
                    <a:pt x="1014" y="1"/>
                    <a:pt x="989" y="2"/>
                    <a:pt x="963" y="5"/>
                  </a:cubicBezTo>
                  <a:cubicBezTo>
                    <a:pt x="570" y="47"/>
                    <a:pt x="308" y="406"/>
                    <a:pt x="73" y="687"/>
                  </a:cubicBezTo>
                  <a:cubicBezTo>
                    <a:pt x="1" y="773"/>
                    <a:pt x="77" y="888"/>
                    <a:pt x="160" y="888"/>
                  </a:cubicBezTo>
                  <a:cubicBezTo>
                    <a:pt x="185" y="888"/>
                    <a:pt x="212" y="877"/>
                    <a:pt x="235" y="850"/>
                  </a:cubicBezTo>
                  <a:cubicBezTo>
                    <a:pt x="338" y="728"/>
                    <a:pt x="441" y="604"/>
                    <a:pt x="552" y="491"/>
                  </a:cubicBezTo>
                  <a:cubicBezTo>
                    <a:pt x="648" y="395"/>
                    <a:pt x="749" y="297"/>
                    <a:pt x="879" y="254"/>
                  </a:cubicBezTo>
                  <a:cubicBezTo>
                    <a:pt x="928" y="239"/>
                    <a:pt x="977" y="232"/>
                    <a:pt x="1024" y="232"/>
                  </a:cubicBezTo>
                  <a:cubicBezTo>
                    <a:pt x="1168" y="232"/>
                    <a:pt x="1301" y="298"/>
                    <a:pt x="1404" y="410"/>
                  </a:cubicBezTo>
                  <a:cubicBezTo>
                    <a:pt x="1545" y="563"/>
                    <a:pt x="1615" y="789"/>
                    <a:pt x="1586" y="993"/>
                  </a:cubicBezTo>
                  <a:cubicBezTo>
                    <a:pt x="1557" y="1218"/>
                    <a:pt x="1423" y="1395"/>
                    <a:pt x="1224" y="1496"/>
                  </a:cubicBezTo>
                  <a:cubicBezTo>
                    <a:pt x="997" y="1609"/>
                    <a:pt x="731" y="1635"/>
                    <a:pt x="481" y="1654"/>
                  </a:cubicBezTo>
                  <a:cubicBezTo>
                    <a:pt x="341" y="1666"/>
                    <a:pt x="338" y="1887"/>
                    <a:pt x="476" y="1887"/>
                  </a:cubicBezTo>
                  <a:cubicBezTo>
                    <a:pt x="479" y="1887"/>
                    <a:pt x="482" y="1887"/>
                    <a:pt x="485" y="1887"/>
                  </a:cubicBezTo>
                  <a:cubicBezTo>
                    <a:pt x="760" y="1866"/>
                    <a:pt x="1038" y="1834"/>
                    <a:pt x="1292" y="1721"/>
                  </a:cubicBezTo>
                  <a:cubicBezTo>
                    <a:pt x="1551" y="1606"/>
                    <a:pt x="1741" y="1387"/>
                    <a:pt x="1803" y="1105"/>
                  </a:cubicBezTo>
                  <a:cubicBezTo>
                    <a:pt x="1910" y="620"/>
                    <a:pt x="1574" y="1"/>
                    <a:pt x="1039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7600" lIns="91425" spcFirstLastPara="1" rIns="91425" wrap="square" tIns="57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22" name="Google Shape;1822;p13"/>
            <p:cNvSpPr/>
            <p:nvPr/>
          </p:nvSpPr>
          <p:spPr>
            <a:xfrm>
              <a:off x="5331960" y="198720"/>
              <a:ext cx="84601" cy="119160"/>
            </a:xfrm>
            <a:custGeom>
              <a:rect b="b" l="l" r="r" t="t"/>
              <a:pathLst>
                <a:path extrusionOk="0" h="1954" w="1391">
                  <a:moveTo>
                    <a:pt x="179" y="1"/>
                  </a:moveTo>
                  <a:cubicBezTo>
                    <a:pt x="72" y="1"/>
                    <a:pt x="1" y="156"/>
                    <a:pt x="115" y="212"/>
                  </a:cubicBezTo>
                  <a:cubicBezTo>
                    <a:pt x="417" y="360"/>
                    <a:pt x="606" y="714"/>
                    <a:pt x="750" y="1002"/>
                  </a:cubicBezTo>
                  <a:cubicBezTo>
                    <a:pt x="818" y="1139"/>
                    <a:pt x="910" y="1264"/>
                    <a:pt x="988" y="1396"/>
                  </a:cubicBezTo>
                  <a:cubicBezTo>
                    <a:pt x="1066" y="1527"/>
                    <a:pt x="1158" y="1679"/>
                    <a:pt x="1137" y="1839"/>
                  </a:cubicBezTo>
                  <a:cubicBezTo>
                    <a:pt x="1129" y="1901"/>
                    <a:pt x="1197" y="1954"/>
                    <a:pt x="1253" y="1954"/>
                  </a:cubicBezTo>
                  <a:cubicBezTo>
                    <a:pt x="1254" y="1954"/>
                    <a:pt x="1255" y="1954"/>
                    <a:pt x="1256" y="1954"/>
                  </a:cubicBezTo>
                  <a:cubicBezTo>
                    <a:pt x="1322" y="1954"/>
                    <a:pt x="1360" y="1901"/>
                    <a:pt x="1368" y="1839"/>
                  </a:cubicBezTo>
                  <a:cubicBezTo>
                    <a:pt x="1391" y="1662"/>
                    <a:pt x="1303" y="1483"/>
                    <a:pt x="1219" y="1335"/>
                  </a:cubicBezTo>
                  <a:cubicBezTo>
                    <a:pt x="1133" y="1182"/>
                    <a:pt x="1027" y="1041"/>
                    <a:pt x="949" y="885"/>
                  </a:cubicBezTo>
                  <a:cubicBezTo>
                    <a:pt x="787" y="564"/>
                    <a:pt x="567" y="180"/>
                    <a:pt x="233" y="14"/>
                  </a:cubicBezTo>
                  <a:cubicBezTo>
                    <a:pt x="215" y="5"/>
                    <a:pt x="197" y="1"/>
                    <a:pt x="179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9750" lIns="91425" spcFirstLastPara="1" rIns="91425" wrap="square" tIns="59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23" name="Google Shape;1823;p13"/>
            <p:cNvSpPr/>
            <p:nvPr/>
          </p:nvSpPr>
          <p:spPr>
            <a:xfrm>
              <a:off x="5268240" y="99000"/>
              <a:ext cx="120602" cy="113041"/>
            </a:xfrm>
            <a:custGeom>
              <a:rect b="b" l="l" r="r" t="t"/>
              <a:pathLst>
                <a:path extrusionOk="0" h="1859" w="1980">
                  <a:moveTo>
                    <a:pt x="805" y="1"/>
                  </a:moveTo>
                  <a:cubicBezTo>
                    <a:pt x="682" y="1"/>
                    <a:pt x="562" y="38"/>
                    <a:pt x="453" y="139"/>
                  </a:cubicBezTo>
                  <a:cubicBezTo>
                    <a:pt x="328" y="254"/>
                    <a:pt x="226" y="416"/>
                    <a:pt x="146" y="562"/>
                  </a:cubicBezTo>
                  <a:cubicBezTo>
                    <a:pt x="63" y="716"/>
                    <a:pt x="1" y="886"/>
                    <a:pt x="1" y="1065"/>
                  </a:cubicBezTo>
                  <a:cubicBezTo>
                    <a:pt x="2" y="1139"/>
                    <a:pt x="60" y="1176"/>
                    <a:pt x="117" y="1176"/>
                  </a:cubicBezTo>
                  <a:cubicBezTo>
                    <a:pt x="175" y="1176"/>
                    <a:pt x="232" y="1139"/>
                    <a:pt x="231" y="1065"/>
                  </a:cubicBezTo>
                  <a:cubicBezTo>
                    <a:pt x="229" y="815"/>
                    <a:pt x="386" y="575"/>
                    <a:pt x="538" y="387"/>
                  </a:cubicBezTo>
                  <a:cubicBezTo>
                    <a:pt x="603" y="304"/>
                    <a:pt x="681" y="229"/>
                    <a:pt x="790" y="224"/>
                  </a:cubicBezTo>
                  <a:cubicBezTo>
                    <a:pt x="797" y="224"/>
                    <a:pt x="803" y="224"/>
                    <a:pt x="810" y="224"/>
                  </a:cubicBezTo>
                  <a:cubicBezTo>
                    <a:pt x="908" y="224"/>
                    <a:pt x="1007" y="263"/>
                    <a:pt x="1099" y="297"/>
                  </a:cubicBezTo>
                  <a:cubicBezTo>
                    <a:pt x="1272" y="362"/>
                    <a:pt x="1476" y="420"/>
                    <a:pt x="1604" y="562"/>
                  </a:cubicBezTo>
                  <a:cubicBezTo>
                    <a:pt x="1747" y="723"/>
                    <a:pt x="1653" y="947"/>
                    <a:pt x="1548" y="1105"/>
                  </a:cubicBezTo>
                  <a:cubicBezTo>
                    <a:pt x="1407" y="1319"/>
                    <a:pt x="1206" y="1486"/>
                    <a:pt x="1055" y="1693"/>
                  </a:cubicBezTo>
                  <a:cubicBezTo>
                    <a:pt x="994" y="1777"/>
                    <a:pt x="1074" y="1859"/>
                    <a:pt x="1158" y="1859"/>
                  </a:cubicBezTo>
                  <a:cubicBezTo>
                    <a:pt x="1193" y="1859"/>
                    <a:pt x="1229" y="1844"/>
                    <a:pt x="1255" y="1809"/>
                  </a:cubicBezTo>
                  <a:cubicBezTo>
                    <a:pt x="1412" y="1593"/>
                    <a:pt x="1625" y="1422"/>
                    <a:pt x="1768" y="1192"/>
                  </a:cubicBezTo>
                  <a:cubicBezTo>
                    <a:pt x="1907" y="971"/>
                    <a:pt x="1979" y="679"/>
                    <a:pt x="1811" y="454"/>
                  </a:cubicBezTo>
                  <a:cubicBezTo>
                    <a:pt x="1665" y="257"/>
                    <a:pt x="1424" y="175"/>
                    <a:pt x="1201" y="91"/>
                  </a:cubicBezTo>
                  <a:cubicBezTo>
                    <a:pt x="1069" y="41"/>
                    <a:pt x="935" y="1"/>
                    <a:pt x="805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00" lIns="91425" spcFirstLastPara="1" rIns="91425" wrap="square" tIns="56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24" name="Google Shape;1824;p13"/>
            <p:cNvSpPr/>
            <p:nvPr/>
          </p:nvSpPr>
          <p:spPr>
            <a:xfrm>
              <a:off x="5206680" y="128160"/>
              <a:ext cx="73441" cy="45721"/>
            </a:xfrm>
            <a:custGeom>
              <a:rect b="b" l="l" r="r" t="t"/>
              <a:pathLst>
                <a:path extrusionOk="0" h="755" w="1210">
                  <a:moveTo>
                    <a:pt x="132" y="0"/>
                  </a:moveTo>
                  <a:cubicBezTo>
                    <a:pt x="79" y="0"/>
                    <a:pt x="31" y="27"/>
                    <a:pt x="16" y="82"/>
                  </a:cubicBezTo>
                  <a:cubicBezTo>
                    <a:pt x="0" y="137"/>
                    <a:pt x="36" y="214"/>
                    <a:pt x="95" y="223"/>
                  </a:cubicBezTo>
                  <a:cubicBezTo>
                    <a:pt x="277" y="256"/>
                    <a:pt x="458" y="297"/>
                    <a:pt x="620" y="386"/>
                  </a:cubicBezTo>
                  <a:cubicBezTo>
                    <a:pt x="776" y="474"/>
                    <a:pt x="873" y="634"/>
                    <a:pt x="1016" y="738"/>
                  </a:cubicBezTo>
                  <a:cubicBezTo>
                    <a:pt x="1033" y="750"/>
                    <a:pt x="1051" y="755"/>
                    <a:pt x="1070" y="755"/>
                  </a:cubicBezTo>
                  <a:cubicBezTo>
                    <a:pt x="1111" y="755"/>
                    <a:pt x="1153" y="731"/>
                    <a:pt x="1174" y="697"/>
                  </a:cubicBezTo>
                  <a:cubicBezTo>
                    <a:pt x="1209" y="639"/>
                    <a:pt x="1185" y="575"/>
                    <a:pt x="1136" y="539"/>
                  </a:cubicBezTo>
                  <a:cubicBezTo>
                    <a:pt x="1066" y="490"/>
                    <a:pt x="1011" y="425"/>
                    <a:pt x="953" y="364"/>
                  </a:cubicBezTo>
                  <a:cubicBezTo>
                    <a:pt x="883" y="293"/>
                    <a:pt x="811" y="229"/>
                    <a:pt x="723" y="181"/>
                  </a:cubicBezTo>
                  <a:cubicBezTo>
                    <a:pt x="547" y="86"/>
                    <a:pt x="353" y="38"/>
                    <a:pt x="158" y="2"/>
                  </a:cubicBezTo>
                  <a:cubicBezTo>
                    <a:pt x="149" y="1"/>
                    <a:pt x="140" y="0"/>
                    <a:pt x="132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3025" lIns="91425" spcFirstLastPara="1" rIns="91425" wrap="square" tIns="23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25" name="Google Shape;1825;p13"/>
            <p:cNvSpPr/>
            <p:nvPr/>
          </p:nvSpPr>
          <p:spPr>
            <a:xfrm>
              <a:off x="5115240" y="43200"/>
              <a:ext cx="117718" cy="96482"/>
            </a:xfrm>
            <a:custGeom>
              <a:rect b="b" l="l" r="r" t="t"/>
              <a:pathLst>
                <a:path extrusionOk="0" h="1587" w="1934">
                  <a:moveTo>
                    <a:pt x="1071" y="0"/>
                  </a:moveTo>
                  <a:cubicBezTo>
                    <a:pt x="954" y="0"/>
                    <a:pt x="836" y="26"/>
                    <a:pt x="729" y="80"/>
                  </a:cubicBezTo>
                  <a:cubicBezTo>
                    <a:pt x="488" y="203"/>
                    <a:pt x="345" y="465"/>
                    <a:pt x="244" y="703"/>
                  </a:cubicBezTo>
                  <a:cubicBezTo>
                    <a:pt x="154" y="920"/>
                    <a:pt x="1" y="1249"/>
                    <a:pt x="241" y="1422"/>
                  </a:cubicBezTo>
                  <a:cubicBezTo>
                    <a:pt x="258" y="1434"/>
                    <a:pt x="277" y="1439"/>
                    <a:pt x="296" y="1439"/>
                  </a:cubicBezTo>
                  <a:cubicBezTo>
                    <a:pt x="337" y="1439"/>
                    <a:pt x="379" y="1415"/>
                    <a:pt x="400" y="1381"/>
                  </a:cubicBezTo>
                  <a:cubicBezTo>
                    <a:pt x="433" y="1323"/>
                    <a:pt x="409" y="1260"/>
                    <a:pt x="359" y="1224"/>
                  </a:cubicBezTo>
                  <a:cubicBezTo>
                    <a:pt x="345" y="1212"/>
                    <a:pt x="345" y="1195"/>
                    <a:pt x="343" y="1174"/>
                  </a:cubicBezTo>
                  <a:cubicBezTo>
                    <a:pt x="341" y="1129"/>
                    <a:pt x="351" y="1089"/>
                    <a:pt x="362" y="1046"/>
                  </a:cubicBezTo>
                  <a:cubicBezTo>
                    <a:pt x="386" y="961"/>
                    <a:pt x="421" y="879"/>
                    <a:pt x="453" y="798"/>
                  </a:cubicBezTo>
                  <a:cubicBezTo>
                    <a:pt x="523" y="621"/>
                    <a:pt x="627" y="419"/>
                    <a:pt x="791" y="311"/>
                  </a:cubicBezTo>
                  <a:cubicBezTo>
                    <a:pt x="875" y="255"/>
                    <a:pt x="972" y="230"/>
                    <a:pt x="1071" y="230"/>
                  </a:cubicBezTo>
                  <a:cubicBezTo>
                    <a:pt x="1375" y="230"/>
                    <a:pt x="1694" y="465"/>
                    <a:pt x="1698" y="779"/>
                  </a:cubicBezTo>
                  <a:cubicBezTo>
                    <a:pt x="1701" y="1008"/>
                    <a:pt x="1586" y="1228"/>
                    <a:pt x="1464" y="1416"/>
                  </a:cubicBezTo>
                  <a:cubicBezTo>
                    <a:pt x="1409" y="1504"/>
                    <a:pt x="1489" y="1586"/>
                    <a:pt x="1570" y="1586"/>
                  </a:cubicBezTo>
                  <a:cubicBezTo>
                    <a:pt x="1605" y="1586"/>
                    <a:pt x="1640" y="1570"/>
                    <a:pt x="1664" y="1532"/>
                  </a:cubicBezTo>
                  <a:cubicBezTo>
                    <a:pt x="1806" y="1316"/>
                    <a:pt x="1928" y="1062"/>
                    <a:pt x="1931" y="796"/>
                  </a:cubicBezTo>
                  <a:cubicBezTo>
                    <a:pt x="1933" y="512"/>
                    <a:pt x="1763" y="270"/>
                    <a:pt x="1524" y="128"/>
                  </a:cubicBezTo>
                  <a:cubicBezTo>
                    <a:pt x="1387" y="46"/>
                    <a:pt x="1229" y="0"/>
                    <a:pt x="1071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8225" lIns="91425" spcFirstLastPara="1" rIns="91425" wrap="square" tIns="48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26" name="Google Shape;1826;p13"/>
            <p:cNvSpPr/>
            <p:nvPr/>
          </p:nvSpPr>
          <p:spPr>
            <a:xfrm>
              <a:off x="5090040" y="114840"/>
              <a:ext cx="50400" cy="29159"/>
            </a:xfrm>
            <a:custGeom>
              <a:rect b="b" l="l" r="r" t="t"/>
              <a:pathLst>
                <a:path extrusionOk="0" h="485" w="832">
                  <a:moveTo>
                    <a:pt x="690" y="1"/>
                  </a:moveTo>
                  <a:cubicBezTo>
                    <a:pt x="671" y="1"/>
                    <a:pt x="653" y="6"/>
                    <a:pt x="637" y="18"/>
                  </a:cubicBezTo>
                  <a:cubicBezTo>
                    <a:pt x="545" y="86"/>
                    <a:pt x="449" y="153"/>
                    <a:pt x="347" y="202"/>
                  </a:cubicBezTo>
                  <a:cubicBezTo>
                    <a:pt x="337" y="206"/>
                    <a:pt x="321" y="209"/>
                    <a:pt x="315" y="216"/>
                  </a:cubicBezTo>
                  <a:cubicBezTo>
                    <a:pt x="319" y="213"/>
                    <a:pt x="323" y="211"/>
                    <a:pt x="325" y="211"/>
                  </a:cubicBezTo>
                  <a:cubicBezTo>
                    <a:pt x="326" y="211"/>
                    <a:pt x="325" y="213"/>
                    <a:pt x="315" y="216"/>
                  </a:cubicBezTo>
                  <a:lnTo>
                    <a:pt x="300" y="222"/>
                  </a:lnTo>
                  <a:cubicBezTo>
                    <a:pt x="278" y="229"/>
                    <a:pt x="257" y="236"/>
                    <a:pt x="236" y="242"/>
                  </a:cubicBezTo>
                  <a:cubicBezTo>
                    <a:pt x="226" y="245"/>
                    <a:pt x="213" y="246"/>
                    <a:pt x="202" y="249"/>
                  </a:cubicBezTo>
                  <a:cubicBezTo>
                    <a:pt x="200" y="249"/>
                    <a:pt x="198" y="250"/>
                    <a:pt x="196" y="250"/>
                  </a:cubicBezTo>
                  <a:lnTo>
                    <a:pt x="196" y="250"/>
                  </a:lnTo>
                  <a:cubicBezTo>
                    <a:pt x="195" y="250"/>
                    <a:pt x="194" y="250"/>
                    <a:pt x="191" y="250"/>
                  </a:cubicBezTo>
                  <a:lnTo>
                    <a:pt x="191" y="250"/>
                  </a:lnTo>
                  <a:cubicBezTo>
                    <a:pt x="190" y="250"/>
                    <a:pt x="188" y="250"/>
                    <a:pt x="186" y="250"/>
                  </a:cubicBezTo>
                  <a:cubicBezTo>
                    <a:pt x="186" y="250"/>
                    <a:pt x="185" y="251"/>
                    <a:pt x="185" y="251"/>
                  </a:cubicBezTo>
                  <a:lnTo>
                    <a:pt x="185" y="251"/>
                  </a:lnTo>
                  <a:cubicBezTo>
                    <a:pt x="163" y="252"/>
                    <a:pt x="142" y="253"/>
                    <a:pt x="120" y="253"/>
                  </a:cubicBezTo>
                  <a:cubicBezTo>
                    <a:pt x="119" y="253"/>
                    <a:pt x="118" y="253"/>
                    <a:pt x="117" y="253"/>
                  </a:cubicBezTo>
                  <a:cubicBezTo>
                    <a:pt x="57" y="253"/>
                    <a:pt x="1" y="308"/>
                    <a:pt x="4" y="369"/>
                  </a:cubicBezTo>
                  <a:cubicBezTo>
                    <a:pt x="6" y="433"/>
                    <a:pt x="53" y="484"/>
                    <a:pt x="120" y="484"/>
                  </a:cubicBezTo>
                  <a:cubicBezTo>
                    <a:pt x="122" y="484"/>
                    <a:pt x="125" y="484"/>
                    <a:pt x="127" y="484"/>
                  </a:cubicBezTo>
                  <a:cubicBezTo>
                    <a:pt x="365" y="484"/>
                    <a:pt x="568" y="354"/>
                    <a:pt x="753" y="216"/>
                  </a:cubicBezTo>
                  <a:cubicBezTo>
                    <a:pt x="801" y="181"/>
                    <a:pt x="831" y="116"/>
                    <a:pt x="794" y="59"/>
                  </a:cubicBezTo>
                  <a:cubicBezTo>
                    <a:pt x="774" y="26"/>
                    <a:pt x="731" y="1"/>
                    <a:pt x="690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4750" lIns="91425" spcFirstLastPara="1" rIns="91425" wrap="square" tIns="14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27" name="Google Shape;1827;p13"/>
            <p:cNvSpPr/>
            <p:nvPr/>
          </p:nvSpPr>
          <p:spPr>
            <a:xfrm>
              <a:off x="4977000" y="68040"/>
              <a:ext cx="128878" cy="113040"/>
            </a:xfrm>
            <a:custGeom>
              <a:rect b="b" l="l" r="r" t="t"/>
              <a:pathLst>
                <a:path extrusionOk="0" h="1856" w="2115">
                  <a:moveTo>
                    <a:pt x="1046" y="1"/>
                  </a:moveTo>
                  <a:cubicBezTo>
                    <a:pt x="968" y="1"/>
                    <a:pt x="890" y="12"/>
                    <a:pt x="814" y="36"/>
                  </a:cubicBezTo>
                  <a:cubicBezTo>
                    <a:pt x="297" y="200"/>
                    <a:pt x="1" y="799"/>
                    <a:pt x="171" y="1309"/>
                  </a:cubicBezTo>
                  <a:cubicBezTo>
                    <a:pt x="263" y="1584"/>
                    <a:pt x="477" y="1802"/>
                    <a:pt x="770" y="1853"/>
                  </a:cubicBezTo>
                  <a:cubicBezTo>
                    <a:pt x="778" y="1854"/>
                    <a:pt x="786" y="1855"/>
                    <a:pt x="794" y="1855"/>
                  </a:cubicBezTo>
                  <a:cubicBezTo>
                    <a:pt x="920" y="1855"/>
                    <a:pt x="969" y="1655"/>
                    <a:pt x="830" y="1632"/>
                  </a:cubicBezTo>
                  <a:cubicBezTo>
                    <a:pt x="419" y="1561"/>
                    <a:pt x="267" y="1092"/>
                    <a:pt x="398" y="730"/>
                  </a:cubicBezTo>
                  <a:cubicBezTo>
                    <a:pt x="500" y="447"/>
                    <a:pt x="774" y="235"/>
                    <a:pt x="1058" y="235"/>
                  </a:cubicBezTo>
                  <a:cubicBezTo>
                    <a:pt x="1162" y="235"/>
                    <a:pt x="1267" y="263"/>
                    <a:pt x="1366" y="327"/>
                  </a:cubicBezTo>
                  <a:cubicBezTo>
                    <a:pt x="1639" y="504"/>
                    <a:pt x="1730" y="840"/>
                    <a:pt x="1870" y="1116"/>
                  </a:cubicBezTo>
                  <a:cubicBezTo>
                    <a:pt x="1891" y="1157"/>
                    <a:pt x="1924" y="1175"/>
                    <a:pt x="1959" y="1175"/>
                  </a:cubicBezTo>
                  <a:cubicBezTo>
                    <a:pt x="2034" y="1175"/>
                    <a:pt x="2114" y="1091"/>
                    <a:pt x="2068" y="1000"/>
                  </a:cubicBezTo>
                  <a:cubicBezTo>
                    <a:pt x="1913" y="691"/>
                    <a:pt x="1808" y="359"/>
                    <a:pt x="1516" y="151"/>
                  </a:cubicBezTo>
                  <a:cubicBezTo>
                    <a:pt x="1378" y="53"/>
                    <a:pt x="1212" y="1"/>
                    <a:pt x="1046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00" lIns="91425" spcFirstLastPara="1" rIns="91425" wrap="square" tIns="56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28" name="Google Shape;1828;p13"/>
            <p:cNvSpPr/>
            <p:nvPr/>
          </p:nvSpPr>
          <p:spPr>
            <a:xfrm>
              <a:off x="4933800" y="169920"/>
              <a:ext cx="100079" cy="66240"/>
            </a:xfrm>
            <a:custGeom>
              <a:rect b="b" l="l" r="r" t="t"/>
              <a:pathLst>
                <a:path extrusionOk="0" h="1088" w="1644">
                  <a:moveTo>
                    <a:pt x="1488" y="1"/>
                  </a:moveTo>
                  <a:cubicBezTo>
                    <a:pt x="1477" y="1"/>
                    <a:pt x="1465" y="3"/>
                    <a:pt x="1452" y="7"/>
                  </a:cubicBezTo>
                  <a:cubicBezTo>
                    <a:pt x="1187" y="89"/>
                    <a:pt x="923" y="177"/>
                    <a:pt x="692" y="334"/>
                  </a:cubicBezTo>
                  <a:cubicBezTo>
                    <a:pt x="461" y="490"/>
                    <a:pt x="277" y="695"/>
                    <a:pt x="81" y="891"/>
                  </a:cubicBezTo>
                  <a:cubicBezTo>
                    <a:pt x="0" y="972"/>
                    <a:pt x="79" y="1088"/>
                    <a:pt x="168" y="1088"/>
                  </a:cubicBezTo>
                  <a:cubicBezTo>
                    <a:pt x="195" y="1088"/>
                    <a:pt x="222" y="1078"/>
                    <a:pt x="246" y="1054"/>
                  </a:cubicBezTo>
                  <a:cubicBezTo>
                    <a:pt x="429" y="875"/>
                    <a:pt x="596" y="678"/>
                    <a:pt x="811" y="532"/>
                  </a:cubicBezTo>
                  <a:cubicBezTo>
                    <a:pt x="1027" y="386"/>
                    <a:pt x="1266" y="304"/>
                    <a:pt x="1514" y="228"/>
                  </a:cubicBezTo>
                  <a:cubicBezTo>
                    <a:pt x="1643" y="189"/>
                    <a:pt x="1604" y="1"/>
                    <a:pt x="1488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3100" lIns="91425" spcFirstLastPara="1" rIns="91425" wrap="square" tIns="33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29" name="Google Shape;1829;p13"/>
            <p:cNvSpPr/>
            <p:nvPr/>
          </p:nvSpPr>
          <p:spPr>
            <a:xfrm>
              <a:off x="4835520" y="172800"/>
              <a:ext cx="110881" cy="131041"/>
            </a:xfrm>
            <a:custGeom>
              <a:rect b="b" l="l" r="r" t="t"/>
              <a:pathLst>
                <a:path extrusionOk="0" h="2152" w="1821">
                  <a:moveTo>
                    <a:pt x="823" y="1922"/>
                  </a:moveTo>
                  <a:cubicBezTo>
                    <a:pt x="827" y="1922"/>
                    <a:pt x="831" y="1930"/>
                    <a:pt x="826" y="1930"/>
                  </a:cubicBezTo>
                  <a:cubicBezTo>
                    <a:pt x="824" y="1930"/>
                    <a:pt x="821" y="1929"/>
                    <a:pt x="817" y="1926"/>
                  </a:cubicBezTo>
                  <a:lnTo>
                    <a:pt x="817" y="1926"/>
                  </a:lnTo>
                  <a:cubicBezTo>
                    <a:pt x="819" y="1923"/>
                    <a:pt x="821" y="1922"/>
                    <a:pt x="823" y="1922"/>
                  </a:cubicBezTo>
                  <a:close/>
                  <a:moveTo>
                    <a:pt x="961" y="1"/>
                  </a:moveTo>
                  <a:cubicBezTo>
                    <a:pt x="777" y="1"/>
                    <a:pt x="595" y="60"/>
                    <a:pt x="444" y="174"/>
                  </a:cubicBezTo>
                  <a:cubicBezTo>
                    <a:pt x="192" y="366"/>
                    <a:pt x="83" y="677"/>
                    <a:pt x="43" y="982"/>
                  </a:cubicBezTo>
                  <a:cubicBezTo>
                    <a:pt x="1" y="1315"/>
                    <a:pt x="126" y="1649"/>
                    <a:pt x="349" y="1896"/>
                  </a:cubicBezTo>
                  <a:cubicBezTo>
                    <a:pt x="449" y="2004"/>
                    <a:pt x="561" y="2080"/>
                    <a:pt x="699" y="2130"/>
                  </a:cubicBezTo>
                  <a:cubicBezTo>
                    <a:pt x="738" y="2144"/>
                    <a:pt x="777" y="2151"/>
                    <a:pt x="813" y="2151"/>
                  </a:cubicBezTo>
                  <a:cubicBezTo>
                    <a:pt x="911" y="2151"/>
                    <a:pt x="992" y="2098"/>
                    <a:pt x="1004" y="1975"/>
                  </a:cubicBezTo>
                  <a:cubicBezTo>
                    <a:pt x="1012" y="1901"/>
                    <a:pt x="958" y="1865"/>
                    <a:pt x="901" y="1865"/>
                  </a:cubicBezTo>
                  <a:cubicBezTo>
                    <a:pt x="861" y="1865"/>
                    <a:pt x="820" y="1882"/>
                    <a:pt x="796" y="1916"/>
                  </a:cubicBezTo>
                  <a:lnTo>
                    <a:pt x="796" y="1916"/>
                  </a:lnTo>
                  <a:cubicBezTo>
                    <a:pt x="787" y="1914"/>
                    <a:pt x="777" y="1913"/>
                    <a:pt x="770" y="1910"/>
                  </a:cubicBezTo>
                  <a:cubicBezTo>
                    <a:pt x="735" y="1897"/>
                    <a:pt x="702" y="1880"/>
                    <a:pt x="668" y="1862"/>
                  </a:cubicBezTo>
                  <a:cubicBezTo>
                    <a:pt x="579" y="1815"/>
                    <a:pt x="505" y="1732"/>
                    <a:pt x="446" y="1649"/>
                  </a:cubicBezTo>
                  <a:cubicBezTo>
                    <a:pt x="304" y="1454"/>
                    <a:pt x="240" y="1214"/>
                    <a:pt x="276" y="974"/>
                  </a:cubicBezTo>
                  <a:cubicBezTo>
                    <a:pt x="307" y="755"/>
                    <a:pt x="385" y="527"/>
                    <a:pt x="558" y="378"/>
                  </a:cubicBezTo>
                  <a:cubicBezTo>
                    <a:pt x="669" y="281"/>
                    <a:pt x="814" y="231"/>
                    <a:pt x="959" y="231"/>
                  </a:cubicBezTo>
                  <a:cubicBezTo>
                    <a:pt x="1021" y="231"/>
                    <a:pt x="1083" y="240"/>
                    <a:pt x="1143" y="258"/>
                  </a:cubicBezTo>
                  <a:cubicBezTo>
                    <a:pt x="1408" y="337"/>
                    <a:pt x="1560" y="585"/>
                    <a:pt x="1582" y="849"/>
                  </a:cubicBezTo>
                  <a:cubicBezTo>
                    <a:pt x="1589" y="923"/>
                    <a:pt x="1650" y="960"/>
                    <a:pt x="1708" y="960"/>
                  </a:cubicBezTo>
                  <a:cubicBezTo>
                    <a:pt x="1766" y="960"/>
                    <a:pt x="1820" y="923"/>
                    <a:pt x="1813" y="849"/>
                  </a:cubicBezTo>
                  <a:cubicBezTo>
                    <a:pt x="1784" y="519"/>
                    <a:pt x="1615" y="204"/>
                    <a:pt x="1297" y="69"/>
                  </a:cubicBezTo>
                  <a:cubicBezTo>
                    <a:pt x="1190" y="23"/>
                    <a:pt x="1075" y="1"/>
                    <a:pt x="961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5500" lIns="91425" spcFirstLastPara="1" rIns="91425" wrap="square" tIns="65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30" name="Google Shape;1830;p13"/>
            <p:cNvSpPr/>
            <p:nvPr/>
          </p:nvSpPr>
          <p:spPr>
            <a:xfrm>
              <a:off x="4876200" y="293760"/>
              <a:ext cx="21240" cy="50760"/>
            </a:xfrm>
            <a:custGeom>
              <a:rect b="b" l="l" r="r" t="t"/>
              <a:pathLst>
                <a:path extrusionOk="0" h="838" w="351">
                  <a:moveTo>
                    <a:pt x="275" y="454"/>
                  </a:moveTo>
                  <a:cubicBezTo>
                    <a:pt x="276" y="457"/>
                    <a:pt x="276" y="459"/>
                    <a:pt x="277" y="462"/>
                  </a:cubicBezTo>
                  <a:cubicBezTo>
                    <a:pt x="276" y="458"/>
                    <a:pt x="276" y="455"/>
                    <a:pt x="275" y="454"/>
                  </a:cubicBezTo>
                  <a:close/>
                  <a:moveTo>
                    <a:pt x="200" y="0"/>
                  </a:moveTo>
                  <a:cubicBezTo>
                    <a:pt x="148" y="0"/>
                    <a:pt x="109" y="36"/>
                    <a:pt x="87" y="86"/>
                  </a:cubicBezTo>
                  <a:cubicBezTo>
                    <a:pt x="0" y="297"/>
                    <a:pt x="46" y="544"/>
                    <a:pt x="110" y="754"/>
                  </a:cubicBezTo>
                  <a:cubicBezTo>
                    <a:pt x="125" y="801"/>
                    <a:pt x="171" y="838"/>
                    <a:pt x="221" y="838"/>
                  </a:cubicBezTo>
                  <a:cubicBezTo>
                    <a:pt x="231" y="838"/>
                    <a:pt x="241" y="836"/>
                    <a:pt x="251" y="833"/>
                  </a:cubicBezTo>
                  <a:cubicBezTo>
                    <a:pt x="311" y="815"/>
                    <a:pt x="350" y="754"/>
                    <a:pt x="332" y="691"/>
                  </a:cubicBezTo>
                  <a:cubicBezTo>
                    <a:pt x="318" y="646"/>
                    <a:pt x="305" y="598"/>
                    <a:pt x="294" y="552"/>
                  </a:cubicBezTo>
                  <a:lnTo>
                    <a:pt x="278" y="473"/>
                  </a:lnTo>
                  <a:cubicBezTo>
                    <a:pt x="277" y="469"/>
                    <a:pt x="275" y="452"/>
                    <a:pt x="275" y="452"/>
                  </a:cubicBezTo>
                  <a:lnTo>
                    <a:pt x="275" y="452"/>
                  </a:lnTo>
                  <a:cubicBezTo>
                    <a:pt x="275" y="452"/>
                    <a:pt x="275" y="453"/>
                    <a:pt x="275" y="454"/>
                  </a:cubicBezTo>
                  <a:lnTo>
                    <a:pt x="275" y="454"/>
                  </a:lnTo>
                  <a:cubicBezTo>
                    <a:pt x="273" y="443"/>
                    <a:pt x="273" y="432"/>
                    <a:pt x="273" y="421"/>
                  </a:cubicBezTo>
                  <a:cubicBezTo>
                    <a:pt x="270" y="370"/>
                    <a:pt x="270" y="320"/>
                    <a:pt x="273" y="269"/>
                  </a:cubicBezTo>
                  <a:cubicBezTo>
                    <a:pt x="273" y="268"/>
                    <a:pt x="273" y="267"/>
                    <a:pt x="273" y="267"/>
                  </a:cubicBezTo>
                  <a:lnTo>
                    <a:pt x="273" y="267"/>
                  </a:lnTo>
                  <a:cubicBezTo>
                    <a:pt x="273" y="267"/>
                    <a:pt x="273" y="267"/>
                    <a:pt x="273" y="267"/>
                  </a:cubicBezTo>
                  <a:cubicBezTo>
                    <a:pt x="273" y="267"/>
                    <a:pt x="274" y="265"/>
                    <a:pt x="275" y="259"/>
                  </a:cubicBezTo>
                  <a:cubicBezTo>
                    <a:pt x="278" y="248"/>
                    <a:pt x="280" y="234"/>
                    <a:pt x="284" y="221"/>
                  </a:cubicBezTo>
                  <a:cubicBezTo>
                    <a:pt x="291" y="195"/>
                    <a:pt x="298" y="170"/>
                    <a:pt x="308" y="146"/>
                  </a:cubicBezTo>
                  <a:cubicBezTo>
                    <a:pt x="332" y="89"/>
                    <a:pt x="284" y="17"/>
                    <a:pt x="229" y="4"/>
                  </a:cubicBezTo>
                  <a:cubicBezTo>
                    <a:pt x="219" y="2"/>
                    <a:pt x="209" y="0"/>
                    <a:pt x="200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5550" lIns="91425" spcFirstLastPara="1" rIns="91425" wrap="square" tIns="255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31" name="Google Shape;1831;p13"/>
            <p:cNvSpPr/>
            <p:nvPr/>
          </p:nvSpPr>
          <p:spPr>
            <a:xfrm>
              <a:off x="4808520" y="326520"/>
              <a:ext cx="98641" cy="114122"/>
            </a:xfrm>
            <a:custGeom>
              <a:rect b="b" l="l" r="r" t="t"/>
              <a:pathLst>
                <a:path extrusionOk="0" h="1872" w="1618">
                  <a:moveTo>
                    <a:pt x="937" y="0"/>
                  </a:moveTo>
                  <a:cubicBezTo>
                    <a:pt x="815" y="0"/>
                    <a:pt x="693" y="31"/>
                    <a:pt x="586" y="86"/>
                  </a:cubicBezTo>
                  <a:cubicBezTo>
                    <a:pt x="337" y="215"/>
                    <a:pt x="143" y="495"/>
                    <a:pt x="90" y="770"/>
                  </a:cubicBezTo>
                  <a:cubicBezTo>
                    <a:pt x="0" y="1249"/>
                    <a:pt x="344" y="1871"/>
                    <a:pt x="871" y="1871"/>
                  </a:cubicBezTo>
                  <a:cubicBezTo>
                    <a:pt x="876" y="1871"/>
                    <a:pt x="881" y="1871"/>
                    <a:pt x="887" y="1871"/>
                  </a:cubicBezTo>
                  <a:cubicBezTo>
                    <a:pt x="1119" y="1866"/>
                    <a:pt x="1439" y="1799"/>
                    <a:pt x="1565" y="1581"/>
                  </a:cubicBezTo>
                  <a:cubicBezTo>
                    <a:pt x="1617" y="1491"/>
                    <a:pt x="1538" y="1409"/>
                    <a:pt x="1460" y="1409"/>
                  </a:cubicBezTo>
                  <a:cubicBezTo>
                    <a:pt x="1425" y="1409"/>
                    <a:pt x="1390" y="1425"/>
                    <a:pt x="1367" y="1464"/>
                  </a:cubicBezTo>
                  <a:cubicBezTo>
                    <a:pt x="1296" y="1588"/>
                    <a:pt x="1081" y="1625"/>
                    <a:pt x="950" y="1637"/>
                  </a:cubicBezTo>
                  <a:cubicBezTo>
                    <a:pt x="928" y="1639"/>
                    <a:pt x="907" y="1640"/>
                    <a:pt x="886" y="1640"/>
                  </a:cubicBezTo>
                  <a:cubicBezTo>
                    <a:pt x="740" y="1640"/>
                    <a:pt x="622" y="1590"/>
                    <a:pt x="517" y="1467"/>
                  </a:cubicBezTo>
                  <a:cubicBezTo>
                    <a:pt x="388" y="1319"/>
                    <a:pt x="297" y="1106"/>
                    <a:pt x="306" y="906"/>
                  </a:cubicBezTo>
                  <a:cubicBezTo>
                    <a:pt x="315" y="688"/>
                    <a:pt x="443" y="482"/>
                    <a:pt x="609" y="348"/>
                  </a:cubicBezTo>
                  <a:cubicBezTo>
                    <a:pt x="703" y="272"/>
                    <a:pt x="817" y="231"/>
                    <a:pt x="939" y="231"/>
                  </a:cubicBezTo>
                  <a:cubicBezTo>
                    <a:pt x="945" y="231"/>
                    <a:pt x="951" y="231"/>
                    <a:pt x="957" y="232"/>
                  </a:cubicBezTo>
                  <a:cubicBezTo>
                    <a:pt x="1018" y="233"/>
                    <a:pt x="1064" y="242"/>
                    <a:pt x="1109" y="284"/>
                  </a:cubicBezTo>
                  <a:cubicBezTo>
                    <a:pt x="1154" y="328"/>
                    <a:pt x="1195" y="373"/>
                    <a:pt x="1251" y="404"/>
                  </a:cubicBezTo>
                  <a:cubicBezTo>
                    <a:pt x="1271" y="417"/>
                    <a:pt x="1290" y="422"/>
                    <a:pt x="1309" y="422"/>
                  </a:cubicBezTo>
                  <a:cubicBezTo>
                    <a:pt x="1407" y="422"/>
                    <a:pt x="1473" y="270"/>
                    <a:pt x="1366" y="206"/>
                  </a:cubicBezTo>
                  <a:cubicBezTo>
                    <a:pt x="1312" y="173"/>
                    <a:pt x="1276" y="122"/>
                    <a:pt x="1230" y="84"/>
                  </a:cubicBezTo>
                  <a:cubicBezTo>
                    <a:pt x="1163" y="33"/>
                    <a:pt x="1098" y="13"/>
                    <a:pt x="1017" y="5"/>
                  </a:cubicBezTo>
                  <a:cubicBezTo>
                    <a:pt x="990" y="2"/>
                    <a:pt x="963" y="0"/>
                    <a:pt x="937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7225" lIns="91425" spcFirstLastPara="1" rIns="91425" wrap="square" tIns="57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32" name="Google Shape;1832;p13"/>
            <p:cNvSpPr/>
            <p:nvPr/>
          </p:nvSpPr>
          <p:spPr>
            <a:xfrm>
              <a:off x="4890600" y="412920"/>
              <a:ext cx="72361" cy="136079"/>
            </a:xfrm>
            <a:custGeom>
              <a:rect b="b" l="l" r="r" t="t"/>
              <a:pathLst>
                <a:path extrusionOk="0" h="2232" w="1193">
                  <a:moveTo>
                    <a:pt x="112" y="1"/>
                  </a:moveTo>
                  <a:cubicBezTo>
                    <a:pt x="55" y="1"/>
                    <a:pt x="1" y="38"/>
                    <a:pt x="7" y="112"/>
                  </a:cubicBezTo>
                  <a:cubicBezTo>
                    <a:pt x="72" y="900"/>
                    <a:pt x="428" y="1613"/>
                    <a:pt x="954" y="2195"/>
                  </a:cubicBezTo>
                  <a:cubicBezTo>
                    <a:pt x="977" y="2221"/>
                    <a:pt x="1004" y="2232"/>
                    <a:pt x="1030" y="2232"/>
                  </a:cubicBezTo>
                  <a:cubicBezTo>
                    <a:pt x="1115" y="2232"/>
                    <a:pt x="1192" y="2117"/>
                    <a:pt x="1117" y="2032"/>
                  </a:cubicBezTo>
                  <a:cubicBezTo>
                    <a:pt x="633" y="1498"/>
                    <a:pt x="297" y="836"/>
                    <a:pt x="237" y="112"/>
                  </a:cubicBezTo>
                  <a:cubicBezTo>
                    <a:pt x="230" y="38"/>
                    <a:pt x="169" y="1"/>
                    <a:pt x="112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025" lIns="91425" spcFirstLastPara="1" rIns="91425" wrap="square" tIns="68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33" name="Google Shape;1833;p13"/>
            <p:cNvSpPr/>
            <p:nvPr/>
          </p:nvSpPr>
          <p:spPr>
            <a:xfrm>
              <a:off x="4877280" y="299160"/>
              <a:ext cx="273962" cy="264600"/>
            </a:xfrm>
            <a:custGeom>
              <a:rect b="b" l="l" r="r" t="t"/>
              <a:pathLst>
                <a:path extrusionOk="0" h="4337" w="4491">
                  <a:moveTo>
                    <a:pt x="1767" y="0"/>
                  </a:moveTo>
                  <a:cubicBezTo>
                    <a:pt x="1522" y="0"/>
                    <a:pt x="1277" y="30"/>
                    <a:pt x="1040" y="93"/>
                  </a:cubicBezTo>
                  <a:cubicBezTo>
                    <a:pt x="694" y="184"/>
                    <a:pt x="313" y="342"/>
                    <a:pt x="156" y="688"/>
                  </a:cubicBezTo>
                  <a:cubicBezTo>
                    <a:pt x="0" y="1028"/>
                    <a:pt x="94" y="1421"/>
                    <a:pt x="207" y="1759"/>
                  </a:cubicBezTo>
                  <a:cubicBezTo>
                    <a:pt x="233" y="1837"/>
                    <a:pt x="261" y="1912"/>
                    <a:pt x="290" y="1988"/>
                  </a:cubicBezTo>
                  <a:lnTo>
                    <a:pt x="290" y="1988"/>
                  </a:lnTo>
                  <a:cubicBezTo>
                    <a:pt x="288" y="1999"/>
                    <a:pt x="289" y="2012"/>
                    <a:pt x="296" y="2026"/>
                  </a:cubicBezTo>
                  <a:cubicBezTo>
                    <a:pt x="306" y="2047"/>
                    <a:pt x="319" y="2063"/>
                    <a:pt x="340" y="2077"/>
                  </a:cubicBezTo>
                  <a:cubicBezTo>
                    <a:pt x="348" y="2082"/>
                    <a:pt x="357" y="2085"/>
                    <a:pt x="366" y="2085"/>
                  </a:cubicBezTo>
                  <a:cubicBezTo>
                    <a:pt x="401" y="2085"/>
                    <a:pt x="439" y="2048"/>
                    <a:pt x="425" y="2012"/>
                  </a:cubicBezTo>
                  <a:cubicBezTo>
                    <a:pt x="298" y="1683"/>
                    <a:pt x="152" y="1319"/>
                    <a:pt x="198" y="960"/>
                  </a:cubicBezTo>
                  <a:cubicBezTo>
                    <a:pt x="247" y="585"/>
                    <a:pt x="551" y="378"/>
                    <a:pt x="886" y="262"/>
                  </a:cubicBezTo>
                  <a:cubicBezTo>
                    <a:pt x="1168" y="162"/>
                    <a:pt x="1467" y="116"/>
                    <a:pt x="1767" y="116"/>
                  </a:cubicBezTo>
                  <a:cubicBezTo>
                    <a:pt x="2100" y="116"/>
                    <a:pt x="2434" y="173"/>
                    <a:pt x="2748" y="280"/>
                  </a:cubicBezTo>
                  <a:cubicBezTo>
                    <a:pt x="3318" y="476"/>
                    <a:pt x="3852" y="864"/>
                    <a:pt x="4096" y="1431"/>
                  </a:cubicBezTo>
                  <a:cubicBezTo>
                    <a:pt x="4390" y="2114"/>
                    <a:pt x="4189" y="2913"/>
                    <a:pt x="3700" y="3454"/>
                  </a:cubicBezTo>
                  <a:cubicBezTo>
                    <a:pt x="3428" y="3758"/>
                    <a:pt x="3074" y="3990"/>
                    <a:pt x="2685" y="4118"/>
                  </a:cubicBezTo>
                  <a:cubicBezTo>
                    <a:pt x="2494" y="4181"/>
                    <a:pt x="2279" y="4226"/>
                    <a:pt x="2068" y="4226"/>
                  </a:cubicBezTo>
                  <a:cubicBezTo>
                    <a:pt x="1866" y="4226"/>
                    <a:pt x="1667" y="4184"/>
                    <a:pt x="1495" y="4076"/>
                  </a:cubicBezTo>
                  <a:cubicBezTo>
                    <a:pt x="1403" y="4018"/>
                    <a:pt x="1325" y="3942"/>
                    <a:pt x="1260" y="3857"/>
                  </a:cubicBezTo>
                  <a:cubicBezTo>
                    <a:pt x="1248" y="3843"/>
                    <a:pt x="1234" y="3837"/>
                    <a:pt x="1221" y="3837"/>
                  </a:cubicBezTo>
                  <a:cubicBezTo>
                    <a:pt x="1180" y="3837"/>
                    <a:pt x="1142" y="3894"/>
                    <a:pt x="1176" y="3939"/>
                  </a:cubicBezTo>
                  <a:cubicBezTo>
                    <a:pt x="1401" y="4228"/>
                    <a:pt x="1732" y="4337"/>
                    <a:pt x="2077" y="4337"/>
                  </a:cubicBezTo>
                  <a:cubicBezTo>
                    <a:pt x="2163" y="4337"/>
                    <a:pt x="2250" y="4330"/>
                    <a:pt x="2337" y="4317"/>
                  </a:cubicBezTo>
                  <a:cubicBezTo>
                    <a:pt x="2768" y="4255"/>
                    <a:pt x="3176" y="4064"/>
                    <a:pt x="3513" y="3789"/>
                  </a:cubicBezTo>
                  <a:cubicBezTo>
                    <a:pt x="4138" y="3281"/>
                    <a:pt x="4491" y="2450"/>
                    <a:pt x="4288" y="1653"/>
                  </a:cubicBezTo>
                  <a:cubicBezTo>
                    <a:pt x="4128" y="1011"/>
                    <a:pt x="3615" y="529"/>
                    <a:pt x="3026" y="267"/>
                  </a:cubicBezTo>
                  <a:cubicBezTo>
                    <a:pt x="2633" y="94"/>
                    <a:pt x="2199" y="0"/>
                    <a:pt x="1767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34" name="Google Shape;1834;p13"/>
            <p:cNvSpPr/>
            <p:nvPr/>
          </p:nvSpPr>
          <p:spPr>
            <a:xfrm>
              <a:off x="5165280" y="282960"/>
              <a:ext cx="234355" cy="275035"/>
            </a:xfrm>
            <a:custGeom>
              <a:rect b="b" l="l" r="r" t="t"/>
              <a:pathLst>
                <a:path extrusionOk="0" h="4506" w="3840">
                  <a:moveTo>
                    <a:pt x="2104" y="116"/>
                  </a:moveTo>
                  <a:cubicBezTo>
                    <a:pt x="2853" y="116"/>
                    <a:pt x="3318" y="892"/>
                    <a:pt x="3530" y="1520"/>
                  </a:cubicBezTo>
                  <a:cubicBezTo>
                    <a:pt x="3789" y="2278"/>
                    <a:pt x="3762" y="3172"/>
                    <a:pt x="3197" y="3788"/>
                  </a:cubicBezTo>
                  <a:cubicBezTo>
                    <a:pt x="2932" y="4079"/>
                    <a:pt x="2586" y="4297"/>
                    <a:pt x="2195" y="4365"/>
                  </a:cubicBezTo>
                  <a:cubicBezTo>
                    <a:pt x="2112" y="4380"/>
                    <a:pt x="2028" y="4387"/>
                    <a:pt x="1944" y="4387"/>
                  </a:cubicBezTo>
                  <a:cubicBezTo>
                    <a:pt x="1664" y="4387"/>
                    <a:pt x="1386" y="4307"/>
                    <a:pt x="1145" y="4162"/>
                  </a:cubicBezTo>
                  <a:cubicBezTo>
                    <a:pt x="788" y="3946"/>
                    <a:pt x="526" y="3593"/>
                    <a:pt x="354" y="3220"/>
                  </a:cubicBezTo>
                  <a:cubicBezTo>
                    <a:pt x="169" y="2813"/>
                    <a:pt x="99" y="2350"/>
                    <a:pt x="191" y="1912"/>
                  </a:cubicBezTo>
                  <a:cubicBezTo>
                    <a:pt x="214" y="1803"/>
                    <a:pt x="248" y="1697"/>
                    <a:pt x="289" y="1593"/>
                  </a:cubicBezTo>
                  <a:cubicBezTo>
                    <a:pt x="290" y="1591"/>
                    <a:pt x="290" y="1590"/>
                    <a:pt x="291" y="1588"/>
                  </a:cubicBezTo>
                  <a:lnTo>
                    <a:pt x="291" y="1588"/>
                  </a:lnTo>
                  <a:cubicBezTo>
                    <a:pt x="465" y="1237"/>
                    <a:pt x="689" y="909"/>
                    <a:pt x="975" y="638"/>
                  </a:cubicBezTo>
                  <a:cubicBezTo>
                    <a:pt x="1267" y="365"/>
                    <a:pt x="1657" y="128"/>
                    <a:pt x="2068" y="117"/>
                  </a:cubicBezTo>
                  <a:cubicBezTo>
                    <a:pt x="2080" y="116"/>
                    <a:pt x="2092" y="116"/>
                    <a:pt x="2104" y="116"/>
                  </a:cubicBezTo>
                  <a:close/>
                  <a:moveTo>
                    <a:pt x="2110" y="1"/>
                  </a:moveTo>
                  <a:cubicBezTo>
                    <a:pt x="1781" y="1"/>
                    <a:pt x="1457" y="137"/>
                    <a:pt x="1188" y="322"/>
                  </a:cubicBezTo>
                  <a:cubicBezTo>
                    <a:pt x="822" y="573"/>
                    <a:pt x="533" y="924"/>
                    <a:pt x="312" y="1307"/>
                  </a:cubicBezTo>
                  <a:cubicBezTo>
                    <a:pt x="259" y="1400"/>
                    <a:pt x="210" y="1494"/>
                    <a:pt x="162" y="1592"/>
                  </a:cubicBezTo>
                  <a:cubicBezTo>
                    <a:pt x="156" y="1602"/>
                    <a:pt x="155" y="1613"/>
                    <a:pt x="155" y="1622"/>
                  </a:cubicBezTo>
                  <a:lnTo>
                    <a:pt x="155" y="1622"/>
                  </a:lnTo>
                  <a:cubicBezTo>
                    <a:pt x="4" y="2049"/>
                    <a:pt x="0" y="2515"/>
                    <a:pt x="129" y="2948"/>
                  </a:cubicBezTo>
                  <a:cubicBezTo>
                    <a:pt x="257" y="3377"/>
                    <a:pt x="507" y="3798"/>
                    <a:pt x="849" y="4090"/>
                  </a:cubicBezTo>
                  <a:cubicBezTo>
                    <a:pt x="1146" y="4345"/>
                    <a:pt x="1523" y="4500"/>
                    <a:pt x="1919" y="4505"/>
                  </a:cubicBezTo>
                  <a:cubicBezTo>
                    <a:pt x="1926" y="4505"/>
                    <a:pt x="1933" y="4506"/>
                    <a:pt x="1940" y="4506"/>
                  </a:cubicBezTo>
                  <a:cubicBezTo>
                    <a:pt x="2335" y="4506"/>
                    <a:pt x="2712" y="4354"/>
                    <a:pt x="3020" y="4111"/>
                  </a:cubicBezTo>
                  <a:cubicBezTo>
                    <a:pt x="3360" y="3842"/>
                    <a:pt x="3611" y="3481"/>
                    <a:pt x="3726" y="3063"/>
                  </a:cubicBezTo>
                  <a:cubicBezTo>
                    <a:pt x="3839" y="2653"/>
                    <a:pt x="3826" y="2215"/>
                    <a:pt x="3733" y="1803"/>
                  </a:cubicBezTo>
                  <a:cubicBezTo>
                    <a:pt x="3642" y="1410"/>
                    <a:pt x="3480" y="1021"/>
                    <a:pt x="3247" y="692"/>
                  </a:cubicBezTo>
                  <a:cubicBezTo>
                    <a:pt x="3031" y="387"/>
                    <a:pt x="2735" y="117"/>
                    <a:pt x="2361" y="29"/>
                  </a:cubicBezTo>
                  <a:cubicBezTo>
                    <a:pt x="2278" y="10"/>
                    <a:pt x="2194" y="1"/>
                    <a:pt x="2110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35" name="Google Shape;1835;p13"/>
            <p:cNvSpPr/>
            <p:nvPr/>
          </p:nvSpPr>
          <p:spPr>
            <a:xfrm>
              <a:off x="5063040" y="601920"/>
              <a:ext cx="268917" cy="60839"/>
            </a:xfrm>
            <a:custGeom>
              <a:rect b="b" l="l" r="r" t="t"/>
              <a:pathLst>
                <a:path extrusionOk="0" h="1002" w="4411">
                  <a:moveTo>
                    <a:pt x="1890" y="1"/>
                  </a:moveTo>
                  <a:cubicBezTo>
                    <a:pt x="1854" y="1"/>
                    <a:pt x="1819" y="2"/>
                    <a:pt x="1785" y="4"/>
                  </a:cubicBezTo>
                  <a:cubicBezTo>
                    <a:pt x="1474" y="21"/>
                    <a:pt x="1155" y="75"/>
                    <a:pt x="856" y="152"/>
                  </a:cubicBezTo>
                  <a:cubicBezTo>
                    <a:pt x="691" y="196"/>
                    <a:pt x="530" y="255"/>
                    <a:pt x="372" y="317"/>
                  </a:cubicBezTo>
                  <a:cubicBezTo>
                    <a:pt x="240" y="371"/>
                    <a:pt x="117" y="442"/>
                    <a:pt x="32" y="558"/>
                  </a:cubicBezTo>
                  <a:cubicBezTo>
                    <a:pt x="1" y="600"/>
                    <a:pt x="40" y="642"/>
                    <a:pt x="81" y="642"/>
                  </a:cubicBezTo>
                  <a:cubicBezTo>
                    <a:pt x="99" y="642"/>
                    <a:pt x="117" y="634"/>
                    <a:pt x="129" y="616"/>
                  </a:cubicBezTo>
                  <a:cubicBezTo>
                    <a:pt x="204" y="512"/>
                    <a:pt x="331" y="452"/>
                    <a:pt x="448" y="409"/>
                  </a:cubicBezTo>
                  <a:cubicBezTo>
                    <a:pt x="584" y="361"/>
                    <a:pt x="719" y="307"/>
                    <a:pt x="859" y="269"/>
                  </a:cubicBezTo>
                  <a:cubicBezTo>
                    <a:pt x="1148" y="191"/>
                    <a:pt x="1449" y="145"/>
                    <a:pt x="1746" y="120"/>
                  </a:cubicBezTo>
                  <a:cubicBezTo>
                    <a:pt x="1795" y="116"/>
                    <a:pt x="1844" y="114"/>
                    <a:pt x="1893" y="114"/>
                  </a:cubicBezTo>
                  <a:cubicBezTo>
                    <a:pt x="2124" y="114"/>
                    <a:pt x="2357" y="158"/>
                    <a:pt x="2580" y="216"/>
                  </a:cubicBezTo>
                  <a:cubicBezTo>
                    <a:pt x="2863" y="290"/>
                    <a:pt x="3138" y="396"/>
                    <a:pt x="3400" y="522"/>
                  </a:cubicBezTo>
                  <a:cubicBezTo>
                    <a:pt x="3705" y="668"/>
                    <a:pt x="3998" y="834"/>
                    <a:pt x="4296" y="994"/>
                  </a:cubicBezTo>
                  <a:cubicBezTo>
                    <a:pt x="4305" y="999"/>
                    <a:pt x="4315" y="1002"/>
                    <a:pt x="4324" y="1002"/>
                  </a:cubicBezTo>
                  <a:cubicBezTo>
                    <a:pt x="4376" y="1002"/>
                    <a:pt x="4411" y="925"/>
                    <a:pt x="4354" y="895"/>
                  </a:cubicBezTo>
                  <a:cubicBezTo>
                    <a:pt x="3805" y="602"/>
                    <a:pt x="3263" y="287"/>
                    <a:pt x="2659" y="118"/>
                  </a:cubicBezTo>
                  <a:cubicBezTo>
                    <a:pt x="2410" y="50"/>
                    <a:pt x="2149" y="1"/>
                    <a:pt x="1890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0600" lIns="91425" spcFirstLastPara="1" rIns="91425" wrap="square" tIns="30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36" name="Google Shape;1836;p13"/>
            <p:cNvSpPr/>
            <p:nvPr/>
          </p:nvSpPr>
          <p:spPr>
            <a:xfrm>
              <a:off x="5272560" y="656640"/>
              <a:ext cx="57961" cy="29520"/>
            </a:xfrm>
            <a:custGeom>
              <a:rect b="b" l="l" r="r" t="t"/>
              <a:pathLst>
                <a:path extrusionOk="0" h="489" w="957">
                  <a:moveTo>
                    <a:pt x="875" y="0"/>
                  </a:moveTo>
                  <a:cubicBezTo>
                    <a:pt x="858" y="0"/>
                    <a:pt x="840" y="8"/>
                    <a:pt x="828" y="26"/>
                  </a:cubicBezTo>
                  <a:cubicBezTo>
                    <a:pt x="743" y="158"/>
                    <a:pt x="610" y="222"/>
                    <a:pt x="465" y="264"/>
                  </a:cubicBezTo>
                  <a:cubicBezTo>
                    <a:pt x="426" y="274"/>
                    <a:pt x="389" y="287"/>
                    <a:pt x="349" y="295"/>
                  </a:cubicBezTo>
                  <a:cubicBezTo>
                    <a:pt x="317" y="302"/>
                    <a:pt x="278" y="305"/>
                    <a:pt x="243" y="309"/>
                  </a:cubicBezTo>
                  <a:cubicBezTo>
                    <a:pt x="164" y="321"/>
                    <a:pt x="87" y="339"/>
                    <a:pt x="26" y="390"/>
                  </a:cubicBezTo>
                  <a:cubicBezTo>
                    <a:pt x="1" y="410"/>
                    <a:pt x="6" y="450"/>
                    <a:pt x="26" y="471"/>
                  </a:cubicBezTo>
                  <a:cubicBezTo>
                    <a:pt x="37" y="483"/>
                    <a:pt x="50" y="488"/>
                    <a:pt x="63" y="488"/>
                  </a:cubicBezTo>
                  <a:cubicBezTo>
                    <a:pt x="78" y="488"/>
                    <a:pt x="93" y="481"/>
                    <a:pt x="105" y="471"/>
                  </a:cubicBezTo>
                  <a:cubicBezTo>
                    <a:pt x="161" y="427"/>
                    <a:pt x="249" y="426"/>
                    <a:pt x="317" y="416"/>
                  </a:cubicBezTo>
                  <a:cubicBezTo>
                    <a:pt x="396" y="407"/>
                    <a:pt x="475" y="385"/>
                    <a:pt x="552" y="358"/>
                  </a:cubicBezTo>
                  <a:cubicBezTo>
                    <a:pt x="706" y="307"/>
                    <a:pt x="838" y="223"/>
                    <a:pt x="927" y="86"/>
                  </a:cubicBezTo>
                  <a:cubicBezTo>
                    <a:pt x="956" y="42"/>
                    <a:pt x="916" y="0"/>
                    <a:pt x="875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4750" lIns="91425" spcFirstLastPara="1" rIns="91425" wrap="square" tIns="14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37" name="Google Shape;1837;p13"/>
            <p:cNvSpPr/>
            <p:nvPr/>
          </p:nvSpPr>
          <p:spPr>
            <a:xfrm>
              <a:off x="5085000" y="646200"/>
              <a:ext cx="115198" cy="42120"/>
            </a:xfrm>
            <a:custGeom>
              <a:rect b="b" l="l" r="r" t="t"/>
              <a:pathLst>
                <a:path extrusionOk="0" h="695" w="1894">
                  <a:moveTo>
                    <a:pt x="86" y="1"/>
                  </a:moveTo>
                  <a:cubicBezTo>
                    <a:pt x="35" y="1"/>
                    <a:pt x="1" y="77"/>
                    <a:pt x="56" y="107"/>
                  </a:cubicBezTo>
                  <a:cubicBezTo>
                    <a:pt x="236" y="205"/>
                    <a:pt x="406" y="324"/>
                    <a:pt x="596" y="408"/>
                  </a:cubicBezTo>
                  <a:cubicBezTo>
                    <a:pt x="807" y="501"/>
                    <a:pt x="1034" y="540"/>
                    <a:pt x="1257" y="594"/>
                  </a:cubicBezTo>
                  <a:cubicBezTo>
                    <a:pt x="1390" y="625"/>
                    <a:pt x="1517" y="666"/>
                    <a:pt x="1653" y="687"/>
                  </a:cubicBezTo>
                  <a:cubicBezTo>
                    <a:pt x="1675" y="690"/>
                    <a:pt x="1712" y="695"/>
                    <a:pt x="1750" y="695"/>
                  </a:cubicBezTo>
                  <a:cubicBezTo>
                    <a:pt x="1821" y="695"/>
                    <a:pt x="1893" y="677"/>
                    <a:pt x="1865" y="595"/>
                  </a:cubicBezTo>
                  <a:cubicBezTo>
                    <a:pt x="1855" y="568"/>
                    <a:pt x="1832" y="556"/>
                    <a:pt x="1809" y="556"/>
                  </a:cubicBezTo>
                  <a:cubicBezTo>
                    <a:pt x="1788" y="556"/>
                    <a:pt x="1768" y="565"/>
                    <a:pt x="1757" y="581"/>
                  </a:cubicBezTo>
                  <a:lnTo>
                    <a:pt x="1757" y="581"/>
                  </a:lnTo>
                  <a:cubicBezTo>
                    <a:pt x="1752" y="582"/>
                    <a:pt x="1748" y="582"/>
                    <a:pt x="1746" y="582"/>
                  </a:cubicBezTo>
                  <a:cubicBezTo>
                    <a:pt x="1723" y="582"/>
                    <a:pt x="1700" y="579"/>
                    <a:pt x="1678" y="575"/>
                  </a:cubicBezTo>
                  <a:cubicBezTo>
                    <a:pt x="1625" y="567"/>
                    <a:pt x="1573" y="557"/>
                    <a:pt x="1522" y="544"/>
                  </a:cubicBezTo>
                  <a:cubicBezTo>
                    <a:pt x="1380" y="510"/>
                    <a:pt x="1240" y="473"/>
                    <a:pt x="1098" y="440"/>
                  </a:cubicBezTo>
                  <a:cubicBezTo>
                    <a:pt x="917" y="401"/>
                    <a:pt x="735" y="353"/>
                    <a:pt x="568" y="268"/>
                  </a:cubicBezTo>
                  <a:cubicBezTo>
                    <a:pt x="412" y="188"/>
                    <a:pt x="268" y="90"/>
                    <a:pt x="113" y="8"/>
                  </a:cubicBezTo>
                  <a:cubicBezTo>
                    <a:pt x="104" y="3"/>
                    <a:pt x="94" y="1"/>
                    <a:pt x="86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38" name="Google Shape;1838;p13"/>
            <p:cNvSpPr/>
            <p:nvPr/>
          </p:nvSpPr>
          <p:spPr>
            <a:xfrm>
              <a:off x="4990680" y="185040"/>
              <a:ext cx="8640" cy="6840"/>
            </a:xfrm>
            <a:custGeom>
              <a:rect b="b" l="l" r="r" t="t"/>
              <a:pathLst>
                <a:path extrusionOk="0" h="116" w="149">
                  <a:moveTo>
                    <a:pt x="74" y="1"/>
                  </a:moveTo>
                  <a:cubicBezTo>
                    <a:pt x="0" y="1"/>
                    <a:pt x="0" y="116"/>
                    <a:pt x="74" y="116"/>
                  </a:cubicBezTo>
                  <a:cubicBezTo>
                    <a:pt x="149" y="116"/>
                    <a:pt x="149" y="1"/>
                    <a:pt x="74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00" lIns="91425" spcFirstLastPara="1" rIns="91425" wrap="square" tIns="3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39" name="Google Shape;1839;p13"/>
            <p:cNvSpPr/>
            <p:nvPr/>
          </p:nvSpPr>
          <p:spPr>
            <a:xfrm>
              <a:off x="4987800" y="154800"/>
              <a:ext cx="287277" cy="113040"/>
            </a:xfrm>
            <a:custGeom>
              <a:rect b="b" l="l" r="r" t="t"/>
              <a:pathLst>
                <a:path extrusionOk="0" h="1857" w="4711">
                  <a:moveTo>
                    <a:pt x="171" y="562"/>
                  </a:moveTo>
                  <a:cubicBezTo>
                    <a:pt x="171" y="562"/>
                    <a:pt x="171" y="563"/>
                    <a:pt x="171" y="566"/>
                  </a:cubicBezTo>
                  <a:lnTo>
                    <a:pt x="171" y="566"/>
                  </a:lnTo>
                  <a:cubicBezTo>
                    <a:pt x="172" y="563"/>
                    <a:pt x="172" y="562"/>
                    <a:pt x="171" y="562"/>
                  </a:cubicBezTo>
                  <a:close/>
                  <a:moveTo>
                    <a:pt x="4605" y="0"/>
                  </a:moveTo>
                  <a:cubicBezTo>
                    <a:pt x="4553" y="0"/>
                    <a:pt x="4518" y="77"/>
                    <a:pt x="4574" y="107"/>
                  </a:cubicBezTo>
                  <a:cubicBezTo>
                    <a:pt x="4576" y="108"/>
                    <a:pt x="4578" y="109"/>
                    <a:pt x="4581" y="110"/>
                  </a:cubicBezTo>
                  <a:lnTo>
                    <a:pt x="4581" y="110"/>
                  </a:lnTo>
                  <a:cubicBezTo>
                    <a:pt x="4481" y="480"/>
                    <a:pt x="4318" y="833"/>
                    <a:pt x="4050" y="1113"/>
                  </a:cubicBezTo>
                  <a:cubicBezTo>
                    <a:pt x="3800" y="1377"/>
                    <a:pt x="3483" y="1568"/>
                    <a:pt x="3133" y="1664"/>
                  </a:cubicBezTo>
                  <a:cubicBezTo>
                    <a:pt x="2931" y="1720"/>
                    <a:pt x="2721" y="1746"/>
                    <a:pt x="2510" y="1746"/>
                  </a:cubicBezTo>
                  <a:cubicBezTo>
                    <a:pt x="1992" y="1746"/>
                    <a:pt x="1466" y="1591"/>
                    <a:pt x="1028" y="1338"/>
                  </a:cubicBezTo>
                  <a:cubicBezTo>
                    <a:pt x="824" y="1219"/>
                    <a:pt x="634" y="1079"/>
                    <a:pt x="467" y="913"/>
                  </a:cubicBezTo>
                  <a:cubicBezTo>
                    <a:pt x="403" y="849"/>
                    <a:pt x="342" y="780"/>
                    <a:pt x="283" y="712"/>
                  </a:cubicBezTo>
                  <a:cubicBezTo>
                    <a:pt x="257" y="684"/>
                    <a:pt x="233" y="654"/>
                    <a:pt x="209" y="624"/>
                  </a:cubicBezTo>
                  <a:cubicBezTo>
                    <a:pt x="201" y="611"/>
                    <a:pt x="192" y="594"/>
                    <a:pt x="181" y="583"/>
                  </a:cubicBezTo>
                  <a:cubicBezTo>
                    <a:pt x="174" y="575"/>
                    <a:pt x="172" y="569"/>
                    <a:pt x="171" y="566"/>
                  </a:cubicBezTo>
                  <a:lnTo>
                    <a:pt x="171" y="566"/>
                  </a:lnTo>
                  <a:cubicBezTo>
                    <a:pt x="170" y="570"/>
                    <a:pt x="167" y="576"/>
                    <a:pt x="160" y="586"/>
                  </a:cubicBezTo>
                  <a:lnTo>
                    <a:pt x="160" y="586"/>
                  </a:lnTo>
                  <a:cubicBezTo>
                    <a:pt x="189" y="545"/>
                    <a:pt x="152" y="491"/>
                    <a:pt x="113" y="491"/>
                  </a:cubicBezTo>
                  <a:cubicBezTo>
                    <a:pt x="100" y="491"/>
                    <a:pt x="87" y="497"/>
                    <a:pt x="76" y="511"/>
                  </a:cubicBezTo>
                  <a:cubicBezTo>
                    <a:pt x="1" y="603"/>
                    <a:pt x="163" y="750"/>
                    <a:pt x="219" y="814"/>
                  </a:cubicBezTo>
                  <a:cubicBezTo>
                    <a:pt x="362" y="976"/>
                    <a:pt x="513" y="1124"/>
                    <a:pt x="687" y="1252"/>
                  </a:cubicBezTo>
                  <a:cubicBezTo>
                    <a:pt x="1027" y="1503"/>
                    <a:pt x="1418" y="1677"/>
                    <a:pt x="1828" y="1773"/>
                  </a:cubicBezTo>
                  <a:cubicBezTo>
                    <a:pt x="2051" y="1827"/>
                    <a:pt x="2281" y="1856"/>
                    <a:pt x="2509" y="1856"/>
                  </a:cubicBezTo>
                  <a:cubicBezTo>
                    <a:pt x="3048" y="1856"/>
                    <a:pt x="3579" y="1695"/>
                    <a:pt x="3997" y="1326"/>
                  </a:cubicBezTo>
                  <a:cubicBezTo>
                    <a:pt x="4364" y="1004"/>
                    <a:pt x="4585" y="565"/>
                    <a:pt x="4704" y="96"/>
                  </a:cubicBezTo>
                  <a:cubicBezTo>
                    <a:pt x="4710" y="71"/>
                    <a:pt x="4700" y="43"/>
                    <a:pt x="4677" y="30"/>
                  </a:cubicBezTo>
                  <a:cubicBezTo>
                    <a:pt x="4663" y="23"/>
                    <a:pt x="4649" y="15"/>
                    <a:pt x="4634" y="8"/>
                  </a:cubicBezTo>
                  <a:cubicBezTo>
                    <a:pt x="4624" y="2"/>
                    <a:pt x="4614" y="0"/>
                    <a:pt x="4605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00" lIns="91425" spcFirstLastPara="1" rIns="91425" wrap="square" tIns="56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40" name="Google Shape;1840;p13"/>
            <p:cNvSpPr/>
            <p:nvPr/>
          </p:nvSpPr>
          <p:spPr>
            <a:xfrm>
              <a:off x="5019480" y="140040"/>
              <a:ext cx="86762" cy="39241"/>
            </a:xfrm>
            <a:custGeom>
              <a:rect b="b" l="l" r="r" t="t"/>
              <a:pathLst>
                <a:path extrusionOk="0" h="647" w="1428">
                  <a:moveTo>
                    <a:pt x="1361" y="1"/>
                  </a:moveTo>
                  <a:cubicBezTo>
                    <a:pt x="1358" y="1"/>
                    <a:pt x="1356" y="1"/>
                    <a:pt x="1354" y="1"/>
                  </a:cubicBezTo>
                  <a:cubicBezTo>
                    <a:pt x="1066" y="25"/>
                    <a:pt x="793" y="65"/>
                    <a:pt x="541" y="211"/>
                  </a:cubicBezTo>
                  <a:cubicBezTo>
                    <a:pt x="457" y="260"/>
                    <a:pt x="386" y="330"/>
                    <a:pt x="314" y="392"/>
                  </a:cubicBezTo>
                  <a:cubicBezTo>
                    <a:pt x="254" y="442"/>
                    <a:pt x="169" y="529"/>
                    <a:pt x="85" y="529"/>
                  </a:cubicBezTo>
                  <a:cubicBezTo>
                    <a:pt x="81" y="529"/>
                    <a:pt x="77" y="528"/>
                    <a:pt x="73" y="528"/>
                  </a:cubicBezTo>
                  <a:cubicBezTo>
                    <a:pt x="71" y="528"/>
                    <a:pt x="70" y="528"/>
                    <a:pt x="68" y="528"/>
                  </a:cubicBezTo>
                  <a:cubicBezTo>
                    <a:pt x="1" y="528"/>
                    <a:pt x="4" y="639"/>
                    <a:pt x="74" y="646"/>
                  </a:cubicBezTo>
                  <a:cubicBezTo>
                    <a:pt x="80" y="646"/>
                    <a:pt x="86" y="646"/>
                    <a:pt x="91" y="646"/>
                  </a:cubicBezTo>
                  <a:cubicBezTo>
                    <a:pt x="174" y="646"/>
                    <a:pt x="252" y="590"/>
                    <a:pt x="314" y="542"/>
                  </a:cubicBezTo>
                  <a:cubicBezTo>
                    <a:pt x="399" y="477"/>
                    <a:pt x="474" y="399"/>
                    <a:pt x="561" y="337"/>
                  </a:cubicBezTo>
                  <a:cubicBezTo>
                    <a:pt x="793" y="172"/>
                    <a:pt x="1079" y="140"/>
                    <a:pt x="1354" y="116"/>
                  </a:cubicBezTo>
                  <a:cubicBezTo>
                    <a:pt x="1424" y="109"/>
                    <a:pt x="1428" y="1"/>
                    <a:pt x="1361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9800" lIns="91425" spcFirstLastPara="1" rIns="91425" wrap="square" tIns="19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41" name="Google Shape;1841;p13"/>
            <p:cNvSpPr/>
            <p:nvPr/>
          </p:nvSpPr>
          <p:spPr>
            <a:xfrm>
              <a:off x="5127480" y="121320"/>
              <a:ext cx="107640" cy="27000"/>
            </a:xfrm>
            <a:custGeom>
              <a:rect b="b" l="l" r="r" t="t"/>
              <a:pathLst>
                <a:path extrusionOk="0" h="445" w="1768">
                  <a:moveTo>
                    <a:pt x="351" y="0"/>
                  </a:moveTo>
                  <a:cubicBezTo>
                    <a:pt x="247" y="0"/>
                    <a:pt x="143" y="18"/>
                    <a:pt x="52" y="74"/>
                  </a:cubicBezTo>
                  <a:cubicBezTo>
                    <a:pt x="0" y="108"/>
                    <a:pt x="32" y="183"/>
                    <a:pt x="81" y="183"/>
                  </a:cubicBezTo>
                  <a:cubicBezTo>
                    <a:pt x="91" y="183"/>
                    <a:pt x="101" y="180"/>
                    <a:pt x="111" y="174"/>
                  </a:cubicBezTo>
                  <a:cubicBezTo>
                    <a:pt x="185" y="128"/>
                    <a:pt x="269" y="114"/>
                    <a:pt x="355" y="114"/>
                  </a:cubicBezTo>
                  <a:cubicBezTo>
                    <a:pt x="402" y="114"/>
                    <a:pt x="450" y="118"/>
                    <a:pt x="497" y="124"/>
                  </a:cubicBezTo>
                  <a:cubicBezTo>
                    <a:pt x="645" y="142"/>
                    <a:pt x="793" y="172"/>
                    <a:pt x="937" y="212"/>
                  </a:cubicBezTo>
                  <a:cubicBezTo>
                    <a:pt x="1089" y="251"/>
                    <a:pt x="1238" y="297"/>
                    <a:pt x="1386" y="339"/>
                  </a:cubicBezTo>
                  <a:lnTo>
                    <a:pt x="1535" y="382"/>
                  </a:lnTo>
                  <a:cubicBezTo>
                    <a:pt x="1566" y="392"/>
                    <a:pt x="1629" y="403"/>
                    <a:pt x="1649" y="426"/>
                  </a:cubicBezTo>
                  <a:cubicBezTo>
                    <a:pt x="1660" y="439"/>
                    <a:pt x="1674" y="444"/>
                    <a:pt x="1686" y="444"/>
                  </a:cubicBezTo>
                  <a:cubicBezTo>
                    <a:pt x="1729" y="444"/>
                    <a:pt x="1767" y="386"/>
                    <a:pt x="1729" y="344"/>
                  </a:cubicBezTo>
                  <a:cubicBezTo>
                    <a:pt x="1701" y="312"/>
                    <a:pt x="1653" y="300"/>
                    <a:pt x="1616" y="287"/>
                  </a:cubicBezTo>
                  <a:cubicBezTo>
                    <a:pt x="1558" y="268"/>
                    <a:pt x="1497" y="251"/>
                    <a:pt x="1437" y="234"/>
                  </a:cubicBezTo>
                  <a:cubicBezTo>
                    <a:pt x="1273" y="186"/>
                    <a:pt x="1107" y="137"/>
                    <a:pt x="941" y="94"/>
                  </a:cubicBezTo>
                  <a:cubicBezTo>
                    <a:pt x="788" y="53"/>
                    <a:pt x="631" y="25"/>
                    <a:pt x="474" y="8"/>
                  </a:cubicBezTo>
                  <a:cubicBezTo>
                    <a:pt x="433" y="3"/>
                    <a:pt x="392" y="0"/>
                    <a:pt x="351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3675" lIns="91425" spcFirstLastPara="1" rIns="91425" wrap="square" tIns="13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42" name="Google Shape;1842;p13"/>
            <p:cNvSpPr/>
            <p:nvPr/>
          </p:nvSpPr>
          <p:spPr>
            <a:xfrm>
              <a:off x="5052240" y="447840"/>
              <a:ext cx="15480" cy="16560"/>
            </a:xfrm>
            <a:custGeom>
              <a:rect b="b" l="l" r="r" t="t"/>
              <a:pathLst>
                <a:path extrusionOk="0" h="278" w="260">
                  <a:moveTo>
                    <a:pt x="142" y="1"/>
                  </a:moveTo>
                  <a:cubicBezTo>
                    <a:pt x="132" y="1"/>
                    <a:pt x="121" y="2"/>
                    <a:pt x="111" y="4"/>
                  </a:cubicBezTo>
                  <a:cubicBezTo>
                    <a:pt x="102" y="8"/>
                    <a:pt x="94" y="11"/>
                    <a:pt x="82" y="17"/>
                  </a:cubicBezTo>
                  <a:cubicBezTo>
                    <a:pt x="65" y="28"/>
                    <a:pt x="51" y="42"/>
                    <a:pt x="43" y="58"/>
                  </a:cubicBezTo>
                  <a:cubicBezTo>
                    <a:pt x="33" y="73"/>
                    <a:pt x="26" y="88"/>
                    <a:pt x="17" y="103"/>
                  </a:cubicBezTo>
                  <a:cubicBezTo>
                    <a:pt x="9" y="116"/>
                    <a:pt x="5" y="132"/>
                    <a:pt x="3" y="146"/>
                  </a:cubicBezTo>
                  <a:cubicBezTo>
                    <a:pt x="0" y="163"/>
                    <a:pt x="0" y="177"/>
                    <a:pt x="5" y="192"/>
                  </a:cubicBezTo>
                  <a:cubicBezTo>
                    <a:pt x="9" y="207"/>
                    <a:pt x="16" y="221"/>
                    <a:pt x="26" y="231"/>
                  </a:cubicBezTo>
                  <a:cubicBezTo>
                    <a:pt x="36" y="243"/>
                    <a:pt x="46" y="255"/>
                    <a:pt x="58" y="262"/>
                  </a:cubicBezTo>
                  <a:cubicBezTo>
                    <a:pt x="67" y="265"/>
                    <a:pt x="75" y="269"/>
                    <a:pt x="87" y="273"/>
                  </a:cubicBezTo>
                  <a:cubicBezTo>
                    <a:pt x="97" y="276"/>
                    <a:pt x="108" y="277"/>
                    <a:pt x="118" y="277"/>
                  </a:cubicBezTo>
                  <a:cubicBezTo>
                    <a:pt x="128" y="277"/>
                    <a:pt x="138" y="276"/>
                    <a:pt x="149" y="273"/>
                  </a:cubicBezTo>
                  <a:cubicBezTo>
                    <a:pt x="158" y="270"/>
                    <a:pt x="166" y="266"/>
                    <a:pt x="177" y="262"/>
                  </a:cubicBezTo>
                  <a:cubicBezTo>
                    <a:pt x="194" y="251"/>
                    <a:pt x="207" y="238"/>
                    <a:pt x="219" y="221"/>
                  </a:cubicBezTo>
                  <a:cubicBezTo>
                    <a:pt x="227" y="205"/>
                    <a:pt x="234" y="191"/>
                    <a:pt x="243" y="174"/>
                  </a:cubicBezTo>
                  <a:cubicBezTo>
                    <a:pt x="251" y="163"/>
                    <a:pt x="255" y="146"/>
                    <a:pt x="257" y="132"/>
                  </a:cubicBezTo>
                  <a:cubicBezTo>
                    <a:pt x="260" y="116"/>
                    <a:pt x="260" y="102"/>
                    <a:pt x="255" y="86"/>
                  </a:cubicBezTo>
                  <a:cubicBezTo>
                    <a:pt x="251" y="72"/>
                    <a:pt x="244" y="58"/>
                    <a:pt x="234" y="46"/>
                  </a:cubicBezTo>
                  <a:cubicBezTo>
                    <a:pt x="224" y="35"/>
                    <a:pt x="214" y="24"/>
                    <a:pt x="202" y="17"/>
                  </a:cubicBezTo>
                  <a:cubicBezTo>
                    <a:pt x="193" y="14"/>
                    <a:pt x="185" y="10"/>
                    <a:pt x="173" y="4"/>
                  </a:cubicBezTo>
                  <a:cubicBezTo>
                    <a:pt x="163" y="2"/>
                    <a:pt x="152" y="1"/>
                    <a:pt x="142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275" lIns="91425" spcFirstLastPara="1" rIns="91425" wrap="square" tIns="8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43" name="Google Shape;1843;p13"/>
            <p:cNvSpPr/>
            <p:nvPr/>
          </p:nvSpPr>
          <p:spPr>
            <a:xfrm>
              <a:off x="5027760" y="383760"/>
              <a:ext cx="14400" cy="14760"/>
            </a:xfrm>
            <a:custGeom>
              <a:rect b="b" l="l" r="r" t="t"/>
              <a:pathLst>
                <a:path extrusionOk="0" h="246" w="243">
                  <a:moveTo>
                    <a:pt x="125" y="0"/>
                  </a:moveTo>
                  <a:cubicBezTo>
                    <a:pt x="115" y="0"/>
                    <a:pt x="105" y="1"/>
                    <a:pt x="94" y="4"/>
                  </a:cubicBezTo>
                  <a:cubicBezTo>
                    <a:pt x="85" y="9"/>
                    <a:pt x="77" y="11"/>
                    <a:pt x="66" y="17"/>
                  </a:cubicBezTo>
                  <a:cubicBezTo>
                    <a:pt x="50" y="26"/>
                    <a:pt x="36" y="40"/>
                    <a:pt x="25" y="58"/>
                  </a:cubicBezTo>
                  <a:cubicBezTo>
                    <a:pt x="23" y="64"/>
                    <a:pt x="20" y="68"/>
                    <a:pt x="17" y="72"/>
                  </a:cubicBezTo>
                  <a:cubicBezTo>
                    <a:pt x="9" y="85"/>
                    <a:pt x="6" y="101"/>
                    <a:pt x="3" y="115"/>
                  </a:cubicBezTo>
                  <a:cubicBezTo>
                    <a:pt x="0" y="130"/>
                    <a:pt x="0" y="145"/>
                    <a:pt x="6" y="160"/>
                  </a:cubicBezTo>
                  <a:cubicBezTo>
                    <a:pt x="9" y="174"/>
                    <a:pt x="16" y="189"/>
                    <a:pt x="27" y="200"/>
                  </a:cubicBezTo>
                  <a:cubicBezTo>
                    <a:pt x="36" y="211"/>
                    <a:pt x="46" y="223"/>
                    <a:pt x="59" y="230"/>
                  </a:cubicBezTo>
                  <a:cubicBezTo>
                    <a:pt x="67" y="232"/>
                    <a:pt x="77" y="237"/>
                    <a:pt x="87" y="242"/>
                  </a:cubicBezTo>
                  <a:cubicBezTo>
                    <a:pt x="97" y="245"/>
                    <a:pt x="108" y="246"/>
                    <a:pt x="118" y="246"/>
                  </a:cubicBezTo>
                  <a:cubicBezTo>
                    <a:pt x="128" y="246"/>
                    <a:pt x="139" y="245"/>
                    <a:pt x="149" y="242"/>
                  </a:cubicBezTo>
                  <a:cubicBezTo>
                    <a:pt x="158" y="238"/>
                    <a:pt x="166" y="235"/>
                    <a:pt x="178" y="230"/>
                  </a:cubicBezTo>
                  <a:cubicBezTo>
                    <a:pt x="195" y="218"/>
                    <a:pt x="209" y="206"/>
                    <a:pt x="219" y="189"/>
                  </a:cubicBezTo>
                  <a:cubicBezTo>
                    <a:pt x="220" y="183"/>
                    <a:pt x="223" y="179"/>
                    <a:pt x="226" y="174"/>
                  </a:cubicBezTo>
                  <a:cubicBezTo>
                    <a:pt x="234" y="162"/>
                    <a:pt x="237" y="146"/>
                    <a:pt x="240" y="132"/>
                  </a:cubicBezTo>
                  <a:cubicBezTo>
                    <a:pt x="243" y="116"/>
                    <a:pt x="243" y="102"/>
                    <a:pt x="237" y="87"/>
                  </a:cubicBezTo>
                  <a:cubicBezTo>
                    <a:pt x="234" y="72"/>
                    <a:pt x="227" y="58"/>
                    <a:pt x="216" y="47"/>
                  </a:cubicBezTo>
                  <a:cubicBezTo>
                    <a:pt x="207" y="34"/>
                    <a:pt x="197" y="24"/>
                    <a:pt x="185" y="17"/>
                  </a:cubicBezTo>
                  <a:cubicBezTo>
                    <a:pt x="176" y="14"/>
                    <a:pt x="166" y="10"/>
                    <a:pt x="156" y="4"/>
                  </a:cubicBezTo>
                  <a:cubicBezTo>
                    <a:pt x="146" y="1"/>
                    <a:pt x="135" y="0"/>
                    <a:pt x="125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550" lIns="91425" spcFirstLastPara="1" rIns="91425" wrap="square" tIns="75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44" name="Google Shape;1844;p13"/>
            <p:cNvSpPr/>
            <p:nvPr/>
          </p:nvSpPr>
          <p:spPr>
            <a:xfrm>
              <a:off x="4956120" y="380160"/>
              <a:ext cx="14400" cy="15480"/>
            </a:xfrm>
            <a:custGeom>
              <a:rect b="b" l="l" r="r" t="t"/>
              <a:pathLst>
                <a:path extrusionOk="0" h="257" w="241">
                  <a:moveTo>
                    <a:pt x="113" y="1"/>
                  </a:moveTo>
                  <a:cubicBezTo>
                    <a:pt x="105" y="1"/>
                    <a:pt x="96" y="2"/>
                    <a:pt x="87" y="4"/>
                  </a:cubicBezTo>
                  <a:cubicBezTo>
                    <a:pt x="79" y="8"/>
                    <a:pt x="70" y="11"/>
                    <a:pt x="59" y="17"/>
                  </a:cubicBezTo>
                  <a:cubicBezTo>
                    <a:pt x="42" y="28"/>
                    <a:pt x="28" y="42"/>
                    <a:pt x="19" y="58"/>
                  </a:cubicBezTo>
                  <a:cubicBezTo>
                    <a:pt x="15" y="66"/>
                    <a:pt x="12" y="75"/>
                    <a:pt x="6" y="86"/>
                  </a:cubicBezTo>
                  <a:cubicBezTo>
                    <a:pt x="1" y="107"/>
                    <a:pt x="1" y="129"/>
                    <a:pt x="6" y="149"/>
                  </a:cubicBezTo>
                  <a:cubicBezTo>
                    <a:pt x="8" y="156"/>
                    <a:pt x="9" y="160"/>
                    <a:pt x="12" y="168"/>
                  </a:cubicBezTo>
                  <a:lnTo>
                    <a:pt x="12" y="171"/>
                  </a:lnTo>
                  <a:cubicBezTo>
                    <a:pt x="15" y="185"/>
                    <a:pt x="22" y="200"/>
                    <a:pt x="33" y="211"/>
                  </a:cubicBezTo>
                  <a:cubicBezTo>
                    <a:pt x="42" y="222"/>
                    <a:pt x="52" y="234"/>
                    <a:pt x="64" y="241"/>
                  </a:cubicBezTo>
                  <a:cubicBezTo>
                    <a:pt x="77" y="249"/>
                    <a:pt x="93" y="252"/>
                    <a:pt x="107" y="255"/>
                  </a:cubicBezTo>
                  <a:cubicBezTo>
                    <a:pt x="113" y="256"/>
                    <a:pt x="120" y="257"/>
                    <a:pt x="126" y="257"/>
                  </a:cubicBezTo>
                  <a:cubicBezTo>
                    <a:pt x="135" y="257"/>
                    <a:pt x="144" y="255"/>
                    <a:pt x="154" y="252"/>
                  </a:cubicBezTo>
                  <a:cubicBezTo>
                    <a:pt x="162" y="249"/>
                    <a:pt x="171" y="246"/>
                    <a:pt x="182" y="241"/>
                  </a:cubicBezTo>
                  <a:cubicBezTo>
                    <a:pt x="199" y="229"/>
                    <a:pt x="213" y="215"/>
                    <a:pt x="222" y="200"/>
                  </a:cubicBezTo>
                  <a:cubicBezTo>
                    <a:pt x="226" y="191"/>
                    <a:pt x="229" y="181"/>
                    <a:pt x="234" y="171"/>
                  </a:cubicBezTo>
                  <a:cubicBezTo>
                    <a:pt x="240" y="150"/>
                    <a:pt x="240" y="130"/>
                    <a:pt x="234" y="109"/>
                  </a:cubicBezTo>
                  <a:cubicBezTo>
                    <a:pt x="233" y="102"/>
                    <a:pt x="232" y="96"/>
                    <a:pt x="229" y="89"/>
                  </a:cubicBezTo>
                  <a:lnTo>
                    <a:pt x="229" y="86"/>
                  </a:lnTo>
                  <a:cubicBezTo>
                    <a:pt x="226" y="72"/>
                    <a:pt x="219" y="58"/>
                    <a:pt x="208" y="47"/>
                  </a:cubicBezTo>
                  <a:cubicBezTo>
                    <a:pt x="199" y="35"/>
                    <a:pt x="189" y="24"/>
                    <a:pt x="176" y="17"/>
                  </a:cubicBezTo>
                  <a:cubicBezTo>
                    <a:pt x="164" y="8"/>
                    <a:pt x="148" y="4"/>
                    <a:pt x="134" y="3"/>
                  </a:cubicBezTo>
                  <a:cubicBezTo>
                    <a:pt x="127" y="1"/>
                    <a:pt x="120" y="1"/>
                    <a:pt x="113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00" lIns="91425" spcFirstLastPara="1" rIns="91425" wrap="square" tIns="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45" name="Google Shape;1845;p13"/>
            <p:cNvSpPr/>
            <p:nvPr/>
          </p:nvSpPr>
          <p:spPr>
            <a:xfrm>
              <a:off x="4974120" y="461160"/>
              <a:ext cx="15120" cy="14400"/>
            </a:xfrm>
            <a:custGeom>
              <a:rect b="b" l="l" r="r" t="t"/>
              <a:pathLst>
                <a:path extrusionOk="0" h="242" w="252">
                  <a:moveTo>
                    <a:pt x="163" y="228"/>
                  </a:moveTo>
                  <a:cubicBezTo>
                    <a:pt x="163" y="228"/>
                    <a:pt x="162" y="228"/>
                    <a:pt x="161" y="228"/>
                  </a:cubicBezTo>
                  <a:lnTo>
                    <a:pt x="161" y="228"/>
                  </a:lnTo>
                  <a:cubicBezTo>
                    <a:pt x="162" y="228"/>
                    <a:pt x="163" y="228"/>
                    <a:pt x="163" y="228"/>
                  </a:cubicBezTo>
                  <a:close/>
                  <a:moveTo>
                    <a:pt x="132" y="1"/>
                  </a:moveTo>
                  <a:cubicBezTo>
                    <a:pt x="129" y="1"/>
                    <a:pt x="107" y="4"/>
                    <a:pt x="102" y="4"/>
                  </a:cubicBezTo>
                  <a:lnTo>
                    <a:pt x="100" y="4"/>
                  </a:lnTo>
                  <a:cubicBezTo>
                    <a:pt x="95" y="5"/>
                    <a:pt x="90" y="5"/>
                    <a:pt x="87" y="8"/>
                  </a:cubicBezTo>
                  <a:cubicBezTo>
                    <a:pt x="73" y="11"/>
                    <a:pt x="58" y="18"/>
                    <a:pt x="47" y="29"/>
                  </a:cubicBezTo>
                  <a:cubicBezTo>
                    <a:pt x="36" y="38"/>
                    <a:pt x="24" y="48"/>
                    <a:pt x="17" y="60"/>
                  </a:cubicBezTo>
                  <a:cubicBezTo>
                    <a:pt x="9" y="73"/>
                    <a:pt x="5" y="89"/>
                    <a:pt x="3" y="103"/>
                  </a:cubicBezTo>
                  <a:cubicBezTo>
                    <a:pt x="0" y="118"/>
                    <a:pt x="0" y="133"/>
                    <a:pt x="5" y="150"/>
                  </a:cubicBezTo>
                  <a:cubicBezTo>
                    <a:pt x="9" y="158"/>
                    <a:pt x="12" y="167"/>
                    <a:pt x="17" y="178"/>
                  </a:cubicBezTo>
                  <a:cubicBezTo>
                    <a:pt x="29" y="195"/>
                    <a:pt x="43" y="209"/>
                    <a:pt x="58" y="218"/>
                  </a:cubicBezTo>
                  <a:cubicBezTo>
                    <a:pt x="62" y="219"/>
                    <a:pt x="65" y="221"/>
                    <a:pt x="68" y="222"/>
                  </a:cubicBezTo>
                  <a:lnTo>
                    <a:pt x="68" y="222"/>
                  </a:lnTo>
                  <a:cubicBezTo>
                    <a:pt x="70" y="223"/>
                    <a:pt x="71" y="224"/>
                    <a:pt x="73" y="225"/>
                  </a:cubicBezTo>
                  <a:cubicBezTo>
                    <a:pt x="81" y="229"/>
                    <a:pt x="90" y="232"/>
                    <a:pt x="101" y="237"/>
                  </a:cubicBezTo>
                  <a:cubicBezTo>
                    <a:pt x="112" y="240"/>
                    <a:pt x="122" y="242"/>
                    <a:pt x="132" y="242"/>
                  </a:cubicBezTo>
                  <a:cubicBezTo>
                    <a:pt x="142" y="242"/>
                    <a:pt x="153" y="240"/>
                    <a:pt x="163" y="237"/>
                  </a:cubicBezTo>
                  <a:cubicBezTo>
                    <a:pt x="172" y="235"/>
                    <a:pt x="180" y="230"/>
                    <a:pt x="192" y="225"/>
                  </a:cubicBezTo>
                  <a:cubicBezTo>
                    <a:pt x="209" y="215"/>
                    <a:pt x="223" y="201"/>
                    <a:pt x="231" y="185"/>
                  </a:cubicBezTo>
                  <a:cubicBezTo>
                    <a:pt x="234" y="182"/>
                    <a:pt x="234" y="179"/>
                    <a:pt x="236" y="178"/>
                  </a:cubicBezTo>
                  <a:cubicBezTo>
                    <a:pt x="238" y="168"/>
                    <a:pt x="244" y="158"/>
                    <a:pt x="248" y="150"/>
                  </a:cubicBezTo>
                  <a:lnTo>
                    <a:pt x="248" y="147"/>
                  </a:lnTo>
                  <a:lnTo>
                    <a:pt x="251" y="117"/>
                  </a:lnTo>
                  <a:cubicBezTo>
                    <a:pt x="251" y="107"/>
                    <a:pt x="250" y="96"/>
                    <a:pt x="248" y="86"/>
                  </a:cubicBezTo>
                  <a:cubicBezTo>
                    <a:pt x="244" y="74"/>
                    <a:pt x="241" y="66"/>
                    <a:pt x="236" y="57"/>
                  </a:cubicBezTo>
                  <a:cubicBezTo>
                    <a:pt x="236" y="55"/>
                    <a:pt x="217" y="33"/>
                    <a:pt x="217" y="33"/>
                  </a:cubicBezTo>
                  <a:cubicBezTo>
                    <a:pt x="210" y="29"/>
                    <a:pt x="202" y="22"/>
                    <a:pt x="195" y="16"/>
                  </a:cubicBezTo>
                  <a:cubicBezTo>
                    <a:pt x="195" y="16"/>
                    <a:pt x="168" y="4"/>
                    <a:pt x="166" y="4"/>
                  </a:cubicBezTo>
                  <a:cubicBezTo>
                    <a:pt x="156" y="2"/>
                    <a:pt x="145" y="1"/>
                    <a:pt x="135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200" lIns="91425" spcFirstLastPara="1" rIns="91425" wrap="square" tIns="7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46" name="Google Shape;1846;p13"/>
            <p:cNvSpPr/>
            <p:nvPr/>
          </p:nvSpPr>
          <p:spPr>
            <a:xfrm>
              <a:off x="5141160" y="640440"/>
              <a:ext cx="15480" cy="16560"/>
            </a:xfrm>
            <a:custGeom>
              <a:rect b="b" l="l" r="r" t="t"/>
              <a:pathLst>
                <a:path extrusionOk="0" h="278" w="261">
                  <a:moveTo>
                    <a:pt x="143" y="1"/>
                  </a:moveTo>
                  <a:cubicBezTo>
                    <a:pt x="133" y="1"/>
                    <a:pt x="123" y="2"/>
                    <a:pt x="112" y="4"/>
                  </a:cubicBezTo>
                  <a:cubicBezTo>
                    <a:pt x="102" y="8"/>
                    <a:pt x="94" y="11"/>
                    <a:pt x="84" y="17"/>
                  </a:cubicBezTo>
                  <a:cubicBezTo>
                    <a:pt x="65" y="28"/>
                    <a:pt x="51" y="42"/>
                    <a:pt x="43" y="58"/>
                  </a:cubicBezTo>
                  <a:cubicBezTo>
                    <a:pt x="34" y="73"/>
                    <a:pt x="27" y="88"/>
                    <a:pt x="17" y="103"/>
                  </a:cubicBezTo>
                  <a:cubicBezTo>
                    <a:pt x="9" y="116"/>
                    <a:pt x="6" y="132"/>
                    <a:pt x="3" y="146"/>
                  </a:cubicBezTo>
                  <a:cubicBezTo>
                    <a:pt x="0" y="163"/>
                    <a:pt x="0" y="177"/>
                    <a:pt x="6" y="193"/>
                  </a:cubicBezTo>
                  <a:cubicBezTo>
                    <a:pt x="9" y="207"/>
                    <a:pt x="16" y="221"/>
                    <a:pt x="27" y="231"/>
                  </a:cubicBezTo>
                  <a:cubicBezTo>
                    <a:pt x="36" y="244"/>
                    <a:pt x="46" y="255"/>
                    <a:pt x="58" y="262"/>
                  </a:cubicBezTo>
                  <a:cubicBezTo>
                    <a:pt x="67" y="265"/>
                    <a:pt x="77" y="269"/>
                    <a:pt x="87" y="273"/>
                  </a:cubicBezTo>
                  <a:cubicBezTo>
                    <a:pt x="97" y="276"/>
                    <a:pt x="108" y="278"/>
                    <a:pt x="118" y="278"/>
                  </a:cubicBezTo>
                  <a:cubicBezTo>
                    <a:pt x="128" y="278"/>
                    <a:pt x="138" y="276"/>
                    <a:pt x="149" y="273"/>
                  </a:cubicBezTo>
                  <a:cubicBezTo>
                    <a:pt x="158" y="270"/>
                    <a:pt x="167" y="266"/>
                    <a:pt x="177" y="262"/>
                  </a:cubicBezTo>
                  <a:cubicBezTo>
                    <a:pt x="193" y="252"/>
                    <a:pt x="207" y="238"/>
                    <a:pt x="218" y="221"/>
                  </a:cubicBezTo>
                  <a:cubicBezTo>
                    <a:pt x="227" y="205"/>
                    <a:pt x="234" y="191"/>
                    <a:pt x="243" y="174"/>
                  </a:cubicBezTo>
                  <a:cubicBezTo>
                    <a:pt x="252" y="163"/>
                    <a:pt x="255" y="146"/>
                    <a:pt x="257" y="132"/>
                  </a:cubicBezTo>
                  <a:cubicBezTo>
                    <a:pt x="261" y="116"/>
                    <a:pt x="261" y="102"/>
                    <a:pt x="255" y="86"/>
                  </a:cubicBezTo>
                  <a:cubicBezTo>
                    <a:pt x="252" y="72"/>
                    <a:pt x="244" y="58"/>
                    <a:pt x="234" y="47"/>
                  </a:cubicBezTo>
                  <a:cubicBezTo>
                    <a:pt x="226" y="35"/>
                    <a:pt x="214" y="24"/>
                    <a:pt x="203" y="17"/>
                  </a:cubicBezTo>
                  <a:cubicBezTo>
                    <a:pt x="193" y="14"/>
                    <a:pt x="184" y="10"/>
                    <a:pt x="173" y="4"/>
                  </a:cubicBezTo>
                  <a:cubicBezTo>
                    <a:pt x="163" y="2"/>
                    <a:pt x="153" y="1"/>
                    <a:pt x="143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275" lIns="91425" spcFirstLastPara="1" rIns="91425" wrap="square" tIns="8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47" name="Google Shape;1847;p13"/>
            <p:cNvSpPr/>
            <p:nvPr/>
          </p:nvSpPr>
          <p:spPr>
            <a:xfrm>
              <a:off x="5232240" y="652680"/>
              <a:ext cx="14400" cy="15480"/>
            </a:xfrm>
            <a:custGeom>
              <a:rect b="b" l="l" r="r" t="t"/>
              <a:pathLst>
                <a:path extrusionOk="0" h="258" w="241">
                  <a:moveTo>
                    <a:pt x="112" y="1"/>
                  </a:moveTo>
                  <a:cubicBezTo>
                    <a:pt x="104" y="1"/>
                    <a:pt x="96" y="2"/>
                    <a:pt x="87" y="5"/>
                  </a:cubicBezTo>
                  <a:cubicBezTo>
                    <a:pt x="79" y="9"/>
                    <a:pt x="70" y="12"/>
                    <a:pt x="59" y="18"/>
                  </a:cubicBezTo>
                  <a:cubicBezTo>
                    <a:pt x="41" y="28"/>
                    <a:pt x="26" y="42"/>
                    <a:pt x="18" y="59"/>
                  </a:cubicBezTo>
                  <a:cubicBezTo>
                    <a:pt x="15" y="67"/>
                    <a:pt x="11" y="76"/>
                    <a:pt x="5" y="87"/>
                  </a:cubicBezTo>
                  <a:cubicBezTo>
                    <a:pt x="1" y="109"/>
                    <a:pt x="1" y="127"/>
                    <a:pt x="5" y="148"/>
                  </a:cubicBezTo>
                  <a:cubicBezTo>
                    <a:pt x="8" y="155"/>
                    <a:pt x="9" y="161"/>
                    <a:pt x="11" y="168"/>
                  </a:cubicBezTo>
                  <a:lnTo>
                    <a:pt x="11" y="172"/>
                  </a:lnTo>
                  <a:cubicBezTo>
                    <a:pt x="15" y="187"/>
                    <a:pt x="22" y="201"/>
                    <a:pt x="32" y="211"/>
                  </a:cubicBezTo>
                  <a:cubicBezTo>
                    <a:pt x="41" y="223"/>
                    <a:pt x="52" y="233"/>
                    <a:pt x="65" y="240"/>
                  </a:cubicBezTo>
                  <a:cubicBezTo>
                    <a:pt x="76" y="250"/>
                    <a:pt x="93" y="253"/>
                    <a:pt x="107" y="255"/>
                  </a:cubicBezTo>
                  <a:cubicBezTo>
                    <a:pt x="114" y="257"/>
                    <a:pt x="121" y="258"/>
                    <a:pt x="128" y="258"/>
                  </a:cubicBezTo>
                  <a:cubicBezTo>
                    <a:pt x="136" y="258"/>
                    <a:pt x="144" y="256"/>
                    <a:pt x="153" y="253"/>
                  </a:cubicBezTo>
                  <a:cubicBezTo>
                    <a:pt x="162" y="250"/>
                    <a:pt x="171" y="246"/>
                    <a:pt x="181" y="240"/>
                  </a:cubicBezTo>
                  <a:cubicBezTo>
                    <a:pt x="199" y="230"/>
                    <a:pt x="213" y="216"/>
                    <a:pt x="222" y="201"/>
                  </a:cubicBezTo>
                  <a:cubicBezTo>
                    <a:pt x="226" y="191"/>
                    <a:pt x="229" y="182"/>
                    <a:pt x="235" y="172"/>
                  </a:cubicBezTo>
                  <a:cubicBezTo>
                    <a:pt x="240" y="151"/>
                    <a:pt x="240" y="128"/>
                    <a:pt x="235" y="110"/>
                  </a:cubicBezTo>
                  <a:cubicBezTo>
                    <a:pt x="233" y="103"/>
                    <a:pt x="230" y="97"/>
                    <a:pt x="229" y="90"/>
                  </a:cubicBezTo>
                  <a:lnTo>
                    <a:pt x="229" y="87"/>
                  </a:lnTo>
                  <a:cubicBezTo>
                    <a:pt x="226" y="73"/>
                    <a:pt x="218" y="58"/>
                    <a:pt x="208" y="48"/>
                  </a:cubicBezTo>
                  <a:cubicBezTo>
                    <a:pt x="199" y="35"/>
                    <a:pt x="188" y="25"/>
                    <a:pt x="177" y="18"/>
                  </a:cubicBezTo>
                  <a:cubicBezTo>
                    <a:pt x="164" y="9"/>
                    <a:pt x="147" y="5"/>
                    <a:pt x="134" y="4"/>
                  </a:cubicBezTo>
                  <a:cubicBezTo>
                    <a:pt x="126" y="2"/>
                    <a:pt x="119" y="1"/>
                    <a:pt x="112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00" lIns="91425" spcFirstLastPara="1" rIns="91425" wrap="square" tIns="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48" name="Google Shape;1848;p13"/>
            <p:cNvSpPr/>
            <p:nvPr/>
          </p:nvSpPr>
          <p:spPr>
            <a:xfrm>
              <a:off x="5238360" y="443880"/>
              <a:ext cx="14760" cy="14760"/>
            </a:xfrm>
            <a:custGeom>
              <a:rect b="b" l="l" r="r" t="t"/>
              <a:pathLst>
                <a:path extrusionOk="0" h="246" w="245">
                  <a:moveTo>
                    <a:pt x="126" y="1"/>
                  </a:moveTo>
                  <a:cubicBezTo>
                    <a:pt x="115" y="1"/>
                    <a:pt x="105" y="2"/>
                    <a:pt x="94" y="5"/>
                  </a:cubicBezTo>
                  <a:cubicBezTo>
                    <a:pt x="86" y="8"/>
                    <a:pt x="77" y="12"/>
                    <a:pt x="66" y="16"/>
                  </a:cubicBezTo>
                  <a:cubicBezTo>
                    <a:pt x="49" y="28"/>
                    <a:pt x="35" y="42"/>
                    <a:pt x="26" y="57"/>
                  </a:cubicBezTo>
                  <a:cubicBezTo>
                    <a:pt x="24" y="63"/>
                    <a:pt x="21" y="66"/>
                    <a:pt x="19" y="72"/>
                  </a:cubicBezTo>
                  <a:cubicBezTo>
                    <a:pt x="9" y="84"/>
                    <a:pt x="7" y="100"/>
                    <a:pt x="5" y="114"/>
                  </a:cubicBezTo>
                  <a:cubicBezTo>
                    <a:pt x="1" y="130"/>
                    <a:pt x="1" y="144"/>
                    <a:pt x="7" y="161"/>
                  </a:cubicBezTo>
                  <a:cubicBezTo>
                    <a:pt x="9" y="175"/>
                    <a:pt x="16" y="189"/>
                    <a:pt x="28" y="199"/>
                  </a:cubicBezTo>
                  <a:cubicBezTo>
                    <a:pt x="36" y="212"/>
                    <a:pt x="48" y="222"/>
                    <a:pt x="59" y="229"/>
                  </a:cubicBezTo>
                  <a:cubicBezTo>
                    <a:pt x="69" y="233"/>
                    <a:pt x="77" y="236"/>
                    <a:pt x="87" y="242"/>
                  </a:cubicBezTo>
                  <a:cubicBezTo>
                    <a:pt x="98" y="245"/>
                    <a:pt x="108" y="246"/>
                    <a:pt x="118" y="246"/>
                  </a:cubicBezTo>
                  <a:cubicBezTo>
                    <a:pt x="129" y="246"/>
                    <a:pt x="139" y="245"/>
                    <a:pt x="150" y="242"/>
                  </a:cubicBezTo>
                  <a:cubicBezTo>
                    <a:pt x="158" y="239"/>
                    <a:pt x="168" y="235"/>
                    <a:pt x="178" y="229"/>
                  </a:cubicBezTo>
                  <a:cubicBezTo>
                    <a:pt x="196" y="220"/>
                    <a:pt x="211" y="206"/>
                    <a:pt x="219" y="189"/>
                  </a:cubicBezTo>
                  <a:cubicBezTo>
                    <a:pt x="220" y="184"/>
                    <a:pt x="225" y="179"/>
                    <a:pt x="226" y="175"/>
                  </a:cubicBezTo>
                  <a:cubicBezTo>
                    <a:pt x="235" y="162"/>
                    <a:pt x="239" y="145"/>
                    <a:pt x="240" y="133"/>
                  </a:cubicBezTo>
                  <a:cubicBezTo>
                    <a:pt x="245" y="116"/>
                    <a:pt x="245" y="101"/>
                    <a:pt x="239" y="86"/>
                  </a:cubicBezTo>
                  <a:cubicBezTo>
                    <a:pt x="235" y="72"/>
                    <a:pt x="228" y="57"/>
                    <a:pt x="218" y="48"/>
                  </a:cubicBezTo>
                  <a:cubicBezTo>
                    <a:pt x="209" y="35"/>
                    <a:pt x="198" y="23"/>
                    <a:pt x="185" y="16"/>
                  </a:cubicBezTo>
                  <a:cubicBezTo>
                    <a:pt x="177" y="14"/>
                    <a:pt x="168" y="9"/>
                    <a:pt x="157" y="5"/>
                  </a:cubicBezTo>
                  <a:cubicBezTo>
                    <a:pt x="146" y="2"/>
                    <a:pt x="136" y="1"/>
                    <a:pt x="126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550" lIns="91425" spcFirstLastPara="1" rIns="91425" wrap="square" tIns="75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49" name="Google Shape;1849;p13"/>
            <p:cNvSpPr/>
            <p:nvPr/>
          </p:nvSpPr>
          <p:spPr>
            <a:xfrm>
              <a:off x="5312160" y="381960"/>
              <a:ext cx="18000" cy="13680"/>
            </a:xfrm>
            <a:custGeom>
              <a:rect b="b" l="l" r="r" t="t"/>
              <a:pathLst>
                <a:path extrusionOk="0" h="230" w="298">
                  <a:moveTo>
                    <a:pt x="149" y="0"/>
                  </a:moveTo>
                  <a:cubicBezTo>
                    <a:pt x="0" y="0"/>
                    <a:pt x="0" y="230"/>
                    <a:pt x="149" y="230"/>
                  </a:cubicBezTo>
                  <a:cubicBezTo>
                    <a:pt x="298" y="230"/>
                    <a:pt x="298" y="0"/>
                    <a:pt x="149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25" lIns="91425" spcFirstLastPara="1" rIns="91425" wrap="square" tIns="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50" name="Google Shape;1850;p13"/>
            <p:cNvSpPr/>
            <p:nvPr/>
          </p:nvSpPr>
          <p:spPr>
            <a:xfrm>
              <a:off x="5321160" y="452520"/>
              <a:ext cx="14760" cy="14400"/>
            </a:xfrm>
            <a:custGeom>
              <a:rect b="b" l="l" r="r" t="t"/>
              <a:pathLst>
                <a:path extrusionOk="0" h="241" w="249">
                  <a:moveTo>
                    <a:pt x="114" y="0"/>
                  </a:moveTo>
                  <a:cubicBezTo>
                    <a:pt x="105" y="0"/>
                    <a:pt x="96" y="1"/>
                    <a:pt x="87" y="5"/>
                  </a:cubicBezTo>
                  <a:cubicBezTo>
                    <a:pt x="73" y="8"/>
                    <a:pt x="59" y="15"/>
                    <a:pt x="49" y="26"/>
                  </a:cubicBezTo>
                  <a:cubicBezTo>
                    <a:pt x="36" y="35"/>
                    <a:pt x="25" y="44"/>
                    <a:pt x="17" y="57"/>
                  </a:cubicBezTo>
                  <a:cubicBezTo>
                    <a:pt x="15" y="66"/>
                    <a:pt x="10" y="76"/>
                    <a:pt x="6" y="86"/>
                  </a:cubicBezTo>
                  <a:cubicBezTo>
                    <a:pt x="0" y="107"/>
                    <a:pt x="0" y="127"/>
                    <a:pt x="6" y="148"/>
                  </a:cubicBezTo>
                  <a:cubicBezTo>
                    <a:pt x="9" y="156"/>
                    <a:pt x="13" y="165"/>
                    <a:pt x="17" y="176"/>
                  </a:cubicBezTo>
                  <a:cubicBezTo>
                    <a:pt x="29" y="193"/>
                    <a:pt x="43" y="207"/>
                    <a:pt x="59" y="217"/>
                  </a:cubicBezTo>
                  <a:cubicBezTo>
                    <a:pt x="64" y="219"/>
                    <a:pt x="70" y="222"/>
                    <a:pt x="73" y="224"/>
                  </a:cubicBezTo>
                  <a:cubicBezTo>
                    <a:pt x="85" y="233"/>
                    <a:pt x="101" y="236"/>
                    <a:pt x="115" y="239"/>
                  </a:cubicBezTo>
                  <a:cubicBezTo>
                    <a:pt x="122" y="240"/>
                    <a:pt x="128" y="240"/>
                    <a:pt x="134" y="240"/>
                  </a:cubicBezTo>
                  <a:cubicBezTo>
                    <a:pt x="143" y="240"/>
                    <a:pt x="152" y="239"/>
                    <a:pt x="162" y="236"/>
                  </a:cubicBezTo>
                  <a:cubicBezTo>
                    <a:pt x="176" y="233"/>
                    <a:pt x="190" y="226"/>
                    <a:pt x="200" y="214"/>
                  </a:cubicBezTo>
                  <a:cubicBezTo>
                    <a:pt x="213" y="206"/>
                    <a:pt x="223" y="196"/>
                    <a:pt x="230" y="183"/>
                  </a:cubicBezTo>
                  <a:cubicBezTo>
                    <a:pt x="234" y="175"/>
                    <a:pt x="237" y="165"/>
                    <a:pt x="243" y="155"/>
                  </a:cubicBezTo>
                  <a:cubicBezTo>
                    <a:pt x="248" y="134"/>
                    <a:pt x="248" y="114"/>
                    <a:pt x="243" y="93"/>
                  </a:cubicBezTo>
                  <a:cubicBezTo>
                    <a:pt x="240" y="84"/>
                    <a:pt x="236" y="76"/>
                    <a:pt x="230" y="64"/>
                  </a:cubicBezTo>
                  <a:cubicBezTo>
                    <a:pt x="222" y="47"/>
                    <a:pt x="207" y="35"/>
                    <a:pt x="190" y="23"/>
                  </a:cubicBezTo>
                  <a:cubicBezTo>
                    <a:pt x="185" y="22"/>
                    <a:pt x="179" y="19"/>
                    <a:pt x="176" y="16"/>
                  </a:cubicBezTo>
                  <a:cubicBezTo>
                    <a:pt x="163" y="8"/>
                    <a:pt x="146" y="5"/>
                    <a:pt x="134" y="2"/>
                  </a:cubicBezTo>
                  <a:cubicBezTo>
                    <a:pt x="127" y="1"/>
                    <a:pt x="120" y="0"/>
                    <a:pt x="114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200" lIns="91425" spcFirstLastPara="1" rIns="91425" wrap="square" tIns="7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51" name="Google Shape;1851;p13"/>
            <p:cNvSpPr/>
            <p:nvPr/>
          </p:nvSpPr>
          <p:spPr>
            <a:xfrm>
              <a:off x="5243760" y="344520"/>
              <a:ext cx="15840" cy="14760"/>
            </a:xfrm>
            <a:custGeom>
              <a:rect b="b" l="l" r="r" t="t"/>
              <a:pathLst>
                <a:path extrusionOk="0" h="250" w="266">
                  <a:moveTo>
                    <a:pt x="112" y="1"/>
                  </a:moveTo>
                  <a:cubicBezTo>
                    <a:pt x="103" y="1"/>
                    <a:pt x="95" y="2"/>
                    <a:pt x="87" y="4"/>
                  </a:cubicBezTo>
                  <a:cubicBezTo>
                    <a:pt x="72" y="8"/>
                    <a:pt x="58" y="15"/>
                    <a:pt x="48" y="25"/>
                  </a:cubicBezTo>
                  <a:cubicBezTo>
                    <a:pt x="36" y="35"/>
                    <a:pt x="24" y="45"/>
                    <a:pt x="17" y="58"/>
                  </a:cubicBezTo>
                  <a:cubicBezTo>
                    <a:pt x="14" y="66"/>
                    <a:pt x="10" y="75"/>
                    <a:pt x="6" y="86"/>
                  </a:cubicBezTo>
                  <a:cubicBezTo>
                    <a:pt x="0" y="107"/>
                    <a:pt x="0" y="127"/>
                    <a:pt x="6" y="148"/>
                  </a:cubicBezTo>
                  <a:cubicBezTo>
                    <a:pt x="9" y="157"/>
                    <a:pt x="13" y="165"/>
                    <a:pt x="17" y="177"/>
                  </a:cubicBezTo>
                  <a:cubicBezTo>
                    <a:pt x="28" y="192"/>
                    <a:pt x="41" y="207"/>
                    <a:pt x="58" y="217"/>
                  </a:cubicBezTo>
                  <a:lnTo>
                    <a:pt x="91" y="234"/>
                  </a:lnTo>
                  <a:cubicBezTo>
                    <a:pt x="102" y="242"/>
                    <a:pt x="119" y="245"/>
                    <a:pt x="133" y="248"/>
                  </a:cubicBezTo>
                  <a:cubicBezTo>
                    <a:pt x="140" y="249"/>
                    <a:pt x="146" y="250"/>
                    <a:pt x="152" y="250"/>
                  </a:cubicBezTo>
                  <a:cubicBezTo>
                    <a:pt x="161" y="250"/>
                    <a:pt x="170" y="248"/>
                    <a:pt x="179" y="245"/>
                  </a:cubicBezTo>
                  <a:cubicBezTo>
                    <a:pt x="193" y="242"/>
                    <a:pt x="207" y="235"/>
                    <a:pt x="218" y="224"/>
                  </a:cubicBezTo>
                  <a:cubicBezTo>
                    <a:pt x="230" y="215"/>
                    <a:pt x="241" y="205"/>
                    <a:pt x="248" y="192"/>
                  </a:cubicBezTo>
                  <a:cubicBezTo>
                    <a:pt x="251" y="184"/>
                    <a:pt x="255" y="174"/>
                    <a:pt x="261" y="164"/>
                  </a:cubicBezTo>
                  <a:cubicBezTo>
                    <a:pt x="265" y="143"/>
                    <a:pt x="265" y="123"/>
                    <a:pt x="261" y="102"/>
                  </a:cubicBezTo>
                  <a:cubicBezTo>
                    <a:pt x="257" y="93"/>
                    <a:pt x="254" y="85"/>
                    <a:pt x="248" y="73"/>
                  </a:cubicBezTo>
                  <a:cubicBezTo>
                    <a:pt x="237" y="56"/>
                    <a:pt x="223" y="42"/>
                    <a:pt x="207" y="32"/>
                  </a:cubicBezTo>
                  <a:lnTo>
                    <a:pt x="174" y="17"/>
                  </a:lnTo>
                  <a:cubicBezTo>
                    <a:pt x="163" y="8"/>
                    <a:pt x="146" y="4"/>
                    <a:pt x="133" y="3"/>
                  </a:cubicBezTo>
                  <a:cubicBezTo>
                    <a:pt x="126" y="1"/>
                    <a:pt x="119" y="1"/>
                    <a:pt x="112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550" lIns="91425" spcFirstLastPara="1" rIns="91425" wrap="square" tIns="75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52" name="Google Shape;1852;p13"/>
            <p:cNvSpPr/>
            <p:nvPr/>
          </p:nvSpPr>
          <p:spPr>
            <a:xfrm>
              <a:off x="5127840" y="214560"/>
              <a:ext cx="16200" cy="15480"/>
            </a:xfrm>
            <a:custGeom>
              <a:rect b="b" l="l" r="r" t="t"/>
              <a:pathLst>
                <a:path extrusionOk="0" h="259" w="269">
                  <a:moveTo>
                    <a:pt x="74" y="39"/>
                  </a:moveTo>
                  <a:cubicBezTo>
                    <a:pt x="74" y="40"/>
                    <a:pt x="73" y="40"/>
                    <a:pt x="72" y="40"/>
                  </a:cubicBezTo>
                  <a:cubicBezTo>
                    <a:pt x="73" y="40"/>
                    <a:pt x="74" y="40"/>
                    <a:pt x="74" y="39"/>
                  </a:cubicBezTo>
                  <a:close/>
                  <a:moveTo>
                    <a:pt x="177" y="40"/>
                  </a:moveTo>
                  <a:cubicBezTo>
                    <a:pt x="177" y="40"/>
                    <a:pt x="177" y="40"/>
                    <a:pt x="177" y="40"/>
                  </a:cubicBezTo>
                  <a:cubicBezTo>
                    <a:pt x="177" y="40"/>
                    <a:pt x="177" y="40"/>
                    <a:pt x="177" y="40"/>
                  </a:cubicBezTo>
                  <a:close/>
                  <a:moveTo>
                    <a:pt x="43" y="69"/>
                  </a:moveTo>
                  <a:cubicBezTo>
                    <a:pt x="42" y="71"/>
                    <a:pt x="41" y="72"/>
                    <a:pt x="40" y="73"/>
                  </a:cubicBezTo>
                  <a:cubicBezTo>
                    <a:pt x="41" y="72"/>
                    <a:pt x="42" y="71"/>
                    <a:pt x="43" y="69"/>
                  </a:cubicBezTo>
                  <a:close/>
                  <a:moveTo>
                    <a:pt x="150" y="0"/>
                  </a:moveTo>
                  <a:cubicBezTo>
                    <a:pt x="140" y="0"/>
                    <a:pt x="130" y="2"/>
                    <a:pt x="119" y="5"/>
                  </a:cubicBezTo>
                  <a:cubicBezTo>
                    <a:pt x="109" y="8"/>
                    <a:pt x="101" y="12"/>
                    <a:pt x="89" y="16"/>
                  </a:cubicBezTo>
                  <a:cubicBezTo>
                    <a:pt x="83" y="21"/>
                    <a:pt x="76" y="26"/>
                    <a:pt x="70" y="31"/>
                  </a:cubicBezTo>
                  <a:lnTo>
                    <a:pt x="70" y="31"/>
                  </a:lnTo>
                  <a:cubicBezTo>
                    <a:pt x="62" y="35"/>
                    <a:pt x="54" y="40"/>
                    <a:pt x="48" y="47"/>
                  </a:cubicBezTo>
                  <a:cubicBezTo>
                    <a:pt x="36" y="56"/>
                    <a:pt x="24" y="66"/>
                    <a:pt x="17" y="78"/>
                  </a:cubicBezTo>
                  <a:cubicBezTo>
                    <a:pt x="14" y="87"/>
                    <a:pt x="10" y="97"/>
                    <a:pt x="6" y="107"/>
                  </a:cubicBezTo>
                  <a:cubicBezTo>
                    <a:pt x="0" y="128"/>
                    <a:pt x="0" y="148"/>
                    <a:pt x="6" y="169"/>
                  </a:cubicBezTo>
                  <a:cubicBezTo>
                    <a:pt x="9" y="178"/>
                    <a:pt x="13" y="186"/>
                    <a:pt x="17" y="197"/>
                  </a:cubicBezTo>
                  <a:cubicBezTo>
                    <a:pt x="29" y="217"/>
                    <a:pt x="43" y="229"/>
                    <a:pt x="60" y="240"/>
                  </a:cubicBezTo>
                  <a:cubicBezTo>
                    <a:pt x="70" y="246"/>
                    <a:pt x="80" y="248"/>
                    <a:pt x="91" y="251"/>
                  </a:cubicBezTo>
                  <a:cubicBezTo>
                    <a:pt x="92" y="251"/>
                    <a:pt x="92" y="251"/>
                    <a:pt x="94" y="254"/>
                  </a:cubicBezTo>
                  <a:cubicBezTo>
                    <a:pt x="109" y="257"/>
                    <a:pt x="118" y="259"/>
                    <a:pt x="126" y="259"/>
                  </a:cubicBezTo>
                  <a:cubicBezTo>
                    <a:pt x="135" y="259"/>
                    <a:pt x="143" y="257"/>
                    <a:pt x="159" y="254"/>
                  </a:cubicBezTo>
                  <a:lnTo>
                    <a:pt x="162" y="254"/>
                  </a:lnTo>
                  <a:cubicBezTo>
                    <a:pt x="172" y="250"/>
                    <a:pt x="180" y="247"/>
                    <a:pt x="191" y="241"/>
                  </a:cubicBezTo>
                  <a:cubicBezTo>
                    <a:pt x="191" y="241"/>
                    <a:pt x="193" y="241"/>
                    <a:pt x="193" y="240"/>
                  </a:cubicBezTo>
                  <a:cubicBezTo>
                    <a:pt x="201" y="234"/>
                    <a:pt x="211" y="227"/>
                    <a:pt x="218" y="220"/>
                  </a:cubicBezTo>
                  <a:lnTo>
                    <a:pt x="221" y="217"/>
                  </a:lnTo>
                  <a:cubicBezTo>
                    <a:pt x="227" y="210"/>
                    <a:pt x="234" y="200"/>
                    <a:pt x="240" y="192"/>
                  </a:cubicBezTo>
                  <a:cubicBezTo>
                    <a:pt x="240" y="192"/>
                    <a:pt x="240" y="190"/>
                    <a:pt x="241" y="190"/>
                  </a:cubicBezTo>
                  <a:cubicBezTo>
                    <a:pt x="241" y="190"/>
                    <a:pt x="243" y="189"/>
                    <a:pt x="243" y="186"/>
                  </a:cubicBezTo>
                  <a:cubicBezTo>
                    <a:pt x="244" y="183"/>
                    <a:pt x="248" y="179"/>
                    <a:pt x="250" y="175"/>
                  </a:cubicBezTo>
                  <a:cubicBezTo>
                    <a:pt x="258" y="162"/>
                    <a:pt x="262" y="146"/>
                    <a:pt x="264" y="132"/>
                  </a:cubicBezTo>
                  <a:cubicBezTo>
                    <a:pt x="268" y="115"/>
                    <a:pt x="268" y="101"/>
                    <a:pt x="262" y="85"/>
                  </a:cubicBezTo>
                  <a:cubicBezTo>
                    <a:pt x="258" y="71"/>
                    <a:pt x="251" y="57"/>
                    <a:pt x="241" y="47"/>
                  </a:cubicBezTo>
                  <a:cubicBezTo>
                    <a:pt x="233" y="34"/>
                    <a:pt x="221" y="23"/>
                    <a:pt x="208" y="16"/>
                  </a:cubicBezTo>
                  <a:cubicBezTo>
                    <a:pt x="200" y="13"/>
                    <a:pt x="191" y="9"/>
                    <a:pt x="180" y="5"/>
                  </a:cubicBezTo>
                  <a:cubicBezTo>
                    <a:pt x="170" y="2"/>
                    <a:pt x="160" y="0"/>
                    <a:pt x="150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00" lIns="91425" spcFirstLastPara="1" rIns="91425" wrap="square" tIns="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53" name="Google Shape;1853;p13"/>
            <p:cNvSpPr/>
            <p:nvPr/>
          </p:nvSpPr>
          <p:spPr>
            <a:xfrm>
              <a:off x="5199120" y="181800"/>
              <a:ext cx="21240" cy="14040"/>
            </a:xfrm>
            <a:custGeom>
              <a:rect b="b" l="l" r="r" t="t"/>
              <a:pathLst>
                <a:path extrusionOk="0" h="234" w="352">
                  <a:moveTo>
                    <a:pt x="173" y="1"/>
                  </a:moveTo>
                  <a:cubicBezTo>
                    <a:pt x="69" y="1"/>
                    <a:pt x="0" y="154"/>
                    <a:pt x="113" y="214"/>
                  </a:cubicBezTo>
                  <a:lnTo>
                    <a:pt x="123" y="220"/>
                  </a:lnTo>
                  <a:cubicBezTo>
                    <a:pt x="141" y="230"/>
                    <a:pt x="160" y="234"/>
                    <a:pt x="177" y="234"/>
                  </a:cubicBezTo>
                  <a:cubicBezTo>
                    <a:pt x="283" y="234"/>
                    <a:pt x="352" y="80"/>
                    <a:pt x="240" y="21"/>
                  </a:cubicBezTo>
                  <a:lnTo>
                    <a:pt x="229" y="16"/>
                  </a:lnTo>
                  <a:cubicBezTo>
                    <a:pt x="210" y="5"/>
                    <a:pt x="191" y="1"/>
                    <a:pt x="173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200" lIns="91425" spcFirstLastPara="1" rIns="91425" wrap="square" tIns="7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54" name="Google Shape;1854;p13"/>
            <p:cNvSpPr/>
            <p:nvPr/>
          </p:nvSpPr>
          <p:spPr>
            <a:xfrm>
              <a:off x="5063400" y="190080"/>
              <a:ext cx="18000" cy="13680"/>
            </a:xfrm>
            <a:custGeom>
              <a:rect b="b" l="l" r="r" t="t"/>
              <a:pathLst>
                <a:path extrusionOk="0" h="232" w="298">
                  <a:moveTo>
                    <a:pt x="149" y="1"/>
                  </a:moveTo>
                  <a:cubicBezTo>
                    <a:pt x="0" y="1"/>
                    <a:pt x="0" y="232"/>
                    <a:pt x="149" y="232"/>
                  </a:cubicBezTo>
                  <a:cubicBezTo>
                    <a:pt x="298" y="232"/>
                    <a:pt x="298" y="1"/>
                    <a:pt x="149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25" lIns="91425" spcFirstLastPara="1" rIns="91425" wrap="square" tIns="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55" name="Google Shape;1855;p13"/>
            <p:cNvSpPr/>
            <p:nvPr/>
          </p:nvSpPr>
          <p:spPr>
            <a:xfrm>
              <a:off x="5011560" y="493200"/>
              <a:ext cx="12600" cy="36720"/>
            </a:xfrm>
            <a:custGeom>
              <a:rect b="b" l="l" r="r" t="t"/>
              <a:pathLst>
                <a:path extrusionOk="0" h="609" w="215">
                  <a:moveTo>
                    <a:pt x="153" y="0"/>
                  </a:moveTo>
                  <a:cubicBezTo>
                    <a:pt x="128" y="0"/>
                    <a:pt x="101" y="16"/>
                    <a:pt x="97" y="43"/>
                  </a:cubicBezTo>
                  <a:cubicBezTo>
                    <a:pt x="68" y="206"/>
                    <a:pt x="68" y="377"/>
                    <a:pt x="10" y="536"/>
                  </a:cubicBezTo>
                  <a:cubicBezTo>
                    <a:pt x="0" y="565"/>
                    <a:pt x="23" y="600"/>
                    <a:pt x="51" y="607"/>
                  </a:cubicBezTo>
                  <a:cubicBezTo>
                    <a:pt x="56" y="608"/>
                    <a:pt x="61" y="609"/>
                    <a:pt x="66" y="609"/>
                  </a:cubicBezTo>
                  <a:cubicBezTo>
                    <a:pt x="92" y="609"/>
                    <a:pt x="114" y="590"/>
                    <a:pt x="122" y="566"/>
                  </a:cubicBezTo>
                  <a:cubicBezTo>
                    <a:pt x="180" y="409"/>
                    <a:pt x="180" y="239"/>
                    <a:pt x="209" y="73"/>
                  </a:cubicBezTo>
                  <a:cubicBezTo>
                    <a:pt x="214" y="43"/>
                    <a:pt x="200" y="10"/>
                    <a:pt x="167" y="2"/>
                  </a:cubicBezTo>
                  <a:cubicBezTo>
                    <a:pt x="163" y="1"/>
                    <a:pt x="158" y="0"/>
                    <a:pt x="153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350" lIns="91425" spcFirstLastPara="1" rIns="91425" wrap="square" tIns="18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56" name="Google Shape;1856;p13"/>
            <p:cNvSpPr/>
            <p:nvPr/>
          </p:nvSpPr>
          <p:spPr>
            <a:xfrm>
              <a:off x="5087160" y="403920"/>
              <a:ext cx="11880" cy="20880"/>
            </a:xfrm>
            <a:custGeom>
              <a:rect b="b" l="l" r="r" t="t"/>
              <a:pathLst>
                <a:path extrusionOk="0" h="347" w="200">
                  <a:moveTo>
                    <a:pt x="65" y="1"/>
                  </a:moveTo>
                  <a:cubicBezTo>
                    <a:pt x="60" y="1"/>
                    <a:pt x="55" y="1"/>
                    <a:pt x="50" y="3"/>
                  </a:cubicBezTo>
                  <a:cubicBezTo>
                    <a:pt x="21" y="12"/>
                    <a:pt x="0" y="43"/>
                    <a:pt x="9" y="74"/>
                  </a:cubicBezTo>
                  <a:cubicBezTo>
                    <a:pt x="33" y="149"/>
                    <a:pt x="55" y="227"/>
                    <a:pt x="79" y="304"/>
                  </a:cubicBezTo>
                  <a:cubicBezTo>
                    <a:pt x="87" y="328"/>
                    <a:pt x="111" y="347"/>
                    <a:pt x="137" y="347"/>
                  </a:cubicBezTo>
                  <a:cubicBezTo>
                    <a:pt x="141" y="347"/>
                    <a:pt x="146" y="346"/>
                    <a:pt x="150" y="345"/>
                  </a:cubicBezTo>
                  <a:cubicBezTo>
                    <a:pt x="179" y="336"/>
                    <a:pt x="200" y="304"/>
                    <a:pt x="191" y="274"/>
                  </a:cubicBezTo>
                  <a:cubicBezTo>
                    <a:pt x="169" y="197"/>
                    <a:pt x="145" y="119"/>
                    <a:pt x="121" y="43"/>
                  </a:cubicBezTo>
                  <a:cubicBezTo>
                    <a:pt x="114" y="19"/>
                    <a:pt x="90" y="1"/>
                    <a:pt x="65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425" lIns="91425" spcFirstLastPara="1" rIns="91425" wrap="square" tIns="10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57" name="Google Shape;1857;p13"/>
            <p:cNvSpPr/>
            <p:nvPr/>
          </p:nvSpPr>
          <p:spPr>
            <a:xfrm>
              <a:off x="4987440" y="339120"/>
              <a:ext cx="26281" cy="11160"/>
            </a:xfrm>
            <a:custGeom>
              <a:rect b="b" l="l" r="r" t="t"/>
              <a:pathLst>
                <a:path extrusionOk="0" h="189" w="435">
                  <a:moveTo>
                    <a:pt x="147" y="39"/>
                  </a:moveTo>
                  <a:cubicBezTo>
                    <a:pt x="148" y="39"/>
                    <a:pt x="149" y="39"/>
                    <a:pt x="150" y="40"/>
                  </a:cubicBezTo>
                  <a:lnTo>
                    <a:pt x="150" y="40"/>
                  </a:lnTo>
                  <a:cubicBezTo>
                    <a:pt x="149" y="39"/>
                    <a:pt x="148" y="39"/>
                    <a:pt x="147" y="39"/>
                  </a:cubicBezTo>
                  <a:close/>
                  <a:moveTo>
                    <a:pt x="151" y="40"/>
                  </a:moveTo>
                  <a:cubicBezTo>
                    <a:pt x="151" y="41"/>
                    <a:pt x="151" y="41"/>
                    <a:pt x="151" y="41"/>
                  </a:cubicBezTo>
                  <a:cubicBezTo>
                    <a:pt x="151" y="41"/>
                    <a:pt x="151" y="41"/>
                    <a:pt x="151" y="40"/>
                  </a:cubicBezTo>
                  <a:close/>
                  <a:moveTo>
                    <a:pt x="71" y="0"/>
                  </a:moveTo>
                  <a:cubicBezTo>
                    <a:pt x="50" y="0"/>
                    <a:pt x="29" y="12"/>
                    <a:pt x="19" y="30"/>
                  </a:cubicBezTo>
                  <a:cubicBezTo>
                    <a:pt x="1" y="61"/>
                    <a:pt x="12" y="91"/>
                    <a:pt x="38" y="111"/>
                  </a:cubicBezTo>
                  <a:cubicBezTo>
                    <a:pt x="119" y="170"/>
                    <a:pt x="225" y="189"/>
                    <a:pt x="325" y="189"/>
                  </a:cubicBezTo>
                  <a:cubicBezTo>
                    <a:pt x="342" y="189"/>
                    <a:pt x="360" y="188"/>
                    <a:pt x="376" y="187"/>
                  </a:cubicBezTo>
                  <a:cubicBezTo>
                    <a:pt x="406" y="186"/>
                    <a:pt x="435" y="163"/>
                    <a:pt x="435" y="129"/>
                  </a:cubicBezTo>
                  <a:cubicBezTo>
                    <a:pt x="433" y="101"/>
                    <a:pt x="412" y="71"/>
                    <a:pt x="381" y="71"/>
                  </a:cubicBezTo>
                  <a:cubicBezTo>
                    <a:pt x="379" y="71"/>
                    <a:pt x="378" y="71"/>
                    <a:pt x="376" y="71"/>
                  </a:cubicBezTo>
                  <a:cubicBezTo>
                    <a:pt x="364" y="72"/>
                    <a:pt x="352" y="72"/>
                    <a:pt x="340" y="72"/>
                  </a:cubicBezTo>
                  <a:cubicBezTo>
                    <a:pt x="327" y="72"/>
                    <a:pt x="315" y="72"/>
                    <a:pt x="303" y="71"/>
                  </a:cubicBezTo>
                  <a:cubicBezTo>
                    <a:pt x="289" y="71"/>
                    <a:pt x="276" y="68"/>
                    <a:pt x="262" y="67"/>
                  </a:cubicBezTo>
                  <a:cubicBezTo>
                    <a:pt x="259" y="67"/>
                    <a:pt x="250" y="66"/>
                    <a:pt x="249" y="66"/>
                  </a:cubicBezTo>
                  <a:cubicBezTo>
                    <a:pt x="248" y="66"/>
                    <a:pt x="249" y="66"/>
                    <a:pt x="253" y="67"/>
                  </a:cubicBezTo>
                  <a:cubicBezTo>
                    <a:pt x="246" y="65"/>
                    <a:pt x="239" y="65"/>
                    <a:pt x="232" y="64"/>
                  </a:cubicBezTo>
                  <a:cubicBezTo>
                    <a:pt x="205" y="58"/>
                    <a:pt x="179" y="53"/>
                    <a:pt x="155" y="43"/>
                  </a:cubicBezTo>
                  <a:cubicBezTo>
                    <a:pt x="153" y="41"/>
                    <a:pt x="152" y="41"/>
                    <a:pt x="150" y="40"/>
                  </a:cubicBezTo>
                  <a:lnTo>
                    <a:pt x="150" y="40"/>
                  </a:lnTo>
                  <a:cubicBezTo>
                    <a:pt x="150" y="40"/>
                    <a:pt x="149" y="39"/>
                    <a:pt x="148" y="39"/>
                  </a:cubicBezTo>
                  <a:cubicBezTo>
                    <a:pt x="143" y="37"/>
                    <a:pt x="137" y="33"/>
                    <a:pt x="133" y="30"/>
                  </a:cubicBezTo>
                  <a:cubicBezTo>
                    <a:pt x="120" y="23"/>
                    <a:pt x="109" y="16"/>
                    <a:pt x="99" y="9"/>
                  </a:cubicBezTo>
                  <a:cubicBezTo>
                    <a:pt x="90" y="3"/>
                    <a:pt x="81" y="0"/>
                    <a:pt x="71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750" lIns="91425" spcFirstLastPara="1" rIns="91425" wrap="square" tIns="5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58" name="Google Shape;1858;p13"/>
            <p:cNvSpPr/>
            <p:nvPr/>
          </p:nvSpPr>
          <p:spPr>
            <a:xfrm>
              <a:off x="4922640" y="445320"/>
              <a:ext cx="29160" cy="14040"/>
            </a:xfrm>
            <a:custGeom>
              <a:rect b="b" l="l" r="r" t="t"/>
              <a:pathLst>
                <a:path extrusionOk="0" h="237" w="486">
                  <a:moveTo>
                    <a:pt x="418" y="1"/>
                  </a:moveTo>
                  <a:cubicBezTo>
                    <a:pt x="408" y="1"/>
                    <a:pt x="398" y="3"/>
                    <a:pt x="389" y="8"/>
                  </a:cubicBezTo>
                  <a:cubicBezTo>
                    <a:pt x="360" y="23"/>
                    <a:pt x="339" y="32"/>
                    <a:pt x="315" y="40"/>
                  </a:cubicBezTo>
                  <a:cubicBezTo>
                    <a:pt x="287" y="52"/>
                    <a:pt x="256" y="62"/>
                    <a:pt x="226" y="71"/>
                  </a:cubicBezTo>
                  <a:cubicBezTo>
                    <a:pt x="168" y="88"/>
                    <a:pt x="110" y="104"/>
                    <a:pt x="50" y="123"/>
                  </a:cubicBezTo>
                  <a:cubicBezTo>
                    <a:pt x="22" y="131"/>
                    <a:pt x="0" y="164"/>
                    <a:pt x="10" y="193"/>
                  </a:cubicBezTo>
                  <a:cubicBezTo>
                    <a:pt x="17" y="218"/>
                    <a:pt x="39" y="237"/>
                    <a:pt x="65" y="237"/>
                  </a:cubicBezTo>
                  <a:cubicBezTo>
                    <a:pt x="70" y="237"/>
                    <a:pt x="76" y="236"/>
                    <a:pt x="81" y="234"/>
                  </a:cubicBezTo>
                  <a:cubicBezTo>
                    <a:pt x="205" y="196"/>
                    <a:pt x="332" y="169"/>
                    <a:pt x="447" y="108"/>
                  </a:cubicBezTo>
                  <a:cubicBezTo>
                    <a:pt x="474" y="94"/>
                    <a:pt x="485" y="54"/>
                    <a:pt x="468" y="29"/>
                  </a:cubicBezTo>
                  <a:cubicBezTo>
                    <a:pt x="457" y="11"/>
                    <a:pt x="438" y="1"/>
                    <a:pt x="418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200" lIns="91425" spcFirstLastPara="1" rIns="91425" wrap="square" tIns="7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59" name="Google Shape;1859;p13"/>
            <p:cNvSpPr/>
            <p:nvPr/>
          </p:nvSpPr>
          <p:spPr>
            <a:xfrm>
              <a:off x="4928040" y="342360"/>
              <a:ext cx="20160" cy="9360"/>
            </a:xfrm>
            <a:custGeom>
              <a:rect b="b" l="l" r="r" t="t"/>
              <a:pathLst>
                <a:path extrusionOk="0" h="162" w="337">
                  <a:moveTo>
                    <a:pt x="269" y="119"/>
                  </a:moveTo>
                  <a:cubicBezTo>
                    <a:pt x="268" y="119"/>
                    <a:pt x="266" y="120"/>
                    <a:pt x="265" y="120"/>
                  </a:cubicBezTo>
                  <a:cubicBezTo>
                    <a:pt x="267" y="119"/>
                    <a:pt x="268" y="119"/>
                    <a:pt x="269" y="119"/>
                  </a:cubicBezTo>
                  <a:close/>
                  <a:moveTo>
                    <a:pt x="265" y="120"/>
                  </a:moveTo>
                  <a:cubicBezTo>
                    <a:pt x="265" y="120"/>
                    <a:pt x="264" y="120"/>
                    <a:pt x="264" y="120"/>
                  </a:cubicBezTo>
                  <a:lnTo>
                    <a:pt x="264" y="120"/>
                  </a:lnTo>
                  <a:cubicBezTo>
                    <a:pt x="264" y="120"/>
                    <a:pt x="265" y="120"/>
                    <a:pt x="265" y="120"/>
                  </a:cubicBezTo>
                  <a:close/>
                  <a:moveTo>
                    <a:pt x="281" y="0"/>
                  </a:moveTo>
                  <a:cubicBezTo>
                    <a:pt x="280" y="0"/>
                    <a:pt x="279" y="0"/>
                    <a:pt x="278" y="1"/>
                  </a:cubicBezTo>
                  <a:cubicBezTo>
                    <a:pt x="202" y="12"/>
                    <a:pt x="124" y="22"/>
                    <a:pt x="50" y="46"/>
                  </a:cubicBezTo>
                  <a:cubicBezTo>
                    <a:pt x="22" y="54"/>
                    <a:pt x="0" y="87"/>
                    <a:pt x="9" y="117"/>
                  </a:cubicBezTo>
                  <a:cubicBezTo>
                    <a:pt x="17" y="143"/>
                    <a:pt x="41" y="162"/>
                    <a:pt x="66" y="162"/>
                  </a:cubicBezTo>
                  <a:cubicBezTo>
                    <a:pt x="71" y="162"/>
                    <a:pt x="76" y="161"/>
                    <a:pt x="81" y="159"/>
                  </a:cubicBezTo>
                  <a:cubicBezTo>
                    <a:pt x="117" y="148"/>
                    <a:pt x="153" y="139"/>
                    <a:pt x="189" y="132"/>
                  </a:cubicBezTo>
                  <a:cubicBezTo>
                    <a:pt x="207" y="129"/>
                    <a:pt x="224" y="127"/>
                    <a:pt x="243" y="124"/>
                  </a:cubicBezTo>
                  <a:cubicBezTo>
                    <a:pt x="249" y="122"/>
                    <a:pt x="257" y="122"/>
                    <a:pt x="264" y="120"/>
                  </a:cubicBezTo>
                  <a:lnTo>
                    <a:pt x="264" y="120"/>
                  </a:lnTo>
                  <a:cubicBezTo>
                    <a:pt x="263" y="120"/>
                    <a:pt x="263" y="121"/>
                    <a:pt x="264" y="121"/>
                  </a:cubicBezTo>
                  <a:cubicBezTo>
                    <a:pt x="266" y="121"/>
                    <a:pt x="273" y="119"/>
                    <a:pt x="270" y="119"/>
                  </a:cubicBezTo>
                  <a:cubicBezTo>
                    <a:pt x="270" y="119"/>
                    <a:pt x="269" y="119"/>
                    <a:pt x="269" y="119"/>
                  </a:cubicBezTo>
                  <a:lnTo>
                    <a:pt x="269" y="119"/>
                  </a:lnTo>
                  <a:cubicBezTo>
                    <a:pt x="272" y="119"/>
                    <a:pt x="275" y="118"/>
                    <a:pt x="278" y="118"/>
                  </a:cubicBezTo>
                  <a:cubicBezTo>
                    <a:pt x="294" y="117"/>
                    <a:pt x="306" y="112"/>
                    <a:pt x="319" y="101"/>
                  </a:cubicBezTo>
                  <a:cubicBezTo>
                    <a:pt x="329" y="90"/>
                    <a:pt x="336" y="74"/>
                    <a:pt x="336" y="60"/>
                  </a:cubicBezTo>
                  <a:cubicBezTo>
                    <a:pt x="336" y="46"/>
                    <a:pt x="331" y="30"/>
                    <a:pt x="319" y="19"/>
                  </a:cubicBezTo>
                  <a:cubicBezTo>
                    <a:pt x="308" y="11"/>
                    <a:pt x="294" y="0"/>
                    <a:pt x="281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60" name="Google Shape;1860;p13"/>
            <p:cNvSpPr/>
            <p:nvPr/>
          </p:nvSpPr>
          <p:spPr>
            <a:xfrm>
              <a:off x="5019120" y="428400"/>
              <a:ext cx="9720" cy="12960"/>
            </a:xfrm>
            <a:custGeom>
              <a:rect b="b" l="l" r="r" t="t"/>
              <a:pathLst>
                <a:path extrusionOk="0" h="216" w="164">
                  <a:moveTo>
                    <a:pt x="59" y="1"/>
                  </a:moveTo>
                  <a:cubicBezTo>
                    <a:pt x="54" y="1"/>
                    <a:pt x="49" y="2"/>
                    <a:pt x="44" y="3"/>
                  </a:cubicBezTo>
                  <a:cubicBezTo>
                    <a:pt x="30" y="9"/>
                    <a:pt x="17" y="16"/>
                    <a:pt x="10" y="30"/>
                  </a:cubicBezTo>
                  <a:cubicBezTo>
                    <a:pt x="3" y="44"/>
                    <a:pt x="0" y="60"/>
                    <a:pt x="5" y="74"/>
                  </a:cubicBezTo>
                  <a:cubicBezTo>
                    <a:pt x="10" y="90"/>
                    <a:pt x="16" y="105"/>
                    <a:pt x="23" y="122"/>
                  </a:cubicBezTo>
                  <a:cubicBezTo>
                    <a:pt x="31" y="145"/>
                    <a:pt x="43" y="168"/>
                    <a:pt x="57" y="188"/>
                  </a:cubicBezTo>
                  <a:cubicBezTo>
                    <a:pt x="65" y="200"/>
                    <a:pt x="75" y="210"/>
                    <a:pt x="90" y="215"/>
                  </a:cubicBezTo>
                  <a:cubicBezTo>
                    <a:pt x="94" y="215"/>
                    <a:pt x="99" y="216"/>
                    <a:pt x="104" y="216"/>
                  </a:cubicBezTo>
                  <a:cubicBezTo>
                    <a:pt x="115" y="216"/>
                    <a:pt x="126" y="214"/>
                    <a:pt x="133" y="209"/>
                  </a:cubicBezTo>
                  <a:cubicBezTo>
                    <a:pt x="146" y="202"/>
                    <a:pt x="158" y="189"/>
                    <a:pt x="160" y="175"/>
                  </a:cubicBezTo>
                  <a:cubicBezTo>
                    <a:pt x="163" y="158"/>
                    <a:pt x="163" y="139"/>
                    <a:pt x="153" y="127"/>
                  </a:cubicBezTo>
                  <a:cubicBezTo>
                    <a:pt x="143" y="111"/>
                    <a:pt x="133" y="95"/>
                    <a:pt x="128" y="77"/>
                  </a:cubicBezTo>
                  <a:lnTo>
                    <a:pt x="128" y="77"/>
                  </a:lnTo>
                  <a:cubicBezTo>
                    <a:pt x="129" y="83"/>
                    <a:pt x="131" y="87"/>
                    <a:pt x="132" y="91"/>
                  </a:cubicBezTo>
                  <a:cubicBezTo>
                    <a:pt x="125" y="76"/>
                    <a:pt x="121" y="59"/>
                    <a:pt x="115" y="42"/>
                  </a:cubicBezTo>
                  <a:cubicBezTo>
                    <a:pt x="111" y="27"/>
                    <a:pt x="101" y="16"/>
                    <a:pt x="88" y="9"/>
                  </a:cubicBezTo>
                  <a:cubicBezTo>
                    <a:pt x="80" y="4"/>
                    <a:pt x="69" y="1"/>
                    <a:pt x="59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475" lIns="91425" spcFirstLastPara="1" rIns="91425" wrap="square" tIns="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61" name="Google Shape;1861;p13"/>
            <p:cNvSpPr/>
            <p:nvPr/>
          </p:nvSpPr>
          <p:spPr>
            <a:xfrm>
              <a:off x="5216400" y="399600"/>
              <a:ext cx="8640" cy="19440"/>
            </a:xfrm>
            <a:custGeom>
              <a:rect b="b" l="l" r="r" t="t"/>
              <a:pathLst>
                <a:path extrusionOk="0" h="325" w="150">
                  <a:moveTo>
                    <a:pt x="127" y="190"/>
                  </a:moveTo>
                  <a:cubicBezTo>
                    <a:pt x="127" y="192"/>
                    <a:pt x="128" y="193"/>
                    <a:pt x="128" y="195"/>
                  </a:cubicBezTo>
                  <a:cubicBezTo>
                    <a:pt x="128" y="193"/>
                    <a:pt x="128" y="192"/>
                    <a:pt x="127" y="190"/>
                  </a:cubicBezTo>
                  <a:close/>
                  <a:moveTo>
                    <a:pt x="60" y="1"/>
                  </a:moveTo>
                  <a:cubicBezTo>
                    <a:pt x="30" y="4"/>
                    <a:pt x="0" y="26"/>
                    <a:pt x="2" y="60"/>
                  </a:cubicBezTo>
                  <a:cubicBezTo>
                    <a:pt x="7" y="134"/>
                    <a:pt x="7" y="209"/>
                    <a:pt x="29" y="281"/>
                  </a:cubicBezTo>
                  <a:cubicBezTo>
                    <a:pt x="36" y="305"/>
                    <a:pt x="59" y="324"/>
                    <a:pt x="85" y="324"/>
                  </a:cubicBezTo>
                  <a:cubicBezTo>
                    <a:pt x="90" y="324"/>
                    <a:pt x="95" y="324"/>
                    <a:pt x="100" y="322"/>
                  </a:cubicBezTo>
                  <a:cubicBezTo>
                    <a:pt x="129" y="311"/>
                    <a:pt x="149" y="281"/>
                    <a:pt x="139" y="250"/>
                  </a:cubicBezTo>
                  <a:cubicBezTo>
                    <a:pt x="132" y="227"/>
                    <a:pt x="128" y="205"/>
                    <a:pt x="125" y="182"/>
                  </a:cubicBezTo>
                  <a:lnTo>
                    <a:pt x="125" y="182"/>
                  </a:lnTo>
                  <a:cubicBezTo>
                    <a:pt x="126" y="185"/>
                    <a:pt x="127" y="187"/>
                    <a:pt x="127" y="190"/>
                  </a:cubicBezTo>
                  <a:lnTo>
                    <a:pt x="127" y="190"/>
                  </a:lnTo>
                  <a:cubicBezTo>
                    <a:pt x="122" y="146"/>
                    <a:pt x="121" y="103"/>
                    <a:pt x="118" y="60"/>
                  </a:cubicBezTo>
                  <a:cubicBezTo>
                    <a:pt x="117" y="29"/>
                    <a:pt x="94" y="1"/>
                    <a:pt x="60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62" name="Google Shape;1862;p13"/>
            <p:cNvSpPr/>
            <p:nvPr/>
          </p:nvSpPr>
          <p:spPr>
            <a:xfrm>
              <a:off x="5299200" y="315720"/>
              <a:ext cx="29160" cy="16920"/>
            </a:xfrm>
            <a:custGeom>
              <a:rect b="b" l="l" r="r" t="t"/>
              <a:pathLst>
                <a:path extrusionOk="0" h="283" w="482">
                  <a:moveTo>
                    <a:pt x="65" y="1"/>
                  </a:moveTo>
                  <a:cubicBezTo>
                    <a:pt x="44" y="1"/>
                    <a:pt x="25" y="10"/>
                    <a:pt x="14" y="29"/>
                  </a:cubicBezTo>
                  <a:cubicBezTo>
                    <a:pt x="0" y="58"/>
                    <a:pt x="7" y="96"/>
                    <a:pt x="35" y="110"/>
                  </a:cubicBezTo>
                  <a:cubicBezTo>
                    <a:pt x="150" y="170"/>
                    <a:pt x="272" y="216"/>
                    <a:pt x="388" y="276"/>
                  </a:cubicBezTo>
                  <a:cubicBezTo>
                    <a:pt x="397" y="281"/>
                    <a:pt x="407" y="283"/>
                    <a:pt x="417" y="283"/>
                  </a:cubicBezTo>
                  <a:cubicBezTo>
                    <a:pt x="437" y="283"/>
                    <a:pt x="457" y="273"/>
                    <a:pt x="468" y="255"/>
                  </a:cubicBezTo>
                  <a:cubicBezTo>
                    <a:pt x="482" y="228"/>
                    <a:pt x="475" y="191"/>
                    <a:pt x="446" y="175"/>
                  </a:cubicBezTo>
                  <a:cubicBezTo>
                    <a:pt x="332" y="114"/>
                    <a:pt x="208" y="69"/>
                    <a:pt x="94" y="8"/>
                  </a:cubicBezTo>
                  <a:cubicBezTo>
                    <a:pt x="85" y="3"/>
                    <a:pt x="75" y="1"/>
                    <a:pt x="65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625" lIns="91425" spcFirstLastPara="1" rIns="91425" wrap="square" tIns="86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63" name="Google Shape;1863;p13"/>
            <p:cNvSpPr/>
            <p:nvPr/>
          </p:nvSpPr>
          <p:spPr>
            <a:xfrm>
              <a:off x="5270400" y="497160"/>
              <a:ext cx="37440" cy="17280"/>
            </a:xfrm>
            <a:custGeom>
              <a:rect b="b" l="l" r="r" t="t"/>
              <a:pathLst>
                <a:path extrusionOk="0" h="287" w="617">
                  <a:moveTo>
                    <a:pt x="550" y="0"/>
                  </a:moveTo>
                  <a:cubicBezTo>
                    <a:pt x="545" y="0"/>
                    <a:pt x="540" y="1"/>
                    <a:pt x="536" y="3"/>
                  </a:cubicBezTo>
                  <a:cubicBezTo>
                    <a:pt x="451" y="37"/>
                    <a:pt x="356" y="44"/>
                    <a:pt x="266" y="64"/>
                  </a:cubicBezTo>
                  <a:cubicBezTo>
                    <a:pt x="179" y="82"/>
                    <a:pt x="72" y="115"/>
                    <a:pt x="24" y="200"/>
                  </a:cubicBezTo>
                  <a:cubicBezTo>
                    <a:pt x="1" y="245"/>
                    <a:pt x="41" y="287"/>
                    <a:pt x="79" y="287"/>
                  </a:cubicBezTo>
                  <a:cubicBezTo>
                    <a:pt x="97" y="287"/>
                    <a:pt x="114" y="278"/>
                    <a:pt x="125" y="258"/>
                  </a:cubicBezTo>
                  <a:cubicBezTo>
                    <a:pt x="128" y="255"/>
                    <a:pt x="130" y="251"/>
                    <a:pt x="132" y="248"/>
                  </a:cubicBezTo>
                  <a:cubicBezTo>
                    <a:pt x="132" y="247"/>
                    <a:pt x="132" y="247"/>
                    <a:pt x="132" y="246"/>
                  </a:cubicBezTo>
                  <a:lnTo>
                    <a:pt x="132" y="246"/>
                  </a:lnTo>
                  <a:cubicBezTo>
                    <a:pt x="133" y="246"/>
                    <a:pt x="134" y="246"/>
                    <a:pt x="135" y="245"/>
                  </a:cubicBezTo>
                  <a:cubicBezTo>
                    <a:pt x="137" y="243"/>
                    <a:pt x="150" y="232"/>
                    <a:pt x="148" y="232"/>
                  </a:cubicBezTo>
                  <a:lnTo>
                    <a:pt x="148" y="232"/>
                  </a:lnTo>
                  <a:cubicBezTo>
                    <a:pt x="148" y="232"/>
                    <a:pt x="147" y="232"/>
                    <a:pt x="145" y="234"/>
                  </a:cubicBezTo>
                  <a:cubicBezTo>
                    <a:pt x="160" y="221"/>
                    <a:pt x="179" y="212"/>
                    <a:pt x="194" y="205"/>
                  </a:cubicBezTo>
                  <a:lnTo>
                    <a:pt x="194" y="205"/>
                  </a:lnTo>
                  <a:cubicBezTo>
                    <a:pt x="192" y="206"/>
                    <a:pt x="191" y="207"/>
                    <a:pt x="191" y="207"/>
                  </a:cubicBezTo>
                  <a:cubicBezTo>
                    <a:pt x="191" y="207"/>
                    <a:pt x="200" y="203"/>
                    <a:pt x="200" y="203"/>
                  </a:cubicBezTo>
                  <a:lnTo>
                    <a:pt x="215" y="198"/>
                  </a:lnTo>
                  <a:lnTo>
                    <a:pt x="248" y="187"/>
                  </a:lnTo>
                  <a:cubicBezTo>
                    <a:pt x="271" y="180"/>
                    <a:pt x="293" y="174"/>
                    <a:pt x="315" y="171"/>
                  </a:cubicBezTo>
                  <a:cubicBezTo>
                    <a:pt x="398" y="153"/>
                    <a:pt x="486" y="146"/>
                    <a:pt x="567" y="115"/>
                  </a:cubicBezTo>
                  <a:cubicBezTo>
                    <a:pt x="595" y="103"/>
                    <a:pt x="616" y="75"/>
                    <a:pt x="607" y="44"/>
                  </a:cubicBezTo>
                  <a:cubicBezTo>
                    <a:pt x="601" y="20"/>
                    <a:pt x="575" y="0"/>
                    <a:pt x="550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625" lIns="91425" spcFirstLastPara="1" rIns="91425" wrap="square" tIns="86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64" name="Google Shape;1864;p13"/>
            <p:cNvSpPr/>
            <p:nvPr/>
          </p:nvSpPr>
          <p:spPr>
            <a:xfrm>
              <a:off x="5358960" y="413280"/>
              <a:ext cx="10080" cy="25920"/>
            </a:xfrm>
            <a:custGeom>
              <a:rect b="b" l="l" r="r" t="t"/>
              <a:pathLst>
                <a:path extrusionOk="0" h="430" w="168">
                  <a:moveTo>
                    <a:pt x="63" y="1"/>
                  </a:moveTo>
                  <a:cubicBezTo>
                    <a:pt x="58" y="1"/>
                    <a:pt x="53" y="2"/>
                    <a:pt x="47" y="3"/>
                  </a:cubicBezTo>
                  <a:cubicBezTo>
                    <a:pt x="15" y="13"/>
                    <a:pt x="1" y="42"/>
                    <a:pt x="6" y="74"/>
                  </a:cubicBezTo>
                  <a:cubicBezTo>
                    <a:pt x="15" y="125"/>
                    <a:pt x="28" y="175"/>
                    <a:pt x="36" y="224"/>
                  </a:cubicBezTo>
                  <a:cubicBezTo>
                    <a:pt x="39" y="237"/>
                    <a:pt x="40" y="249"/>
                    <a:pt x="43" y="261"/>
                  </a:cubicBezTo>
                  <a:cubicBezTo>
                    <a:pt x="43" y="261"/>
                    <a:pt x="45" y="272"/>
                    <a:pt x="46" y="272"/>
                  </a:cubicBezTo>
                  <a:cubicBezTo>
                    <a:pt x="46" y="272"/>
                    <a:pt x="46" y="271"/>
                    <a:pt x="46" y="268"/>
                  </a:cubicBezTo>
                  <a:cubicBezTo>
                    <a:pt x="46" y="275"/>
                    <a:pt x="47" y="283"/>
                    <a:pt x="47" y="290"/>
                  </a:cubicBezTo>
                  <a:cubicBezTo>
                    <a:pt x="50" y="317"/>
                    <a:pt x="50" y="343"/>
                    <a:pt x="50" y="372"/>
                  </a:cubicBezTo>
                  <a:cubicBezTo>
                    <a:pt x="50" y="402"/>
                    <a:pt x="77" y="430"/>
                    <a:pt x="110" y="430"/>
                  </a:cubicBezTo>
                  <a:cubicBezTo>
                    <a:pt x="140" y="429"/>
                    <a:pt x="164" y="403"/>
                    <a:pt x="167" y="372"/>
                  </a:cubicBezTo>
                  <a:cubicBezTo>
                    <a:pt x="168" y="260"/>
                    <a:pt x="138" y="152"/>
                    <a:pt x="118" y="43"/>
                  </a:cubicBezTo>
                  <a:cubicBezTo>
                    <a:pt x="114" y="19"/>
                    <a:pt x="88" y="1"/>
                    <a:pt x="63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950" lIns="91425" spcFirstLastPara="1" rIns="91425" wrap="square" tIns="12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65" name="Google Shape;1865;p13"/>
            <p:cNvSpPr/>
            <p:nvPr/>
          </p:nvSpPr>
          <p:spPr>
            <a:xfrm>
              <a:off x="5264640" y="398160"/>
              <a:ext cx="27000" cy="23040"/>
            </a:xfrm>
            <a:custGeom>
              <a:rect b="b" l="l" r="r" t="t"/>
              <a:pathLst>
                <a:path extrusionOk="0" h="386" w="450">
                  <a:moveTo>
                    <a:pt x="346" y="233"/>
                  </a:moveTo>
                  <a:cubicBezTo>
                    <a:pt x="346" y="233"/>
                    <a:pt x="347" y="234"/>
                    <a:pt x="348" y="235"/>
                  </a:cubicBezTo>
                  <a:lnTo>
                    <a:pt x="348" y="235"/>
                  </a:lnTo>
                  <a:cubicBezTo>
                    <a:pt x="348" y="235"/>
                    <a:pt x="348" y="235"/>
                    <a:pt x="347" y="235"/>
                  </a:cubicBezTo>
                  <a:cubicBezTo>
                    <a:pt x="346" y="234"/>
                    <a:pt x="346" y="233"/>
                    <a:pt x="346" y="233"/>
                  </a:cubicBezTo>
                  <a:close/>
                  <a:moveTo>
                    <a:pt x="65" y="1"/>
                  </a:moveTo>
                  <a:cubicBezTo>
                    <a:pt x="44" y="1"/>
                    <a:pt x="22" y="13"/>
                    <a:pt x="13" y="31"/>
                  </a:cubicBezTo>
                  <a:cubicBezTo>
                    <a:pt x="0" y="62"/>
                    <a:pt x="10" y="93"/>
                    <a:pt x="35" y="112"/>
                  </a:cubicBezTo>
                  <a:cubicBezTo>
                    <a:pt x="43" y="117"/>
                    <a:pt x="50" y="121"/>
                    <a:pt x="55" y="126"/>
                  </a:cubicBezTo>
                  <a:cubicBezTo>
                    <a:pt x="53" y="124"/>
                    <a:pt x="52" y="123"/>
                    <a:pt x="52" y="123"/>
                  </a:cubicBezTo>
                  <a:lnTo>
                    <a:pt x="52" y="123"/>
                  </a:lnTo>
                  <a:cubicBezTo>
                    <a:pt x="51" y="123"/>
                    <a:pt x="60" y="130"/>
                    <a:pt x="60" y="130"/>
                  </a:cubicBezTo>
                  <a:cubicBezTo>
                    <a:pt x="61" y="131"/>
                    <a:pt x="64" y="133"/>
                    <a:pt x="67" y="137"/>
                  </a:cubicBezTo>
                  <a:cubicBezTo>
                    <a:pt x="81" y="147"/>
                    <a:pt x="92" y="160"/>
                    <a:pt x="106" y="172"/>
                  </a:cubicBezTo>
                  <a:cubicBezTo>
                    <a:pt x="133" y="195"/>
                    <a:pt x="159" y="219"/>
                    <a:pt x="183" y="245"/>
                  </a:cubicBezTo>
                  <a:cubicBezTo>
                    <a:pt x="234" y="294"/>
                    <a:pt x="291" y="344"/>
                    <a:pt x="354" y="378"/>
                  </a:cubicBezTo>
                  <a:cubicBezTo>
                    <a:pt x="363" y="383"/>
                    <a:pt x="373" y="385"/>
                    <a:pt x="383" y="385"/>
                  </a:cubicBezTo>
                  <a:cubicBezTo>
                    <a:pt x="404" y="385"/>
                    <a:pt x="424" y="376"/>
                    <a:pt x="435" y="357"/>
                  </a:cubicBezTo>
                  <a:cubicBezTo>
                    <a:pt x="449" y="330"/>
                    <a:pt x="442" y="293"/>
                    <a:pt x="414" y="277"/>
                  </a:cubicBezTo>
                  <a:cubicBezTo>
                    <a:pt x="400" y="270"/>
                    <a:pt x="386" y="260"/>
                    <a:pt x="371" y="250"/>
                  </a:cubicBezTo>
                  <a:cubicBezTo>
                    <a:pt x="365" y="245"/>
                    <a:pt x="359" y="240"/>
                    <a:pt x="350" y="236"/>
                  </a:cubicBezTo>
                  <a:lnTo>
                    <a:pt x="350" y="236"/>
                  </a:lnTo>
                  <a:cubicBezTo>
                    <a:pt x="350" y="236"/>
                    <a:pt x="349" y="234"/>
                    <a:pt x="346" y="232"/>
                  </a:cubicBezTo>
                  <a:cubicBezTo>
                    <a:pt x="343" y="231"/>
                    <a:pt x="339" y="228"/>
                    <a:pt x="336" y="223"/>
                  </a:cubicBezTo>
                  <a:cubicBezTo>
                    <a:pt x="309" y="201"/>
                    <a:pt x="282" y="178"/>
                    <a:pt x="258" y="153"/>
                  </a:cubicBezTo>
                  <a:cubicBezTo>
                    <a:pt x="204" y="102"/>
                    <a:pt x="153" y="52"/>
                    <a:pt x="92" y="9"/>
                  </a:cubicBezTo>
                  <a:cubicBezTo>
                    <a:pt x="84" y="4"/>
                    <a:pt x="75" y="1"/>
                    <a:pt x="65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500" lIns="91425" spcFirstLastPara="1" rIns="91425" wrap="square" tIns="11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66" name="Google Shape;1866;p13"/>
            <p:cNvSpPr/>
            <p:nvPr/>
          </p:nvSpPr>
          <p:spPr>
            <a:xfrm>
              <a:off x="5178600" y="630360"/>
              <a:ext cx="37440" cy="27360"/>
            </a:xfrm>
            <a:custGeom>
              <a:rect b="b" l="l" r="r" t="t"/>
              <a:pathLst>
                <a:path extrusionOk="0" h="453" w="617">
                  <a:moveTo>
                    <a:pt x="555" y="0"/>
                  </a:moveTo>
                  <a:cubicBezTo>
                    <a:pt x="540" y="0"/>
                    <a:pt x="525" y="6"/>
                    <a:pt x="513" y="17"/>
                  </a:cubicBezTo>
                  <a:cubicBezTo>
                    <a:pt x="367" y="145"/>
                    <a:pt x="194" y="233"/>
                    <a:pt x="38" y="345"/>
                  </a:cubicBezTo>
                  <a:cubicBezTo>
                    <a:pt x="13" y="362"/>
                    <a:pt x="0" y="394"/>
                    <a:pt x="17" y="424"/>
                  </a:cubicBezTo>
                  <a:cubicBezTo>
                    <a:pt x="27" y="441"/>
                    <a:pt x="47" y="452"/>
                    <a:pt x="68" y="452"/>
                  </a:cubicBezTo>
                  <a:cubicBezTo>
                    <a:pt x="78" y="452"/>
                    <a:pt x="88" y="450"/>
                    <a:pt x="96" y="444"/>
                  </a:cubicBezTo>
                  <a:cubicBezTo>
                    <a:pt x="261" y="326"/>
                    <a:pt x="442" y="233"/>
                    <a:pt x="594" y="98"/>
                  </a:cubicBezTo>
                  <a:cubicBezTo>
                    <a:pt x="616" y="77"/>
                    <a:pt x="615" y="39"/>
                    <a:pt x="594" y="17"/>
                  </a:cubicBezTo>
                  <a:cubicBezTo>
                    <a:pt x="583" y="6"/>
                    <a:pt x="569" y="0"/>
                    <a:pt x="555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3675" lIns="91425" spcFirstLastPara="1" rIns="91425" wrap="square" tIns="13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67" name="Google Shape;1867;p13"/>
            <p:cNvSpPr/>
            <p:nvPr/>
          </p:nvSpPr>
          <p:spPr>
            <a:xfrm>
              <a:off x="5155560" y="193680"/>
              <a:ext cx="27720" cy="20880"/>
            </a:xfrm>
            <a:custGeom>
              <a:rect b="b" l="l" r="r" t="t"/>
              <a:pathLst>
                <a:path extrusionOk="0" h="350" w="462">
                  <a:moveTo>
                    <a:pt x="181" y="172"/>
                  </a:moveTo>
                  <a:lnTo>
                    <a:pt x="181" y="172"/>
                  </a:lnTo>
                  <a:cubicBezTo>
                    <a:pt x="182" y="172"/>
                    <a:pt x="182" y="172"/>
                    <a:pt x="182" y="172"/>
                  </a:cubicBezTo>
                  <a:cubicBezTo>
                    <a:pt x="183" y="173"/>
                    <a:pt x="184" y="174"/>
                    <a:pt x="184" y="174"/>
                  </a:cubicBezTo>
                  <a:cubicBezTo>
                    <a:pt x="184" y="174"/>
                    <a:pt x="183" y="173"/>
                    <a:pt x="181" y="172"/>
                  </a:cubicBezTo>
                  <a:close/>
                  <a:moveTo>
                    <a:pt x="58" y="1"/>
                  </a:moveTo>
                  <a:cubicBezTo>
                    <a:pt x="28" y="1"/>
                    <a:pt x="0" y="30"/>
                    <a:pt x="0" y="59"/>
                  </a:cubicBezTo>
                  <a:cubicBezTo>
                    <a:pt x="5" y="93"/>
                    <a:pt x="29" y="116"/>
                    <a:pt x="61" y="117"/>
                  </a:cubicBezTo>
                  <a:cubicBezTo>
                    <a:pt x="61" y="117"/>
                    <a:pt x="64" y="118"/>
                    <a:pt x="67" y="118"/>
                  </a:cubicBezTo>
                  <a:lnTo>
                    <a:pt x="67" y="118"/>
                  </a:lnTo>
                  <a:cubicBezTo>
                    <a:pt x="69" y="119"/>
                    <a:pt x="73" y="120"/>
                    <a:pt x="74" y="120"/>
                  </a:cubicBezTo>
                  <a:cubicBezTo>
                    <a:pt x="80" y="121"/>
                    <a:pt x="88" y="123"/>
                    <a:pt x="97" y="124"/>
                  </a:cubicBezTo>
                  <a:cubicBezTo>
                    <a:pt x="100" y="127"/>
                    <a:pt x="104" y="127"/>
                    <a:pt x="107" y="128"/>
                  </a:cubicBezTo>
                  <a:cubicBezTo>
                    <a:pt x="110" y="129"/>
                    <a:pt x="112" y="130"/>
                    <a:pt x="113" y="130"/>
                  </a:cubicBezTo>
                  <a:lnTo>
                    <a:pt x="113" y="130"/>
                  </a:lnTo>
                  <a:lnTo>
                    <a:pt x="131" y="138"/>
                  </a:lnTo>
                  <a:cubicBezTo>
                    <a:pt x="145" y="145"/>
                    <a:pt x="159" y="155"/>
                    <a:pt x="171" y="165"/>
                  </a:cubicBezTo>
                  <a:cubicBezTo>
                    <a:pt x="175" y="167"/>
                    <a:pt x="177" y="170"/>
                    <a:pt x="181" y="172"/>
                  </a:cubicBezTo>
                  <a:lnTo>
                    <a:pt x="181" y="172"/>
                  </a:lnTo>
                  <a:cubicBezTo>
                    <a:pt x="182" y="173"/>
                    <a:pt x="182" y="173"/>
                    <a:pt x="183" y="174"/>
                  </a:cubicBezTo>
                  <a:cubicBezTo>
                    <a:pt x="190" y="179"/>
                    <a:pt x="197" y="185"/>
                    <a:pt x="203" y="191"/>
                  </a:cubicBezTo>
                  <a:cubicBezTo>
                    <a:pt x="256" y="236"/>
                    <a:pt x="304" y="287"/>
                    <a:pt x="355" y="334"/>
                  </a:cubicBezTo>
                  <a:cubicBezTo>
                    <a:pt x="367" y="344"/>
                    <a:pt x="383" y="350"/>
                    <a:pt x="398" y="350"/>
                  </a:cubicBezTo>
                  <a:cubicBezTo>
                    <a:pt x="413" y="350"/>
                    <a:pt x="427" y="345"/>
                    <a:pt x="437" y="334"/>
                  </a:cubicBezTo>
                  <a:cubicBezTo>
                    <a:pt x="457" y="313"/>
                    <a:pt x="461" y="273"/>
                    <a:pt x="437" y="252"/>
                  </a:cubicBezTo>
                  <a:cubicBezTo>
                    <a:pt x="325" y="151"/>
                    <a:pt x="220" y="15"/>
                    <a:pt x="60" y="1"/>
                  </a:cubicBezTo>
                  <a:cubicBezTo>
                    <a:pt x="59" y="1"/>
                    <a:pt x="59" y="1"/>
                    <a:pt x="58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425" lIns="91425" spcFirstLastPara="1" rIns="91425" wrap="square" tIns="10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68" name="Google Shape;1868;p13"/>
            <p:cNvSpPr/>
            <p:nvPr/>
          </p:nvSpPr>
          <p:spPr>
            <a:xfrm>
              <a:off x="5093640" y="164520"/>
              <a:ext cx="39240" cy="17640"/>
            </a:xfrm>
            <a:custGeom>
              <a:rect b="b" l="l" r="r" t="t"/>
              <a:pathLst>
                <a:path extrusionOk="0" h="292" w="649">
                  <a:moveTo>
                    <a:pt x="562" y="0"/>
                  </a:moveTo>
                  <a:cubicBezTo>
                    <a:pt x="553" y="0"/>
                    <a:pt x="543" y="2"/>
                    <a:pt x="534" y="8"/>
                  </a:cubicBezTo>
                  <a:cubicBezTo>
                    <a:pt x="382" y="90"/>
                    <a:pt x="218" y="141"/>
                    <a:pt x="49" y="179"/>
                  </a:cubicBezTo>
                  <a:cubicBezTo>
                    <a:pt x="19" y="186"/>
                    <a:pt x="1" y="222"/>
                    <a:pt x="8" y="250"/>
                  </a:cubicBezTo>
                  <a:cubicBezTo>
                    <a:pt x="17" y="276"/>
                    <a:pt x="41" y="291"/>
                    <a:pt x="66" y="291"/>
                  </a:cubicBezTo>
                  <a:cubicBezTo>
                    <a:pt x="71" y="291"/>
                    <a:pt x="75" y="291"/>
                    <a:pt x="80" y="290"/>
                  </a:cubicBezTo>
                  <a:cubicBezTo>
                    <a:pt x="257" y="249"/>
                    <a:pt x="432" y="193"/>
                    <a:pt x="593" y="107"/>
                  </a:cubicBezTo>
                  <a:cubicBezTo>
                    <a:pt x="649" y="77"/>
                    <a:pt x="614" y="0"/>
                    <a:pt x="562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000" lIns="91425" spcFirstLastPara="1" rIns="91425" wrap="square" tIns="9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69" name="Google Shape;1869;p13"/>
            <p:cNvSpPr/>
            <p:nvPr/>
          </p:nvSpPr>
          <p:spPr>
            <a:xfrm>
              <a:off x="5154840" y="139680"/>
              <a:ext cx="22320" cy="20520"/>
            </a:xfrm>
            <a:custGeom>
              <a:rect b="b" l="l" r="r" t="t"/>
              <a:pathLst>
                <a:path extrusionOk="0" h="342" w="369">
                  <a:moveTo>
                    <a:pt x="61" y="0"/>
                  </a:moveTo>
                  <a:cubicBezTo>
                    <a:pt x="55" y="0"/>
                    <a:pt x="50" y="1"/>
                    <a:pt x="45" y="2"/>
                  </a:cubicBezTo>
                  <a:cubicBezTo>
                    <a:pt x="31" y="6"/>
                    <a:pt x="17" y="16"/>
                    <a:pt x="12" y="29"/>
                  </a:cubicBezTo>
                  <a:cubicBezTo>
                    <a:pt x="5" y="43"/>
                    <a:pt x="1" y="59"/>
                    <a:pt x="7" y="73"/>
                  </a:cubicBezTo>
                  <a:cubicBezTo>
                    <a:pt x="12" y="87"/>
                    <a:pt x="21" y="97"/>
                    <a:pt x="34" y="107"/>
                  </a:cubicBezTo>
                  <a:cubicBezTo>
                    <a:pt x="35" y="108"/>
                    <a:pt x="38" y="111"/>
                    <a:pt x="41" y="114"/>
                  </a:cubicBezTo>
                  <a:cubicBezTo>
                    <a:pt x="45" y="118"/>
                    <a:pt x="51" y="121"/>
                    <a:pt x="55" y="127"/>
                  </a:cubicBezTo>
                  <a:cubicBezTo>
                    <a:pt x="65" y="135"/>
                    <a:pt x="73" y="142"/>
                    <a:pt x="85" y="151"/>
                  </a:cubicBezTo>
                  <a:cubicBezTo>
                    <a:pt x="106" y="169"/>
                    <a:pt x="127" y="189"/>
                    <a:pt x="147" y="208"/>
                  </a:cubicBezTo>
                  <a:cubicBezTo>
                    <a:pt x="187" y="246"/>
                    <a:pt x="226" y="285"/>
                    <a:pt x="263" y="325"/>
                  </a:cubicBezTo>
                  <a:cubicBezTo>
                    <a:pt x="274" y="336"/>
                    <a:pt x="290" y="342"/>
                    <a:pt x="305" y="342"/>
                  </a:cubicBezTo>
                  <a:cubicBezTo>
                    <a:pt x="320" y="342"/>
                    <a:pt x="335" y="336"/>
                    <a:pt x="345" y="325"/>
                  </a:cubicBezTo>
                  <a:cubicBezTo>
                    <a:pt x="367" y="301"/>
                    <a:pt x="368" y="266"/>
                    <a:pt x="345" y="243"/>
                  </a:cubicBezTo>
                  <a:cubicBezTo>
                    <a:pt x="265" y="161"/>
                    <a:pt x="182" y="79"/>
                    <a:pt x="90" y="8"/>
                  </a:cubicBezTo>
                  <a:cubicBezTo>
                    <a:pt x="83" y="2"/>
                    <a:pt x="72" y="0"/>
                    <a:pt x="61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425" lIns="91425" spcFirstLastPara="1" rIns="91425" wrap="square" tIns="10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870" name="Google Shape;1870;p13"/>
          <p:cNvGrpSpPr/>
          <p:nvPr/>
        </p:nvGrpSpPr>
        <p:grpSpPr>
          <a:xfrm>
            <a:off x="-363600" y="681840"/>
            <a:ext cx="1564188" cy="1604149"/>
            <a:chOff x="-363600" y="681840"/>
            <a:chExt cx="1564188" cy="1604149"/>
          </a:xfrm>
        </p:grpSpPr>
        <p:sp>
          <p:nvSpPr>
            <p:cNvPr id="1871" name="Google Shape;1871;p13"/>
            <p:cNvSpPr/>
            <p:nvPr/>
          </p:nvSpPr>
          <p:spPr>
            <a:xfrm>
              <a:off x="-25560" y="1628280"/>
              <a:ext cx="224281" cy="293040"/>
            </a:xfrm>
            <a:custGeom>
              <a:rect b="b" l="l" r="r" t="t"/>
              <a:pathLst>
                <a:path extrusionOk="0" h="2729" w="2091">
                  <a:moveTo>
                    <a:pt x="1299" y="423"/>
                  </a:moveTo>
                  <a:cubicBezTo>
                    <a:pt x="1557" y="423"/>
                    <a:pt x="1783" y="601"/>
                    <a:pt x="1875" y="867"/>
                  </a:cubicBezTo>
                  <a:cubicBezTo>
                    <a:pt x="2003" y="1235"/>
                    <a:pt x="1827" y="1681"/>
                    <a:pt x="1622" y="1993"/>
                  </a:cubicBezTo>
                  <a:cubicBezTo>
                    <a:pt x="1495" y="2187"/>
                    <a:pt x="1269" y="2345"/>
                    <a:pt x="1044" y="2345"/>
                  </a:cubicBezTo>
                  <a:cubicBezTo>
                    <a:pt x="937" y="2345"/>
                    <a:pt x="830" y="2309"/>
                    <a:pt x="733" y="2224"/>
                  </a:cubicBezTo>
                  <a:cubicBezTo>
                    <a:pt x="584" y="2094"/>
                    <a:pt x="543" y="1898"/>
                    <a:pt x="563" y="1701"/>
                  </a:cubicBezTo>
                  <a:cubicBezTo>
                    <a:pt x="433" y="1222"/>
                    <a:pt x="581" y="655"/>
                    <a:pt x="1082" y="464"/>
                  </a:cubicBezTo>
                  <a:cubicBezTo>
                    <a:pt x="1155" y="436"/>
                    <a:pt x="1228" y="423"/>
                    <a:pt x="1299" y="423"/>
                  </a:cubicBezTo>
                  <a:close/>
                  <a:moveTo>
                    <a:pt x="980" y="1"/>
                  </a:moveTo>
                  <a:cubicBezTo>
                    <a:pt x="936" y="1"/>
                    <a:pt x="892" y="6"/>
                    <a:pt x="848" y="16"/>
                  </a:cubicBezTo>
                  <a:cubicBezTo>
                    <a:pt x="481" y="106"/>
                    <a:pt x="387" y="510"/>
                    <a:pt x="297" y="807"/>
                  </a:cubicBezTo>
                  <a:cubicBezTo>
                    <a:pt x="154" y="1279"/>
                    <a:pt x="0" y="1827"/>
                    <a:pt x="254" y="2294"/>
                  </a:cubicBezTo>
                  <a:cubicBezTo>
                    <a:pt x="427" y="2608"/>
                    <a:pt x="634" y="2728"/>
                    <a:pt x="847" y="2728"/>
                  </a:cubicBezTo>
                  <a:cubicBezTo>
                    <a:pt x="1246" y="2728"/>
                    <a:pt x="1664" y="2301"/>
                    <a:pt x="1904" y="1929"/>
                  </a:cubicBezTo>
                  <a:cubicBezTo>
                    <a:pt x="1905" y="1927"/>
                    <a:pt x="1905" y="1921"/>
                    <a:pt x="1906" y="1918"/>
                  </a:cubicBezTo>
                  <a:cubicBezTo>
                    <a:pt x="2091" y="1497"/>
                    <a:pt x="1899" y="698"/>
                    <a:pt x="1623" y="349"/>
                  </a:cubicBezTo>
                  <a:cubicBezTo>
                    <a:pt x="1476" y="163"/>
                    <a:pt x="1231" y="1"/>
                    <a:pt x="9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72" name="Google Shape;1872;p13"/>
            <p:cNvSpPr/>
            <p:nvPr/>
          </p:nvSpPr>
          <p:spPr>
            <a:xfrm>
              <a:off x="267120" y="1675800"/>
              <a:ext cx="72719" cy="21600"/>
            </a:xfrm>
            <a:custGeom>
              <a:rect b="b" l="l" r="r" t="t"/>
              <a:pathLst>
                <a:path extrusionOk="0" h="203" w="680">
                  <a:moveTo>
                    <a:pt x="489" y="0"/>
                  </a:moveTo>
                  <a:cubicBezTo>
                    <a:pt x="443" y="0"/>
                    <a:pt x="397" y="5"/>
                    <a:pt x="351" y="14"/>
                  </a:cubicBezTo>
                  <a:cubicBezTo>
                    <a:pt x="215" y="41"/>
                    <a:pt x="118" y="120"/>
                    <a:pt x="1" y="175"/>
                  </a:cubicBezTo>
                  <a:lnTo>
                    <a:pt x="2" y="181"/>
                  </a:lnTo>
                  <a:cubicBezTo>
                    <a:pt x="8" y="180"/>
                    <a:pt x="13" y="179"/>
                    <a:pt x="19" y="179"/>
                  </a:cubicBezTo>
                  <a:cubicBezTo>
                    <a:pt x="26" y="179"/>
                    <a:pt x="33" y="180"/>
                    <a:pt x="42" y="182"/>
                  </a:cubicBezTo>
                  <a:cubicBezTo>
                    <a:pt x="97" y="196"/>
                    <a:pt x="153" y="202"/>
                    <a:pt x="209" y="202"/>
                  </a:cubicBezTo>
                  <a:cubicBezTo>
                    <a:pt x="381" y="202"/>
                    <a:pt x="546" y="139"/>
                    <a:pt x="679" y="26"/>
                  </a:cubicBezTo>
                  <a:cubicBezTo>
                    <a:pt x="617" y="9"/>
                    <a:pt x="553" y="0"/>
                    <a:pt x="48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0800" lIns="91425" spcFirstLastPara="1" rIns="91425" wrap="square" tIns="10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73" name="Google Shape;1873;p13"/>
            <p:cNvSpPr/>
            <p:nvPr/>
          </p:nvSpPr>
          <p:spPr>
            <a:xfrm>
              <a:off x="464400" y="1542600"/>
              <a:ext cx="30960" cy="57960"/>
            </a:xfrm>
            <a:custGeom>
              <a:rect b="b" l="l" r="r" t="t"/>
              <a:pathLst>
                <a:path extrusionOk="0" h="542" w="291">
                  <a:moveTo>
                    <a:pt x="139" y="0"/>
                  </a:moveTo>
                  <a:cubicBezTo>
                    <a:pt x="104" y="38"/>
                    <a:pt x="61" y="68"/>
                    <a:pt x="37" y="113"/>
                  </a:cubicBezTo>
                  <a:cubicBezTo>
                    <a:pt x="10" y="166"/>
                    <a:pt x="0" y="224"/>
                    <a:pt x="3" y="281"/>
                  </a:cubicBezTo>
                  <a:cubicBezTo>
                    <a:pt x="9" y="390"/>
                    <a:pt x="58" y="490"/>
                    <a:pt x="151" y="541"/>
                  </a:cubicBezTo>
                  <a:cubicBezTo>
                    <a:pt x="291" y="393"/>
                    <a:pt x="285" y="149"/>
                    <a:pt x="13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29150" lIns="91425" spcFirstLastPara="1" rIns="91425" wrap="square" tIns="291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74" name="Google Shape;1874;p13"/>
            <p:cNvSpPr/>
            <p:nvPr/>
          </p:nvSpPr>
          <p:spPr>
            <a:xfrm>
              <a:off x="490680" y="1118880"/>
              <a:ext cx="77041" cy="42120"/>
            </a:xfrm>
            <a:custGeom>
              <a:rect b="b" l="l" r="r" t="t"/>
              <a:pathLst>
                <a:path extrusionOk="0" h="396" w="721">
                  <a:moveTo>
                    <a:pt x="582" y="0"/>
                  </a:moveTo>
                  <a:cubicBezTo>
                    <a:pt x="507" y="0"/>
                    <a:pt x="405" y="71"/>
                    <a:pt x="347" y="98"/>
                  </a:cubicBezTo>
                  <a:cubicBezTo>
                    <a:pt x="303" y="120"/>
                    <a:pt x="1" y="249"/>
                    <a:pt x="113" y="297"/>
                  </a:cubicBezTo>
                  <a:cubicBezTo>
                    <a:pt x="153" y="312"/>
                    <a:pt x="177" y="355"/>
                    <a:pt x="171" y="394"/>
                  </a:cubicBezTo>
                  <a:lnTo>
                    <a:pt x="177" y="396"/>
                  </a:lnTo>
                  <a:cubicBezTo>
                    <a:pt x="178" y="390"/>
                    <a:pt x="184" y="386"/>
                    <a:pt x="189" y="383"/>
                  </a:cubicBezTo>
                  <a:cubicBezTo>
                    <a:pt x="255" y="355"/>
                    <a:pt x="259" y="336"/>
                    <a:pt x="327" y="324"/>
                  </a:cubicBezTo>
                  <a:cubicBezTo>
                    <a:pt x="386" y="312"/>
                    <a:pt x="443" y="305"/>
                    <a:pt x="500" y="287"/>
                  </a:cubicBezTo>
                  <a:cubicBezTo>
                    <a:pt x="588" y="254"/>
                    <a:pt x="721" y="155"/>
                    <a:pt x="656" y="42"/>
                  </a:cubicBezTo>
                  <a:cubicBezTo>
                    <a:pt x="638" y="12"/>
                    <a:pt x="612" y="0"/>
                    <a:pt x="58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75" name="Google Shape;1875;p13"/>
            <p:cNvSpPr/>
            <p:nvPr/>
          </p:nvSpPr>
          <p:spPr>
            <a:xfrm>
              <a:off x="665280" y="1006920"/>
              <a:ext cx="45720" cy="68760"/>
            </a:xfrm>
            <a:custGeom>
              <a:rect b="b" l="l" r="r" t="t"/>
              <a:pathLst>
                <a:path extrusionOk="0" h="644" w="428">
                  <a:moveTo>
                    <a:pt x="86" y="1"/>
                  </a:moveTo>
                  <a:cubicBezTo>
                    <a:pt x="73" y="94"/>
                    <a:pt x="60" y="189"/>
                    <a:pt x="39" y="283"/>
                  </a:cubicBezTo>
                  <a:cubicBezTo>
                    <a:pt x="32" y="311"/>
                    <a:pt x="18" y="328"/>
                    <a:pt x="1" y="338"/>
                  </a:cubicBezTo>
                  <a:cubicBezTo>
                    <a:pt x="36" y="426"/>
                    <a:pt x="93" y="508"/>
                    <a:pt x="168" y="565"/>
                  </a:cubicBezTo>
                  <a:cubicBezTo>
                    <a:pt x="211" y="597"/>
                    <a:pt x="270" y="637"/>
                    <a:pt x="324" y="642"/>
                  </a:cubicBezTo>
                  <a:cubicBezTo>
                    <a:pt x="331" y="643"/>
                    <a:pt x="338" y="644"/>
                    <a:pt x="345" y="644"/>
                  </a:cubicBezTo>
                  <a:cubicBezTo>
                    <a:pt x="428" y="644"/>
                    <a:pt x="419" y="584"/>
                    <a:pt x="419" y="511"/>
                  </a:cubicBezTo>
                  <a:cubicBezTo>
                    <a:pt x="415" y="290"/>
                    <a:pt x="274" y="98"/>
                    <a:pt x="8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34550" lIns="91425" spcFirstLastPara="1" rIns="91425" wrap="square" tIns="345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76" name="Google Shape;1876;p13"/>
            <p:cNvSpPr/>
            <p:nvPr/>
          </p:nvSpPr>
          <p:spPr>
            <a:xfrm>
              <a:off x="384840" y="1274040"/>
              <a:ext cx="195480" cy="174599"/>
            </a:xfrm>
            <a:custGeom>
              <a:rect b="b" l="l" r="r" t="t"/>
              <a:pathLst>
                <a:path extrusionOk="0" h="1628" w="1821">
                  <a:moveTo>
                    <a:pt x="955" y="247"/>
                  </a:moveTo>
                  <a:cubicBezTo>
                    <a:pt x="1162" y="247"/>
                    <a:pt x="1354" y="359"/>
                    <a:pt x="1394" y="610"/>
                  </a:cubicBezTo>
                  <a:cubicBezTo>
                    <a:pt x="1428" y="821"/>
                    <a:pt x="1340" y="978"/>
                    <a:pt x="1198" y="1080"/>
                  </a:cubicBezTo>
                  <a:cubicBezTo>
                    <a:pt x="1125" y="1217"/>
                    <a:pt x="983" y="1315"/>
                    <a:pt x="823" y="1315"/>
                  </a:cubicBezTo>
                  <a:cubicBezTo>
                    <a:pt x="778" y="1315"/>
                    <a:pt x="731" y="1307"/>
                    <a:pt x="684" y="1290"/>
                  </a:cubicBezTo>
                  <a:cubicBezTo>
                    <a:pt x="305" y="1154"/>
                    <a:pt x="263" y="675"/>
                    <a:pt x="535" y="414"/>
                  </a:cubicBezTo>
                  <a:cubicBezTo>
                    <a:pt x="648" y="306"/>
                    <a:pt x="806" y="247"/>
                    <a:pt x="955" y="247"/>
                  </a:cubicBezTo>
                  <a:close/>
                  <a:moveTo>
                    <a:pt x="1144" y="0"/>
                  </a:moveTo>
                  <a:cubicBezTo>
                    <a:pt x="1067" y="0"/>
                    <a:pt x="991" y="9"/>
                    <a:pt x="922" y="23"/>
                  </a:cubicBezTo>
                  <a:cubicBezTo>
                    <a:pt x="237" y="165"/>
                    <a:pt x="1" y="945"/>
                    <a:pt x="404" y="1397"/>
                  </a:cubicBezTo>
                  <a:cubicBezTo>
                    <a:pt x="481" y="1482"/>
                    <a:pt x="580" y="1558"/>
                    <a:pt x="703" y="1611"/>
                  </a:cubicBezTo>
                  <a:cubicBezTo>
                    <a:pt x="760" y="1623"/>
                    <a:pt x="816" y="1628"/>
                    <a:pt x="870" y="1628"/>
                  </a:cubicBezTo>
                  <a:cubicBezTo>
                    <a:pt x="1292" y="1628"/>
                    <a:pt x="1628" y="1306"/>
                    <a:pt x="1744" y="896"/>
                  </a:cubicBezTo>
                  <a:cubicBezTo>
                    <a:pt x="1820" y="627"/>
                    <a:pt x="1805" y="276"/>
                    <a:pt x="1551" y="106"/>
                  </a:cubicBezTo>
                  <a:cubicBezTo>
                    <a:pt x="1437" y="30"/>
                    <a:pt x="1289" y="0"/>
                    <a:pt x="114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87475" lIns="91425" spcFirstLastPara="1" rIns="91425" wrap="square" tIns="87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77" name="Google Shape;1877;p13"/>
            <p:cNvSpPr/>
            <p:nvPr/>
          </p:nvSpPr>
          <p:spPr>
            <a:xfrm>
              <a:off x="-114120" y="900720"/>
              <a:ext cx="1113486" cy="1096922"/>
            </a:xfrm>
            <a:custGeom>
              <a:rect b="b" l="l" r="r" t="t"/>
              <a:pathLst>
                <a:path extrusionOk="0" h="10212" w="10365">
                  <a:moveTo>
                    <a:pt x="6911" y="371"/>
                  </a:moveTo>
                  <a:cubicBezTo>
                    <a:pt x="6939" y="371"/>
                    <a:pt x="6968" y="382"/>
                    <a:pt x="6992" y="410"/>
                  </a:cubicBezTo>
                  <a:cubicBezTo>
                    <a:pt x="7067" y="493"/>
                    <a:pt x="6985" y="601"/>
                    <a:pt x="6899" y="601"/>
                  </a:cubicBezTo>
                  <a:cubicBezTo>
                    <a:pt x="6872" y="601"/>
                    <a:pt x="6844" y="590"/>
                    <a:pt x="6821" y="564"/>
                  </a:cubicBezTo>
                  <a:cubicBezTo>
                    <a:pt x="6744" y="479"/>
                    <a:pt x="6824" y="371"/>
                    <a:pt x="6911" y="371"/>
                  </a:cubicBezTo>
                  <a:close/>
                  <a:moveTo>
                    <a:pt x="6375" y="753"/>
                  </a:moveTo>
                  <a:cubicBezTo>
                    <a:pt x="6432" y="753"/>
                    <a:pt x="6490" y="779"/>
                    <a:pt x="6533" y="819"/>
                  </a:cubicBezTo>
                  <a:lnTo>
                    <a:pt x="6584" y="864"/>
                  </a:lnTo>
                  <a:cubicBezTo>
                    <a:pt x="6669" y="945"/>
                    <a:pt x="6642" y="1084"/>
                    <a:pt x="6568" y="1155"/>
                  </a:cubicBezTo>
                  <a:cubicBezTo>
                    <a:pt x="6534" y="1190"/>
                    <a:pt x="6481" y="1207"/>
                    <a:pt x="6429" y="1207"/>
                  </a:cubicBezTo>
                  <a:cubicBezTo>
                    <a:pt x="6370" y="1207"/>
                    <a:pt x="6312" y="1185"/>
                    <a:pt x="6278" y="1139"/>
                  </a:cubicBezTo>
                  <a:lnTo>
                    <a:pt x="6237" y="1084"/>
                  </a:lnTo>
                  <a:cubicBezTo>
                    <a:pt x="6170" y="995"/>
                    <a:pt x="6170" y="884"/>
                    <a:pt x="6252" y="803"/>
                  </a:cubicBezTo>
                  <a:cubicBezTo>
                    <a:pt x="6288" y="768"/>
                    <a:pt x="6331" y="753"/>
                    <a:pt x="6375" y="753"/>
                  </a:cubicBezTo>
                  <a:close/>
                  <a:moveTo>
                    <a:pt x="5703" y="1277"/>
                  </a:moveTo>
                  <a:cubicBezTo>
                    <a:pt x="5755" y="1277"/>
                    <a:pt x="5809" y="1301"/>
                    <a:pt x="5850" y="1336"/>
                  </a:cubicBezTo>
                  <a:cubicBezTo>
                    <a:pt x="5885" y="1367"/>
                    <a:pt x="5918" y="1400"/>
                    <a:pt x="5952" y="1431"/>
                  </a:cubicBezTo>
                  <a:cubicBezTo>
                    <a:pt x="6030" y="1509"/>
                    <a:pt x="6009" y="1637"/>
                    <a:pt x="5938" y="1708"/>
                  </a:cubicBezTo>
                  <a:cubicBezTo>
                    <a:pt x="5904" y="1741"/>
                    <a:pt x="5855" y="1757"/>
                    <a:pt x="5807" y="1757"/>
                  </a:cubicBezTo>
                  <a:cubicBezTo>
                    <a:pt x="5751" y="1757"/>
                    <a:pt x="5695" y="1736"/>
                    <a:pt x="5661" y="1692"/>
                  </a:cubicBezTo>
                  <a:cubicBezTo>
                    <a:pt x="5633" y="1655"/>
                    <a:pt x="5606" y="1618"/>
                    <a:pt x="5578" y="1579"/>
                  </a:cubicBezTo>
                  <a:cubicBezTo>
                    <a:pt x="5520" y="1495"/>
                    <a:pt x="5514" y="1399"/>
                    <a:pt x="5592" y="1322"/>
                  </a:cubicBezTo>
                  <a:cubicBezTo>
                    <a:pt x="5624" y="1290"/>
                    <a:pt x="5663" y="1277"/>
                    <a:pt x="5703" y="1277"/>
                  </a:cubicBezTo>
                  <a:close/>
                  <a:moveTo>
                    <a:pt x="7248" y="730"/>
                  </a:moveTo>
                  <a:cubicBezTo>
                    <a:pt x="7258" y="730"/>
                    <a:pt x="7268" y="731"/>
                    <a:pt x="7278" y="734"/>
                  </a:cubicBezTo>
                  <a:cubicBezTo>
                    <a:pt x="7505" y="796"/>
                    <a:pt x="7696" y="952"/>
                    <a:pt x="7803" y="1162"/>
                  </a:cubicBezTo>
                  <a:cubicBezTo>
                    <a:pt x="7884" y="1325"/>
                    <a:pt x="7949" y="1611"/>
                    <a:pt x="7824" y="1769"/>
                  </a:cubicBezTo>
                  <a:cubicBezTo>
                    <a:pt x="7777" y="1828"/>
                    <a:pt x="7715" y="1851"/>
                    <a:pt x="7648" y="1851"/>
                  </a:cubicBezTo>
                  <a:cubicBezTo>
                    <a:pt x="7523" y="1851"/>
                    <a:pt x="7383" y="1769"/>
                    <a:pt x="7303" y="1691"/>
                  </a:cubicBezTo>
                  <a:cubicBezTo>
                    <a:pt x="7178" y="1572"/>
                    <a:pt x="7120" y="1427"/>
                    <a:pt x="7118" y="1267"/>
                  </a:cubicBezTo>
                  <a:cubicBezTo>
                    <a:pt x="7114" y="1258"/>
                    <a:pt x="7113" y="1250"/>
                    <a:pt x="7113" y="1239"/>
                  </a:cubicBezTo>
                  <a:cubicBezTo>
                    <a:pt x="7108" y="1104"/>
                    <a:pt x="7123" y="968"/>
                    <a:pt x="7137" y="832"/>
                  </a:cubicBezTo>
                  <a:cubicBezTo>
                    <a:pt x="7143" y="772"/>
                    <a:pt x="7192" y="730"/>
                    <a:pt x="7248" y="730"/>
                  </a:cubicBezTo>
                  <a:close/>
                  <a:moveTo>
                    <a:pt x="6838" y="1672"/>
                  </a:moveTo>
                  <a:cubicBezTo>
                    <a:pt x="6861" y="1672"/>
                    <a:pt x="6885" y="1681"/>
                    <a:pt x="6904" y="1703"/>
                  </a:cubicBezTo>
                  <a:cubicBezTo>
                    <a:pt x="6966" y="1773"/>
                    <a:pt x="6901" y="1863"/>
                    <a:pt x="6829" y="1863"/>
                  </a:cubicBezTo>
                  <a:cubicBezTo>
                    <a:pt x="6806" y="1863"/>
                    <a:pt x="6782" y="1854"/>
                    <a:pt x="6761" y="1831"/>
                  </a:cubicBezTo>
                  <a:cubicBezTo>
                    <a:pt x="6700" y="1762"/>
                    <a:pt x="6767" y="1672"/>
                    <a:pt x="6838" y="1672"/>
                  </a:cubicBezTo>
                  <a:close/>
                  <a:moveTo>
                    <a:pt x="7707" y="2063"/>
                  </a:moveTo>
                  <a:cubicBezTo>
                    <a:pt x="7743" y="2063"/>
                    <a:pt x="7779" y="2077"/>
                    <a:pt x="7810" y="2111"/>
                  </a:cubicBezTo>
                  <a:cubicBezTo>
                    <a:pt x="7905" y="2219"/>
                    <a:pt x="7803" y="2357"/>
                    <a:pt x="7693" y="2357"/>
                  </a:cubicBezTo>
                  <a:cubicBezTo>
                    <a:pt x="7657" y="2357"/>
                    <a:pt x="7621" y="2343"/>
                    <a:pt x="7590" y="2308"/>
                  </a:cubicBezTo>
                  <a:cubicBezTo>
                    <a:pt x="7494" y="2201"/>
                    <a:pt x="7597" y="2063"/>
                    <a:pt x="7707" y="2063"/>
                  </a:cubicBezTo>
                  <a:close/>
                  <a:moveTo>
                    <a:pt x="6231" y="1800"/>
                  </a:moveTo>
                  <a:cubicBezTo>
                    <a:pt x="6248" y="1800"/>
                    <a:pt x="6265" y="1801"/>
                    <a:pt x="6282" y="1804"/>
                  </a:cubicBezTo>
                  <a:cubicBezTo>
                    <a:pt x="6510" y="1842"/>
                    <a:pt x="6571" y="2119"/>
                    <a:pt x="6476" y="2301"/>
                  </a:cubicBezTo>
                  <a:cubicBezTo>
                    <a:pt x="6418" y="2413"/>
                    <a:pt x="6305" y="2480"/>
                    <a:pt x="6182" y="2508"/>
                  </a:cubicBezTo>
                  <a:cubicBezTo>
                    <a:pt x="6131" y="2521"/>
                    <a:pt x="6074" y="2527"/>
                    <a:pt x="6019" y="2527"/>
                  </a:cubicBezTo>
                  <a:cubicBezTo>
                    <a:pt x="6002" y="2527"/>
                    <a:pt x="5985" y="2526"/>
                    <a:pt x="5969" y="2525"/>
                  </a:cubicBezTo>
                  <a:cubicBezTo>
                    <a:pt x="5895" y="2518"/>
                    <a:pt x="5885" y="2494"/>
                    <a:pt x="5822" y="2464"/>
                  </a:cubicBezTo>
                  <a:cubicBezTo>
                    <a:pt x="5809" y="2459"/>
                    <a:pt x="5802" y="2443"/>
                    <a:pt x="5805" y="2430"/>
                  </a:cubicBezTo>
                  <a:lnTo>
                    <a:pt x="5800" y="2429"/>
                  </a:lnTo>
                  <a:cubicBezTo>
                    <a:pt x="5796" y="2443"/>
                    <a:pt x="5789" y="2459"/>
                    <a:pt x="5773" y="2471"/>
                  </a:cubicBezTo>
                  <a:cubicBezTo>
                    <a:pt x="5737" y="2501"/>
                    <a:pt x="5701" y="2514"/>
                    <a:pt x="5669" y="2514"/>
                  </a:cubicBezTo>
                  <a:cubicBezTo>
                    <a:pt x="5528" y="2514"/>
                    <a:pt x="5437" y="2278"/>
                    <a:pt x="5528" y="2145"/>
                  </a:cubicBezTo>
                  <a:cubicBezTo>
                    <a:pt x="5613" y="2019"/>
                    <a:pt x="5789" y="1964"/>
                    <a:pt x="5921" y="1905"/>
                  </a:cubicBezTo>
                  <a:cubicBezTo>
                    <a:pt x="6016" y="1859"/>
                    <a:pt x="6120" y="1800"/>
                    <a:pt x="6231" y="1800"/>
                  </a:cubicBezTo>
                  <a:close/>
                  <a:moveTo>
                    <a:pt x="8471" y="2509"/>
                  </a:moveTo>
                  <a:cubicBezTo>
                    <a:pt x="8505" y="2509"/>
                    <a:pt x="8540" y="2522"/>
                    <a:pt x="8569" y="2555"/>
                  </a:cubicBezTo>
                  <a:cubicBezTo>
                    <a:pt x="8663" y="2657"/>
                    <a:pt x="8565" y="2789"/>
                    <a:pt x="8459" y="2789"/>
                  </a:cubicBezTo>
                  <a:cubicBezTo>
                    <a:pt x="8425" y="2789"/>
                    <a:pt x="8390" y="2775"/>
                    <a:pt x="8361" y="2742"/>
                  </a:cubicBezTo>
                  <a:cubicBezTo>
                    <a:pt x="8269" y="2640"/>
                    <a:pt x="8366" y="2509"/>
                    <a:pt x="8471" y="2509"/>
                  </a:cubicBezTo>
                  <a:close/>
                  <a:moveTo>
                    <a:pt x="7476" y="2665"/>
                  </a:moveTo>
                  <a:cubicBezTo>
                    <a:pt x="7507" y="2665"/>
                    <a:pt x="7538" y="2677"/>
                    <a:pt x="7565" y="2707"/>
                  </a:cubicBezTo>
                  <a:cubicBezTo>
                    <a:pt x="7646" y="2800"/>
                    <a:pt x="7559" y="2918"/>
                    <a:pt x="7465" y="2918"/>
                  </a:cubicBezTo>
                  <a:cubicBezTo>
                    <a:pt x="7434" y="2918"/>
                    <a:pt x="7403" y="2905"/>
                    <a:pt x="7376" y="2875"/>
                  </a:cubicBezTo>
                  <a:cubicBezTo>
                    <a:pt x="7294" y="2783"/>
                    <a:pt x="7381" y="2665"/>
                    <a:pt x="7476" y="2665"/>
                  </a:cubicBezTo>
                  <a:close/>
                  <a:moveTo>
                    <a:pt x="5689" y="2769"/>
                  </a:moveTo>
                  <a:cubicBezTo>
                    <a:pt x="5719" y="2769"/>
                    <a:pt x="5749" y="2781"/>
                    <a:pt x="5775" y="2810"/>
                  </a:cubicBezTo>
                  <a:cubicBezTo>
                    <a:pt x="5854" y="2898"/>
                    <a:pt x="5769" y="3012"/>
                    <a:pt x="5679" y="3012"/>
                  </a:cubicBezTo>
                  <a:cubicBezTo>
                    <a:pt x="5649" y="3012"/>
                    <a:pt x="5620" y="3000"/>
                    <a:pt x="5595" y="2972"/>
                  </a:cubicBezTo>
                  <a:cubicBezTo>
                    <a:pt x="5516" y="2883"/>
                    <a:pt x="5599" y="2769"/>
                    <a:pt x="5689" y="2769"/>
                  </a:cubicBezTo>
                  <a:close/>
                  <a:moveTo>
                    <a:pt x="6722" y="2903"/>
                  </a:moveTo>
                  <a:cubicBezTo>
                    <a:pt x="6744" y="2903"/>
                    <a:pt x="6767" y="2912"/>
                    <a:pt x="6787" y="2933"/>
                  </a:cubicBezTo>
                  <a:cubicBezTo>
                    <a:pt x="6848" y="3002"/>
                    <a:pt x="6782" y="3091"/>
                    <a:pt x="6711" y="3091"/>
                  </a:cubicBezTo>
                  <a:cubicBezTo>
                    <a:pt x="6689" y="3091"/>
                    <a:pt x="6666" y="3082"/>
                    <a:pt x="6646" y="3060"/>
                  </a:cubicBezTo>
                  <a:cubicBezTo>
                    <a:pt x="6585" y="2991"/>
                    <a:pt x="6652" y="2903"/>
                    <a:pt x="6722" y="2903"/>
                  </a:cubicBezTo>
                  <a:close/>
                  <a:moveTo>
                    <a:pt x="5040" y="2915"/>
                  </a:moveTo>
                  <a:cubicBezTo>
                    <a:pt x="5061" y="2915"/>
                    <a:pt x="5083" y="2924"/>
                    <a:pt x="5102" y="2945"/>
                  </a:cubicBezTo>
                  <a:cubicBezTo>
                    <a:pt x="5159" y="3009"/>
                    <a:pt x="5098" y="3092"/>
                    <a:pt x="5031" y="3092"/>
                  </a:cubicBezTo>
                  <a:cubicBezTo>
                    <a:pt x="5009" y="3092"/>
                    <a:pt x="4987" y="3084"/>
                    <a:pt x="4969" y="3062"/>
                  </a:cubicBezTo>
                  <a:cubicBezTo>
                    <a:pt x="4912" y="2998"/>
                    <a:pt x="4973" y="2915"/>
                    <a:pt x="5040" y="2915"/>
                  </a:cubicBezTo>
                  <a:close/>
                  <a:moveTo>
                    <a:pt x="7193" y="3279"/>
                  </a:moveTo>
                  <a:cubicBezTo>
                    <a:pt x="7227" y="3279"/>
                    <a:pt x="7262" y="3293"/>
                    <a:pt x="7291" y="3326"/>
                  </a:cubicBezTo>
                  <a:cubicBezTo>
                    <a:pt x="7383" y="3428"/>
                    <a:pt x="7286" y="3560"/>
                    <a:pt x="7180" y="3560"/>
                  </a:cubicBezTo>
                  <a:cubicBezTo>
                    <a:pt x="7146" y="3560"/>
                    <a:pt x="7111" y="3546"/>
                    <a:pt x="7081" y="3513"/>
                  </a:cubicBezTo>
                  <a:cubicBezTo>
                    <a:pt x="6989" y="3411"/>
                    <a:pt x="7087" y="3279"/>
                    <a:pt x="7193" y="3279"/>
                  </a:cubicBezTo>
                  <a:close/>
                  <a:moveTo>
                    <a:pt x="9317" y="3328"/>
                  </a:moveTo>
                  <a:cubicBezTo>
                    <a:pt x="9356" y="3328"/>
                    <a:pt x="9395" y="3343"/>
                    <a:pt x="9428" y="3380"/>
                  </a:cubicBezTo>
                  <a:cubicBezTo>
                    <a:pt x="9531" y="3496"/>
                    <a:pt x="9422" y="3645"/>
                    <a:pt x="9303" y="3645"/>
                  </a:cubicBezTo>
                  <a:cubicBezTo>
                    <a:pt x="9264" y="3645"/>
                    <a:pt x="9224" y="3630"/>
                    <a:pt x="9190" y="3592"/>
                  </a:cubicBezTo>
                  <a:cubicBezTo>
                    <a:pt x="9087" y="3477"/>
                    <a:pt x="9198" y="3328"/>
                    <a:pt x="9317" y="3328"/>
                  </a:cubicBezTo>
                  <a:close/>
                  <a:moveTo>
                    <a:pt x="9672" y="4947"/>
                  </a:moveTo>
                  <a:cubicBezTo>
                    <a:pt x="9695" y="4947"/>
                    <a:pt x="9718" y="4956"/>
                    <a:pt x="9737" y="4978"/>
                  </a:cubicBezTo>
                  <a:cubicBezTo>
                    <a:pt x="9798" y="5045"/>
                    <a:pt x="9734" y="5132"/>
                    <a:pt x="9664" y="5132"/>
                  </a:cubicBezTo>
                  <a:cubicBezTo>
                    <a:pt x="9642" y="5132"/>
                    <a:pt x="9619" y="5123"/>
                    <a:pt x="9600" y="5102"/>
                  </a:cubicBezTo>
                  <a:cubicBezTo>
                    <a:pt x="9538" y="5035"/>
                    <a:pt x="9602" y="4947"/>
                    <a:pt x="9672" y="4947"/>
                  </a:cubicBezTo>
                  <a:close/>
                  <a:moveTo>
                    <a:pt x="4072" y="4829"/>
                  </a:moveTo>
                  <a:cubicBezTo>
                    <a:pt x="4112" y="4829"/>
                    <a:pt x="4152" y="4844"/>
                    <a:pt x="4181" y="4868"/>
                  </a:cubicBezTo>
                  <a:cubicBezTo>
                    <a:pt x="4232" y="4910"/>
                    <a:pt x="4246" y="4974"/>
                    <a:pt x="4230" y="5038"/>
                  </a:cubicBezTo>
                  <a:cubicBezTo>
                    <a:pt x="4211" y="5118"/>
                    <a:pt x="4140" y="5157"/>
                    <a:pt x="4068" y="5157"/>
                  </a:cubicBezTo>
                  <a:cubicBezTo>
                    <a:pt x="4036" y="5157"/>
                    <a:pt x="4003" y="5149"/>
                    <a:pt x="3974" y="5133"/>
                  </a:cubicBezTo>
                  <a:cubicBezTo>
                    <a:pt x="3911" y="5099"/>
                    <a:pt x="3883" y="5009"/>
                    <a:pt x="3906" y="4944"/>
                  </a:cubicBezTo>
                  <a:cubicBezTo>
                    <a:pt x="3907" y="4940"/>
                    <a:pt x="3907" y="4937"/>
                    <a:pt x="3910" y="4934"/>
                  </a:cubicBezTo>
                  <a:cubicBezTo>
                    <a:pt x="3924" y="4882"/>
                    <a:pt x="3958" y="4838"/>
                    <a:pt x="4018" y="4832"/>
                  </a:cubicBezTo>
                  <a:lnTo>
                    <a:pt x="4042" y="4832"/>
                  </a:lnTo>
                  <a:cubicBezTo>
                    <a:pt x="4052" y="4830"/>
                    <a:pt x="4062" y="4829"/>
                    <a:pt x="4072" y="4829"/>
                  </a:cubicBezTo>
                  <a:close/>
                  <a:moveTo>
                    <a:pt x="5790" y="3234"/>
                  </a:moveTo>
                  <a:cubicBezTo>
                    <a:pt x="5806" y="3234"/>
                    <a:pt x="5822" y="3235"/>
                    <a:pt x="5837" y="3235"/>
                  </a:cubicBezTo>
                  <a:cubicBezTo>
                    <a:pt x="7178" y="3294"/>
                    <a:pt x="6711" y="5282"/>
                    <a:pt x="5619" y="5282"/>
                  </a:cubicBezTo>
                  <a:cubicBezTo>
                    <a:pt x="5545" y="5282"/>
                    <a:pt x="5469" y="5273"/>
                    <a:pt x="5389" y="5253"/>
                  </a:cubicBezTo>
                  <a:cubicBezTo>
                    <a:pt x="5377" y="5258"/>
                    <a:pt x="5364" y="5261"/>
                    <a:pt x="5350" y="5261"/>
                  </a:cubicBezTo>
                  <a:cubicBezTo>
                    <a:pt x="5345" y="5261"/>
                    <a:pt x="5340" y="5261"/>
                    <a:pt x="5334" y="5260"/>
                  </a:cubicBezTo>
                  <a:cubicBezTo>
                    <a:pt x="4817" y="5161"/>
                    <a:pt x="4508" y="4590"/>
                    <a:pt x="4626" y="4087"/>
                  </a:cubicBezTo>
                  <a:cubicBezTo>
                    <a:pt x="4744" y="3570"/>
                    <a:pt x="5276" y="3234"/>
                    <a:pt x="5790" y="3234"/>
                  </a:cubicBezTo>
                  <a:close/>
                  <a:moveTo>
                    <a:pt x="5833" y="5532"/>
                  </a:moveTo>
                  <a:cubicBezTo>
                    <a:pt x="5866" y="5532"/>
                    <a:pt x="5900" y="5545"/>
                    <a:pt x="5928" y="5576"/>
                  </a:cubicBezTo>
                  <a:cubicBezTo>
                    <a:pt x="6015" y="5675"/>
                    <a:pt x="5921" y="5802"/>
                    <a:pt x="5821" y="5802"/>
                  </a:cubicBezTo>
                  <a:cubicBezTo>
                    <a:pt x="5788" y="5802"/>
                    <a:pt x="5755" y="5788"/>
                    <a:pt x="5727" y="5756"/>
                  </a:cubicBezTo>
                  <a:cubicBezTo>
                    <a:pt x="5639" y="5658"/>
                    <a:pt x="5732" y="5532"/>
                    <a:pt x="5833" y="5532"/>
                  </a:cubicBezTo>
                  <a:close/>
                  <a:moveTo>
                    <a:pt x="4438" y="5769"/>
                  </a:moveTo>
                  <a:cubicBezTo>
                    <a:pt x="4466" y="5769"/>
                    <a:pt x="4495" y="5780"/>
                    <a:pt x="4519" y="5807"/>
                  </a:cubicBezTo>
                  <a:cubicBezTo>
                    <a:pt x="4595" y="5893"/>
                    <a:pt x="4513" y="6004"/>
                    <a:pt x="4426" y="6004"/>
                  </a:cubicBezTo>
                  <a:cubicBezTo>
                    <a:pt x="4397" y="6004"/>
                    <a:pt x="4368" y="5992"/>
                    <a:pt x="4344" y="5965"/>
                  </a:cubicBezTo>
                  <a:cubicBezTo>
                    <a:pt x="4267" y="5879"/>
                    <a:pt x="4350" y="5769"/>
                    <a:pt x="4438" y="5769"/>
                  </a:cubicBezTo>
                  <a:close/>
                  <a:moveTo>
                    <a:pt x="8185" y="3242"/>
                  </a:moveTo>
                  <a:cubicBezTo>
                    <a:pt x="8579" y="3242"/>
                    <a:pt x="9028" y="3520"/>
                    <a:pt x="9177" y="3917"/>
                  </a:cubicBezTo>
                  <a:cubicBezTo>
                    <a:pt x="9289" y="4214"/>
                    <a:pt x="9275" y="4519"/>
                    <a:pt x="9172" y="4788"/>
                  </a:cubicBezTo>
                  <a:cubicBezTo>
                    <a:pt x="9201" y="4825"/>
                    <a:pt x="9211" y="4875"/>
                    <a:pt x="9187" y="4930"/>
                  </a:cubicBezTo>
                  <a:cubicBezTo>
                    <a:pt x="8942" y="5460"/>
                    <a:pt x="8076" y="6033"/>
                    <a:pt x="7354" y="6033"/>
                  </a:cubicBezTo>
                  <a:cubicBezTo>
                    <a:pt x="7108" y="6033"/>
                    <a:pt x="6880" y="5966"/>
                    <a:pt x="6697" y="5810"/>
                  </a:cubicBezTo>
                  <a:cubicBezTo>
                    <a:pt x="6390" y="5547"/>
                    <a:pt x="6471" y="5154"/>
                    <a:pt x="6775" y="4927"/>
                  </a:cubicBezTo>
                  <a:cubicBezTo>
                    <a:pt x="6971" y="4781"/>
                    <a:pt x="7276" y="4781"/>
                    <a:pt x="7451" y="4634"/>
                  </a:cubicBezTo>
                  <a:cubicBezTo>
                    <a:pt x="7746" y="4386"/>
                    <a:pt x="7491" y="4129"/>
                    <a:pt x="7531" y="3855"/>
                  </a:cubicBezTo>
                  <a:cubicBezTo>
                    <a:pt x="7592" y="3420"/>
                    <a:pt x="7871" y="3242"/>
                    <a:pt x="8185" y="3242"/>
                  </a:cubicBezTo>
                  <a:close/>
                  <a:moveTo>
                    <a:pt x="2394" y="6025"/>
                  </a:moveTo>
                  <a:cubicBezTo>
                    <a:pt x="2417" y="6025"/>
                    <a:pt x="2440" y="6034"/>
                    <a:pt x="2460" y="6057"/>
                  </a:cubicBezTo>
                  <a:cubicBezTo>
                    <a:pt x="2522" y="6125"/>
                    <a:pt x="2457" y="6214"/>
                    <a:pt x="2386" y="6214"/>
                  </a:cubicBezTo>
                  <a:cubicBezTo>
                    <a:pt x="2363" y="6214"/>
                    <a:pt x="2339" y="6205"/>
                    <a:pt x="2319" y="6183"/>
                  </a:cubicBezTo>
                  <a:cubicBezTo>
                    <a:pt x="2257" y="6114"/>
                    <a:pt x="2323" y="6025"/>
                    <a:pt x="2394" y="6025"/>
                  </a:cubicBezTo>
                  <a:close/>
                  <a:moveTo>
                    <a:pt x="3276" y="5384"/>
                  </a:moveTo>
                  <a:cubicBezTo>
                    <a:pt x="3321" y="5384"/>
                    <a:pt x="3366" y="5392"/>
                    <a:pt x="3410" y="5409"/>
                  </a:cubicBezTo>
                  <a:cubicBezTo>
                    <a:pt x="3584" y="5474"/>
                    <a:pt x="3710" y="5649"/>
                    <a:pt x="3670" y="5838"/>
                  </a:cubicBezTo>
                  <a:cubicBezTo>
                    <a:pt x="3619" y="6078"/>
                    <a:pt x="3377" y="6196"/>
                    <a:pt x="3169" y="6275"/>
                  </a:cubicBezTo>
                  <a:cubicBezTo>
                    <a:pt x="3160" y="6278"/>
                    <a:pt x="3152" y="6280"/>
                    <a:pt x="3144" y="6280"/>
                  </a:cubicBezTo>
                  <a:cubicBezTo>
                    <a:pt x="3084" y="6280"/>
                    <a:pt x="3047" y="6193"/>
                    <a:pt x="3112" y="6160"/>
                  </a:cubicBezTo>
                  <a:cubicBezTo>
                    <a:pt x="3289" y="6075"/>
                    <a:pt x="3686" y="5817"/>
                    <a:pt x="3407" y="5609"/>
                  </a:cubicBezTo>
                  <a:cubicBezTo>
                    <a:pt x="3365" y="5578"/>
                    <a:pt x="3316" y="5561"/>
                    <a:pt x="3268" y="5561"/>
                  </a:cubicBezTo>
                  <a:cubicBezTo>
                    <a:pt x="3208" y="5561"/>
                    <a:pt x="3151" y="5588"/>
                    <a:pt x="3116" y="5650"/>
                  </a:cubicBezTo>
                  <a:cubicBezTo>
                    <a:pt x="3044" y="5780"/>
                    <a:pt x="3115" y="5887"/>
                    <a:pt x="3190" y="5990"/>
                  </a:cubicBezTo>
                  <a:cubicBezTo>
                    <a:pt x="3222" y="6035"/>
                    <a:pt x="3193" y="6087"/>
                    <a:pt x="3144" y="6087"/>
                  </a:cubicBezTo>
                  <a:cubicBezTo>
                    <a:pt x="3139" y="6087"/>
                    <a:pt x="3134" y="6086"/>
                    <a:pt x="3129" y="6085"/>
                  </a:cubicBezTo>
                  <a:cubicBezTo>
                    <a:pt x="2919" y="6044"/>
                    <a:pt x="2888" y="5746"/>
                    <a:pt x="2960" y="5588"/>
                  </a:cubicBezTo>
                  <a:cubicBezTo>
                    <a:pt x="3019" y="5456"/>
                    <a:pt x="3144" y="5384"/>
                    <a:pt x="3276" y="5384"/>
                  </a:cubicBezTo>
                  <a:close/>
                  <a:moveTo>
                    <a:pt x="6392" y="6176"/>
                  </a:moveTo>
                  <a:cubicBezTo>
                    <a:pt x="6420" y="6176"/>
                    <a:pt x="6449" y="6187"/>
                    <a:pt x="6473" y="6214"/>
                  </a:cubicBezTo>
                  <a:cubicBezTo>
                    <a:pt x="6546" y="6298"/>
                    <a:pt x="6466" y="6407"/>
                    <a:pt x="6380" y="6407"/>
                  </a:cubicBezTo>
                  <a:cubicBezTo>
                    <a:pt x="6352" y="6407"/>
                    <a:pt x="6324" y="6395"/>
                    <a:pt x="6301" y="6368"/>
                  </a:cubicBezTo>
                  <a:cubicBezTo>
                    <a:pt x="6226" y="6284"/>
                    <a:pt x="6305" y="6176"/>
                    <a:pt x="6392" y="6176"/>
                  </a:cubicBezTo>
                  <a:close/>
                  <a:moveTo>
                    <a:pt x="5573" y="5808"/>
                  </a:moveTo>
                  <a:cubicBezTo>
                    <a:pt x="5588" y="5808"/>
                    <a:pt x="5603" y="5812"/>
                    <a:pt x="5618" y="5823"/>
                  </a:cubicBezTo>
                  <a:cubicBezTo>
                    <a:pt x="5788" y="5959"/>
                    <a:pt x="5863" y="6172"/>
                    <a:pt x="5819" y="6384"/>
                  </a:cubicBezTo>
                  <a:cubicBezTo>
                    <a:pt x="5800" y="6479"/>
                    <a:pt x="5756" y="6568"/>
                    <a:pt x="5691" y="6641"/>
                  </a:cubicBezTo>
                  <a:cubicBezTo>
                    <a:pt x="5642" y="6696"/>
                    <a:pt x="5600" y="6725"/>
                    <a:pt x="5547" y="6725"/>
                  </a:cubicBezTo>
                  <a:cubicBezTo>
                    <a:pt x="5518" y="6725"/>
                    <a:pt x="5486" y="6716"/>
                    <a:pt x="5448" y="6697"/>
                  </a:cubicBezTo>
                  <a:cubicBezTo>
                    <a:pt x="5279" y="6615"/>
                    <a:pt x="5194" y="6427"/>
                    <a:pt x="5192" y="6247"/>
                  </a:cubicBezTo>
                  <a:cubicBezTo>
                    <a:pt x="5191" y="6091"/>
                    <a:pt x="5277" y="5843"/>
                    <a:pt x="5460" y="5826"/>
                  </a:cubicBezTo>
                  <a:cubicBezTo>
                    <a:pt x="5462" y="5826"/>
                    <a:pt x="5464" y="5825"/>
                    <a:pt x="5466" y="5825"/>
                  </a:cubicBezTo>
                  <a:cubicBezTo>
                    <a:pt x="5480" y="5825"/>
                    <a:pt x="5495" y="5830"/>
                    <a:pt x="5507" y="5838"/>
                  </a:cubicBezTo>
                  <a:cubicBezTo>
                    <a:pt x="5525" y="5820"/>
                    <a:pt x="5548" y="5808"/>
                    <a:pt x="5573" y="5808"/>
                  </a:cubicBezTo>
                  <a:close/>
                  <a:moveTo>
                    <a:pt x="4194" y="6572"/>
                  </a:moveTo>
                  <a:cubicBezTo>
                    <a:pt x="4217" y="6572"/>
                    <a:pt x="4239" y="6581"/>
                    <a:pt x="4259" y="6602"/>
                  </a:cubicBezTo>
                  <a:cubicBezTo>
                    <a:pt x="4319" y="6670"/>
                    <a:pt x="4254" y="6757"/>
                    <a:pt x="4185" y="6757"/>
                  </a:cubicBezTo>
                  <a:cubicBezTo>
                    <a:pt x="4163" y="6757"/>
                    <a:pt x="4140" y="6748"/>
                    <a:pt x="4121" y="6727"/>
                  </a:cubicBezTo>
                  <a:cubicBezTo>
                    <a:pt x="4060" y="6659"/>
                    <a:pt x="4125" y="6572"/>
                    <a:pt x="4194" y="6572"/>
                  </a:cubicBezTo>
                  <a:close/>
                  <a:moveTo>
                    <a:pt x="3016" y="6425"/>
                  </a:moveTo>
                  <a:cubicBezTo>
                    <a:pt x="3057" y="6425"/>
                    <a:pt x="3100" y="6442"/>
                    <a:pt x="3136" y="6482"/>
                  </a:cubicBezTo>
                  <a:cubicBezTo>
                    <a:pt x="3249" y="6608"/>
                    <a:pt x="3128" y="6771"/>
                    <a:pt x="2998" y="6771"/>
                  </a:cubicBezTo>
                  <a:cubicBezTo>
                    <a:pt x="2956" y="6771"/>
                    <a:pt x="2913" y="6755"/>
                    <a:pt x="2877" y="6714"/>
                  </a:cubicBezTo>
                  <a:cubicBezTo>
                    <a:pt x="2764" y="6588"/>
                    <a:pt x="2886" y="6425"/>
                    <a:pt x="3016" y="6425"/>
                  </a:cubicBezTo>
                  <a:close/>
                  <a:moveTo>
                    <a:pt x="4031" y="7001"/>
                  </a:moveTo>
                  <a:cubicBezTo>
                    <a:pt x="4184" y="7001"/>
                    <a:pt x="4331" y="7039"/>
                    <a:pt x="4470" y="7111"/>
                  </a:cubicBezTo>
                  <a:cubicBezTo>
                    <a:pt x="4515" y="7134"/>
                    <a:pt x="4535" y="7215"/>
                    <a:pt x="4501" y="7256"/>
                  </a:cubicBezTo>
                  <a:cubicBezTo>
                    <a:pt x="4328" y="7463"/>
                    <a:pt x="4077" y="7576"/>
                    <a:pt x="3818" y="7576"/>
                  </a:cubicBezTo>
                  <a:cubicBezTo>
                    <a:pt x="3727" y="7576"/>
                    <a:pt x="3635" y="7562"/>
                    <a:pt x="3544" y="7533"/>
                  </a:cubicBezTo>
                  <a:cubicBezTo>
                    <a:pt x="3466" y="7509"/>
                    <a:pt x="3488" y="7410"/>
                    <a:pt x="3550" y="7394"/>
                  </a:cubicBezTo>
                  <a:lnTo>
                    <a:pt x="3549" y="7389"/>
                  </a:lnTo>
                  <a:cubicBezTo>
                    <a:pt x="3536" y="7394"/>
                    <a:pt x="3523" y="7397"/>
                    <a:pt x="3512" y="7403"/>
                  </a:cubicBezTo>
                  <a:cubicBezTo>
                    <a:pt x="3503" y="7407"/>
                    <a:pt x="3493" y="7408"/>
                    <a:pt x="3483" y="7408"/>
                  </a:cubicBezTo>
                  <a:cubicBezTo>
                    <a:pt x="3433" y="7408"/>
                    <a:pt x="3382" y="7367"/>
                    <a:pt x="3405" y="7312"/>
                  </a:cubicBezTo>
                  <a:cubicBezTo>
                    <a:pt x="3478" y="7141"/>
                    <a:pt x="3704" y="7043"/>
                    <a:pt x="3877" y="7013"/>
                  </a:cubicBezTo>
                  <a:cubicBezTo>
                    <a:pt x="3929" y="7005"/>
                    <a:pt x="3980" y="7001"/>
                    <a:pt x="4031" y="7001"/>
                  </a:cubicBezTo>
                  <a:close/>
                  <a:moveTo>
                    <a:pt x="3630" y="7868"/>
                  </a:moveTo>
                  <a:cubicBezTo>
                    <a:pt x="3667" y="7868"/>
                    <a:pt x="3704" y="7882"/>
                    <a:pt x="3734" y="7916"/>
                  </a:cubicBezTo>
                  <a:cubicBezTo>
                    <a:pt x="3795" y="7984"/>
                    <a:pt x="3775" y="8069"/>
                    <a:pt x="3721" y="8131"/>
                  </a:cubicBezTo>
                  <a:lnTo>
                    <a:pt x="3676" y="8184"/>
                  </a:lnTo>
                  <a:cubicBezTo>
                    <a:pt x="3652" y="8213"/>
                    <a:pt x="3617" y="8225"/>
                    <a:pt x="3581" y="8225"/>
                  </a:cubicBezTo>
                  <a:cubicBezTo>
                    <a:pt x="3532" y="8225"/>
                    <a:pt x="3481" y="8202"/>
                    <a:pt x="3449" y="8170"/>
                  </a:cubicBezTo>
                  <a:cubicBezTo>
                    <a:pt x="3394" y="8113"/>
                    <a:pt x="3391" y="7991"/>
                    <a:pt x="3462" y="7943"/>
                  </a:cubicBezTo>
                  <a:lnTo>
                    <a:pt x="3520" y="7905"/>
                  </a:lnTo>
                  <a:cubicBezTo>
                    <a:pt x="3555" y="7882"/>
                    <a:pt x="3593" y="7868"/>
                    <a:pt x="3630" y="7868"/>
                  </a:cubicBezTo>
                  <a:close/>
                  <a:moveTo>
                    <a:pt x="397" y="9020"/>
                  </a:moveTo>
                  <a:cubicBezTo>
                    <a:pt x="412" y="9020"/>
                    <a:pt x="428" y="9023"/>
                    <a:pt x="444" y="9031"/>
                  </a:cubicBezTo>
                  <a:cubicBezTo>
                    <a:pt x="568" y="9034"/>
                    <a:pt x="643" y="9194"/>
                    <a:pt x="540" y="9286"/>
                  </a:cubicBezTo>
                  <a:cubicBezTo>
                    <a:pt x="511" y="9312"/>
                    <a:pt x="478" y="9324"/>
                    <a:pt x="447" y="9324"/>
                  </a:cubicBezTo>
                  <a:cubicBezTo>
                    <a:pt x="366" y="9324"/>
                    <a:pt x="290" y="9251"/>
                    <a:pt x="296" y="9162"/>
                  </a:cubicBezTo>
                  <a:cubicBezTo>
                    <a:pt x="270" y="9090"/>
                    <a:pt x="328" y="9020"/>
                    <a:pt x="397" y="9020"/>
                  </a:cubicBezTo>
                  <a:close/>
                  <a:moveTo>
                    <a:pt x="2447" y="9554"/>
                  </a:moveTo>
                  <a:cubicBezTo>
                    <a:pt x="2466" y="9554"/>
                    <a:pt x="2485" y="9562"/>
                    <a:pt x="2501" y="9580"/>
                  </a:cubicBezTo>
                  <a:cubicBezTo>
                    <a:pt x="2553" y="9638"/>
                    <a:pt x="2498" y="9710"/>
                    <a:pt x="2439" y="9710"/>
                  </a:cubicBezTo>
                  <a:cubicBezTo>
                    <a:pt x="2421" y="9710"/>
                    <a:pt x="2401" y="9702"/>
                    <a:pt x="2385" y="9685"/>
                  </a:cubicBezTo>
                  <a:cubicBezTo>
                    <a:pt x="2335" y="9627"/>
                    <a:pt x="2389" y="9554"/>
                    <a:pt x="2447" y="9554"/>
                  </a:cubicBezTo>
                  <a:close/>
                  <a:moveTo>
                    <a:pt x="1864" y="6520"/>
                  </a:moveTo>
                  <a:cubicBezTo>
                    <a:pt x="2046" y="6520"/>
                    <a:pt x="2242" y="6584"/>
                    <a:pt x="2445" y="6728"/>
                  </a:cubicBezTo>
                  <a:cubicBezTo>
                    <a:pt x="2769" y="6959"/>
                    <a:pt x="2925" y="7349"/>
                    <a:pt x="3006" y="7728"/>
                  </a:cubicBezTo>
                  <a:cubicBezTo>
                    <a:pt x="3081" y="8066"/>
                    <a:pt x="3193" y="8507"/>
                    <a:pt x="2959" y="8800"/>
                  </a:cubicBezTo>
                  <a:cubicBezTo>
                    <a:pt x="2932" y="8835"/>
                    <a:pt x="2888" y="8849"/>
                    <a:pt x="2848" y="8849"/>
                  </a:cubicBezTo>
                  <a:cubicBezTo>
                    <a:pt x="2846" y="8849"/>
                    <a:pt x="2844" y="8849"/>
                    <a:pt x="2841" y="8848"/>
                  </a:cubicBezTo>
                  <a:cubicBezTo>
                    <a:pt x="2608" y="9301"/>
                    <a:pt x="2192" y="9743"/>
                    <a:pt x="1710" y="9743"/>
                  </a:cubicBezTo>
                  <a:cubicBezTo>
                    <a:pt x="1545" y="9743"/>
                    <a:pt x="1372" y="9691"/>
                    <a:pt x="1196" y="9570"/>
                  </a:cubicBezTo>
                  <a:cubicBezTo>
                    <a:pt x="468" y="9068"/>
                    <a:pt x="694" y="8052"/>
                    <a:pt x="928" y="7352"/>
                  </a:cubicBezTo>
                  <a:cubicBezTo>
                    <a:pt x="1091" y="6867"/>
                    <a:pt x="1439" y="6520"/>
                    <a:pt x="1864" y="6520"/>
                  </a:cubicBezTo>
                  <a:close/>
                  <a:moveTo>
                    <a:pt x="6911" y="1"/>
                  </a:moveTo>
                  <a:cubicBezTo>
                    <a:pt x="5979" y="1"/>
                    <a:pt x="5313" y="1377"/>
                    <a:pt x="4995" y="2131"/>
                  </a:cubicBezTo>
                  <a:cubicBezTo>
                    <a:pt x="4650" y="2950"/>
                    <a:pt x="4338" y="3779"/>
                    <a:pt x="3726" y="4441"/>
                  </a:cubicBezTo>
                  <a:cubicBezTo>
                    <a:pt x="3010" y="5212"/>
                    <a:pt x="2054" y="5681"/>
                    <a:pt x="1267" y="6367"/>
                  </a:cubicBezTo>
                  <a:cubicBezTo>
                    <a:pt x="617" y="6934"/>
                    <a:pt x="0" y="7754"/>
                    <a:pt x="53" y="8660"/>
                  </a:cubicBezTo>
                  <a:cubicBezTo>
                    <a:pt x="105" y="9554"/>
                    <a:pt x="909" y="10212"/>
                    <a:pt x="1786" y="10212"/>
                  </a:cubicBezTo>
                  <a:cubicBezTo>
                    <a:pt x="1811" y="10212"/>
                    <a:pt x="1837" y="10211"/>
                    <a:pt x="1862" y="10210"/>
                  </a:cubicBezTo>
                  <a:cubicBezTo>
                    <a:pt x="3011" y="10159"/>
                    <a:pt x="3468" y="8926"/>
                    <a:pt x="4104" y="8167"/>
                  </a:cubicBezTo>
                  <a:cubicBezTo>
                    <a:pt x="4679" y="7481"/>
                    <a:pt x="5473" y="7131"/>
                    <a:pt x="6319" y="6891"/>
                  </a:cubicBezTo>
                  <a:cubicBezTo>
                    <a:pt x="7389" y="6588"/>
                    <a:pt x="8588" y="6461"/>
                    <a:pt x="9474" y="5725"/>
                  </a:cubicBezTo>
                  <a:cubicBezTo>
                    <a:pt x="10028" y="5265"/>
                    <a:pt x="10365" y="4413"/>
                    <a:pt x="10171" y="3720"/>
                  </a:cubicBezTo>
                  <a:cubicBezTo>
                    <a:pt x="10021" y="3556"/>
                    <a:pt x="9899" y="3361"/>
                    <a:pt x="9784" y="3164"/>
                  </a:cubicBezTo>
                  <a:cubicBezTo>
                    <a:pt x="9747" y="3157"/>
                    <a:pt x="9713" y="3137"/>
                    <a:pt x="9688" y="3101"/>
                  </a:cubicBezTo>
                  <a:cubicBezTo>
                    <a:pt x="9308" y="2541"/>
                    <a:pt x="8942" y="1970"/>
                    <a:pt x="8568" y="1406"/>
                  </a:cubicBezTo>
                  <a:cubicBezTo>
                    <a:pt x="8282" y="974"/>
                    <a:pt x="7983" y="489"/>
                    <a:pt x="7533" y="203"/>
                  </a:cubicBezTo>
                  <a:cubicBezTo>
                    <a:pt x="7315" y="62"/>
                    <a:pt x="7107" y="1"/>
                    <a:pt x="69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78" name="Google Shape;1878;p13"/>
            <p:cNvSpPr/>
            <p:nvPr/>
          </p:nvSpPr>
          <p:spPr>
            <a:xfrm>
              <a:off x="-236160" y="810720"/>
              <a:ext cx="1310415" cy="1321911"/>
            </a:xfrm>
            <a:custGeom>
              <a:rect b="b" l="l" r="r" t="t"/>
              <a:pathLst>
                <a:path extrusionOk="0" h="12306" w="12197">
                  <a:moveTo>
                    <a:pt x="8098" y="567"/>
                  </a:moveTo>
                  <a:cubicBezTo>
                    <a:pt x="8379" y="567"/>
                    <a:pt x="8668" y="658"/>
                    <a:pt x="8950" y="863"/>
                  </a:cubicBezTo>
                  <a:cubicBezTo>
                    <a:pt x="9334" y="1145"/>
                    <a:pt x="9613" y="1541"/>
                    <a:pt x="9872" y="1930"/>
                  </a:cubicBezTo>
                  <a:cubicBezTo>
                    <a:pt x="10283" y="2548"/>
                    <a:pt x="10688" y="3172"/>
                    <a:pt x="11084" y="3800"/>
                  </a:cubicBezTo>
                  <a:cubicBezTo>
                    <a:pt x="11298" y="3974"/>
                    <a:pt x="11448" y="4196"/>
                    <a:pt x="11540" y="4444"/>
                  </a:cubicBezTo>
                  <a:cubicBezTo>
                    <a:pt x="11547" y="4459"/>
                    <a:pt x="11559" y="4470"/>
                    <a:pt x="11566" y="4484"/>
                  </a:cubicBezTo>
                  <a:cubicBezTo>
                    <a:pt x="11581" y="4512"/>
                    <a:pt x="11581" y="4539"/>
                    <a:pt x="11578" y="4562"/>
                  </a:cubicBezTo>
                  <a:cubicBezTo>
                    <a:pt x="11730" y="5088"/>
                    <a:pt x="11637" y="5704"/>
                    <a:pt x="11342" y="6190"/>
                  </a:cubicBezTo>
                  <a:cubicBezTo>
                    <a:pt x="10629" y="7372"/>
                    <a:pt x="9086" y="7622"/>
                    <a:pt x="7863" y="7929"/>
                  </a:cubicBezTo>
                  <a:cubicBezTo>
                    <a:pt x="7146" y="8112"/>
                    <a:pt x="6400" y="8336"/>
                    <a:pt x="5828" y="8825"/>
                  </a:cubicBezTo>
                  <a:cubicBezTo>
                    <a:pt x="5326" y="9253"/>
                    <a:pt x="5027" y="9849"/>
                    <a:pt x="4627" y="10364"/>
                  </a:cubicBezTo>
                  <a:cubicBezTo>
                    <a:pt x="4173" y="10944"/>
                    <a:pt x="3581" y="11331"/>
                    <a:pt x="2893" y="11331"/>
                  </a:cubicBezTo>
                  <a:cubicBezTo>
                    <a:pt x="2706" y="11331"/>
                    <a:pt x="2511" y="11303"/>
                    <a:pt x="2310" y="11241"/>
                  </a:cubicBezTo>
                  <a:cubicBezTo>
                    <a:pt x="1541" y="11003"/>
                    <a:pt x="956" y="10349"/>
                    <a:pt x="900" y="9533"/>
                  </a:cubicBezTo>
                  <a:cubicBezTo>
                    <a:pt x="838" y="8626"/>
                    <a:pt x="1375" y="7787"/>
                    <a:pt x="1999" y="7178"/>
                  </a:cubicBezTo>
                  <a:cubicBezTo>
                    <a:pt x="2975" y="6220"/>
                    <a:pt x="4330" y="5700"/>
                    <a:pt x="5089" y="4515"/>
                  </a:cubicBezTo>
                  <a:cubicBezTo>
                    <a:pt x="5750" y="3484"/>
                    <a:pt x="5955" y="2202"/>
                    <a:pt x="6774" y="1266"/>
                  </a:cubicBezTo>
                  <a:cubicBezTo>
                    <a:pt x="7145" y="840"/>
                    <a:pt x="7610" y="567"/>
                    <a:pt x="8098" y="567"/>
                  </a:cubicBezTo>
                  <a:close/>
                  <a:moveTo>
                    <a:pt x="7743" y="0"/>
                  </a:moveTo>
                  <a:cubicBezTo>
                    <a:pt x="7416" y="0"/>
                    <a:pt x="7088" y="72"/>
                    <a:pt x="6784" y="211"/>
                  </a:cubicBezTo>
                  <a:cubicBezTo>
                    <a:pt x="6118" y="519"/>
                    <a:pt x="5751" y="1111"/>
                    <a:pt x="5499" y="1773"/>
                  </a:cubicBezTo>
                  <a:cubicBezTo>
                    <a:pt x="5105" y="2803"/>
                    <a:pt x="4858" y="3795"/>
                    <a:pt x="4015" y="4568"/>
                  </a:cubicBezTo>
                  <a:cubicBezTo>
                    <a:pt x="3164" y="5354"/>
                    <a:pt x="2064" y="5805"/>
                    <a:pt x="1207" y="6581"/>
                  </a:cubicBezTo>
                  <a:cubicBezTo>
                    <a:pt x="270" y="7430"/>
                    <a:pt x="1" y="8589"/>
                    <a:pt x="315" y="9795"/>
                  </a:cubicBezTo>
                  <a:cubicBezTo>
                    <a:pt x="596" y="10868"/>
                    <a:pt x="1372" y="12277"/>
                    <a:pt x="2634" y="12305"/>
                  </a:cubicBezTo>
                  <a:cubicBezTo>
                    <a:pt x="2649" y="12305"/>
                    <a:pt x="2664" y="12306"/>
                    <a:pt x="2679" y="12306"/>
                  </a:cubicBezTo>
                  <a:cubicBezTo>
                    <a:pt x="3936" y="12306"/>
                    <a:pt x="4802" y="11092"/>
                    <a:pt x="5550" y="10255"/>
                  </a:cubicBezTo>
                  <a:cubicBezTo>
                    <a:pt x="5991" y="9759"/>
                    <a:pt x="6477" y="9291"/>
                    <a:pt x="7083" y="9007"/>
                  </a:cubicBezTo>
                  <a:cubicBezTo>
                    <a:pt x="7572" y="8781"/>
                    <a:pt x="8106" y="8676"/>
                    <a:pt x="8628" y="8563"/>
                  </a:cubicBezTo>
                  <a:cubicBezTo>
                    <a:pt x="9916" y="8285"/>
                    <a:pt x="11115" y="7733"/>
                    <a:pt x="11744" y="6502"/>
                  </a:cubicBezTo>
                  <a:cubicBezTo>
                    <a:pt x="12196" y="5616"/>
                    <a:pt x="12175" y="4544"/>
                    <a:pt x="11724" y="3675"/>
                  </a:cubicBezTo>
                  <a:cubicBezTo>
                    <a:pt x="11702" y="3661"/>
                    <a:pt x="11689" y="3637"/>
                    <a:pt x="11688" y="3608"/>
                  </a:cubicBezTo>
                  <a:cubicBezTo>
                    <a:pt x="11671" y="3577"/>
                    <a:pt x="11656" y="3547"/>
                    <a:pt x="11638" y="3518"/>
                  </a:cubicBezTo>
                  <a:cubicBezTo>
                    <a:pt x="11621" y="3509"/>
                    <a:pt x="11604" y="3498"/>
                    <a:pt x="11588" y="3484"/>
                  </a:cubicBezTo>
                  <a:cubicBezTo>
                    <a:pt x="11328" y="3244"/>
                    <a:pt x="11101" y="2965"/>
                    <a:pt x="10888" y="2673"/>
                  </a:cubicBezTo>
                  <a:cubicBezTo>
                    <a:pt x="10846" y="2673"/>
                    <a:pt x="10810" y="2628"/>
                    <a:pt x="10830" y="2589"/>
                  </a:cubicBezTo>
                  <a:cubicBezTo>
                    <a:pt x="10228" y="1745"/>
                    <a:pt x="9719" y="791"/>
                    <a:pt x="8818" y="281"/>
                  </a:cubicBezTo>
                  <a:cubicBezTo>
                    <a:pt x="8486" y="92"/>
                    <a:pt x="8115" y="0"/>
                    <a:pt x="774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79" name="Google Shape;1879;p13"/>
            <p:cNvSpPr/>
            <p:nvPr/>
          </p:nvSpPr>
          <p:spPr>
            <a:xfrm>
              <a:off x="-362520" y="681840"/>
              <a:ext cx="1563108" cy="1604149"/>
            </a:xfrm>
            <a:custGeom>
              <a:rect b="b" l="l" r="r" t="t"/>
              <a:pathLst>
                <a:path extrusionOk="0" h="14931" w="14549">
                  <a:moveTo>
                    <a:pt x="8917" y="1202"/>
                  </a:moveTo>
                  <a:cubicBezTo>
                    <a:pt x="9290" y="1202"/>
                    <a:pt x="9661" y="1295"/>
                    <a:pt x="9993" y="1484"/>
                  </a:cubicBezTo>
                  <a:cubicBezTo>
                    <a:pt x="10897" y="1994"/>
                    <a:pt x="11405" y="2945"/>
                    <a:pt x="12006" y="3793"/>
                  </a:cubicBezTo>
                  <a:cubicBezTo>
                    <a:pt x="11984" y="3831"/>
                    <a:pt x="12021" y="3874"/>
                    <a:pt x="12064" y="3876"/>
                  </a:cubicBezTo>
                  <a:cubicBezTo>
                    <a:pt x="12279" y="4170"/>
                    <a:pt x="12503" y="4447"/>
                    <a:pt x="12764" y="4687"/>
                  </a:cubicBezTo>
                  <a:cubicBezTo>
                    <a:pt x="12779" y="4701"/>
                    <a:pt x="12796" y="4712"/>
                    <a:pt x="12813" y="4721"/>
                  </a:cubicBezTo>
                  <a:cubicBezTo>
                    <a:pt x="12832" y="4751"/>
                    <a:pt x="12846" y="4781"/>
                    <a:pt x="12863" y="4812"/>
                  </a:cubicBezTo>
                  <a:cubicBezTo>
                    <a:pt x="12864" y="4840"/>
                    <a:pt x="12877" y="4866"/>
                    <a:pt x="12900" y="4878"/>
                  </a:cubicBezTo>
                  <a:cubicBezTo>
                    <a:pt x="13350" y="5747"/>
                    <a:pt x="13372" y="6820"/>
                    <a:pt x="12920" y="7705"/>
                  </a:cubicBezTo>
                  <a:cubicBezTo>
                    <a:pt x="12289" y="8937"/>
                    <a:pt x="11092" y="9488"/>
                    <a:pt x="9803" y="9766"/>
                  </a:cubicBezTo>
                  <a:cubicBezTo>
                    <a:pt x="9279" y="9879"/>
                    <a:pt x="8746" y="9984"/>
                    <a:pt x="8259" y="10211"/>
                  </a:cubicBezTo>
                  <a:cubicBezTo>
                    <a:pt x="7652" y="10491"/>
                    <a:pt x="7166" y="10962"/>
                    <a:pt x="6725" y="11458"/>
                  </a:cubicBezTo>
                  <a:cubicBezTo>
                    <a:pt x="5978" y="12297"/>
                    <a:pt x="5111" y="13509"/>
                    <a:pt x="3855" y="13509"/>
                  </a:cubicBezTo>
                  <a:cubicBezTo>
                    <a:pt x="3839" y="13509"/>
                    <a:pt x="3824" y="13509"/>
                    <a:pt x="3809" y="13509"/>
                  </a:cubicBezTo>
                  <a:cubicBezTo>
                    <a:pt x="2548" y="13480"/>
                    <a:pt x="1773" y="12070"/>
                    <a:pt x="1491" y="10999"/>
                  </a:cubicBezTo>
                  <a:cubicBezTo>
                    <a:pt x="1173" y="9793"/>
                    <a:pt x="1445" y="8634"/>
                    <a:pt x="2382" y="7786"/>
                  </a:cubicBezTo>
                  <a:cubicBezTo>
                    <a:pt x="3239" y="7008"/>
                    <a:pt x="4339" y="6556"/>
                    <a:pt x="5191" y="5771"/>
                  </a:cubicBezTo>
                  <a:cubicBezTo>
                    <a:pt x="6032" y="4996"/>
                    <a:pt x="6278" y="4005"/>
                    <a:pt x="6672" y="2975"/>
                  </a:cubicBezTo>
                  <a:cubicBezTo>
                    <a:pt x="6928" y="2313"/>
                    <a:pt x="7292" y="1721"/>
                    <a:pt x="7958" y="1413"/>
                  </a:cubicBezTo>
                  <a:cubicBezTo>
                    <a:pt x="8262" y="1274"/>
                    <a:pt x="8590" y="1202"/>
                    <a:pt x="8917" y="1202"/>
                  </a:cubicBezTo>
                  <a:close/>
                  <a:moveTo>
                    <a:pt x="9561" y="1"/>
                  </a:moveTo>
                  <a:cubicBezTo>
                    <a:pt x="9529" y="1"/>
                    <a:pt x="9499" y="21"/>
                    <a:pt x="9497" y="62"/>
                  </a:cubicBezTo>
                  <a:cubicBezTo>
                    <a:pt x="9489" y="329"/>
                    <a:pt x="9473" y="586"/>
                    <a:pt x="9395" y="838"/>
                  </a:cubicBezTo>
                  <a:cubicBezTo>
                    <a:pt x="9235" y="810"/>
                    <a:pt x="9072" y="795"/>
                    <a:pt x="8908" y="795"/>
                  </a:cubicBezTo>
                  <a:cubicBezTo>
                    <a:pt x="8819" y="795"/>
                    <a:pt x="8730" y="799"/>
                    <a:pt x="8641" y="808"/>
                  </a:cubicBezTo>
                  <a:cubicBezTo>
                    <a:pt x="8651" y="570"/>
                    <a:pt x="8661" y="329"/>
                    <a:pt x="8631" y="96"/>
                  </a:cubicBezTo>
                  <a:cubicBezTo>
                    <a:pt x="8625" y="50"/>
                    <a:pt x="8592" y="30"/>
                    <a:pt x="8557" y="30"/>
                  </a:cubicBezTo>
                  <a:cubicBezTo>
                    <a:pt x="8515" y="30"/>
                    <a:pt x="8470" y="59"/>
                    <a:pt x="8464" y="108"/>
                  </a:cubicBezTo>
                  <a:cubicBezTo>
                    <a:pt x="8439" y="345"/>
                    <a:pt x="8456" y="590"/>
                    <a:pt x="8470" y="831"/>
                  </a:cubicBezTo>
                  <a:cubicBezTo>
                    <a:pt x="8209" y="874"/>
                    <a:pt x="7957" y="954"/>
                    <a:pt x="7719" y="1072"/>
                  </a:cubicBezTo>
                  <a:cubicBezTo>
                    <a:pt x="7675" y="875"/>
                    <a:pt x="7620" y="671"/>
                    <a:pt x="7526" y="506"/>
                  </a:cubicBezTo>
                  <a:cubicBezTo>
                    <a:pt x="7510" y="479"/>
                    <a:pt x="7477" y="464"/>
                    <a:pt x="7446" y="464"/>
                  </a:cubicBezTo>
                  <a:cubicBezTo>
                    <a:pt x="7405" y="464"/>
                    <a:pt x="7367" y="489"/>
                    <a:pt x="7370" y="539"/>
                  </a:cubicBezTo>
                  <a:cubicBezTo>
                    <a:pt x="7384" y="747"/>
                    <a:pt x="7461" y="964"/>
                    <a:pt x="7540" y="1170"/>
                  </a:cubicBezTo>
                  <a:cubicBezTo>
                    <a:pt x="7413" y="1246"/>
                    <a:pt x="7288" y="1333"/>
                    <a:pt x="7176" y="1432"/>
                  </a:cubicBezTo>
                  <a:cubicBezTo>
                    <a:pt x="7121" y="1480"/>
                    <a:pt x="7070" y="1530"/>
                    <a:pt x="7019" y="1581"/>
                  </a:cubicBezTo>
                  <a:cubicBezTo>
                    <a:pt x="6908" y="1340"/>
                    <a:pt x="6762" y="1100"/>
                    <a:pt x="6553" y="939"/>
                  </a:cubicBezTo>
                  <a:cubicBezTo>
                    <a:pt x="6540" y="929"/>
                    <a:pt x="6526" y="925"/>
                    <a:pt x="6511" y="925"/>
                  </a:cubicBezTo>
                  <a:cubicBezTo>
                    <a:pt x="6453" y="925"/>
                    <a:pt x="6393" y="992"/>
                    <a:pt x="6429" y="1049"/>
                  </a:cubicBezTo>
                  <a:cubicBezTo>
                    <a:pt x="6584" y="1282"/>
                    <a:pt x="6758" y="1487"/>
                    <a:pt x="6874" y="1739"/>
                  </a:cubicBezTo>
                  <a:cubicBezTo>
                    <a:pt x="6711" y="1939"/>
                    <a:pt x="6585" y="2157"/>
                    <a:pt x="6476" y="2388"/>
                  </a:cubicBezTo>
                  <a:cubicBezTo>
                    <a:pt x="6300" y="2191"/>
                    <a:pt x="6096" y="2024"/>
                    <a:pt x="5851" y="1922"/>
                  </a:cubicBezTo>
                  <a:cubicBezTo>
                    <a:pt x="5842" y="1918"/>
                    <a:pt x="5833" y="1917"/>
                    <a:pt x="5824" y="1917"/>
                  </a:cubicBezTo>
                  <a:cubicBezTo>
                    <a:pt x="5760" y="1917"/>
                    <a:pt x="5727" y="2015"/>
                    <a:pt x="5787" y="2055"/>
                  </a:cubicBezTo>
                  <a:cubicBezTo>
                    <a:pt x="6011" y="2200"/>
                    <a:pt x="6222" y="2349"/>
                    <a:pt x="6405" y="2544"/>
                  </a:cubicBezTo>
                  <a:cubicBezTo>
                    <a:pt x="6262" y="2874"/>
                    <a:pt x="6150" y="3226"/>
                    <a:pt x="6031" y="3573"/>
                  </a:cubicBezTo>
                  <a:cubicBezTo>
                    <a:pt x="5886" y="3355"/>
                    <a:pt x="5698" y="3158"/>
                    <a:pt x="5468" y="3035"/>
                  </a:cubicBezTo>
                  <a:cubicBezTo>
                    <a:pt x="5453" y="3027"/>
                    <a:pt x="5439" y="3023"/>
                    <a:pt x="5425" y="3023"/>
                  </a:cubicBezTo>
                  <a:cubicBezTo>
                    <a:pt x="5355" y="3023"/>
                    <a:pt x="5312" y="3117"/>
                    <a:pt x="5381" y="3171"/>
                  </a:cubicBezTo>
                  <a:cubicBezTo>
                    <a:pt x="5614" y="3355"/>
                    <a:pt x="5811" y="3538"/>
                    <a:pt x="5962" y="3781"/>
                  </a:cubicBezTo>
                  <a:cubicBezTo>
                    <a:pt x="5855" y="4083"/>
                    <a:pt x="5735" y="4377"/>
                    <a:pt x="5578" y="4652"/>
                  </a:cubicBezTo>
                  <a:cubicBezTo>
                    <a:pt x="5393" y="4387"/>
                    <a:pt x="5211" y="4092"/>
                    <a:pt x="4972" y="3885"/>
                  </a:cubicBezTo>
                  <a:cubicBezTo>
                    <a:pt x="4960" y="3874"/>
                    <a:pt x="4945" y="3869"/>
                    <a:pt x="4930" y="3869"/>
                  </a:cubicBezTo>
                  <a:cubicBezTo>
                    <a:pt x="4891" y="3869"/>
                    <a:pt x="4856" y="3903"/>
                    <a:pt x="4878" y="3949"/>
                  </a:cubicBezTo>
                  <a:cubicBezTo>
                    <a:pt x="5026" y="4249"/>
                    <a:pt x="5284" y="4514"/>
                    <a:pt x="5504" y="4773"/>
                  </a:cubicBezTo>
                  <a:cubicBezTo>
                    <a:pt x="5461" y="4841"/>
                    <a:pt x="5415" y="4908"/>
                    <a:pt x="5365" y="4975"/>
                  </a:cubicBezTo>
                  <a:cubicBezTo>
                    <a:pt x="5264" y="5106"/>
                    <a:pt x="5154" y="5231"/>
                    <a:pt x="5038" y="5347"/>
                  </a:cubicBezTo>
                  <a:cubicBezTo>
                    <a:pt x="5036" y="5343"/>
                    <a:pt x="5036" y="5340"/>
                    <a:pt x="5033" y="5336"/>
                  </a:cubicBezTo>
                  <a:cubicBezTo>
                    <a:pt x="5026" y="5315"/>
                    <a:pt x="5011" y="5296"/>
                    <a:pt x="4988" y="5295"/>
                  </a:cubicBezTo>
                  <a:cubicBezTo>
                    <a:pt x="4985" y="5295"/>
                    <a:pt x="4982" y="5296"/>
                    <a:pt x="4979" y="5296"/>
                  </a:cubicBezTo>
                  <a:cubicBezTo>
                    <a:pt x="4973" y="5296"/>
                    <a:pt x="4967" y="5295"/>
                    <a:pt x="4961" y="5295"/>
                  </a:cubicBezTo>
                  <a:cubicBezTo>
                    <a:pt x="4940" y="5295"/>
                    <a:pt x="4924" y="5311"/>
                    <a:pt x="4917" y="5329"/>
                  </a:cubicBezTo>
                  <a:cubicBezTo>
                    <a:pt x="4878" y="5244"/>
                    <a:pt x="4809" y="5089"/>
                    <a:pt x="4790" y="5053"/>
                  </a:cubicBezTo>
                  <a:cubicBezTo>
                    <a:pt x="4734" y="4951"/>
                    <a:pt x="4679" y="4851"/>
                    <a:pt x="4622" y="4752"/>
                  </a:cubicBezTo>
                  <a:cubicBezTo>
                    <a:pt x="4530" y="4589"/>
                    <a:pt x="4430" y="4436"/>
                    <a:pt x="4322" y="4283"/>
                  </a:cubicBezTo>
                  <a:cubicBezTo>
                    <a:pt x="4311" y="4266"/>
                    <a:pt x="4295" y="4259"/>
                    <a:pt x="4279" y="4259"/>
                  </a:cubicBezTo>
                  <a:cubicBezTo>
                    <a:pt x="4238" y="4259"/>
                    <a:pt x="4195" y="4308"/>
                    <a:pt x="4217" y="4354"/>
                  </a:cubicBezTo>
                  <a:cubicBezTo>
                    <a:pt x="4338" y="4606"/>
                    <a:pt x="4479" y="4841"/>
                    <a:pt x="4628" y="5077"/>
                  </a:cubicBezTo>
                  <a:cubicBezTo>
                    <a:pt x="4706" y="5203"/>
                    <a:pt x="4781" y="5403"/>
                    <a:pt x="4927" y="5458"/>
                  </a:cubicBezTo>
                  <a:cubicBezTo>
                    <a:pt x="4754" y="5621"/>
                    <a:pt x="4566" y="5770"/>
                    <a:pt x="4373" y="5911"/>
                  </a:cubicBezTo>
                  <a:cubicBezTo>
                    <a:pt x="4129" y="5607"/>
                    <a:pt x="3932" y="5276"/>
                    <a:pt x="3715" y="4949"/>
                  </a:cubicBezTo>
                  <a:cubicBezTo>
                    <a:pt x="3698" y="4922"/>
                    <a:pt x="3672" y="4910"/>
                    <a:pt x="3647" y="4910"/>
                  </a:cubicBezTo>
                  <a:cubicBezTo>
                    <a:pt x="3598" y="4910"/>
                    <a:pt x="3552" y="4956"/>
                    <a:pt x="3579" y="5017"/>
                  </a:cubicBezTo>
                  <a:cubicBezTo>
                    <a:pt x="3737" y="5376"/>
                    <a:pt x="3992" y="5700"/>
                    <a:pt x="4260" y="5992"/>
                  </a:cubicBezTo>
                  <a:cubicBezTo>
                    <a:pt x="4024" y="6158"/>
                    <a:pt x="3779" y="6314"/>
                    <a:pt x="3534" y="6467"/>
                  </a:cubicBezTo>
                  <a:cubicBezTo>
                    <a:pt x="3329" y="6215"/>
                    <a:pt x="3187" y="5940"/>
                    <a:pt x="3032" y="5655"/>
                  </a:cubicBezTo>
                  <a:cubicBezTo>
                    <a:pt x="3017" y="5626"/>
                    <a:pt x="2988" y="5613"/>
                    <a:pt x="2960" y="5613"/>
                  </a:cubicBezTo>
                  <a:cubicBezTo>
                    <a:pt x="2913" y="5613"/>
                    <a:pt x="2867" y="5649"/>
                    <a:pt x="2885" y="5704"/>
                  </a:cubicBezTo>
                  <a:cubicBezTo>
                    <a:pt x="2990" y="6019"/>
                    <a:pt x="3194" y="6300"/>
                    <a:pt x="3424" y="6536"/>
                  </a:cubicBezTo>
                  <a:cubicBezTo>
                    <a:pt x="3147" y="6711"/>
                    <a:pt x="2872" y="6885"/>
                    <a:pt x="2610" y="7075"/>
                  </a:cubicBezTo>
                  <a:cubicBezTo>
                    <a:pt x="2436" y="6838"/>
                    <a:pt x="2233" y="6590"/>
                    <a:pt x="1978" y="6441"/>
                  </a:cubicBezTo>
                  <a:cubicBezTo>
                    <a:pt x="1964" y="6433"/>
                    <a:pt x="1950" y="6429"/>
                    <a:pt x="1936" y="6429"/>
                  </a:cubicBezTo>
                  <a:cubicBezTo>
                    <a:pt x="1872" y="6429"/>
                    <a:pt x="1818" y="6508"/>
                    <a:pt x="1872" y="6569"/>
                  </a:cubicBezTo>
                  <a:cubicBezTo>
                    <a:pt x="2065" y="6781"/>
                    <a:pt x="2284" y="6961"/>
                    <a:pt x="2475" y="7175"/>
                  </a:cubicBezTo>
                  <a:cubicBezTo>
                    <a:pt x="2311" y="7302"/>
                    <a:pt x="2152" y="7435"/>
                    <a:pt x="2001" y="7579"/>
                  </a:cubicBezTo>
                  <a:cubicBezTo>
                    <a:pt x="1788" y="7391"/>
                    <a:pt x="1552" y="7209"/>
                    <a:pt x="1282" y="7123"/>
                  </a:cubicBezTo>
                  <a:cubicBezTo>
                    <a:pt x="1274" y="7120"/>
                    <a:pt x="1265" y="7119"/>
                    <a:pt x="1258" y="7119"/>
                  </a:cubicBezTo>
                  <a:cubicBezTo>
                    <a:pt x="1190" y="7119"/>
                    <a:pt x="1156" y="7216"/>
                    <a:pt x="1219" y="7260"/>
                  </a:cubicBezTo>
                  <a:cubicBezTo>
                    <a:pt x="1438" y="7415"/>
                    <a:pt x="1672" y="7537"/>
                    <a:pt x="1892" y="7691"/>
                  </a:cubicBezTo>
                  <a:cubicBezTo>
                    <a:pt x="1751" y="7837"/>
                    <a:pt x="1628" y="7993"/>
                    <a:pt x="1519" y="8153"/>
                  </a:cubicBezTo>
                  <a:cubicBezTo>
                    <a:pt x="1340" y="8021"/>
                    <a:pt x="1136" y="7919"/>
                    <a:pt x="914" y="7898"/>
                  </a:cubicBezTo>
                  <a:cubicBezTo>
                    <a:pt x="910" y="7898"/>
                    <a:pt x="907" y="7898"/>
                    <a:pt x="904" y="7898"/>
                  </a:cubicBezTo>
                  <a:cubicBezTo>
                    <a:pt x="808" y="7898"/>
                    <a:pt x="792" y="8038"/>
                    <a:pt x="881" y="8072"/>
                  </a:cubicBezTo>
                  <a:cubicBezTo>
                    <a:pt x="1068" y="8145"/>
                    <a:pt x="1247" y="8214"/>
                    <a:pt x="1413" y="8322"/>
                  </a:cubicBezTo>
                  <a:cubicBezTo>
                    <a:pt x="1326" y="8469"/>
                    <a:pt x="1253" y="8622"/>
                    <a:pt x="1190" y="8778"/>
                  </a:cubicBezTo>
                  <a:cubicBezTo>
                    <a:pt x="1038" y="8700"/>
                    <a:pt x="866" y="8643"/>
                    <a:pt x="696" y="8643"/>
                  </a:cubicBezTo>
                  <a:cubicBezTo>
                    <a:pt x="608" y="8643"/>
                    <a:pt x="521" y="8658"/>
                    <a:pt x="438" y="8693"/>
                  </a:cubicBezTo>
                  <a:cubicBezTo>
                    <a:pt x="375" y="8717"/>
                    <a:pt x="399" y="8811"/>
                    <a:pt x="462" y="8815"/>
                  </a:cubicBezTo>
                  <a:cubicBezTo>
                    <a:pt x="697" y="8826"/>
                    <a:pt x="920" y="8822"/>
                    <a:pt x="1141" y="8909"/>
                  </a:cubicBezTo>
                  <a:cubicBezTo>
                    <a:pt x="1023" y="9240"/>
                    <a:pt x="962" y="9593"/>
                    <a:pt x="952" y="9953"/>
                  </a:cubicBezTo>
                  <a:cubicBezTo>
                    <a:pt x="902" y="9952"/>
                    <a:pt x="851" y="9951"/>
                    <a:pt x="801" y="9951"/>
                  </a:cubicBezTo>
                  <a:cubicBezTo>
                    <a:pt x="751" y="9951"/>
                    <a:pt x="701" y="9952"/>
                    <a:pt x="650" y="9953"/>
                  </a:cubicBezTo>
                  <a:cubicBezTo>
                    <a:pt x="605" y="9956"/>
                    <a:pt x="589" y="10000"/>
                    <a:pt x="602" y="10030"/>
                  </a:cubicBezTo>
                  <a:cubicBezTo>
                    <a:pt x="418" y="10059"/>
                    <a:pt x="229" y="10092"/>
                    <a:pt x="59" y="10161"/>
                  </a:cubicBezTo>
                  <a:cubicBezTo>
                    <a:pt x="0" y="10185"/>
                    <a:pt x="19" y="10289"/>
                    <a:pt x="85" y="10289"/>
                  </a:cubicBezTo>
                  <a:cubicBezTo>
                    <a:pt x="85" y="10289"/>
                    <a:pt x="86" y="10289"/>
                    <a:pt x="86" y="10289"/>
                  </a:cubicBezTo>
                  <a:cubicBezTo>
                    <a:pt x="327" y="10277"/>
                    <a:pt x="574" y="10197"/>
                    <a:pt x="806" y="10136"/>
                  </a:cubicBezTo>
                  <a:cubicBezTo>
                    <a:pt x="849" y="10126"/>
                    <a:pt x="863" y="10092"/>
                    <a:pt x="859" y="10059"/>
                  </a:cubicBezTo>
                  <a:lnTo>
                    <a:pt x="859" y="10059"/>
                  </a:lnTo>
                  <a:cubicBezTo>
                    <a:pt x="869" y="10060"/>
                    <a:pt x="880" y="10061"/>
                    <a:pt x="891" y="10061"/>
                  </a:cubicBezTo>
                  <a:cubicBezTo>
                    <a:pt x="912" y="10061"/>
                    <a:pt x="932" y="10059"/>
                    <a:pt x="952" y="10059"/>
                  </a:cubicBezTo>
                  <a:cubicBezTo>
                    <a:pt x="952" y="10226"/>
                    <a:pt x="963" y="10395"/>
                    <a:pt x="986" y="10562"/>
                  </a:cubicBezTo>
                  <a:cubicBezTo>
                    <a:pt x="696" y="10619"/>
                    <a:pt x="411" y="10681"/>
                    <a:pt x="133" y="10782"/>
                  </a:cubicBezTo>
                  <a:cubicBezTo>
                    <a:pt x="67" y="10805"/>
                    <a:pt x="106" y="10894"/>
                    <a:pt x="165" y="10894"/>
                  </a:cubicBezTo>
                  <a:cubicBezTo>
                    <a:pt x="167" y="10894"/>
                    <a:pt x="169" y="10894"/>
                    <a:pt x="171" y="10894"/>
                  </a:cubicBezTo>
                  <a:cubicBezTo>
                    <a:pt x="459" y="10859"/>
                    <a:pt x="732" y="10785"/>
                    <a:pt x="1009" y="10704"/>
                  </a:cubicBezTo>
                  <a:cubicBezTo>
                    <a:pt x="1013" y="10731"/>
                    <a:pt x="1016" y="10758"/>
                    <a:pt x="1022" y="10785"/>
                  </a:cubicBezTo>
                  <a:cubicBezTo>
                    <a:pt x="1047" y="10914"/>
                    <a:pt x="1078" y="11044"/>
                    <a:pt x="1114" y="11176"/>
                  </a:cubicBezTo>
                  <a:cubicBezTo>
                    <a:pt x="900" y="11268"/>
                    <a:pt x="686" y="11366"/>
                    <a:pt x="489" y="11488"/>
                  </a:cubicBezTo>
                  <a:cubicBezTo>
                    <a:pt x="444" y="11516"/>
                    <a:pt x="457" y="11599"/>
                    <a:pt x="508" y="11599"/>
                  </a:cubicBezTo>
                  <a:cubicBezTo>
                    <a:pt x="514" y="11599"/>
                    <a:pt x="520" y="11598"/>
                    <a:pt x="527" y="11595"/>
                  </a:cubicBezTo>
                  <a:cubicBezTo>
                    <a:pt x="744" y="11523"/>
                    <a:pt x="951" y="11420"/>
                    <a:pt x="1155" y="11316"/>
                  </a:cubicBezTo>
                  <a:cubicBezTo>
                    <a:pt x="1204" y="11479"/>
                    <a:pt x="1261" y="11642"/>
                    <a:pt x="1328" y="11802"/>
                  </a:cubicBezTo>
                  <a:cubicBezTo>
                    <a:pt x="1186" y="11950"/>
                    <a:pt x="1022" y="12074"/>
                    <a:pt x="837" y="12178"/>
                  </a:cubicBezTo>
                  <a:cubicBezTo>
                    <a:pt x="778" y="12213"/>
                    <a:pt x="797" y="12316"/>
                    <a:pt x="862" y="12316"/>
                  </a:cubicBezTo>
                  <a:cubicBezTo>
                    <a:pt x="869" y="12316"/>
                    <a:pt x="876" y="12315"/>
                    <a:pt x="884" y="12312"/>
                  </a:cubicBezTo>
                  <a:cubicBezTo>
                    <a:pt x="1090" y="12252"/>
                    <a:pt x="1267" y="12140"/>
                    <a:pt x="1411" y="11992"/>
                  </a:cubicBezTo>
                  <a:cubicBezTo>
                    <a:pt x="1472" y="12125"/>
                    <a:pt x="1539" y="12256"/>
                    <a:pt x="1611" y="12382"/>
                  </a:cubicBezTo>
                  <a:cubicBezTo>
                    <a:pt x="1479" y="12560"/>
                    <a:pt x="1306" y="12699"/>
                    <a:pt x="1105" y="12801"/>
                  </a:cubicBezTo>
                  <a:cubicBezTo>
                    <a:pt x="1041" y="12836"/>
                    <a:pt x="1065" y="12944"/>
                    <a:pt x="1131" y="12944"/>
                  </a:cubicBezTo>
                  <a:cubicBezTo>
                    <a:pt x="1138" y="12944"/>
                    <a:pt x="1145" y="12943"/>
                    <a:pt x="1153" y="12940"/>
                  </a:cubicBezTo>
                  <a:cubicBezTo>
                    <a:pt x="1381" y="12862"/>
                    <a:pt x="1569" y="12728"/>
                    <a:pt x="1709" y="12543"/>
                  </a:cubicBezTo>
                  <a:cubicBezTo>
                    <a:pt x="1826" y="12728"/>
                    <a:pt x="1957" y="12901"/>
                    <a:pt x="2103" y="13061"/>
                  </a:cubicBezTo>
                  <a:cubicBezTo>
                    <a:pt x="1951" y="13282"/>
                    <a:pt x="1774" y="13482"/>
                    <a:pt x="1580" y="13666"/>
                  </a:cubicBezTo>
                  <a:cubicBezTo>
                    <a:pt x="1524" y="13719"/>
                    <a:pt x="1572" y="13790"/>
                    <a:pt x="1631" y="13790"/>
                  </a:cubicBezTo>
                  <a:cubicBezTo>
                    <a:pt x="1647" y="13790"/>
                    <a:pt x="1662" y="13786"/>
                    <a:pt x="1678" y="13775"/>
                  </a:cubicBezTo>
                  <a:cubicBezTo>
                    <a:pt x="1902" y="13615"/>
                    <a:pt x="2082" y="13416"/>
                    <a:pt x="2223" y="13184"/>
                  </a:cubicBezTo>
                  <a:cubicBezTo>
                    <a:pt x="2365" y="13329"/>
                    <a:pt x="2518" y="13456"/>
                    <a:pt x="2687" y="13562"/>
                  </a:cubicBezTo>
                  <a:cubicBezTo>
                    <a:pt x="2539" y="13792"/>
                    <a:pt x="2402" y="14024"/>
                    <a:pt x="2277" y="14267"/>
                  </a:cubicBezTo>
                  <a:cubicBezTo>
                    <a:pt x="2250" y="14322"/>
                    <a:pt x="2294" y="14375"/>
                    <a:pt x="2341" y="14375"/>
                  </a:cubicBezTo>
                  <a:cubicBezTo>
                    <a:pt x="2360" y="14375"/>
                    <a:pt x="2381" y="14366"/>
                    <a:pt x="2396" y="14343"/>
                  </a:cubicBezTo>
                  <a:cubicBezTo>
                    <a:pt x="2552" y="14118"/>
                    <a:pt x="2691" y="13884"/>
                    <a:pt x="2823" y="13646"/>
                  </a:cubicBezTo>
                  <a:cubicBezTo>
                    <a:pt x="2871" y="13671"/>
                    <a:pt x="2919" y="13698"/>
                    <a:pt x="2967" y="13721"/>
                  </a:cubicBezTo>
                  <a:cubicBezTo>
                    <a:pt x="3075" y="13774"/>
                    <a:pt x="3184" y="13812"/>
                    <a:pt x="3293" y="13842"/>
                  </a:cubicBezTo>
                  <a:cubicBezTo>
                    <a:pt x="3261" y="14047"/>
                    <a:pt x="3176" y="14238"/>
                    <a:pt x="3068" y="14415"/>
                  </a:cubicBezTo>
                  <a:cubicBezTo>
                    <a:pt x="3032" y="14473"/>
                    <a:pt x="3083" y="14543"/>
                    <a:pt x="3138" y="14543"/>
                  </a:cubicBezTo>
                  <a:cubicBezTo>
                    <a:pt x="3155" y="14543"/>
                    <a:pt x="3173" y="14536"/>
                    <a:pt x="3188" y="14519"/>
                  </a:cubicBezTo>
                  <a:cubicBezTo>
                    <a:pt x="3358" y="14340"/>
                    <a:pt x="3443" y="14121"/>
                    <a:pt x="3459" y="13881"/>
                  </a:cubicBezTo>
                  <a:cubicBezTo>
                    <a:pt x="3581" y="13904"/>
                    <a:pt x="3705" y="13914"/>
                    <a:pt x="3827" y="13914"/>
                  </a:cubicBezTo>
                  <a:cubicBezTo>
                    <a:pt x="3914" y="13914"/>
                    <a:pt x="4001" y="13909"/>
                    <a:pt x="4087" y="13898"/>
                  </a:cubicBezTo>
                  <a:lnTo>
                    <a:pt x="4087" y="13898"/>
                  </a:lnTo>
                  <a:cubicBezTo>
                    <a:pt x="4066" y="14012"/>
                    <a:pt x="4053" y="14129"/>
                    <a:pt x="4056" y="14258"/>
                  </a:cubicBezTo>
                  <a:cubicBezTo>
                    <a:pt x="4061" y="14476"/>
                    <a:pt x="4101" y="14680"/>
                    <a:pt x="4180" y="14886"/>
                  </a:cubicBezTo>
                  <a:cubicBezTo>
                    <a:pt x="4193" y="14917"/>
                    <a:pt x="4218" y="14931"/>
                    <a:pt x="4245" y="14931"/>
                  </a:cubicBezTo>
                  <a:cubicBezTo>
                    <a:pt x="4292" y="14931"/>
                    <a:pt x="4342" y="14890"/>
                    <a:pt x="4329" y="14834"/>
                  </a:cubicBezTo>
                  <a:cubicBezTo>
                    <a:pt x="4265" y="14526"/>
                    <a:pt x="4219" y="14194"/>
                    <a:pt x="4236" y="13873"/>
                  </a:cubicBezTo>
                  <a:cubicBezTo>
                    <a:pt x="4420" y="13837"/>
                    <a:pt x="4601" y="13782"/>
                    <a:pt x="4777" y="13710"/>
                  </a:cubicBezTo>
                  <a:cubicBezTo>
                    <a:pt x="4931" y="13958"/>
                    <a:pt x="4968" y="14213"/>
                    <a:pt x="4984" y="14501"/>
                  </a:cubicBezTo>
                  <a:cubicBezTo>
                    <a:pt x="4986" y="14555"/>
                    <a:pt x="5041" y="14594"/>
                    <a:pt x="5089" y="14594"/>
                  </a:cubicBezTo>
                  <a:cubicBezTo>
                    <a:pt x="5121" y="14594"/>
                    <a:pt x="5150" y="14576"/>
                    <a:pt x="5158" y="14533"/>
                  </a:cubicBezTo>
                  <a:cubicBezTo>
                    <a:pt x="5216" y="14217"/>
                    <a:pt x="5104" y="13901"/>
                    <a:pt x="4924" y="13642"/>
                  </a:cubicBezTo>
                  <a:cubicBezTo>
                    <a:pt x="5167" y="13527"/>
                    <a:pt x="5398" y="13380"/>
                    <a:pt x="5613" y="13214"/>
                  </a:cubicBezTo>
                  <a:cubicBezTo>
                    <a:pt x="5634" y="13480"/>
                    <a:pt x="5714" y="13863"/>
                    <a:pt x="5936" y="14016"/>
                  </a:cubicBezTo>
                  <a:cubicBezTo>
                    <a:pt x="5948" y="14024"/>
                    <a:pt x="5960" y="14028"/>
                    <a:pt x="5972" y="14028"/>
                  </a:cubicBezTo>
                  <a:cubicBezTo>
                    <a:pt x="6010" y="14028"/>
                    <a:pt x="6045" y="13988"/>
                    <a:pt x="6038" y="13945"/>
                  </a:cubicBezTo>
                  <a:cubicBezTo>
                    <a:pt x="6021" y="13813"/>
                    <a:pt x="5939" y="13703"/>
                    <a:pt x="5888" y="13584"/>
                  </a:cubicBezTo>
                  <a:cubicBezTo>
                    <a:pt x="5827" y="13443"/>
                    <a:pt x="5787" y="13295"/>
                    <a:pt x="5749" y="13147"/>
                  </a:cubicBezTo>
                  <a:cubicBezTo>
                    <a:pt x="5746" y="13136"/>
                    <a:pt x="5739" y="13126"/>
                    <a:pt x="5732" y="13117"/>
                  </a:cubicBezTo>
                  <a:cubicBezTo>
                    <a:pt x="5827" y="13038"/>
                    <a:pt x="5919" y="12956"/>
                    <a:pt x="6008" y="12871"/>
                  </a:cubicBezTo>
                  <a:cubicBezTo>
                    <a:pt x="6071" y="12811"/>
                    <a:pt x="6132" y="12749"/>
                    <a:pt x="6193" y="12687"/>
                  </a:cubicBezTo>
                  <a:cubicBezTo>
                    <a:pt x="6245" y="12892"/>
                    <a:pt x="6337" y="13112"/>
                    <a:pt x="6520" y="13210"/>
                  </a:cubicBezTo>
                  <a:cubicBezTo>
                    <a:pt x="6532" y="13216"/>
                    <a:pt x="6545" y="13219"/>
                    <a:pt x="6557" y="13219"/>
                  </a:cubicBezTo>
                  <a:cubicBezTo>
                    <a:pt x="6606" y="13219"/>
                    <a:pt x="6646" y="13172"/>
                    <a:pt x="6623" y="13117"/>
                  </a:cubicBezTo>
                  <a:cubicBezTo>
                    <a:pt x="6574" y="13005"/>
                    <a:pt x="6477" y="12919"/>
                    <a:pt x="6415" y="12813"/>
                  </a:cubicBezTo>
                  <a:cubicBezTo>
                    <a:pt x="6371" y="12740"/>
                    <a:pt x="6326" y="12663"/>
                    <a:pt x="6288" y="12585"/>
                  </a:cubicBezTo>
                  <a:cubicBezTo>
                    <a:pt x="6456" y="12402"/>
                    <a:pt x="6618" y="12215"/>
                    <a:pt x="6779" y="12026"/>
                  </a:cubicBezTo>
                  <a:cubicBezTo>
                    <a:pt x="6825" y="12096"/>
                    <a:pt x="6869" y="12162"/>
                    <a:pt x="6915" y="12230"/>
                  </a:cubicBezTo>
                  <a:cubicBezTo>
                    <a:pt x="6989" y="12342"/>
                    <a:pt x="7050" y="12473"/>
                    <a:pt x="7166" y="12543"/>
                  </a:cubicBezTo>
                  <a:cubicBezTo>
                    <a:pt x="7178" y="12551"/>
                    <a:pt x="7192" y="12555"/>
                    <a:pt x="7205" y="12555"/>
                  </a:cubicBezTo>
                  <a:cubicBezTo>
                    <a:pt x="7249" y="12555"/>
                    <a:pt x="7290" y="12515"/>
                    <a:pt x="7280" y="12466"/>
                  </a:cubicBezTo>
                  <a:cubicBezTo>
                    <a:pt x="7248" y="12331"/>
                    <a:pt x="7149" y="12233"/>
                    <a:pt x="7066" y="12127"/>
                  </a:cubicBezTo>
                  <a:cubicBezTo>
                    <a:pt x="7007" y="12053"/>
                    <a:pt x="6949" y="11977"/>
                    <a:pt x="6888" y="11903"/>
                  </a:cubicBezTo>
                  <a:cubicBezTo>
                    <a:pt x="7112" y="11645"/>
                    <a:pt x="7340" y="11393"/>
                    <a:pt x="7594" y="11163"/>
                  </a:cubicBezTo>
                  <a:cubicBezTo>
                    <a:pt x="7726" y="11379"/>
                    <a:pt x="7879" y="11598"/>
                    <a:pt x="8056" y="11744"/>
                  </a:cubicBezTo>
                  <a:cubicBezTo>
                    <a:pt x="8068" y="11754"/>
                    <a:pt x="8080" y="11758"/>
                    <a:pt x="8092" y="11758"/>
                  </a:cubicBezTo>
                  <a:cubicBezTo>
                    <a:pt x="8135" y="11758"/>
                    <a:pt x="8170" y="11702"/>
                    <a:pt x="8151" y="11659"/>
                  </a:cubicBezTo>
                  <a:cubicBezTo>
                    <a:pt x="8090" y="11515"/>
                    <a:pt x="7980" y="11394"/>
                    <a:pt x="7880" y="11269"/>
                  </a:cubicBezTo>
                  <a:cubicBezTo>
                    <a:pt x="7828" y="11201"/>
                    <a:pt x="7773" y="11131"/>
                    <a:pt x="7716" y="11061"/>
                  </a:cubicBezTo>
                  <a:cubicBezTo>
                    <a:pt x="7914" y="10900"/>
                    <a:pt x="8120" y="10766"/>
                    <a:pt x="8334" y="10660"/>
                  </a:cubicBezTo>
                  <a:cubicBezTo>
                    <a:pt x="8382" y="10730"/>
                    <a:pt x="8430" y="10799"/>
                    <a:pt x="8470" y="10873"/>
                  </a:cubicBezTo>
                  <a:cubicBezTo>
                    <a:pt x="8539" y="11003"/>
                    <a:pt x="8588" y="11139"/>
                    <a:pt x="8651" y="11269"/>
                  </a:cubicBezTo>
                  <a:cubicBezTo>
                    <a:pt x="8665" y="11298"/>
                    <a:pt x="8691" y="11310"/>
                    <a:pt x="8716" y="11310"/>
                  </a:cubicBezTo>
                  <a:cubicBezTo>
                    <a:pt x="8761" y="11310"/>
                    <a:pt x="8806" y="11275"/>
                    <a:pt x="8793" y="11223"/>
                  </a:cubicBezTo>
                  <a:cubicBezTo>
                    <a:pt x="8745" y="11006"/>
                    <a:pt x="8617" y="10781"/>
                    <a:pt x="8461" y="10602"/>
                  </a:cubicBezTo>
                  <a:cubicBezTo>
                    <a:pt x="8668" y="10508"/>
                    <a:pt x="8885" y="10432"/>
                    <a:pt x="9106" y="10367"/>
                  </a:cubicBezTo>
                  <a:cubicBezTo>
                    <a:pt x="9218" y="10618"/>
                    <a:pt x="9334" y="10871"/>
                    <a:pt x="9487" y="11097"/>
                  </a:cubicBezTo>
                  <a:cubicBezTo>
                    <a:pt x="9503" y="11119"/>
                    <a:pt x="9522" y="11128"/>
                    <a:pt x="9540" y="11128"/>
                  </a:cubicBezTo>
                  <a:cubicBezTo>
                    <a:pt x="9590" y="11128"/>
                    <a:pt x="9639" y="11063"/>
                    <a:pt x="9621" y="11006"/>
                  </a:cubicBezTo>
                  <a:cubicBezTo>
                    <a:pt x="9536" y="10766"/>
                    <a:pt x="9409" y="10540"/>
                    <a:pt x="9282" y="10317"/>
                  </a:cubicBezTo>
                  <a:cubicBezTo>
                    <a:pt x="9507" y="10259"/>
                    <a:pt x="9737" y="10207"/>
                    <a:pt x="9972" y="10156"/>
                  </a:cubicBezTo>
                  <a:cubicBezTo>
                    <a:pt x="10050" y="10140"/>
                    <a:pt x="10128" y="10120"/>
                    <a:pt x="10206" y="10100"/>
                  </a:cubicBezTo>
                  <a:cubicBezTo>
                    <a:pt x="10265" y="10283"/>
                    <a:pt x="10308" y="10469"/>
                    <a:pt x="10340" y="10664"/>
                  </a:cubicBezTo>
                  <a:cubicBezTo>
                    <a:pt x="10346" y="10702"/>
                    <a:pt x="10378" y="10720"/>
                    <a:pt x="10410" y="10720"/>
                  </a:cubicBezTo>
                  <a:cubicBezTo>
                    <a:pt x="10446" y="10720"/>
                    <a:pt x="10482" y="10697"/>
                    <a:pt x="10482" y="10653"/>
                  </a:cubicBezTo>
                  <a:cubicBezTo>
                    <a:pt x="10482" y="10452"/>
                    <a:pt x="10438" y="10249"/>
                    <a:pt x="10362" y="10061"/>
                  </a:cubicBezTo>
                  <a:cubicBezTo>
                    <a:pt x="10594" y="9998"/>
                    <a:pt x="10821" y="9923"/>
                    <a:pt x="11041" y="9835"/>
                  </a:cubicBezTo>
                  <a:cubicBezTo>
                    <a:pt x="11133" y="10048"/>
                    <a:pt x="11202" y="10268"/>
                    <a:pt x="11283" y="10487"/>
                  </a:cubicBezTo>
                  <a:cubicBezTo>
                    <a:pt x="11293" y="10512"/>
                    <a:pt x="11316" y="10523"/>
                    <a:pt x="11340" y="10523"/>
                  </a:cubicBezTo>
                  <a:cubicBezTo>
                    <a:pt x="11375" y="10523"/>
                    <a:pt x="11412" y="10499"/>
                    <a:pt x="11410" y="10460"/>
                  </a:cubicBezTo>
                  <a:cubicBezTo>
                    <a:pt x="11402" y="10217"/>
                    <a:pt x="11321" y="9980"/>
                    <a:pt x="11208" y="9765"/>
                  </a:cubicBezTo>
                  <a:cubicBezTo>
                    <a:pt x="11486" y="9643"/>
                    <a:pt x="11751" y="9501"/>
                    <a:pt x="11999" y="9332"/>
                  </a:cubicBezTo>
                  <a:cubicBezTo>
                    <a:pt x="12084" y="9498"/>
                    <a:pt x="12173" y="9664"/>
                    <a:pt x="12281" y="9813"/>
                  </a:cubicBezTo>
                  <a:cubicBezTo>
                    <a:pt x="12295" y="9833"/>
                    <a:pt x="12314" y="9841"/>
                    <a:pt x="12333" y="9841"/>
                  </a:cubicBezTo>
                  <a:cubicBezTo>
                    <a:pt x="12385" y="9841"/>
                    <a:pt x="12437" y="9780"/>
                    <a:pt x="12409" y="9723"/>
                  </a:cubicBezTo>
                  <a:cubicBezTo>
                    <a:pt x="12332" y="9559"/>
                    <a:pt x="12228" y="9399"/>
                    <a:pt x="12122" y="9246"/>
                  </a:cubicBezTo>
                  <a:cubicBezTo>
                    <a:pt x="12299" y="9115"/>
                    <a:pt x="12465" y="8974"/>
                    <a:pt x="12619" y="8816"/>
                  </a:cubicBezTo>
                  <a:cubicBezTo>
                    <a:pt x="12757" y="9022"/>
                    <a:pt x="12870" y="9240"/>
                    <a:pt x="13015" y="9444"/>
                  </a:cubicBezTo>
                  <a:cubicBezTo>
                    <a:pt x="13026" y="9460"/>
                    <a:pt x="13043" y="9467"/>
                    <a:pt x="13059" y="9467"/>
                  </a:cubicBezTo>
                  <a:cubicBezTo>
                    <a:pt x="13098" y="9467"/>
                    <a:pt x="13139" y="9429"/>
                    <a:pt x="13129" y="9388"/>
                  </a:cubicBezTo>
                  <a:cubicBezTo>
                    <a:pt x="13067" y="9130"/>
                    <a:pt x="12911" y="8899"/>
                    <a:pt x="12738" y="8693"/>
                  </a:cubicBezTo>
                  <a:cubicBezTo>
                    <a:pt x="12903" y="8509"/>
                    <a:pt x="13050" y="8306"/>
                    <a:pt x="13179" y="8085"/>
                  </a:cubicBezTo>
                  <a:cubicBezTo>
                    <a:pt x="13308" y="8223"/>
                    <a:pt x="13444" y="8369"/>
                    <a:pt x="13597" y="8469"/>
                  </a:cubicBezTo>
                  <a:cubicBezTo>
                    <a:pt x="13610" y="8478"/>
                    <a:pt x="13624" y="8482"/>
                    <a:pt x="13637" y="8482"/>
                  </a:cubicBezTo>
                  <a:cubicBezTo>
                    <a:pt x="13695" y="8482"/>
                    <a:pt x="13741" y="8406"/>
                    <a:pt x="13696" y="8353"/>
                  </a:cubicBezTo>
                  <a:cubicBezTo>
                    <a:pt x="13572" y="8211"/>
                    <a:pt x="13400" y="8091"/>
                    <a:pt x="13243" y="7975"/>
                  </a:cubicBezTo>
                  <a:cubicBezTo>
                    <a:pt x="13284" y="7897"/>
                    <a:pt x="13324" y="7816"/>
                    <a:pt x="13362" y="7732"/>
                  </a:cubicBezTo>
                  <a:cubicBezTo>
                    <a:pt x="13400" y="7644"/>
                    <a:pt x="13434" y="7555"/>
                    <a:pt x="13465" y="7465"/>
                  </a:cubicBezTo>
                  <a:cubicBezTo>
                    <a:pt x="13555" y="7632"/>
                    <a:pt x="13675" y="7788"/>
                    <a:pt x="13824" y="7897"/>
                  </a:cubicBezTo>
                  <a:cubicBezTo>
                    <a:pt x="13839" y="7907"/>
                    <a:pt x="13854" y="7912"/>
                    <a:pt x="13869" y="7912"/>
                  </a:cubicBezTo>
                  <a:cubicBezTo>
                    <a:pt x="13937" y="7912"/>
                    <a:pt x="13998" y="7820"/>
                    <a:pt x="13939" y="7762"/>
                  </a:cubicBezTo>
                  <a:cubicBezTo>
                    <a:pt x="13780" y="7610"/>
                    <a:pt x="13640" y="7465"/>
                    <a:pt x="13525" y="7279"/>
                  </a:cubicBezTo>
                  <a:cubicBezTo>
                    <a:pt x="13574" y="7102"/>
                    <a:pt x="13610" y="6922"/>
                    <a:pt x="13631" y="6740"/>
                  </a:cubicBezTo>
                  <a:cubicBezTo>
                    <a:pt x="13822" y="6922"/>
                    <a:pt x="14035" y="7086"/>
                    <a:pt x="14250" y="7235"/>
                  </a:cubicBezTo>
                  <a:cubicBezTo>
                    <a:pt x="14265" y="7244"/>
                    <a:pt x="14280" y="7248"/>
                    <a:pt x="14294" y="7248"/>
                  </a:cubicBezTo>
                  <a:cubicBezTo>
                    <a:pt x="14365" y="7248"/>
                    <a:pt x="14428" y="7155"/>
                    <a:pt x="14365" y="7100"/>
                  </a:cubicBezTo>
                  <a:cubicBezTo>
                    <a:pt x="14150" y="6910"/>
                    <a:pt x="13919" y="6725"/>
                    <a:pt x="13671" y="6573"/>
                  </a:cubicBezTo>
                  <a:cubicBezTo>
                    <a:pt x="13662" y="6569"/>
                    <a:pt x="13654" y="6567"/>
                    <a:pt x="13645" y="6565"/>
                  </a:cubicBezTo>
                  <a:cubicBezTo>
                    <a:pt x="13655" y="6406"/>
                    <a:pt x="13654" y="6247"/>
                    <a:pt x="13641" y="6090"/>
                  </a:cubicBezTo>
                  <a:lnTo>
                    <a:pt x="13641" y="6090"/>
                  </a:lnTo>
                  <a:cubicBezTo>
                    <a:pt x="13905" y="6130"/>
                    <a:pt x="14164" y="6200"/>
                    <a:pt x="14426" y="6260"/>
                  </a:cubicBezTo>
                  <a:cubicBezTo>
                    <a:pt x="14431" y="6261"/>
                    <a:pt x="14436" y="6262"/>
                    <a:pt x="14441" y="6262"/>
                  </a:cubicBezTo>
                  <a:cubicBezTo>
                    <a:pt x="14503" y="6262"/>
                    <a:pt x="14548" y="6178"/>
                    <a:pt x="14483" y="6140"/>
                  </a:cubicBezTo>
                  <a:cubicBezTo>
                    <a:pt x="14221" y="5988"/>
                    <a:pt x="13922" y="5931"/>
                    <a:pt x="13620" y="5924"/>
                  </a:cubicBezTo>
                  <a:cubicBezTo>
                    <a:pt x="13600" y="5784"/>
                    <a:pt x="13576" y="5644"/>
                    <a:pt x="13539" y="5507"/>
                  </a:cubicBezTo>
                  <a:cubicBezTo>
                    <a:pt x="13844" y="5465"/>
                    <a:pt x="14137" y="5373"/>
                    <a:pt x="14399" y="5211"/>
                  </a:cubicBezTo>
                  <a:cubicBezTo>
                    <a:pt x="14482" y="5161"/>
                    <a:pt x="14441" y="5042"/>
                    <a:pt x="14362" y="5042"/>
                  </a:cubicBezTo>
                  <a:cubicBezTo>
                    <a:pt x="14350" y="5042"/>
                    <a:pt x="14336" y="5045"/>
                    <a:pt x="14321" y="5053"/>
                  </a:cubicBezTo>
                  <a:cubicBezTo>
                    <a:pt x="14056" y="5186"/>
                    <a:pt x="13788" y="5299"/>
                    <a:pt x="13499" y="5373"/>
                  </a:cubicBezTo>
                  <a:cubicBezTo>
                    <a:pt x="13437" y="5180"/>
                    <a:pt x="13359" y="4992"/>
                    <a:pt x="13263" y="4813"/>
                  </a:cubicBezTo>
                  <a:cubicBezTo>
                    <a:pt x="13522" y="4745"/>
                    <a:pt x="13780" y="4673"/>
                    <a:pt x="14031" y="4578"/>
                  </a:cubicBezTo>
                  <a:cubicBezTo>
                    <a:pt x="14105" y="4550"/>
                    <a:pt x="14068" y="4440"/>
                    <a:pt x="13999" y="4440"/>
                  </a:cubicBezTo>
                  <a:cubicBezTo>
                    <a:pt x="13994" y="4440"/>
                    <a:pt x="13990" y="4441"/>
                    <a:pt x="13985" y="4442"/>
                  </a:cubicBezTo>
                  <a:cubicBezTo>
                    <a:pt x="13705" y="4491"/>
                    <a:pt x="13435" y="4565"/>
                    <a:pt x="13165" y="4644"/>
                  </a:cubicBezTo>
                  <a:cubicBezTo>
                    <a:pt x="13151" y="4622"/>
                    <a:pt x="13136" y="4598"/>
                    <a:pt x="13121" y="4574"/>
                  </a:cubicBezTo>
                  <a:cubicBezTo>
                    <a:pt x="13129" y="4523"/>
                    <a:pt x="13114" y="4469"/>
                    <a:pt x="13064" y="4422"/>
                  </a:cubicBezTo>
                  <a:cubicBezTo>
                    <a:pt x="13007" y="4365"/>
                    <a:pt x="12951" y="4309"/>
                    <a:pt x="12896" y="4249"/>
                  </a:cubicBezTo>
                  <a:cubicBezTo>
                    <a:pt x="13165" y="4083"/>
                    <a:pt x="13411" y="3885"/>
                    <a:pt x="13613" y="3638"/>
                  </a:cubicBezTo>
                  <a:cubicBezTo>
                    <a:pt x="13651" y="3593"/>
                    <a:pt x="13601" y="3536"/>
                    <a:pt x="13552" y="3536"/>
                  </a:cubicBezTo>
                  <a:cubicBezTo>
                    <a:pt x="13538" y="3536"/>
                    <a:pt x="13524" y="3540"/>
                    <a:pt x="13512" y="3552"/>
                  </a:cubicBezTo>
                  <a:cubicBezTo>
                    <a:pt x="13284" y="3763"/>
                    <a:pt x="13057" y="3967"/>
                    <a:pt x="12806" y="4151"/>
                  </a:cubicBezTo>
                  <a:cubicBezTo>
                    <a:pt x="12665" y="3991"/>
                    <a:pt x="12534" y="3825"/>
                    <a:pt x="12407" y="3651"/>
                  </a:cubicBezTo>
                  <a:cubicBezTo>
                    <a:pt x="12592" y="3518"/>
                    <a:pt x="12774" y="3380"/>
                    <a:pt x="12937" y="3220"/>
                  </a:cubicBezTo>
                  <a:cubicBezTo>
                    <a:pt x="12973" y="3183"/>
                    <a:pt x="12945" y="3116"/>
                    <a:pt x="12898" y="3116"/>
                  </a:cubicBezTo>
                  <a:cubicBezTo>
                    <a:pt x="12889" y="3116"/>
                    <a:pt x="12880" y="3118"/>
                    <a:pt x="12870" y="3124"/>
                  </a:cubicBezTo>
                  <a:cubicBezTo>
                    <a:pt x="12674" y="3242"/>
                    <a:pt x="12493" y="3382"/>
                    <a:pt x="12316" y="3528"/>
                  </a:cubicBezTo>
                  <a:cubicBezTo>
                    <a:pt x="12225" y="3403"/>
                    <a:pt x="12139" y="3276"/>
                    <a:pt x="12052" y="3148"/>
                  </a:cubicBezTo>
                  <a:cubicBezTo>
                    <a:pt x="12075" y="3148"/>
                    <a:pt x="12098" y="3139"/>
                    <a:pt x="12116" y="3114"/>
                  </a:cubicBezTo>
                  <a:cubicBezTo>
                    <a:pt x="12275" y="2886"/>
                    <a:pt x="12479" y="2709"/>
                    <a:pt x="12683" y="2522"/>
                  </a:cubicBezTo>
                  <a:cubicBezTo>
                    <a:pt x="12732" y="2475"/>
                    <a:pt x="12693" y="2394"/>
                    <a:pt x="12636" y="2394"/>
                  </a:cubicBezTo>
                  <a:cubicBezTo>
                    <a:pt x="12626" y="2394"/>
                    <a:pt x="12615" y="2396"/>
                    <a:pt x="12604" y="2403"/>
                  </a:cubicBezTo>
                  <a:cubicBezTo>
                    <a:pt x="12337" y="2546"/>
                    <a:pt x="12143" y="2777"/>
                    <a:pt x="11983" y="3029"/>
                  </a:cubicBezTo>
                  <a:cubicBezTo>
                    <a:pt x="11982" y="3033"/>
                    <a:pt x="11980" y="3039"/>
                    <a:pt x="11977" y="3042"/>
                  </a:cubicBezTo>
                  <a:cubicBezTo>
                    <a:pt x="11891" y="2914"/>
                    <a:pt x="11804" y="2785"/>
                    <a:pt x="11715" y="2659"/>
                  </a:cubicBezTo>
                  <a:cubicBezTo>
                    <a:pt x="11926" y="2489"/>
                    <a:pt x="12103" y="2278"/>
                    <a:pt x="12188" y="2016"/>
                  </a:cubicBezTo>
                  <a:cubicBezTo>
                    <a:pt x="12204" y="1965"/>
                    <a:pt x="12162" y="1925"/>
                    <a:pt x="12120" y="1925"/>
                  </a:cubicBezTo>
                  <a:cubicBezTo>
                    <a:pt x="12099" y="1925"/>
                    <a:pt x="12077" y="1935"/>
                    <a:pt x="12062" y="1958"/>
                  </a:cubicBezTo>
                  <a:cubicBezTo>
                    <a:pt x="11926" y="2165"/>
                    <a:pt x="11796" y="2361"/>
                    <a:pt x="11623" y="2530"/>
                  </a:cubicBezTo>
                  <a:cubicBezTo>
                    <a:pt x="11495" y="2350"/>
                    <a:pt x="11361" y="2177"/>
                    <a:pt x="11222" y="2010"/>
                  </a:cubicBezTo>
                  <a:cubicBezTo>
                    <a:pt x="11378" y="1797"/>
                    <a:pt x="11529" y="1585"/>
                    <a:pt x="11664" y="1358"/>
                  </a:cubicBezTo>
                  <a:cubicBezTo>
                    <a:pt x="11698" y="1303"/>
                    <a:pt x="11653" y="1253"/>
                    <a:pt x="11604" y="1253"/>
                  </a:cubicBezTo>
                  <a:cubicBezTo>
                    <a:pt x="11584" y="1253"/>
                    <a:pt x="11563" y="1262"/>
                    <a:pt x="11548" y="1283"/>
                  </a:cubicBezTo>
                  <a:cubicBezTo>
                    <a:pt x="11395" y="1481"/>
                    <a:pt x="11259" y="1690"/>
                    <a:pt x="11126" y="1901"/>
                  </a:cubicBezTo>
                  <a:cubicBezTo>
                    <a:pt x="10998" y="1758"/>
                    <a:pt x="10862" y="1623"/>
                    <a:pt x="10716" y="1497"/>
                  </a:cubicBezTo>
                  <a:cubicBezTo>
                    <a:pt x="10872" y="1212"/>
                    <a:pt x="11019" y="891"/>
                    <a:pt x="11118" y="584"/>
                  </a:cubicBezTo>
                  <a:cubicBezTo>
                    <a:pt x="11140" y="516"/>
                    <a:pt x="11080" y="459"/>
                    <a:pt x="11022" y="459"/>
                  </a:cubicBezTo>
                  <a:cubicBezTo>
                    <a:pt x="10994" y="459"/>
                    <a:pt x="10966" y="472"/>
                    <a:pt x="10948" y="504"/>
                  </a:cubicBezTo>
                  <a:cubicBezTo>
                    <a:pt x="10795" y="770"/>
                    <a:pt x="10665" y="1078"/>
                    <a:pt x="10562" y="1371"/>
                  </a:cubicBezTo>
                  <a:cubicBezTo>
                    <a:pt x="10475" y="1304"/>
                    <a:pt x="10383" y="1241"/>
                    <a:pt x="10289" y="1181"/>
                  </a:cubicBezTo>
                  <a:cubicBezTo>
                    <a:pt x="10238" y="1150"/>
                    <a:pt x="10186" y="1123"/>
                    <a:pt x="10135" y="1096"/>
                  </a:cubicBezTo>
                  <a:cubicBezTo>
                    <a:pt x="10281" y="837"/>
                    <a:pt x="10383" y="525"/>
                    <a:pt x="10339" y="241"/>
                  </a:cubicBezTo>
                  <a:cubicBezTo>
                    <a:pt x="10332" y="199"/>
                    <a:pt x="10299" y="179"/>
                    <a:pt x="10264" y="179"/>
                  </a:cubicBezTo>
                  <a:cubicBezTo>
                    <a:pt x="10232" y="179"/>
                    <a:pt x="10198" y="197"/>
                    <a:pt x="10185" y="232"/>
                  </a:cubicBezTo>
                  <a:cubicBezTo>
                    <a:pt x="10128" y="383"/>
                    <a:pt x="10100" y="543"/>
                    <a:pt x="10051" y="698"/>
                  </a:cubicBezTo>
                  <a:cubicBezTo>
                    <a:pt x="10020" y="803"/>
                    <a:pt x="9979" y="902"/>
                    <a:pt x="9934" y="1000"/>
                  </a:cubicBezTo>
                  <a:cubicBezTo>
                    <a:pt x="9815" y="947"/>
                    <a:pt x="9691" y="909"/>
                    <a:pt x="9565" y="876"/>
                  </a:cubicBezTo>
                  <a:cubicBezTo>
                    <a:pt x="9665" y="613"/>
                    <a:pt x="9708" y="327"/>
                    <a:pt x="9631" y="53"/>
                  </a:cubicBezTo>
                  <a:cubicBezTo>
                    <a:pt x="9621" y="19"/>
                    <a:pt x="9590" y="1"/>
                    <a:pt x="95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80" name="Google Shape;1880;p13"/>
            <p:cNvSpPr/>
            <p:nvPr/>
          </p:nvSpPr>
          <p:spPr>
            <a:xfrm>
              <a:off x="-146520" y="871920"/>
              <a:ext cx="1170721" cy="1156672"/>
            </a:xfrm>
            <a:custGeom>
              <a:rect b="b" l="l" r="r" t="t"/>
              <a:pathLst>
                <a:path extrusionOk="0" h="10766" w="10896">
                  <a:moveTo>
                    <a:pt x="7211" y="269"/>
                  </a:moveTo>
                  <a:cubicBezTo>
                    <a:pt x="7407" y="269"/>
                    <a:pt x="7615" y="330"/>
                    <a:pt x="7834" y="471"/>
                  </a:cubicBezTo>
                  <a:cubicBezTo>
                    <a:pt x="8282" y="757"/>
                    <a:pt x="8582" y="1242"/>
                    <a:pt x="8867" y="1671"/>
                  </a:cubicBezTo>
                  <a:cubicBezTo>
                    <a:pt x="9241" y="2236"/>
                    <a:pt x="9605" y="2807"/>
                    <a:pt x="9987" y="3367"/>
                  </a:cubicBezTo>
                  <a:cubicBezTo>
                    <a:pt x="10011" y="3404"/>
                    <a:pt x="10045" y="3424"/>
                    <a:pt x="10082" y="3431"/>
                  </a:cubicBezTo>
                  <a:cubicBezTo>
                    <a:pt x="10198" y="3627"/>
                    <a:pt x="10320" y="3824"/>
                    <a:pt x="10470" y="3986"/>
                  </a:cubicBezTo>
                  <a:cubicBezTo>
                    <a:pt x="10661" y="4679"/>
                    <a:pt x="10327" y="5533"/>
                    <a:pt x="9773" y="5992"/>
                  </a:cubicBezTo>
                  <a:cubicBezTo>
                    <a:pt x="8888" y="6727"/>
                    <a:pt x="7687" y="6855"/>
                    <a:pt x="6617" y="7158"/>
                  </a:cubicBezTo>
                  <a:cubicBezTo>
                    <a:pt x="5772" y="7395"/>
                    <a:pt x="4979" y="7746"/>
                    <a:pt x="4403" y="8433"/>
                  </a:cubicBezTo>
                  <a:cubicBezTo>
                    <a:pt x="3767" y="9193"/>
                    <a:pt x="3308" y="10426"/>
                    <a:pt x="2160" y="10477"/>
                  </a:cubicBezTo>
                  <a:cubicBezTo>
                    <a:pt x="2134" y="10478"/>
                    <a:pt x="2107" y="10479"/>
                    <a:pt x="2081" y="10479"/>
                  </a:cubicBezTo>
                  <a:cubicBezTo>
                    <a:pt x="1206" y="10479"/>
                    <a:pt x="403" y="9819"/>
                    <a:pt x="352" y="8927"/>
                  </a:cubicBezTo>
                  <a:cubicBezTo>
                    <a:pt x="296" y="8020"/>
                    <a:pt x="916" y="7201"/>
                    <a:pt x="1565" y="6634"/>
                  </a:cubicBezTo>
                  <a:cubicBezTo>
                    <a:pt x="2351" y="5948"/>
                    <a:pt x="3308" y="5476"/>
                    <a:pt x="4023" y="4708"/>
                  </a:cubicBezTo>
                  <a:cubicBezTo>
                    <a:pt x="4638" y="4047"/>
                    <a:pt x="4950" y="3216"/>
                    <a:pt x="5296" y="2399"/>
                  </a:cubicBezTo>
                  <a:cubicBezTo>
                    <a:pt x="5613" y="1645"/>
                    <a:pt x="6279" y="269"/>
                    <a:pt x="7211" y="269"/>
                  </a:cubicBezTo>
                  <a:close/>
                  <a:moveTo>
                    <a:pt x="7263" y="0"/>
                  </a:moveTo>
                  <a:cubicBezTo>
                    <a:pt x="6776" y="0"/>
                    <a:pt x="6310" y="273"/>
                    <a:pt x="5939" y="699"/>
                  </a:cubicBezTo>
                  <a:cubicBezTo>
                    <a:pt x="5120" y="1635"/>
                    <a:pt x="4915" y="2917"/>
                    <a:pt x="4254" y="3948"/>
                  </a:cubicBezTo>
                  <a:cubicBezTo>
                    <a:pt x="3495" y="5133"/>
                    <a:pt x="2140" y="5653"/>
                    <a:pt x="1164" y="6611"/>
                  </a:cubicBezTo>
                  <a:cubicBezTo>
                    <a:pt x="540" y="7220"/>
                    <a:pt x="0" y="8061"/>
                    <a:pt x="65" y="8966"/>
                  </a:cubicBezTo>
                  <a:cubicBezTo>
                    <a:pt x="122" y="9781"/>
                    <a:pt x="705" y="10434"/>
                    <a:pt x="1475" y="10674"/>
                  </a:cubicBezTo>
                  <a:cubicBezTo>
                    <a:pt x="1677" y="10736"/>
                    <a:pt x="1873" y="10765"/>
                    <a:pt x="2061" y="10765"/>
                  </a:cubicBezTo>
                  <a:cubicBezTo>
                    <a:pt x="2748" y="10765"/>
                    <a:pt x="3340" y="10376"/>
                    <a:pt x="3792" y="9797"/>
                  </a:cubicBezTo>
                  <a:cubicBezTo>
                    <a:pt x="4192" y="9282"/>
                    <a:pt x="4491" y="8686"/>
                    <a:pt x="4993" y="8258"/>
                  </a:cubicBezTo>
                  <a:cubicBezTo>
                    <a:pt x="5565" y="7766"/>
                    <a:pt x="6312" y="7543"/>
                    <a:pt x="7028" y="7362"/>
                  </a:cubicBezTo>
                  <a:cubicBezTo>
                    <a:pt x="8249" y="7055"/>
                    <a:pt x="9793" y="6805"/>
                    <a:pt x="10507" y="5623"/>
                  </a:cubicBezTo>
                  <a:cubicBezTo>
                    <a:pt x="10802" y="5137"/>
                    <a:pt x="10895" y="4521"/>
                    <a:pt x="10743" y="3995"/>
                  </a:cubicBezTo>
                  <a:cubicBezTo>
                    <a:pt x="10748" y="3971"/>
                    <a:pt x="10746" y="3945"/>
                    <a:pt x="10731" y="3917"/>
                  </a:cubicBezTo>
                  <a:cubicBezTo>
                    <a:pt x="10724" y="3903"/>
                    <a:pt x="10715" y="3892"/>
                    <a:pt x="10705" y="3877"/>
                  </a:cubicBezTo>
                  <a:cubicBezTo>
                    <a:pt x="10613" y="3629"/>
                    <a:pt x="10463" y="3405"/>
                    <a:pt x="10249" y="3233"/>
                  </a:cubicBezTo>
                  <a:cubicBezTo>
                    <a:pt x="9853" y="2605"/>
                    <a:pt x="9448" y="1981"/>
                    <a:pt x="9037" y="1363"/>
                  </a:cubicBezTo>
                  <a:cubicBezTo>
                    <a:pt x="8776" y="974"/>
                    <a:pt x="8499" y="577"/>
                    <a:pt x="8115" y="296"/>
                  </a:cubicBezTo>
                  <a:cubicBezTo>
                    <a:pt x="7833" y="91"/>
                    <a:pt x="7544" y="0"/>
                    <a:pt x="72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81" name="Google Shape;1881;p13"/>
            <p:cNvSpPr/>
            <p:nvPr/>
          </p:nvSpPr>
          <p:spPr>
            <a:xfrm>
              <a:off x="-363600" y="1696680"/>
              <a:ext cx="106560" cy="23040"/>
            </a:xfrm>
            <a:custGeom>
              <a:rect b="b" l="l" r="r" t="t"/>
              <a:pathLst>
                <a:path extrusionOk="0" h="217" w="996">
                  <a:moveTo>
                    <a:pt x="886" y="1"/>
                  </a:moveTo>
                  <a:cubicBezTo>
                    <a:pt x="879" y="1"/>
                    <a:pt x="871" y="2"/>
                    <a:pt x="863" y="4"/>
                  </a:cubicBezTo>
                  <a:cubicBezTo>
                    <a:pt x="687" y="61"/>
                    <a:pt x="505" y="89"/>
                    <a:pt x="322" y="89"/>
                  </a:cubicBezTo>
                  <a:cubicBezTo>
                    <a:pt x="244" y="89"/>
                    <a:pt x="166" y="84"/>
                    <a:pt x="88" y="74"/>
                  </a:cubicBezTo>
                  <a:cubicBezTo>
                    <a:pt x="84" y="73"/>
                    <a:pt x="80" y="73"/>
                    <a:pt x="77" y="73"/>
                  </a:cubicBezTo>
                  <a:cubicBezTo>
                    <a:pt x="4" y="73"/>
                    <a:pt x="1" y="195"/>
                    <a:pt x="81" y="203"/>
                  </a:cubicBezTo>
                  <a:cubicBezTo>
                    <a:pt x="176" y="212"/>
                    <a:pt x="271" y="217"/>
                    <a:pt x="366" y="217"/>
                  </a:cubicBezTo>
                  <a:cubicBezTo>
                    <a:pt x="543" y="217"/>
                    <a:pt x="719" y="201"/>
                    <a:pt x="897" y="170"/>
                  </a:cubicBezTo>
                  <a:cubicBezTo>
                    <a:pt x="996" y="152"/>
                    <a:pt x="970" y="1"/>
                    <a:pt x="8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1500" lIns="91425" spcFirstLastPara="1" rIns="91425" wrap="square" tIns="11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82" name="Google Shape;1882;p13"/>
            <p:cNvSpPr/>
            <p:nvPr/>
          </p:nvSpPr>
          <p:spPr>
            <a:xfrm>
              <a:off x="478440" y="1037880"/>
              <a:ext cx="55080" cy="51480"/>
            </a:xfrm>
            <a:custGeom>
              <a:rect b="b" l="l" r="r" t="t"/>
              <a:pathLst>
                <a:path extrusionOk="0" h="482" w="516">
                  <a:moveTo>
                    <a:pt x="189" y="1"/>
                  </a:moveTo>
                  <a:cubicBezTo>
                    <a:pt x="150" y="1"/>
                    <a:pt x="111" y="14"/>
                    <a:pt x="78" y="46"/>
                  </a:cubicBezTo>
                  <a:cubicBezTo>
                    <a:pt x="0" y="123"/>
                    <a:pt x="6" y="219"/>
                    <a:pt x="64" y="303"/>
                  </a:cubicBezTo>
                  <a:cubicBezTo>
                    <a:pt x="92" y="342"/>
                    <a:pt x="119" y="379"/>
                    <a:pt x="147" y="416"/>
                  </a:cubicBezTo>
                  <a:cubicBezTo>
                    <a:pt x="181" y="460"/>
                    <a:pt x="237" y="481"/>
                    <a:pt x="293" y="481"/>
                  </a:cubicBezTo>
                  <a:cubicBezTo>
                    <a:pt x="341" y="481"/>
                    <a:pt x="390" y="465"/>
                    <a:pt x="424" y="432"/>
                  </a:cubicBezTo>
                  <a:cubicBezTo>
                    <a:pt x="495" y="361"/>
                    <a:pt x="516" y="233"/>
                    <a:pt x="438" y="155"/>
                  </a:cubicBezTo>
                  <a:cubicBezTo>
                    <a:pt x="404" y="124"/>
                    <a:pt x="371" y="91"/>
                    <a:pt x="336" y="60"/>
                  </a:cubicBezTo>
                  <a:cubicBezTo>
                    <a:pt x="295" y="25"/>
                    <a:pt x="242" y="1"/>
                    <a:pt x="1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5900" lIns="91425" spcFirstLastPara="1" rIns="91425" wrap="square" tIns="25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83" name="Google Shape;1883;p13"/>
            <p:cNvSpPr/>
            <p:nvPr/>
          </p:nvSpPr>
          <p:spPr>
            <a:xfrm>
              <a:off x="549000" y="981360"/>
              <a:ext cx="53280" cy="48600"/>
            </a:xfrm>
            <a:custGeom>
              <a:rect b="b" l="l" r="r" t="t"/>
              <a:pathLst>
                <a:path extrusionOk="0" h="455" w="500">
                  <a:moveTo>
                    <a:pt x="205" y="0"/>
                  </a:moveTo>
                  <a:cubicBezTo>
                    <a:pt x="162" y="0"/>
                    <a:pt x="119" y="15"/>
                    <a:pt x="84" y="50"/>
                  </a:cubicBezTo>
                  <a:cubicBezTo>
                    <a:pt x="0" y="131"/>
                    <a:pt x="0" y="242"/>
                    <a:pt x="67" y="331"/>
                  </a:cubicBezTo>
                  <a:lnTo>
                    <a:pt x="108" y="386"/>
                  </a:lnTo>
                  <a:cubicBezTo>
                    <a:pt x="142" y="432"/>
                    <a:pt x="201" y="454"/>
                    <a:pt x="260" y="454"/>
                  </a:cubicBezTo>
                  <a:cubicBezTo>
                    <a:pt x="312" y="454"/>
                    <a:pt x="364" y="437"/>
                    <a:pt x="398" y="402"/>
                  </a:cubicBezTo>
                  <a:cubicBezTo>
                    <a:pt x="474" y="330"/>
                    <a:pt x="499" y="192"/>
                    <a:pt x="414" y="111"/>
                  </a:cubicBezTo>
                  <a:lnTo>
                    <a:pt x="363" y="66"/>
                  </a:lnTo>
                  <a:cubicBezTo>
                    <a:pt x="320" y="26"/>
                    <a:pt x="262" y="0"/>
                    <a:pt x="2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4475" lIns="91425" spcFirstLastPara="1" rIns="91425" wrap="square" tIns="24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84" name="Google Shape;1884;p13"/>
            <p:cNvSpPr/>
            <p:nvPr/>
          </p:nvSpPr>
          <p:spPr>
            <a:xfrm>
              <a:off x="610560" y="940320"/>
              <a:ext cx="34560" cy="24480"/>
            </a:xfrm>
            <a:custGeom>
              <a:rect b="b" l="l" r="r" t="t"/>
              <a:pathLst>
                <a:path extrusionOk="0" h="232" w="325">
                  <a:moveTo>
                    <a:pt x="168" y="1"/>
                  </a:moveTo>
                  <a:cubicBezTo>
                    <a:pt x="81" y="1"/>
                    <a:pt x="1" y="109"/>
                    <a:pt x="76" y="194"/>
                  </a:cubicBezTo>
                  <a:cubicBezTo>
                    <a:pt x="100" y="220"/>
                    <a:pt x="128" y="231"/>
                    <a:pt x="156" y="231"/>
                  </a:cubicBezTo>
                  <a:cubicBezTo>
                    <a:pt x="243" y="231"/>
                    <a:pt x="325" y="123"/>
                    <a:pt x="249" y="40"/>
                  </a:cubicBezTo>
                  <a:cubicBezTo>
                    <a:pt x="224" y="12"/>
                    <a:pt x="196" y="1"/>
                    <a:pt x="1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225" lIns="91425" spcFirstLastPara="1" rIns="91425" wrap="square" tIns="12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85" name="Google Shape;1885;p13"/>
            <p:cNvSpPr/>
            <p:nvPr/>
          </p:nvSpPr>
          <p:spPr>
            <a:xfrm>
              <a:off x="470160" y="1093680"/>
              <a:ext cx="121319" cy="77759"/>
            </a:xfrm>
            <a:custGeom>
              <a:rect b="b" l="l" r="r" t="t"/>
              <a:pathLst>
                <a:path extrusionOk="0" h="728" w="1133">
                  <a:moveTo>
                    <a:pt x="791" y="1"/>
                  </a:moveTo>
                  <a:cubicBezTo>
                    <a:pt x="682" y="1"/>
                    <a:pt x="579" y="62"/>
                    <a:pt x="482" y="108"/>
                  </a:cubicBezTo>
                  <a:cubicBezTo>
                    <a:pt x="353" y="170"/>
                    <a:pt x="177" y="222"/>
                    <a:pt x="91" y="348"/>
                  </a:cubicBezTo>
                  <a:cubicBezTo>
                    <a:pt x="0" y="481"/>
                    <a:pt x="90" y="716"/>
                    <a:pt x="228" y="716"/>
                  </a:cubicBezTo>
                  <a:cubicBezTo>
                    <a:pt x="260" y="716"/>
                    <a:pt x="295" y="703"/>
                    <a:pt x="330" y="673"/>
                  </a:cubicBezTo>
                  <a:cubicBezTo>
                    <a:pt x="346" y="660"/>
                    <a:pt x="353" y="646"/>
                    <a:pt x="357" y="630"/>
                  </a:cubicBezTo>
                  <a:cubicBezTo>
                    <a:pt x="366" y="591"/>
                    <a:pt x="340" y="548"/>
                    <a:pt x="302" y="533"/>
                  </a:cubicBezTo>
                  <a:cubicBezTo>
                    <a:pt x="190" y="485"/>
                    <a:pt x="492" y="354"/>
                    <a:pt x="536" y="334"/>
                  </a:cubicBezTo>
                  <a:cubicBezTo>
                    <a:pt x="594" y="307"/>
                    <a:pt x="695" y="236"/>
                    <a:pt x="770" y="236"/>
                  </a:cubicBezTo>
                  <a:cubicBezTo>
                    <a:pt x="801" y="236"/>
                    <a:pt x="826" y="248"/>
                    <a:pt x="843" y="278"/>
                  </a:cubicBezTo>
                  <a:cubicBezTo>
                    <a:pt x="910" y="391"/>
                    <a:pt x="777" y="490"/>
                    <a:pt x="687" y="523"/>
                  </a:cubicBezTo>
                  <a:cubicBezTo>
                    <a:pt x="634" y="540"/>
                    <a:pt x="574" y="547"/>
                    <a:pt x="516" y="560"/>
                  </a:cubicBezTo>
                  <a:cubicBezTo>
                    <a:pt x="449" y="574"/>
                    <a:pt x="444" y="591"/>
                    <a:pt x="379" y="619"/>
                  </a:cubicBezTo>
                  <a:cubicBezTo>
                    <a:pt x="371" y="623"/>
                    <a:pt x="367" y="629"/>
                    <a:pt x="366" y="632"/>
                  </a:cubicBezTo>
                  <a:cubicBezTo>
                    <a:pt x="362" y="645"/>
                    <a:pt x="369" y="660"/>
                    <a:pt x="381" y="666"/>
                  </a:cubicBezTo>
                  <a:cubicBezTo>
                    <a:pt x="447" y="696"/>
                    <a:pt x="458" y="718"/>
                    <a:pt x="530" y="725"/>
                  </a:cubicBezTo>
                  <a:cubicBezTo>
                    <a:pt x="548" y="727"/>
                    <a:pt x="566" y="728"/>
                    <a:pt x="584" y="728"/>
                  </a:cubicBezTo>
                  <a:cubicBezTo>
                    <a:pt x="638" y="728"/>
                    <a:pt x="693" y="721"/>
                    <a:pt x="743" y="710"/>
                  </a:cubicBezTo>
                  <a:cubicBezTo>
                    <a:pt x="865" y="682"/>
                    <a:pt x="977" y="615"/>
                    <a:pt x="1037" y="503"/>
                  </a:cubicBezTo>
                  <a:cubicBezTo>
                    <a:pt x="1132" y="320"/>
                    <a:pt x="1070" y="44"/>
                    <a:pt x="842" y="6"/>
                  </a:cubicBezTo>
                  <a:cubicBezTo>
                    <a:pt x="825" y="2"/>
                    <a:pt x="808" y="1"/>
                    <a:pt x="7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8875" lIns="91425" spcFirstLastPara="1" rIns="91425" wrap="square" tIns="38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86" name="Google Shape;1886;p13"/>
            <p:cNvSpPr/>
            <p:nvPr/>
          </p:nvSpPr>
          <p:spPr>
            <a:xfrm>
              <a:off x="649800" y="978840"/>
              <a:ext cx="90000" cy="120239"/>
            </a:xfrm>
            <a:custGeom>
              <a:rect b="b" l="l" r="r" t="t"/>
              <a:pathLst>
                <a:path extrusionOk="0" h="1122" w="841">
                  <a:moveTo>
                    <a:pt x="227" y="262"/>
                  </a:moveTo>
                  <a:cubicBezTo>
                    <a:pt x="417" y="359"/>
                    <a:pt x="557" y="549"/>
                    <a:pt x="559" y="772"/>
                  </a:cubicBezTo>
                  <a:cubicBezTo>
                    <a:pt x="560" y="845"/>
                    <a:pt x="570" y="905"/>
                    <a:pt x="486" y="905"/>
                  </a:cubicBezTo>
                  <a:cubicBezTo>
                    <a:pt x="480" y="905"/>
                    <a:pt x="473" y="904"/>
                    <a:pt x="465" y="903"/>
                  </a:cubicBezTo>
                  <a:cubicBezTo>
                    <a:pt x="411" y="898"/>
                    <a:pt x="353" y="858"/>
                    <a:pt x="309" y="826"/>
                  </a:cubicBezTo>
                  <a:cubicBezTo>
                    <a:pt x="233" y="766"/>
                    <a:pt x="175" y="687"/>
                    <a:pt x="141" y="599"/>
                  </a:cubicBezTo>
                  <a:cubicBezTo>
                    <a:pt x="160" y="589"/>
                    <a:pt x="176" y="572"/>
                    <a:pt x="182" y="544"/>
                  </a:cubicBezTo>
                  <a:cubicBezTo>
                    <a:pt x="203" y="451"/>
                    <a:pt x="216" y="358"/>
                    <a:pt x="227" y="262"/>
                  </a:cubicBezTo>
                  <a:close/>
                  <a:moveTo>
                    <a:pt x="139" y="1"/>
                  </a:moveTo>
                  <a:cubicBezTo>
                    <a:pt x="82" y="1"/>
                    <a:pt x="35" y="43"/>
                    <a:pt x="29" y="103"/>
                  </a:cubicBezTo>
                  <a:cubicBezTo>
                    <a:pt x="15" y="237"/>
                    <a:pt x="0" y="373"/>
                    <a:pt x="5" y="510"/>
                  </a:cubicBezTo>
                  <a:cubicBezTo>
                    <a:pt x="3" y="519"/>
                    <a:pt x="6" y="529"/>
                    <a:pt x="10" y="538"/>
                  </a:cubicBezTo>
                  <a:cubicBezTo>
                    <a:pt x="12" y="697"/>
                    <a:pt x="71" y="843"/>
                    <a:pt x="195" y="962"/>
                  </a:cubicBezTo>
                  <a:cubicBezTo>
                    <a:pt x="274" y="1040"/>
                    <a:pt x="414" y="1122"/>
                    <a:pt x="540" y="1122"/>
                  </a:cubicBezTo>
                  <a:cubicBezTo>
                    <a:pt x="607" y="1122"/>
                    <a:pt x="669" y="1099"/>
                    <a:pt x="716" y="1040"/>
                  </a:cubicBezTo>
                  <a:cubicBezTo>
                    <a:pt x="841" y="879"/>
                    <a:pt x="777" y="596"/>
                    <a:pt x="695" y="433"/>
                  </a:cubicBezTo>
                  <a:cubicBezTo>
                    <a:pt x="588" y="223"/>
                    <a:pt x="399" y="67"/>
                    <a:pt x="170" y="5"/>
                  </a:cubicBezTo>
                  <a:cubicBezTo>
                    <a:pt x="160" y="2"/>
                    <a:pt x="149" y="1"/>
                    <a:pt x="1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0100" lIns="91425" spcFirstLastPara="1" rIns="91425" wrap="square" tIns="60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87" name="Google Shape;1887;p13"/>
            <p:cNvSpPr/>
            <p:nvPr/>
          </p:nvSpPr>
          <p:spPr>
            <a:xfrm>
              <a:off x="413640" y="1213920"/>
              <a:ext cx="26280" cy="18720"/>
            </a:xfrm>
            <a:custGeom>
              <a:rect b="b" l="l" r="r" t="t"/>
              <a:pathLst>
                <a:path extrusionOk="0" h="178" w="249">
                  <a:moveTo>
                    <a:pt x="129" y="0"/>
                  </a:moveTo>
                  <a:cubicBezTo>
                    <a:pt x="62" y="0"/>
                    <a:pt x="1" y="83"/>
                    <a:pt x="58" y="147"/>
                  </a:cubicBezTo>
                  <a:cubicBezTo>
                    <a:pt x="76" y="169"/>
                    <a:pt x="98" y="177"/>
                    <a:pt x="120" y="177"/>
                  </a:cubicBezTo>
                  <a:cubicBezTo>
                    <a:pt x="187" y="177"/>
                    <a:pt x="248" y="94"/>
                    <a:pt x="191" y="30"/>
                  </a:cubicBezTo>
                  <a:cubicBezTo>
                    <a:pt x="172" y="9"/>
                    <a:pt x="150" y="0"/>
                    <a:pt x="1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350" lIns="91425" spcFirstLastPara="1" rIns="91425" wrap="square" tIns="9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88" name="Google Shape;1888;p13"/>
            <p:cNvSpPr/>
            <p:nvPr/>
          </p:nvSpPr>
          <p:spPr>
            <a:xfrm>
              <a:off x="605880" y="1080360"/>
              <a:ext cx="28440" cy="20520"/>
            </a:xfrm>
            <a:custGeom>
              <a:rect b="b" l="l" r="r" t="t"/>
              <a:pathLst>
                <a:path extrusionOk="0" h="193" w="267">
                  <a:moveTo>
                    <a:pt x="138" y="1"/>
                  </a:moveTo>
                  <a:cubicBezTo>
                    <a:pt x="66" y="1"/>
                    <a:pt x="0" y="91"/>
                    <a:pt x="61" y="160"/>
                  </a:cubicBezTo>
                  <a:cubicBezTo>
                    <a:pt x="81" y="183"/>
                    <a:pt x="105" y="192"/>
                    <a:pt x="128" y="192"/>
                  </a:cubicBezTo>
                  <a:cubicBezTo>
                    <a:pt x="201" y="192"/>
                    <a:pt x="267" y="101"/>
                    <a:pt x="206" y="33"/>
                  </a:cubicBezTo>
                  <a:cubicBezTo>
                    <a:pt x="185" y="10"/>
                    <a:pt x="161" y="1"/>
                    <a:pt x="1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0425" lIns="91425" spcFirstLastPara="1" rIns="91425" wrap="square" tIns="10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89" name="Google Shape;1889;p13"/>
            <p:cNvSpPr/>
            <p:nvPr/>
          </p:nvSpPr>
          <p:spPr>
            <a:xfrm>
              <a:off x="478440" y="1198080"/>
              <a:ext cx="36000" cy="25920"/>
            </a:xfrm>
            <a:custGeom>
              <a:rect b="b" l="l" r="r" t="t"/>
              <a:pathLst>
                <a:path extrusionOk="0" h="243" w="340">
                  <a:moveTo>
                    <a:pt x="174" y="0"/>
                  </a:moveTo>
                  <a:cubicBezTo>
                    <a:pt x="83" y="0"/>
                    <a:pt x="0" y="114"/>
                    <a:pt x="78" y="203"/>
                  </a:cubicBezTo>
                  <a:cubicBezTo>
                    <a:pt x="104" y="231"/>
                    <a:pt x="134" y="243"/>
                    <a:pt x="163" y="243"/>
                  </a:cubicBezTo>
                  <a:cubicBezTo>
                    <a:pt x="255" y="243"/>
                    <a:pt x="340" y="129"/>
                    <a:pt x="259" y="41"/>
                  </a:cubicBezTo>
                  <a:cubicBezTo>
                    <a:pt x="234" y="12"/>
                    <a:pt x="203" y="0"/>
                    <a:pt x="1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950" lIns="91425" spcFirstLastPara="1" rIns="91425" wrap="square" tIns="12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90" name="Google Shape;1890;p13"/>
            <p:cNvSpPr/>
            <p:nvPr/>
          </p:nvSpPr>
          <p:spPr>
            <a:xfrm>
              <a:off x="-64080" y="1601280"/>
              <a:ext cx="292680" cy="345962"/>
            </a:xfrm>
            <a:custGeom>
              <a:rect b="b" l="l" r="r" t="t"/>
              <a:pathLst>
                <a:path extrusionOk="0" h="3222" w="2728">
                  <a:moveTo>
                    <a:pt x="1338" y="255"/>
                  </a:moveTo>
                  <a:cubicBezTo>
                    <a:pt x="1588" y="255"/>
                    <a:pt x="1832" y="418"/>
                    <a:pt x="1979" y="602"/>
                  </a:cubicBezTo>
                  <a:cubicBezTo>
                    <a:pt x="2257" y="949"/>
                    <a:pt x="2447" y="1753"/>
                    <a:pt x="2262" y="2171"/>
                  </a:cubicBezTo>
                  <a:cubicBezTo>
                    <a:pt x="2261" y="2174"/>
                    <a:pt x="2261" y="2179"/>
                    <a:pt x="2260" y="2182"/>
                  </a:cubicBezTo>
                  <a:cubicBezTo>
                    <a:pt x="2019" y="2554"/>
                    <a:pt x="1602" y="2981"/>
                    <a:pt x="1202" y="2981"/>
                  </a:cubicBezTo>
                  <a:cubicBezTo>
                    <a:pt x="990" y="2981"/>
                    <a:pt x="783" y="2860"/>
                    <a:pt x="610" y="2546"/>
                  </a:cubicBezTo>
                  <a:cubicBezTo>
                    <a:pt x="355" y="2081"/>
                    <a:pt x="507" y="1533"/>
                    <a:pt x="653" y="1061"/>
                  </a:cubicBezTo>
                  <a:cubicBezTo>
                    <a:pt x="745" y="764"/>
                    <a:pt x="837" y="360"/>
                    <a:pt x="1204" y="272"/>
                  </a:cubicBezTo>
                  <a:cubicBezTo>
                    <a:pt x="1248" y="261"/>
                    <a:pt x="1293" y="255"/>
                    <a:pt x="1338" y="255"/>
                  </a:cubicBezTo>
                  <a:close/>
                  <a:moveTo>
                    <a:pt x="1397" y="0"/>
                  </a:moveTo>
                  <a:cubicBezTo>
                    <a:pt x="971" y="0"/>
                    <a:pt x="623" y="347"/>
                    <a:pt x="461" y="830"/>
                  </a:cubicBezTo>
                  <a:cubicBezTo>
                    <a:pt x="227" y="1530"/>
                    <a:pt x="1" y="2548"/>
                    <a:pt x="731" y="3048"/>
                  </a:cubicBezTo>
                  <a:cubicBezTo>
                    <a:pt x="907" y="3169"/>
                    <a:pt x="1080" y="3221"/>
                    <a:pt x="1245" y="3221"/>
                  </a:cubicBezTo>
                  <a:cubicBezTo>
                    <a:pt x="1727" y="3221"/>
                    <a:pt x="2143" y="2781"/>
                    <a:pt x="2376" y="2328"/>
                  </a:cubicBezTo>
                  <a:cubicBezTo>
                    <a:pt x="2379" y="2328"/>
                    <a:pt x="2383" y="2328"/>
                    <a:pt x="2386" y="2328"/>
                  </a:cubicBezTo>
                  <a:cubicBezTo>
                    <a:pt x="2426" y="2328"/>
                    <a:pt x="2467" y="2314"/>
                    <a:pt x="2493" y="2280"/>
                  </a:cubicBezTo>
                  <a:cubicBezTo>
                    <a:pt x="2727" y="1985"/>
                    <a:pt x="2615" y="1544"/>
                    <a:pt x="2542" y="1206"/>
                  </a:cubicBezTo>
                  <a:cubicBezTo>
                    <a:pt x="2459" y="829"/>
                    <a:pt x="2302" y="439"/>
                    <a:pt x="1978" y="208"/>
                  </a:cubicBezTo>
                  <a:cubicBezTo>
                    <a:pt x="1776" y="64"/>
                    <a:pt x="1579" y="0"/>
                    <a:pt x="13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91" name="Google Shape;1891;p13"/>
            <p:cNvSpPr/>
            <p:nvPr/>
          </p:nvSpPr>
          <p:spPr>
            <a:xfrm>
              <a:off x="370080" y="1248120"/>
              <a:ext cx="286558" cy="219602"/>
            </a:xfrm>
            <a:custGeom>
              <a:rect b="b" l="l" r="r" t="t"/>
              <a:pathLst>
                <a:path extrusionOk="0" h="2047" w="2671">
                  <a:moveTo>
                    <a:pt x="1281" y="241"/>
                  </a:moveTo>
                  <a:cubicBezTo>
                    <a:pt x="1425" y="241"/>
                    <a:pt x="1573" y="271"/>
                    <a:pt x="1686" y="348"/>
                  </a:cubicBezTo>
                  <a:cubicBezTo>
                    <a:pt x="1940" y="518"/>
                    <a:pt x="1955" y="869"/>
                    <a:pt x="1879" y="1138"/>
                  </a:cubicBezTo>
                  <a:cubicBezTo>
                    <a:pt x="1761" y="1548"/>
                    <a:pt x="1425" y="1870"/>
                    <a:pt x="1005" y="1870"/>
                  </a:cubicBezTo>
                  <a:cubicBezTo>
                    <a:pt x="950" y="1870"/>
                    <a:pt x="895" y="1865"/>
                    <a:pt x="838" y="1853"/>
                  </a:cubicBezTo>
                  <a:cubicBezTo>
                    <a:pt x="715" y="1800"/>
                    <a:pt x="616" y="1724"/>
                    <a:pt x="539" y="1639"/>
                  </a:cubicBezTo>
                  <a:cubicBezTo>
                    <a:pt x="136" y="1190"/>
                    <a:pt x="372" y="407"/>
                    <a:pt x="1057" y="265"/>
                  </a:cubicBezTo>
                  <a:cubicBezTo>
                    <a:pt x="1126" y="250"/>
                    <a:pt x="1203" y="241"/>
                    <a:pt x="1281" y="241"/>
                  </a:cubicBezTo>
                  <a:close/>
                  <a:moveTo>
                    <a:pt x="1283" y="0"/>
                  </a:moveTo>
                  <a:cubicBezTo>
                    <a:pt x="769" y="0"/>
                    <a:pt x="237" y="336"/>
                    <a:pt x="119" y="853"/>
                  </a:cubicBezTo>
                  <a:cubicBezTo>
                    <a:pt x="1" y="1356"/>
                    <a:pt x="310" y="1927"/>
                    <a:pt x="824" y="2025"/>
                  </a:cubicBezTo>
                  <a:cubicBezTo>
                    <a:pt x="831" y="2026"/>
                    <a:pt x="836" y="2027"/>
                    <a:pt x="842" y="2027"/>
                  </a:cubicBezTo>
                  <a:cubicBezTo>
                    <a:pt x="856" y="2027"/>
                    <a:pt x="868" y="2023"/>
                    <a:pt x="880" y="2018"/>
                  </a:cubicBezTo>
                  <a:cubicBezTo>
                    <a:pt x="959" y="2037"/>
                    <a:pt x="1036" y="2047"/>
                    <a:pt x="1111" y="2047"/>
                  </a:cubicBezTo>
                  <a:cubicBezTo>
                    <a:pt x="2204" y="2047"/>
                    <a:pt x="2671" y="58"/>
                    <a:pt x="1330" y="1"/>
                  </a:cubicBezTo>
                  <a:cubicBezTo>
                    <a:pt x="1315" y="1"/>
                    <a:pt x="1299" y="0"/>
                    <a:pt x="12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92" name="Google Shape;1892;p13"/>
            <p:cNvSpPr/>
            <p:nvPr/>
          </p:nvSpPr>
          <p:spPr>
            <a:xfrm>
              <a:off x="195840" y="1478880"/>
              <a:ext cx="88560" cy="96120"/>
            </a:xfrm>
            <a:custGeom>
              <a:rect b="b" l="l" r="r" t="t"/>
              <a:pathLst>
                <a:path extrusionOk="0" h="897" w="826">
                  <a:moveTo>
                    <a:pt x="392" y="1"/>
                  </a:moveTo>
                  <a:cubicBezTo>
                    <a:pt x="258" y="1"/>
                    <a:pt x="133" y="73"/>
                    <a:pt x="74" y="205"/>
                  </a:cubicBezTo>
                  <a:cubicBezTo>
                    <a:pt x="0" y="362"/>
                    <a:pt x="34" y="661"/>
                    <a:pt x="240" y="702"/>
                  </a:cubicBezTo>
                  <a:cubicBezTo>
                    <a:pt x="244" y="703"/>
                    <a:pt x="249" y="703"/>
                    <a:pt x="253" y="703"/>
                  </a:cubicBezTo>
                  <a:cubicBezTo>
                    <a:pt x="304" y="703"/>
                    <a:pt x="335" y="651"/>
                    <a:pt x="302" y="606"/>
                  </a:cubicBezTo>
                  <a:cubicBezTo>
                    <a:pt x="224" y="504"/>
                    <a:pt x="155" y="396"/>
                    <a:pt x="227" y="266"/>
                  </a:cubicBezTo>
                  <a:cubicBezTo>
                    <a:pt x="262" y="205"/>
                    <a:pt x="319" y="178"/>
                    <a:pt x="379" y="178"/>
                  </a:cubicBezTo>
                  <a:cubicBezTo>
                    <a:pt x="427" y="178"/>
                    <a:pt x="476" y="195"/>
                    <a:pt x="518" y="226"/>
                  </a:cubicBezTo>
                  <a:cubicBezTo>
                    <a:pt x="798" y="434"/>
                    <a:pt x="401" y="691"/>
                    <a:pt x="224" y="777"/>
                  </a:cubicBezTo>
                  <a:cubicBezTo>
                    <a:pt x="158" y="811"/>
                    <a:pt x="194" y="897"/>
                    <a:pt x="256" y="897"/>
                  </a:cubicBezTo>
                  <a:cubicBezTo>
                    <a:pt x="264" y="897"/>
                    <a:pt x="272" y="895"/>
                    <a:pt x="281" y="892"/>
                  </a:cubicBezTo>
                  <a:cubicBezTo>
                    <a:pt x="488" y="813"/>
                    <a:pt x="733" y="695"/>
                    <a:pt x="783" y="455"/>
                  </a:cubicBezTo>
                  <a:cubicBezTo>
                    <a:pt x="825" y="266"/>
                    <a:pt x="698" y="91"/>
                    <a:pt x="523" y="25"/>
                  </a:cubicBezTo>
                  <a:cubicBezTo>
                    <a:pt x="480" y="9"/>
                    <a:pt x="435" y="1"/>
                    <a:pt x="3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8225" lIns="91425" spcFirstLastPara="1" rIns="91425" wrap="square" tIns="48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93" name="Google Shape;1893;p13"/>
            <p:cNvSpPr/>
            <p:nvPr/>
          </p:nvSpPr>
          <p:spPr>
            <a:xfrm>
              <a:off x="128520" y="1548000"/>
              <a:ext cx="28080" cy="20160"/>
            </a:xfrm>
            <a:custGeom>
              <a:rect b="b" l="l" r="r" t="t"/>
              <a:pathLst>
                <a:path extrusionOk="0" h="191" w="265">
                  <a:moveTo>
                    <a:pt x="137" y="1"/>
                  </a:moveTo>
                  <a:cubicBezTo>
                    <a:pt x="66" y="1"/>
                    <a:pt x="0" y="89"/>
                    <a:pt x="62" y="159"/>
                  </a:cubicBezTo>
                  <a:cubicBezTo>
                    <a:pt x="82" y="181"/>
                    <a:pt x="105" y="190"/>
                    <a:pt x="128" y="190"/>
                  </a:cubicBezTo>
                  <a:cubicBezTo>
                    <a:pt x="198" y="190"/>
                    <a:pt x="264" y="101"/>
                    <a:pt x="204" y="33"/>
                  </a:cubicBezTo>
                  <a:cubicBezTo>
                    <a:pt x="184" y="10"/>
                    <a:pt x="160" y="1"/>
                    <a:pt x="1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0075" lIns="91425" spcFirstLastPara="1" rIns="91425" wrap="square" tIns="100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94" name="Google Shape;1894;p13"/>
            <p:cNvSpPr/>
            <p:nvPr/>
          </p:nvSpPr>
          <p:spPr>
            <a:xfrm>
              <a:off x="303120" y="1419480"/>
              <a:ext cx="38520" cy="34920"/>
            </a:xfrm>
            <a:custGeom>
              <a:rect b="b" l="l" r="r" t="t"/>
              <a:pathLst>
                <a:path extrusionOk="0" h="329" w="363">
                  <a:moveTo>
                    <a:pt x="190" y="0"/>
                  </a:moveTo>
                  <a:cubicBezTo>
                    <a:pt x="180" y="0"/>
                    <a:pt x="170" y="1"/>
                    <a:pt x="160" y="3"/>
                  </a:cubicBezTo>
                  <a:cubicBezTo>
                    <a:pt x="157" y="4"/>
                    <a:pt x="154" y="5"/>
                    <a:pt x="151" y="5"/>
                  </a:cubicBezTo>
                  <a:cubicBezTo>
                    <a:pt x="145" y="5"/>
                    <a:pt x="140" y="3"/>
                    <a:pt x="135" y="3"/>
                  </a:cubicBezTo>
                  <a:cubicBezTo>
                    <a:pt x="75" y="8"/>
                    <a:pt x="41" y="53"/>
                    <a:pt x="27" y="105"/>
                  </a:cubicBezTo>
                  <a:cubicBezTo>
                    <a:pt x="26" y="108"/>
                    <a:pt x="26" y="111"/>
                    <a:pt x="23" y="115"/>
                  </a:cubicBezTo>
                  <a:cubicBezTo>
                    <a:pt x="0" y="179"/>
                    <a:pt x="28" y="268"/>
                    <a:pt x="91" y="304"/>
                  </a:cubicBezTo>
                  <a:cubicBezTo>
                    <a:pt x="120" y="320"/>
                    <a:pt x="153" y="328"/>
                    <a:pt x="185" y="328"/>
                  </a:cubicBezTo>
                  <a:cubicBezTo>
                    <a:pt x="257" y="328"/>
                    <a:pt x="328" y="289"/>
                    <a:pt x="347" y="209"/>
                  </a:cubicBezTo>
                  <a:cubicBezTo>
                    <a:pt x="363" y="145"/>
                    <a:pt x="349" y="84"/>
                    <a:pt x="298" y="39"/>
                  </a:cubicBezTo>
                  <a:cubicBezTo>
                    <a:pt x="269" y="15"/>
                    <a:pt x="229" y="0"/>
                    <a:pt x="1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7625" lIns="91425" spcFirstLastPara="1" rIns="91425" wrap="square" tIns="176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95" name="Google Shape;1895;p13"/>
            <p:cNvSpPr/>
            <p:nvPr/>
          </p:nvSpPr>
          <p:spPr>
            <a:xfrm>
              <a:off x="412920" y="1300680"/>
              <a:ext cx="125280" cy="114479"/>
            </a:xfrm>
            <a:custGeom>
              <a:rect b="b" l="l" r="r" t="t"/>
              <a:pathLst>
                <a:path extrusionOk="0" h="1069" w="1168">
                  <a:moveTo>
                    <a:pt x="695" y="0"/>
                  </a:moveTo>
                  <a:cubicBezTo>
                    <a:pt x="546" y="0"/>
                    <a:pt x="388" y="60"/>
                    <a:pt x="274" y="168"/>
                  </a:cubicBezTo>
                  <a:cubicBezTo>
                    <a:pt x="1" y="429"/>
                    <a:pt x="46" y="908"/>
                    <a:pt x="423" y="1044"/>
                  </a:cubicBezTo>
                  <a:cubicBezTo>
                    <a:pt x="470" y="1061"/>
                    <a:pt x="517" y="1069"/>
                    <a:pt x="562" y="1069"/>
                  </a:cubicBezTo>
                  <a:cubicBezTo>
                    <a:pt x="722" y="1069"/>
                    <a:pt x="865" y="971"/>
                    <a:pt x="937" y="834"/>
                  </a:cubicBezTo>
                  <a:cubicBezTo>
                    <a:pt x="1078" y="732"/>
                    <a:pt x="1167" y="575"/>
                    <a:pt x="1133" y="364"/>
                  </a:cubicBezTo>
                  <a:cubicBezTo>
                    <a:pt x="1093" y="113"/>
                    <a:pt x="902" y="0"/>
                    <a:pt x="69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57225" lIns="91425" spcFirstLastPara="1" rIns="91425" wrap="square" tIns="57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96" name="Google Shape;1896;p13"/>
            <p:cNvSpPr/>
            <p:nvPr/>
          </p:nvSpPr>
          <p:spPr>
            <a:xfrm>
              <a:off x="20880" y="1673640"/>
              <a:ext cx="168842" cy="206279"/>
            </a:xfrm>
            <a:custGeom>
              <a:rect b="b" l="l" r="r" t="t"/>
              <a:pathLst>
                <a:path extrusionOk="0" h="1922" w="1573">
                  <a:moveTo>
                    <a:pt x="867" y="1"/>
                  </a:moveTo>
                  <a:cubicBezTo>
                    <a:pt x="796" y="1"/>
                    <a:pt x="723" y="14"/>
                    <a:pt x="650" y="42"/>
                  </a:cubicBezTo>
                  <a:cubicBezTo>
                    <a:pt x="149" y="232"/>
                    <a:pt x="1" y="799"/>
                    <a:pt x="131" y="1279"/>
                  </a:cubicBezTo>
                  <a:cubicBezTo>
                    <a:pt x="110" y="1475"/>
                    <a:pt x="152" y="1672"/>
                    <a:pt x="301" y="1801"/>
                  </a:cubicBezTo>
                  <a:cubicBezTo>
                    <a:pt x="398" y="1886"/>
                    <a:pt x="505" y="1922"/>
                    <a:pt x="612" y="1922"/>
                  </a:cubicBezTo>
                  <a:cubicBezTo>
                    <a:pt x="837" y="1922"/>
                    <a:pt x="1063" y="1764"/>
                    <a:pt x="1190" y="1570"/>
                  </a:cubicBezTo>
                  <a:cubicBezTo>
                    <a:pt x="1395" y="1258"/>
                    <a:pt x="1572" y="813"/>
                    <a:pt x="1443" y="443"/>
                  </a:cubicBezTo>
                  <a:cubicBezTo>
                    <a:pt x="1351" y="178"/>
                    <a:pt x="1126" y="1"/>
                    <a:pt x="86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97" name="Google Shape;1897;p13"/>
            <p:cNvSpPr/>
            <p:nvPr/>
          </p:nvSpPr>
          <p:spPr>
            <a:xfrm>
              <a:off x="593640" y="1212480"/>
              <a:ext cx="27720" cy="19800"/>
            </a:xfrm>
            <a:custGeom>
              <a:rect b="b" l="l" r="r" t="t"/>
              <a:pathLst>
                <a:path extrusionOk="0" h="189" w="262">
                  <a:moveTo>
                    <a:pt x="136" y="1"/>
                  </a:moveTo>
                  <a:cubicBezTo>
                    <a:pt x="66" y="1"/>
                    <a:pt x="0" y="89"/>
                    <a:pt x="60" y="158"/>
                  </a:cubicBezTo>
                  <a:cubicBezTo>
                    <a:pt x="80" y="180"/>
                    <a:pt x="103" y="189"/>
                    <a:pt x="125" y="189"/>
                  </a:cubicBezTo>
                  <a:cubicBezTo>
                    <a:pt x="196" y="189"/>
                    <a:pt x="262" y="100"/>
                    <a:pt x="201" y="31"/>
                  </a:cubicBezTo>
                  <a:cubicBezTo>
                    <a:pt x="181" y="10"/>
                    <a:pt x="159" y="1"/>
                    <a:pt x="1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0075" lIns="91425" spcFirstLastPara="1" rIns="91425" wrap="square" tIns="100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98" name="Google Shape;1898;p13"/>
            <p:cNvSpPr/>
            <p:nvPr/>
          </p:nvSpPr>
          <p:spPr>
            <a:xfrm>
              <a:off x="691200" y="1122120"/>
              <a:ext cx="43920" cy="31320"/>
            </a:xfrm>
            <a:custGeom>
              <a:rect b="b" l="l" r="r" t="t"/>
              <a:pathLst>
                <a:path extrusionOk="0" h="296" w="413">
                  <a:moveTo>
                    <a:pt x="213" y="1"/>
                  </a:moveTo>
                  <a:cubicBezTo>
                    <a:pt x="103" y="1"/>
                    <a:pt x="0" y="140"/>
                    <a:pt x="96" y="247"/>
                  </a:cubicBezTo>
                  <a:cubicBezTo>
                    <a:pt x="127" y="281"/>
                    <a:pt x="163" y="295"/>
                    <a:pt x="198" y="295"/>
                  </a:cubicBezTo>
                  <a:cubicBezTo>
                    <a:pt x="309" y="295"/>
                    <a:pt x="412" y="156"/>
                    <a:pt x="315" y="50"/>
                  </a:cubicBezTo>
                  <a:cubicBezTo>
                    <a:pt x="285" y="15"/>
                    <a:pt x="248" y="1"/>
                    <a:pt x="2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5825" lIns="91425" spcFirstLastPara="1" rIns="91425" wrap="square" tIns="15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99" name="Google Shape;1899;p13"/>
            <p:cNvSpPr/>
            <p:nvPr/>
          </p:nvSpPr>
          <p:spPr>
            <a:xfrm>
              <a:off x="182880" y="1591200"/>
              <a:ext cx="51840" cy="37080"/>
            </a:xfrm>
            <a:custGeom>
              <a:rect b="b" l="l" r="r" t="t"/>
              <a:pathLst>
                <a:path extrusionOk="0" h="347" w="485">
                  <a:moveTo>
                    <a:pt x="252" y="0"/>
                  </a:moveTo>
                  <a:cubicBezTo>
                    <a:pt x="122" y="0"/>
                    <a:pt x="0" y="163"/>
                    <a:pt x="113" y="289"/>
                  </a:cubicBezTo>
                  <a:cubicBezTo>
                    <a:pt x="149" y="330"/>
                    <a:pt x="192" y="346"/>
                    <a:pt x="234" y="346"/>
                  </a:cubicBezTo>
                  <a:cubicBezTo>
                    <a:pt x="364" y="346"/>
                    <a:pt x="485" y="183"/>
                    <a:pt x="372" y="57"/>
                  </a:cubicBezTo>
                  <a:cubicBezTo>
                    <a:pt x="336" y="17"/>
                    <a:pt x="293" y="0"/>
                    <a:pt x="2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8700" lIns="91425" spcFirstLastPara="1" rIns="91425" wrap="square" tIns="18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00" name="Google Shape;1900;p13"/>
            <p:cNvSpPr/>
            <p:nvPr/>
          </p:nvSpPr>
          <p:spPr>
            <a:xfrm>
              <a:off x="-85320" y="1869840"/>
              <a:ext cx="39960" cy="32400"/>
            </a:xfrm>
            <a:custGeom>
              <a:rect b="b" l="l" r="r" t="t"/>
              <a:pathLst>
                <a:path extrusionOk="0" h="306" w="374">
                  <a:moveTo>
                    <a:pt x="128" y="1"/>
                  </a:moveTo>
                  <a:cubicBezTo>
                    <a:pt x="59" y="1"/>
                    <a:pt x="1" y="71"/>
                    <a:pt x="27" y="143"/>
                  </a:cubicBezTo>
                  <a:cubicBezTo>
                    <a:pt x="21" y="232"/>
                    <a:pt x="97" y="305"/>
                    <a:pt x="178" y="305"/>
                  </a:cubicBezTo>
                  <a:cubicBezTo>
                    <a:pt x="210" y="305"/>
                    <a:pt x="242" y="294"/>
                    <a:pt x="271" y="269"/>
                  </a:cubicBezTo>
                  <a:cubicBezTo>
                    <a:pt x="373" y="177"/>
                    <a:pt x="299" y="18"/>
                    <a:pt x="175" y="12"/>
                  </a:cubicBezTo>
                  <a:cubicBezTo>
                    <a:pt x="159" y="4"/>
                    <a:pt x="143" y="1"/>
                    <a:pt x="1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6200" lIns="91425" spcFirstLastPara="1" rIns="91425" wrap="square" tIns="16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01" name="Google Shape;1901;p13"/>
            <p:cNvSpPr/>
            <p:nvPr/>
          </p:nvSpPr>
          <p:spPr>
            <a:xfrm>
              <a:off x="669600" y="1186920"/>
              <a:ext cx="37440" cy="27000"/>
            </a:xfrm>
            <a:custGeom>
              <a:rect b="b" l="l" r="r" t="t"/>
              <a:pathLst>
                <a:path extrusionOk="0" h="253" w="353">
                  <a:moveTo>
                    <a:pt x="183" y="0"/>
                  </a:moveTo>
                  <a:cubicBezTo>
                    <a:pt x="88" y="0"/>
                    <a:pt x="1" y="118"/>
                    <a:pt x="83" y="210"/>
                  </a:cubicBezTo>
                  <a:cubicBezTo>
                    <a:pt x="110" y="240"/>
                    <a:pt x="141" y="253"/>
                    <a:pt x="172" y="253"/>
                  </a:cubicBezTo>
                  <a:cubicBezTo>
                    <a:pt x="266" y="253"/>
                    <a:pt x="353" y="135"/>
                    <a:pt x="272" y="42"/>
                  </a:cubicBezTo>
                  <a:cubicBezTo>
                    <a:pt x="245" y="12"/>
                    <a:pt x="214" y="0"/>
                    <a:pt x="1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3675" lIns="91425" spcFirstLastPara="1" rIns="91425" wrap="square" tIns="13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02" name="Google Shape;1902;p13"/>
            <p:cNvSpPr/>
            <p:nvPr/>
          </p:nvSpPr>
          <p:spPr>
            <a:xfrm>
              <a:off x="637200" y="1252800"/>
              <a:ext cx="42120" cy="29880"/>
            </a:xfrm>
            <a:custGeom>
              <a:rect b="b" l="l" r="r" t="t"/>
              <a:pathLst>
                <a:path extrusionOk="0" h="281" w="394">
                  <a:moveTo>
                    <a:pt x="203" y="0"/>
                  </a:moveTo>
                  <a:cubicBezTo>
                    <a:pt x="98" y="0"/>
                    <a:pt x="0" y="132"/>
                    <a:pt x="91" y="234"/>
                  </a:cubicBezTo>
                  <a:cubicBezTo>
                    <a:pt x="121" y="267"/>
                    <a:pt x="156" y="281"/>
                    <a:pt x="190" y="281"/>
                  </a:cubicBezTo>
                  <a:cubicBezTo>
                    <a:pt x="296" y="281"/>
                    <a:pt x="393" y="149"/>
                    <a:pt x="301" y="47"/>
                  </a:cubicBezTo>
                  <a:cubicBezTo>
                    <a:pt x="272" y="14"/>
                    <a:pt x="237" y="0"/>
                    <a:pt x="2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5100" lIns="91425" spcFirstLastPara="1" rIns="91425" wrap="square" tIns="15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03" name="Google Shape;1903;p13"/>
            <p:cNvSpPr/>
            <p:nvPr/>
          </p:nvSpPr>
          <p:spPr>
            <a:xfrm>
              <a:off x="344520" y="1520280"/>
              <a:ext cx="34920" cy="24840"/>
            </a:xfrm>
            <a:custGeom>
              <a:rect b="b" l="l" r="r" t="t"/>
              <a:pathLst>
                <a:path extrusionOk="0" h="236" w="329">
                  <a:moveTo>
                    <a:pt x="169" y="1"/>
                  </a:moveTo>
                  <a:cubicBezTo>
                    <a:pt x="81" y="1"/>
                    <a:pt x="0" y="111"/>
                    <a:pt x="76" y="197"/>
                  </a:cubicBezTo>
                  <a:cubicBezTo>
                    <a:pt x="101" y="224"/>
                    <a:pt x="130" y="236"/>
                    <a:pt x="159" y="236"/>
                  </a:cubicBezTo>
                  <a:cubicBezTo>
                    <a:pt x="247" y="236"/>
                    <a:pt x="329" y="125"/>
                    <a:pt x="250" y="39"/>
                  </a:cubicBezTo>
                  <a:cubicBezTo>
                    <a:pt x="226" y="12"/>
                    <a:pt x="197" y="1"/>
                    <a:pt x="1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600" lIns="91425" spcFirstLastPara="1" rIns="91425" wrap="square" tIns="12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04" name="Google Shape;1904;p13"/>
            <p:cNvSpPr/>
            <p:nvPr/>
          </p:nvSpPr>
          <p:spPr>
            <a:xfrm>
              <a:off x="774720" y="1170000"/>
              <a:ext cx="41760" cy="29880"/>
            </a:xfrm>
            <a:custGeom>
              <a:rect b="b" l="l" r="r" t="t"/>
              <a:pathLst>
                <a:path extrusionOk="0" h="281" w="393">
                  <a:moveTo>
                    <a:pt x="203" y="1"/>
                  </a:moveTo>
                  <a:cubicBezTo>
                    <a:pt x="98" y="1"/>
                    <a:pt x="0" y="132"/>
                    <a:pt x="91" y="234"/>
                  </a:cubicBezTo>
                  <a:cubicBezTo>
                    <a:pt x="120" y="267"/>
                    <a:pt x="155" y="281"/>
                    <a:pt x="189" y="281"/>
                  </a:cubicBezTo>
                  <a:cubicBezTo>
                    <a:pt x="295" y="281"/>
                    <a:pt x="393" y="149"/>
                    <a:pt x="301" y="47"/>
                  </a:cubicBezTo>
                  <a:cubicBezTo>
                    <a:pt x="271" y="14"/>
                    <a:pt x="237" y="1"/>
                    <a:pt x="2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5100" lIns="91425" spcFirstLastPara="1" rIns="91425" wrap="square" tIns="15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05" name="Google Shape;1905;p13"/>
            <p:cNvSpPr/>
            <p:nvPr/>
          </p:nvSpPr>
          <p:spPr>
            <a:xfrm>
              <a:off x="249120" y="1652760"/>
              <a:ext cx="123481" cy="61919"/>
            </a:xfrm>
            <a:custGeom>
              <a:rect b="b" l="l" r="r" t="t"/>
              <a:pathLst>
                <a:path extrusionOk="0" h="580" w="1154">
                  <a:moveTo>
                    <a:pt x="649" y="1"/>
                  </a:moveTo>
                  <a:cubicBezTo>
                    <a:pt x="598" y="1"/>
                    <a:pt x="548" y="5"/>
                    <a:pt x="496" y="14"/>
                  </a:cubicBezTo>
                  <a:cubicBezTo>
                    <a:pt x="323" y="42"/>
                    <a:pt x="97" y="141"/>
                    <a:pt x="24" y="313"/>
                  </a:cubicBezTo>
                  <a:cubicBezTo>
                    <a:pt x="1" y="368"/>
                    <a:pt x="52" y="409"/>
                    <a:pt x="100" y="409"/>
                  </a:cubicBezTo>
                  <a:cubicBezTo>
                    <a:pt x="110" y="409"/>
                    <a:pt x="120" y="407"/>
                    <a:pt x="129" y="403"/>
                  </a:cubicBezTo>
                  <a:cubicBezTo>
                    <a:pt x="142" y="401"/>
                    <a:pt x="155" y="395"/>
                    <a:pt x="168" y="389"/>
                  </a:cubicBezTo>
                  <a:cubicBezTo>
                    <a:pt x="285" y="335"/>
                    <a:pt x="382" y="255"/>
                    <a:pt x="518" y="229"/>
                  </a:cubicBezTo>
                  <a:cubicBezTo>
                    <a:pt x="565" y="220"/>
                    <a:pt x="613" y="215"/>
                    <a:pt x="661" y="215"/>
                  </a:cubicBezTo>
                  <a:cubicBezTo>
                    <a:pt x="723" y="215"/>
                    <a:pt x="786" y="223"/>
                    <a:pt x="846" y="240"/>
                  </a:cubicBezTo>
                  <a:cubicBezTo>
                    <a:pt x="713" y="353"/>
                    <a:pt x="548" y="416"/>
                    <a:pt x="376" y="416"/>
                  </a:cubicBezTo>
                  <a:cubicBezTo>
                    <a:pt x="320" y="416"/>
                    <a:pt x="264" y="410"/>
                    <a:pt x="209" y="396"/>
                  </a:cubicBezTo>
                  <a:cubicBezTo>
                    <a:pt x="201" y="395"/>
                    <a:pt x="194" y="394"/>
                    <a:pt x="188" y="394"/>
                  </a:cubicBezTo>
                  <a:cubicBezTo>
                    <a:pt x="181" y="394"/>
                    <a:pt x="175" y="395"/>
                    <a:pt x="169" y="396"/>
                  </a:cubicBezTo>
                  <a:cubicBezTo>
                    <a:pt x="107" y="413"/>
                    <a:pt x="85" y="513"/>
                    <a:pt x="163" y="537"/>
                  </a:cubicBezTo>
                  <a:cubicBezTo>
                    <a:pt x="253" y="565"/>
                    <a:pt x="345" y="579"/>
                    <a:pt x="436" y="579"/>
                  </a:cubicBezTo>
                  <a:cubicBezTo>
                    <a:pt x="696" y="579"/>
                    <a:pt x="947" y="466"/>
                    <a:pt x="1120" y="259"/>
                  </a:cubicBezTo>
                  <a:cubicBezTo>
                    <a:pt x="1154" y="218"/>
                    <a:pt x="1134" y="138"/>
                    <a:pt x="1089" y="113"/>
                  </a:cubicBezTo>
                  <a:cubicBezTo>
                    <a:pt x="948" y="40"/>
                    <a:pt x="801" y="1"/>
                    <a:pt x="6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0950" lIns="91425" spcFirstLastPara="1" rIns="91425" wrap="square" tIns="30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06" name="Google Shape;1906;p13"/>
            <p:cNvSpPr/>
            <p:nvPr/>
          </p:nvSpPr>
          <p:spPr>
            <a:xfrm>
              <a:off x="322200" y="1606680"/>
              <a:ext cx="27720" cy="19800"/>
            </a:xfrm>
            <a:custGeom>
              <a:rect b="b" l="l" r="r" t="t"/>
              <a:pathLst>
                <a:path extrusionOk="0" h="186" w="260">
                  <a:moveTo>
                    <a:pt x="135" y="0"/>
                  </a:moveTo>
                  <a:cubicBezTo>
                    <a:pt x="66" y="0"/>
                    <a:pt x="1" y="87"/>
                    <a:pt x="62" y="155"/>
                  </a:cubicBezTo>
                  <a:cubicBezTo>
                    <a:pt x="81" y="176"/>
                    <a:pt x="104" y="185"/>
                    <a:pt x="126" y="185"/>
                  </a:cubicBezTo>
                  <a:cubicBezTo>
                    <a:pt x="195" y="185"/>
                    <a:pt x="260" y="98"/>
                    <a:pt x="200" y="30"/>
                  </a:cubicBezTo>
                  <a:cubicBezTo>
                    <a:pt x="180" y="9"/>
                    <a:pt x="158" y="0"/>
                    <a:pt x="1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0075" lIns="91425" spcFirstLastPara="1" rIns="91425" wrap="square" tIns="100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07" name="Google Shape;1907;p13"/>
            <p:cNvSpPr/>
            <p:nvPr/>
          </p:nvSpPr>
          <p:spPr>
            <a:xfrm>
              <a:off x="572400" y="1248840"/>
              <a:ext cx="311401" cy="299518"/>
            </a:xfrm>
            <a:custGeom>
              <a:rect b="b" l="l" r="r" t="t"/>
              <a:pathLst>
                <a:path extrusionOk="0" h="2789" w="2901">
                  <a:moveTo>
                    <a:pt x="1796" y="0"/>
                  </a:moveTo>
                  <a:cubicBezTo>
                    <a:pt x="1482" y="0"/>
                    <a:pt x="1203" y="177"/>
                    <a:pt x="1142" y="612"/>
                  </a:cubicBezTo>
                  <a:cubicBezTo>
                    <a:pt x="1102" y="887"/>
                    <a:pt x="1357" y="1145"/>
                    <a:pt x="1062" y="1390"/>
                  </a:cubicBezTo>
                  <a:cubicBezTo>
                    <a:pt x="887" y="1537"/>
                    <a:pt x="582" y="1537"/>
                    <a:pt x="386" y="1682"/>
                  </a:cubicBezTo>
                  <a:cubicBezTo>
                    <a:pt x="80" y="1909"/>
                    <a:pt x="1" y="2303"/>
                    <a:pt x="308" y="2566"/>
                  </a:cubicBezTo>
                  <a:cubicBezTo>
                    <a:pt x="491" y="2723"/>
                    <a:pt x="719" y="2789"/>
                    <a:pt x="965" y="2789"/>
                  </a:cubicBezTo>
                  <a:cubicBezTo>
                    <a:pt x="1687" y="2789"/>
                    <a:pt x="2553" y="2216"/>
                    <a:pt x="2798" y="1686"/>
                  </a:cubicBezTo>
                  <a:cubicBezTo>
                    <a:pt x="2822" y="1631"/>
                    <a:pt x="2812" y="1581"/>
                    <a:pt x="2783" y="1545"/>
                  </a:cubicBezTo>
                  <a:cubicBezTo>
                    <a:pt x="2885" y="1277"/>
                    <a:pt x="2900" y="972"/>
                    <a:pt x="2788" y="674"/>
                  </a:cubicBezTo>
                  <a:cubicBezTo>
                    <a:pt x="2639" y="277"/>
                    <a:pt x="2190" y="0"/>
                    <a:pt x="17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08" name="Google Shape;1908;p13"/>
            <p:cNvSpPr/>
            <p:nvPr/>
          </p:nvSpPr>
          <p:spPr>
            <a:xfrm>
              <a:off x="443520" y="1524240"/>
              <a:ext cx="71999" cy="98281"/>
            </a:xfrm>
            <a:custGeom>
              <a:rect b="b" l="l" r="r" t="t"/>
              <a:pathLst>
                <a:path extrusionOk="0" h="918" w="673">
                  <a:moveTo>
                    <a:pt x="332" y="169"/>
                  </a:moveTo>
                  <a:cubicBezTo>
                    <a:pt x="478" y="318"/>
                    <a:pt x="482" y="562"/>
                    <a:pt x="344" y="710"/>
                  </a:cubicBezTo>
                  <a:cubicBezTo>
                    <a:pt x="251" y="659"/>
                    <a:pt x="202" y="562"/>
                    <a:pt x="196" y="450"/>
                  </a:cubicBezTo>
                  <a:cubicBezTo>
                    <a:pt x="192" y="393"/>
                    <a:pt x="203" y="333"/>
                    <a:pt x="230" y="282"/>
                  </a:cubicBezTo>
                  <a:cubicBezTo>
                    <a:pt x="254" y="237"/>
                    <a:pt x="297" y="207"/>
                    <a:pt x="332" y="169"/>
                  </a:cubicBezTo>
                  <a:close/>
                  <a:moveTo>
                    <a:pt x="384" y="1"/>
                  </a:moveTo>
                  <a:cubicBezTo>
                    <a:pt x="360" y="1"/>
                    <a:pt x="336" y="13"/>
                    <a:pt x="318" y="32"/>
                  </a:cubicBezTo>
                  <a:cubicBezTo>
                    <a:pt x="304" y="23"/>
                    <a:pt x="287" y="20"/>
                    <a:pt x="271" y="20"/>
                  </a:cubicBezTo>
                  <a:cubicBezTo>
                    <a:pt x="88" y="37"/>
                    <a:pt x="1" y="287"/>
                    <a:pt x="3" y="441"/>
                  </a:cubicBezTo>
                  <a:cubicBezTo>
                    <a:pt x="5" y="621"/>
                    <a:pt x="90" y="811"/>
                    <a:pt x="259" y="890"/>
                  </a:cubicBezTo>
                  <a:cubicBezTo>
                    <a:pt x="296" y="909"/>
                    <a:pt x="328" y="917"/>
                    <a:pt x="357" y="917"/>
                  </a:cubicBezTo>
                  <a:cubicBezTo>
                    <a:pt x="410" y="917"/>
                    <a:pt x="453" y="889"/>
                    <a:pt x="502" y="834"/>
                  </a:cubicBezTo>
                  <a:cubicBezTo>
                    <a:pt x="567" y="761"/>
                    <a:pt x="610" y="672"/>
                    <a:pt x="630" y="577"/>
                  </a:cubicBezTo>
                  <a:cubicBezTo>
                    <a:pt x="672" y="363"/>
                    <a:pt x="599" y="152"/>
                    <a:pt x="429" y="16"/>
                  </a:cubicBezTo>
                  <a:cubicBezTo>
                    <a:pt x="415" y="5"/>
                    <a:pt x="399" y="1"/>
                    <a:pt x="3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9300" lIns="91425" spcFirstLastPara="1" rIns="91425" wrap="square" tIns="49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09" name="Google Shape;1909;p13"/>
            <p:cNvSpPr/>
            <p:nvPr/>
          </p:nvSpPr>
          <p:spPr>
            <a:xfrm>
              <a:off x="491760" y="1495080"/>
              <a:ext cx="39960" cy="28800"/>
            </a:xfrm>
            <a:custGeom>
              <a:rect b="b" l="l" r="r" t="t"/>
              <a:pathLst>
                <a:path extrusionOk="0" h="270" w="376">
                  <a:moveTo>
                    <a:pt x="195" y="0"/>
                  </a:moveTo>
                  <a:cubicBezTo>
                    <a:pt x="94" y="0"/>
                    <a:pt x="1" y="127"/>
                    <a:pt x="88" y="225"/>
                  </a:cubicBezTo>
                  <a:cubicBezTo>
                    <a:pt x="116" y="256"/>
                    <a:pt x="149" y="269"/>
                    <a:pt x="181" y="269"/>
                  </a:cubicBezTo>
                  <a:cubicBezTo>
                    <a:pt x="282" y="269"/>
                    <a:pt x="376" y="142"/>
                    <a:pt x="289" y="45"/>
                  </a:cubicBezTo>
                  <a:cubicBezTo>
                    <a:pt x="261" y="13"/>
                    <a:pt x="227" y="0"/>
                    <a:pt x="1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4400" lIns="91425" spcFirstLastPara="1" rIns="91425" wrap="square" tIns="14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10" name="Google Shape;1910;p13"/>
            <p:cNvSpPr/>
            <p:nvPr/>
          </p:nvSpPr>
          <p:spPr>
            <a:xfrm>
              <a:off x="250200" y="1745640"/>
              <a:ext cx="43200" cy="38160"/>
            </a:xfrm>
            <a:custGeom>
              <a:rect b="b" l="l" r="r" t="t"/>
              <a:pathLst>
                <a:path extrusionOk="0" h="360" w="405">
                  <a:moveTo>
                    <a:pt x="239" y="0"/>
                  </a:moveTo>
                  <a:cubicBezTo>
                    <a:pt x="202" y="0"/>
                    <a:pt x="164" y="14"/>
                    <a:pt x="129" y="37"/>
                  </a:cubicBezTo>
                  <a:lnTo>
                    <a:pt x="71" y="78"/>
                  </a:lnTo>
                  <a:cubicBezTo>
                    <a:pt x="0" y="126"/>
                    <a:pt x="3" y="249"/>
                    <a:pt x="58" y="305"/>
                  </a:cubicBezTo>
                  <a:cubicBezTo>
                    <a:pt x="89" y="337"/>
                    <a:pt x="140" y="359"/>
                    <a:pt x="189" y="359"/>
                  </a:cubicBezTo>
                  <a:cubicBezTo>
                    <a:pt x="225" y="359"/>
                    <a:pt x="260" y="347"/>
                    <a:pt x="285" y="317"/>
                  </a:cubicBezTo>
                  <a:lnTo>
                    <a:pt x="330" y="264"/>
                  </a:lnTo>
                  <a:cubicBezTo>
                    <a:pt x="386" y="203"/>
                    <a:pt x="404" y="118"/>
                    <a:pt x="343" y="50"/>
                  </a:cubicBezTo>
                  <a:cubicBezTo>
                    <a:pt x="313" y="15"/>
                    <a:pt x="277" y="0"/>
                    <a:pt x="2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9075" lIns="91425" spcFirstLastPara="1" rIns="91425" wrap="square" tIns="190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11" name="Google Shape;1911;p13"/>
            <p:cNvSpPr/>
            <p:nvPr/>
          </p:nvSpPr>
          <p:spPr>
            <a:xfrm>
              <a:off x="862560" y="1258200"/>
              <a:ext cx="47520" cy="33840"/>
            </a:xfrm>
            <a:custGeom>
              <a:rect b="b" l="l" r="r" t="t"/>
              <a:pathLst>
                <a:path extrusionOk="0" h="319" w="444">
                  <a:moveTo>
                    <a:pt x="230" y="1"/>
                  </a:moveTo>
                  <a:cubicBezTo>
                    <a:pt x="111" y="1"/>
                    <a:pt x="0" y="150"/>
                    <a:pt x="103" y="265"/>
                  </a:cubicBezTo>
                  <a:cubicBezTo>
                    <a:pt x="137" y="303"/>
                    <a:pt x="177" y="318"/>
                    <a:pt x="216" y="318"/>
                  </a:cubicBezTo>
                  <a:cubicBezTo>
                    <a:pt x="335" y="318"/>
                    <a:pt x="444" y="169"/>
                    <a:pt x="340" y="53"/>
                  </a:cubicBezTo>
                  <a:cubicBezTo>
                    <a:pt x="307" y="16"/>
                    <a:pt x="268" y="1"/>
                    <a:pt x="2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6900" lIns="91425" spcFirstLastPara="1" rIns="91425" wrap="square" tIns="16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12" name="Google Shape;1912;p13"/>
            <p:cNvSpPr/>
            <p:nvPr/>
          </p:nvSpPr>
          <p:spPr>
            <a:xfrm>
              <a:off x="136440" y="1927440"/>
              <a:ext cx="23400" cy="16560"/>
            </a:xfrm>
            <a:custGeom>
              <a:rect b="b" l="l" r="r" t="t"/>
              <a:pathLst>
                <a:path extrusionOk="0" h="157" w="220">
                  <a:moveTo>
                    <a:pt x="115" y="1"/>
                  </a:moveTo>
                  <a:cubicBezTo>
                    <a:pt x="56" y="1"/>
                    <a:pt x="0" y="75"/>
                    <a:pt x="52" y="131"/>
                  </a:cubicBezTo>
                  <a:cubicBezTo>
                    <a:pt x="68" y="148"/>
                    <a:pt x="88" y="156"/>
                    <a:pt x="106" y="156"/>
                  </a:cubicBezTo>
                  <a:cubicBezTo>
                    <a:pt x="165" y="156"/>
                    <a:pt x="220" y="84"/>
                    <a:pt x="168" y="26"/>
                  </a:cubicBezTo>
                  <a:cubicBezTo>
                    <a:pt x="152" y="8"/>
                    <a:pt x="133" y="1"/>
                    <a:pt x="1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8275" lIns="91425" spcFirstLastPara="1" rIns="91425" wrap="square" tIns="8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13" name="Google Shape;1913;p13"/>
            <p:cNvSpPr/>
            <p:nvPr/>
          </p:nvSpPr>
          <p:spPr>
            <a:xfrm>
              <a:off x="554760" y="1564200"/>
              <a:ext cx="34200" cy="24480"/>
            </a:xfrm>
            <a:custGeom>
              <a:rect b="b" l="l" r="r" t="t"/>
              <a:pathLst>
                <a:path extrusionOk="0" h="231" w="322">
                  <a:moveTo>
                    <a:pt x="168" y="0"/>
                  </a:moveTo>
                  <a:cubicBezTo>
                    <a:pt x="81" y="0"/>
                    <a:pt x="1" y="108"/>
                    <a:pt x="76" y="192"/>
                  </a:cubicBezTo>
                  <a:cubicBezTo>
                    <a:pt x="99" y="219"/>
                    <a:pt x="127" y="231"/>
                    <a:pt x="155" y="231"/>
                  </a:cubicBezTo>
                  <a:cubicBezTo>
                    <a:pt x="241" y="231"/>
                    <a:pt x="321" y="122"/>
                    <a:pt x="248" y="38"/>
                  </a:cubicBezTo>
                  <a:cubicBezTo>
                    <a:pt x="224" y="11"/>
                    <a:pt x="196" y="0"/>
                    <a:pt x="1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225" lIns="91425" spcFirstLastPara="1" rIns="91425" wrap="square" tIns="12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14" name="Google Shape;1914;p13"/>
            <p:cNvSpPr/>
            <p:nvPr/>
          </p:nvSpPr>
          <p:spPr>
            <a:xfrm>
              <a:off x="911160" y="1432080"/>
              <a:ext cx="27720" cy="19800"/>
            </a:xfrm>
            <a:custGeom>
              <a:rect b="b" l="l" r="r" t="t"/>
              <a:pathLst>
                <a:path extrusionOk="0" h="187" w="260">
                  <a:moveTo>
                    <a:pt x="133" y="1"/>
                  </a:moveTo>
                  <a:cubicBezTo>
                    <a:pt x="64" y="1"/>
                    <a:pt x="1" y="87"/>
                    <a:pt x="61" y="156"/>
                  </a:cubicBezTo>
                  <a:cubicBezTo>
                    <a:pt x="80" y="177"/>
                    <a:pt x="103" y="186"/>
                    <a:pt x="125" y="186"/>
                  </a:cubicBezTo>
                  <a:cubicBezTo>
                    <a:pt x="195" y="186"/>
                    <a:pt x="259" y="99"/>
                    <a:pt x="198" y="32"/>
                  </a:cubicBezTo>
                  <a:cubicBezTo>
                    <a:pt x="179" y="10"/>
                    <a:pt x="155" y="1"/>
                    <a:pt x="1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0075" lIns="91425" spcFirstLastPara="1" rIns="91425" wrap="square" tIns="100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915" name="Google Shape;1915;p13"/>
          <p:cNvGrpSpPr/>
          <p:nvPr/>
        </p:nvGrpSpPr>
        <p:grpSpPr>
          <a:xfrm>
            <a:off x="-25920" y="2847960"/>
            <a:ext cx="851402" cy="463320"/>
            <a:chOff x="-25920" y="2847960"/>
            <a:chExt cx="851402" cy="463320"/>
          </a:xfrm>
        </p:grpSpPr>
        <p:sp>
          <p:nvSpPr>
            <p:cNvPr id="1916" name="Google Shape;1916;p13"/>
            <p:cNvSpPr/>
            <p:nvPr/>
          </p:nvSpPr>
          <p:spPr>
            <a:xfrm>
              <a:off x="40320" y="2924280"/>
              <a:ext cx="701627" cy="304194"/>
            </a:xfrm>
            <a:custGeom>
              <a:rect b="b" l="l" r="r" t="t"/>
              <a:pathLst>
                <a:path extrusionOk="0" h="6047" w="13935">
                  <a:moveTo>
                    <a:pt x="7748" y="234"/>
                  </a:moveTo>
                  <a:cubicBezTo>
                    <a:pt x="8219" y="234"/>
                    <a:pt x="8692" y="244"/>
                    <a:pt x="9163" y="281"/>
                  </a:cubicBezTo>
                  <a:cubicBezTo>
                    <a:pt x="9189" y="283"/>
                    <a:pt x="9214" y="286"/>
                    <a:pt x="9240" y="288"/>
                  </a:cubicBezTo>
                  <a:cubicBezTo>
                    <a:pt x="9777" y="334"/>
                    <a:pt x="10310" y="416"/>
                    <a:pt x="10832" y="558"/>
                  </a:cubicBezTo>
                  <a:cubicBezTo>
                    <a:pt x="11877" y="838"/>
                    <a:pt x="12938" y="1401"/>
                    <a:pt x="13464" y="2390"/>
                  </a:cubicBezTo>
                  <a:cubicBezTo>
                    <a:pt x="13745" y="2920"/>
                    <a:pt x="13774" y="3512"/>
                    <a:pt x="13514" y="4054"/>
                  </a:cubicBezTo>
                  <a:cubicBezTo>
                    <a:pt x="13293" y="4511"/>
                    <a:pt x="12890" y="4839"/>
                    <a:pt x="12448" y="5068"/>
                  </a:cubicBezTo>
                  <a:cubicBezTo>
                    <a:pt x="11990" y="5305"/>
                    <a:pt x="11489" y="5444"/>
                    <a:pt x="10988" y="5542"/>
                  </a:cubicBezTo>
                  <a:cubicBezTo>
                    <a:pt x="10304" y="5675"/>
                    <a:pt x="9617" y="5767"/>
                    <a:pt x="8921" y="5801"/>
                  </a:cubicBezTo>
                  <a:cubicBezTo>
                    <a:pt x="8645" y="5814"/>
                    <a:pt x="8370" y="5820"/>
                    <a:pt x="8094" y="5820"/>
                  </a:cubicBezTo>
                  <a:cubicBezTo>
                    <a:pt x="6975" y="5820"/>
                    <a:pt x="5857" y="5721"/>
                    <a:pt x="4746" y="5597"/>
                  </a:cubicBezTo>
                  <a:cubicBezTo>
                    <a:pt x="4410" y="5560"/>
                    <a:pt x="4074" y="5520"/>
                    <a:pt x="3737" y="5479"/>
                  </a:cubicBezTo>
                  <a:cubicBezTo>
                    <a:pt x="3727" y="5478"/>
                    <a:pt x="3719" y="5478"/>
                    <a:pt x="3707" y="5476"/>
                  </a:cubicBezTo>
                  <a:lnTo>
                    <a:pt x="3686" y="5476"/>
                  </a:lnTo>
                  <a:cubicBezTo>
                    <a:pt x="2721" y="5469"/>
                    <a:pt x="1672" y="5213"/>
                    <a:pt x="942" y="4547"/>
                  </a:cubicBezTo>
                  <a:cubicBezTo>
                    <a:pt x="624" y="4253"/>
                    <a:pt x="383" y="3885"/>
                    <a:pt x="286" y="3460"/>
                  </a:cubicBezTo>
                  <a:cubicBezTo>
                    <a:pt x="186" y="3016"/>
                    <a:pt x="251" y="2529"/>
                    <a:pt x="424" y="2107"/>
                  </a:cubicBezTo>
                  <a:cubicBezTo>
                    <a:pt x="733" y="1351"/>
                    <a:pt x="1487" y="930"/>
                    <a:pt x="2231" y="696"/>
                  </a:cubicBezTo>
                  <a:cubicBezTo>
                    <a:pt x="3048" y="441"/>
                    <a:pt x="3911" y="362"/>
                    <a:pt x="4763" y="317"/>
                  </a:cubicBezTo>
                  <a:cubicBezTo>
                    <a:pt x="5691" y="264"/>
                    <a:pt x="6621" y="242"/>
                    <a:pt x="7549" y="235"/>
                  </a:cubicBezTo>
                  <a:cubicBezTo>
                    <a:pt x="7615" y="234"/>
                    <a:pt x="7681" y="234"/>
                    <a:pt x="7748" y="234"/>
                  </a:cubicBezTo>
                  <a:close/>
                  <a:moveTo>
                    <a:pt x="7523" y="1"/>
                  </a:moveTo>
                  <a:cubicBezTo>
                    <a:pt x="7340" y="1"/>
                    <a:pt x="7158" y="2"/>
                    <a:pt x="6976" y="5"/>
                  </a:cubicBezTo>
                  <a:cubicBezTo>
                    <a:pt x="6917" y="6"/>
                    <a:pt x="6859" y="6"/>
                    <a:pt x="6801" y="8"/>
                  </a:cubicBezTo>
                  <a:cubicBezTo>
                    <a:pt x="6312" y="19"/>
                    <a:pt x="5823" y="36"/>
                    <a:pt x="5337" y="57"/>
                  </a:cubicBezTo>
                  <a:cubicBezTo>
                    <a:pt x="5290" y="59"/>
                    <a:pt x="5243" y="63"/>
                    <a:pt x="5195" y="64"/>
                  </a:cubicBezTo>
                  <a:lnTo>
                    <a:pt x="5187" y="64"/>
                  </a:lnTo>
                  <a:cubicBezTo>
                    <a:pt x="4725" y="86"/>
                    <a:pt x="4260" y="111"/>
                    <a:pt x="3798" y="162"/>
                  </a:cubicBezTo>
                  <a:cubicBezTo>
                    <a:pt x="3761" y="165"/>
                    <a:pt x="3720" y="171"/>
                    <a:pt x="3683" y="175"/>
                  </a:cubicBezTo>
                  <a:cubicBezTo>
                    <a:pt x="3353" y="212"/>
                    <a:pt x="3024" y="264"/>
                    <a:pt x="2701" y="335"/>
                  </a:cubicBezTo>
                  <a:cubicBezTo>
                    <a:pt x="2649" y="348"/>
                    <a:pt x="2595" y="361"/>
                    <a:pt x="2544" y="373"/>
                  </a:cubicBezTo>
                  <a:cubicBezTo>
                    <a:pt x="2538" y="375"/>
                    <a:pt x="2534" y="375"/>
                    <a:pt x="2530" y="376"/>
                  </a:cubicBezTo>
                  <a:cubicBezTo>
                    <a:pt x="2155" y="470"/>
                    <a:pt x="1773" y="596"/>
                    <a:pt x="1426" y="777"/>
                  </a:cubicBezTo>
                  <a:cubicBezTo>
                    <a:pt x="1375" y="803"/>
                    <a:pt x="1322" y="831"/>
                    <a:pt x="1273" y="862"/>
                  </a:cubicBezTo>
                  <a:cubicBezTo>
                    <a:pt x="934" y="1058"/>
                    <a:pt x="636" y="1312"/>
                    <a:pt x="415" y="1642"/>
                  </a:cubicBezTo>
                  <a:cubicBezTo>
                    <a:pt x="377" y="1698"/>
                    <a:pt x="342" y="1755"/>
                    <a:pt x="310" y="1815"/>
                  </a:cubicBezTo>
                  <a:cubicBezTo>
                    <a:pt x="289" y="1854"/>
                    <a:pt x="269" y="1893"/>
                    <a:pt x="249" y="1932"/>
                  </a:cubicBezTo>
                  <a:cubicBezTo>
                    <a:pt x="79" y="2289"/>
                    <a:pt x="0" y="2692"/>
                    <a:pt x="18" y="3087"/>
                  </a:cubicBezTo>
                  <a:cubicBezTo>
                    <a:pt x="20" y="3125"/>
                    <a:pt x="21" y="3165"/>
                    <a:pt x="27" y="3203"/>
                  </a:cubicBezTo>
                  <a:cubicBezTo>
                    <a:pt x="55" y="3538"/>
                    <a:pt x="154" y="3868"/>
                    <a:pt x="327" y="4154"/>
                  </a:cubicBezTo>
                  <a:cubicBezTo>
                    <a:pt x="346" y="4187"/>
                    <a:pt x="366" y="4217"/>
                    <a:pt x="387" y="4249"/>
                  </a:cubicBezTo>
                  <a:cubicBezTo>
                    <a:pt x="388" y="4251"/>
                    <a:pt x="388" y="4252"/>
                    <a:pt x="391" y="4253"/>
                  </a:cubicBezTo>
                  <a:cubicBezTo>
                    <a:pt x="616" y="4585"/>
                    <a:pt x="914" y="4851"/>
                    <a:pt x="1251" y="5060"/>
                  </a:cubicBezTo>
                  <a:cubicBezTo>
                    <a:pt x="1283" y="5080"/>
                    <a:pt x="1315" y="5099"/>
                    <a:pt x="1348" y="5118"/>
                  </a:cubicBezTo>
                  <a:cubicBezTo>
                    <a:pt x="1727" y="5338"/>
                    <a:pt x="2153" y="5489"/>
                    <a:pt x="2578" y="5583"/>
                  </a:cubicBezTo>
                  <a:cubicBezTo>
                    <a:pt x="2615" y="5591"/>
                    <a:pt x="2654" y="5598"/>
                    <a:pt x="2691" y="5605"/>
                  </a:cubicBezTo>
                  <a:cubicBezTo>
                    <a:pt x="2763" y="5620"/>
                    <a:pt x="2839" y="5634"/>
                    <a:pt x="2911" y="5642"/>
                  </a:cubicBezTo>
                  <a:cubicBezTo>
                    <a:pt x="3176" y="5682"/>
                    <a:pt x="3444" y="5703"/>
                    <a:pt x="3711" y="5703"/>
                  </a:cubicBezTo>
                  <a:cubicBezTo>
                    <a:pt x="3832" y="5717"/>
                    <a:pt x="3954" y="5731"/>
                    <a:pt x="4074" y="5746"/>
                  </a:cubicBezTo>
                  <a:cubicBezTo>
                    <a:pt x="4118" y="5751"/>
                    <a:pt x="4161" y="5756"/>
                    <a:pt x="4206" y="5761"/>
                  </a:cubicBezTo>
                  <a:cubicBezTo>
                    <a:pt x="4698" y="5818"/>
                    <a:pt x="5191" y="5873"/>
                    <a:pt x="5684" y="5919"/>
                  </a:cubicBezTo>
                  <a:cubicBezTo>
                    <a:pt x="5725" y="5923"/>
                    <a:pt x="5766" y="5928"/>
                    <a:pt x="5805" y="5931"/>
                  </a:cubicBezTo>
                  <a:cubicBezTo>
                    <a:pt x="6462" y="5989"/>
                    <a:pt x="7120" y="6032"/>
                    <a:pt x="7777" y="6043"/>
                  </a:cubicBezTo>
                  <a:cubicBezTo>
                    <a:pt x="7815" y="6045"/>
                    <a:pt x="7855" y="6045"/>
                    <a:pt x="7893" y="6045"/>
                  </a:cubicBezTo>
                  <a:cubicBezTo>
                    <a:pt x="7980" y="6046"/>
                    <a:pt x="8069" y="6046"/>
                    <a:pt x="8156" y="6046"/>
                  </a:cubicBezTo>
                  <a:cubicBezTo>
                    <a:pt x="8673" y="6045"/>
                    <a:pt x="9190" y="6022"/>
                    <a:pt x="9706" y="5967"/>
                  </a:cubicBezTo>
                  <a:lnTo>
                    <a:pt x="9818" y="5957"/>
                  </a:lnTo>
                  <a:cubicBezTo>
                    <a:pt x="9999" y="5936"/>
                    <a:pt x="10182" y="5911"/>
                    <a:pt x="10363" y="5883"/>
                  </a:cubicBezTo>
                  <a:cubicBezTo>
                    <a:pt x="10695" y="5832"/>
                    <a:pt x="11032" y="5774"/>
                    <a:pt x="11361" y="5692"/>
                  </a:cubicBezTo>
                  <a:cubicBezTo>
                    <a:pt x="11406" y="5683"/>
                    <a:pt x="11449" y="5671"/>
                    <a:pt x="11493" y="5659"/>
                  </a:cubicBezTo>
                  <a:cubicBezTo>
                    <a:pt x="11697" y="5607"/>
                    <a:pt x="11898" y="5546"/>
                    <a:pt x="12095" y="5469"/>
                  </a:cubicBezTo>
                  <a:cubicBezTo>
                    <a:pt x="12420" y="5345"/>
                    <a:pt x="12740" y="5189"/>
                    <a:pt x="13020" y="4979"/>
                  </a:cubicBezTo>
                  <a:cubicBezTo>
                    <a:pt x="13052" y="4955"/>
                    <a:pt x="13081" y="4932"/>
                    <a:pt x="13113" y="4908"/>
                  </a:cubicBezTo>
                  <a:cubicBezTo>
                    <a:pt x="13216" y="4825"/>
                    <a:pt x="13314" y="4731"/>
                    <a:pt x="13403" y="4629"/>
                  </a:cubicBezTo>
                  <a:cubicBezTo>
                    <a:pt x="13675" y="4317"/>
                    <a:pt x="13864" y="3925"/>
                    <a:pt x="13918" y="3514"/>
                  </a:cubicBezTo>
                  <a:cubicBezTo>
                    <a:pt x="13923" y="3473"/>
                    <a:pt x="13927" y="3432"/>
                    <a:pt x="13930" y="3392"/>
                  </a:cubicBezTo>
                  <a:cubicBezTo>
                    <a:pt x="13935" y="3297"/>
                    <a:pt x="13932" y="3198"/>
                    <a:pt x="13923" y="3098"/>
                  </a:cubicBezTo>
                  <a:cubicBezTo>
                    <a:pt x="13888" y="2744"/>
                    <a:pt x="13767" y="2421"/>
                    <a:pt x="13589" y="2126"/>
                  </a:cubicBezTo>
                  <a:cubicBezTo>
                    <a:pt x="13569" y="2092"/>
                    <a:pt x="13548" y="2061"/>
                    <a:pt x="13526" y="2029"/>
                  </a:cubicBezTo>
                  <a:cubicBezTo>
                    <a:pt x="13284" y="1667"/>
                    <a:pt x="12955" y="1355"/>
                    <a:pt x="12591" y="1103"/>
                  </a:cubicBezTo>
                  <a:cubicBezTo>
                    <a:pt x="12547" y="1071"/>
                    <a:pt x="12503" y="1041"/>
                    <a:pt x="12456" y="1012"/>
                  </a:cubicBezTo>
                  <a:cubicBezTo>
                    <a:pt x="12221" y="858"/>
                    <a:pt x="11973" y="729"/>
                    <a:pt x="11725" y="624"/>
                  </a:cubicBezTo>
                  <a:cubicBezTo>
                    <a:pt x="11520" y="538"/>
                    <a:pt x="11310" y="461"/>
                    <a:pt x="11100" y="396"/>
                  </a:cubicBezTo>
                  <a:cubicBezTo>
                    <a:pt x="11062" y="383"/>
                    <a:pt x="11024" y="373"/>
                    <a:pt x="10984" y="362"/>
                  </a:cubicBezTo>
                  <a:cubicBezTo>
                    <a:pt x="10375" y="185"/>
                    <a:pt x="9740" y="94"/>
                    <a:pt x="9105" y="49"/>
                  </a:cubicBezTo>
                  <a:cubicBezTo>
                    <a:pt x="9055" y="43"/>
                    <a:pt x="9006" y="40"/>
                    <a:pt x="8956" y="38"/>
                  </a:cubicBezTo>
                  <a:cubicBezTo>
                    <a:pt x="8762" y="26"/>
                    <a:pt x="8568" y="16"/>
                    <a:pt x="8374" y="12"/>
                  </a:cubicBezTo>
                  <a:cubicBezTo>
                    <a:pt x="8090" y="4"/>
                    <a:pt x="7806" y="1"/>
                    <a:pt x="7523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17" name="Google Shape;1917;p13"/>
            <p:cNvSpPr/>
            <p:nvPr/>
          </p:nvSpPr>
          <p:spPr>
            <a:xfrm>
              <a:off x="423360" y="3135960"/>
              <a:ext cx="12960" cy="12960"/>
            </a:xfrm>
            <a:custGeom>
              <a:rect b="b" l="l" r="r" t="t"/>
              <a:pathLst>
                <a:path extrusionOk="0" h="262" w="264">
                  <a:moveTo>
                    <a:pt x="108" y="0"/>
                  </a:moveTo>
                  <a:cubicBezTo>
                    <a:pt x="95" y="0"/>
                    <a:pt x="82" y="3"/>
                    <a:pt x="72" y="9"/>
                  </a:cubicBezTo>
                  <a:cubicBezTo>
                    <a:pt x="58" y="15"/>
                    <a:pt x="45" y="22"/>
                    <a:pt x="35" y="34"/>
                  </a:cubicBezTo>
                  <a:cubicBezTo>
                    <a:pt x="28" y="43"/>
                    <a:pt x="22" y="49"/>
                    <a:pt x="16" y="57"/>
                  </a:cubicBezTo>
                  <a:cubicBezTo>
                    <a:pt x="7" y="76"/>
                    <a:pt x="1" y="94"/>
                    <a:pt x="1" y="115"/>
                  </a:cubicBezTo>
                  <a:cubicBezTo>
                    <a:pt x="2" y="125"/>
                    <a:pt x="4" y="135"/>
                    <a:pt x="7" y="146"/>
                  </a:cubicBezTo>
                  <a:cubicBezTo>
                    <a:pt x="9" y="165"/>
                    <a:pt x="21" y="183"/>
                    <a:pt x="35" y="197"/>
                  </a:cubicBezTo>
                  <a:cubicBezTo>
                    <a:pt x="45" y="206"/>
                    <a:pt x="53" y="213"/>
                    <a:pt x="63" y="221"/>
                  </a:cubicBezTo>
                  <a:lnTo>
                    <a:pt x="66" y="226"/>
                  </a:lnTo>
                  <a:cubicBezTo>
                    <a:pt x="77" y="238"/>
                    <a:pt x="90" y="246"/>
                    <a:pt x="104" y="250"/>
                  </a:cubicBezTo>
                  <a:cubicBezTo>
                    <a:pt x="116" y="257"/>
                    <a:pt x="133" y="261"/>
                    <a:pt x="148" y="261"/>
                  </a:cubicBezTo>
                  <a:cubicBezTo>
                    <a:pt x="164" y="261"/>
                    <a:pt x="179" y="257"/>
                    <a:pt x="192" y="250"/>
                  </a:cubicBezTo>
                  <a:cubicBezTo>
                    <a:pt x="206" y="246"/>
                    <a:pt x="219" y="238"/>
                    <a:pt x="229" y="226"/>
                  </a:cubicBezTo>
                  <a:cubicBezTo>
                    <a:pt x="235" y="219"/>
                    <a:pt x="242" y="212"/>
                    <a:pt x="247" y="203"/>
                  </a:cubicBezTo>
                  <a:cubicBezTo>
                    <a:pt x="257" y="185"/>
                    <a:pt x="263" y="165"/>
                    <a:pt x="263" y="144"/>
                  </a:cubicBezTo>
                  <a:cubicBezTo>
                    <a:pt x="262" y="135"/>
                    <a:pt x="260" y="125"/>
                    <a:pt x="257" y="114"/>
                  </a:cubicBezTo>
                  <a:cubicBezTo>
                    <a:pt x="255" y="94"/>
                    <a:pt x="243" y="77"/>
                    <a:pt x="229" y="63"/>
                  </a:cubicBezTo>
                  <a:cubicBezTo>
                    <a:pt x="219" y="54"/>
                    <a:pt x="211" y="47"/>
                    <a:pt x="201" y="37"/>
                  </a:cubicBezTo>
                  <a:lnTo>
                    <a:pt x="198" y="34"/>
                  </a:lnTo>
                  <a:cubicBezTo>
                    <a:pt x="186" y="22"/>
                    <a:pt x="174" y="15"/>
                    <a:pt x="160" y="9"/>
                  </a:cubicBezTo>
                  <a:cubicBezTo>
                    <a:pt x="150" y="3"/>
                    <a:pt x="137" y="0"/>
                    <a:pt x="124" y="0"/>
                  </a:cubicBezTo>
                  <a:cubicBezTo>
                    <a:pt x="121" y="0"/>
                    <a:pt x="118" y="0"/>
                    <a:pt x="116" y="0"/>
                  </a:cubicBezTo>
                  <a:cubicBezTo>
                    <a:pt x="113" y="0"/>
                    <a:pt x="110" y="0"/>
                    <a:pt x="108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475" lIns="91425" spcFirstLastPara="1" rIns="91425" wrap="square" tIns="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18" name="Google Shape;1918;p13"/>
            <p:cNvSpPr/>
            <p:nvPr/>
          </p:nvSpPr>
          <p:spPr>
            <a:xfrm>
              <a:off x="316080" y="3071880"/>
              <a:ext cx="12600" cy="12960"/>
            </a:xfrm>
            <a:custGeom>
              <a:rect b="b" l="l" r="r" t="t"/>
              <a:pathLst>
                <a:path extrusionOk="0" h="262" w="260">
                  <a:moveTo>
                    <a:pt x="106" y="0"/>
                  </a:moveTo>
                  <a:cubicBezTo>
                    <a:pt x="94" y="0"/>
                    <a:pt x="82" y="3"/>
                    <a:pt x="70" y="9"/>
                  </a:cubicBezTo>
                  <a:cubicBezTo>
                    <a:pt x="56" y="15"/>
                    <a:pt x="43" y="22"/>
                    <a:pt x="33" y="35"/>
                  </a:cubicBezTo>
                  <a:cubicBezTo>
                    <a:pt x="28" y="43"/>
                    <a:pt x="20" y="49"/>
                    <a:pt x="15" y="57"/>
                  </a:cubicBezTo>
                  <a:cubicBezTo>
                    <a:pt x="6" y="74"/>
                    <a:pt x="1" y="94"/>
                    <a:pt x="1" y="115"/>
                  </a:cubicBezTo>
                  <a:cubicBezTo>
                    <a:pt x="2" y="124"/>
                    <a:pt x="2" y="135"/>
                    <a:pt x="5" y="145"/>
                  </a:cubicBezTo>
                  <a:cubicBezTo>
                    <a:pt x="9" y="165"/>
                    <a:pt x="20" y="183"/>
                    <a:pt x="35" y="198"/>
                  </a:cubicBezTo>
                  <a:lnTo>
                    <a:pt x="59" y="222"/>
                  </a:lnTo>
                  <a:lnTo>
                    <a:pt x="63" y="226"/>
                  </a:lnTo>
                  <a:cubicBezTo>
                    <a:pt x="73" y="237"/>
                    <a:pt x="86" y="244"/>
                    <a:pt x="100" y="250"/>
                  </a:cubicBezTo>
                  <a:cubicBezTo>
                    <a:pt x="113" y="257"/>
                    <a:pt x="128" y="261"/>
                    <a:pt x="144" y="261"/>
                  </a:cubicBezTo>
                  <a:cubicBezTo>
                    <a:pt x="161" y="261"/>
                    <a:pt x="175" y="257"/>
                    <a:pt x="189" y="250"/>
                  </a:cubicBezTo>
                  <a:cubicBezTo>
                    <a:pt x="203" y="244"/>
                    <a:pt x="215" y="237"/>
                    <a:pt x="226" y="226"/>
                  </a:cubicBezTo>
                  <a:cubicBezTo>
                    <a:pt x="232" y="219"/>
                    <a:pt x="239" y="212"/>
                    <a:pt x="244" y="202"/>
                  </a:cubicBezTo>
                  <a:cubicBezTo>
                    <a:pt x="254" y="183"/>
                    <a:pt x="260" y="165"/>
                    <a:pt x="260" y="144"/>
                  </a:cubicBezTo>
                  <a:cubicBezTo>
                    <a:pt x="260" y="134"/>
                    <a:pt x="256" y="122"/>
                    <a:pt x="253" y="114"/>
                  </a:cubicBezTo>
                  <a:cubicBezTo>
                    <a:pt x="249" y="94"/>
                    <a:pt x="239" y="77"/>
                    <a:pt x="225" y="63"/>
                  </a:cubicBezTo>
                  <a:lnTo>
                    <a:pt x="199" y="37"/>
                  </a:lnTo>
                  <a:lnTo>
                    <a:pt x="196" y="35"/>
                  </a:lnTo>
                  <a:cubicBezTo>
                    <a:pt x="185" y="22"/>
                    <a:pt x="172" y="15"/>
                    <a:pt x="158" y="9"/>
                  </a:cubicBezTo>
                  <a:cubicBezTo>
                    <a:pt x="146" y="3"/>
                    <a:pt x="133" y="0"/>
                    <a:pt x="121" y="0"/>
                  </a:cubicBezTo>
                  <a:cubicBezTo>
                    <a:pt x="119" y="0"/>
                    <a:pt x="116" y="0"/>
                    <a:pt x="114" y="1"/>
                  </a:cubicBezTo>
                  <a:cubicBezTo>
                    <a:pt x="111" y="0"/>
                    <a:pt x="109" y="0"/>
                    <a:pt x="106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475" lIns="91425" spcFirstLastPara="1" rIns="91425" wrap="square" tIns="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19" name="Google Shape;1919;p13"/>
            <p:cNvSpPr/>
            <p:nvPr/>
          </p:nvSpPr>
          <p:spPr>
            <a:xfrm>
              <a:off x="279360" y="3136320"/>
              <a:ext cx="12600" cy="11880"/>
            </a:xfrm>
            <a:custGeom>
              <a:rect b="b" l="l" r="r" t="t"/>
              <a:pathLst>
                <a:path extrusionOk="0" h="244" w="258">
                  <a:moveTo>
                    <a:pt x="124" y="1"/>
                  </a:moveTo>
                  <a:cubicBezTo>
                    <a:pt x="59" y="1"/>
                    <a:pt x="1" y="58"/>
                    <a:pt x="1" y="118"/>
                  </a:cubicBezTo>
                  <a:cubicBezTo>
                    <a:pt x="1" y="145"/>
                    <a:pt x="11" y="172"/>
                    <a:pt x="38" y="195"/>
                  </a:cubicBezTo>
                  <a:cubicBezTo>
                    <a:pt x="45" y="200"/>
                    <a:pt x="51" y="208"/>
                    <a:pt x="58" y="213"/>
                  </a:cubicBezTo>
                  <a:cubicBezTo>
                    <a:pt x="82" y="235"/>
                    <a:pt x="108" y="244"/>
                    <a:pt x="134" y="244"/>
                  </a:cubicBezTo>
                  <a:cubicBezTo>
                    <a:pt x="199" y="244"/>
                    <a:pt x="257" y="186"/>
                    <a:pt x="257" y="125"/>
                  </a:cubicBezTo>
                  <a:cubicBezTo>
                    <a:pt x="257" y="100"/>
                    <a:pt x="245" y="73"/>
                    <a:pt x="222" y="50"/>
                  </a:cubicBezTo>
                  <a:cubicBezTo>
                    <a:pt x="215" y="45"/>
                    <a:pt x="208" y="38"/>
                    <a:pt x="201" y="32"/>
                  </a:cubicBezTo>
                  <a:cubicBezTo>
                    <a:pt x="176" y="10"/>
                    <a:pt x="150" y="1"/>
                    <a:pt x="124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100" lIns="91425" spcFirstLastPara="1" rIns="91425" wrap="square" tIns="6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20" name="Google Shape;1920;p13"/>
            <p:cNvSpPr/>
            <p:nvPr/>
          </p:nvSpPr>
          <p:spPr>
            <a:xfrm>
              <a:off x="128160" y="3079080"/>
              <a:ext cx="12960" cy="12960"/>
            </a:xfrm>
            <a:custGeom>
              <a:rect b="b" l="l" r="r" t="t"/>
              <a:pathLst>
                <a:path extrusionOk="0" h="263" w="263">
                  <a:moveTo>
                    <a:pt x="115" y="0"/>
                  </a:moveTo>
                  <a:cubicBezTo>
                    <a:pt x="100" y="0"/>
                    <a:pt x="84" y="2"/>
                    <a:pt x="72" y="10"/>
                  </a:cubicBezTo>
                  <a:cubicBezTo>
                    <a:pt x="57" y="16"/>
                    <a:pt x="45" y="23"/>
                    <a:pt x="35" y="34"/>
                  </a:cubicBezTo>
                  <a:cubicBezTo>
                    <a:pt x="29" y="43"/>
                    <a:pt x="22" y="50"/>
                    <a:pt x="16" y="59"/>
                  </a:cubicBezTo>
                  <a:cubicBezTo>
                    <a:pt x="6" y="77"/>
                    <a:pt x="1" y="95"/>
                    <a:pt x="1" y="117"/>
                  </a:cubicBezTo>
                  <a:lnTo>
                    <a:pt x="6" y="149"/>
                  </a:lnTo>
                  <a:cubicBezTo>
                    <a:pt x="9" y="169"/>
                    <a:pt x="21" y="186"/>
                    <a:pt x="35" y="200"/>
                  </a:cubicBezTo>
                  <a:cubicBezTo>
                    <a:pt x="45" y="209"/>
                    <a:pt x="53" y="216"/>
                    <a:pt x="63" y="226"/>
                  </a:cubicBezTo>
                  <a:cubicBezTo>
                    <a:pt x="64" y="227"/>
                    <a:pt x="66" y="227"/>
                    <a:pt x="67" y="229"/>
                  </a:cubicBezTo>
                  <a:cubicBezTo>
                    <a:pt x="79" y="240"/>
                    <a:pt x="91" y="247"/>
                    <a:pt x="106" y="251"/>
                  </a:cubicBezTo>
                  <a:cubicBezTo>
                    <a:pt x="117" y="260"/>
                    <a:pt x="129" y="263"/>
                    <a:pt x="142" y="263"/>
                  </a:cubicBezTo>
                  <a:cubicBezTo>
                    <a:pt x="145" y="263"/>
                    <a:pt x="147" y="263"/>
                    <a:pt x="149" y="263"/>
                  </a:cubicBezTo>
                  <a:cubicBezTo>
                    <a:pt x="152" y="263"/>
                    <a:pt x="154" y="263"/>
                    <a:pt x="157" y="263"/>
                  </a:cubicBezTo>
                  <a:cubicBezTo>
                    <a:pt x="170" y="263"/>
                    <a:pt x="181" y="260"/>
                    <a:pt x="193" y="251"/>
                  </a:cubicBezTo>
                  <a:cubicBezTo>
                    <a:pt x="208" y="247"/>
                    <a:pt x="220" y="241"/>
                    <a:pt x="230" y="229"/>
                  </a:cubicBezTo>
                  <a:cubicBezTo>
                    <a:pt x="236" y="220"/>
                    <a:pt x="242" y="213"/>
                    <a:pt x="249" y="206"/>
                  </a:cubicBezTo>
                  <a:cubicBezTo>
                    <a:pt x="257" y="187"/>
                    <a:pt x="263" y="169"/>
                    <a:pt x="263" y="148"/>
                  </a:cubicBezTo>
                  <a:cubicBezTo>
                    <a:pt x="261" y="138"/>
                    <a:pt x="259" y="128"/>
                    <a:pt x="259" y="114"/>
                  </a:cubicBezTo>
                  <a:cubicBezTo>
                    <a:pt x="254" y="94"/>
                    <a:pt x="243" y="77"/>
                    <a:pt x="229" y="63"/>
                  </a:cubicBezTo>
                  <a:cubicBezTo>
                    <a:pt x="219" y="53"/>
                    <a:pt x="209" y="46"/>
                    <a:pt x="200" y="37"/>
                  </a:cubicBezTo>
                  <a:lnTo>
                    <a:pt x="198" y="34"/>
                  </a:lnTo>
                  <a:cubicBezTo>
                    <a:pt x="186" y="23"/>
                    <a:pt x="174" y="16"/>
                    <a:pt x="159" y="10"/>
                  </a:cubicBezTo>
                  <a:cubicBezTo>
                    <a:pt x="148" y="2"/>
                    <a:pt x="131" y="0"/>
                    <a:pt x="115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475" lIns="91425" spcFirstLastPara="1" rIns="91425" wrap="square" tIns="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21" name="Google Shape;1921;p13"/>
            <p:cNvSpPr/>
            <p:nvPr/>
          </p:nvSpPr>
          <p:spPr>
            <a:xfrm>
              <a:off x="205920" y="2981520"/>
              <a:ext cx="14760" cy="11160"/>
            </a:xfrm>
            <a:custGeom>
              <a:rect b="b" l="l" r="r" t="t"/>
              <a:pathLst>
                <a:path extrusionOk="0" h="232" w="297">
                  <a:moveTo>
                    <a:pt x="148" y="0"/>
                  </a:moveTo>
                  <a:cubicBezTo>
                    <a:pt x="1" y="0"/>
                    <a:pt x="1" y="231"/>
                    <a:pt x="148" y="231"/>
                  </a:cubicBezTo>
                  <a:cubicBezTo>
                    <a:pt x="297" y="231"/>
                    <a:pt x="297" y="0"/>
                    <a:pt x="148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750" lIns="91425" spcFirstLastPara="1" rIns="91425" wrap="square" tIns="5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22" name="Google Shape;1922;p13"/>
            <p:cNvSpPr/>
            <p:nvPr/>
          </p:nvSpPr>
          <p:spPr>
            <a:xfrm>
              <a:off x="394200" y="2986200"/>
              <a:ext cx="14760" cy="11160"/>
            </a:xfrm>
            <a:custGeom>
              <a:rect b="b" l="l" r="r" t="t"/>
              <a:pathLst>
                <a:path extrusionOk="0" h="232" w="297">
                  <a:moveTo>
                    <a:pt x="149" y="0"/>
                  </a:moveTo>
                  <a:cubicBezTo>
                    <a:pt x="0" y="0"/>
                    <a:pt x="0" y="231"/>
                    <a:pt x="149" y="231"/>
                  </a:cubicBezTo>
                  <a:cubicBezTo>
                    <a:pt x="295" y="231"/>
                    <a:pt x="296" y="0"/>
                    <a:pt x="149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750" lIns="91425" spcFirstLastPara="1" rIns="91425" wrap="square" tIns="5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23" name="Google Shape;1923;p13"/>
            <p:cNvSpPr/>
            <p:nvPr/>
          </p:nvSpPr>
          <p:spPr>
            <a:xfrm>
              <a:off x="232200" y="3042720"/>
              <a:ext cx="12960" cy="12960"/>
            </a:xfrm>
            <a:custGeom>
              <a:rect b="b" l="l" r="r" t="t"/>
              <a:pathLst>
                <a:path extrusionOk="0" h="263" w="263">
                  <a:moveTo>
                    <a:pt x="115" y="0"/>
                  </a:moveTo>
                  <a:cubicBezTo>
                    <a:pt x="100" y="0"/>
                    <a:pt x="85" y="4"/>
                    <a:pt x="71" y="11"/>
                  </a:cubicBezTo>
                  <a:cubicBezTo>
                    <a:pt x="57" y="16"/>
                    <a:pt x="44" y="23"/>
                    <a:pt x="34" y="35"/>
                  </a:cubicBezTo>
                  <a:cubicBezTo>
                    <a:pt x="29" y="43"/>
                    <a:pt x="22" y="50"/>
                    <a:pt x="16" y="58"/>
                  </a:cubicBezTo>
                  <a:cubicBezTo>
                    <a:pt x="6" y="78"/>
                    <a:pt x="0" y="96"/>
                    <a:pt x="0" y="118"/>
                  </a:cubicBezTo>
                  <a:cubicBezTo>
                    <a:pt x="2" y="128"/>
                    <a:pt x="2" y="139"/>
                    <a:pt x="5" y="149"/>
                  </a:cubicBezTo>
                  <a:cubicBezTo>
                    <a:pt x="9" y="169"/>
                    <a:pt x="20" y="186"/>
                    <a:pt x="34" y="200"/>
                  </a:cubicBezTo>
                  <a:cubicBezTo>
                    <a:pt x="44" y="210"/>
                    <a:pt x="54" y="217"/>
                    <a:pt x="63" y="225"/>
                  </a:cubicBezTo>
                  <a:lnTo>
                    <a:pt x="67" y="228"/>
                  </a:lnTo>
                  <a:cubicBezTo>
                    <a:pt x="77" y="241"/>
                    <a:pt x="90" y="248"/>
                    <a:pt x="104" y="254"/>
                  </a:cubicBezTo>
                  <a:cubicBezTo>
                    <a:pt x="114" y="260"/>
                    <a:pt x="127" y="263"/>
                    <a:pt x="140" y="263"/>
                  </a:cubicBezTo>
                  <a:cubicBezTo>
                    <a:pt x="143" y="263"/>
                    <a:pt x="145" y="262"/>
                    <a:pt x="148" y="262"/>
                  </a:cubicBezTo>
                  <a:cubicBezTo>
                    <a:pt x="150" y="262"/>
                    <a:pt x="153" y="263"/>
                    <a:pt x="155" y="263"/>
                  </a:cubicBezTo>
                  <a:cubicBezTo>
                    <a:pt x="168" y="263"/>
                    <a:pt x="180" y="260"/>
                    <a:pt x="192" y="254"/>
                  </a:cubicBezTo>
                  <a:cubicBezTo>
                    <a:pt x="206" y="248"/>
                    <a:pt x="217" y="241"/>
                    <a:pt x="230" y="228"/>
                  </a:cubicBezTo>
                  <a:cubicBezTo>
                    <a:pt x="234" y="220"/>
                    <a:pt x="241" y="214"/>
                    <a:pt x="247" y="205"/>
                  </a:cubicBezTo>
                  <a:cubicBezTo>
                    <a:pt x="258" y="188"/>
                    <a:pt x="263" y="169"/>
                    <a:pt x="263" y="147"/>
                  </a:cubicBezTo>
                  <a:cubicBezTo>
                    <a:pt x="261" y="136"/>
                    <a:pt x="260" y="128"/>
                    <a:pt x="257" y="115"/>
                  </a:cubicBezTo>
                  <a:cubicBezTo>
                    <a:pt x="253" y="96"/>
                    <a:pt x="243" y="78"/>
                    <a:pt x="229" y="64"/>
                  </a:cubicBezTo>
                  <a:cubicBezTo>
                    <a:pt x="219" y="55"/>
                    <a:pt x="210" y="48"/>
                    <a:pt x="200" y="40"/>
                  </a:cubicBezTo>
                  <a:lnTo>
                    <a:pt x="197" y="35"/>
                  </a:lnTo>
                  <a:cubicBezTo>
                    <a:pt x="189" y="23"/>
                    <a:pt x="175" y="16"/>
                    <a:pt x="161" y="11"/>
                  </a:cubicBezTo>
                  <a:cubicBezTo>
                    <a:pt x="146" y="4"/>
                    <a:pt x="132" y="0"/>
                    <a:pt x="115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475" lIns="91425" spcFirstLastPara="1" rIns="91425" wrap="square" tIns="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24" name="Google Shape;1924;p13"/>
            <p:cNvSpPr/>
            <p:nvPr/>
          </p:nvSpPr>
          <p:spPr>
            <a:xfrm>
              <a:off x="182520" y="3137040"/>
              <a:ext cx="13320" cy="13320"/>
            </a:xfrm>
            <a:custGeom>
              <a:rect b="b" l="l" r="r" t="t"/>
              <a:pathLst>
                <a:path extrusionOk="0" h="271" w="272">
                  <a:moveTo>
                    <a:pt x="107" y="1"/>
                  </a:moveTo>
                  <a:cubicBezTo>
                    <a:pt x="94" y="1"/>
                    <a:pt x="81" y="4"/>
                    <a:pt x="69" y="11"/>
                  </a:cubicBezTo>
                  <a:cubicBezTo>
                    <a:pt x="55" y="17"/>
                    <a:pt x="43" y="23"/>
                    <a:pt x="32" y="35"/>
                  </a:cubicBezTo>
                  <a:cubicBezTo>
                    <a:pt x="28" y="44"/>
                    <a:pt x="19" y="51"/>
                    <a:pt x="15" y="58"/>
                  </a:cubicBezTo>
                  <a:cubicBezTo>
                    <a:pt x="5" y="75"/>
                    <a:pt x="1" y="95"/>
                    <a:pt x="1" y="116"/>
                  </a:cubicBezTo>
                  <a:cubicBezTo>
                    <a:pt x="2" y="127"/>
                    <a:pt x="2" y="137"/>
                    <a:pt x="4" y="149"/>
                  </a:cubicBezTo>
                  <a:cubicBezTo>
                    <a:pt x="9" y="167"/>
                    <a:pt x="21" y="185"/>
                    <a:pt x="35" y="200"/>
                  </a:cubicBezTo>
                  <a:cubicBezTo>
                    <a:pt x="38" y="201"/>
                    <a:pt x="42" y="205"/>
                    <a:pt x="43" y="207"/>
                  </a:cubicBezTo>
                  <a:lnTo>
                    <a:pt x="49" y="212"/>
                  </a:lnTo>
                  <a:cubicBezTo>
                    <a:pt x="52" y="215"/>
                    <a:pt x="57" y="221"/>
                    <a:pt x="60" y="222"/>
                  </a:cubicBezTo>
                  <a:lnTo>
                    <a:pt x="70" y="231"/>
                  </a:lnTo>
                  <a:cubicBezTo>
                    <a:pt x="72" y="234"/>
                    <a:pt x="73" y="234"/>
                    <a:pt x="74" y="235"/>
                  </a:cubicBezTo>
                  <a:cubicBezTo>
                    <a:pt x="86" y="248"/>
                    <a:pt x="99" y="255"/>
                    <a:pt x="113" y="259"/>
                  </a:cubicBezTo>
                  <a:cubicBezTo>
                    <a:pt x="124" y="266"/>
                    <a:pt x="141" y="271"/>
                    <a:pt x="157" y="271"/>
                  </a:cubicBezTo>
                  <a:cubicBezTo>
                    <a:pt x="172" y="271"/>
                    <a:pt x="186" y="266"/>
                    <a:pt x="201" y="259"/>
                  </a:cubicBezTo>
                  <a:cubicBezTo>
                    <a:pt x="215" y="255"/>
                    <a:pt x="227" y="248"/>
                    <a:pt x="237" y="235"/>
                  </a:cubicBezTo>
                  <a:cubicBezTo>
                    <a:pt x="243" y="228"/>
                    <a:pt x="250" y="221"/>
                    <a:pt x="256" y="212"/>
                  </a:cubicBezTo>
                  <a:cubicBezTo>
                    <a:pt x="266" y="194"/>
                    <a:pt x="271" y="174"/>
                    <a:pt x="271" y="153"/>
                  </a:cubicBezTo>
                  <a:cubicBezTo>
                    <a:pt x="270" y="143"/>
                    <a:pt x="269" y="132"/>
                    <a:pt x="264" y="123"/>
                  </a:cubicBezTo>
                  <a:cubicBezTo>
                    <a:pt x="260" y="103"/>
                    <a:pt x="250" y="86"/>
                    <a:pt x="236" y="72"/>
                  </a:cubicBezTo>
                  <a:cubicBezTo>
                    <a:pt x="230" y="68"/>
                    <a:pt x="227" y="64"/>
                    <a:pt x="222" y="59"/>
                  </a:cubicBezTo>
                  <a:cubicBezTo>
                    <a:pt x="218" y="54"/>
                    <a:pt x="213" y="51"/>
                    <a:pt x="208" y="45"/>
                  </a:cubicBezTo>
                  <a:cubicBezTo>
                    <a:pt x="206" y="45"/>
                    <a:pt x="202" y="42"/>
                    <a:pt x="201" y="40"/>
                  </a:cubicBezTo>
                  <a:lnTo>
                    <a:pt x="195" y="35"/>
                  </a:lnTo>
                  <a:cubicBezTo>
                    <a:pt x="185" y="24"/>
                    <a:pt x="172" y="17"/>
                    <a:pt x="158" y="11"/>
                  </a:cubicBezTo>
                  <a:cubicBezTo>
                    <a:pt x="146" y="4"/>
                    <a:pt x="133" y="1"/>
                    <a:pt x="121" y="1"/>
                  </a:cubicBezTo>
                  <a:cubicBezTo>
                    <a:pt x="119" y="1"/>
                    <a:pt x="116" y="1"/>
                    <a:pt x="114" y="1"/>
                  </a:cubicBezTo>
                  <a:cubicBezTo>
                    <a:pt x="112" y="1"/>
                    <a:pt x="109" y="1"/>
                    <a:pt x="107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25" lIns="91425" spcFirstLastPara="1" rIns="91425" wrap="square" tIns="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25" name="Google Shape;1925;p13"/>
            <p:cNvSpPr/>
            <p:nvPr/>
          </p:nvSpPr>
          <p:spPr>
            <a:xfrm>
              <a:off x="481320" y="3036600"/>
              <a:ext cx="14760" cy="11160"/>
            </a:xfrm>
            <a:custGeom>
              <a:rect b="b" l="l" r="r" t="t"/>
              <a:pathLst>
                <a:path extrusionOk="0" h="232" w="299">
                  <a:moveTo>
                    <a:pt x="150" y="1"/>
                  </a:moveTo>
                  <a:cubicBezTo>
                    <a:pt x="2" y="1"/>
                    <a:pt x="1" y="232"/>
                    <a:pt x="150" y="232"/>
                  </a:cubicBezTo>
                  <a:cubicBezTo>
                    <a:pt x="298" y="232"/>
                    <a:pt x="298" y="1"/>
                    <a:pt x="150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750" lIns="91425" spcFirstLastPara="1" rIns="91425" wrap="square" tIns="5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26" name="Google Shape;1926;p13"/>
            <p:cNvSpPr/>
            <p:nvPr/>
          </p:nvSpPr>
          <p:spPr>
            <a:xfrm>
              <a:off x="510480" y="3129840"/>
              <a:ext cx="14760" cy="11160"/>
            </a:xfrm>
            <a:custGeom>
              <a:rect b="b" l="l" r="r" t="t"/>
              <a:pathLst>
                <a:path extrusionOk="0" h="230" w="298">
                  <a:moveTo>
                    <a:pt x="149" y="0"/>
                  </a:moveTo>
                  <a:cubicBezTo>
                    <a:pt x="0" y="0"/>
                    <a:pt x="0" y="230"/>
                    <a:pt x="149" y="230"/>
                  </a:cubicBezTo>
                  <a:cubicBezTo>
                    <a:pt x="296" y="230"/>
                    <a:pt x="298" y="0"/>
                    <a:pt x="149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750" lIns="91425" spcFirstLastPara="1" rIns="91425" wrap="square" tIns="5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27" name="Google Shape;1927;p13"/>
            <p:cNvSpPr/>
            <p:nvPr/>
          </p:nvSpPr>
          <p:spPr>
            <a:xfrm>
              <a:off x="547560" y="3012480"/>
              <a:ext cx="135002" cy="115557"/>
            </a:xfrm>
            <a:custGeom>
              <a:rect b="b" l="l" r="r" t="t"/>
              <a:pathLst>
                <a:path extrusionOk="0" h="2304" w="2685">
                  <a:moveTo>
                    <a:pt x="1283" y="111"/>
                  </a:moveTo>
                  <a:cubicBezTo>
                    <a:pt x="1446" y="111"/>
                    <a:pt x="1611" y="141"/>
                    <a:pt x="1765" y="195"/>
                  </a:cubicBezTo>
                  <a:cubicBezTo>
                    <a:pt x="2120" y="318"/>
                    <a:pt x="2448" y="593"/>
                    <a:pt x="2524" y="976"/>
                  </a:cubicBezTo>
                  <a:cubicBezTo>
                    <a:pt x="2613" y="1421"/>
                    <a:pt x="2348" y="1856"/>
                    <a:pt x="1962" y="2058"/>
                  </a:cubicBezTo>
                  <a:cubicBezTo>
                    <a:pt x="1930" y="2072"/>
                    <a:pt x="1901" y="2087"/>
                    <a:pt x="1871" y="2099"/>
                  </a:cubicBezTo>
                  <a:cubicBezTo>
                    <a:pt x="1848" y="2109"/>
                    <a:pt x="1823" y="2116"/>
                    <a:pt x="1800" y="2125"/>
                  </a:cubicBezTo>
                  <a:cubicBezTo>
                    <a:pt x="1669" y="2167"/>
                    <a:pt x="1536" y="2186"/>
                    <a:pt x="1402" y="2186"/>
                  </a:cubicBezTo>
                  <a:cubicBezTo>
                    <a:pt x="1264" y="2186"/>
                    <a:pt x="1125" y="2165"/>
                    <a:pt x="988" y="2128"/>
                  </a:cubicBezTo>
                  <a:cubicBezTo>
                    <a:pt x="879" y="2099"/>
                    <a:pt x="768" y="2064"/>
                    <a:pt x="669" y="2010"/>
                  </a:cubicBezTo>
                  <a:cubicBezTo>
                    <a:pt x="615" y="1983"/>
                    <a:pt x="513" y="1936"/>
                    <a:pt x="502" y="1867"/>
                  </a:cubicBezTo>
                  <a:cubicBezTo>
                    <a:pt x="506" y="1854"/>
                    <a:pt x="510" y="1840"/>
                    <a:pt x="505" y="1826"/>
                  </a:cubicBezTo>
                  <a:lnTo>
                    <a:pt x="506" y="1824"/>
                  </a:lnTo>
                  <a:cubicBezTo>
                    <a:pt x="524" y="1781"/>
                    <a:pt x="489" y="1756"/>
                    <a:pt x="454" y="1756"/>
                  </a:cubicBezTo>
                  <a:cubicBezTo>
                    <a:pt x="452" y="1756"/>
                    <a:pt x="450" y="1756"/>
                    <a:pt x="448" y="1756"/>
                  </a:cubicBezTo>
                  <a:cubicBezTo>
                    <a:pt x="243" y="1523"/>
                    <a:pt x="133" y="1219"/>
                    <a:pt x="209" y="908"/>
                  </a:cubicBezTo>
                  <a:cubicBezTo>
                    <a:pt x="218" y="872"/>
                    <a:pt x="227" y="841"/>
                    <a:pt x="241" y="807"/>
                  </a:cubicBezTo>
                  <a:cubicBezTo>
                    <a:pt x="255" y="769"/>
                    <a:pt x="271" y="729"/>
                    <a:pt x="291" y="694"/>
                  </a:cubicBezTo>
                  <a:cubicBezTo>
                    <a:pt x="369" y="540"/>
                    <a:pt x="483" y="403"/>
                    <a:pt x="622" y="307"/>
                  </a:cubicBezTo>
                  <a:cubicBezTo>
                    <a:pt x="817" y="171"/>
                    <a:pt x="1048" y="111"/>
                    <a:pt x="1283" y="111"/>
                  </a:cubicBezTo>
                  <a:close/>
                  <a:moveTo>
                    <a:pt x="1281" y="1"/>
                  </a:moveTo>
                  <a:cubicBezTo>
                    <a:pt x="1064" y="1"/>
                    <a:pt x="851" y="46"/>
                    <a:pt x="669" y="144"/>
                  </a:cubicBezTo>
                  <a:cubicBezTo>
                    <a:pt x="407" y="283"/>
                    <a:pt x="206" y="533"/>
                    <a:pt x="116" y="817"/>
                  </a:cubicBezTo>
                  <a:cubicBezTo>
                    <a:pt x="0" y="1190"/>
                    <a:pt x="125" y="1572"/>
                    <a:pt x="383" y="1854"/>
                  </a:cubicBezTo>
                  <a:cubicBezTo>
                    <a:pt x="373" y="2037"/>
                    <a:pt x="671" y="2145"/>
                    <a:pt x="805" y="2193"/>
                  </a:cubicBezTo>
                  <a:cubicBezTo>
                    <a:pt x="1000" y="2259"/>
                    <a:pt x="1205" y="2304"/>
                    <a:pt x="1411" y="2304"/>
                  </a:cubicBezTo>
                  <a:cubicBezTo>
                    <a:pt x="1455" y="2304"/>
                    <a:pt x="1498" y="2302"/>
                    <a:pt x="1542" y="2298"/>
                  </a:cubicBezTo>
                  <a:cubicBezTo>
                    <a:pt x="1842" y="2265"/>
                    <a:pt x="2133" y="2143"/>
                    <a:pt x="2341" y="1924"/>
                  </a:cubicBezTo>
                  <a:cubicBezTo>
                    <a:pt x="2530" y="1725"/>
                    <a:pt x="2646" y="1450"/>
                    <a:pt x="2657" y="1175"/>
                  </a:cubicBezTo>
                  <a:cubicBezTo>
                    <a:pt x="2684" y="449"/>
                    <a:pt x="1960" y="1"/>
                    <a:pt x="1281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7950" lIns="91425" spcFirstLastPara="1" rIns="91425" wrap="square" tIns="57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28" name="Google Shape;1928;p13"/>
            <p:cNvSpPr/>
            <p:nvPr/>
          </p:nvSpPr>
          <p:spPr>
            <a:xfrm>
              <a:off x="555120" y="3045600"/>
              <a:ext cx="91802" cy="72720"/>
            </a:xfrm>
            <a:custGeom>
              <a:rect b="b" l="l" r="r" t="t"/>
              <a:pathLst>
                <a:path extrusionOk="0" h="1452" w="1831">
                  <a:moveTo>
                    <a:pt x="84" y="1"/>
                  </a:moveTo>
                  <a:cubicBezTo>
                    <a:pt x="40" y="1"/>
                    <a:pt x="1" y="59"/>
                    <a:pt x="41" y="100"/>
                  </a:cubicBezTo>
                  <a:cubicBezTo>
                    <a:pt x="116" y="172"/>
                    <a:pt x="179" y="256"/>
                    <a:pt x="247" y="334"/>
                  </a:cubicBezTo>
                  <a:cubicBezTo>
                    <a:pt x="304" y="399"/>
                    <a:pt x="364" y="469"/>
                    <a:pt x="445" y="504"/>
                  </a:cubicBezTo>
                  <a:cubicBezTo>
                    <a:pt x="535" y="542"/>
                    <a:pt x="632" y="561"/>
                    <a:pt x="719" y="607"/>
                  </a:cubicBezTo>
                  <a:cubicBezTo>
                    <a:pt x="811" y="657"/>
                    <a:pt x="870" y="746"/>
                    <a:pt x="924" y="833"/>
                  </a:cubicBezTo>
                  <a:cubicBezTo>
                    <a:pt x="1019" y="990"/>
                    <a:pt x="1118" y="1136"/>
                    <a:pt x="1274" y="1238"/>
                  </a:cubicBezTo>
                  <a:cubicBezTo>
                    <a:pt x="1416" y="1333"/>
                    <a:pt x="1580" y="1384"/>
                    <a:pt x="1738" y="1448"/>
                  </a:cubicBezTo>
                  <a:cubicBezTo>
                    <a:pt x="1745" y="1451"/>
                    <a:pt x="1752" y="1452"/>
                    <a:pt x="1759" y="1452"/>
                  </a:cubicBezTo>
                  <a:cubicBezTo>
                    <a:pt x="1814" y="1452"/>
                    <a:pt x="1831" y="1360"/>
                    <a:pt x="1769" y="1336"/>
                  </a:cubicBezTo>
                  <a:cubicBezTo>
                    <a:pt x="1614" y="1274"/>
                    <a:pt x="1454" y="1224"/>
                    <a:pt x="1317" y="1128"/>
                  </a:cubicBezTo>
                  <a:cubicBezTo>
                    <a:pt x="1159" y="1017"/>
                    <a:pt x="1083" y="853"/>
                    <a:pt x="975" y="698"/>
                  </a:cubicBezTo>
                  <a:cubicBezTo>
                    <a:pt x="924" y="626"/>
                    <a:pt x="863" y="556"/>
                    <a:pt x="785" y="513"/>
                  </a:cubicBezTo>
                  <a:cubicBezTo>
                    <a:pt x="707" y="469"/>
                    <a:pt x="618" y="447"/>
                    <a:pt x="535" y="415"/>
                  </a:cubicBezTo>
                  <a:cubicBezTo>
                    <a:pt x="357" y="350"/>
                    <a:pt x="253" y="147"/>
                    <a:pt x="124" y="18"/>
                  </a:cubicBezTo>
                  <a:cubicBezTo>
                    <a:pt x="111" y="6"/>
                    <a:pt x="98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350" lIns="91425" spcFirstLastPara="1" rIns="91425" wrap="square" tIns="36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29" name="Google Shape;1929;p13"/>
            <p:cNvSpPr/>
            <p:nvPr/>
          </p:nvSpPr>
          <p:spPr>
            <a:xfrm>
              <a:off x="591120" y="3029400"/>
              <a:ext cx="74161" cy="56159"/>
            </a:xfrm>
            <a:custGeom>
              <a:rect b="b" l="l" r="r" t="t"/>
              <a:pathLst>
                <a:path extrusionOk="0" h="1122" w="1481">
                  <a:moveTo>
                    <a:pt x="82" y="1"/>
                  </a:moveTo>
                  <a:cubicBezTo>
                    <a:pt x="39" y="1"/>
                    <a:pt x="0" y="59"/>
                    <a:pt x="40" y="100"/>
                  </a:cubicBezTo>
                  <a:cubicBezTo>
                    <a:pt x="102" y="165"/>
                    <a:pt x="146" y="248"/>
                    <a:pt x="211" y="310"/>
                  </a:cubicBezTo>
                  <a:cubicBezTo>
                    <a:pt x="278" y="371"/>
                    <a:pt x="357" y="404"/>
                    <a:pt x="438" y="438"/>
                  </a:cubicBezTo>
                  <a:cubicBezTo>
                    <a:pt x="524" y="474"/>
                    <a:pt x="605" y="521"/>
                    <a:pt x="655" y="606"/>
                  </a:cubicBezTo>
                  <a:cubicBezTo>
                    <a:pt x="694" y="677"/>
                    <a:pt x="723" y="755"/>
                    <a:pt x="765" y="827"/>
                  </a:cubicBezTo>
                  <a:cubicBezTo>
                    <a:pt x="849" y="970"/>
                    <a:pt x="1067" y="1121"/>
                    <a:pt x="1259" y="1121"/>
                  </a:cubicBezTo>
                  <a:cubicBezTo>
                    <a:pt x="1322" y="1121"/>
                    <a:pt x="1382" y="1105"/>
                    <a:pt x="1434" y="1067"/>
                  </a:cubicBezTo>
                  <a:cubicBezTo>
                    <a:pt x="1481" y="1030"/>
                    <a:pt x="1450" y="957"/>
                    <a:pt x="1404" y="957"/>
                  </a:cubicBezTo>
                  <a:cubicBezTo>
                    <a:pt x="1394" y="957"/>
                    <a:pt x="1384" y="960"/>
                    <a:pt x="1373" y="968"/>
                  </a:cubicBezTo>
                  <a:cubicBezTo>
                    <a:pt x="1339" y="992"/>
                    <a:pt x="1301" y="1002"/>
                    <a:pt x="1261" y="1002"/>
                  </a:cubicBezTo>
                  <a:cubicBezTo>
                    <a:pt x="1183" y="1002"/>
                    <a:pt x="1100" y="965"/>
                    <a:pt x="1037" y="931"/>
                  </a:cubicBezTo>
                  <a:cubicBezTo>
                    <a:pt x="920" y="863"/>
                    <a:pt x="853" y="771"/>
                    <a:pt x="799" y="650"/>
                  </a:cubicBezTo>
                  <a:cubicBezTo>
                    <a:pt x="768" y="582"/>
                    <a:pt x="740" y="513"/>
                    <a:pt x="683" y="457"/>
                  </a:cubicBezTo>
                  <a:cubicBezTo>
                    <a:pt x="625" y="401"/>
                    <a:pt x="551" y="364"/>
                    <a:pt x="477" y="331"/>
                  </a:cubicBezTo>
                  <a:cubicBezTo>
                    <a:pt x="407" y="302"/>
                    <a:pt x="333" y="272"/>
                    <a:pt x="279" y="215"/>
                  </a:cubicBezTo>
                  <a:cubicBezTo>
                    <a:pt x="220" y="154"/>
                    <a:pt x="180" y="80"/>
                    <a:pt x="120" y="18"/>
                  </a:cubicBezTo>
                  <a:cubicBezTo>
                    <a:pt x="109" y="6"/>
                    <a:pt x="95" y="1"/>
                    <a:pt x="82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8075" lIns="91425" spcFirstLastPara="1" rIns="91425" wrap="square" tIns="280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30" name="Google Shape;1930;p13"/>
            <p:cNvSpPr/>
            <p:nvPr/>
          </p:nvSpPr>
          <p:spPr>
            <a:xfrm>
              <a:off x="421560" y="3030480"/>
              <a:ext cx="16920" cy="17640"/>
            </a:xfrm>
            <a:custGeom>
              <a:rect b="b" l="l" r="r" t="t"/>
              <a:pathLst>
                <a:path extrusionOk="0" h="359" w="341">
                  <a:moveTo>
                    <a:pt x="275" y="1"/>
                  </a:moveTo>
                  <a:cubicBezTo>
                    <a:pt x="248" y="1"/>
                    <a:pt x="226" y="18"/>
                    <a:pt x="218" y="43"/>
                  </a:cubicBezTo>
                  <a:cubicBezTo>
                    <a:pt x="218" y="45"/>
                    <a:pt x="215" y="47"/>
                    <a:pt x="215" y="50"/>
                  </a:cubicBezTo>
                  <a:lnTo>
                    <a:pt x="214" y="55"/>
                  </a:lnTo>
                  <a:lnTo>
                    <a:pt x="208" y="66"/>
                  </a:lnTo>
                  <a:cubicBezTo>
                    <a:pt x="204" y="76"/>
                    <a:pt x="197" y="87"/>
                    <a:pt x="190" y="96"/>
                  </a:cubicBezTo>
                  <a:cubicBezTo>
                    <a:pt x="190" y="96"/>
                    <a:pt x="187" y="97"/>
                    <a:pt x="187" y="100"/>
                  </a:cubicBezTo>
                  <a:cubicBezTo>
                    <a:pt x="186" y="100"/>
                    <a:pt x="186" y="101"/>
                    <a:pt x="186" y="101"/>
                  </a:cubicBezTo>
                  <a:lnTo>
                    <a:pt x="184" y="103"/>
                  </a:lnTo>
                  <a:cubicBezTo>
                    <a:pt x="180" y="107"/>
                    <a:pt x="177" y="113"/>
                    <a:pt x="171" y="117"/>
                  </a:cubicBezTo>
                  <a:cubicBezTo>
                    <a:pt x="163" y="128"/>
                    <a:pt x="154" y="137"/>
                    <a:pt x="143" y="148"/>
                  </a:cubicBezTo>
                  <a:cubicBezTo>
                    <a:pt x="105" y="186"/>
                    <a:pt x="62" y="222"/>
                    <a:pt x="23" y="261"/>
                  </a:cubicBezTo>
                  <a:cubicBezTo>
                    <a:pt x="1" y="283"/>
                    <a:pt x="0" y="321"/>
                    <a:pt x="23" y="342"/>
                  </a:cubicBezTo>
                  <a:cubicBezTo>
                    <a:pt x="34" y="353"/>
                    <a:pt x="49" y="359"/>
                    <a:pt x="64" y="359"/>
                  </a:cubicBezTo>
                  <a:cubicBezTo>
                    <a:pt x="78" y="359"/>
                    <a:pt x="93" y="353"/>
                    <a:pt x="105" y="342"/>
                  </a:cubicBezTo>
                  <a:cubicBezTo>
                    <a:pt x="186" y="259"/>
                    <a:pt x="293" y="188"/>
                    <a:pt x="332" y="73"/>
                  </a:cubicBezTo>
                  <a:cubicBezTo>
                    <a:pt x="340" y="43"/>
                    <a:pt x="319" y="8"/>
                    <a:pt x="289" y="2"/>
                  </a:cubicBezTo>
                  <a:cubicBezTo>
                    <a:pt x="284" y="1"/>
                    <a:pt x="280" y="1"/>
                    <a:pt x="275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000" lIns="91425" spcFirstLastPara="1" rIns="91425" wrap="square" tIns="9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31" name="Google Shape;1931;p13"/>
            <p:cNvSpPr/>
            <p:nvPr/>
          </p:nvSpPr>
          <p:spPr>
            <a:xfrm>
              <a:off x="519120" y="2977560"/>
              <a:ext cx="47160" cy="14040"/>
            </a:xfrm>
            <a:custGeom>
              <a:rect b="b" l="l" r="r" t="t"/>
              <a:pathLst>
                <a:path extrusionOk="0" h="284" w="940">
                  <a:moveTo>
                    <a:pt x="87" y="1"/>
                  </a:moveTo>
                  <a:cubicBezTo>
                    <a:pt x="25" y="1"/>
                    <a:pt x="0" y="101"/>
                    <a:pt x="68" y="114"/>
                  </a:cubicBezTo>
                  <a:cubicBezTo>
                    <a:pt x="214" y="142"/>
                    <a:pt x="359" y="182"/>
                    <a:pt x="503" y="216"/>
                  </a:cubicBezTo>
                  <a:cubicBezTo>
                    <a:pt x="558" y="230"/>
                    <a:pt x="612" y="237"/>
                    <a:pt x="669" y="239"/>
                  </a:cubicBezTo>
                  <a:cubicBezTo>
                    <a:pt x="724" y="243"/>
                    <a:pt x="781" y="243"/>
                    <a:pt x="828" y="274"/>
                  </a:cubicBezTo>
                  <a:cubicBezTo>
                    <a:pt x="838" y="281"/>
                    <a:pt x="849" y="284"/>
                    <a:pt x="859" y="284"/>
                  </a:cubicBezTo>
                  <a:cubicBezTo>
                    <a:pt x="908" y="284"/>
                    <a:pt x="939" y="209"/>
                    <a:pt x="887" y="175"/>
                  </a:cubicBezTo>
                  <a:cubicBezTo>
                    <a:pt x="784" y="108"/>
                    <a:pt x="658" y="138"/>
                    <a:pt x="544" y="110"/>
                  </a:cubicBezTo>
                  <a:cubicBezTo>
                    <a:pt x="472" y="90"/>
                    <a:pt x="398" y="76"/>
                    <a:pt x="326" y="57"/>
                  </a:cubicBezTo>
                  <a:cubicBezTo>
                    <a:pt x="249" y="37"/>
                    <a:pt x="174" y="16"/>
                    <a:pt x="99" y="2"/>
                  </a:cubicBezTo>
                  <a:cubicBezTo>
                    <a:pt x="95" y="1"/>
                    <a:pt x="91" y="1"/>
                    <a:pt x="87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200" lIns="91425" spcFirstLastPara="1" rIns="91425" wrap="square" tIns="7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32" name="Google Shape;1932;p13"/>
            <p:cNvSpPr/>
            <p:nvPr/>
          </p:nvSpPr>
          <p:spPr>
            <a:xfrm>
              <a:off x="591120" y="3157200"/>
              <a:ext cx="27001" cy="16560"/>
            </a:xfrm>
            <a:custGeom>
              <a:rect b="b" l="l" r="r" t="t"/>
              <a:pathLst>
                <a:path extrusionOk="0" h="334" w="545">
                  <a:moveTo>
                    <a:pt x="69" y="0"/>
                  </a:moveTo>
                  <a:cubicBezTo>
                    <a:pt x="48" y="0"/>
                    <a:pt x="26" y="12"/>
                    <a:pt x="16" y="29"/>
                  </a:cubicBezTo>
                  <a:cubicBezTo>
                    <a:pt x="0" y="59"/>
                    <a:pt x="13" y="91"/>
                    <a:pt x="37" y="108"/>
                  </a:cubicBezTo>
                  <a:cubicBezTo>
                    <a:pt x="100" y="155"/>
                    <a:pt x="175" y="183"/>
                    <a:pt x="246" y="212"/>
                  </a:cubicBezTo>
                  <a:cubicBezTo>
                    <a:pt x="248" y="214"/>
                    <a:pt x="253" y="214"/>
                    <a:pt x="258" y="217"/>
                  </a:cubicBezTo>
                  <a:cubicBezTo>
                    <a:pt x="258" y="217"/>
                    <a:pt x="261" y="217"/>
                    <a:pt x="263" y="219"/>
                  </a:cubicBezTo>
                  <a:cubicBezTo>
                    <a:pt x="273" y="222"/>
                    <a:pt x="280" y="226"/>
                    <a:pt x="288" y="231"/>
                  </a:cubicBezTo>
                  <a:cubicBezTo>
                    <a:pt x="305" y="239"/>
                    <a:pt x="321" y="247"/>
                    <a:pt x="339" y="256"/>
                  </a:cubicBezTo>
                  <a:cubicBezTo>
                    <a:pt x="375" y="275"/>
                    <a:pt x="396" y="290"/>
                    <a:pt x="423" y="316"/>
                  </a:cubicBezTo>
                  <a:cubicBezTo>
                    <a:pt x="435" y="328"/>
                    <a:pt x="448" y="333"/>
                    <a:pt x="461" y="333"/>
                  </a:cubicBezTo>
                  <a:cubicBezTo>
                    <a:pt x="506" y="333"/>
                    <a:pt x="545" y="276"/>
                    <a:pt x="502" y="234"/>
                  </a:cubicBezTo>
                  <a:cubicBezTo>
                    <a:pt x="444" y="176"/>
                    <a:pt x="369" y="141"/>
                    <a:pt x="294" y="108"/>
                  </a:cubicBezTo>
                  <a:lnTo>
                    <a:pt x="240" y="87"/>
                  </a:lnTo>
                  <a:lnTo>
                    <a:pt x="230" y="83"/>
                  </a:lnTo>
                  <a:cubicBezTo>
                    <a:pt x="227" y="83"/>
                    <a:pt x="227" y="80"/>
                    <a:pt x="226" y="80"/>
                  </a:cubicBezTo>
                  <a:lnTo>
                    <a:pt x="224" y="78"/>
                  </a:lnTo>
                  <a:lnTo>
                    <a:pt x="224" y="80"/>
                  </a:lnTo>
                  <a:lnTo>
                    <a:pt x="222" y="78"/>
                  </a:lnTo>
                  <a:cubicBezTo>
                    <a:pt x="213" y="76"/>
                    <a:pt x="205" y="70"/>
                    <a:pt x="196" y="66"/>
                  </a:cubicBezTo>
                  <a:cubicBezTo>
                    <a:pt x="161" y="50"/>
                    <a:pt x="127" y="30"/>
                    <a:pt x="94" y="8"/>
                  </a:cubicBezTo>
                  <a:cubicBezTo>
                    <a:pt x="87" y="2"/>
                    <a:pt x="78" y="0"/>
                    <a:pt x="69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275" lIns="91425" spcFirstLastPara="1" rIns="91425" wrap="square" tIns="8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33" name="Google Shape;1933;p13"/>
            <p:cNvSpPr/>
            <p:nvPr/>
          </p:nvSpPr>
          <p:spPr>
            <a:xfrm>
              <a:off x="665640" y="3121920"/>
              <a:ext cx="29880" cy="17640"/>
            </a:xfrm>
            <a:custGeom>
              <a:rect b="b" l="l" r="r" t="t"/>
              <a:pathLst>
                <a:path extrusionOk="0" h="355" w="600">
                  <a:moveTo>
                    <a:pt x="532" y="0"/>
                  </a:moveTo>
                  <a:cubicBezTo>
                    <a:pt x="527" y="0"/>
                    <a:pt x="522" y="1"/>
                    <a:pt x="517" y="2"/>
                  </a:cubicBezTo>
                  <a:cubicBezTo>
                    <a:pt x="431" y="14"/>
                    <a:pt x="344" y="54"/>
                    <a:pt x="266" y="95"/>
                  </a:cubicBezTo>
                  <a:cubicBezTo>
                    <a:pt x="185" y="139"/>
                    <a:pt x="105" y="193"/>
                    <a:pt x="39" y="257"/>
                  </a:cubicBezTo>
                  <a:cubicBezTo>
                    <a:pt x="0" y="297"/>
                    <a:pt x="39" y="355"/>
                    <a:pt x="82" y="355"/>
                  </a:cubicBezTo>
                  <a:cubicBezTo>
                    <a:pt x="95" y="355"/>
                    <a:pt x="109" y="350"/>
                    <a:pt x="120" y="338"/>
                  </a:cubicBezTo>
                  <a:cubicBezTo>
                    <a:pt x="181" y="279"/>
                    <a:pt x="249" y="235"/>
                    <a:pt x="327" y="194"/>
                  </a:cubicBezTo>
                  <a:cubicBezTo>
                    <a:pt x="398" y="158"/>
                    <a:pt x="469" y="125"/>
                    <a:pt x="551" y="114"/>
                  </a:cubicBezTo>
                  <a:cubicBezTo>
                    <a:pt x="584" y="109"/>
                    <a:pt x="599" y="71"/>
                    <a:pt x="588" y="43"/>
                  </a:cubicBezTo>
                  <a:cubicBezTo>
                    <a:pt x="581" y="14"/>
                    <a:pt x="558" y="0"/>
                    <a:pt x="532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000" lIns="91425" spcFirstLastPara="1" rIns="91425" wrap="square" tIns="9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34" name="Google Shape;1934;p13"/>
            <p:cNvSpPr/>
            <p:nvPr/>
          </p:nvSpPr>
          <p:spPr>
            <a:xfrm>
              <a:off x="448200" y="3173400"/>
              <a:ext cx="21601" cy="19440"/>
            </a:xfrm>
            <a:custGeom>
              <a:rect b="b" l="l" r="r" t="t"/>
              <a:pathLst>
                <a:path extrusionOk="0" h="396" w="436">
                  <a:moveTo>
                    <a:pt x="366" y="0"/>
                  </a:moveTo>
                  <a:cubicBezTo>
                    <a:pt x="357" y="0"/>
                    <a:pt x="348" y="3"/>
                    <a:pt x="341" y="8"/>
                  </a:cubicBezTo>
                  <a:cubicBezTo>
                    <a:pt x="230" y="86"/>
                    <a:pt x="121" y="167"/>
                    <a:pt x="23" y="260"/>
                  </a:cubicBezTo>
                  <a:cubicBezTo>
                    <a:pt x="2" y="281"/>
                    <a:pt x="0" y="322"/>
                    <a:pt x="23" y="341"/>
                  </a:cubicBezTo>
                  <a:lnTo>
                    <a:pt x="32" y="351"/>
                  </a:lnTo>
                  <a:cubicBezTo>
                    <a:pt x="36" y="354"/>
                    <a:pt x="39" y="355"/>
                    <a:pt x="40" y="359"/>
                  </a:cubicBezTo>
                  <a:lnTo>
                    <a:pt x="44" y="362"/>
                  </a:lnTo>
                  <a:lnTo>
                    <a:pt x="46" y="365"/>
                  </a:lnTo>
                  <a:lnTo>
                    <a:pt x="46" y="366"/>
                  </a:lnTo>
                  <a:cubicBezTo>
                    <a:pt x="59" y="383"/>
                    <a:pt x="78" y="395"/>
                    <a:pt x="99" y="395"/>
                  </a:cubicBezTo>
                  <a:cubicBezTo>
                    <a:pt x="107" y="395"/>
                    <a:pt x="117" y="393"/>
                    <a:pt x="125" y="388"/>
                  </a:cubicBezTo>
                  <a:cubicBezTo>
                    <a:pt x="151" y="372"/>
                    <a:pt x="165" y="334"/>
                    <a:pt x="146" y="308"/>
                  </a:cubicBezTo>
                  <a:cubicBezTo>
                    <a:pt x="180" y="276"/>
                    <a:pt x="216" y="247"/>
                    <a:pt x="251" y="219"/>
                  </a:cubicBezTo>
                  <a:cubicBezTo>
                    <a:pt x="256" y="218"/>
                    <a:pt x="258" y="213"/>
                    <a:pt x="260" y="212"/>
                  </a:cubicBezTo>
                  <a:cubicBezTo>
                    <a:pt x="260" y="212"/>
                    <a:pt x="260" y="210"/>
                    <a:pt x="263" y="210"/>
                  </a:cubicBezTo>
                  <a:cubicBezTo>
                    <a:pt x="267" y="205"/>
                    <a:pt x="273" y="202"/>
                    <a:pt x="280" y="196"/>
                  </a:cubicBezTo>
                  <a:cubicBezTo>
                    <a:pt x="292" y="185"/>
                    <a:pt x="305" y="176"/>
                    <a:pt x="318" y="168"/>
                  </a:cubicBezTo>
                  <a:cubicBezTo>
                    <a:pt x="343" y="148"/>
                    <a:pt x="370" y="128"/>
                    <a:pt x="399" y="110"/>
                  </a:cubicBezTo>
                  <a:cubicBezTo>
                    <a:pt x="421" y="91"/>
                    <a:pt x="435" y="57"/>
                    <a:pt x="420" y="29"/>
                  </a:cubicBezTo>
                  <a:cubicBezTo>
                    <a:pt x="409" y="12"/>
                    <a:pt x="387" y="0"/>
                    <a:pt x="366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35" name="Google Shape;1935;p13"/>
            <p:cNvSpPr/>
            <p:nvPr/>
          </p:nvSpPr>
          <p:spPr>
            <a:xfrm>
              <a:off x="327960" y="3119760"/>
              <a:ext cx="23761" cy="23040"/>
            </a:xfrm>
            <a:custGeom>
              <a:rect b="b" l="l" r="r" t="t"/>
              <a:pathLst>
                <a:path extrusionOk="0" h="462" w="477">
                  <a:moveTo>
                    <a:pt x="415" y="0"/>
                  </a:moveTo>
                  <a:cubicBezTo>
                    <a:pt x="400" y="0"/>
                    <a:pt x="386" y="6"/>
                    <a:pt x="375" y="16"/>
                  </a:cubicBezTo>
                  <a:cubicBezTo>
                    <a:pt x="256" y="131"/>
                    <a:pt x="141" y="250"/>
                    <a:pt x="23" y="364"/>
                  </a:cubicBezTo>
                  <a:cubicBezTo>
                    <a:pt x="2" y="385"/>
                    <a:pt x="0" y="423"/>
                    <a:pt x="23" y="444"/>
                  </a:cubicBezTo>
                  <a:cubicBezTo>
                    <a:pt x="36" y="455"/>
                    <a:pt x="51" y="461"/>
                    <a:pt x="66" y="461"/>
                  </a:cubicBezTo>
                  <a:cubicBezTo>
                    <a:pt x="80" y="461"/>
                    <a:pt x="94" y="456"/>
                    <a:pt x="105" y="444"/>
                  </a:cubicBezTo>
                  <a:cubicBezTo>
                    <a:pt x="223" y="330"/>
                    <a:pt x="338" y="210"/>
                    <a:pt x="454" y="97"/>
                  </a:cubicBezTo>
                  <a:cubicBezTo>
                    <a:pt x="475" y="79"/>
                    <a:pt x="477" y="38"/>
                    <a:pt x="455" y="16"/>
                  </a:cubicBezTo>
                  <a:cubicBezTo>
                    <a:pt x="444" y="6"/>
                    <a:pt x="429" y="0"/>
                    <a:pt x="415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500" lIns="91425" spcFirstLastPara="1" rIns="91425" wrap="square" tIns="11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36" name="Google Shape;1936;p13"/>
            <p:cNvSpPr/>
            <p:nvPr/>
          </p:nvSpPr>
          <p:spPr>
            <a:xfrm>
              <a:off x="315360" y="2986560"/>
              <a:ext cx="30960" cy="24840"/>
            </a:xfrm>
            <a:custGeom>
              <a:rect b="b" l="l" r="r" t="t"/>
              <a:pathLst>
                <a:path extrusionOk="0" h="499" w="622">
                  <a:moveTo>
                    <a:pt x="86" y="1"/>
                  </a:moveTo>
                  <a:cubicBezTo>
                    <a:pt x="35" y="1"/>
                    <a:pt x="0" y="77"/>
                    <a:pt x="54" y="108"/>
                  </a:cubicBezTo>
                  <a:cubicBezTo>
                    <a:pt x="223" y="208"/>
                    <a:pt x="392" y="328"/>
                    <a:pt x="515" y="482"/>
                  </a:cubicBezTo>
                  <a:cubicBezTo>
                    <a:pt x="525" y="494"/>
                    <a:pt x="539" y="499"/>
                    <a:pt x="554" y="499"/>
                  </a:cubicBezTo>
                  <a:cubicBezTo>
                    <a:pt x="570" y="499"/>
                    <a:pt x="586" y="493"/>
                    <a:pt x="597" y="482"/>
                  </a:cubicBezTo>
                  <a:cubicBezTo>
                    <a:pt x="621" y="459"/>
                    <a:pt x="617" y="427"/>
                    <a:pt x="597" y="400"/>
                  </a:cubicBezTo>
                  <a:cubicBezTo>
                    <a:pt x="468" y="238"/>
                    <a:pt x="291" y="114"/>
                    <a:pt x="114" y="9"/>
                  </a:cubicBezTo>
                  <a:cubicBezTo>
                    <a:pt x="104" y="3"/>
                    <a:pt x="95" y="1"/>
                    <a:pt x="86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600" lIns="91425" spcFirstLastPara="1" rIns="91425" wrap="square" tIns="12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37" name="Google Shape;1937;p13"/>
            <p:cNvSpPr/>
            <p:nvPr/>
          </p:nvSpPr>
          <p:spPr>
            <a:xfrm>
              <a:off x="212400" y="3086280"/>
              <a:ext cx="21600" cy="17640"/>
            </a:xfrm>
            <a:custGeom>
              <a:rect b="b" l="l" r="r" t="t"/>
              <a:pathLst>
                <a:path extrusionOk="0" h="358" w="435">
                  <a:moveTo>
                    <a:pt x="372" y="0"/>
                  </a:moveTo>
                  <a:cubicBezTo>
                    <a:pt x="361" y="0"/>
                    <a:pt x="351" y="3"/>
                    <a:pt x="341" y="8"/>
                  </a:cubicBezTo>
                  <a:cubicBezTo>
                    <a:pt x="218" y="64"/>
                    <a:pt x="118" y="159"/>
                    <a:pt x="23" y="259"/>
                  </a:cubicBezTo>
                  <a:cubicBezTo>
                    <a:pt x="2" y="281"/>
                    <a:pt x="1" y="320"/>
                    <a:pt x="23" y="341"/>
                  </a:cubicBezTo>
                  <a:cubicBezTo>
                    <a:pt x="36" y="352"/>
                    <a:pt x="52" y="358"/>
                    <a:pt x="67" y="358"/>
                  </a:cubicBezTo>
                  <a:cubicBezTo>
                    <a:pt x="81" y="358"/>
                    <a:pt x="95" y="352"/>
                    <a:pt x="106" y="341"/>
                  </a:cubicBezTo>
                  <a:cubicBezTo>
                    <a:pt x="149" y="294"/>
                    <a:pt x="196" y="246"/>
                    <a:pt x="246" y="206"/>
                  </a:cubicBezTo>
                  <a:cubicBezTo>
                    <a:pt x="250" y="201"/>
                    <a:pt x="257" y="196"/>
                    <a:pt x="263" y="192"/>
                  </a:cubicBezTo>
                  <a:cubicBezTo>
                    <a:pt x="264" y="189"/>
                    <a:pt x="269" y="188"/>
                    <a:pt x="270" y="186"/>
                  </a:cubicBezTo>
                  <a:cubicBezTo>
                    <a:pt x="270" y="186"/>
                    <a:pt x="271" y="186"/>
                    <a:pt x="274" y="185"/>
                  </a:cubicBezTo>
                  <a:cubicBezTo>
                    <a:pt x="287" y="174"/>
                    <a:pt x="298" y="165"/>
                    <a:pt x="312" y="157"/>
                  </a:cubicBezTo>
                  <a:cubicBezTo>
                    <a:pt x="339" y="138"/>
                    <a:pt x="368" y="121"/>
                    <a:pt x="399" y="107"/>
                  </a:cubicBezTo>
                  <a:cubicBezTo>
                    <a:pt x="426" y="94"/>
                    <a:pt x="434" y="52"/>
                    <a:pt x="419" y="29"/>
                  </a:cubicBezTo>
                  <a:cubicBezTo>
                    <a:pt x="408" y="9"/>
                    <a:pt x="390" y="0"/>
                    <a:pt x="372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000" lIns="91425" spcFirstLastPara="1" rIns="91425" wrap="square" tIns="9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38" name="Google Shape;1938;p13"/>
            <p:cNvSpPr/>
            <p:nvPr/>
          </p:nvSpPr>
          <p:spPr>
            <a:xfrm>
              <a:off x="137520" y="3003480"/>
              <a:ext cx="25200" cy="24480"/>
            </a:xfrm>
            <a:custGeom>
              <a:rect b="b" l="l" r="r" t="t"/>
              <a:pathLst>
                <a:path extrusionOk="0" h="494" w="506">
                  <a:moveTo>
                    <a:pt x="62" y="0"/>
                  </a:moveTo>
                  <a:cubicBezTo>
                    <a:pt x="47" y="0"/>
                    <a:pt x="32" y="5"/>
                    <a:pt x="22" y="16"/>
                  </a:cubicBezTo>
                  <a:cubicBezTo>
                    <a:pt x="1" y="37"/>
                    <a:pt x="1" y="74"/>
                    <a:pt x="22" y="97"/>
                  </a:cubicBezTo>
                  <a:cubicBezTo>
                    <a:pt x="147" y="226"/>
                    <a:pt x="274" y="350"/>
                    <a:pt x="402" y="478"/>
                  </a:cubicBezTo>
                  <a:cubicBezTo>
                    <a:pt x="412" y="489"/>
                    <a:pt x="427" y="494"/>
                    <a:pt x="443" y="494"/>
                  </a:cubicBezTo>
                  <a:cubicBezTo>
                    <a:pt x="458" y="494"/>
                    <a:pt x="473" y="489"/>
                    <a:pt x="484" y="478"/>
                  </a:cubicBezTo>
                  <a:cubicBezTo>
                    <a:pt x="505" y="455"/>
                    <a:pt x="505" y="420"/>
                    <a:pt x="484" y="396"/>
                  </a:cubicBezTo>
                  <a:cubicBezTo>
                    <a:pt x="358" y="268"/>
                    <a:pt x="229" y="142"/>
                    <a:pt x="103" y="16"/>
                  </a:cubicBezTo>
                  <a:cubicBezTo>
                    <a:pt x="92" y="5"/>
                    <a:pt x="77" y="0"/>
                    <a:pt x="62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225" lIns="91425" spcFirstLastPara="1" rIns="91425" wrap="square" tIns="12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39" name="Google Shape;1939;p13"/>
            <p:cNvSpPr/>
            <p:nvPr/>
          </p:nvSpPr>
          <p:spPr>
            <a:xfrm>
              <a:off x="94320" y="3089880"/>
              <a:ext cx="10440" cy="32040"/>
            </a:xfrm>
            <a:custGeom>
              <a:rect b="b" l="l" r="r" t="t"/>
              <a:pathLst>
                <a:path extrusionOk="0" h="645" w="216">
                  <a:moveTo>
                    <a:pt x="149" y="0"/>
                  </a:moveTo>
                  <a:cubicBezTo>
                    <a:pt x="124" y="0"/>
                    <a:pt x="96" y="16"/>
                    <a:pt x="91" y="43"/>
                  </a:cubicBezTo>
                  <a:cubicBezTo>
                    <a:pt x="75" y="149"/>
                    <a:pt x="46" y="253"/>
                    <a:pt x="32" y="359"/>
                  </a:cubicBezTo>
                  <a:cubicBezTo>
                    <a:pt x="16" y="448"/>
                    <a:pt x="0" y="611"/>
                    <a:pt x="118" y="642"/>
                  </a:cubicBezTo>
                  <a:cubicBezTo>
                    <a:pt x="123" y="644"/>
                    <a:pt x="128" y="644"/>
                    <a:pt x="133" y="644"/>
                  </a:cubicBezTo>
                  <a:cubicBezTo>
                    <a:pt x="194" y="644"/>
                    <a:pt x="215" y="550"/>
                    <a:pt x="152" y="532"/>
                  </a:cubicBezTo>
                  <a:lnTo>
                    <a:pt x="149" y="530"/>
                  </a:lnTo>
                  <a:cubicBezTo>
                    <a:pt x="149" y="530"/>
                    <a:pt x="149" y="531"/>
                    <a:pt x="148" y="531"/>
                  </a:cubicBezTo>
                  <a:cubicBezTo>
                    <a:pt x="148" y="531"/>
                    <a:pt x="148" y="531"/>
                    <a:pt x="148" y="530"/>
                  </a:cubicBezTo>
                  <a:lnTo>
                    <a:pt x="146" y="529"/>
                  </a:lnTo>
                  <a:cubicBezTo>
                    <a:pt x="146" y="525"/>
                    <a:pt x="146" y="525"/>
                    <a:pt x="145" y="523"/>
                  </a:cubicBezTo>
                  <a:lnTo>
                    <a:pt x="142" y="522"/>
                  </a:lnTo>
                  <a:lnTo>
                    <a:pt x="142" y="519"/>
                  </a:lnTo>
                  <a:cubicBezTo>
                    <a:pt x="142" y="516"/>
                    <a:pt x="141" y="512"/>
                    <a:pt x="141" y="509"/>
                  </a:cubicBezTo>
                  <a:cubicBezTo>
                    <a:pt x="139" y="503"/>
                    <a:pt x="139" y="498"/>
                    <a:pt x="136" y="494"/>
                  </a:cubicBezTo>
                  <a:lnTo>
                    <a:pt x="136" y="491"/>
                  </a:lnTo>
                  <a:cubicBezTo>
                    <a:pt x="136" y="468"/>
                    <a:pt x="136" y="445"/>
                    <a:pt x="139" y="420"/>
                  </a:cubicBezTo>
                  <a:cubicBezTo>
                    <a:pt x="141" y="389"/>
                    <a:pt x="142" y="375"/>
                    <a:pt x="148" y="348"/>
                  </a:cubicBezTo>
                  <a:cubicBezTo>
                    <a:pt x="162" y="255"/>
                    <a:pt x="189" y="165"/>
                    <a:pt x="203" y="73"/>
                  </a:cubicBezTo>
                  <a:cubicBezTo>
                    <a:pt x="206" y="43"/>
                    <a:pt x="193" y="12"/>
                    <a:pt x="162" y="2"/>
                  </a:cubicBezTo>
                  <a:cubicBezTo>
                    <a:pt x="158" y="1"/>
                    <a:pt x="153" y="0"/>
                    <a:pt x="149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6200" lIns="91425" spcFirstLastPara="1" rIns="91425" wrap="square" tIns="16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40" name="Google Shape;1940;p13"/>
            <p:cNvSpPr/>
            <p:nvPr/>
          </p:nvSpPr>
          <p:spPr>
            <a:xfrm>
              <a:off x="88560" y="3029400"/>
              <a:ext cx="19800" cy="11520"/>
            </a:xfrm>
            <a:custGeom>
              <a:rect b="b" l="l" r="r" t="t"/>
              <a:pathLst>
                <a:path extrusionOk="0" h="239" w="402">
                  <a:moveTo>
                    <a:pt x="65" y="0"/>
                  </a:moveTo>
                  <a:cubicBezTo>
                    <a:pt x="40" y="0"/>
                    <a:pt x="14" y="19"/>
                    <a:pt x="8" y="43"/>
                  </a:cubicBezTo>
                  <a:cubicBezTo>
                    <a:pt x="1" y="75"/>
                    <a:pt x="16" y="103"/>
                    <a:pt x="49" y="114"/>
                  </a:cubicBezTo>
                  <a:cubicBezTo>
                    <a:pt x="53" y="116"/>
                    <a:pt x="57" y="117"/>
                    <a:pt x="63" y="120"/>
                  </a:cubicBezTo>
                  <a:lnTo>
                    <a:pt x="64" y="121"/>
                  </a:lnTo>
                  <a:cubicBezTo>
                    <a:pt x="66" y="121"/>
                    <a:pt x="66" y="123"/>
                    <a:pt x="67" y="123"/>
                  </a:cubicBezTo>
                  <a:cubicBezTo>
                    <a:pt x="70" y="123"/>
                    <a:pt x="70" y="126"/>
                    <a:pt x="71" y="126"/>
                  </a:cubicBezTo>
                  <a:cubicBezTo>
                    <a:pt x="81" y="128"/>
                    <a:pt x="93" y="135"/>
                    <a:pt x="103" y="141"/>
                  </a:cubicBezTo>
                  <a:cubicBezTo>
                    <a:pt x="127" y="154"/>
                    <a:pt x="148" y="165"/>
                    <a:pt x="169" y="178"/>
                  </a:cubicBezTo>
                  <a:cubicBezTo>
                    <a:pt x="217" y="205"/>
                    <a:pt x="268" y="228"/>
                    <a:pt x="324" y="236"/>
                  </a:cubicBezTo>
                  <a:cubicBezTo>
                    <a:pt x="330" y="238"/>
                    <a:pt x="336" y="239"/>
                    <a:pt x="342" y="239"/>
                  </a:cubicBezTo>
                  <a:cubicBezTo>
                    <a:pt x="351" y="239"/>
                    <a:pt x="359" y="237"/>
                    <a:pt x="368" y="232"/>
                  </a:cubicBezTo>
                  <a:cubicBezTo>
                    <a:pt x="380" y="225"/>
                    <a:pt x="390" y="211"/>
                    <a:pt x="395" y="196"/>
                  </a:cubicBezTo>
                  <a:cubicBezTo>
                    <a:pt x="402" y="169"/>
                    <a:pt x="385" y="130"/>
                    <a:pt x="355" y="123"/>
                  </a:cubicBezTo>
                  <a:cubicBezTo>
                    <a:pt x="328" y="120"/>
                    <a:pt x="305" y="110"/>
                    <a:pt x="280" y="101"/>
                  </a:cubicBezTo>
                  <a:lnTo>
                    <a:pt x="276" y="100"/>
                  </a:lnTo>
                  <a:cubicBezTo>
                    <a:pt x="273" y="100"/>
                    <a:pt x="273" y="99"/>
                    <a:pt x="271" y="99"/>
                  </a:cubicBezTo>
                  <a:cubicBezTo>
                    <a:pt x="267" y="94"/>
                    <a:pt x="261" y="92"/>
                    <a:pt x="256" y="89"/>
                  </a:cubicBezTo>
                  <a:cubicBezTo>
                    <a:pt x="241" y="84"/>
                    <a:pt x="232" y="77"/>
                    <a:pt x="220" y="72"/>
                  </a:cubicBezTo>
                  <a:cubicBezTo>
                    <a:pt x="173" y="46"/>
                    <a:pt x="130" y="18"/>
                    <a:pt x="79" y="2"/>
                  </a:cubicBezTo>
                  <a:cubicBezTo>
                    <a:pt x="74" y="1"/>
                    <a:pt x="70" y="0"/>
                    <a:pt x="65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750" lIns="91425" spcFirstLastPara="1" rIns="91425" wrap="square" tIns="5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41" name="Google Shape;1941;p13"/>
            <p:cNvSpPr/>
            <p:nvPr/>
          </p:nvSpPr>
          <p:spPr>
            <a:xfrm>
              <a:off x="161640" y="3199680"/>
              <a:ext cx="26281" cy="91081"/>
            </a:xfrm>
            <a:custGeom>
              <a:rect b="b" l="l" r="r" t="t"/>
              <a:pathLst>
                <a:path extrusionOk="0" h="1816" w="531">
                  <a:moveTo>
                    <a:pt x="278" y="0"/>
                  </a:moveTo>
                  <a:cubicBezTo>
                    <a:pt x="275" y="0"/>
                    <a:pt x="271" y="1"/>
                    <a:pt x="267" y="1"/>
                  </a:cubicBezTo>
                  <a:cubicBezTo>
                    <a:pt x="100" y="31"/>
                    <a:pt x="176" y="269"/>
                    <a:pt x="210" y="370"/>
                  </a:cubicBezTo>
                  <a:cubicBezTo>
                    <a:pt x="234" y="442"/>
                    <a:pt x="260" y="514"/>
                    <a:pt x="288" y="585"/>
                  </a:cubicBezTo>
                  <a:cubicBezTo>
                    <a:pt x="331" y="694"/>
                    <a:pt x="396" y="844"/>
                    <a:pt x="305" y="946"/>
                  </a:cubicBezTo>
                  <a:cubicBezTo>
                    <a:pt x="249" y="1013"/>
                    <a:pt x="156" y="1037"/>
                    <a:pt x="91" y="1095"/>
                  </a:cubicBezTo>
                  <a:cubicBezTo>
                    <a:pt x="33" y="1149"/>
                    <a:pt x="1" y="1226"/>
                    <a:pt x="8" y="1305"/>
                  </a:cubicBezTo>
                  <a:cubicBezTo>
                    <a:pt x="23" y="1496"/>
                    <a:pt x="196" y="1634"/>
                    <a:pt x="291" y="1788"/>
                  </a:cubicBezTo>
                  <a:cubicBezTo>
                    <a:pt x="303" y="1808"/>
                    <a:pt x="321" y="1816"/>
                    <a:pt x="339" y="1816"/>
                  </a:cubicBezTo>
                  <a:cubicBezTo>
                    <a:pt x="378" y="1816"/>
                    <a:pt x="418" y="1774"/>
                    <a:pt x="390" y="1730"/>
                  </a:cubicBezTo>
                  <a:cubicBezTo>
                    <a:pt x="307" y="1595"/>
                    <a:pt x="147" y="1468"/>
                    <a:pt x="122" y="1305"/>
                  </a:cubicBezTo>
                  <a:cubicBezTo>
                    <a:pt x="100" y="1143"/>
                    <a:pt x="341" y="1104"/>
                    <a:pt x="416" y="993"/>
                  </a:cubicBezTo>
                  <a:cubicBezTo>
                    <a:pt x="531" y="816"/>
                    <a:pt x="417" y="613"/>
                    <a:pt x="356" y="442"/>
                  </a:cubicBezTo>
                  <a:cubicBezTo>
                    <a:pt x="341" y="394"/>
                    <a:pt x="233" y="125"/>
                    <a:pt x="297" y="115"/>
                  </a:cubicBezTo>
                  <a:cubicBezTo>
                    <a:pt x="368" y="100"/>
                    <a:pt x="342" y="0"/>
                    <a:pt x="278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42" name="Google Shape;1942;p13"/>
            <p:cNvSpPr/>
            <p:nvPr/>
          </p:nvSpPr>
          <p:spPr>
            <a:xfrm>
              <a:off x="234000" y="3207960"/>
              <a:ext cx="21240" cy="94680"/>
            </a:xfrm>
            <a:custGeom>
              <a:rect b="b" l="l" r="r" t="t"/>
              <a:pathLst>
                <a:path extrusionOk="0" h="1890" w="431">
                  <a:moveTo>
                    <a:pt x="347" y="1"/>
                  </a:moveTo>
                  <a:cubicBezTo>
                    <a:pt x="334" y="1"/>
                    <a:pt x="320" y="6"/>
                    <a:pt x="308" y="18"/>
                  </a:cubicBezTo>
                  <a:cubicBezTo>
                    <a:pt x="206" y="120"/>
                    <a:pt x="146" y="262"/>
                    <a:pt x="99" y="397"/>
                  </a:cubicBezTo>
                  <a:cubicBezTo>
                    <a:pt x="53" y="531"/>
                    <a:pt x="10" y="680"/>
                    <a:pt x="7" y="825"/>
                  </a:cubicBezTo>
                  <a:cubicBezTo>
                    <a:pt x="0" y="1183"/>
                    <a:pt x="191" y="1512"/>
                    <a:pt x="279" y="1849"/>
                  </a:cubicBezTo>
                  <a:cubicBezTo>
                    <a:pt x="287" y="1878"/>
                    <a:pt x="309" y="1890"/>
                    <a:pt x="332" y="1890"/>
                  </a:cubicBezTo>
                  <a:cubicBezTo>
                    <a:pt x="366" y="1890"/>
                    <a:pt x="401" y="1862"/>
                    <a:pt x="391" y="1820"/>
                  </a:cubicBezTo>
                  <a:cubicBezTo>
                    <a:pt x="308" y="1504"/>
                    <a:pt x="135" y="1202"/>
                    <a:pt x="123" y="869"/>
                  </a:cubicBezTo>
                  <a:cubicBezTo>
                    <a:pt x="121" y="736"/>
                    <a:pt x="156" y="601"/>
                    <a:pt x="194" y="475"/>
                  </a:cubicBezTo>
                  <a:cubicBezTo>
                    <a:pt x="237" y="343"/>
                    <a:pt x="291" y="198"/>
                    <a:pt x="390" y="99"/>
                  </a:cubicBezTo>
                  <a:cubicBezTo>
                    <a:pt x="430" y="59"/>
                    <a:pt x="392" y="1"/>
                    <a:pt x="347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500" lIns="91425" spcFirstLastPara="1" rIns="91425" wrap="square" tIns="47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43" name="Google Shape;1943;p13"/>
            <p:cNvSpPr/>
            <p:nvPr/>
          </p:nvSpPr>
          <p:spPr>
            <a:xfrm>
              <a:off x="324360" y="3217320"/>
              <a:ext cx="22320" cy="91442"/>
            </a:xfrm>
            <a:custGeom>
              <a:rect b="b" l="l" r="r" t="t"/>
              <a:pathLst>
                <a:path extrusionOk="0" h="1821" w="449">
                  <a:moveTo>
                    <a:pt x="137" y="0"/>
                  </a:moveTo>
                  <a:cubicBezTo>
                    <a:pt x="119" y="0"/>
                    <a:pt x="101" y="8"/>
                    <a:pt x="88" y="25"/>
                  </a:cubicBezTo>
                  <a:cubicBezTo>
                    <a:pt x="0" y="145"/>
                    <a:pt x="12" y="308"/>
                    <a:pt x="33" y="448"/>
                  </a:cubicBezTo>
                  <a:cubicBezTo>
                    <a:pt x="56" y="599"/>
                    <a:pt x="88" y="743"/>
                    <a:pt x="101" y="896"/>
                  </a:cubicBezTo>
                  <a:cubicBezTo>
                    <a:pt x="124" y="1197"/>
                    <a:pt x="125" y="1547"/>
                    <a:pt x="316" y="1796"/>
                  </a:cubicBezTo>
                  <a:cubicBezTo>
                    <a:pt x="330" y="1813"/>
                    <a:pt x="348" y="1820"/>
                    <a:pt x="365" y="1820"/>
                  </a:cubicBezTo>
                  <a:cubicBezTo>
                    <a:pt x="408" y="1820"/>
                    <a:pt x="449" y="1779"/>
                    <a:pt x="416" y="1738"/>
                  </a:cubicBezTo>
                  <a:cubicBezTo>
                    <a:pt x="237" y="1504"/>
                    <a:pt x="237" y="1175"/>
                    <a:pt x="216" y="893"/>
                  </a:cubicBezTo>
                  <a:cubicBezTo>
                    <a:pt x="206" y="763"/>
                    <a:pt x="186" y="637"/>
                    <a:pt x="160" y="508"/>
                  </a:cubicBezTo>
                  <a:cubicBezTo>
                    <a:pt x="135" y="373"/>
                    <a:pt x="100" y="202"/>
                    <a:pt x="187" y="81"/>
                  </a:cubicBezTo>
                  <a:cubicBezTo>
                    <a:pt x="218" y="41"/>
                    <a:pt x="178" y="0"/>
                    <a:pt x="137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44" name="Google Shape;1944;p13"/>
            <p:cNvSpPr/>
            <p:nvPr/>
          </p:nvSpPr>
          <p:spPr>
            <a:xfrm>
              <a:off x="426960" y="3220920"/>
              <a:ext cx="21601" cy="90360"/>
            </a:xfrm>
            <a:custGeom>
              <a:rect b="b" l="l" r="r" t="t"/>
              <a:pathLst>
                <a:path extrusionOk="0" h="1800" w="436">
                  <a:moveTo>
                    <a:pt x="154" y="1"/>
                  </a:moveTo>
                  <a:cubicBezTo>
                    <a:pt x="125" y="1"/>
                    <a:pt x="96" y="19"/>
                    <a:pt x="95" y="57"/>
                  </a:cubicBezTo>
                  <a:cubicBezTo>
                    <a:pt x="88" y="233"/>
                    <a:pt x="166" y="396"/>
                    <a:pt x="213" y="559"/>
                  </a:cubicBezTo>
                  <a:cubicBezTo>
                    <a:pt x="265" y="726"/>
                    <a:pt x="305" y="956"/>
                    <a:pt x="199" y="1111"/>
                  </a:cubicBezTo>
                  <a:cubicBezTo>
                    <a:pt x="119" y="1226"/>
                    <a:pt x="0" y="1307"/>
                    <a:pt x="45" y="1461"/>
                  </a:cubicBezTo>
                  <a:cubicBezTo>
                    <a:pt x="84" y="1597"/>
                    <a:pt x="197" y="1724"/>
                    <a:pt x="322" y="1792"/>
                  </a:cubicBezTo>
                  <a:cubicBezTo>
                    <a:pt x="331" y="1797"/>
                    <a:pt x="341" y="1799"/>
                    <a:pt x="350" y="1799"/>
                  </a:cubicBezTo>
                  <a:cubicBezTo>
                    <a:pt x="401" y="1799"/>
                    <a:pt x="435" y="1723"/>
                    <a:pt x="380" y="1692"/>
                  </a:cubicBezTo>
                  <a:cubicBezTo>
                    <a:pt x="322" y="1660"/>
                    <a:pt x="269" y="1616"/>
                    <a:pt x="230" y="1565"/>
                  </a:cubicBezTo>
                  <a:cubicBezTo>
                    <a:pt x="191" y="1517"/>
                    <a:pt x="133" y="1433"/>
                    <a:pt x="152" y="1369"/>
                  </a:cubicBezTo>
                  <a:cubicBezTo>
                    <a:pt x="167" y="1311"/>
                    <a:pt x="233" y="1257"/>
                    <a:pt x="268" y="1211"/>
                  </a:cubicBezTo>
                  <a:cubicBezTo>
                    <a:pt x="316" y="1148"/>
                    <a:pt x="344" y="1090"/>
                    <a:pt x="360" y="1012"/>
                  </a:cubicBezTo>
                  <a:cubicBezTo>
                    <a:pt x="390" y="851"/>
                    <a:pt x="374" y="696"/>
                    <a:pt x="329" y="539"/>
                  </a:cubicBezTo>
                  <a:cubicBezTo>
                    <a:pt x="282" y="382"/>
                    <a:pt x="203" y="223"/>
                    <a:pt x="210" y="56"/>
                  </a:cubicBezTo>
                  <a:cubicBezTo>
                    <a:pt x="211" y="19"/>
                    <a:pt x="182" y="1"/>
                    <a:pt x="154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350" lIns="91425" spcFirstLastPara="1" rIns="91425" wrap="square" tIns="45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45" name="Google Shape;1945;p13"/>
            <p:cNvSpPr/>
            <p:nvPr/>
          </p:nvSpPr>
          <p:spPr>
            <a:xfrm>
              <a:off x="525960" y="3214440"/>
              <a:ext cx="51120" cy="73800"/>
            </a:xfrm>
            <a:custGeom>
              <a:rect b="b" l="l" r="r" t="t"/>
              <a:pathLst>
                <a:path extrusionOk="0" h="1471" w="1020">
                  <a:moveTo>
                    <a:pt x="78" y="0"/>
                  </a:moveTo>
                  <a:cubicBezTo>
                    <a:pt x="41" y="0"/>
                    <a:pt x="0" y="43"/>
                    <a:pt x="21" y="88"/>
                  </a:cubicBezTo>
                  <a:cubicBezTo>
                    <a:pt x="149" y="383"/>
                    <a:pt x="97" y="726"/>
                    <a:pt x="301" y="992"/>
                  </a:cubicBezTo>
                  <a:cubicBezTo>
                    <a:pt x="388" y="1103"/>
                    <a:pt x="487" y="1205"/>
                    <a:pt x="597" y="1293"/>
                  </a:cubicBezTo>
                  <a:cubicBezTo>
                    <a:pt x="689" y="1368"/>
                    <a:pt x="799" y="1449"/>
                    <a:pt x="919" y="1470"/>
                  </a:cubicBezTo>
                  <a:cubicBezTo>
                    <a:pt x="923" y="1471"/>
                    <a:pt x="927" y="1471"/>
                    <a:pt x="930" y="1471"/>
                  </a:cubicBezTo>
                  <a:cubicBezTo>
                    <a:pt x="996" y="1471"/>
                    <a:pt x="1020" y="1370"/>
                    <a:pt x="950" y="1358"/>
                  </a:cubicBezTo>
                  <a:cubicBezTo>
                    <a:pt x="837" y="1341"/>
                    <a:pt x="735" y="1262"/>
                    <a:pt x="650" y="1188"/>
                  </a:cubicBezTo>
                  <a:cubicBezTo>
                    <a:pt x="549" y="1103"/>
                    <a:pt x="451" y="1005"/>
                    <a:pt x="373" y="897"/>
                  </a:cubicBezTo>
                  <a:cubicBezTo>
                    <a:pt x="193" y="648"/>
                    <a:pt x="239" y="307"/>
                    <a:pt x="118" y="30"/>
                  </a:cubicBezTo>
                  <a:cubicBezTo>
                    <a:pt x="110" y="9"/>
                    <a:pt x="94" y="0"/>
                    <a:pt x="78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7075" lIns="91425" spcFirstLastPara="1" rIns="91425" wrap="square" tIns="370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46" name="Google Shape;1946;p13"/>
            <p:cNvSpPr/>
            <p:nvPr/>
          </p:nvSpPr>
          <p:spPr>
            <a:xfrm>
              <a:off x="608760" y="3204720"/>
              <a:ext cx="73440" cy="60480"/>
            </a:xfrm>
            <a:custGeom>
              <a:rect b="b" l="l" r="r" t="t"/>
              <a:pathLst>
                <a:path extrusionOk="0" h="1207" w="1462">
                  <a:moveTo>
                    <a:pt x="84" y="0"/>
                  </a:moveTo>
                  <a:cubicBezTo>
                    <a:pt x="40" y="0"/>
                    <a:pt x="0" y="57"/>
                    <a:pt x="41" y="96"/>
                  </a:cubicBezTo>
                  <a:cubicBezTo>
                    <a:pt x="160" y="216"/>
                    <a:pt x="286" y="327"/>
                    <a:pt x="408" y="442"/>
                  </a:cubicBezTo>
                  <a:cubicBezTo>
                    <a:pt x="528" y="554"/>
                    <a:pt x="641" y="670"/>
                    <a:pt x="766" y="777"/>
                  </a:cubicBezTo>
                  <a:cubicBezTo>
                    <a:pt x="871" y="867"/>
                    <a:pt x="986" y="947"/>
                    <a:pt x="1085" y="1043"/>
                  </a:cubicBezTo>
                  <a:cubicBezTo>
                    <a:pt x="1171" y="1125"/>
                    <a:pt x="1262" y="1202"/>
                    <a:pt x="1388" y="1206"/>
                  </a:cubicBezTo>
                  <a:cubicBezTo>
                    <a:pt x="1389" y="1206"/>
                    <a:pt x="1389" y="1206"/>
                    <a:pt x="1390" y="1206"/>
                  </a:cubicBezTo>
                  <a:cubicBezTo>
                    <a:pt x="1462" y="1206"/>
                    <a:pt x="1462" y="1093"/>
                    <a:pt x="1388" y="1090"/>
                  </a:cubicBezTo>
                  <a:cubicBezTo>
                    <a:pt x="1272" y="1087"/>
                    <a:pt x="1198" y="986"/>
                    <a:pt x="1119" y="916"/>
                  </a:cubicBezTo>
                  <a:cubicBezTo>
                    <a:pt x="1014" y="823"/>
                    <a:pt x="899" y="741"/>
                    <a:pt x="795" y="649"/>
                  </a:cubicBezTo>
                  <a:cubicBezTo>
                    <a:pt x="684" y="553"/>
                    <a:pt x="582" y="446"/>
                    <a:pt x="471" y="344"/>
                  </a:cubicBezTo>
                  <a:cubicBezTo>
                    <a:pt x="355" y="237"/>
                    <a:pt x="236" y="129"/>
                    <a:pt x="123" y="17"/>
                  </a:cubicBezTo>
                  <a:cubicBezTo>
                    <a:pt x="111" y="5"/>
                    <a:pt x="97" y="0"/>
                    <a:pt x="84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0225" lIns="91425" spcFirstLastPara="1" rIns="91425" wrap="square" tIns="30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47" name="Google Shape;1947;p13"/>
            <p:cNvSpPr/>
            <p:nvPr/>
          </p:nvSpPr>
          <p:spPr>
            <a:xfrm>
              <a:off x="690120" y="3164760"/>
              <a:ext cx="87122" cy="71280"/>
            </a:xfrm>
            <a:custGeom>
              <a:rect b="b" l="l" r="r" t="t"/>
              <a:pathLst>
                <a:path extrusionOk="0" h="1420" w="1740">
                  <a:moveTo>
                    <a:pt x="83" y="0"/>
                  </a:moveTo>
                  <a:cubicBezTo>
                    <a:pt x="39" y="0"/>
                    <a:pt x="1" y="58"/>
                    <a:pt x="39" y="101"/>
                  </a:cubicBezTo>
                  <a:cubicBezTo>
                    <a:pt x="84" y="150"/>
                    <a:pt x="115" y="207"/>
                    <a:pt x="152" y="264"/>
                  </a:cubicBezTo>
                  <a:cubicBezTo>
                    <a:pt x="183" y="315"/>
                    <a:pt x="226" y="359"/>
                    <a:pt x="268" y="403"/>
                  </a:cubicBezTo>
                  <a:cubicBezTo>
                    <a:pt x="351" y="488"/>
                    <a:pt x="443" y="564"/>
                    <a:pt x="538" y="631"/>
                  </a:cubicBezTo>
                  <a:cubicBezTo>
                    <a:pt x="671" y="723"/>
                    <a:pt x="811" y="787"/>
                    <a:pt x="961" y="848"/>
                  </a:cubicBezTo>
                  <a:cubicBezTo>
                    <a:pt x="1109" y="906"/>
                    <a:pt x="1258" y="964"/>
                    <a:pt x="1391" y="1052"/>
                  </a:cubicBezTo>
                  <a:cubicBezTo>
                    <a:pt x="1493" y="1120"/>
                    <a:pt x="1589" y="1217"/>
                    <a:pt x="1544" y="1349"/>
                  </a:cubicBezTo>
                  <a:cubicBezTo>
                    <a:pt x="1530" y="1392"/>
                    <a:pt x="1565" y="1419"/>
                    <a:pt x="1600" y="1419"/>
                  </a:cubicBezTo>
                  <a:cubicBezTo>
                    <a:pt x="1623" y="1419"/>
                    <a:pt x="1646" y="1407"/>
                    <a:pt x="1656" y="1379"/>
                  </a:cubicBezTo>
                  <a:cubicBezTo>
                    <a:pt x="1739" y="1132"/>
                    <a:pt x="1501" y="968"/>
                    <a:pt x="1313" y="872"/>
                  </a:cubicBezTo>
                  <a:cubicBezTo>
                    <a:pt x="1079" y="754"/>
                    <a:pt x="827" y="686"/>
                    <a:pt x="607" y="537"/>
                  </a:cubicBezTo>
                  <a:cubicBezTo>
                    <a:pt x="508" y="471"/>
                    <a:pt x="416" y="390"/>
                    <a:pt x="335" y="303"/>
                  </a:cubicBezTo>
                  <a:cubicBezTo>
                    <a:pt x="253" y="217"/>
                    <a:pt x="202" y="106"/>
                    <a:pt x="122" y="19"/>
                  </a:cubicBezTo>
                  <a:cubicBezTo>
                    <a:pt x="110" y="6"/>
                    <a:pt x="96" y="0"/>
                    <a:pt x="83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5625" lIns="91425" spcFirstLastPara="1" rIns="91425" wrap="square" tIns="356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48" name="Google Shape;1948;p13"/>
            <p:cNvSpPr/>
            <p:nvPr/>
          </p:nvSpPr>
          <p:spPr>
            <a:xfrm>
              <a:off x="733320" y="3093840"/>
              <a:ext cx="92162" cy="16560"/>
            </a:xfrm>
            <a:custGeom>
              <a:rect b="b" l="l" r="r" t="t"/>
              <a:pathLst>
                <a:path extrusionOk="0" h="333" w="1837">
                  <a:moveTo>
                    <a:pt x="86" y="0"/>
                  </a:moveTo>
                  <a:cubicBezTo>
                    <a:pt x="34" y="0"/>
                    <a:pt x="0" y="77"/>
                    <a:pt x="58" y="107"/>
                  </a:cubicBezTo>
                  <a:cubicBezTo>
                    <a:pt x="181" y="174"/>
                    <a:pt x="307" y="234"/>
                    <a:pt x="438" y="281"/>
                  </a:cubicBezTo>
                  <a:cubicBezTo>
                    <a:pt x="516" y="307"/>
                    <a:pt x="609" y="333"/>
                    <a:pt x="698" y="333"/>
                  </a:cubicBezTo>
                  <a:cubicBezTo>
                    <a:pt x="742" y="333"/>
                    <a:pt x="785" y="326"/>
                    <a:pt x="825" y="311"/>
                  </a:cubicBezTo>
                  <a:cubicBezTo>
                    <a:pt x="881" y="288"/>
                    <a:pt x="911" y="232"/>
                    <a:pt x="965" y="205"/>
                  </a:cubicBezTo>
                  <a:cubicBezTo>
                    <a:pt x="1008" y="184"/>
                    <a:pt x="1057" y="178"/>
                    <a:pt x="1106" y="178"/>
                  </a:cubicBezTo>
                  <a:cubicBezTo>
                    <a:pt x="1149" y="178"/>
                    <a:pt x="1191" y="182"/>
                    <a:pt x="1231" y="188"/>
                  </a:cubicBezTo>
                  <a:cubicBezTo>
                    <a:pt x="1407" y="209"/>
                    <a:pt x="1579" y="261"/>
                    <a:pt x="1744" y="327"/>
                  </a:cubicBezTo>
                  <a:cubicBezTo>
                    <a:pt x="1752" y="330"/>
                    <a:pt x="1759" y="331"/>
                    <a:pt x="1765" y="331"/>
                  </a:cubicBezTo>
                  <a:cubicBezTo>
                    <a:pt x="1818" y="331"/>
                    <a:pt x="1836" y="241"/>
                    <a:pt x="1774" y="215"/>
                  </a:cubicBezTo>
                  <a:cubicBezTo>
                    <a:pt x="1620" y="154"/>
                    <a:pt x="1458" y="104"/>
                    <a:pt x="1294" y="80"/>
                  </a:cubicBezTo>
                  <a:cubicBezTo>
                    <a:pt x="1234" y="71"/>
                    <a:pt x="1167" y="61"/>
                    <a:pt x="1101" y="61"/>
                  </a:cubicBezTo>
                  <a:cubicBezTo>
                    <a:pt x="1014" y="61"/>
                    <a:pt x="928" y="78"/>
                    <a:pt x="860" y="134"/>
                  </a:cubicBezTo>
                  <a:cubicBezTo>
                    <a:pt x="837" y="154"/>
                    <a:pt x="818" y="182"/>
                    <a:pt x="792" y="198"/>
                  </a:cubicBezTo>
                  <a:cubicBezTo>
                    <a:pt x="767" y="213"/>
                    <a:pt x="733" y="213"/>
                    <a:pt x="703" y="215"/>
                  </a:cubicBezTo>
                  <a:cubicBezTo>
                    <a:pt x="698" y="215"/>
                    <a:pt x="693" y="215"/>
                    <a:pt x="688" y="215"/>
                  </a:cubicBezTo>
                  <a:cubicBezTo>
                    <a:pt x="623" y="215"/>
                    <a:pt x="559" y="199"/>
                    <a:pt x="499" y="179"/>
                  </a:cubicBezTo>
                  <a:cubicBezTo>
                    <a:pt x="364" y="140"/>
                    <a:pt x="238" y="73"/>
                    <a:pt x="115" y="8"/>
                  </a:cubicBezTo>
                  <a:cubicBezTo>
                    <a:pt x="105" y="3"/>
                    <a:pt x="95" y="0"/>
                    <a:pt x="86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275" lIns="91425" spcFirstLastPara="1" rIns="91425" wrap="square" tIns="8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49" name="Google Shape;1949;p13"/>
            <p:cNvSpPr/>
            <p:nvPr/>
          </p:nvSpPr>
          <p:spPr>
            <a:xfrm>
              <a:off x="715680" y="2993040"/>
              <a:ext cx="65880" cy="45001"/>
            </a:xfrm>
            <a:custGeom>
              <a:rect b="b" l="l" r="r" t="t"/>
              <a:pathLst>
                <a:path extrusionOk="0" h="902" w="1317">
                  <a:moveTo>
                    <a:pt x="1200" y="51"/>
                  </a:moveTo>
                  <a:cubicBezTo>
                    <a:pt x="1199" y="53"/>
                    <a:pt x="1199" y="55"/>
                    <a:pt x="1199" y="56"/>
                  </a:cubicBezTo>
                  <a:lnTo>
                    <a:pt x="1199" y="52"/>
                  </a:lnTo>
                  <a:cubicBezTo>
                    <a:pt x="1199" y="52"/>
                    <a:pt x="1199" y="52"/>
                    <a:pt x="1200" y="51"/>
                  </a:cubicBezTo>
                  <a:close/>
                  <a:moveTo>
                    <a:pt x="156" y="793"/>
                  </a:moveTo>
                  <a:lnTo>
                    <a:pt x="156" y="793"/>
                  </a:lnTo>
                  <a:cubicBezTo>
                    <a:pt x="156" y="794"/>
                    <a:pt x="155" y="795"/>
                    <a:pt x="155" y="795"/>
                  </a:cubicBezTo>
                  <a:lnTo>
                    <a:pt x="155" y="795"/>
                  </a:lnTo>
                  <a:cubicBezTo>
                    <a:pt x="155" y="794"/>
                    <a:pt x="156" y="794"/>
                    <a:pt x="156" y="793"/>
                  </a:cubicBezTo>
                  <a:close/>
                  <a:moveTo>
                    <a:pt x="147" y="806"/>
                  </a:moveTo>
                  <a:cubicBezTo>
                    <a:pt x="147" y="807"/>
                    <a:pt x="147" y="807"/>
                    <a:pt x="147" y="807"/>
                  </a:cubicBezTo>
                  <a:lnTo>
                    <a:pt x="147" y="807"/>
                  </a:lnTo>
                  <a:cubicBezTo>
                    <a:pt x="147" y="807"/>
                    <a:pt x="147" y="807"/>
                    <a:pt x="147" y="808"/>
                  </a:cubicBezTo>
                  <a:lnTo>
                    <a:pt x="147" y="808"/>
                  </a:lnTo>
                  <a:cubicBezTo>
                    <a:pt x="147" y="807"/>
                    <a:pt x="147" y="807"/>
                    <a:pt x="147" y="806"/>
                  </a:cubicBezTo>
                  <a:close/>
                  <a:moveTo>
                    <a:pt x="1259" y="0"/>
                  </a:moveTo>
                  <a:cubicBezTo>
                    <a:pt x="1232" y="0"/>
                    <a:pt x="1204" y="17"/>
                    <a:pt x="1200" y="51"/>
                  </a:cubicBezTo>
                  <a:lnTo>
                    <a:pt x="1200" y="51"/>
                  </a:lnTo>
                  <a:cubicBezTo>
                    <a:pt x="1198" y="54"/>
                    <a:pt x="1194" y="61"/>
                    <a:pt x="1192" y="63"/>
                  </a:cubicBezTo>
                  <a:cubicBezTo>
                    <a:pt x="1193" y="63"/>
                    <a:pt x="1193" y="62"/>
                    <a:pt x="1193" y="62"/>
                  </a:cubicBezTo>
                  <a:lnTo>
                    <a:pt x="1193" y="62"/>
                  </a:lnTo>
                  <a:cubicBezTo>
                    <a:pt x="1194" y="62"/>
                    <a:pt x="1173" y="84"/>
                    <a:pt x="1167" y="88"/>
                  </a:cubicBezTo>
                  <a:cubicBezTo>
                    <a:pt x="1140" y="112"/>
                    <a:pt x="1100" y="136"/>
                    <a:pt x="1067" y="156"/>
                  </a:cubicBezTo>
                  <a:cubicBezTo>
                    <a:pt x="963" y="218"/>
                    <a:pt x="852" y="270"/>
                    <a:pt x="743" y="326"/>
                  </a:cubicBezTo>
                  <a:cubicBezTo>
                    <a:pt x="622" y="384"/>
                    <a:pt x="502" y="442"/>
                    <a:pt x="383" y="504"/>
                  </a:cubicBezTo>
                  <a:cubicBezTo>
                    <a:pt x="289" y="554"/>
                    <a:pt x="193" y="605"/>
                    <a:pt x="112" y="674"/>
                  </a:cubicBezTo>
                  <a:cubicBezTo>
                    <a:pt x="49" y="728"/>
                    <a:pt x="0" y="807"/>
                    <a:pt x="61" y="881"/>
                  </a:cubicBezTo>
                  <a:cubicBezTo>
                    <a:pt x="72" y="896"/>
                    <a:pt x="86" y="902"/>
                    <a:pt x="99" y="902"/>
                  </a:cubicBezTo>
                  <a:cubicBezTo>
                    <a:pt x="137" y="902"/>
                    <a:pt x="173" y="850"/>
                    <a:pt x="147" y="808"/>
                  </a:cubicBezTo>
                  <a:lnTo>
                    <a:pt x="147" y="808"/>
                  </a:lnTo>
                  <a:cubicBezTo>
                    <a:pt x="147" y="808"/>
                    <a:pt x="147" y="808"/>
                    <a:pt x="147" y="808"/>
                  </a:cubicBezTo>
                  <a:cubicBezTo>
                    <a:pt x="147" y="808"/>
                    <a:pt x="147" y="808"/>
                    <a:pt x="146" y="807"/>
                  </a:cubicBezTo>
                  <a:lnTo>
                    <a:pt x="146" y="809"/>
                  </a:lnTo>
                  <a:cubicBezTo>
                    <a:pt x="145" y="810"/>
                    <a:pt x="145" y="810"/>
                    <a:pt x="145" y="810"/>
                  </a:cubicBezTo>
                  <a:cubicBezTo>
                    <a:pt x="144" y="810"/>
                    <a:pt x="145" y="808"/>
                    <a:pt x="147" y="807"/>
                  </a:cubicBezTo>
                  <a:lnTo>
                    <a:pt x="147" y="807"/>
                  </a:lnTo>
                  <a:cubicBezTo>
                    <a:pt x="145" y="805"/>
                    <a:pt x="144" y="802"/>
                    <a:pt x="142" y="800"/>
                  </a:cubicBezTo>
                  <a:lnTo>
                    <a:pt x="142" y="800"/>
                  </a:lnTo>
                  <a:cubicBezTo>
                    <a:pt x="144" y="801"/>
                    <a:pt x="146" y="804"/>
                    <a:pt x="147" y="806"/>
                  </a:cubicBezTo>
                  <a:lnTo>
                    <a:pt x="147" y="806"/>
                  </a:lnTo>
                  <a:cubicBezTo>
                    <a:pt x="147" y="806"/>
                    <a:pt x="148" y="805"/>
                    <a:pt x="148" y="805"/>
                  </a:cubicBezTo>
                  <a:lnTo>
                    <a:pt x="148" y="805"/>
                  </a:lnTo>
                  <a:cubicBezTo>
                    <a:pt x="148" y="806"/>
                    <a:pt x="147" y="807"/>
                    <a:pt x="147" y="807"/>
                  </a:cubicBezTo>
                  <a:cubicBezTo>
                    <a:pt x="147" y="807"/>
                    <a:pt x="147" y="807"/>
                    <a:pt x="148" y="806"/>
                  </a:cubicBezTo>
                  <a:cubicBezTo>
                    <a:pt x="148" y="805"/>
                    <a:pt x="148" y="805"/>
                    <a:pt x="148" y="805"/>
                  </a:cubicBezTo>
                  <a:lnTo>
                    <a:pt x="148" y="805"/>
                  </a:lnTo>
                  <a:cubicBezTo>
                    <a:pt x="148" y="805"/>
                    <a:pt x="148" y="805"/>
                    <a:pt x="148" y="805"/>
                  </a:cubicBezTo>
                  <a:lnTo>
                    <a:pt x="148" y="805"/>
                  </a:lnTo>
                  <a:cubicBezTo>
                    <a:pt x="150" y="803"/>
                    <a:pt x="153" y="798"/>
                    <a:pt x="155" y="795"/>
                  </a:cubicBezTo>
                  <a:lnTo>
                    <a:pt x="155" y="795"/>
                  </a:lnTo>
                  <a:cubicBezTo>
                    <a:pt x="157" y="793"/>
                    <a:pt x="164" y="784"/>
                    <a:pt x="166" y="782"/>
                  </a:cubicBezTo>
                  <a:cubicBezTo>
                    <a:pt x="170" y="778"/>
                    <a:pt x="176" y="772"/>
                    <a:pt x="183" y="766"/>
                  </a:cubicBezTo>
                  <a:cubicBezTo>
                    <a:pt x="197" y="752"/>
                    <a:pt x="210" y="744"/>
                    <a:pt x="226" y="732"/>
                  </a:cubicBezTo>
                  <a:cubicBezTo>
                    <a:pt x="316" y="669"/>
                    <a:pt x="416" y="618"/>
                    <a:pt x="515" y="568"/>
                  </a:cubicBezTo>
                  <a:cubicBezTo>
                    <a:pt x="729" y="460"/>
                    <a:pt x="954" y="367"/>
                    <a:pt x="1157" y="236"/>
                  </a:cubicBezTo>
                  <a:cubicBezTo>
                    <a:pt x="1219" y="198"/>
                    <a:pt x="1311" y="141"/>
                    <a:pt x="1315" y="56"/>
                  </a:cubicBezTo>
                  <a:cubicBezTo>
                    <a:pt x="1316" y="19"/>
                    <a:pt x="1288" y="0"/>
                    <a:pt x="1259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2675" lIns="91425" spcFirstLastPara="1" rIns="91425" wrap="square" tIns="22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50" name="Google Shape;1950;p13"/>
            <p:cNvSpPr/>
            <p:nvPr/>
          </p:nvSpPr>
          <p:spPr>
            <a:xfrm>
              <a:off x="666720" y="2919600"/>
              <a:ext cx="47521" cy="61560"/>
            </a:xfrm>
            <a:custGeom>
              <a:rect b="b" l="l" r="r" t="t"/>
              <a:pathLst>
                <a:path extrusionOk="0" h="1228" w="954">
                  <a:moveTo>
                    <a:pt x="862" y="1"/>
                  </a:moveTo>
                  <a:cubicBezTo>
                    <a:pt x="827" y="1"/>
                    <a:pt x="792" y="29"/>
                    <a:pt x="807" y="70"/>
                  </a:cubicBezTo>
                  <a:cubicBezTo>
                    <a:pt x="871" y="253"/>
                    <a:pt x="675" y="379"/>
                    <a:pt x="542" y="467"/>
                  </a:cubicBezTo>
                  <a:cubicBezTo>
                    <a:pt x="376" y="578"/>
                    <a:pt x="165" y="683"/>
                    <a:pt x="63" y="863"/>
                  </a:cubicBezTo>
                  <a:cubicBezTo>
                    <a:pt x="4" y="964"/>
                    <a:pt x="1" y="1082"/>
                    <a:pt x="46" y="1188"/>
                  </a:cubicBezTo>
                  <a:cubicBezTo>
                    <a:pt x="57" y="1215"/>
                    <a:pt x="82" y="1227"/>
                    <a:pt x="105" y="1227"/>
                  </a:cubicBezTo>
                  <a:cubicBezTo>
                    <a:pt x="141" y="1227"/>
                    <a:pt x="175" y="1200"/>
                    <a:pt x="158" y="1158"/>
                  </a:cubicBezTo>
                  <a:cubicBezTo>
                    <a:pt x="123" y="1073"/>
                    <a:pt x="121" y="991"/>
                    <a:pt x="169" y="912"/>
                  </a:cubicBezTo>
                  <a:cubicBezTo>
                    <a:pt x="219" y="831"/>
                    <a:pt x="300" y="768"/>
                    <a:pt x="378" y="715"/>
                  </a:cubicBezTo>
                  <a:cubicBezTo>
                    <a:pt x="545" y="598"/>
                    <a:pt x="750" y="502"/>
                    <a:pt x="872" y="335"/>
                  </a:cubicBezTo>
                  <a:cubicBezTo>
                    <a:pt x="935" y="247"/>
                    <a:pt x="953" y="143"/>
                    <a:pt x="918" y="40"/>
                  </a:cubicBezTo>
                  <a:cubicBezTo>
                    <a:pt x="908" y="13"/>
                    <a:pt x="885" y="1"/>
                    <a:pt x="862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0950" lIns="91425" spcFirstLastPara="1" rIns="91425" wrap="square" tIns="30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51" name="Google Shape;1951;p13"/>
            <p:cNvSpPr/>
            <p:nvPr/>
          </p:nvSpPr>
          <p:spPr>
            <a:xfrm>
              <a:off x="593280" y="2884680"/>
              <a:ext cx="24840" cy="69119"/>
            </a:xfrm>
            <a:custGeom>
              <a:rect b="b" l="l" r="r" t="t"/>
              <a:pathLst>
                <a:path extrusionOk="0" h="1377" w="498">
                  <a:moveTo>
                    <a:pt x="332" y="1"/>
                  </a:moveTo>
                  <a:cubicBezTo>
                    <a:pt x="286" y="1"/>
                    <a:pt x="246" y="59"/>
                    <a:pt x="288" y="98"/>
                  </a:cubicBezTo>
                  <a:cubicBezTo>
                    <a:pt x="370" y="175"/>
                    <a:pt x="381" y="247"/>
                    <a:pt x="323" y="344"/>
                  </a:cubicBezTo>
                  <a:cubicBezTo>
                    <a:pt x="271" y="431"/>
                    <a:pt x="200" y="507"/>
                    <a:pt x="146" y="593"/>
                  </a:cubicBezTo>
                  <a:cubicBezTo>
                    <a:pt x="10" y="815"/>
                    <a:pt x="0" y="1068"/>
                    <a:pt x="16" y="1321"/>
                  </a:cubicBezTo>
                  <a:cubicBezTo>
                    <a:pt x="18" y="1358"/>
                    <a:pt x="48" y="1377"/>
                    <a:pt x="77" y="1377"/>
                  </a:cubicBezTo>
                  <a:cubicBezTo>
                    <a:pt x="106" y="1377"/>
                    <a:pt x="133" y="1358"/>
                    <a:pt x="131" y="1321"/>
                  </a:cubicBezTo>
                  <a:cubicBezTo>
                    <a:pt x="122" y="1177"/>
                    <a:pt x="116" y="1028"/>
                    <a:pt x="149" y="886"/>
                  </a:cubicBezTo>
                  <a:cubicBezTo>
                    <a:pt x="177" y="760"/>
                    <a:pt x="240" y="651"/>
                    <a:pt x="316" y="550"/>
                  </a:cubicBezTo>
                  <a:cubicBezTo>
                    <a:pt x="376" y="472"/>
                    <a:pt x="448" y="390"/>
                    <a:pt x="471" y="294"/>
                  </a:cubicBezTo>
                  <a:cubicBezTo>
                    <a:pt x="498" y="183"/>
                    <a:pt x="448" y="90"/>
                    <a:pt x="370" y="16"/>
                  </a:cubicBezTo>
                  <a:cubicBezTo>
                    <a:pt x="358" y="5"/>
                    <a:pt x="344" y="1"/>
                    <a:pt x="332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550" lIns="91425" spcFirstLastPara="1" rIns="91425" wrap="square" tIns="345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52" name="Google Shape;1952;p13"/>
            <p:cNvSpPr/>
            <p:nvPr/>
          </p:nvSpPr>
          <p:spPr>
            <a:xfrm>
              <a:off x="49680" y="2936160"/>
              <a:ext cx="684358" cy="281166"/>
            </a:xfrm>
            <a:custGeom>
              <a:rect b="b" l="l" r="r" t="t"/>
              <a:pathLst>
                <a:path extrusionOk="0" h="5587" w="13590">
                  <a:moveTo>
                    <a:pt x="9408" y="819"/>
                  </a:moveTo>
                  <a:cubicBezTo>
                    <a:pt x="9412" y="819"/>
                    <a:pt x="9416" y="819"/>
                    <a:pt x="9420" y="820"/>
                  </a:cubicBezTo>
                  <a:cubicBezTo>
                    <a:pt x="9495" y="834"/>
                    <a:pt x="9570" y="855"/>
                    <a:pt x="9647" y="875"/>
                  </a:cubicBezTo>
                  <a:cubicBezTo>
                    <a:pt x="9719" y="894"/>
                    <a:pt x="9793" y="908"/>
                    <a:pt x="9865" y="928"/>
                  </a:cubicBezTo>
                  <a:cubicBezTo>
                    <a:pt x="9979" y="956"/>
                    <a:pt x="10105" y="926"/>
                    <a:pt x="10208" y="993"/>
                  </a:cubicBezTo>
                  <a:cubicBezTo>
                    <a:pt x="10259" y="1027"/>
                    <a:pt x="10228" y="1102"/>
                    <a:pt x="10179" y="1102"/>
                  </a:cubicBezTo>
                  <a:cubicBezTo>
                    <a:pt x="10170" y="1102"/>
                    <a:pt x="10159" y="1099"/>
                    <a:pt x="10149" y="1092"/>
                  </a:cubicBezTo>
                  <a:cubicBezTo>
                    <a:pt x="10102" y="1061"/>
                    <a:pt x="10045" y="1061"/>
                    <a:pt x="9990" y="1057"/>
                  </a:cubicBezTo>
                  <a:cubicBezTo>
                    <a:pt x="9933" y="1055"/>
                    <a:pt x="9879" y="1048"/>
                    <a:pt x="9824" y="1034"/>
                  </a:cubicBezTo>
                  <a:cubicBezTo>
                    <a:pt x="9680" y="1000"/>
                    <a:pt x="9535" y="960"/>
                    <a:pt x="9389" y="932"/>
                  </a:cubicBezTo>
                  <a:cubicBezTo>
                    <a:pt x="9321" y="919"/>
                    <a:pt x="9346" y="819"/>
                    <a:pt x="9408" y="819"/>
                  </a:cubicBezTo>
                  <a:close/>
                  <a:moveTo>
                    <a:pt x="3250" y="899"/>
                  </a:moveTo>
                  <a:cubicBezTo>
                    <a:pt x="3399" y="899"/>
                    <a:pt x="3399" y="1130"/>
                    <a:pt x="3250" y="1130"/>
                  </a:cubicBezTo>
                  <a:cubicBezTo>
                    <a:pt x="3101" y="1130"/>
                    <a:pt x="3101" y="899"/>
                    <a:pt x="3250" y="899"/>
                  </a:cubicBezTo>
                  <a:close/>
                  <a:moveTo>
                    <a:pt x="6990" y="991"/>
                  </a:moveTo>
                  <a:cubicBezTo>
                    <a:pt x="7137" y="991"/>
                    <a:pt x="7136" y="1222"/>
                    <a:pt x="6990" y="1222"/>
                  </a:cubicBezTo>
                  <a:cubicBezTo>
                    <a:pt x="6841" y="1222"/>
                    <a:pt x="6841" y="991"/>
                    <a:pt x="6990" y="991"/>
                  </a:cubicBezTo>
                  <a:close/>
                  <a:moveTo>
                    <a:pt x="5361" y="998"/>
                  </a:moveTo>
                  <a:cubicBezTo>
                    <a:pt x="5370" y="998"/>
                    <a:pt x="5380" y="1001"/>
                    <a:pt x="5390" y="1007"/>
                  </a:cubicBezTo>
                  <a:cubicBezTo>
                    <a:pt x="5567" y="1112"/>
                    <a:pt x="5744" y="1238"/>
                    <a:pt x="5873" y="1400"/>
                  </a:cubicBezTo>
                  <a:cubicBezTo>
                    <a:pt x="5893" y="1424"/>
                    <a:pt x="5897" y="1456"/>
                    <a:pt x="5873" y="1480"/>
                  </a:cubicBezTo>
                  <a:cubicBezTo>
                    <a:pt x="5862" y="1491"/>
                    <a:pt x="5846" y="1498"/>
                    <a:pt x="5829" y="1498"/>
                  </a:cubicBezTo>
                  <a:cubicBezTo>
                    <a:pt x="5815" y="1498"/>
                    <a:pt x="5800" y="1493"/>
                    <a:pt x="5791" y="1480"/>
                  </a:cubicBezTo>
                  <a:cubicBezTo>
                    <a:pt x="5668" y="1326"/>
                    <a:pt x="5499" y="1208"/>
                    <a:pt x="5330" y="1106"/>
                  </a:cubicBezTo>
                  <a:cubicBezTo>
                    <a:pt x="5278" y="1074"/>
                    <a:pt x="5311" y="998"/>
                    <a:pt x="5361" y="998"/>
                  </a:cubicBezTo>
                  <a:close/>
                  <a:moveTo>
                    <a:pt x="1808" y="1334"/>
                  </a:moveTo>
                  <a:cubicBezTo>
                    <a:pt x="1823" y="1334"/>
                    <a:pt x="1838" y="1339"/>
                    <a:pt x="1849" y="1350"/>
                  </a:cubicBezTo>
                  <a:cubicBezTo>
                    <a:pt x="1975" y="1476"/>
                    <a:pt x="2104" y="1602"/>
                    <a:pt x="2230" y="1730"/>
                  </a:cubicBezTo>
                  <a:cubicBezTo>
                    <a:pt x="2251" y="1754"/>
                    <a:pt x="2251" y="1789"/>
                    <a:pt x="2230" y="1812"/>
                  </a:cubicBezTo>
                  <a:cubicBezTo>
                    <a:pt x="2219" y="1823"/>
                    <a:pt x="2204" y="1828"/>
                    <a:pt x="2189" y="1828"/>
                  </a:cubicBezTo>
                  <a:cubicBezTo>
                    <a:pt x="2173" y="1828"/>
                    <a:pt x="2158" y="1823"/>
                    <a:pt x="2148" y="1812"/>
                  </a:cubicBezTo>
                  <a:cubicBezTo>
                    <a:pt x="2020" y="1684"/>
                    <a:pt x="1893" y="1560"/>
                    <a:pt x="1768" y="1431"/>
                  </a:cubicBezTo>
                  <a:cubicBezTo>
                    <a:pt x="1747" y="1408"/>
                    <a:pt x="1747" y="1371"/>
                    <a:pt x="1768" y="1350"/>
                  </a:cubicBezTo>
                  <a:cubicBezTo>
                    <a:pt x="1778" y="1339"/>
                    <a:pt x="1793" y="1334"/>
                    <a:pt x="1808" y="1334"/>
                  </a:cubicBezTo>
                  <a:close/>
                  <a:moveTo>
                    <a:pt x="836" y="1848"/>
                  </a:moveTo>
                  <a:cubicBezTo>
                    <a:pt x="841" y="1848"/>
                    <a:pt x="845" y="1849"/>
                    <a:pt x="850" y="1850"/>
                  </a:cubicBezTo>
                  <a:cubicBezTo>
                    <a:pt x="901" y="1866"/>
                    <a:pt x="944" y="1894"/>
                    <a:pt x="991" y="1920"/>
                  </a:cubicBezTo>
                  <a:cubicBezTo>
                    <a:pt x="1003" y="1925"/>
                    <a:pt x="1012" y="1932"/>
                    <a:pt x="1027" y="1937"/>
                  </a:cubicBezTo>
                  <a:cubicBezTo>
                    <a:pt x="1032" y="1940"/>
                    <a:pt x="1038" y="1942"/>
                    <a:pt x="1042" y="1947"/>
                  </a:cubicBezTo>
                  <a:cubicBezTo>
                    <a:pt x="1044" y="1947"/>
                    <a:pt x="1044" y="1948"/>
                    <a:pt x="1047" y="1948"/>
                  </a:cubicBezTo>
                  <a:lnTo>
                    <a:pt x="1051" y="1949"/>
                  </a:lnTo>
                  <a:cubicBezTo>
                    <a:pt x="1076" y="1958"/>
                    <a:pt x="1099" y="1968"/>
                    <a:pt x="1126" y="1971"/>
                  </a:cubicBezTo>
                  <a:cubicBezTo>
                    <a:pt x="1156" y="1978"/>
                    <a:pt x="1173" y="2017"/>
                    <a:pt x="1166" y="2044"/>
                  </a:cubicBezTo>
                  <a:cubicBezTo>
                    <a:pt x="1161" y="2059"/>
                    <a:pt x="1151" y="2073"/>
                    <a:pt x="1139" y="2080"/>
                  </a:cubicBezTo>
                  <a:cubicBezTo>
                    <a:pt x="1130" y="2085"/>
                    <a:pt x="1122" y="2087"/>
                    <a:pt x="1113" y="2087"/>
                  </a:cubicBezTo>
                  <a:cubicBezTo>
                    <a:pt x="1107" y="2087"/>
                    <a:pt x="1101" y="2086"/>
                    <a:pt x="1095" y="2084"/>
                  </a:cubicBezTo>
                  <a:cubicBezTo>
                    <a:pt x="1039" y="2076"/>
                    <a:pt x="988" y="2053"/>
                    <a:pt x="940" y="2026"/>
                  </a:cubicBezTo>
                  <a:cubicBezTo>
                    <a:pt x="919" y="2013"/>
                    <a:pt x="898" y="2002"/>
                    <a:pt x="874" y="1989"/>
                  </a:cubicBezTo>
                  <a:cubicBezTo>
                    <a:pt x="864" y="1983"/>
                    <a:pt x="852" y="1976"/>
                    <a:pt x="842" y="1974"/>
                  </a:cubicBezTo>
                  <a:cubicBezTo>
                    <a:pt x="841" y="1974"/>
                    <a:pt x="841" y="1971"/>
                    <a:pt x="838" y="1971"/>
                  </a:cubicBezTo>
                  <a:cubicBezTo>
                    <a:pt x="837" y="1971"/>
                    <a:pt x="837" y="1969"/>
                    <a:pt x="835" y="1969"/>
                  </a:cubicBezTo>
                  <a:lnTo>
                    <a:pt x="834" y="1968"/>
                  </a:lnTo>
                  <a:cubicBezTo>
                    <a:pt x="828" y="1965"/>
                    <a:pt x="824" y="1964"/>
                    <a:pt x="820" y="1962"/>
                  </a:cubicBezTo>
                  <a:cubicBezTo>
                    <a:pt x="787" y="1951"/>
                    <a:pt x="772" y="1923"/>
                    <a:pt x="779" y="1891"/>
                  </a:cubicBezTo>
                  <a:cubicBezTo>
                    <a:pt x="785" y="1867"/>
                    <a:pt x="811" y="1848"/>
                    <a:pt x="836" y="1848"/>
                  </a:cubicBezTo>
                  <a:close/>
                  <a:moveTo>
                    <a:pt x="8722" y="1991"/>
                  </a:moveTo>
                  <a:cubicBezTo>
                    <a:pt x="8870" y="1991"/>
                    <a:pt x="8870" y="2222"/>
                    <a:pt x="8722" y="2222"/>
                  </a:cubicBezTo>
                  <a:cubicBezTo>
                    <a:pt x="8573" y="2222"/>
                    <a:pt x="8574" y="1991"/>
                    <a:pt x="8722" y="1991"/>
                  </a:cubicBezTo>
                  <a:close/>
                  <a:moveTo>
                    <a:pt x="7656" y="1869"/>
                  </a:moveTo>
                  <a:cubicBezTo>
                    <a:pt x="7661" y="1869"/>
                    <a:pt x="7665" y="1869"/>
                    <a:pt x="7670" y="1870"/>
                  </a:cubicBezTo>
                  <a:cubicBezTo>
                    <a:pt x="7700" y="1876"/>
                    <a:pt x="7721" y="1911"/>
                    <a:pt x="7713" y="1941"/>
                  </a:cubicBezTo>
                  <a:cubicBezTo>
                    <a:pt x="7674" y="2056"/>
                    <a:pt x="7567" y="2127"/>
                    <a:pt x="7486" y="2210"/>
                  </a:cubicBezTo>
                  <a:cubicBezTo>
                    <a:pt x="7474" y="2221"/>
                    <a:pt x="7459" y="2227"/>
                    <a:pt x="7445" y="2227"/>
                  </a:cubicBezTo>
                  <a:cubicBezTo>
                    <a:pt x="7430" y="2227"/>
                    <a:pt x="7415" y="2221"/>
                    <a:pt x="7404" y="2210"/>
                  </a:cubicBezTo>
                  <a:cubicBezTo>
                    <a:pt x="7381" y="2189"/>
                    <a:pt x="7382" y="2151"/>
                    <a:pt x="7404" y="2129"/>
                  </a:cubicBezTo>
                  <a:cubicBezTo>
                    <a:pt x="7443" y="2090"/>
                    <a:pt x="7486" y="2054"/>
                    <a:pt x="7524" y="2016"/>
                  </a:cubicBezTo>
                  <a:cubicBezTo>
                    <a:pt x="7535" y="2005"/>
                    <a:pt x="7544" y="1996"/>
                    <a:pt x="7552" y="1985"/>
                  </a:cubicBezTo>
                  <a:cubicBezTo>
                    <a:pt x="7558" y="1981"/>
                    <a:pt x="7561" y="1975"/>
                    <a:pt x="7565" y="1971"/>
                  </a:cubicBezTo>
                  <a:lnTo>
                    <a:pt x="7567" y="1969"/>
                  </a:lnTo>
                  <a:cubicBezTo>
                    <a:pt x="7567" y="1969"/>
                    <a:pt x="7565" y="1969"/>
                    <a:pt x="7567" y="1968"/>
                  </a:cubicBezTo>
                  <a:lnTo>
                    <a:pt x="7568" y="1968"/>
                  </a:lnTo>
                  <a:cubicBezTo>
                    <a:pt x="7568" y="1965"/>
                    <a:pt x="7571" y="1964"/>
                    <a:pt x="7571" y="1964"/>
                  </a:cubicBezTo>
                  <a:cubicBezTo>
                    <a:pt x="7578" y="1955"/>
                    <a:pt x="7585" y="1944"/>
                    <a:pt x="7589" y="1934"/>
                  </a:cubicBezTo>
                  <a:lnTo>
                    <a:pt x="7595" y="1923"/>
                  </a:lnTo>
                  <a:lnTo>
                    <a:pt x="7596" y="1918"/>
                  </a:lnTo>
                  <a:cubicBezTo>
                    <a:pt x="7596" y="1915"/>
                    <a:pt x="7599" y="1913"/>
                    <a:pt x="7599" y="1911"/>
                  </a:cubicBezTo>
                  <a:cubicBezTo>
                    <a:pt x="7607" y="1886"/>
                    <a:pt x="7629" y="1869"/>
                    <a:pt x="7656" y="1869"/>
                  </a:cubicBezTo>
                  <a:close/>
                  <a:moveTo>
                    <a:pt x="3735" y="2111"/>
                  </a:moveTo>
                  <a:cubicBezTo>
                    <a:pt x="3750" y="2111"/>
                    <a:pt x="3765" y="2115"/>
                    <a:pt x="3779" y="2122"/>
                  </a:cubicBezTo>
                  <a:cubicBezTo>
                    <a:pt x="3793" y="2127"/>
                    <a:pt x="3807" y="2134"/>
                    <a:pt x="3817" y="2146"/>
                  </a:cubicBezTo>
                  <a:lnTo>
                    <a:pt x="3820" y="2151"/>
                  </a:lnTo>
                  <a:cubicBezTo>
                    <a:pt x="3828" y="2159"/>
                    <a:pt x="3838" y="2166"/>
                    <a:pt x="3848" y="2175"/>
                  </a:cubicBezTo>
                  <a:cubicBezTo>
                    <a:pt x="3862" y="2189"/>
                    <a:pt x="3871" y="2207"/>
                    <a:pt x="3876" y="2226"/>
                  </a:cubicBezTo>
                  <a:cubicBezTo>
                    <a:pt x="3878" y="2237"/>
                    <a:pt x="3881" y="2246"/>
                    <a:pt x="3882" y="2256"/>
                  </a:cubicBezTo>
                  <a:cubicBezTo>
                    <a:pt x="3884" y="2278"/>
                    <a:pt x="3876" y="2297"/>
                    <a:pt x="3867" y="2316"/>
                  </a:cubicBezTo>
                  <a:cubicBezTo>
                    <a:pt x="3861" y="2325"/>
                    <a:pt x="3854" y="2331"/>
                    <a:pt x="3848" y="2339"/>
                  </a:cubicBezTo>
                  <a:cubicBezTo>
                    <a:pt x="3837" y="2352"/>
                    <a:pt x="3825" y="2359"/>
                    <a:pt x="3811" y="2365"/>
                  </a:cubicBezTo>
                  <a:cubicBezTo>
                    <a:pt x="3799" y="2371"/>
                    <a:pt x="3788" y="2374"/>
                    <a:pt x="3775" y="2374"/>
                  </a:cubicBezTo>
                  <a:cubicBezTo>
                    <a:pt x="3773" y="2374"/>
                    <a:pt x="3770" y="2373"/>
                    <a:pt x="3767" y="2373"/>
                  </a:cubicBezTo>
                  <a:cubicBezTo>
                    <a:pt x="3765" y="2373"/>
                    <a:pt x="3762" y="2374"/>
                    <a:pt x="3759" y="2374"/>
                  </a:cubicBezTo>
                  <a:cubicBezTo>
                    <a:pt x="3746" y="2374"/>
                    <a:pt x="3733" y="2371"/>
                    <a:pt x="3723" y="2365"/>
                  </a:cubicBezTo>
                  <a:cubicBezTo>
                    <a:pt x="3709" y="2359"/>
                    <a:pt x="3697" y="2352"/>
                    <a:pt x="3685" y="2339"/>
                  </a:cubicBezTo>
                  <a:lnTo>
                    <a:pt x="3682" y="2336"/>
                  </a:lnTo>
                  <a:cubicBezTo>
                    <a:pt x="3672" y="2328"/>
                    <a:pt x="3664" y="2321"/>
                    <a:pt x="3654" y="2311"/>
                  </a:cubicBezTo>
                  <a:cubicBezTo>
                    <a:pt x="3640" y="2297"/>
                    <a:pt x="3628" y="2280"/>
                    <a:pt x="3623" y="2260"/>
                  </a:cubicBezTo>
                  <a:cubicBezTo>
                    <a:pt x="3621" y="2250"/>
                    <a:pt x="3621" y="2239"/>
                    <a:pt x="3620" y="2229"/>
                  </a:cubicBezTo>
                  <a:cubicBezTo>
                    <a:pt x="3620" y="2207"/>
                    <a:pt x="3626" y="2189"/>
                    <a:pt x="3636" y="2169"/>
                  </a:cubicBezTo>
                  <a:cubicBezTo>
                    <a:pt x="3641" y="2161"/>
                    <a:pt x="3648" y="2154"/>
                    <a:pt x="3654" y="2146"/>
                  </a:cubicBezTo>
                  <a:cubicBezTo>
                    <a:pt x="3664" y="2134"/>
                    <a:pt x="3677" y="2127"/>
                    <a:pt x="3691" y="2122"/>
                  </a:cubicBezTo>
                  <a:cubicBezTo>
                    <a:pt x="3705" y="2115"/>
                    <a:pt x="3719" y="2111"/>
                    <a:pt x="3735" y="2111"/>
                  </a:cubicBezTo>
                  <a:close/>
                  <a:moveTo>
                    <a:pt x="5416" y="2688"/>
                  </a:moveTo>
                  <a:cubicBezTo>
                    <a:pt x="5428" y="2688"/>
                    <a:pt x="5440" y="2692"/>
                    <a:pt x="5451" y="2698"/>
                  </a:cubicBezTo>
                  <a:cubicBezTo>
                    <a:pt x="5465" y="2703"/>
                    <a:pt x="5478" y="2710"/>
                    <a:pt x="5489" y="2722"/>
                  </a:cubicBezTo>
                  <a:lnTo>
                    <a:pt x="5492" y="2726"/>
                  </a:lnTo>
                  <a:lnTo>
                    <a:pt x="5518" y="2750"/>
                  </a:lnTo>
                  <a:cubicBezTo>
                    <a:pt x="5532" y="2764"/>
                    <a:pt x="5542" y="2783"/>
                    <a:pt x="5546" y="2803"/>
                  </a:cubicBezTo>
                  <a:lnTo>
                    <a:pt x="5550" y="2834"/>
                  </a:lnTo>
                  <a:cubicBezTo>
                    <a:pt x="5550" y="2855"/>
                    <a:pt x="5546" y="2873"/>
                    <a:pt x="5535" y="2892"/>
                  </a:cubicBezTo>
                  <a:cubicBezTo>
                    <a:pt x="5529" y="2902"/>
                    <a:pt x="5522" y="2909"/>
                    <a:pt x="5518" y="2916"/>
                  </a:cubicBezTo>
                  <a:cubicBezTo>
                    <a:pt x="5510" y="2926"/>
                    <a:pt x="5496" y="2934"/>
                    <a:pt x="5482" y="2939"/>
                  </a:cubicBezTo>
                  <a:cubicBezTo>
                    <a:pt x="5468" y="2946"/>
                    <a:pt x="5454" y="2949"/>
                    <a:pt x="5437" y="2949"/>
                  </a:cubicBezTo>
                  <a:cubicBezTo>
                    <a:pt x="5421" y="2949"/>
                    <a:pt x="5406" y="2946"/>
                    <a:pt x="5393" y="2939"/>
                  </a:cubicBezTo>
                  <a:cubicBezTo>
                    <a:pt x="5379" y="2933"/>
                    <a:pt x="5366" y="2926"/>
                    <a:pt x="5356" y="2913"/>
                  </a:cubicBezTo>
                  <a:lnTo>
                    <a:pt x="5352" y="2910"/>
                  </a:lnTo>
                  <a:lnTo>
                    <a:pt x="5328" y="2885"/>
                  </a:lnTo>
                  <a:cubicBezTo>
                    <a:pt x="5313" y="2871"/>
                    <a:pt x="5302" y="2854"/>
                    <a:pt x="5298" y="2834"/>
                  </a:cubicBezTo>
                  <a:cubicBezTo>
                    <a:pt x="5295" y="2824"/>
                    <a:pt x="5295" y="2812"/>
                    <a:pt x="5294" y="2804"/>
                  </a:cubicBezTo>
                  <a:cubicBezTo>
                    <a:pt x="5294" y="2783"/>
                    <a:pt x="5299" y="2763"/>
                    <a:pt x="5308" y="2746"/>
                  </a:cubicBezTo>
                  <a:cubicBezTo>
                    <a:pt x="5313" y="2736"/>
                    <a:pt x="5321" y="2732"/>
                    <a:pt x="5326" y="2722"/>
                  </a:cubicBezTo>
                  <a:cubicBezTo>
                    <a:pt x="5336" y="2710"/>
                    <a:pt x="5349" y="2703"/>
                    <a:pt x="5363" y="2698"/>
                  </a:cubicBezTo>
                  <a:cubicBezTo>
                    <a:pt x="5374" y="2692"/>
                    <a:pt x="5385" y="2688"/>
                    <a:pt x="5397" y="2688"/>
                  </a:cubicBezTo>
                  <a:cubicBezTo>
                    <a:pt x="5400" y="2688"/>
                    <a:pt x="5404" y="2689"/>
                    <a:pt x="5407" y="2689"/>
                  </a:cubicBezTo>
                  <a:cubicBezTo>
                    <a:pt x="5410" y="2689"/>
                    <a:pt x="5413" y="2688"/>
                    <a:pt x="5416" y="2688"/>
                  </a:cubicBezTo>
                  <a:close/>
                  <a:moveTo>
                    <a:pt x="1670" y="2841"/>
                  </a:moveTo>
                  <a:cubicBezTo>
                    <a:pt x="1686" y="2841"/>
                    <a:pt x="1701" y="2842"/>
                    <a:pt x="1714" y="2852"/>
                  </a:cubicBezTo>
                  <a:cubicBezTo>
                    <a:pt x="1728" y="2856"/>
                    <a:pt x="1741" y="2863"/>
                    <a:pt x="1751" y="2875"/>
                  </a:cubicBezTo>
                  <a:lnTo>
                    <a:pt x="1755" y="2878"/>
                  </a:lnTo>
                  <a:cubicBezTo>
                    <a:pt x="1764" y="2888"/>
                    <a:pt x="1772" y="2895"/>
                    <a:pt x="1783" y="2903"/>
                  </a:cubicBezTo>
                  <a:cubicBezTo>
                    <a:pt x="1798" y="2917"/>
                    <a:pt x="1807" y="2934"/>
                    <a:pt x="1813" y="2954"/>
                  </a:cubicBezTo>
                  <a:cubicBezTo>
                    <a:pt x="1815" y="2966"/>
                    <a:pt x="1815" y="2975"/>
                    <a:pt x="1817" y="2987"/>
                  </a:cubicBezTo>
                  <a:cubicBezTo>
                    <a:pt x="1819" y="3008"/>
                    <a:pt x="1813" y="3026"/>
                    <a:pt x="1803" y="3046"/>
                  </a:cubicBezTo>
                  <a:cubicBezTo>
                    <a:pt x="1796" y="3053"/>
                    <a:pt x="1790" y="3060"/>
                    <a:pt x="1785" y="3069"/>
                  </a:cubicBezTo>
                  <a:cubicBezTo>
                    <a:pt x="1775" y="3082"/>
                    <a:pt x="1762" y="3087"/>
                    <a:pt x="1748" y="3093"/>
                  </a:cubicBezTo>
                  <a:cubicBezTo>
                    <a:pt x="1736" y="3100"/>
                    <a:pt x="1724" y="3103"/>
                    <a:pt x="1712" y="3103"/>
                  </a:cubicBezTo>
                  <a:cubicBezTo>
                    <a:pt x="1709" y="3103"/>
                    <a:pt x="1707" y="3103"/>
                    <a:pt x="1704" y="3103"/>
                  </a:cubicBezTo>
                  <a:cubicBezTo>
                    <a:pt x="1701" y="3103"/>
                    <a:pt x="1699" y="3103"/>
                    <a:pt x="1696" y="3103"/>
                  </a:cubicBezTo>
                  <a:cubicBezTo>
                    <a:pt x="1682" y="3103"/>
                    <a:pt x="1671" y="3100"/>
                    <a:pt x="1659" y="3093"/>
                  </a:cubicBezTo>
                  <a:cubicBezTo>
                    <a:pt x="1645" y="3087"/>
                    <a:pt x="1633" y="3080"/>
                    <a:pt x="1622" y="3069"/>
                  </a:cubicBezTo>
                  <a:cubicBezTo>
                    <a:pt x="1620" y="3068"/>
                    <a:pt x="1618" y="3068"/>
                    <a:pt x="1616" y="3066"/>
                  </a:cubicBezTo>
                  <a:cubicBezTo>
                    <a:pt x="1608" y="3058"/>
                    <a:pt x="1599" y="3051"/>
                    <a:pt x="1588" y="3041"/>
                  </a:cubicBezTo>
                  <a:cubicBezTo>
                    <a:pt x="1574" y="3026"/>
                    <a:pt x="1564" y="3009"/>
                    <a:pt x="1559" y="2990"/>
                  </a:cubicBezTo>
                  <a:lnTo>
                    <a:pt x="1555" y="2958"/>
                  </a:lnTo>
                  <a:cubicBezTo>
                    <a:pt x="1555" y="2937"/>
                    <a:pt x="1559" y="2917"/>
                    <a:pt x="1571" y="2899"/>
                  </a:cubicBezTo>
                  <a:cubicBezTo>
                    <a:pt x="1575" y="2890"/>
                    <a:pt x="1584" y="2883"/>
                    <a:pt x="1588" y="2875"/>
                  </a:cubicBezTo>
                  <a:cubicBezTo>
                    <a:pt x="1599" y="2863"/>
                    <a:pt x="1611" y="2856"/>
                    <a:pt x="1626" y="2852"/>
                  </a:cubicBezTo>
                  <a:cubicBezTo>
                    <a:pt x="1637" y="2842"/>
                    <a:pt x="1654" y="2841"/>
                    <a:pt x="1670" y="2841"/>
                  </a:cubicBezTo>
                  <a:close/>
                  <a:moveTo>
                    <a:pt x="3603" y="2979"/>
                  </a:moveTo>
                  <a:cubicBezTo>
                    <a:pt x="3621" y="2979"/>
                    <a:pt x="3639" y="2988"/>
                    <a:pt x="3650" y="3008"/>
                  </a:cubicBezTo>
                  <a:cubicBezTo>
                    <a:pt x="3665" y="3031"/>
                    <a:pt x="3657" y="3073"/>
                    <a:pt x="3630" y="3086"/>
                  </a:cubicBezTo>
                  <a:cubicBezTo>
                    <a:pt x="3599" y="3100"/>
                    <a:pt x="3570" y="3117"/>
                    <a:pt x="3543" y="3136"/>
                  </a:cubicBezTo>
                  <a:cubicBezTo>
                    <a:pt x="3529" y="3144"/>
                    <a:pt x="3518" y="3153"/>
                    <a:pt x="3505" y="3164"/>
                  </a:cubicBezTo>
                  <a:cubicBezTo>
                    <a:pt x="3502" y="3165"/>
                    <a:pt x="3501" y="3165"/>
                    <a:pt x="3501" y="3165"/>
                  </a:cubicBezTo>
                  <a:cubicBezTo>
                    <a:pt x="3500" y="3167"/>
                    <a:pt x="3495" y="3168"/>
                    <a:pt x="3494" y="3171"/>
                  </a:cubicBezTo>
                  <a:cubicBezTo>
                    <a:pt x="3488" y="3175"/>
                    <a:pt x="3481" y="3180"/>
                    <a:pt x="3477" y="3185"/>
                  </a:cubicBezTo>
                  <a:cubicBezTo>
                    <a:pt x="3427" y="3225"/>
                    <a:pt x="3380" y="3273"/>
                    <a:pt x="3337" y="3320"/>
                  </a:cubicBezTo>
                  <a:cubicBezTo>
                    <a:pt x="3326" y="3331"/>
                    <a:pt x="3312" y="3337"/>
                    <a:pt x="3298" y="3337"/>
                  </a:cubicBezTo>
                  <a:cubicBezTo>
                    <a:pt x="3283" y="3337"/>
                    <a:pt x="3267" y="3331"/>
                    <a:pt x="3254" y="3320"/>
                  </a:cubicBezTo>
                  <a:cubicBezTo>
                    <a:pt x="3232" y="3299"/>
                    <a:pt x="3233" y="3260"/>
                    <a:pt x="3254" y="3238"/>
                  </a:cubicBezTo>
                  <a:cubicBezTo>
                    <a:pt x="3349" y="3138"/>
                    <a:pt x="3449" y="3043"/>
                    <a:pt x="3572" y="2987"/>
                  </a:cubicBezTo>
                  <a:cubicBezTo>
                    <a:pt x="3582" y="2982"/>
                    <a:pt x="3592" y="2979"/>
                    <a:pt x="3603" y="2979"/>
                  </a:cubicBezTo>
                  <a:close/>
                  <a:moveTo>
                    <a:pt x="1036" y="3056"/>
                  </a:moveTo>
                  <a:cubicBezTo>
                    <a:pt x="1041" y="3056"/>
                    <a:pt x="1045" y="3057"/>
                    <a:pt x="1049" y="3058"/>
                  </a:cubicBezTo>
                  <a:cubicBezTo>
                    <a:pt x="1082" y="3066"/>
                    <a:pt x="1095" y="3097"/>
                    <a:pt x="1090" y="3128"/>
                  </a:cubicBezTo>
                  <a:cubicBezTo>
                    <a:pt x="1076" y="3221"/>
                    <a:pt x="1049" y="3310"/>
                    <a:pt x="1035" y="3402"/>
                  </a:cubicBezTo>
                  <a:cubicBezTo>
                    <a:pt x="1031" y="3429"/>
                    <a:pt x="1028" y="3443"/>
                    <a:pt x="1027" y="3476"/>
                  </a:cubicBezTo>
                  <a:cubicBezTo>
                    <a:pt x="1025" y="3500"/>
                    <a:pt x="1025" y="3522"/>
                    <a:pt x="1025" y="3547"/>
                  </a:cubicBezTo>
                  <a:lnTo>
                    <a:pt x="1025" y="3548"/>
                  </a:lnTo>
                  <a:cubicBezTo>
                    <a:pt x="1025" y="3554"/>
                    <a:pt x="1027" y="3558"/>
                    <a:pt x="1027" y="3564"/>
                  </a:cubicBezTo>
                  <a:cubicBezTo>
                    <a:pt x="1027" y="3568"/>
                    <a:pt x="1028" y="3571"/>
                    <a:pt x="1028" y="3575"/>
                  </a:cubicBezTo>
                  <a:lnTo>
                    <a:pt x="1028" y="3576"/>
                  </a:lnTo>
                  <a:lnTo>
                    <a:pt x="1031" y="3578"/>
                  </a:lnTo>
                  <a:cubicBezTo>
                    <a:pt x="1032" y="3579"/>
                    <a:pt x="1032" y="3579"/>
                    <a:pt x="1032" y="3583"/>
                  </a:cubicBezTo>
                  <a:lnTo>
                    <a:pt x="1034" y="3585"/>
                  </a:lnTo>
                  <a:cubicBezTo>
                    <a:pt x="1034" y="3585"/>
                    <a:pt x="1034" y="3585"/>
                    <a:pt x="1034" y="3585"/>
                  </a:cubicBezTo>
                  <a:cubicBezTo>
                    <a:pt x="1035" y="3585"/>
                    <a:pt x="1035" y="3585"/>
                    <a:pt x="1035" y="3585"/>
                  </a:cubicBezTo>
                  <a:lnTo>
                    <a:pt x="1038" y="3586"/>
                  </a:lnTo>
                  <a:cubicBezTo>
                    <a:pt x="1104" y="3603"/>
                    <a:pt x="1080" y="3699"/>
                    <a:pt x="1020" y="3699"/>
                  </a:cubicBezTo>
                  <a:cubicBezTo>
                    <a:pt x="1015" y="3699"/>
                    <a:pt x="1010" y="3698"/>
                    <a:pt x="1005" y="3697"/>
                  </a:cubicBezTo>
                  <a:cubicBezTo>
                    <a:pt x="889" y="3667"/>
                    <a:pt x="905" y="3504"/>
                    <a:pt x="919" y="3413"/>
                  </a:cubicBezTo>
                  <a:cubicBezTo>
                    <a:pt x="933" y="3307"/>
                    <a:pt x="963" y="3204"/>
                    <a:pt x="978" y="3097"/>
                  </a:cubicBezTo>
                  <a:cubicBezTo>
                    <a:pt x="983" y="3071"/>
                    <a:pt x="1012" y="3056"/>
                    <a:pt x="1036" y="3056"/>
                  </a:cubicBezTo>
                  <a:close/>
                  <a:moveTo>
                    <a:pt x="11160" y="1510"/>
                  </a:moveTo>
                  <a:cubicBezTo>
                    <a:pt x="11840" y="1510"/>
                    <a:pt x="12565" y="1958"/>
                    <a:pt x="12535" y="2685"/>
                  </a:cubicBezTo>
                  <a:cubicBezTo>
                    <a:pt x="12525" y="2958"/>
                    <a:pt x="12408" y="3235"/>
                    <a:pt x="12220" y="3433"/>
                  </a:cubicBezTo>
                  <a:cubicBezTo>
                    <a:pt x="12014" y="3654"/>
                    <a:pt x="11723" y="3775"/>
                    <a:pt x="11423" y="3806"/>
                  </a:cubicBezTo>
                  <a:cubicBezTo>
                    <a:pt x="11376" y="3811"/>
                    <a:pt x="11330" y="3813"/>
                    <a:pt x="11284" y="3813"/>
                  </a:cubicBezTo>
                  <a:cubicBezTo>
                    <a:pt x="11081" y="3813"/>
                    <a:pt x="10880" y="3769"/>
                    <a:pt x="10686" y="3702"/>
                  </a:cubicBezTo>
                  <a:cubicBezTo>
                    <a:pt x="10551" y="3654"/>
                    <a:pt x="10254" y="3548"/>
                    <a:pt x="10263" y="3364"/>
                  </a:cubicBezTo>
                  <a:cubicBezTo>
                    <a:pt x="10004" y="3082"/>
                    <a:pt x="9878" y="2699"/>
                    <a:pt x="9997" y="2325"/>
                  </a:cubicBezTo>
                  <a:cubicBezTo>
                    <a:pt x="10086" y="2042"/>
                    <a:pt x="10288" y="1792"/>
                    <a:pt x="10550" y="1652"/>
                  </a:cubicBezTo>
                  <a:cubicBezTo>
                    <a:pt x="10731" y="1555"/>
                    <a:pt x="10944" y="1510"/>
                    <a:pt x="11160" y="1510"/>
                  </a:cubicBezTo>
                  <a:close/>
                  <a:moveTo>
                    <a:pt x="12757" y="3688"/>
                  </a:moveTo>
                  <a:cubicBezTo>
                    <a:pt x="12783" y="3688"/>
                    <a:pt x="12806" y="3702"/>
                    <a:pt x="12813" y="3731"/>
                  </a:cubicBezTo>
                  <a:cubicBezTo>
                    <a:pt x="12824" y="3759"/>
                    <a:pt x="12809" y="3797"/>
                    <a:pt x="12776" y="3802"/>
                  </a:cubicBezTo>
                  <a:cubicBezTo>
                    <a:pt x="12694" y="3813"/>
                    <a:pt x="12623" y="3846"/>
                    <a:pt x="12552" y="3882"/>
                  </a:cubicBezTo>
                  <a:cubicBezTo>
                    <a:pt x="12474" y="3923"/>
                    <a:pt x="12406" y="3967"/>
                    <a:pt x="12345" y="4026"/>
                  </a:cubicBezTo>
                  <a:cubicBezTo>
                    <a:pt x="12334" y="4038"/>
                    <a:pt x="12320" y="4043"/>
                    <a:pt x="12307" y="4043"/>
                  </a:cubicBezTo>
                  <a:cubicBezTo>
                    <a:pt x="12264" y="4043"/>
                    <a:pt x="12225" y="3985"/>
                    <a:pt x="12264" y="3945"/>
                  </a:cubicBezTo>
                  <a:cubicBezTo>
                    <a:pt x="12330" y="3881"/>
                    <a:pt x="12410" y="3827"/>
                    <a:pt x="12491" y="3783"/>
                  </a:cubicBezTo>
                  <a:cubicBezTo>
                    <a:pt x="12569" y="3742"/>
                    <a:pt x="12656" y="3702"/>
                    <a:pt x="12742" y="3690"/>
                  </a:cubicBezTo>
                  <a:cubicBezTo>
                    <a:pt x="12747" y="3689"/>
                    <a:pt x="12752" y="3688"/>
                    <a:pt x="12757" y="3688"/>
                  </a:cubicBezTo>
                  <a:close/>
                  <a:moveTo>
                    <a:pt x="9297" y="3844"/>
                  </a:moveTo>
                  <a:cubicBezTo>
                    <a:pt x="9446" y="3844"/>
                    <a:pt x="9444" y="4074"/>
                    <a:pt x="9297" y="4074"/>
                  </a:cubicBezTo>
                  <a:cubicBezTo>
                    <a:pt x="9148" y="4074"/>
                    <a:pt x="9148" y="3844"/>
                    <a:pt x="9297" y="3844"/>
                  </a:cubicBezTo>
                  <a:close/>
                  <a:moveTo>
                    <a:pt x="5942" y="3645"/>
                  </a:moveTo>
                  <a:cubicBezTo>
                    <a:pt x="5956" y="3645"/>
                    <a:pt x="5971" y="3651"/>
                    <a:pt x="5982" y="3661"/>
                  </a:cubicBezTo>
                  <a:cubicBezTo>
                    <a:pt x="6004" y="3683"/>
                    <a:pt x="6002" y="3724"/>
                    <a:pt x="5981" y="3742"/>
                  </a:cubicBezTo>
                  <a:cubicBezTo>
                    <a:pt x="5865" y="3855"/>
                    <a:pt x="5750" y="3975"/>
                    <a:pt x="5632" y="4089"/>
                  </a:cubicBezTo>
                  <a:cubicBezTo>
                    <a:pt x="5621" y="4101"/>
                    <a:pt x="5607" y="4106"/>
                    <a:pt x="5593" y="4106"/>
                  </a:cubicBezTo>
                  <a:cubicBezTo>
                    <a:pt x="5578" y="4106"/>
                    <a:pt x="5563" y="4100"/>
                    <a:pt x="5550" y="4089"/>
                  </a:cubicBezTo>
                  <a:cubicBezTo>
                    <a:pt x="5527" y="4068"/>
                    <a:pt x="5529" y="4030"/>
                    <a:pt x="5550" y="4009"/>
                  </a:cubicBezTo>
                  <a:cubicBezTo>
                    <a:pt x="5668" y="3895"/>
                    <a:pt x="5783" y="3776"/>
                    <a:pt x="5902" y="3661"/>
                  </a:cubicBezTo>
                  <a:cubicBezTo>
                    <a:pt x="5913" y="3651"/>
                    <a:pt x="5927" y="3645"/>
                    <a:pt x="5942" y="3645"/>
                  </a:cubicBezTo>
                  <a:close/>
                  <a:moveTo>
                    <a:pt x="4682" y="3972"/>
                  </a:moveTo>
                  <a:cubicBezTo>
                    <a:pt x="4708" y="3972"/>
                    <a:pt x="4735" y="3981"/>
                    <a:pt x="4759" y="4003"/>
                  </a:cubicBezTo>
                  <a:cubicBezTo>
                    <a:pt x="4766" y="4009"/>
                    <a:pt x="4774" y="4016"/>
                    <a:pt x="4781" y="4021"/>
                  </a:cubicBezTo>
                  <a:cubicBezTo>
                    <a:pt x="4805" y="4044"/>
                    <a:pt x="4817" y="4071"/>
                    <a:pt x="4817" y="4096"/>
                  </a:cubicBezTo>
                  <a:cubicBezTo>
                    <a:pt x="4817" y="4157"/>
                    <a:pt x="4758" y="4215"/>
                    <a:pt x="4693" y="4215"/>
                  </a:cubicBezTo>
                  <a:cubicBezTo>
                    <a:pt x="4667" y="4215"/>
                    <a:pt x="4640" y="4206"/>
                    <a:pt x="4616" y="4184"/>
                  </a:cubicBezTo>
                  <a:cubicBezTo>
                    <a:pt x="4609" y="4179"/>
                    <a:pt x="4603" y="4171"/>
                    <a:pt x="4596" y="4166"/>
                  </a:cubicBezTo>
                  <a:cubicBezTo>
                    <a:pt x="4569" y="4143"/>
                    <a:pt x="4558" y="4116"/>
                    <a:pt x="4558" y="4089"/>
                  </a:cubicBezTo>
                  <a:cubicBezTo>
                    <a:pt x="4558" y="4029"/>
                    <a:pt x="4617" y="3972"/>
                    <a:pt x="4682" y="3972"/>
                  </a:cubicBezTo>
                  <a:close/>
                  <a:moveTo>
                    <a:pt x="7541" y="3967"/>
                  </a:moveTo>
                  <a:cubicBezTo>
                    <a:pt x="7554" y="3967"/>
                    <a:pt x="7567" y="3970"/>
                    <a:pt x="7577" y="3976"/>
                  </a:cubicBezTo>
                  <a:cubicBezTo>
                    <a:pt x="7591" y="3982"/>
                    <a:pt x="7603" y="3989"/>
                    <a:pt x="7615" y="4001"/>
                  </a:cubicBezTo>
                  <a:lnTo>
                    <a:pt x="7618" y="4004"/>
                  </a:lnTo>
                  <a:cubicBezTo>
                    <a:pt x="7628" y="4014"/>
                    <a:pt x="7636" y="4021"/>
                    <a:pt x="7646" y="4030"/>
                  </a:cubicBezTo>
                  <a:cubicBezTo>
                    <a:pt x="7660" y="4044"/>
                    <a:pt x="7672" y="4061"/>
                    <a:pt x="7674" y="4081"/>
                  </a:cubicBezTo>
                  <a:lnTo>
                    <a:pt x="7680" y="4113"/>
                  </a:lnTo>
                  <a:cubicBezTo>
                    <a:pt x="7680" y="4132"/>
                    <a:pt x="7673" y="4152"/>
                    <a:pt x="7664" y="4170"/>
                  </a:cubicBezTo>
                  <a:cubicBezTo>
                    <a:pt x="7659" y="4179"/>
                    <a:pt x="7652" y="4186"/>
                    <a:pt x="7646" y="4193"/>
                  </a:cubicBezTo>
                  <a:cubicBezTo>
                    <a:pt x="7636" y="4205"/>
                    <a:pt x="7623" y="4213"/>
                    <a:pt x="7609" y="4217"/>
                  </a:cubicBezTo>
                  <a:cubicBezTo>
                    <a:pt x="7596" y="4224"/>
                    <a:pt x="7581" y="4228"/>
                    <a:pt x="7565" y="4228"/>
                  </a:cubicBezTo>
                  <a:cubicBezTo>
                    <a:pt x="7550" y="4228"/>
                    <a:pt x="7533" y="4224"/>
                    <a:pt x="7521" y="4217"/>
                  </a:cubicBezTo>
                  <a:cubicBezTo>
                    <a:pt x="7507" y="4213"/>
                    <a:pt x="7494" y="4205"/>
                    <a:pt x="7483" y="4193"/>
                  </a:cubicBezTo>
                  <a:lnTo>
                    <a:pt x="7480" y="4188"/>
                  </a:lnTo>
                  <a:cubicBezTo>
                    <a:pt x="7470" y="4180"/>
                    <a:pt x="7462" y="4173"/>
                    <a:pt x="7452" y="4164"/>
                  </a:cubicBezTo>
                  <a:cubicBezTo>
                    <a:pt x="7438" y="4150"/>
                    <a:pt x="7426" y="4132"/>
                    <a:pt x="7424" y="4113"/>
                  </a:cubicBezTo>
                  <a:cubicBezTo>
                    <a:pt x="7421" y="4102"/>
                    <a:pt x="7419" y="4092"/>
                    <a:pt x="7418" y="4082"/>
                  </a:cubicBezTo>
                  <a:cubicBezTo>
                    <a:pt x="7418" y="4061"/>
                    <a:pt x="7424" y="4043"/>
                    <a:pt x="7433" y="4024"/>
                  </a:cubicBezTo>
                  <a:cubicBezTo>
                    <a:pt x="7439" y="4016"/>
                    <a:pt x="7445" y="4010"/>
                    <a:pt x="7452" y="4001"/>
                  </a:cubicBezTo>
                  <a:cubicBezTo>
                    <a:pt x="7462" y="3989"/>
                    <a:pt x="7475" y="3982"/>
                    <a:pt x="7489" y="3976"/>
                  </a:cubicBezTo>
                  <a:cubicBezTo>
                    <a:pt x="7499" y="3970"/>
                    <a:pt x="7512" y="3967"/>
                    <a:pt x="7525" y="3967"/>
                  </a:cubicBezTo>
                  <a:cubicBezTo>
                    <a:pt x="7527" y="3967"/>
                    <a:pt x="7530" y="3967"/>
                    <a:pt x="7533" y="3967"/>
                  </a:cubicBezTo>
                  <a:cubicBezTo>
                    <a:pt x="7535" y="3967"/>
                    <a:pt x="7538" y="3967"/>
                    <a:pt x="7541" y="3967"/>
                  </a:cubicBezTo>
                  <a:close/>
                  <a:moveTo>
                    <a:pt x="2763" y="3986"/>
                  </a:moveTo>
                  <a:cubicBezTo>
                    <a:pt x="2775" y="3986"/>
                    <a:pt x="2787" y="3990"/>
                    <a:pt x="2798" y="3997"/>
                  </a:cubicBezTo>
                  <a:cubicBezTo>
                    <a:pt x="2812" y="4003"/>
                    <a:pt x="2825" y="4010"/>
                    <a:pt x="2835" y="4021"/>
                  </a:cubicBezTo>
                  <a:lnTo>
                    <a:pt x="2841" y="4026"/>
                  </a:lnTo>
                  <a:cubicBezTo>
                    <a:pt x="2842" y="4028"/>
                    <a:pt x="2846" y="4031"/>
                    <a:pt x="2848" y="4031"/>
                  </a:cubicBezTo>
                  <a:cubicBezTo>
                    <a:pt x="2853" y="4037"/>
                    <a:pt x="2858" y="4040"/>
                    <a:pt x="2862" y="4045"/>
                  </a:cubicBezTo>
                  <a:cubicBezTo>
                    <a:pt x="2867" y="4050"/>
                    <a:pt x="2870" y="4054"/>
                    <a:pt x="2876" y="4058"/>
                  </a:cubicBezTo>
                  <a:cubicBezTo>
                    <a:pt x="2890" y="4072"/>
                    <a:pt x="2900" y="4089"/>
                    <a:pt x="2904" y="4109"/>
                  </a:cubicBezTo>
                  <a:lnTo>
                    <a:pt x="2910" y="4142"/>
                  </a:lnTo>
                  <a:cubicBezTo>
                    <a:pt x="2911" y="4160"/>
                    <a:pt x="2906" y="4180"/>
                    <a:pt x="2896" y="4198"/>
                  </a:cubicBezTo>
                  <a:cubicBezTo>
                    <a:pt x="2890" y="4207"/>
                    <a:pt x="2883" y="4214"/>
                    <a:pt x="2877" y="4221"/>
                  </a:cubicBezTo>
                  <a:cubicBezTo>
                    <a:pt x="2867" y="4234"/>
                    <a:pt x="2855" y="4241"/>
                    <a:pt x="2841" y="4245"/>
                  </a:cubicBezTo>
                  <a:cubicBezTo>
                    <a:pt x="2826" y="4252"/>
                    <a:pt x="2812" y="4257"/>
                    <a:pt x="2797" y="4257"/>
                  </a:cubicBezTo>
                  <a:cubicBezTo>
                    <a:pt x="2780" y="4257"/>
                    <a:pt x="2764" y="4252"/>
                    <a:pt x="2751" y="4245"/>
                  </a:cubicBezTo>
                  <a:cubicBezTo>
                    <a:pt x="2739" y="4240"/>
                    <a:pt x="2726" y="4234"/>
                    <a:pt x="2714" y="4221"/>
                  </a:cubicBezTo>
                  <a:cubicBezTo>
                    <a:pt x="2713" y="4220"/>
                    <a:pt x="2712" y="4220"/>
                    <a:pt x="2709" y="4217"/>
                  </a:cubicBezTo>
                  <a:lnTo>
                    <a:pt x="2700" y="4208"/>
                  </a:lnTo>
                  <a:cubicBezTo>
                    <a:pt x="2697" y="4207"/>
                    <a:pt x="2692" y="4201"/>
                    <a:pt x="2688" y="4198"/>
                  </a:cubicBezTo>
                  <a:lnTo>
                    <a:pt x="2683" y="4193"/>
                  </a:lnTo>
                  <a:cubicBezTo>
                    <a:pt x="2680" y="4190"/>
                    <a:pt x="2678" y="4187"/>
                    <a:pt x="2673" y="4186"/>
                  </a:cubicBezTo>
                  <a:cubicBezTo>
                    <a:pt x="2661" y="4171"/>
                    <a:pt x="2649" y="4153"/>
                    <a:pt x="2644" y="4135"/>
                  </a:cubicBezTo>
                  <a:cubicBezTo>
                    <a:pt x="2642" y="4123"/>
                    <a:pt x="2642" y="4113"/>
                    <a:pt x="2641" y="4102"/>
                  </a:cubicBezTo>
                  <a:cubicBezTo>
                    <a:pt x="2641" y="4081"/>
                    <a:pt x="2645" y="4061"/>
                    <a:pt x="2655" y="4044"/>
                  </a:cubicBezTo>
                  <a:cubicBezTo>
                    <a:pt x="2659" y="4037"/>
                    <a:pt x="2666" y="4030"/>
                    <a:pt x="2672" y="4021"/>
                  </a:cubicBezTo>
                  <a:cubicBezTo>
                    <a:pt x="2683" y="4009"/>
                    <a:pt x="2695" y="4003"/>
                    <a:pt x="2709" y="3997"/>
                  </a:cubicBezTo>
                  <a:cubicBezTo>
                    <a:pt x="2721" y="3990"/>
                    <a:pt x="2733" y="3987"/>
                    <a:pt x="2746" y="3987"/>
                  </a:cubicBezTo>
                  <a:cubicBezTo>
                    <a:pt x="2749" y="3987"/>
                    <a:pt x="2751" y="3987"/>
                    <a:pt x="2754" y="3987"/>
                  </a:cubicBezTo>
                  <a:cubicBezTo>
                    <a:pt x="2757" y="3987"/>
                    <a:pt x="2760" y="3986"/>
                    <a:pt x="2763" y="3986"/>
                  </a:cubicBezTo>
                  <a:close/>
                  <a:moveTo>
                    <a:pt x="10818" y="4385"/>
                  </a:moveTo>
                  <a:cubicBezTo>
                    <a:pt x="10827" y="4385"/>
                    <a:pt x="10836" y="4387"/>
                    <a:pt x="10843" y="4393"/>
                  </a:cubicBezTo>
                  <a:cubicBezTo>
                    <a:pt x="10876" y="4415"/>
                    <a:pt x="10910" y="4435"/>
                    <a:pt x="10945" y="4451"/>
                  </a:cubicBezTo>
                  <a:cubicBezTo>
                    <a:pt x="10954" y="4455"/>
                    <a:pt x="10962" y="4461"/>
                    <a:pt x="10971" y="4463"/>
                  </a:cubicBezTo>
                  <a:lnTo>
                    <a:pt x="10973" y="4463"/>
                  </a:lnTo>
                  <a:lnTo>
                    <a:pt x="10975" y="4465"/>
                  </a:lnTo>
                  <a:cubicBezTo>
                    <a:pt x="10976" y="4465"/>
                    <a:pt x="10976" y="4468"/>
                    <a:pt x="10979" y="4468"/>
                  </a:cubicBezTo>
                  <a:lnTo>
                    <a:pt x="10989" y="4472"/>
                  </a:lnTo>
                  <a:lnTo>
                    <a:pt x="11043" y="4493"/>
                  </a:lnTo>
                  <a:cubicBezTo>
                    <a:pt x="11118" y="4526"/>
                    <a:pt x="11193" y="4561"/>
                    <a:pt x="11251" y="4619"/>
                  </a:cubicBezTo>
                  <a:cubicBezTo>
                    <a:pt x="11294" y="4661"/>
                    <a:pt x="11255" y="4718"/>
                    <a:pt x="11210" y="4718"/>
                  </a:cubicBezTo>
                  <a:cubicBezTo>
                    <a:pt x="11197" y="4718"/>
                    <a:pt x="11184" y="4713"/>
                    <a:pt x="11172" y="4701"/>
                  </a:cubicBezTo>
                  <a:cubicBezTo>
                    <a:pt x="11145" y="4675"/>
                    <a:pt x="11124" y="4660"/>
                    <a:pt x="11088" y="4641"/>
                  </a:cubicBezTo>
                  <a:cubicBezTo>
                    <a:pt x="11070" y="4632"/>
                    <a:pt x="11054" y="4624"/>
                    <a:pt x="11037" y="4616"/>
                  </a:cubicBezTo>
                  <a:cubicBezTo>
                    <a:pt x="11029" y="4611"/>
                    <a:pt x="11022" y="4607"/>
                    <a:pt x="11012" y="4604"/>
                  </a:cubicBezTo>
                  <a:cubicBezTo>
                    <a:pt x="11010" y="4602"/>
                    <a:pt x="11007" y="4602"/>
                    <a:pt x="11007" y="4602"/>
                  </a:cubicBezTo>
                  <a:cubicBezTo>
                    <a:pt x="11002" y="4599"/>
                    <a:pt x="10997" y="4599"/>
                    <a:pt x="10995" y="4597"/>
                  </a:cubicBezTo>
                  <a:cubicBezTo>
                    <a:pt x="10924" y="4568"/>
                    <a:pt x="10849" y="4540"/>
                    <a:pt x="10786" y="4493"/>
                  </a:cubicBezTo>
                  <a:cubicBezTo>
                    <a:pt x="10762" y="4476"/>
                    <a:pt x="10749" y="4444"/>
                    <a:pt x="10765" y="4414"/>
                  </a:cubicBezTo>
                  <a:cubicBezTo>
                    <a:pt x="10775" y="4397"/>
                    <a:pt x="10797" y="4385"/>
                    <a:pt x="10818" y="4385"/>
                  </a:cubicBezTo>
                  <a:close/>
                  <a:moveTo>
                    <a:pt x="8278" y="4705"/>
                  </a:moveTo>
                  <a:cubicBezTo>
                    <a:pt x="8299" y="4705"/>
                    <a:pt x="8321" y="4717"/>
                    <a:pt x="8332" y="4734"/>
                  </a:cubicBezTo>
                  <a:cubicBezTo>
                    <a:pt x="8347" y="4762"/>
                    <a:pt x="8333" y="4796"/>
                    <a:pt x="8311" y="4815"/>
                  </a:cubicBezTo>
                  <a:cubicBezTo>
                    <a:pt x="8282" y="4833"/>
                    <a:pt x="8255" y="4853"/>
                    <a:pt x="8230" y="4873"/>
                  </a:cubicBezTo>
                  <a:cubicBezTo>
                    <a:pt x="8217" y="4881"/>
                    <a:pt x="8204" y="4890"/>
                    <a:pt x="8192" y="4901"/>
                  </a:cubicBezTo>
                  <a:cubicBezTo>
                    <a:pt x="8185" y="4907"/>
                    <a:pt x="8179" y="4910"/>
                    <a:pt x="8175" y="4915"/>
                  </a:cubicBezTo>
                  <a:cubicBezTo>
                    <a:pt x="8172" y="4915"/>
                    <a:pt x="8172" y="4917"/>
                    <a:pt x="8172" y="4917"/>
                  </a:cubicBezTo>
                  <a:cubicBezTo>
                    <a:pt x="8170" y="4918"/>
                    <a:pt x="8168" y="4923"/>
                    <a:pt x="8163" y="4924"/>
                  </a:cubicBezTo>
                  <a:cubicBezTo>
                    <a:pt x="8128" y="4952"/>
                    <a:pt x="8092" y="4981"/>
                    <a:pt x="8058" y="5013"/>
                  </a:cubicBezTo>
                  <a:cubicBezTo>
                    <a:pt x="8077" y="5039"/>
                    <a:pt x="8063" y="5077"/>
                    <a:pt x="8037" y="5093"/>
                  </a:cubicBezTo>
                  <a:cubicBezTo>
                    <a:pt x="8029" y="5098"/>
                    <a:pt x="8019" y="5100"/>
                    <a:pt x="8011" y="5100"/>
                  </a:cubicBezTo>
                  <a:cubicBezTo>
                    <a:pt x="7990" y="5100"/>
                    <a:pt x="7971" y="5088"/>
                    <a:pt x="7958" y="5071"/>
                  </a:cubicBezTo>
                  <a:lnTo>
                    <a:pt x="7958" y="5070"/>
                  </a:lnTo>
                  <a:lnTo>
                    <a:pt x="7956" y="5067"/>
                  </a:lnTo>
                  <a:lnTo>
                    <a:pt x="7952" y="5064"/>
                  </a:lnTo>
                  <a:cubicBezTo>
                    <a:pt x="7951" y="5060"/>
                    <a:pt x="7948" y="5059"/>
                    <a:pt x="7944" y="5056"/>
                  </a:cubicBezTo>
                  <a:lnTo>
                    <a:pt x="7935" y="5046"/>
                  </a:lnTo>
                  <a:cubicBezTo>
                    <a:pt x="7912" y="5027"/>
                    <a:pt x="7914" y="4986"/>
                    <a:pt x="7935" y="4965"/>
                  </a:cubicBezTo>
                  <a:cubicBezTo>
                    <a:pt x="8033" y="4872"/>
                    <a:pt x="8142" y="4791"/>
                    <a:pt x="8253" y="4713"/>
                  </a:cubicBezTo>
                  <a:cubicBezTo>
                    <a:pt x="8260" y="4708"/>
                    <a:pt x="8269" y="4705"/>
                    <a:pt x="8278" y="4705"/>
                  </a:cubicBezTo>
                  <a:close/>
                  <a:moveTo>
                    <a:pt x="7563" y="0"/>
                  </a:moveTo>
                  <a:cubicBezTo>
                    <a:pt x="7497" y="0"/>
                    <a:pt x="7430" y="1"/>
                    <a:pt x="7364" y="1"/>
                  </a:cubicBezTo>
                  <a:cubicBezTo>
                    <a:pt x="6436" y="7"/>
                    <a:pt x="5505" y="32"/>
                    <a:pt x="4578" y="83"/>
                  </a:cubicBezTo>
                  <a:cubicBezTo>
                    <a:pt x="3726" y="131"/>
                    <a:pt x="2863" y="211"/>
                    <a:pt x="2046" y="464"/>
                  </a:cubicBezTo>
                  <a:cubicBezTo>
                    <a:pt x="1302" y="695"/>
                    <a:pt x="548" y="1118"/>
                    <a:pt x="239" y="1874"/>
                  </a:cubicBezTo>
                  <a:cubicBezTo>
                    <a:pt x="66" y="2294"/>
                    <a:pt x="1" y="2783"/>
                    <a:pt x="101" y="3228"/>
                  </a:cubicBezTo>
                  <a:cubicBezTo>
                    <a:pt x="198" y="3650"/>
                    <a:pt x="437" y="4021"/>
                    <a:pt x="757" y="4313"/>
                  </a:cubicBezTo>
                  <a:cubicBezTo>
                    <a:pt x="1487" y="4979"/>
                    <a:pt x="2536" y="5236"/>
                    <a:pt x="3501" y="5243"/>
                  </a:cubicBezTo>
                  <a:cubicBezTo>
                    <a:pt x="3504" y="5242"/>
                    <a:pt x="3508" y="5242"/>
                    <a:pt x="3512" y="5242"/>
                  </a:cubicBezTo>
                  <a:cubicBezTo>
                    <a:pt x="3515" y="5242"/>
                    <a:pt x="3519" y="5242"/>
                    <a:pt x="3522" y="5243"/>
                  </a:cubicBezTo>
                  <a:cubicBezTo>
                    <a:pt x="3534" y="5243"/>
                    <a:pt x="3543" y="5244"/>
                    <a:pt x="3553" y="5247"/>
                  </a:cubicBezTo>
                  <a:cubicBezTo>
                    <a:pt x="3888" y="5287"/>
                    <a:pt x="4224" y="5326"/>
                    <a:pt x="4561" y="5363"/>
                  </a:cubicBezTo>
                  <a:cubicBezTo>
                    <a:pt x="5671" y="5487"/>
                    <a:pt x="6789" y="5587"/>
                    <a:pt x="7908" y="5587"/>
                  </a:cubicBezTo>
                  <a:cubicBezTo>
                    <a:pt x="8184" y="5587"/>
                    <a:pt x="8460" y="5581"/>
                    <a:pt x="8736" y="5567"/>
                  </a:cubicBezTo>
                  <a:cubicBezTo>
                    <a:pt x="9432" y="5533"/>
                    <a:pt x="10117" y="5441"/>
                    <a:pt x="10803" y="5308"/>
                  </a:cubicBezTo>
                  <a:cubicBezTo>
                    <a:pt x="11305" y="5212"/>
                    <a:pt x="11805" y="5070"/>
                    <a:pt x="12263" y="4836"/>
                  </a:cubicBezTo>
                  <a:cubicBezTo>
                    <a:pt x="12708" y="4607"/>
                    <a:pt x="13109" y="4279"/>
                    <a:pt x="13329" y="3820"/>
                  </a:cubicBezTo>
                  <a:cubicBezTo>
                    <a:pt x="13589" y="3277"/>
                    <a:pt x="13560" y="2685"/>
                    <a:pt x="13279" y="2158"/>
                  </a:cubicBezTo>
                  <a:cubicBezTo>
                    <a:pt x="12753" y="1167"/>
                    <a:pt x="11692" y="606"/>
                    <a:pt x="10647" y="324"/>
                  </a:cubicBezTo>
                  <a:cubicBezTo>
                    <a:pt x="10126" y="182"/>
                    <a:pt x="9593" y="100"/>
                    <a:pt x="9055" y="55"/>
                  </a:cubicBezTo>
                  <a:cubicBezTo>
                    <a:pt x="9045" y="63"/>
                    <a:pt x="9032" y="69"/>
                    <a:pt x="9019" y="69"/>
                  </a:cubicBezTo>
                  <a:cubicBezTo>
                    <a:pt x="9006" y="69"/>
                    <a:pt x="8992" y="63"/>
                    <a:pt x="8980" y="51"/>
                  </a:cubicBezTo>
                  <a:cubicBezTo>
                    <a:pt x="8978" y="49"/>
                    <a:pt x="8978" y="49"/>
                    <a:pt x="8978" y="48"/>
                  </a:cubicBezTo>
                  <a:cubicBezTo>
                    <a:pt x="8508" y="10"/>
                    <a:pt x="8035" y="0"/>
                    <a:pt x="7563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53" name="Google Shape;1953;p13"/>
            <p:cNvSpPr/>
            <p:nvPr/>
          </p:nvSpPr>
          <p:spPr>
            <a:xfrm>
              <a:off x="471600" y="2879640"/>
              <a:ext cx="35639" cy="59761"/>
            </a:xfrm>
            <a:custGeom>
              <a:rect b="b" l="l" r="r" t="t"/>
              <a:pathLst>
                <a:path extrusionOk="0" h="1192" w="715">
                  <a:moveTo>
                    <a:pt x="85" y="0"/>
                  </a:moveTo>
                  <a:cubicBezTo>
                    <a:pt x="24" y="0"/>
                    <a:pt x="1" y="97"/>
                    <a:pt x="68" y="111"/>
                  </a:cubicBezTo>
                  <a:cubicBezTo>
                    <a:pt x="279" y="153"/>
                    <a:pt x="282" y="383"/>
                    <a:pt x="299" y="557"/>
                  </a:cubicBezTo>
                  <a:cubicBezTo>
                    <a:pt x="308" y="663"/>
                    <a:pt x="318" y="772"/>
                    <a:pt x="363" y="869"/>
                  </a:cubicBezTo>
                  <a:cubicBezTo>
                    <a:pt x="373" y="890"/>
                    <a:pt x="384" y="909"/>
                    <a:pt x="394" y="928"/>
                  </a:cubicBezTo>
                  <a:cubicBezTo>
                    <a:pt x="449" y="1018"/>
                    <a:pt x="529" y="1096"/>
                    <a:pt x="603" y="1171"/>
                  </a:cubicBezTo>
                  <a:cubicBezTo>
                    <a:pt x="603" y="1172"/>
                    <a:pt x="603" y="1172"/>
                    <a:pt x="605" y="1174"/>
                  </a:cubicBezTo>
                  <a:cubicBezTo>
                    <a:pt x="617" y="1186"/>
                    <a:pt x="631" y="1192"/>
                    <a:pt x="644" y="1192"/>
                  </a:cubicBezTo>
                  <a:cubicBezTo>
                    <a:pt x="657" y="1192"/>
                    <a:pt x="670" y="1186"/>
                    <a:pt x="679" y="1178"/>
                  </a:cubicBezTo>
                  <a:cubicBezTo>
                    <a:pt x="705" y="1157"/>
                    <a:pt x="714" y="1121"/>
                    <a:pt x="686" y="1093"/>
                  </a:cubicBezTo>
                  <a:cubicBezTo>
                    <a:pt x="638" y="1043"/>
                    <a:pt x="587" y="994"/>
                    <a:pt x="543" y="938"/>
                  </a:cubicBezTo>
                  <a:cubicBezTo>
                    <a:pt x="502" y="889"/>
                    <a:pt x="469" y="833"/>
                    <a:pt x="449" y="774"/>
                  </a:cubicBezTo>
                  <a:cubicBezTo>
                    <a:pt x="417" y="675"/>
                    <a:pt x="415" y="567"/>
                    <a:pt x="406" y="462"/>
                  </a:cubicBezTo>
                  <a:cubicBezTo>
                    <a:pt x="386" y="258"/>
                    <a:pt x="328" y="47"/>
                    <a:pt x="98" y="2"/>
                  </a:cubicBezTo>
                  <a:cubicBezTo>
                    <a:pt x="93" y="1"/>
                    <a:pt x="89" y="0"/>
                    <a:pt x="85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9875" lIns="91425" spcFirstLastPara="1" rIns="91425" wrap="square" tIns="29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54" name="Google Shape;1954;p13"/>
            <p:cNvSpPr/>
            <p:nvPr/>
          </p:nvSpPr>
          <p:spPr>
            <a:xfrm>
              <a:off x="326880" y="2847960"/>
              <a:ext cx="72001" cy="84240"/>
            </a:xfrm>
            <a:custGeom>
              <a:rect b="b" l="l" r="r" t="t"/>
              <a:pathLst>
                <a:path extrusionOk="0" h="1679" w="1434">
                  <a:moveTo>
                    <a:pt x="126" y="0"/>
                  </a:moveTo>
                  <a:cubicBezTo>
                    <a:pt x="107" y="0"/>
                    <a:pt x="88" y="2"/>
                    <a:pt x="69" y="5"/>
                  </a:cubicBezTo>
                  <a:cubicBezTo>
                    <a:pt x="0" y="17"/>
                    <a:pt x="24" y="118"/>
                    <a:pt x="89" y="118"/>
                  </a:cubicBezTo>
                  <a:cubicBezTo>
                    <a:pt x="92" y="118"/>
                    <a:pt x="95" y="117"/>
                    <a:pt x="99" y="117"/>
                  </a:cubicBezTo>
                  <a:cubicBezTo>
                    <a:pt x="109" y="115"/>
                    <a:pt x="119" y="114"/>
                    <a:pt x="129" y="114"/>
                  </a:cubicBezTo>
                  <a:cubicBezTo>
                    <a:pt x="262" y="114"/>
                    <a:pt x="368" y="249"/>
                    <a:pt x="436" y="348"/>
                  </a:cubicBezTo>
                  <a:cubicBezTo>
                    <a:pt x="528" y="482"/>
                    <a:pt x="596" y="633"/>
                    <a:pt x="660" y="783"/>
                  </a:cubicBezTo>
                  <a:cubicBezTo>
                    <a:pt x="730" y="944"/>
                    <a:pt x="802" y="1103"/>
                    <a:pt x="897" y="1252"/>
                  </a:cubicBezTo>
                  <a:cubicBezTo>
                    <a:pt x="1000" y="1419"/>
                    <a:pt x="1132" y="1589"/>
                    <a:pt x="1315" y="1673"/>
                  </a:cubicBezTo>
                  <a:cubicBezTo>
                    <a:pt x="1324" y="1677"/>
                    <a:pt x="1333" y="1679"/>
                    <a:pt x="1341" y="1679"/>
                  </a:cubicBezTo>
                  <a:cubicBezTo>
                    <a:pt x="1396" y="1679"/>
                    <a:pt x="1433" y="1601"/>
                    <a:pt x="1374" y="1574"/>
                  </a:cubicBezTo>
                  <a:cubicBezTo>
                    <a:pt x="1173" y="1481"/>
                    <a:pt x="1041" y="1280"/>
                    <a:pt x="936" y="1093"/>
                  </a:cubicBezTo>
                  <a:cubicBezTo>
                    <a:pt x="853" y="944"/>
                    <a:pt x="792" y="788"/>
                    <a:pt x="721" y="633"/>
                  </a:cubicBezTo>
                  <a:cubicBezTo>
                    <a:pt x="614" y="395"/>
                    <a:pt x="432" y="0"/>
                    <a:pt x="126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2100" lIns="91425" spcFirstLastPara="1" rIns="91425" wrap="square" tIns="42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55" name="Google Shape;1955;p13"/>
            <p:cNvSpPr/>
            <p:nvPr/>
          </p:nvSpPr>
          <p:spPr>
            <a:xfrm>
              <a:off x="279720" y="2867760"/>
              <a:ext cx="33120" cy="66239"/>
            </a:xfrm>
            <a:custGeom>
              <a:rect b="b" l="l" r="r" t="t"/>
              <a:pathLst>
                <a:path extrusionOk="0" h="1322" w="664">
                  <a:moveTo>
                    <a:pt x="110" y="1"/>
                  </a:moveTo>
                  <a:cubicBezTo>
                    <a:pt x="96" y="1"/>
                    <a:pt x="83" y="2"/>
                    <a:pt x="68" y="5"/>
                  </a:cubicBezTo>
                  <a:cubicBezTo>
                    <a:pt x="0" y="18"/>
                    <a:pt x="23" y="118"/>
                    <a:pt x="86" y="118"/>
                  </a:cubicBezTo>
                  <a:cubicBezTo>
                    <a:pt x="90" y="118"/>
                    <a:pt x="94" y="118"/>
                    <a:pt x="98" y="117"/>
                  </a:cubicBezTo>
                  <a:cubicBezTo>
                    <a:pt x="101" y="116"/>
                    <a:pt x="105" y="116"/>
                    <a:pt x="108" y="116"/>
                  </a:cubicBezTo>
                  <a:cubicBezTo>
                    <a:pt x="173" y="116"/>
                    <a:pt x="211" y="241"/>
                    <a:pt x="226" y="287"/>
                  </a:cubicBezTo>
                  <a:cubicBezTo>
                    <a:pt x="260" y="389"/>
                    <a:pt x="277" y="495"/>
                    <a:pt x="292" y="602"/>
                  </a:cubicBezTo>
                  <a:cubicBezTo>
                    <a:pt x="305" y="721"/>
                    <a:pt x="311" y="841"/>
                    <a:pt x="339" y="956"/>
                  </a:cubicBezTo>
                  <a:cubicBezTo>
                    <a:pt x="371" y="1094"/>
                    <a:pt x="448" y="1203"/>
                    <a:pt x="544" y="1303"/>
                  </a:cubicBezTo>
                  <a:cubicBezTo>
                    <a:pt x="556" y="1316"/>
                    <a:pt x="570" y="1322"/>
                    <a:pt x="583" y="1322"/>
                  </a:cubicBezTo>
                  <a:cubicBezTo>
                    <a:pt x="625" y="1322"/>
                    <a:pt x="664" y="1265"/>
                    <a:pt x="624" y="1222"/>
                  </a:cubicBezTo>
                  <a:cubicBezTo>
                    <a:pt x="517" y="1115"/>
                    <a:pt x="458" y="1001"/>
                    <a:pt x="435" y="850"/>
                  </a:cubicBezTo>
                  <a:cubicBezTo>
                    <a:pt x="417" y="732"/>
                    <a:pt x="410" y="612"/>
                    <a:pt x="390" y="493"/>
                  </a:cubicBezTo>
                  <a:cubicBezTo>
                    <a:pt x="367" y="342"/>
                    <a:pt x="312" y="1"/>
                    <a:pt x="110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3100" lIns="91425" spcFirstLastPara="1" rIns="91425" wrap="square" tIns="33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56" name="Google Shape;1956;p13"/>
            <p:cNvSpPr/>
            <p:nvPr/>
          </p:nvSpPr>
          <p:spPr>
            <a:xfrm>
              <a:off x="218520" y="2895840"/>
              <a:ext cx="18720" cy="46800"/>
            </a:xfrm>
            <a:custGeom>
              <a:rect b="b" l="l" r="r" t="t"/>
              <a:pathLst>
                <a:path extrusionOk="0" h="934" w="381">
                  <a:moveTo>
                    <a:pt x="88" y="0"/>
                  </a:moveTo>
                  <a:cubicBezTo>
                    <a:pt x="42" y="0"/>
                    <a:pt x="0" y="57"/>
                    <a:pt x="45" y="96"/>
                  </a:cubicBezTo>
                  <a:cubicBezTo>
                    <a:pt x="113" y="154"/>
                    <a:pt x="154" y="225"/>
                    <a:pt x="165" y="314"/>
                  </a:cubicBezTo>
                  <a:cubicBezTo>
                    <a:pt x="178" y="398"/>
                    <a:pt x="168" y="483"/>
                    <a:pt x="157" y="565"/>
                  </a:cubicBezTo>
                  <a:cubicBezTo>
                    <a:pt x="141" y="685"/>
                    <a:pt x="118" y="905"/>
                    <a:pt x="283" y="932"/>
                  </a:cubicBezTo>
                  <a:cubicBezTo>
                    <a:pt x="287" y="933"/>
                    <a:pt x="290" y="933"/>
                    <a:pt x="294" y="933"/>
                  </a:cubicBezTo>
                  <a:cubicBezTo>
                    <a:pt x="358" y="933"/>
                    <a:pt x="381" y="832"/>
                    <a:pt x="312" y="820"/>
                  </a:cubicBezTo>
                  <a:cubicBezTo>
                    <a:pt x="256" y="812"/>
                    <a:pt x="263" y="741"/>
                    <a:pt x="263" y="695"/>
                  </a:cubicBezTo>
                  <a:cubicBezTo>
                    <a:pt x="263" y="619"/>
                    <a:pt x="277" y="544"/>
                    <a:pt x="283" y="466"/>
                  </a:cubicBezTo>
                  <a:cubicBezTo>
                    <a:pt x="295" y="296"/>
                    <a:pt x="260" y="131"/>
                    <a:pt x="127" y="15"/>
                  </a:cubicBezTo>
                  <a:cubicBezTo>
                    <a:pt x="115" y="5"/>
                    <a:pt x="101" y="0"/>
                    <a:pt x="88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3400" lIns="91425" spcFirstLastPara="1" rIns="91425" wrap="square" tIns="23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57" name="Google Shape;1957;p13"/>
            <p:cNvSpPr/>
            <p:nvPr/>
          </p:nvSpPr>
          <p:spPr>
            <a:xfrm>
              <a:off x="142920" y="2882160"/>
              <a:ext cx="35639" cy="63719"/>
            </a:xfrm>
            <a:custGeom>
              <a:rect b="b" l="l" r="r" t="t"/>
              <a:pathLst>
                <a:path extrusionOk="0" h="1274" w="712">
                  <a:moveTo>
                    <a:pt x="70" y="0"/>
                  </a:moveTo>
                  <a:cubicBezTo>
                    <a:pt x="0" y="0"/>
                    <a:pt x="2" y="111"/>
                    <a:pt x="76" y="115"/>
                  </a:cubicBezTo>
                  <a:cubicBezTo>
                    <a:pt x="268" y="132"/>
                    <a:pt x="309" y="353"/>
                    <a:pt x="331" y="509"/>
                  </a:cubicBezTo>
                  <a:cubicBezTo>
                    <a:pt x="355" y="703"/>
                    <a:pt x="341" y="920"/>
                    <a:pt x="417" y="1105"/>
                  </a:cubicBezTo>
                  <a:cubicBezTo>
                    <a:pt x="452" y="1188"/>
                    <a:pt x="515" y="1260"/>
                    <a:pt x="608" y="1273"/>
                  </a:cubicBezTo>
                  <a:cubicBezTo>
                    <a:pt x="612" y="1274"/>
                    <a:pt x="616" y="1274"/>
                    <a:pt x="619" y="1274"/>
                  </a:cubicBezTo>
                  <a:cubicBezTo>
                    <a:pt x="686" y="1274"/>
                    <a:pt x="711" y="1173"/>
                    <a:pt x="641" y="1163"/>
                  </a:cubicBezTo>
                  <a:cubicBezTo>
                    <a:pt x="573" y="1153"/>
                    <a:pt x="539" y="1107"/>
                    <a:pt x="516" y="1041"/>
                  </a:cubicBezTo>
                  <a:cubicBezTo>
                    <a:pt x="486" y="950"/>
                    <a:pt x="478" y="852"/>
                    <a:pt x="468" y="757"/>
                  </a:cubicBezTo>
                  <a:cubicBezTo>
                    <a:pt x="451" y="560"/>
                    <a:pt x="452" y="327"/>
                    <a:pt x="341" y="155"/>
                  </a:cubicBezTo>
                  <a:cubicBezTo>
                    <a:pt x="280" y="62"/>
                    <a:pt x="187" y="9"/>
                    <a:pt x="76" y="1"/>
                  </a:cubicBezTo>
                  <a:cubicBezTo>
                    <a:pt x="74" y="0"/>
                    <a:pt x="72" y="0"/>
                    <a:pt x="70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2025" lIns="91425" spcFirstLastPara="1" rIns="91425" wrap="square" tIns="32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58" name="Google Shape;1958;p13"/>
            <p:cNvSpPr/>
            <p:nvPr/>
          </p:nvSpPr>
          <p:spPr>
            <a:xfrm>
              <a:off x="50040" y="2939760"/>
              <a:ext cx="64800" cy="29159"/>
            </a:xfrm>
            <a:custGeom>
              <a:rect b="b" l="l" r="r" t="t"/>
              <a:pathLst>
                <a:path extrusionOk="0" h="585" w="1296">
                  <a:moveTo>
                    <a:pt x="196" y="1"/>
                  </a:moveTo>
                  <a:cubicBezTo>
                    <a:pt x="146" y="1"/>
                    <a:pt x="98" y="12"/>
                    <a:pt x="54" y="38"/>
                  </a:cubicBezTo>
                  <a:cubicBezTo>
                    <a:pt x="0" y="71"/>
                    <a:pt x="33" y="146"/>
                    <a:pt x="83" y="146"/>
                  </a:cubicBezTo>
                  <a:cubicBezTo>
                    <a:pt x="92" y="146"/>
                    <a:pt x="102" y="144"/>
                    <a:pt x="112" y="138"/>
                  </a:cubicBezTo>
                  <a:cubicBezTo>
                    <a:pt x="138" y="122"/>
                    <a:pt x="167" y="116"/>
                    <a:pt x="196" y="116"/>
                  </a:cubicBezTo>
                  <a:cubicBezTo>
                    <a:pt x="246" y="116"/>
                    <a:pt x="297" y="134"/>
                    <a:pt x="340" y="152"/>
                  </a:cubicBezTo>
                  <a:cubicBezTo>
                    <a:pt x="444" y="193"/>
                    <a:pt x="542" y="252"/>
                    <a:pt x="635" y="311"/>
                  </a:cubicBezTo>
                  <a:cubicBezTo>
                    <a:pt x="811" y="420"/>
                    <a:pt x="1006" y="571"/>
                    <a:pt x="1222" y="584"/>
                  </a:cubicBezTo>
                  <a:cubicBezTo>
                    <a:pt x="1223" y="584"/>
                    <a:pt x="1225" y="584"/>
                    <a:pt x="1227" y="584"/>
                  </a:cubicBezTo>
                  <a:cubicBezTo>
                    <a:pt x="1295" y="584"/>
                    <a:pt x="1294" y="473"/>
                    <a:pt x="1222" y="469"/>
                  </a:cubicBezTo>
                  <a:cubicBezTo>
                    <a:pt x="1123" y="464"/>
                    <a:pt x="1025" y="408"/>
                    <a:pt x="940" y="360"/>
                  </a:cubicBezTo>
                  <a:cubicBezTo>
                    <a:pt x="832" y="301"/>
                    <a:pt x="729" y="233"/>
                    <a:pt x="622" y="169"/>
                  </a:cubicBezTo>
                  <a:cubicBezTo>
                    <a:pt x="506" y="101"/>
                    <a:pt x="345" y="1"/>
                    <a:pt x="196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4750" lIns="91425" spcFirstLastPara="1" rIns="91425" wrap="square" tIns="14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59" name="Google Shape;1959;p13"/>
            <p:cNvSpPr/>
            <p:nvPr/>
          </p:nvSpPr>
          <p:spPr>
            <a:xfrm>
              <a:off x="-5400" y="2990520"/>
              <a:ext cx="66960" cy="31320"/>
            </a:xfrm>
            <a:custGeom>
              <a:rect b="b" l="l" r="r" t="t"/>
              <a:pathLst>
                <a:path extrusionOk="0" h="626" w="1337">
                  <a:moveTo>
                    <a:pt x="87" y="1"/>
                  </a:moveTo>
                  <a:cubicBezTo>
                    <a:pt x="41" y="1"/>
                    <a:pt x="1" y="58"/>
                    <a:pt x="43" y="98"/>
                  </a:cubicBezTo>
                  <a:cubicBezTo>
                    <a:pt x="138" y="185"/>
                    <a:pt x="254" y="179"/>
                    <a:pt x="365" y="233"/>
                  </a:cubicBezTo>
                  <a:cubicBezTo>
                    <a:pt x="475" y="285"/>
                    <a:pt x="572" y="368"/>
                    <a:pt x="678" y="431"/>
                  </a:cubicBezTo>
                  <a:cubicBezTo>
                    <a:pt x="822" y="516"/>
                    <a:pt x="1001" y="625"/>
                    <a:pt x="1176" y="625"/>
                  </a:cubicBezTo>
                  <a:cubicBezTo>
                    <a:pt x="1207" y="625"/>
                    <a:pt x="1238" y="622"/>
                    <a:pt x="1269" y="614"/>
                  </a:cubicBezTo>
                  <a:cubicBezTo>
                    <a:pt x="1337" y="596"/>
                    <a:pt x="1316" y="500"/>
                    <a:pt x="1256" y="500"/>
                  </a:cubicBezTo>
                  <a:cubicBezTo>
                    <a:pt x="1250" y="500"/>
                    <a:pt x="1245" y="501"/>
                    <a:pt x="1239" y="502"/>
                  </a:cubicBezTo>
                  <a:cubicBezTo>
                    <a:pt x="1218" y="508"/>
                    <a:pt x="1197" y="510"/>
                    <a:pt x="1176" y="510"/>
                  </a:cubicBezTo>
                  <a:cubicBezTo>
                    <a:pt x="1102" y="510"/>
                    <a:pt x="1026" y="481"/>
                    <a:pt x="960" y="451"/>
                  </a:cubicBezTo>
                  <a:cubicBezTo>
                    <a:pt x="871" y="410"/>
                    <a:pt x="784" y="363"/>
                    <a:pt x="702" y="311"/>
                  </a:cubicBezTo>
                  <a:cubicBezTo>
                    <a:pt x="613" y="254"/>
                    <a:pt x="529" y="185"/>
                    <a:pt x="431" y="137"/>
                  </a:cubicBezTo>
                  <a:cubicBezTo>
                    <a:pt x="334" y="90"/>
                    <a:pt x="206" y="91"/>
                    <a:pt x="125" y="16"/>
                  </a:cubicBezTo>
                  <a:cubicBezTo>
                    <a:pt x="113" y="5"/>
                    <a:pt x="100" y="1"/>
                    <a:pt x="87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5825" lIns="91425" spcFirstLastPara="1" rIns="91425" wrap="square" tIns="15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60" name="Google Shape;1960;p13"/>
            <p:cNvSpPr/>
            <p:nvPr/>
          </p:nvSpPr>
          <p:spPr>
            <a:xfrm>
              <a:off x="-25920" y="3066840"/>
              <a:ext cx="77759" cy="19440"/>
            </a:xfrm>
            <a:custGeom>
              <a:rect b="b" l="l" r="r" t="t"/>
              <a:pathLst>
                <a:path extrusionOk="0" h="396" w="1552">
                  <a:moveTo>
                    <a:pt x="136" y="1"/>
                  </a:moveTo>
                  <a:cubicBezTo>
                    <a:pt x="116" y="1"/>
                    <a:pt x="96" y="1"/>
                    <a:pt x="75" y="3"/>
                  </a:cubicBezTo>
                  <a:cubicBezTo>
                    <a:pt x="2" y="7"/>
                    <a:pt x="0" y="118"/>
                    <a:pt x="70" y="118"/>
                  </a:cubicBezTo>
                  <a:cubicBezTo>
                    <a:pt x="72" y="118"/>
                    <a:pt x="73" y="118"/>
                    <a:pt x="75" y="118"/>
                  </a:cubicBezTo>
                  <a:cubicBezTo>
                    <a:pt x="92" y="117"/>
                    <a:pt x="108" y="116"/>
                    <a:pt x="123" y="116"/>
                  </a:cubicBezTo>
                  <a:cubicBezTo>
                    <a:pt x="254" y="116"/>
                    <a:pt x="366" y="157"/>
                    <a:pt x="482" y="220"/>
                  </a:cubicBezTo>
                  <a:cubicBezTo>
                    <a:pt x="594" y="281"/>
                    <a:pt x="703" y="330"/>
                    <a:pt x="828" y="357"/>
                  </a:cubicBezTo>
                  <a:cubicBezTo>
                    <a:pt x="935" y="378"/>
                    <a:pt x="1045" y="395"/>
                    <a:pt x="1153" y="395"/>
                  </a:cubicBezTo>
                  <a:cubicBezTo>
                    <a:pt x="1169" y="395"/>
                    <a:pt x="1184" y="395"/>
                    <a:pt x="1199" y="394"/>
                  </a:cubicBezTo>
                  <a:cubicBezTo>
                    <a:pt x="1310" y="390"/>
                    <a:pt x="1437" y="369"/>
                    <a:pt x="1514" y="281"/>
                  </a:cubicBezTo>
                  <a:cubicBezTo>
                    <a:pt x="1552" y="239"/>
                    <a:pt x="1512" y="180"/>
                    <a:pt x="1470" y="180"/>
                  </a:cubicBezTo>
                  <a:cubicBezTo>
                    <a:pt x="1457" y="180"/>
                    <a:pt x="1444" y="185"/>
                    <a:pt x="1433" y="199"/>
                  </a:cubicBezTo>
                  <a:cubicBezTo>
                    <a:pt x="1372" y="269"/>
                    <a:pt x="1268" y="280"/>
                    <a:pt x="1175" y="280"/>
                  </a:cubicBezTo>
                  <a:cubicBezTo>
                    <a:pt x="1160" y="280"/>
                    <a:pt x="1144" y="280"/>
                    <a:pt x="1130" y="279"/>
                  </a:cubicBezTo>
                  <a:cubicBezTo>
                    <a:pt x="1018" y="275"/>
                    <a:pt x="904" y="260"/>
                    <a:pt x="795" y="231"/>
                  </a:cubicBezTo>
                  <a:cubicBezTo>
                    <a:pt x="673" y="201"/>
                    <a:pt x="573" y="133"/>
                    <a:pt x="461" y="78"/>
                  </a:cubicBezTo>
                  <a:cubicBezTo>
                    <a:pt x="357" y="28"/>
                    <a:pt x="249" y="1"/>
                    <a:pt x="136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61" name="Google Shape;1961;p13"/>
            <p:cNvSpPr/>
            <p:nvPr/>
          </p:nvSpPr>
          <p:spPr>
            <a:xfrm>
              <a:off x="7200" y="3130560"/>
              <a:ext cx="57599" cy="43561"/>
            </a:xfrm>
            <a:custGeom>
              <a:rect b="b" l="l" r="r" t="t"/>
              <a:pathLst>
                <a:path extrusionOk="0" h="872" w="1147">
                  <a:moveTo>
                    <a:pt x="1064" y="1"/>
                  </a:moveTo>
                  <a:cubicBezTo>
                    <a:pt x="1052" y="1"/>
                    <a:pt x="1038" y="6"/>
                    <a:pt x="1027" y="18"/>
                  </a:cubicBezTo>
                  <a:cubicBezTo>
                    <a:pt x="942" y="103"/>
                    <a:pt x="854" y="191"/>
                    <a:pt x="752" y="257"/>
                  </a:cubicBezTo>
                  <a:cubicBezTo>
                    <a:pt x="648" y="325"/>
                    <a:pt x="535" y="354"/>
                    <a:pt x="420" y="393"/>
                  </a:cubicBezTo>
                  <a:cubicBezTo>
                    <a:pt x="327" y="427"/>
                    <a:pt x="232" y="467"/>
                    <a:pt x="157" y="531"/>
                  </a:cubicBezTo>
                  <a:cubicBezTo>
                    <a:pt x="74" y="599"/>
                    <a:pt x="29" y="697"/>
                    <a:pt x="9" y="800"/>
                  </a:cubicBezTo>
                  <a:cubicBezTo>
                    <a:pt x="1" y="843"/>
                    <a:pt x="38" y="871"/>
                    <a:pt x="71" y="871"/>
                  </a:cubicBezTo>
                  <a:cubicBezTo>
                    <a:pt x="94" y="871"/>
                    <a:pt x="116" y="859"/>
                    <a:pt x="121" y="830"/>
                  </a:cubicBezTo>
                  <a:cubicBezTo>
                    <a:pt x="138" y="732"/>
                    <a:pt x="179" y="648"/>
                    <a:pt x="263" y="592"/>
                  </a:cubicBezTo>
                  <a:cubicBezTo>
                    <a:pt x="342" y="538"/>
                    <a:pt x="436" y="505"/>
                    <a:pt x="528" y="477"/>
                  </a:cubicBezTo>
                  <a:cubicBezTo>
                    <a:pt x="641" y="441"/>
                    <a:pt x="748" y="400"/>
                    <a:pt x="845" y="332"/>
                  </a:cubicBezTo>
                  <a:cubicBezTo>
                    <a:pt x="940" y="264"/>
                    <a:pt x="1027" y="181"/>
                    <a:pt x="1108" y="100"/>
                  </a:cubicBezTo>
                  <a:cubicBezTo>
                    <a:pt x="1147" y="58"/>
                    <a:pt x="1108" y="1"/>
                    <a:pt x="1064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1950" lIns="91425" spcFirstLastPara="1" rIns="91425" wrap="square" tIns="21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62" name="Google Shape;1962;p13"/>
            <p:cNvSpPr/>
            <p:nvPr/>
          </p:nvSpPr>
          <p:spPr>
            <a:xfrm>
              <a:off x="74880" y="3174120"/>
              <a:ext cx="36001" cy="73801"/>
            </a:xfrm>
            <a:custGeom>
              <a:rect b="b" l="l" r="r" t="t"/>
              <a:pathLst>
                <a:path extrusionOk="0" h="1473" w="724">
                  <a:moveTo>
                    <a:pt x="653" y="0"/>
                  </a:moveTo>
                  <a:cubicBezTo>
                    <a:pt x="630" y="0"/>
                    <a:pt x="606" y="11"/>
                    <a:pt x="595" y="37"/>
                  </a:cubicBezTo>
                  <a:cubicBezTo>
                    <a:pt x="545" y="158"/>
                    <a:pt x="433" y="246"/>
                    <a:pt x="339" y="331"/>
                  </a:cubicBezTo>
                  <a:cubicBezTo>
                    <a:pt x="239" y="423"/>
                    <a:pt x="142" y="522"/>
                    <a:pt x="97" y="651"/>
                  </a:cubicBezTo>
                  <a:cubicBezTo>
                    <a:pt x="1" y="919"/>
                    <a:pt x="145" y="1185"/>
                    <a:pt x="229" y="1433"/>
                  </a:cubicBezTo>
                  <a:cubicBezTo>
                    <a:pt x="239" y="1461"/>
                    <a:pt x="262" y="1473"/>
                    <a:pt x="285" y="1473"/>
                  </a:cubicBezTo>
                  <a:cubicBezTo>
                    <a:pt x="320" y="1473"/>
                    <a:pt x="355" y="1445"/>
                    <a:pt x="341" y="1404"/>
                  </a:cubicBezTo>
                  <a:cubicBezTo>
                    <a:pt x="260" y="1167"/>
                    <a:pt x="99" y="885"/>
                    <a:pt x="229" y="635"/>
                  </a:cubicBezTo>
                  <a:cubicBezTo>
                    <a:pt x="347" y="412"/>
                    <a:pt x="609" y="307"/>
                    <a:pt x="706" y="69"/>
                  </a:cubicBezTo>
                  <a:cubicBezTo>
                    <a:pt x="724" y="27"/>
                    <a:pt x="689" y="0"/>
                    <a:pt x="653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7075" lIns="91425" spcFirstLastPara="1" rIns="91425" wrap="square" tIns="370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963" name="Google Shape;1963;p13"/>
          <p:cNvGrpSpPr/>
          <p:nvPr/>
        </p:nvGrpSpPr>
        <p:grpSpPr>
          <a:xfrm>
            <a:off x="1774440" y="164520"/>
            <a:ext cx="331920" cy="335160"/>
            <a:chOff x="1774440" y="164520"/>
            <a:chExt cx="331920" cy="335160"/>
          </a:xfrm>
        </p:grpSpPr>
        <p:sp>
          <p:nvSpPr>
            <p:cNvPr id="1964" name="Google Shape;1964;p13"/>
            <p:cNvSpPr/>
            <p:nvPr/>
          </p:nvSpPr>
          <p:spPr>
            <a:xfrm>
              <a:off x="1819080" y="196560"/>
              <a:ext cx="255965" cy="266045"/>
            </a:xfrm>
            <a:custGeom>
              <a:rect b="b" l="l" r="r" t="t"/>
              <a:pathLst>
                <a:path extrusionOk="0" h="5291" w="5087">
                  <a:moveTo>
                    <a:pt x="2568" y="232"/>
                  </a:moveTo>
                  <a:cubicBezTo>
                    <a:pt x="2697" y="232"/>
                    <a:pt x="2828" y="256"/>
                    <a:pt x="2960" y="313"/>
                  </a:cubicBezTo>
                  <a:cubicBezTo>
                    <a:pt x="3331" y="473"/>
                    <a:pt x="3634" y="796"/>
                    <a:pt x="3895" y="1128"/>
                  </a:cubicBezTo>
                  <a:cubicBezTo>
                    <a:pt x="3899" y="1136"/>
                    <a:pt x="3906" y="1146"/>
                    <a:pt x="3914" y="1153"/>
                  </a:cubicBezTo>
                  <a:cubicBezTo>
                    <a:pt x="4003" y="1268"/>
                    <a:pt x="4088" y="1384"/>
                    <a:pt x="4166" y="1495"/>
                  </a:cubicBezTo>
                  <a:cubicBezTo>
                    <a:pt x="4466" y="1913"/>
                    <a:pt x="4754" y="2401"/>
                    <a:pt x="4819" y="2922"/>
                  </a:cubicBezTo>
                  <a:cubicBezTo>
                    <a:pt x="4856" y="3232"/>
                    <a:pt x="4845" y="3555"/>
                    <a:pt x="4803" y="3863"/>
                  </a:cubicBezTo>
                  <a:cubicBezTo>
                    <a:pt x="4764" y="4181"/>
                    <a:pt x="4693" y="4520"/>
                    <a:pt x="4521" y="4792"/>
                  </a:cubicBezTo>
                  <a:cubicBezTo>
                    <a:pt x="4417" y="4960"/>
                    <a:pt x="4273" y="5059"/>
                    <a:pt x="4102" y="5059"/>
                  </a:cubicBezTo>
                  <a:cubicBezTo>
                    <a:pt x="4038" y="5059"/>
                    <a:pt x="3969" y="5045"/>
                    <a:pt x="3898" y="5015"/>
                  </a:cubicBezTo>
                  <a:cubicBezTo>
                    <a:pt x="3666" y="4917"/>
                    <a:pt x="3467" y="4743"/>
                    <a:pt x="3250" y="4621"/>
                  </a:cubicBezTo>
                  <a:cubicBezTo>
                    <a:pt x="3007" y="4486"/>
                    <a:pt x="2747" y="4405"/>
                    <a:pt x="2467" y="4405"/>
                  </a:cubicBezTo>
                  <a:cubicBezTo>
                    <a:pt x="2157" y="4405"/>
                    <a:pt x="1814" y="4474"/>
                    <a:pt x="1492" y="4474"/>
                  </a:cubicBezTo>
                  <a:cubicBezTo>
                    <a:pt x="1142" y="4474"/>
                    <a:pt x="816" y="4393"/>
                    <a:pt x="583" y="4054"/>
                  </a:cubicBezTo>
                  <a:cubicBezTo>
                    <a:pt x="425" y="3821"/>
                    <a:pt x="341" y="3544"/>
                    <a:pt x="296" y="3267"/>
                  </a:cubicBezTo>
                  <a:cubicBezTo>
                    <a:pt x="240" y="2943"/>
                    <a:pt x="182" y="2566"/>
                    <a:pt x="359" y="2270"/>
                  </a:cubicBezTo>
                  <a:cubicBezTo>
                    <a:pt x="376" y="2239"/>
                    <a:pt x="381" y="2209"/>
                    <a:pt x="371" y="2182"/>
                  </a:cubicBezTo>
                  <a:cubicBezTo>
                    <a:pt x="555" y="1645"/>
                    <a:pt x="980" y="1188"/>
                    <a:pt x="1390" y="813"/>
                  </a:cubicBezTo>
                  <a:cubicBezTo>
                    <a:pt x="1712" y="517"/>
                    <a:pt x="2128" y="232"/>
                    <a:pt x="2568" y="232"/>
                  </a:cubicBezTo>
                  <a:close/>
                  <a:moveTo>
                    <a:pt x="2555" y="0"/>
                  </a:moveTo>
                  <a:cubicBezTo>
                    <a:pt x="2496" y="0"/>
                    <a:pt x="2436" y="5"/>
                    <a:pt x="2376" y="14"/>
                  </a:cubicBezTo>
                  <a:cubicBezTo>
                    <a:pt x="2261" y="31"/>
                    <a:pt x="2149" y="62"/>
                    <a:pt x="2044" y="104"/>
                  </a:cubicBezTo>
                  <a:cubicBezTo>
                    <a:pt x="2005" y="119"/>
                    <a:pt x="1965" y="136"/>
                    <a:pt x="1928" y="155"/>
                  </a:cubicBezTo>
                  <a:cubicBezTo>
                    <a:pt x="1758" y="236"/>
                    <a:pt x="1601" y="341"/>
                    <a:pt x="1455" y="456"/>
                  </a:cubicBezTo>
                  <a:cubicBezTo>
                    <a:pt x="1361" y="531"/>
                    <a:pt x="1271" y="607"/>
                    <a:pt x="1184" y="690"/>
                  </a:cubicBezTo>
                  <a:cubicBezTo>
                    <a:pt x="1142" y="728"/>
                    <a:pt x="1101" y="768"/>
                    <a:pt x="1059" y="810"/>
                  </a:cubicBezTo>
                  <a:cubicBezTo>
                    <a:pt x="931" y="940"/>
                    <a:pt x="809" y="1076"/>
                    <a:pt x="691" y="1218"/>
                  </a:cubicBezTo>
                  <a:cubicBezTo>
                    <a:pt x="640" y="1281"/>
                    <a:pt x="589" y="1341"/>
                    <a:pt x="541" y="1408"/>
                  </a:cubicBezTo>
                  <a:lnTo>
                    <a:pt x="539" y="1408"/>
                  </a:lnTo>
                  <a:cubicBezTo>
                    <a:pt x="512" y="1444"/>
                    <a:pt x="486" y="1479"/>
                    <a:pt x="461" y="1516"/>
                  </a:cubicBezTo>
                  <a:cubicBezTo>
                    <a:pt x="344" y="1686"/>
                    <a:pt x="243" y="1863"/>
                    <a:pt x="170" y="2057"/>
                  </a:cubicBezTo>
                  <a:cubicBezTo>
                    <a:pt x="155" y="2095"/>
                    <a:pt x="143" y="2132"/>
                    <a:pt x="131" y="2169"/>
                  </a:cubicBezTo>
                  <a:cubicBezTo>
                    <a:pt x="128" y="2180"/>
                    <a:pt x="127" y="2189"/>
                    <a:pt x="123" y="2199"/>
                  </a:cubicBezTo>
                  <a:cubicBezTo>
                    <a:pt x="120" y="2212"/>
                    <a:pt x="117" y="2224"/>
                    <a:pt x="117" y="2234"/>
                  </a:cubicBezTo>
                  <a:cubicBezTo>
                    <a:pt x="1" y="2485"/>
                    <a:pt x="7" y="2754"/>
                    <a:pt x="35" y="3025"/>
                  </a:cubicBezTo>
                  <a:cubicBezTo>
                    <a:pt x="36" y="3053"/>
                    <a:pt x="39" y="3082"/>
                    <a:pt x="43" y="3110"/>
                  </a:cubicBezTo>
                  <a:cubicBezTo>
                    <a:pt x="45" y="3120"/>
                    <a:pt x="45" y="3130"/>
                    <a:pt x="46" y="3140"/>
                  </a:cubicBezTo>
                  <a:cubicBezTo>
                    <a:pt x="79" y="3399"/>
                    <a:pt x="131" y="3654"/>
                    <a:pt x="236" y="3895"/>
                  </a:cubicBezTo>
                  <a:cubicBezTo>
                    <a:pt x="284" y="4004"/>
                    <a:pt x="342" y="4111"/>
                    <a:pt x="413" y="4208"/>
                  </a:cubicBezTo>
                  <a:cubicBezTo>
                    <a:pt x="435" y="4239"/>
                    <a:pt x="457" y="4268"/>
                    <a:pt x="484" y="4296"/>
                  </a:cubicBezTo>
                  <a:cubicBezTo>
                    <a:pt x="561" y="4388"/>
                    <a:pt x="651" y="4470"/>
                    <a:pt x="753" y="4533"/>
                  </a:cubicBezTo>
                  <a:cubicBezTo>
                    <a:pt x="901" y="4622"/>
                    <a:pt x="1065" y="4672"/>
                    <a:pt x="1234" y="4696"/>
                  </a:cubicBezTo>
                  <a:cubicBezTo>
                    <a:pt x="1271" y="4700"/>
                    <a:pt x="1312" y="4706"/>
                    <a:pt x="1351" y="4707"/>
                  </a:cubicBezTo>
                  <a:cubicBezTo>
                    <a:pt x="1400" y="4711"/>
                    <a:pt x="1449" y="4713"/>
                    <a:pt x="1498" y="4713"/>
                  </a:cubicBezTo>
                  <a:cubicBezTo>
                    <a:pt x="1564" y="4713"/>
                    <a:pt x="1631" y="4710"/>
                    <a:pt x="1699" y="4706"/>
                  </a:cubicBezTo>
                  <a:cubicBezTo>
                    <a:pt x="1769" y="4700"/>
                    <a:pt x="1842" y="4692"/>
                    <a:pt x="1914" y="4683"/>
                  </a:cubicBezTo>
                  <a:lnTo>
                    <a:pt x="2090" y="4662"/>
                  </a:lnTo>
                  <a:cubicBezTo>
                    <a:pt x="2207" y="4647"/>
                    <a:pt x="2326" y="4636"/>
                    <a:pt x="2443" y="4636"/>
                  </a:cubicBezTo>
                  <a:cubicBezTo>
                    <a:pt x="2544" y="4636"/>
                    <a:pt x="2644" y="4644"/>
                    <a:pt x="2743" y="4667"/>
                  </a:cubicBezTo>
                  <a:cubicBezTo>
                    <a:pt x="2849" y="4692"/>
                    <a:pt x="2948" y="4728"/>
                    <a:pt x="3045" y="4777"/>
                  </a:cubicBezTo>
                  <a:cubicBezTo>
                    <a:pt x="3080" y="4792"/>
                    <a:pt x="3113" y="4812"/>
                    <a:pt x="3147" y="4832"/>
                  </a:cubicBezTo>
                  <a:cubicBezTo>
                    <a:pt x="3301" y="4917"/>
                    <a:pt x="3446" y="5019"/>
                    <a:pt x="3595" y="5114"/>
                  </a:cubicBezTo>
                  <a:cubicBezTo>
                    <a:pt x="3762" y="5218"/>
                    <a:pt x="3947" y="5291"/>
                    <a:pt x="4128" y="5291"/>
                  </a:cubicBezTo>
                  <a:cubicBezTo>
                    <a:pt x="4152" y="5291"/>
                    <a:pt x="4176" y="5289"/>
                    <a:pt x="4200" y="5287"/>
                  </a:cubicBezTo>
                  <a:cubicBezTo>
                    <a:pt x="4237" y="5284"/>
                    <a:pt x="4275" y="5274"/>
                    <a:pt x="4313" y="5263"/>
                  </a:cubicBezTo>
                  <a:cubicBezTo>
                    <a:pt x="4387" y="5239"/>
                    <a:pt x="4459" y="5200"/>
                    <a:pt x="4527" y="5142"/>
                  </a:cubicBezTo>
                  <a:cubicBezTo>
                    <a:pt x="4714" y="4982"/>
                    <a:pt x="4828" y="4747"/>
                    <a:pt x="4903" y="4506"/>
                  </a:cubicBezTo>
                  <a:cubicBezTo>
                    <a:pt x="4915" y="4469"/>
                    <a:pt x="4925" y="4429"/>
                    <a:pt x="4934" y="4391"/>
                  </a:cubicBezTo>
                  <a:cubicBezTo>
                    <a:pt x="4951" y="4334"/>
                    <a:pt x="4962" y="4279"/>
                    <a:pt x="4975" y="4224"/>
                  </a:cubicBezTo>
                  <a:cubicBezTo>
                    <a:pt x="5054" y="3854"/>
                    <a:pt x="5087" y="3467"/>
                    <a:pt x="5063" y="3092"/>
                  </a:cubicBezTo>
                  <a:cubicBezTo>
                    <a:pt x="5061" y="3056"/>
                    <a:pt x="5059" y="3021"/>
                    <a:pt x="5054" y="2984"/>
                  </a:cubicBezTo>
                  <a:cubicBezTo>
                    <a:pt x="5050" y="2926"/>
                    <a:pt x="5040" y="2869"/>
                    <a:pt x="5030" y="2810"/>
                  </a:cubicBezTo>
                  <a:cubicBezTo>
                    <a:pt x="5030" y="2810"/>
                    <a:pt x="5027" y="2808"/>
                    <a:pt x="5030" y="2808"/>
                  </a:cubicBezTo>
                  <a:cubicBezTo>
                    <a:pt x="4979" y="2516"/>
                    <a:pt x="4873" y="2236"/>
                    <a:pt x="4735" y="1972"/>
                  </a:cubicBezTo>
                  <a:cubicBezTo>
                    <a:pt x="4711" y="1924"/>
                    <a:pt x="4684" y="1877"/>
                    <a:pt x="4658" y="1830"/>
                  </a:cubicBezTo>
                  <a:cubicBezTo>
                    <a:pt x="4629" y="1781"/>
                    <a:pt x="4599" y="1731"/>
                    <a:pt x="4571" y="1683"/>
                  </a:cubicBezTo>
                  <a:cubicBezTo>
                    <a:pt x="4415" y="1432"/>
                    <a:pt x="4235" y="1197"/>
                    <a:pt x="4048" y="967"/>
                  </a:cubicBezTo>
                  <a:cubicBezTo>
                    <a:pt x="4024" y="939"/>
                    <a:pt x="4000" y="909"/>
                    <a:pt x="3976" y="881"/>
                  </a:cubicBezTo>
                  <a:cubicBezTo>
                    <a:pt x="3972" y="877"/>
                    <a:pt x="3969" y="872"/>
                    <a:pt x="3965" y="870"/>
                  </a:cubicBezTo>
                  <a:cubicBezTo>
                    <a:pt x="3775" y="640"/>
                    <a:pt x="3566" y="419"/>
                    <a:pt x="3318" y="250"/>
                  </a:cubicBezTo>
                  <a:cubicBezTo>
                    <a:pt x="3290" y="233"/>
                    <a:pt x="3263" y="215"/>
                    <a:pt x="3235" y="199"/>
                  </a:cubicBezTo>
                  <a:cubicBezTo>
                    <a:pt x="3199" y="178"/>
                    <a:pt x="3164" y="158"/>
                    <a:pt x="3128" y="141"/>
                  </a:cubicBezTo>
                  <a:cubicBezTo>
                    <a:pt x="2950" y="50"/>
                    <a:pt x="2756" y="0"/>
                    <a:pt x="2555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65" name="Google Shape;1965;p13"/>
            <p:cNvSpPr/>
            <p:nvPr/>
          </p:nvSpPr>
          <p:spPr>
            <a:xfrm>
              <a:off x="1879200" y="242640"/>
              <a:ext cx="121679" cy="92519"/>
            </a:xfrm>
            <a:custGeom>
              <a:rect b="b" l="l" r="r" t="t"/>
              <a:pathLst>
                <a:path extrusionOk="0" h="1843" w="2424">
                  <a:moveTo>
                    <a:pt x="1917" y="1"/>
                  </a:moveTo>
                  <a:cubicBezTo>
                    <a:pt x="1904" y="1"/>
                    <a:pt x="1890" y="1"/>
                    <a:pt x="1877" y="2"/>
                  </a:cubicBezTo>
                  <a:cubicBezTo>
                    <a:pt x="1671" y="22"/>
                    <a:pt x="1541" y="194"/>
                    <a:pt x="1432" y="354"/>
                  </a:cubicBezTo>
                  <a:cubicBezTo>
                    <a:pt x="1388" y="418"/>
                    <a:pt x="1361" y="491"/>
                    <a:pt x="1324" y="562"/>
                  </a:cubicBezTo>
                  <a:cubicBezTo>
                    <a:pt x="1290" y="629"/>
                    <a:pt x="1248" y="717"/>
                    <a:pt x="1177" y="752"/>
                  </a:cubicBezTo>
                  <a:cubicBezTo>
                    <a:pt x="1163" y="759"/>
                    <a:pt x="1149" y="762"/>
                    <a:pt x="1135" y="762"/>
                  </a:cubicBezTo>
                  <a:cubicBezTo>
                    <a:pt x="1066" y="762"/>
                    <a:pt x="997" y="691"/>
                    <a:pt x="953" y="647"/>
                  </a:cubicBezTo>
                  <a:cubicBezTo>
                    <a:pt x="884" y="578"/>
                    <a:pt x="821" y="503"/>
                    <a:pt x="740" y="447"/>
                  </a:cubicBezTo>
                  <a:cubicBezTo>
                    <a:pt x="668" y="398"/>
                    <a:pt x="590" y="376"/>
                    <a:pt x="512" y="376"/>
                  </a:cubicBezTo>
                  <a:cubicBezTo>
                    <a:pt x="290" y="376"/>
                    <a:pt x="74" y="556"/>
                    <a:pt x="33" y="786"/>
                  </a:cubicBezTo>
                  <a:cubicBezTo>
                    <a:pt x="1" y="970"/>
                    <a:pt x="93" y="1136"/>
                    <a:pt x="259" y="1220"/>
                  </a:cubicBezTo>
                  <a:cubicBezTo>
                    <a:pt x="365" y="1275"/>
                    <a:pt x="488" y="1305"/>
                    <a:pt x="582" y="1383"/>
                  </a:cubicBezTo>
                  <a:cubicBezTo>
                    <a:pt x="708" y="1488"/>
                    <a:pt x="687" y="1629"/>
                    <a:pt x="648" y="1771"/>
                  </a:cubicBezTo>
                  <a:cubicBezTo>
                    <a:pt x="645" y="1780"/>
                    <a:pt x="645" y="1787"/>
                    <a:pt x="645" y="1792"/>
                  </a:cubicBezTo>
                  <a:cubicBezTo>
                    <a:pt x="649" y="1823"/>
                    <a:pt x="677" y="1842"/>
                    <a:pt x="705" y="1842"/>
                  </a:cubicBezTo>
                  <a:cubicBezTo>
                    <a:pt x="729" y="1842"/>
                    <a:pt x="751" y="1830"/>
                    <a:pt x="759" y="1801"/>
                  </a:cubicBezTo>
                  <a:cubicBezTo>
                    <a:pt x="759" y="1799"/>
                    <a:pt x="762" y="1799"/>
                    <a:pt x="762" y="1798"/>
                  </a:cubicBezTo>
                  <a:cubicBezTo>
                    <a:pt x="787" y="1700"/>
                    <a:pt x="813" y="1597"/>
                    <a:pt x="787" y="1496"/>
                  </a:cubicBezTo>
                  <a:cubicBezTo>
                    <a:pt x="763" y="1395"/>
                    <a:pt x="692" y="1316"/>
                    <a:pt x="606" y="1261"/>
                  </a:cubicBezTo>
                  <a:cubicBezTo>
                    <a:pt x="460" y="1169"/>
                    <a:pt x="230" y="1143"/>
                    <a:pt x="159" y="965"/>
                  </a:cubicBezTo>
                  <a:cubicBezTo>
                    <a:pt x="67" y="731"/>
                    <a:pt x="292" y="499"/>
                    <a:pt x="515" y="499"/>
                  </a:cubicBezTo>
                  <a:cubicBezTo>
                    <a:pt x="579" y="499"/>
                    <a:pt x="643" y="518"/>
                    <a:pt x="699" y="562"/>
                  </a:cubicBezTo>
                  <a:cubicBezTo>
                    <a:pt x="830" y="664"/>
                    <a:pt x="935" y="856"/>
                    <a:pt x="1113" y="878"/>
                  </a:cubicBezTo>
                  <a:cubicBezTo>
                    <a:pt x="1122" y="879"/>
                    <a:pt x="1131" y="880"/>
                    <a:pt x="1139" y="880"/>
                  </a:cubicBezTo>
                  <a:cubicBezTo>
                    <a:pt x="1286" y="880"/>
                    <a:pt x="1379" y="716"/>
                    <a:pt x="1438" y="600"/>
                  </a:cubicBezTo>
                  <a:cubicBezTo>
                    <a:pt x="1516" y="445"/>
                    <a:pt x="1595" y="272"/>
                    <a:pt x="1744" y="171"/>
                  </a:cubicBezTo>
                  <a:cubicBezTo>
                    <a:pt x="1799" y="134"/>
                    <a:pt x="1862" y="117"/>
                    <a:pt x="1926" y="117"/>
                  </a:cubicBezTo>
                  <a:cubicBezTo>
                    <a:pt x="2068" y="117"/>
                    <a:pt x="2211" y="202"/>
                    <a:pt x="2260" y="341"/>
                  </a:cubicBezTo>
                  <a:cubicBezTo>
                    <a:pt x="2320" y="511"/>
                    <a:pt x="2200" y="701"/>
                    <a:pt x="2152" y="858"/>
                  </a:cubicBezTo>
                  <a:cubicBezTo>
                    <a:pt x="2098" y="1033"/>
                    <a:pt x="2118" y="1190"/>
                    <a:pt x="2274" y="1299"/>
                  </a:cubicBezTo>
                  <a:cubicBezTo>
                    <a:pt x="2284" y="1307"/>
                    <a:pt x="2294" y="1309"/>
                    <a:pt x="2303" y="1309"/>
                  </a:cubicBezTo>
                  <a:cubicBezTo>
                    <a:pt x="2306" y="1309"/>
                    <a:pt x="2308" y="1309"/>
                    <a:pt x="2311" y="1309"/>
                  </a:cubicBezTo>
                  <a:cubicBezTo>
                    <a:pt x="2353" y="1302"/>
                    <a:pt x="2380" y="1232"/>
                    <a:pt x="2329" y="1198"/>
                  </a:cubicBezTo>
                  <a:cubicBezTo>
                    <a:pt x="2315" y="1189"/>
                    <a:pt x="2302" y="1177"/>
                    <a:pt x="2292" y="1164"/>
                  </a:cubicBezTo>
                  <a:cubicBezTo>
                    <a:pt x="2187" y="1055"/>
                    <a:pt x="2254" y="895"/>
                    <a:pt x="2303" y="765"/>
                  </a:cubicBezTo>
                  <a:cubicBezTo>
                    <a:pt x="2360" y="612"/>
                    <a:pt x="2424" y="443"/>
                    <a:pt x="2359" y="284"/>
                  </a:cubicBezTo>
                  <a:cubicBezTo>
                    <a:pt x="2286" y="110"/>
                    <a:pt x="2103" y="1"/>
                    <a:pt x="1917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425" lIns="91425" spcFirstLastPara="1" rIns="91425" wrap="square" tIns="46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66" name="Google Shape;1966;p13"/>
            <p:cNvSpPr/>
            <p:nvPr/>
          </p:nvSpPr>
          <p:spPr>
            <a:xfrm>
              <a:off x="1982520" y="301320"/>
              <a:ext cx="64081" cy="62281"/>
            </a:xfrm>
            <a:custGeom>
              <a:rect b="b" l="l" r="r" t="t"/>
              <a:pathLst>
                <a:path extrusionOk="0" h="1245" w="1276">
                  <a:moveTo>
                    <a:pt x="239" y="0"/>
                  </a:moveTo>
                  <a:cubicBezTo>
                    <a:pt x="189" y="2"/>
                    <a:pt x="159" y="75"/>
                    <a:pt x="210" y="109"/>
                  </a:cubicBezTo>
                  <a:cubicBezTo>
                    <a:pt x="226" y="119"/>
                    <a:pt x="240" y="131"/>
                    <a:pt x="254" y="143"/>
                  </a:cubicBezTo>
                  <a:cubicBezTo>
                    <a:pt x="322" y="196"/>
                    <a:pt x="376" y="264"/>
                    <a:pt x="454" y="303"/>
                  </a:cubicBezTo>
                  <a:cubicBezTo>
                    <a:pt x="557" y="357"/>
                    <a:pt x="667" y="364"/>
                    <a:pt x="780" y="372"/>
                  </a:cubicBezTo>
                  <a:cubicBezTo>
                    <a:pt x="879" y="379"/>
                    <a:pt x="973" y="397"/>
                    <a:pt x="1039" y="479"/>
                  </a:cubicBezTo>
                  <a:cubicBezTo>
                    <a:pt x="1089" y="543"/>
                    <a:pt x="1123" y="624"/>
                    <a:pt x="1137" y="703"/>
                  </a:cubicBezTo>
                  <a:cubicBezTo>
                    <a:pt x="1150" y="775"/>
                    <a:pt x="1147" y="860"/>
                    <a:pt x="1099" y="921"/>
                  </a:cubicBezTo>
                  <a:cubicBezTo>
                    <a:pt x="1067" y="966"/>
                    <a:pt x="1020" y="990"/>
                    <a:pt x="969" y="990"/>
                  </a:cubicBezTo>
                  <a:cubicBezTo>
                    <a:pt x="946" y="990"/>
                    <a:pt x="922" y="985"/>
                    <a:pt x="899" y="975"/>
                  </a:cubicBezTo>
                  <a:cubicBezTo>
                    <a:pt x="755" y="915"/>
                    <a:pt x="649" y="767"/>
                    <a:pt x="483" y="767"/>
                  </a:cubicBezTo>
                  <a:cubicBezTo>
                    <a:pt x="475" y="767"/>
                    <a:pt x="466" y="767"/>
                    <a:pt x="457" y="768"/>
                  </a:cubicBezTo>
                  <a:cubicBezTo>
                    <a:pt x="261" y="788"/>
                    <a:pt x="61" y="964"/>
                    <a:pt x="15" y="1157"/>
                  </a:cubicBezTo>
                  <a:cubicBezTo>
                    <a:pt x="12" y="1162"/>
                    <a:pt x="12" y="1167"/>
                    <a:pt x="10" y="1172"/>
                  </a:cubicBezTo>
                  <a:cubicBezTo>
                    <a:pt x="1" y="1216"/>
                    <a:pt x="37" y="1245"/>
                    <a:pt x="70" y="1245"/>
                  </a:cubicBezTo>
                  <a:cubicBezTo>
                    <a:pt x="86" y="1245"/>
                    <a:pt x="102" y="1238"/>
                    <a:pt x="111" y="1223"/>
                  </a:cubicBezTo>
                  <a:cubicBezTo>
                    <a:pt x="114" y="1216"/>
                    <a:pt x="118" y="1212"/>
                    <a:pt x="120" y="1202"/>
                  </a:cubicBezTo>
                  <a:cubicBezTo>
                    <a:pt x="149" y="1058"/>
                    <a:pt x="314" y="882"/>
                    <a:pt x="476" y="882"/>
                  </a:cubicBezTo>
                  <a:cubicBezTo>
                    <a:pt x="499" y="882"/>
                    <a:pt x="521" y="886"/>
                    <a:pt x="543" y="893"/>
                  </a:cubicBezTo>
                  <a:cubicBezTo>
                    <a:pt x="695" y="942"/>
                    <a:pt x="800" y="1108"/>
                    <a:pt x="968" y="1108"/>
                  </a:cubicBezTo>
                  <a:cubicBezTo>
                    <a:pt x="978" y="1108"/>
                    <a:pt x="989" y="1107"/>
                    <a:pt x="1000" y="1106"/>
                  </a:cubicBezTo>
                  <a:cubicBezTo>
                    <a:pt x="1191" y="1081"/>
                    <a:pt x="1276" y="889"/>
                    <a:pt x="1257" y="712"/>
                  </a:cubicBezTo>
                  <a:cubicBezTo>
                    <a:pt x="1238" y="542"/>
                    <a:pt x="1140" y="347"/>
                    <a:pt x="968" y="286"/>
                  </a:cubicBezTo>
                  <a:cubicBezTo>
                    <a:pt x="844" y="244"/>
                    <a:pt x="709" y="267"/>
                    <a:pt x="584" y="231"/>
                  </a:cubicBezTo>
                  <a:cubicBezTo>
                    <a:pt x="454" y="194"/>
                    <a:pt x="380" y="80"/>
                    <a:pt x="270" y="9"/>
                  </a:cubicBezTo>
                  <a:cubicBezTo>
                    <a:pt x="260" y="2"/>
                    <a:pt x="248" y="0"/>
                    <a:pt x="239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1300" lIns="91425" spcFirstLastPara="1" rIns="91425" wrap="square" tIns="31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67" name="Google Shape;1967;p13"/>
            <p:cNvSpPr/>
            <p:nvPr/>
          </p:nvSpPr>
          <p:spPr>
            <a:xfrm>
              <a:off x="1946160" y="357480"/>
              <a:ext cx="63000" cy="60120"/>
            </a:xfrm>
            <a:custGeom>
              <a:rect b="b" l="l" r="r" t="t"/>
              <a:pathLst>
                <a:path extrusionOk="0" h="1200" w="1259">
                  <a:moveTo>
                    <a:pt x="791" y="0"/>
                  </a:moveTo>
                  <a:cubicBezTo>
                    <a:pt x="770" y="0"/>
                    <a:pt x="748" y="11"/>
                    <a:pt x="737" y="35"/>
                  </a:cubicBezTo>
                  <a:cubicBezTo>
                    <a:pt x="736" y="37"/>
                    <a:pt x="736" y="38"/>
                    <a:pt x="733" y="39"/>
                  </a:cubicBezTo>
                  <a:cubicBezTo>
                    <a:pt x="665" y="229"/>
                    <a:pt x="750" y="392"/>
                    <a:pt x="866" y="540"/>
                  </a:cubicBezTo>
                  <a:cubicBezTo>
                    <a:pt x="960" y="659"/>
                    <a:pt x="1097" y="793"/>
                    <a:pt x="1094" y="956"/>
                  </a:cubicBezTo>
                  <a:cubicBezTo>
                    <a:pt x="1094" y="1054"/>
                    <a:pt x="1015" y="1085"/>
                    <a:pt x="928" y="1085"/>
                  </a:cubicBezTo>
                  <a:cubicBezTo>
                    <a:pt x="867" y="1085"/>
                    <a:pt x="802" y="1070"/>
                    <a:pt x="759" y="1053"/>
                  </a:cubicBezTo>
                  <a:cubicBezTo>
                    <a:pt x="587" y="987"/>
                    <a:pt x="481" y="815"/>
                    <a:pt x="424" y="647"/>
                  </a:cubicBezTo>
                  <a:cubicBezTo>
                    <a:pt x="367" y="479"/>
                    <a:pt x="302" y="295"/>
                    <a:pt x="115" y="241"/>
                  </a:cubicBezTo>
                  <a:cubicBezTo>
                    <a:pt x="105" y="236"/>
                    <a:pt x="94" y="234"/>
                    <a:pt x="84" y="231"/>
                  </a:cubicBezTo>
                  <a:cubicBezTo>
                    <a:pt x="80" y="230"/>
                    <a:pt x="76" y="230"/>
                    <a:pt x="72" y="230"/>
                  </a:cubicBezTo>
                  <a:cubicBezTo>
                    <a:pt x="25" y="230"/>
                    <a:pt x="1" y="283"/>
                    <a:pt x="20" y="319"/>
                  </a:cubicBezTo>
                  <a:cubicBezTo>
                    <a:pt x="24" y="330"/>
                    <a:pt x="36" y="340"/>
                    <a:pt x="54" y="343"/>
                  </a:cubicBezTo>
                  <a:cubicBezTo>
                    <a:pt x="61" y="343"/>
                    <a:pt x="68" y="347"/>
                    <a:pt x="75" y="348"/>
                  </a:cubicBezTo>
                  <a:lnTo>
                    <a:pt x="77" y="348"/>
                  </a:lnTo>
                  <a:cubicBezTo>
                    <a:pt x="255" y="398"/>
                    <a:pt x="278" y="605"/>
                    <a:pt x="342" y="755"/>
                  </a:cubicBezTo>
                  <a:cubicBezTo>
                    <a:pt x="418" y="935"/>
                    <a:pt x="543" y="1094"/>
                    <a:pt x="729" y="1163"/>
                  </a:cubicBezTo>
                  <a:cubicBezTo>
                    <a:pt x="786" y="1185"/>
                    <a:pt x="858" y="1200"/>
                    <a:pt x="928" y="1200"/>
                  </a:cubicBezTo>
                  <a:cubicBezTo>
                    <a:pt x="1032" y="1200"/>
                    <a:pt x="1133" y="1168"/>
                    <a:pt x="1182" y="1077"/>
                  </a:cubicBezTo>
                  <a:cubicBezTo>
                    <a:pt x="1259" y="938"/>
                    <a:pt x="1177" y="759"/>
                    <a:pt x="1093" y="640"/>
                  </a:cubicBezTo>
                  <a:cubicBezTo>
                    <a:pt x="977" y="477"/>
                    <a:pt x="780" y="319"/>
                    <a:pt x="835" y="102"/>
                  </a:cubicBezTo>
                  <a:cubicBezTo>
                    <a:pt x="838" y="92"/>
                    <a:pt x="841" y="81"/>
                    <a:pt x="845" y="71"/>
                  </a:cubicBezTo>
                  <a:cubicBezTo>
                    <a:pt x="861" y="28"/>
                    <a:pt x="826" y="0"/>
                    <a:pt x="791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0225" lIns="91425" spcFirstLastPara="1" rIns="91425" wrap="square" tIns="30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68" name="Google Shape;1968;p13"/>
            <p:cNvSpPr/>
            <p:nvPr/>
          </p:nvSpPr>
          <p:spPr>
            <a:xfrm>
              <a:off x="1884960" y="329760"/>
              <a:ext cx="69481" cy="70199"/>
            </a:xfrm>
            <a:custGeom>
              <a:rect b="b" l="l" r="r" t="t"/>
              <a:pathLst>
                <a:path extrusionOk="0" h="1403" w="1389">
                  <a:moveTo>
                    <a:pt x="597" y="0"/>
                  </a:moveTo>
                  <a:cubicBezTo>
                    <a:pt x="568" y="0"/>
                    <a:pt x="536" y="19"/>
                    <a:pt x="531" y="56"/>
                  </a:cubicBezTo>
                  <a:cubicBezTo>
                    <a:pt x="531" y="58"/>
                    <a:pt x="531" y="59"/>
                    <a:pt x="530" y="62"/>
                  </a:cubicBezTo>
                  <a:cubicBezTo>
                    <a:pt x="520" y="151"/>
                    <a:pt x="513" y="247"/>
                    <a:pt x="475" y="328"/>
                  </a:cubicBezTo>
                  <a:cubicBezTo>
                    <a:pt x="435" y="416"/>
                    <a:pt x="364" y="484"/>
                    <a:pt x="298" y="552"/>
                  </a:cubicBezTo>
                  <a:cubicBezTo>
                    <a:pt x="163" y="694"/>
                    <a:pt x="0" y="867"/>
                    <a:pt x="18" y="1078"/>
                  </a:cubicBezTo>
                  <a:cubicBezTo>
                    <a:pt x="33" y="1251"/>
                    <a:pt x="162" y="1402"/>
                    <a:pt x="338" y="1402"/>
                  </a:cubicBezTo>
                  <a:cubicBezTo>
                    <a:pt x="347" y="1402"/>
                    <a:pt x="356" y="1402"/>
                    <a:pt x="364" y="1401"/>
                  </a:cubicBezTo>
                  <a:cubicBezTo>
                    <a:pt x="449" y="1394"/>
                    <a:pt x="529" y="1358"/>
                    <a:pt x="595" y="1303"/>
                  </a:cubicBezTo>
                  <a:cubicBezTo>
                    <a:pt x="663" y="1247"/>
                    <a:pt x="709" y="1170"/>
                    <a:pt x="762" y="1099"/>
                  </a:cubicBezTo>
                  <a:cubicBezTo>
                    <a:pt x="826" y="1018"/>
                    <a:pt x="897" y="933"/>
                    <a:pt x="988" y="880"/>
                  </a:cubicBezTo>
                  <a:cubicBezTo>
                    <a:pt x="1031" y="854"/>
                    <a:pt x="1075" y="841"/>
                    <a:pt x="1118" y="841"/>
                  </a:cubicBezTo>
                  <a:cubicBezTo>
                    <a:pt x="1158" y="841"/>
                    <a:pt x="1198" y="851"/>
                    <a:pt x="1237" y="871"/>
                  </a:cubicBezTo>
                  <a:cubicBezTo>
                    <a:pt x="1251" y="878"/>
                    <a:pt x="1264" y="885"/>
                    <a:pt x="1278" y="894"/>
                  </a:cubicBezTo>
                  <a:cubicBezTo>
                    <a:pt x="1283" y="898"/>
                    <a:pt x="1288" y="899"/>
                    <a:pt x="1294" y="901"/>
                  </a:cubicBezTo>
                  <a:cubicBezTo>
                    <a:pt x="1298" y="902"/>
                    <a:pt x="1302" y="902"/>
                    <a:pt x="1306" y="902"/>
                  </a:cubicBezTo>
                  <a:cubicBezTo>
                    <a:pt x="1356" y="902"/>
                    <a:pt x="1388" y="827"/>
                    <a:pt x="1332" y="792"/>
                  </a:cubicBezTo>
                  <a:cubicBezTo>
                    <a:pt x="1331" y="792"/>
                    <a:pt x="1331" y="792"/>
                    <a:pt x="1329" y="789"/>
                  </a:cubicBezTo>
                  <a:cubicBezTo>
                    <a:pt x="1260" y="746"/>
                    <a:pt x="1190" y="726"/>
                    <a:pt x="1120" y="726"/>
                  </a:cubicBezTo>
                  <a:cubicBezTo>
                    <a:pt x="1026" y="726"/>
                    <a:pt x="933" y="763"/>
                    <a:pt x="849" y="833"/>
                  </a:cubicBezTo>
                  <a:cubicBezTo>
                    <a:pt x="778" y="889"/>
                    <a:pt x="723" y="957"/>
                    <a:pt x="669" y="1028"/>
                  </a:cubicBezTo>
                  <a:cubicBezTo>
                    <a:pt x="616" y="1096"/>
                    <a:pt x="573" y="1174"/>
                    <a:pt x="503" y="1225"/>
                  </a:cubicBezTo>
                  <a:cubicBezTo>
                    <a:pt x="455" y="1261"/>
                    <a:pt x="393" y="1286"/>
                    <a:pt x="331" y="1286"/>
                  </a:cubicBezTo>
                  <a:cubicBezTo>
                    <a:pt x="316" y="1286"/>
                    <a:pt x="302" y="1285"/>
                    <a:pt x="288" y="1282"/>
                  </a:cubicBezTo>
                  <a:cubicBezTo>
                    <a:pt x="203" y="1262"/>
                    <a:pt x="153" y="1184"/>
                    <a:pt x="135" y="1102"/>
                  </a:cubicBezTo>
                  <a:cubicBezTo>
                    <a:pt x="91" y="902"/>
                    <a:pt x="285" y="726"/>
                    <a:pt x="411" y="598"/>
                  </a:cubicBezTo>
                  <a:cubicBezTo>
                    <a:pt x="482" y="524"/>
                    <a:pt x="551" y="446"/>
                    <a:pt x="588" y="350"/>
                  </a:cubicBezTo>
                  <a:cubicBezTo>
                    <a:pt x="626" y="262"/>
                    <a:pt x="631" y="165"/>
                    <a:pt x="643" y="72"/>
                  </a:cubicBezTo>
                  <a:cubicBezTo>
                    <a:pt x="643" y="70"/>
                    <a:pt x="645" y="70"/>
                    <a:pt x="645" y="69"/>
                  </a:cubicBezTo>
                  <a:cubicBezTo>
                    <a:pt x="645" y="65"/>
                    <a:pt x="648" y="59"/>
                    <a:pt x="648" y="56"/>
                  </a:cubicBezTo>
                  <a:cubicBezTo>
                    <a:pt x="652" y="19"/>
                    <a:pt x="626" y="0"/>
                    <a:pt x="597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5275" lIns="91425" spcFirstLastPara="1" rIns="91425" wrap="square" tIns="35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69" name="Google Shape;1969;p13"/>
            <p:cNvSpPr/>
            <p:nvPr/>
          </p:nvSpPr>
          <p:spPr>
            <a:xfrm>
              <a:off x="1931040" y="335520"/>
              <a:ext cx="23760" cy="22320"/>
            </a:xfrm>
            <a:custGeom>
              <a:rect b="b" l="l" r="r" t="t"/>
              <a:pathLst>
                <a:path extrusionOk="0" h="451" w="478">
                  <a:moveTo>
                    <a:pt x="201" y="128"/>
                  </a:moveTo>
                  <a:lnTo>
                    <a:pt x="201" y="128"/>
                  </a:lnTo>
                  <a:cubicBezTo>
                    <a:pt x="200" y="128"/>
                    <a:pt x="199" y="128"/>
                    <a:pt x="198" y="129"/>
                  </a:cubicBezTo>
                  <a:lnTo>
                    <a:pt x="198" y="129"/>
                  </a:lnTo>
                  <a:cubicBezTo>
                    <a:pt x="202" y="128"/>
                    <a:pt x="202" y="128"/>
                    <a:pt x="201" y="128"/>
                  </a:cubicBezTo>
                  <a:close/>
                  <a:moveTo>
                    <a:pt x="198" y="129"/>
                  </a:moveTo>
                  <a:cubicBezTo>
                    <a:pt x="197" y="129"/>
                    <a:pt x="196" y="129"/>
                    <a:pt x="195" y="129"/>
                  </a:cubicBezTo>
                  <a:cubicBezTo>
                    <a:pt x="196" y="129"/>
                    <a:pt x="197" y="129"/>
                    <a:pt x="198" y="129"/>
                  </a:cubicBezTo>
                  <a:close/>
                  <a:moveTo>
                    <a:pt x="333" y="137"/>
                  </a:moveTo>
                  <a:cubicBezTo>
                    <a:pt x="333" y="137"/>
                    <a:pt x="334" y="138"/>
                    <a:pt x="335" y="139"/>
                  </a:cubicBezTo>
                  <a:cubicBezTo>
                    <a:pt x="334" y="138"/>
                    <a:pt x="333" y="137"/>
                    <a:pt x="333" y="137"/>
                  </a:cubicBezTo>
                  <a:close/>
                  <a:moveTo>
                    <a:pt x="335" y="139"/>
                  </a:moveTo>
                  <a:cubicBezTo>
                    <a:pt x="336" y="140"/>
                    <a:pt x="336" y="140"/>
                    <a:pt x="337" y="141"/>
                  </a:cubicBezTo>
                  <a:lnTo>
                    <a:pt x="337" y="141"/>
                  </a:lnTo>
                  <a:cubicBezTo>
                    <a:pt x="336" y="140"/>
                    <a:pt x="336" y="140"/>
                    <a:pt x="335" y="139"/>
                  </a:cubicBezTo>
                  <a:close/>
                  <a:moveTo>
                    <a:pt x="337" y="141"/>
                  </a:moveTo>
                  <a:cubicBezTo>
                    <a:pt x="337" y="142"/>
                    <a:pt x="337" y="143"/>
                    <a:pt x="338" y="143"/>
                  </a:cubicBezTo>
                  <a:cubicBezTo>
                    <a:pt x="338" y="142"/>
                    <a:pt x="337" y="142"/>
                    <a:pt x="337" y="141"/>
                  </a:cubicBezTo>
                  <a:close/>
                  <a:moveTo>
                    <a:pt x="119" y="197"/>
                  </a:moveTo>
                  <a:lnTo>
                    <a:pt x="119" y="197"/>
                  </a:lnTo>
                  <a:cubicBezTo>
                    <a:pt x="119" y="197"/>
                    <a:pt x="119" y="197"/>
                    <a:pt x="118" y="197"/>
                  </a:cubicBezTo>
                  <a:lnTo>
                    <a:pt x="118" y="197"/>
                  </a:lnTo>
                  <a:cubicBezTo>
                    <a:pt x="119" y="197"/>
                    <a:pt x="119" y="197"/>
                    <a:pt x="119" y="197"/>
                  </a:cubicBezTo>
                  <a:close/>
                  <a:moveTo>
                    <a:pt x="317" y="334"/>
                  </a:moveTo>
                  <a:lnTo>
                    <a:pt x="317" y="334"/>
                  </a:lnTo>
                  <a:cubicBezTo>
                    <a:pt x="317" y="334"/>
                    <a:pt x="318" y="334"/>
                    <a:pt x="318" y="334"/>
                  </a:cubicBezTo>
                  <a:lnTo>
                    <a:pt x="318" y="334"/>
                  </a:lnTo>
                  <a:lnTo>
                    <a:pt x="318" y="334"/>
                  </a:lnTo>
                  <a:lnTo>
                    <a:pt x="318" y="334"/>
                  </a:lnTo>
                  <a:cubicBezTo>
                    <a:pt x="318" y="334"/>
                    <a:pt x="317" y="334"/>
                    <a:pt x="317" y="334"/>
                  </a:cubicBezTo>
                  <a:close/>
                  <a:moveTo>
                    <a:pt x="318" y="334"/>
                  </a:moveTo>
                  <a:cubicBezTo>
                    <a:pt x="318" y="334"/>
                    <a:pt x="318" y="334"/>
                    <a:pt x="318" y="334"/>
                  </a:cubicBezTo>
                  <a:lnTo>
                    <a:pt x="318" y="334"/>
                  </a:lnTo>
                  <a:cubicBezTo>
                    <a:pt x="318" y="334"/>
                    <a:pt x="317" y="334"/>
                    <a:pt x="317" y="334"/>
                  </a:cubicBezTo>
                  <a:lnTo>
                    <a:pt x="317" y="334"/>
                  </a:lnTo>
                  <a:lnTo>
                    <a:pt x="318" y="334"/>
                  </a:lnTo>
                  <a:close/>
                  <a:moveTo>
                    <a:pt x="317" y="334"/>
                  </a:moveTo>
                  <a:lnTo>
                    <a:pt x="317" y="334"/>
                  </a:lnTo>
                  <a:cubicBezTo>
                    <a:pt x="317" y="334"/>
                    <a:pt x="317" y="334"/>
                    <a:pt x="317" y="334"/>
                  </a:cubicBezTo>
                  <a:lnTo>
                    <a:pt x="317" y="334"/>
                  </a:lnTo>
                  <a:cubicBezTo>
                    <a:pt x="317" y="334"/>
                    <a:pt x="317" y="334"/>
                    <a:pt x="317" y="334"/>
                  </a:cubicBezTo>
                  <a:lnTo>
                    <a:pt x="317" y="334"/>
                  </a:lnTo>
                  <a:cubicBezTo>
                    <a:pt x="317" y="334"/>
                    <a:pt x="317" y="334"/>
                    <a:pt x="317" y="334"/>
                  </a:cubicBezTo>
                  <a:lnTo>
                    <a:pt x="317" y="334"/>
                  </a:lnTo>
                  <a:cubicBezTo>
                    <a:pt x="317" y="334"/>
                    <a:pt x="317" y="334"/>
                    <a:pt x="317" y="334"/>
                  </a:cubicBezTo>
                  <a:lnTo>
                    <a:pt x="317" y="334"/>
                  </a:lnTo>
                  <a:lnTo>
                    <a:pt x="317" y="334"/>
                  </a:lnTo>
                  <a:lnTo>
                    <a:pt x="317" y="334"/>
                  </a:lnTo>
                  <a:cubicBezTo>
                    <a:pt x="317" y="334"/>
                    <a:pt x="317" y="334"/>
                    <a:pt x="317" y="334"/>
                  </a:cubicBezTo>
                  <a:lnTo>
                    <a:pt x="317" y="334"/>
                  </a:lnTo>
                  <a:cubicBezTo>
                    <a:pt x="317" y="334"/>
                    <a:pt x="317" y="334"/>
                    <a:pt x="316" y="335"/>
                  </a:cubicBezTo>
                  <a:lnTo>
                    <a:pt x="316" y="335"/>
                  </a:lnTo>
                  <a:cubicBezTo>
                    <a:pt x="317" y="334"/>
                    <a:pt x="317" y="334"/>
                    <a:pt x="317" y="334"/>
                  </a:cubicBezTo>
                  <a:close/>
                  <a:moveTo>
                    <a:pt x="317" y="335"/>
                  </a:moveTo>
                  <a:lnTo>
                    <a:pt x="317" y="335"/>
                  </a:lnTo>
                  <a:lnTo>
                    <a:pt x="316" y="335"/>
                  </a:lnTo>
                  <a:cubicBezTo>
                    <a:pt x="317" y="335"/>
                    <a:pt x="317" y="335"/>
                    <a:pt x="317" y="335"/>
                  </a:cubicBezTo>
                  <a:close/>
                  <a:moveTo>
                    <a:pt x="318" y="334"/>
                  </a:moveTo>
                  <a:lnTo>
                    <a:pt x="318" y="334"/>
                  </a:lnTo>
                  <a:cubicBezTo>
                    <a:pt x="318" y="335"/>
                    <a:pt x="318" y="335"/>
                    <a:pt x="318" y="335"/>
                  </a:cubicBezTo>
                  <a:lnTo>
                    <a:pt x="318" y="335"/>
                  </a:lnTo>
                  <a:cubicBezTo>
                    <a:pt x="318" y="335"/>
                    <a:pt x="318" y="335"/>
                    <a:pt x="318" y="335"/>
                  </a:cubicBezTo>
                  <a:lnTo>
                    <a:pt x="318" y="335"/>
                  </a:lnTo>
                  <a:cubicBezTo>
                    <a:pt x="318" y="335"/>
                    <a:pt x="318" y="335"/>
                    <a:pt x="318" y="334"/>
                  </a:cubicBezTo>
                  <a:close/>
                  <a:moveTo>
                    <a:pt x="320" y="334"/>
                  </a:moveTo>
                  <a:lnTo>
                    <a:pt x="320" y="334"/>
                  </a:lnTo>
                  <a:cubicBezTo>
                    <a:pt x="321" y="334"/>
                    <a:pt x="322" y="335"/>
                    <a:pt x="323" y="335"/>
                  </a:cubicBezTo>
                  <a:lnTo>
                    <a:pt x="321" y="335"/>
                  </a:lnTo>
                  <a:cubicBezTo>
                    <a:pt x="321" y="335"/>
                    <a:pt x="321" y="335"/>
                    <a:pt x="321" y="335"/>
                  </a:cubicBezTo>
                  <a:lnTo>
                    <a:pt x="321" y="335"/>
                  </a:lnTo>
                  <a:cubicBezTo>
                    <a:pt x="321" y="335"/>
                    <a:pt x="321" y="335"/>
                    <a:pt x="320" y="334"/>
                  </a:cubicBezTo>
                  <a:close/>
                  <a:moveTo>
                    <a:pt x="314" y="335"/>
                  </a:moveTo>
                  <a:cubicBezTo>
                    <a:pt x="313" y="336"/>
                    <a:pt x="312" y="336"/>
                    <a:pt x="312" y="336"/>
                  </a:cubicBezTo>
                  <a:cubicBezTo>
                    <a:pt x="312" y="336"/>
                    <a:pt x="313" y="335"/>
                    <a:pt x="314" y="335"/>
                  </a:cubicBezTo>
                  <a:close/>
                  <a:moveTo>
                    <a:pt x="315" y="337"/>
                  </a:moveTo>
                  <a:cubicBezTo>
                    <a:pt x="315" y="337"/>
                    <a:pt x="315" y="337"/>
                    <a:pt x="315" y="337"/>
                  </a:cubicBezTo>
                  <a:lnTo>
                    <a:pt x="315" y="337"/>
                  </a:lnTo>
                  <a:lnTo>
                    <a:pt x="314" y="338"/>
                  </a:lnTo>
                  <a:cubicBezTo>
                    <a:pt x="314" y="337"/>
                    <a:pt x="315" y="337"/>
                    <a:pt x="315" y="337"/>
                  </a:cubicBezTo>
                  <a:close/>
                  <a:moveTo>
                    <a:pt x="322" y="336"/>
                  </a:moveTo>
                  <a:lnTo>
                    <a:pt x="322" y="336"/>
                  </a:lnTo>
                  <a:cubicBezTo>
                    <a:pt x="323" y="337"/>
                    <a:pt x="325" y="338"/>
                    <a:pt x="327" y="339"/>
                  </a:cubicBezTo>
                  <a:cubicBezTo>
                    <a:pt x="325" y="338"/>
                    <a:pt x="323" y="338"/>
                    <a:pt x="322" y="336"/>
                  </a:cubicBezTo>
                  <a:close/>
                  <a:moveTo>
                    <a:pt x="274" y="1"/>
                  </a:moveTo>
                  <a:cubicBezTo>
                    <a:pt x="231" y="1"/>
                    <a:pt x="187" y="12"/>
                    <a:pt x="147" y="29"/>
                  </a:cubicBezTo>
                  <a:cubicBezTo>
                    <a:pt x="68" y="65"/>
                    <a:pt x="2" y="142"/>
                    <a:pt x="1" y="233"/>
                  </a:cubicBezTo>
                  <a:cubicBezTo>
                    <a:pt x="1" y="262"/>
                    <a:pt x="26" y="291"/>
                    <a:pt x="59" y="291"/>
                  </a:cubicBezTo>
                  <a:cubicBezTo>
                    <a:pt x="83" y="288"/>
                    <a:pt x="110" y="262"/>
                    <a:pt x="110" y="231"/>
                  </a:cubicBezTo>
                  <a:lnTo>
                    <a:pt x="110" y="221"/>
                  </a:lnTo>
                  <a:cubicBezTo>
                    <a:pt x="111" y="214"/>
                    <a:pt x="114" y="210"/>
                    <a:pt x="116" y="203"/>
                  </a:cubicBezTo>
                  <a:cubicBezTo>
                    <a:pt x="116" y="200"/>
                    <a:pt x="118" y="198"/>
                    <a:pt x="118" y="197"/>
                  </a:cubicBezTo>
                  <a:lnTo>
                    <a:pt x="118" y="197"/>
                  </a:lnTo>
                  <a:cubicBezTo>
                    <a:pt x="118" y="198"/>
                    <a:pt x="116" y="200"/>
                    <a:pt x="113" y="204"/>
                  </a:cubicBezTo>
                  <a:cubicBezTo>
                    <a:pt x="116" y="200"/>
                    <a:pt x="117" y="199"/>
                    <a:pt x="117" y="196"/>
                  </a:cubicBezTo>
                  <a:cubicBezTo>
                    <a:pt x="121" y="190"/>
                    <a:pt x="123" y="184"/>
                    <a:pt x="128" y="179"/>
                  </a:cubicBezTo>
                  <a:lnTo>
                    <a:pt x="128" y="179"/>
                  </a:lnTo>
                  <a:cubicBezTo>
                    <a:pt x="127" y="179"/>
                    <a:pt x="127" y="179"/>
                    <a:pt x="127" y="179"/>
                  </a:cubicBezTo>
                  <a:cubicBezTo>
                    <a:pt x="128" y="179"/>
                    <a:pt x="128" y="179"/>
                    <a:pt x="130" y="177"/>
                  </a:cubicBezTo>
                  <a:cubicBezTo>
                    <a:pt x="131" y="176"/>
                    <a:pt x="133" y="172"/>
                    <a:pt x="137" y="170"/>
                  </a:cubicBezTo>
                  <a:cubicBezTo>
                    <a:pt x="143" y="165"/>
                    <a:pt x="145" y="160"/>
                    <a:pt x="151" y="156"/>
                  </a:cubicBezTo>
                  <a:cubicBezTo>
                    <a:pt x="152" y="155"/>
                    <a:pt x="155" y="153"/>
                    <a:pt x="157" y="151"/>
                  </a:cubicBezTo>
                  <a:lnTo>
                    <a:pt x="157" y="151"/>
                  </a:lnTo>
                  <a:cubicBezTo>
                    <a:pt x="157" y="151"/>
                    <a:pt x="158" y="150"/>
                    <a:pt x="158" y="150"/>
                  </a:cubicBezTo>
                  <a:cubicBezTo>
                    <a:pt x="162" y="148"/>
                    <a:pt x="171" y="142"/>
                    <a:pt x="178" y="139"/>
                  </a:cubicBezTo>
                  <a:cubicBezTo>
                    <a:pt x="182" y="135"/>
                    <a:pt x="188" y="132"/>
                    <a:pt x="195" y="129"/>
                  </a:cubicBezTo>
                  <a:cubicBezTo>
                    <a:pt x="197" y="128"/>
                    <a:pt x="200" y="128"/>
                    <a:pt x="201" y="128"/>
                  </a:cubicBezTo>
                  <a:cubicBezTo>
                    <a:pt x="201" y="128"/>
                    <a:pt x="201" y="128"/>
                    <a:pt x="201" y="128"/>
                  </a:cubicBezTo>
                  <a:lnTo>
                    <a:pt x="201" y="128"/>
                  </a:lnTo>
                  <a:cubicBezTo>
                    <a:pt x="203" y="127"/>
                    <a:pt x="204" y="126"/>
                    <a:pt x="206" y="126"/>
                  </a:cubicBezTo>
                  <a:cubicBezTo>
                    <a:pt x="218" y="121"/>
                    <a:pt x="232" y="119"/>
                    <a:pt x="245" y="116"/>
                  </a:cubicBezTo>
                  <a:lnTo>
                    <a:pt x="245" y="116"/>
                  </a:lnTo>
                  <a:cubicBezTo>
                    <a:pt x="245" y="116"/>
                    <a:pt x="245" y="116"/>
                    <a:pt x="246" y="116"/>
                  </a:cubicBezTo>
                  <a:cubicBezTo>
                    <a:pt x="247" y="116"/>
                    <a:pt x="251" y="115"/>
                    <a:pt x="253" y="115"/>
                  </a:cubicBezTo>
                  <a:lnTo>
                    <a:pt x="250" y="115"/>
                  </a:lnTo>
                  <a:cubicBezTo>
                    <a:pt x="249" y="115"/>
                    <a:pt x="247" y="116"/>
                    <a:pt x="245" y="116"/>
                  </a:cubicBezTo>
                  <a:lnTo>
                    <a:pt x="245" y="116"/>
                  </a:lnTo>
                  <a:cubicBezTo>
                    <a:pt x="246" y="116"/>
                    <a:pt x="247" y="116"/>
                    <a:pt x="249" y="115"/>
                  </a:cubicBezTo>
                  <a:lnTo>
                    <a:pt x="250" y="115"/>
                  </a:lnTo>
                  <a:cubicBezTo>
                    <a:pt x="252" y="115"/>
                    <a:pt x="253" y="115"/>
                    <a:pt x="254" y="115"/>
                  </a:cubicBezTo>
                  <a:cubicBezTo>
                    <a:pt x="254" y="115"/>
                    <a:pt x="254" y="115"/>
                    <a:pt x="253" y="115"/>
                  </a:cubicBezTo>
                  <a:lnTo>
                    <a:pt x="279" y="115"/>
                  </a:lnTo>
                  <a:cubicBezTo>
                    <a:pt x="279" y="115"/>
                    <a:pt x="280" y="115"/>
                    <a:pt x="280" y="115"/>
                  </a:cubicBezTo>
                  <a:lnTo>
                    <a:pt x="280" y="115"/>
                  </a:lnTo>
                  <a:cubicBezTo>
                    <a:pt x="281" y="115"/>
                    <a:pt x="282" y="115"/>
                    <a:pt x="284" y="115"/>
                  </a:cubicBezTo>
                  <a:cubicBezTo>
                    <a:pt x="285" y="115"/>
                    <a:pt x="286" y="115"/>
                    <a:pt x="287" y="115"/>
                  </a:cubicBezTo>
                  <a:lnTo>
                    <a:pt x="288" y="115"/>
                  </a:lnTo>
                  <a:lnTo>
                    <a:pt x="288" y="115"/>
                  </a:lnTo>
                  <a:cubicBezTo>
                    <a:pt x="286" y="116"/>
                    <a:pt x="284" y="116"/>
                    <a:pt x="283" y="116"/>
                  </a:cubicBezTo>
                  <a:lnTo>
                    <a:pt x="283" y="116"/>
                  </a:lnTo>
                  <a:cubicBezTo>
                    <a:pt x="282" y="116"/>
                    <a:pt x="281" y="115"/>
                    <a:pt x="280" y="115"/>
                  </a:cubicBezTo>
                  <a:lnTo>
                    <a:pt x="280" y="115"/>
                  </a:lnTo>
                  <a:cubicBezTo>
                    <a:pt x="280" y="116"/>
                    <a:pt x="280" y="116"/>
                    <a:pt x="281" y="116"/>
                  </a:cubicBezTo>
                  <a:cubicBezTo>
                    <a:pt x="282" y="116"/>
                    <a:pt x="282" y="116"/>
                    <a:pt x="283" y="116"/>
                  </a:cubicBezTo>
                  <a:lnTo>
                    <a:pt x="283" y="116"/>
                  </a:lnTo>
                  <a:cubicBezTo>
                    <a:pt x="284" y="116"/>
                    <a:pt x="285" y="116"/>
                    <a:pt x="285" y="116"/>
                  </a:cubicBezTo>
                  <a:cubicBezTo>
                    <a:pt x="286" y="116"/>
                    <a:pt x="287" y="116"/>
                    <a:pt x="288" y="115"/>
                  </a:cubicBezTo>
                  <a:lnTo>
                    <a:pt x="288" y="115"/>
                  </a:lnTo>
                  <a:lnTo>
                    <a:pt x="308" y="121"/>
                  </a:lnTo>
                  <a:cubicBezTo>
                    <a:pt x="311" y="122"/>
                    <a:pt x="313" y="122"/>
                    <a:pt x="313" y="122"/>
                  </a:cubicBezTo>
                  <a:lnTo>
                    <a:pt x="313" y="122"/>
                  </a:lnTo>
                  <a:lnTo>
                    <a:pt x="328" y="133"/>
                  </a:lnTo>
                  <a:cubicBezTo>
                    <a:pt x="330" y="135"/>
                    <a:pt x="331" y="135"/>
                    <a:pt x="331" y="135"/>
                  </a:cubicBezTo>
                  <a:cubicBezTo>
                    <a:pt x="331" y="135"/>
                    <a:pt x="331" y="135"/>
                    <a:pt x="330" y="135"/>
                  </a:cubicBezTo>
                  <a:lnTo>
                    <a:pt x="330" y="135"/>
                  </a:lnTo>
                  <a:cubicBezTo>
                    <a:pt x="331" y="135"/>
                    <a:pt x="332" y="136"/>
                    <a:pt x="334" y="136"/>
                  </a:cubicBezTo>
                  <a:lnTo>
                    <a:pt x="338" y="143"/>
                  </a:lnTo>
                  <a:cubicBezTo>
                    <a:pt x="341" y="148"/>
                    <a:pt x="343" y="152"/>
                    <a:pt x="345" y="156"/>
                  </a:cubicBezTo>
                  <a:lnTo>
                    <a:pt x="345" y="156"/>
                  </a:lnTo>
                  <a:cubicBezTo>
                    <a:pt x="345" y="156"/>
                    <a:pt x="345" y="156"/>
                    <a:pt x="345" y="156"/>
                  </a:cubicBezTo>
                  <a:cubicBezTo>
                    <a:pt x="345" y="160"/>
                    <a:pt x="348" y="162"/>
                    <a:pt x="350" y="165"/>
                  </a:cubicBezTo>
                  <a:cubicBezTo>
                    <a:pt x="351" y="170"/>
                    <a:pt x="352" y="177"/>
                    <a:pt x="355" y="183"/>
                  </a:cubicBezTo>
                  <a:cubicBezTo>
                    <a:pt x="355" y="185"/>
                    <a:pt x="356" y="188"/>
                    <a:pt x="356" y="190"/>
                  </a:cubicBezTo>
                  <a:lnTo>
                    <a:pt x="356" y="190"/>
                  </a:lnTo>
                  <a:cubicBezTo>
                    <a:pt x="357" y="190"/>
                    <a:pt x="357" y="191"/>
                    <a:pt x="357" y="192"/>
                  </a:cubicBezTo>
                  <a:cubicBezTo>
                    <a:pt x="358" y="204"/>
                    <a:pt x="358" y="214"/>
                    <a:pt x="357" y="227"/>
                  </a:cubicBezTo>
                  <a:cubicBezTo>
                    <a:pt x="357" y="232"/>
                    <a:pt x="356" y="236"/>
                    <a:pt x="355" y="241"/>
                  </a:cubicBezTo>
                  <a:lnTo>
                    <a:pt x="355" y="241"/>
                  </a:lnTo>
                  <a:cubicBezTo>
                    <a:pt x="356" y="239"/>
                    <a:pt x="355" y="238"/>
                    <a:pt x="355" y="238"/>
                  </a:cubicBezTo>
                  <a:lnTo>
                    <a:pt x="355" y="238"/>
                  </a:lnTo>
                  <a:cubicBezTo>
                    <a:pt x="354" y="238"/>
                    <a:pt x="352" y="252"/>
                    <a:pt x="352" y="257"/>
                  </a:cubicBezTo>
                  <a:cubicBezTo>
                    <a:pt x="350" y="270"/>
                    <a:pt x="348" y="282"/>
                    <a:pt x="342" y="292"/>
                  </a:cubicBezTo>
                  <a:cubicBezTo>
                    <a:pt x="342" y="292"/>
                    <a:pt x="342" y="293"/>
                    <a:pt x="341" y="294"/>
                  </a:cubicBezTo>
                  <a:lnTo>
                    <a:pt x="341" y="294"/>
                  </a:lnTo>
                  <a:cubicBezTo>
                    <a:pt x="342" y="294"/>
                    <a:pt x="342" y="294"/>
                    <a:pt x="342" y="294"/>
                  </a:cubicBezTo>
                  <a:lnTo>
                    <a:pt x="342" y="294"/>
                  </a:lnTo>
                  <a:cubicBezTo>
                    <a:pt x="342" y="294"/>
                    <a:pt x="341" y="295"/>
                    <a:pt x="340" y="298"/>
                  </a:cubicBezTo>
                  <a:cubicBezTo>
                    <a:pt x="339" y="299"/>
                    <a:pt x="339" y="299"/>
                    <a:pt x="339" y="300"/>
                  </a:cubicBezTo>
                  <a:lnTo>
                    <a:pt x="339" y="300"/>
                  </a:lnTo>
                  <a:cubicBezTo>
                    <a:pt x="339" y="298"/>
                    <a:pt x="341" y="296"/>
                    <a:pt x="341" y="294"/>
                  </a:cubicBezTo>
                  <a:lnTo>
                    <a:pt x="341" y="294"/>
                  </a:lnTo>
                  <a:cubicBezTo>
                    <a:pt x="341" y="294"/>
                    <a:pt x="338" y="299"/>
                    <a:pt x="338" y="301"/>
                  </a:cubicBezTo>
                  <a:lnTo>
                    <a:pt x="338" y="301"/>
                  </a:lnTo>
                  <a:cubicBezTo>
                    <a:pt x="338" y="301"/>
                    <a:pt x="338" y="300"/>
                    <a:pt x="339" y="300"/>
                  </a:cubicBezTo>
                  <a:lnTo>
                    <a:pt x="339" y="300"/>
                  </a:lnTo>
                  <a:cubicBezTo>
                    <a:pt x="338" y="301"/>
                    <a:pt x="338" y="302"/>
                    <a:pt x="338" y="302"/>
                  </a:cubicBezTo>
                  <a:cubicBezTo>
                    <a:pt x="338" y="302"/>
                    <a:pt x="338" y="302"/>
                    <a:pt x="338" y="301"/>
                  </a:cubicBezTo>
                  <a:lnTo>
                    <a:pt x="338" y="301"/>
                  </a:lnTo>
                  <a:cubicBezTo>
                    <a:pt x="336" y="306"/>
                    <a:pt x="335" y="312"/>
                    <a:pt x="331" y="316"/>
                  </a:cubicBezTo>
                  <a:cubicBezTo>
                    <a:pt x="331" y="317"/>
                    <a:pt x="329" y="319"/>
                    <a:pt x="328" y="321"/>
                  </a:cubicBezTo>
                  <a:lnTo>
                    <a:pt x="328" y="321"/>
                  </a:lnTo>
                  <a:cubicBezTo>
                    <a:pt x="328" y="320"/>
                    <a:pt x="328" y="320"/>
                    <a:pt x="328" y="320"/>
                  </a:cubicBezTo>
                  <a:lnTo>
                    <a:pt x="328" y="320"/>
                  </a:lnTo>
                  <a:cubicBezTo>
                    <a:pt x="327" y="320"/>
                    <a:pt x="325" y="322"/>
                    <a:pt x="323" y="328"/>
                  </a:cubicBezTo>
                  <a:cubicBezTo>
                    <a:pt x="323" y="326"/>
                    <a:pt x="326" y="323"/>
                    <a:pt x="328" y="321"/>
                  </a:cubicBezTo>
                  <a:lnTo>
                    <a:pt x="328" y="321"/>
                  </a:lnTo>
                  <a:cubicBezTo>
                    <a:pt x="327" y="322"/>
                    <a:pt x="327" y="323"/>
                    <a:pt x="325" y="325"/>
                  </a:cubicBezTo>
                  <a:cubicBezTo>
                    <a:pt x="324" y="326"/>
                    <a:pt x="323" y="330"/>
                    <a:pt x="320" y="332"/>
                  </a:cubicBezTo>
                  <a:lnTo>
                    <a:pt x="319" y="332"/>
                  </a:lnTo>
                  <a:lnTo>
                    <a:pt x="319" y="332"/>
                  </a:lnTo>
                  <a:cubicBezTo>
                    <a:pt x="320" y="332"/>
                    <a:pt x="320" y="332"/>
                    <a:pt x="321" y="332"/>
                  </a:cubicBezTo>
                  <a:lnTo>
                    <a:pt x="321" y="332"/>
                  </a:lnTo>
                  <a:cubicBezTo>
                    <a:pt x="321" y="332"/>
                    <a:pt x="321" y="333"/>
                    <a:pt x="320" y="333"/>
                  </a:cubicBezTo>
                  <a:lnTo>
                    <a:pt x="320" y="333"/>
                  </a:lnTo>
                  <a:cubicBezTo>
                    <a:pt x="319" y="333"/>
                    <a:pt x="319" y="333"/>
                    <a:pt x="319" y="333"/>
                  </a:cubicBezTo>
                  <a:lnTo>
                    <a:pt x="319" y="333"/>
                  </a:lnTo>
                  <a:lnTo>
                    <a:pt x="318" y="334"/>
                  </a:lnTo>
                  <a:lnTo>
                    <a:pt x="318" y="334"/>
                  </a:lnTo>
                  <a:cubicBezTo>
                    <a:pt x="318" y="334"/>
                    <a:pt x="318" y="334"/>
                    <a:pt x="317" y="333"/>
                  </a:cubicBezTo>
                  <a:lnTo>
                    <a:pt x="317" y="333"/>
                  </a:lnTo>
                  <a:cubicBezTo>
                    <a:pt x="318" y="333"/>
                    <a:pt x="318" y="333"/>
                    <a:pt x="319" y="333"/>
                  </a:cubicBezTo>
                  <a:lnTo>
                    <a:pt x="319" y="333"/>
                  </a:lnTo>
                  <a:cubicBezTo>
                    <a:pt x="319" y="333"/>
                    <a:pt x="319" y="333"/>
                    <a:pt x="319" y="333"/>
                  </a:cubicBezTo>
                  <a:lnTo>
                    <a:pt x="319" y="333"/>
                  </a:lnTo>
                  <a:lnTo>
                    <a:pt x="319" y="332"/>
                  </a:lnTo>
                  <a:lnTo>
                    <a:pt x="319" y="332"/>
                  </a:lnTo>
                  <a:cubicBezTo>
                    <a:pt x="319" y="332"/>
                    <a:pt x="319" y="332"/>
                    <a:pt x="319" y="333"/>
                  </a:cubicBezTo>
                  <a:lnTo>
                    <a:pt x="319" y="333"/>
                  </a:lnTo>
                  <a:cubicBezTo>
                    <a:pt x="319" y="333"/>
                    <a:pt x="319" y="333"/>
                    <a:pt x="318" y="332"/>
                  </a:cubicBezTo>
                  <a:lnTo>
                    <a:pt x="318" y="332"/>
                  </a:lnTo>
                  <a:cubicBezTo>
                    <a:pt x="318" y="333"/>
                    <a:pt x="318" y="333"/>
                    <a:pt x="318" y="333"/>
                  </a:cubicBezTo>
                  <a:lnTo>
                    <a:pt x="318" y="333"/>
                  </a:lnTo>
                  <a:cubicBezTo>
                    <a:pt x="318" y="333"/>
                    <a:pt x="318" y="332"/>
                    <a:pt x="318" y="332"/>
                  </a:cubicBezTo>
                  <a:lnTo>
                    <a:pt x="318" y="332"/>
                  </a:lnTo>
                  <a:cubicBezTo>
                    <a:pt x="318" y="332"/>
                    <a:pt x="318" y="332"/>
                    <a:pt x="318" y="332"/>
                  </a:cubicBezTo>
                  <a:lnTo>
                    <a:pt x="318" y="332"/>
                  </a:lnTo>
                  <a:cubicBezTo>
                    <a:pt x="320" y="331"/>
                    <a:pt x="321" y="330"/>
                    <a:pt x="321" y="330"/>
                  </a:cubicBezTo>
                  <a:lnTo>
                    <a:pt x="321" y="330"/>
                  </a:lnTo>
                  <a:cubicBezTo>
                    <a:pt x="321" y="330"/>
                    <a:pt x="320" y="331"/>
                    <a:pt x="318" y="332"/>
                  </a:cubicBezTo>
                  <a:lnTo>
                    <a:pt x="318" y="332"/>
                  </a:lnTo>
                  <a:cubicBezTo>
                    <a:pt x="314" y="329"/>
                    <a:pt x="309" y="325"/>
                    <a:pt x="308" y="323"/>
                  </a:cubicBezTo>
                  <a:cubicBezTo>
                    <a:pt x="299" y="312"/>
                    <a:pt x="284" y="306"/>
                    <a:pt x="269" y="306"/>
                  </a:cubicBezTo>
                  <a:cubicBezTo>
                    <a:pt x="253" y="306"/>
                    <a:pt x="237" y="312"/>
                    <a:pt x="228" y="323"/>
                  </a:cubicBezTo>
                  <a:cubicBezTo>
                    <a:pt x="204" y="347"/>
                    <a:pt x="206" y="380"/>
                    <a:pt x="228" y="404"/>
                  </a:cubicBezTo>
                  <a:cubicBezTo>
                    <a:pt x="250" y="431"/>
                    <a:pt x="284" y="451"/>
                    <a:pt x="321" y="451"/>
                  </a:cubicBezTo>
                  <a:cubicBezTo>
                    <a:pt x="355" y="451"/>
                    <a:pt x="386" y="432"/>
                    <a:pt x="408" y="408"/>
                  </a:cubicBezTo>
                  <a:cubicBezTo>
                    <a:pt x="454" y="359"/>
                    <a:pt x="473" y="285"/>
                    <a:pt x="476" y="219"/>
                  </a:cubicBezTo>
                  <a:cubicBezTo>
                    <a:pt x="477" y="143"/>
                    <a:pt x="449" y="65"/>
                    <a:pt x="379" y="27"/>
                  </a:cubicBezTo>
                  <a:cubicBezTo>
                    <a:pt x="346" y="8"/>
                    <a:pt x="310" y="1"/>
                    <a:pt x="274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150" lIns="91425" spcFirstLastPara="1" rIns="91425" wrap="square" tIns="111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70" name="Google Shape;1970;p13"/>
            <p:cNvSpPr/>
            <p:nvPr/>
          </p:nvSpPr>
          <p:spPr>
            <a:xfrm>
              <a:off x="1960200" y="304920"/>
              <a:ext cx="26279" cy="23040"/>
            </a:xfrm>
            <a:custGeom>
              <a:rect b="b" l="l" r="r" t="t"/>
              <a:pathLst>
                <a:path extrusionOk="0" h="461" w="532">
                  <a:moveTo>
                    <a:pt x="265" y="115"/>
                  </a:moveTo>
                  <a:cubicBezTo>
                    <a:pt x="266" y="115"/>
                    <a:pt x="263" y="115"/>
                    <a:pt x="260" y="116"/>
                  </a:cubicBezTo>
                  <a:lnTo>
                    <a:pt x="260" y="116"/>
                  </a:lnTo>
                  <a:cubicBezTo>
                    <a:pt x="264" y="115"/>
                    <a:pt x="265" y="115"/>
                    <a:pt x="265" y="115"/>
                  </a:cubicBezTo>
                  <a:close/>
                  <a:moveTo>
                    <a:pt x="376" y="135"/>
                  </a:moveTo>
                  <a:lnTo>
                    <a:pt x="376" y="135"/>
                  </a:lnTo>
                  <a:cubicBezTo>
                    <a:pt x="376" y="135"/>
                    <a:pt x="377" y="135"/>
                    <a:pt x="377" y="136"/>
                  </a:cubicBezTo>
                  <a:cubicBezTo>
                    <a:pt x="379" y="137"/>
                    <a:pt x="379" y="137"/>
                    <a:pt x="379" y="137"/>
                  </a:cubicBezTo>
                  <a:cubicBezTo>
                    <a:pt x="379" y="137"/>
                    <a:pt x="378" y="136"/>
                    <a:pt x="376" y="135"/>
                  </a:cubicBezTo>
                  <a:close/>
                  <a:moveTo>
                    <a:pt x="143" y="175"/>
                  </a:moveTo>
                  <a:lnTo>
                    <a:pt x="143" y="175"/>
                  </a:lnTo>
                  <a:cubicBezTo>
                    <a:pt x="141" y="177"/>
                    <a:pt x="140" y="179"/>
                    <a:pt x="140" y="179"/>
                  </a:cubicBezTo>
                  <a:cubicBezTo>
                    <a:pt x="140" y="179"/>
                    <a:pt x="141" y="178"/>
                    <a:pt x="142" y="177"/>
                  </a:cubicBezTo>
                  <a:cubicBezTo>
                    <a:pt x="142" y="176"/>
                    <a:pt x="143" y="175"/>
                    <a:pt x="143" y="175"/>
                  </a:cubicBezTo>
                  <a:close/>
                  <a:moveTo>
                    <a:pt x="415" y="208"/>
                  </a:moveTo>
                  <a:lnTo>
                    <a:pt x="415" y="208"/>
                  </a:lnTo>
                  <a:cubicBezTo>
                    <a:pt x="415" y="209"/>
                    <a:pt x="415" y="211"/>
                    <a:pt x="416" y="212"/>
                  </a:cubicBezTo>
                  <a:cubicBezTo>
                    <a:pt x="415" y="211"/>
                    <a:pt x="415" y="209"/>
                    <a:pt x="415" y="208"/>
                  </a:cubicBezTo>
                  <a:close/>
                  <a:moveTo>
                    <a:pt x="413" y="247"/>
                  </a:moveTo>
                  <a:cubicBezTo>
                    <a:pt x="412" y="252"/>
                    <a:pt x="411" y="255"/>
                    <a:pt x="411" y="257"/>
                  </a:cubicBezTo>
                  <a:lnTo>
                    <a:pt x="411" y="257"/>
                  </a:lnTo>
                  <a:cubicBezTo>
                    <a:pt x="411" y="256"/>
                    <a:pt x="411" y="256"/>
                    <a:pt x="411" y="256"/>
                  </a:cubicBezTo>
                  <a:cubicBezTo>
                    <a:pt x="413" y="253"/>
                    <a:pt x="413" y="249"/>
                    <a:pt x="413" y="247"/>
                  </a:cubicBezTo>
                  <a:close/>
                  <a:moveTo>
                    <a:pt x="351" y="343"/>
                  </a:moveTo>
                  <a:cubicBezTo>
                    <a:pt x="351" y="343"/>
                    <a:pt x="352" y="343"/>
                    <a:pt x="354" y="344"/>
                  </a:cubicBezTo>
                  <a:lnTo>
                    <a:pt x="354" y="344"/>
                  </a:lnTo>
                  <a:cubicBezTo>
                    <a:pt x="353" y="344"/>
                    <a:pt x="351" y="343"/>
                    <a:pt x="351" y="343"/>
                  </a:cubicBezTo>
                  <a:close/>
                  <a:moveTo>
                    <a:pt x="292" y="0"/>
                  </a:moveTo>
                  <a:cubicBezTo>
                    <a:pt x="262" y="0"/>
                    <a:pt x="231" y="5"/>
                    <a:pt x="202" y="14"/>
                  </a:cubicBezTo>
                  <a:cubicBezTo>
                    <a:pt x="138" y="31"/>
                    <a:pt x="81" y="66"/>
                    <a:pt x="44" y="121"/>
                  </a:cubicBezTo>
                  <a:cubicBezTo>
                    <a:pt x="7" y="175"/>
                    <a:pt x="0" y="247"/>
                    <a:pt x="23" y="307"/>
                  </a:cubicBezTo>
                  <a:cubicBezTo>
                    <a:pt x="31" y="331"/>
                    <a:pt x="53" y="350"/>
                    <a:pt x="79" y="350"/>
                  </a:cubicBezTo>
                  <a:cubicBezTo>
                    <a:pt x="84" y="350"/>
                    <a:pt x="89" y="349"/>
                    <a:pt x="94" y="348"/>
                  </a:cubicBezTo>
                  <a:cubicBezTo>
                    <a:pt x="119" y="334"/>
                    <a:pt x="142" y="303"/>
                    <a:pt x="131" y="272"/>
                  </a:cubicBezTo>
                  <a:cubicBezTo>
                    <a:pt x="128" y="262"/>
                    <a:pt x="124" y="250"/>
                    <a:pt x="122" y="240"/>
                  </a:cubicBezTo>
                  <a:lnTo>
                    <a:pt x="122" y="233"/>
                  </a:lnTo>
                  <a:lnTo>
                    <a:pt x="122" y="221"/>
                  </a:lnTo>
                  <a:lnTo>
                    <a:pt x="124" y="215"/>
                  </a:lnTo>
                  <a:cubicBezTo>
                    <a:pt x="126" y="211"/>
                    <a:pt x="126" y="206"/>
                    <a:pt x="128" y="201"/>
                  </a:cubicBezTo>
                  <a:cubicBezTo>
                    <a:pt x="128" y="200"/>
                    <a:pt x="128" y="200"/>
                    <a:pt x="128" y="199"/>
                  </a:cubicBezTo>
                  <a:lnTo>
                    <a:pt x="128" y="199"/>
                  </a:lnTo>
                  <a:cubicBezTo>
                    <a:pt x="131" y="193"/>
                    <a:pt x="134" y="189"/>
                    <a:pt x="136" y="184"/>
                  </a:cubicBezTo>
                  <a:cubicBezTo>
                    <a:pt x="138" y="183"/>
                    <a:pt x="142" y="175"/>
                    <a:pt x="143" y="175"/>
                  </a:cubicBezTo>
                  <a:lnTo>
                    <a:pt x="143" y="175"/>
                  </a:lnTo>
                  <a:cubicBezTo>
                    <a:pt x="143" y="175"/>
                    <a:pt x="143" y="175"/>
                    <a:pt x="143" y="175"/>
                  </a:cubicBezTo>
                  <a:lnTo>
                    <a:pt x="143" y="175"/>
                  </a:lnTo>
                  <a:cubicBezTo>
                    <a:pt x="144" y="173"/>
                    <a:pt x="147" y="170"/>
                    <a:pt x="148" y="170"/>
                  </a:cubicBezTo>
                  <a:lnTo>
                    <a:pt x="158" y="158"/>
                  </a:lnTo>
                  <a:cubicBezTo>
                    <a:pt x="159" y="157"/>
                    <a:pt x="162" y="155"/>
                    <a:pt x="165" y="154"/>
                  </a:cubicBezTo>
                  <a:cubicBezTo>
                    <a:pt x="165" y="153"/>
                    <a:pt x="165" y="153"/>
                    <a:pt x="166" y="152"/>
                  </a:cubicBezTo>
                  <a:lnTo>
                    <a:pt x="166" y="152"/>
                  </a:lnTo>
                  <a:cubicBezTo>
                    <a:pt x="169" y="151"/>
                    <a:pt x="174" y="148"/>
                    <a:pt x="176" y="147"/>
                  </a:cubicBezTo>
                  <a:cubicBezTo>
                    <a:pt x="180" y="143"/>
                    <a:pt x="186" y="141"/>
                    <a:pt x="192" y="137"/>
                  </a:cubicBezTo>
                  <a:cubicBezTo>
                    <a:pt x="197" y="136"/>
                    <a:pt x="200" y="133"/>
                    <a:pt x="206" y="130"/>
                  </a:cubicBezTo>
                  <a:lnTo>
                    <a:pt x="206" y="130"/>
                  </a:lnTo>
                  <a:cubicBezTo>
                    <a:pt x="204" y="131"/>
                    <a:pt x="202" y="133"/>
                    <a:pt x="202" y="133"/>
                  </a:cubicBezTo>
                  <a:cubicBezTo>
                    <a:pt x="206" y="130"/>
                    <a:pt x="209" y="128"/>
                    <a:pt x="213" y="128"/>
                  </a:cubicBezTo>
                  <a:cubicBezTo>
                    <a:pt x="223" y="126"/>
                    <a:pt x="234" y="121"/>
                    <a:pt x="244" y="120"/>
                  </a:cubicBezTo>
                  <a:cubicBezTo>
                    <a:pt x="250" y="119"/>
                    <a:pt x="255" y="119"/>
                    <a:pt x="260" y="116"/>
                  </a:cubicBezTo>
                  <a:cubicBezTo>
                    <a:pt x="260" y="116"/>
                    <a:pt x="260" y="116"/>
                    <a:pt x="260" y="116"/>
                  </a:cubicBezTo>
                  <a:lnTo>
                    <a:pt x="260" y="116"/>
                  </a:lnTo>
                  <a:cubicBezTo>
                    <a:pt x="263" y="116"/>
                    <a:pt x="266" y="116"/>
                    <a:pt x="271" y="114"/>
                  </a:cubicBezTo>
                  <a:cubicBezTo>
                    <a:pt x="277" y="114"/>
                    <a:pt x="282" y="114"/>
                    <a:pt x="288" y="114"/>
                  </a:cubicBezTo>
                  <a:cubicBezTo>
                    <a:pt x="299" y="114"/>
                    <a:pt x="311" y="114"/>
                    <a:pt x="322" y="114"/>
                  </a:cubicBezTo>
                  <a:cubicBezTo>
                    <a:pt x="326" y="114"/>
                    <a:pt x="329" y="116"/>
                    <a:pt x="333" y="116"/>
                  </a:cubicBezTo>
                  <a:lnTo>
                    <a:pt x="353" y="121"/>
                  </a:lnTo>
                  <a:lnTo>
                    <a:pt x="353" y="121"/>
                  </a:lnTo>
                  <a:cubicBezTo>
                    <a:pt x="352" y="121"/>
                    <a:pt x="352" y="121"/>
                    <a:pt x="351" y="121"/>
                  </a:cubicBezTo>
                  <a:lnTo>
                    <a:pt x="351" y="121"/>
                  </a:lnTo>
                  <a:cubicBezTo>
                    <a:pt x="351" y="121"/>
                    <a:pt x="351" y="121"/>
                    <a:pt x="352" y="121"/>
                  </a:cubicBezTo>
                  <a:cubicBezTo>
                    <a:pt x="355" y="123"/>
                    <a:pt x="357" y="123"/>
                    <a:pt x="359" y="126"/>
                  </a:cubicBezTo>
                  <a:cubicBezTo>
                    <a:pt x="363" y="128"/>
                    <a:pt x="367" y="130"/>
                    <a:pt x="372" y="133"/>
                  </a:cubicBezTo>
                  <a:lnTo>
                    <a:pt x="372" y="133"/>
                  </a:lnTo>
                  <a:cubicBezTo>
                    <a:pt x="372" y="133"/>
                    <a:pt x="372" y="133"/>
                    <a:pt x="373" y="134"/>
                  </a:cubicBezTo>
                  <a:cubicBezTo>
                    <a:pt x="376" y="136"/>
                    <a:pt x="377" y="137"/>
                    <a:pt x="380" y="140"/>
                  </a:cubicBezTo>
                  <a:cubicBezTo>
                    <a:pt x="386" y="143"/>
                    <a:pt x="390" y="148"/>
                    <a:pt x="393" y="154"/>
                  </a:cubicBezTo>
                  <a:cubicBezTo>
                    <a:pt x="394" y="155"/>
                    <a:pt x="394" y="156"/>
                    <a:pt x="394" y="156"/>
                  </a:cubicBezTo>
                  <a:cubicBezTo>
                    <a:pt x="395" y="156"/>
                    <a:pt x="389" y="148"/>
                    <a:pt x="389" y="148"/>
                  </a:cubicBezTo>
                  <a:lnTo>
                    <a:pt x="389" y="148"/>
                  </a:lnTo>
                  <a:cubicBezTo>
                    <a:pt x="390" y="148"/>
                    <a:pt x="390" y="148"/>
                    <a:pt x="391" y="150"/>
                  </a:cubicBezTo>
                  <a:cubicBezTo>
                    <a:pt x="393" y="151"/>
                    <a:pt x="394" y="155"/>
                    <a:pt x="397" y="157"/>
                  </a:cubicBezTo>
                  <a:cubicBezTo>
                    <a:pt x="400" y="162"/>
                    <a:pt x="401" y="167"/>
                    <a:pt x="404" y="171"/>
                  </a:cubicBezTo>
                  <a:lnTo>
                    <a:pt x="404" y="171"/>
                  </a:lnTo>
                  <a:cubicBezTo>
                    <a:pt x="405" y="173"/>
                    <a:pt x="406" y="176"/>
                    <a:pt x="407" y="177"/>
                  </a:cubicBezTo>
                  <a:cubicBezTo>
                    <a:pt x="408" y="182"/>
                    <a:pt x="411" y="187"/>
                    <a:pt x="413" y="194"/>
                  </a:cubicBezTo>
                  <a:cubicBezTo>
                    <a:pt x="413" y="197"/>
                    <a:pt x="414" y="200"/>
                    <a:pt x="414" y="203"/>
                  </a:cubicBezTo>
                  <a:lnTo>
                    <a:pt x="414" y="203"/>
                  </a:lnTo>
                  <a:cubicBezTo>
                    <a:pt x="414" y="204"/>
                    <a:pt x="414" y="205"/>
                    <a:pt x="414" y="206"/>
                  </a:cubicBezTo>
                  <a:lnTo>
                    <a:pt x="414" y="218"/>
                  </a:lnTo>
                  <a:cubicBezTo>
                    <a:pt x="414" y="229"/>
                    <a:pt x="414" y="240"/>
                    <a:pt x="413" y="253"/>
                  </a:cubicBezTo>
                  <a:cubicBezTo>
                    <a:pt x="413" y="255"/>
                    <a:pt x="411" y="259"/>
                    <a:pt x="411" y="259"/>
                  </a:cubicBezTo>
                  <a:cubicBezTo>
                    <a:pt x="411" y="259"/>
                    <a:pt x="411" y="259"/>
                    <a:pt x="411" y="257"/>
                  </a:cubicBezTo>
                  <a:lnTo>
                    <a:pt x="411" y="257"/>
                  </a:lnTo>
                  <a:cubicBezTo>
                    <a:pt x="408" y="262"/>
                    <a:pt x="408" y="268"/>
                    <a:pt x="407" y="274"/>
                  </a:cubicBezTo>
                  <a:lnTo>
                    <a:pt x="401" y="290"/>
                  </a:lnTo>
                  <a:cubicBezTo>
                    <a:pt x="401" y="291"/>
                    <a:pt x="401" y="294"/>
                    <a:pt x="400" y="295"/>
                  </a:cubicBezTo>
                  <a:lnTo>
                    <a:pt x="400" y="295"/>
                  </a:lnTo>
                  <a:cubicBezTo>
                    <a:pt x="401" y="294"/>
                    <a:pt x="401" y="293"/>
                    <a:pt x="401" y="293"/>
                  </a:cubicBezTo>
                  <a:lnTo>
                    <a:pt x="401" y="293"/>
                  </a:lnTo>
                  <a:cubicBezTo>
                    <a:pt x="401" y="294"/>
                    <a:pt x="401" y="295"/>
                    <a:pt x="400" y="296"/>
                  </a:cubicBezTo>
                  <a:lnTo>
                    <a:pt x="400" y="296"/>
                  </a:lnTo>
                  <a:cubicBezTo>
                    <a:pt x="400" y="296"/>
                    <a:pt x="400" y="295"/>
                    <a:pt x="400" y="295"/>
                  </a:cubicBezTo>
                  <a:lnTo>
                    <a:pt x="400" y="295"/>
                  </a:lnTo>
                  <a:cubicBezTo>
                    <a:pt x="400" y="297"/>
                    <a:pt x="399" y="298"/>
                    <a:pt x="399" y="299"/>
                  </a:cubicBezTo>
                  <a:lnTo>
                    <a:pt x="399" y="299"/>
                  </a:lnTo>
                  <a:cubicBezTo>
                    <a:pt x="399" y="298"/>
                    <a:pt x="400" y="297"/>
                    <a:pt x="400" y="296"/>
                  </a:cubicBezTo>
                  <a:lnTo>
                    <a:pt x="400" y="296"/>
                  </a:lnTo>
                  <a:cubicBezTo>
                    <a:pt x="400" y="296"/>
                    <a:pt x="400" y="297"/>
                    <a:pt x="400" y="297"/>
                  </a:cubicBezTo>
                  <a:cubicBezTo>
                    <a:pt x="400" y="299"/>
                    <a:pt x="400" y="299"/>
                    <a:pt x="399" y="300"/>
                  </a:cubicBezTo>
                  <a:cubicBezTo>
                    <a:pt x="397" y="302"/>
                    <a:pt x="397" y="303"/>
                    <a:pt x="397" y="303"/>
                  </a:cubicBezTo>
                  <a:cubicBezTo>
                    <a:pt x="397" y="303"/>
                    <a:pt x="398" y="301"/>
                    <a:pt x="399" y="299"/>
                  </a:cubicBezTo>
                  <a:lnTo>
                    <a:pt x="399" y="299"/>
                  </a:lnTo>
                  <a:cubicBezTo>
                    <a:pt x="395" y="307"/>
                    <a:pt x="392" y="315"/>
                    <a:pt x="387" y="321"/>
                  </a:cubicBezTo>
                  <a:cubicBezTo>
                    <a:pt x="386" y="324"/>
                    <a:pt x="384" y="327"/>
                    <a:pt x="383" y="328"/>
                  </a:cubicBezTo>
                  <a:cubicBezTo>
                    <a:pt x="383" y="329"/>
                    <a:pt x="382" y="329"/>
                    <a:pt x="382" y="329"/>
                  </a:cubicBezTo>
                  <a:lnTo>
                    <a:pt x="382" y="329"/>
                  </a:lnTo>
                  <a:cubicBezTo>
                    <a:pt x="380" y="332"/>
                    <a:pt x="378" y="335"/>
                    <a:pt x="376" y="338"/>
                  </a:cubicBezTo>
                  <a:cubicBezTo>
                    <a:pt x="374" y="339"/>
                    <a:pt x="371" y="341"/>
                    <a:pt x="370" y="342"/>
                  </a:cubicBezTo>
                  <a:lnTo>
                    <a:pt x="370" y="342"/>
                  </a:lnTo>
                  <a:cubicBezTo>
                    <a:pt x="370" y="342"/>
                    <a:pt x="370" y="342"/>
                    <a:pt x="370" y="342"/>
                  </a:cubicBezTo>
                  <a:lnTo>
                    <a:pt x="370" y="342"/>
                  </a:lnTo>
                  <a:cubicBezTo>
                    <a:pt x="369" y="342"/>
                    <a:pt x="369" y="342"/>
                    <a:pt x="369" y="342"/>
                  </a:cubicBezTo>
                  <a:cubicBezTo>
                    <a:pt x="369" y="342"/>
                    <a:pt x="369" y="342"/>
                    <a:pt x="370" y="342"/>
                  </a:cubicBezTo>
                  <a:lnTo>
                    <a:pt x="370" y="342"/>
                  </a:lnTo>
                  <a:cubicBezTo>
                    <a:pt x="370" y="342"/>
                    <a:pt x="368" y="344"/>
                    <a:pt x="365" y="345"/>
                  </a:cubicBezTo>
                  <a:lnTo>
                    <a:pt x="361" y="345"/>
                  </a:lnTo>
                  <a:cubicBezTo>
                    <a:pt x="366" y="343"/>
                    <a:pt x="369" y="342"/>
                    <a:pt x="369" y="342"/>
                  </a:cubicBezTo>
                  <a:lnTo>
                    <a:pt x="369" y="342"/>
                  </a:lnTo>
                  <a:cubicBezTo>
                    <a:pt x="369" y="342"/>
                    <a:pt x="370" y="342"/>
                    <a:pt x="370" y="342"/>
                  </a:cubicBezTo>
                  <a:lnTo>
                    <a:pt x="370" y="342"/>
                  </a:lnTo>
                  <a:cubicBezTo>
                    <a:pt x="372" y="340"/>
                    <a:pt x="375" y="337"/>
                    <a:pt x="375" y="337"/>
                  </a:cubicBezTo>
                  <a:lnTo>
                    <a:pt x="375" y="337"/>
                  </a:lnTo>
                  <a:cubicBezTo>
                    <a:pt x="375" y="337"/>
                    <a:pt x="374" y="338"/>
                    <a:pt x="372" y="340"/>
                  </a:cubicBezTo>
                  <a:cubicBezTo>
                    <a:pt x="369" y="341"/>
                    <a:pt x="364" y="342"/>
                    <a:pt x="360" y="345"/>
                  </a:cubicBezTo>
                  <a:lnTo>
                    <a:pt x="358" y="345"/>
                  </a:lnTo>
                  <a:cubicBezTo>
                    <a:pt x="356" y="344"/>
                    <a:pt x="355" y="343"/>
                    <a:pt x="355" y="342"/>
                  </a:cubicBezTo>
                  <a:cubicBezTo>
                    <a:pt x="346" y="338"/>
                    <a:pt x="336" y="335"/>
                    <a:pt x="326" y="335"/>
                  </a:cubicBezTo>
                  <a:cubicBezTo>
                    <a:pt x="305" y="335"/>
                    <a:pt x="285" y="345"/>
                    <a:pt x="274" y="364"/>
                  </a:cubicBezTo>
                  <a:cubicBezTo>
                    <a:pt x="260" y="391"/>
                    <a:pt x="267" y="427"/>
                    <a:pt x="295" y="444"/>
                  </a:cubicBezTo>
                  <a:cubicBezTo>
                    <a:pt x="316" y="456"/>
                    <a:pt x="339" y="461"/>
                    <a:pt x="361" y="461"/>
                  </a:cubicBezTo>
                  <a:cubicBezTo>
                    <a:pt x="400" y="461"/>
                    <a:pt x="438" y="444"/>
                    <a:pt x="465" y="412"/>
                  </a:cubicBezTo>
                  <a:cubicBezTo>
                    <a:pt x="506" y="364"/>
                    <a:pt x="528" y="300"/>
                    <a:pt x="529" y="236"/>
                  </a:cubicBezTo>
                  <a:cubicBezTo>
                    <a:pt x="532" y="171"/>
                    <a:pt x="508" y="102"/>
                    <a:pt x="458" y="58"/>
                  </a:cubicBezTo>
                  <a:cubicBezTo>
                    <a:pt x="413" y="18"/>
                    <a:pt x="353" y="0"/>
                    <a:pt x="292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500" lIns="91425" spcFirstLastPara="1" rIns="91425" wrap="square" tIns="11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71" name="Google Shape;1971;p13"/>
            <p:cNvSpPr/>
            <p:nvPr/>
          </p:nvSpPr>
          <p:spPr>
            <a:xfrm>
              <a:off x="1922040" y="291960"/>
              <a:ext cx="18720" cy="21240"/>
            </a:xfrm>
            <a:custGeom>
              <a:rect b="b" l="l" r="r" t="t"/>
              <a:pathLst>
                <a:path extrusionOk="0" h="429" w="378">
                  <a:moveTo>
                    <a:pt x="249" y="137"/>
                  </a:moveTo>
                  <a:cubicBezTo>
                    <a:pt x="250" y="138"/>
                    <a:pt x="251" y="141"/>
                    <a:pt x="253" y="144"/>
                  </a:cubicBezTo>
                  <a:cubicBezTo>
                    <a:pt x="252" y="140"/>
                    <a:pt x="252" y="138"/>
                    <a:pt x="249" y="137"/>
                  </a:cubicBezTo>
                  <a:close/>
                  <a:moveTo>
                    <a:pt x="263" y="238"/>
                  </a:moveTo>
                  <a:cubicBezTo>
                    <a:pt x="263" y="238"/>
                    <a:pt x="262" y="240"/>
                    <a:pt x="263" y="245"/>
                  </a:cubicBezTo>
                  <a:lnTo>
                    <a:pt x="263" y="245"/>
                  </a:lnTo>
                  <a:cubicBezTo>
                    <a:pt x="263" y="244"/>
                    <a:pt x="263" y="244"/>
                    <a:pt x="263" y="243"/>
                  </a:cubicBezTo>
                  <a:cubicBezTo>
                    <a:pt x="264" y="240"/>
                    <a:pt x="264" y="238"/>
                    <a:pt x="263" y="238"/>
                  </a:cubicBezTo>
                  <a:close/>
                  <a:moveTo>
                    <a:pt x="256" y="271"/>
                  </a:moveTo>
                  <a:lnTo>
                    <a:pt x="256" y="271"/>
                  </a:lnTo>
                  <a:cubicBezTo>
                    <a:pt x="256" y="271"/>
                    <a:pt x="256" y="272"/>
                    <a:pt x="255" y="274"/>
                  </a:cubicBezTo>
                  <a:lnTo>
                    <a:pt x="255" y="274"/>
                  </a:lnTo>
                  <a:cubicBezTo>
                    <a:pt x="255" y="273"/>
                    <a:pt x="255" y="272"/>
                    <a:pt x="256" y="271"/>
                  </a:cubicBezTo>
                  <a:close/>
                  <a:moveTo>
                    <a:pt x="121" y="270"/>
                  </a:moveTo>
                  <a:cubicBezTo>
                    <a:pt x="121" y="270"/>
                    <a:pt x="121" y="271"/>
                    <a:pt x="122" y="273"/>
                  </a:cubicBezTo>
                  <a:lnTo>
                    <a:pt x="122" y="273"/>
                  </a:lnTo>
                  <a:cubicBezTo>
                    <a:pt x="122" y="273"/>
                    <a:pt x="122" y="273"/>
                    <a:pt x="122" y="273"/>
                  </a:cubicBezTo>
                  <a:lnTo>
                    <a:pt x="122" y="273"/>
                  </a:lnTo>
                  <a:cubicBezTo>
                    <a:pt x="122" y="274"/>
                    <a:pt x="122" y="274"/>
                    <a:pt x="122" y="274"/>
                  </a:cubicBezTo>
                  <a:lnTo>
                    <a:pt x="122" y="274"/>
                  </a:lnTo>
                  <a:cubicBezTo>
                    <a:pt x="122" y="273"/>
                    <a:pt x="121" y="273"/>
                    <a:pt x="121" y="273"/>
                  </a:cubicBezTo>
                  <a:cubicBezTo>
                    <a:pt x="121" y="271"/>
                    <a:pt x="121" y="270"/>
                    <a:pt x="121" y="270"/>
                  </a:cubicBezTo>
                  <a:close/>
                  <a:moveTo>
                    <a:pt x="221" y="307"/>
                  </a:moveTo>
                  <a:cubicBezTo>
                    <a:pt x="221" y="307"/>
                    <a:pt x="222" y="308"/>
                    <a:pt x="222" y="308"/>
                  </a:cubicBezTo>
                  <a:lnTo>
                    <a:pt x="222" y="308"/>
                  </a:lnTo>
                  <a:cubicBezTo>
                    <a:pt x="222" y="308"/>
                    <a:pt x="221" y="308"/>
                    <a:pt x="221" y="308"/>
                  </a:cubicBezTo>
                  <a:cubicBezTo>
                    <a:pt x="220" y="308"/>
                    <a:pt x="220" y="308"/>
                    <a:pt x="220" y="308"/>
                  </a:cubicBezTo>
                  <a:lnTo>
                    <a:pt x="220" y="308"/>
                  </a:lnTo>
                  <a:cubicBezTo>
                    <a:pt x="220" y="307"/>
                    <a:pt x="220" y="307"/>
                    <a:pt x="221" y="307"/>
                  </a:cubicBezTo>
                  <a:close/>
                  <a:moveTo>
                    <a:pt x="220" y="308"/>
                  </a:moveTo>
                  <a:cubicBezTo>
                    <a:pt x="219" y="308"/>
                    <a:pt x="218" y="308"/>
                    <a:pt x="218" y="308"/>
                  </a:cubicBezTo>
                  <a:cubicBezTo>
                    <a:pt x="217" y="308"/>
                    <a:pt x="216" y="308"/>
                    <a:pt x="215" y="308"/>
                  </a:cubicBezTo>
                  <a:lnTo>
                    <a:pt x="215" y="308"/>
                  </a:lnTo>
                  <a:cubicBezTo>
                    <a:pt x="217" y="308"/>
                    <a:pt x="218" y="308"/>
                    <a:pt x="220" y="308"/>
                  </a:cubicBezTo>
                  <a:close/>
                  <a:moveTo>
                    <a:pt x="185" y="308"/>
                  </a:moveTo>
                  <a:cubicBezTo>
                    <a:pt x="186" y="308"/>
                    <a:pt x="189" y="308"/>
                    <a:pt x="195" y="309"/>
                  </a:cubicBezTo>
                  <a:lnTo>
                    <a:pt x="191" y="309"/>
                  </a:lnTo>
                  <a:cubicBezTo>
                    <a:pt x="187" y="309"/>
                    <a:pt x="182" y="308"/>
                    <a:pt x="185" y="308"/>
                  </a:cubicBezTo>
                  <a:close/>
                  <a:moveTo>
                    <a:pt x="239" y="0"/>
                  </a:moveTo>
                  <a:cubicBezTo>
                    <a:pt x="211" y="0"/>
                    <a:pt x="185" y="13"/>
                    <a:pt x="162" y="32"/>
                  </a:cubicBezTo>
                  <a:cubicBezTo>
                    <a:pt x="140" y="51"/>
                    <a:pt x="141" y="94"/>
                    <a:pt x="162" y="114"/>
                  </a:cubicBezTo>
                  <a:cubicBezTo>
                    <a:pt x="174" y="125"/>
                    <a:pt x="188" y="130"/>
                    <a:pt x="202" y="130"/>
                  </a:cubicBezTo>
                  <a:cubicBezTo>
                    <a:pt x="215" y="130"/>
                    <a:pt x="227" y="126"/>
                    <a:pt x="238" y="118"/>
                  </a:cubicBezTo>
                  <a:lnTo>
                    <a:pt x="238" y="118"/>
                  </a:lnTo>
                  <a:cubicBezTo>
                    <a:pt x="242" y="124"/>
                    <a:pt x="246" y="130"/>
                    <a:pt x="249" y="136"/>
                  </a:cubicBezTo>
                  <a:cubicBezTo>
                    <a:pt x="249" y="137"/>
                    <a:pt x="249" y="137"/>
                    <a:pt x="249" y="137"/>
                  </a:cubicBezTo>
                  <a:lnTo>
                    <a:pt x="249" y="137"/>
                  </a:lnTo>
                  <a:cubicBezTo>
                    <a:pt x="248" y="134"/>
                    <a:pt x="248" y="133"/>
                    <a:pt x="248" y="133"/>
                  </a:cubicBezTo>
                  <a:lnTo>
                    <a:pt x="248" y="133"/>
                  </a:lnTo>
                  <a:cubicBezTo>
                    <a:pt x="249" y="133"/>
                    <a:pt x="250" y="135"/>
                    <a:pt x="252" y="138"/>
                  </a:cubicBezTo>
                  <a:cubicBezTo>
                    <a:pt x="253" y="144"/>
                    <a:pt x="255" y="146"/>
                    <a:pt x="256" y="152"/>
                  </a:cubicBezTo>
                  <a:cubicBezTo>
                    <a:pt x="260" y="163"/>
                    <a:pt x="262" y="172"/>
                    <a:pt x="263" y="182"/>
                  </a:cubicBezTo>
                  <a:cubicBezTo>
                    <a:pt x="263" y="182"/>
                    <a:pt x="263" y="182"/>
                    <a:pt x="263" y="182"/>
                  </a:cubicBezTo>
                  <a:lnTo>
                    <a:pt x="263" y="182"/>
                  </a:lnTo>
                  <a:cubicBezTo>
                    <a:pt x="263" y="182"/>
                    <a:pt x="263" y="182"/>
                    <a:pt x="263" y="182"/>
                  </a:cubicBezTo>
                  <a:lnTo>
                    <a:pt x="263" y="182"/>
                  </a:lnTo>
                  <a:cubicBezTo>
                    <a:pt x="264" y="185"/>
                    <a:pt x="264" y="189"/>
                    <a:pt x="264" y="191"/>
                  </a:cubicBezTo>
                  <a:lnTo>
                    <a:pt x="264" y="191"/>
                  </a:lnTo>
                  <a:cubicBezTo>
                    <a:pt x="263" y="188"/>
                    <a:pt x="263" y="185"/>
                    <a:pt x="263" y="182"/>
                  </a:cubicBezTo>
                  <a:lnTo>
                    <a:pt x="263" y="182"/>
                  </a:lnTo>
                  <a:cubicBezTo>
                    <a:pt x="263" y="190"/>
                    <a:pt x="263" y="192"/>
                    <a:pt x="264" y="192"/>
                  </a:cubicBezTo>
                  <a:cubicBezTo>
                    <a:pt x="264" y="192"/>
                    <a:pt x="264" y="192"/>
                    <a:pt x="264" y="191"/>
                  </a:cubicBezTo>
                  <a:lnTo>
                    <a:pt x="264" y="191"/>
                  </a:lnTo>
                  <a:cubicBezTo>
                    <a:pt x="264" y="194"/>
                    <a:pt x="265" y="198"/>
                    <a:pt x="265" y="202"/>
                  </a:cubicBezTo>
                  <a:lnTo>
                    <a:pt x="265" y="231"/>
                  </a:lnTo>
                  <a:cubicBezTo>
                    <a:pt x="265" y="237"/>
                    <a:pt x="263" y="243"/>
                    <a:pt x="263" y="248"/>
                  </a:cubicBezTo>
                  <a:cubicBezTo>
                    <a:pt x="263" y="247"/>
                    <a:pt x="263" y="246"/>
                    <a:pt x="263" y="245"/>
                  </a:cubicBezTo>
                  <a:lnTo>
                    <a:pt x="263" y="245"/>
                  </a:lnTo>
                  <a:cubicBezTo>
                    <a:pt x="262" y="248"/>
                    <a:pt x="262" y="251"/>
                    <a:pt x="262" y="253"/>
                  </a:cubicBezTo>
                  <a:cubicBezTo>
                    <a:pt x="261" y="259"/>
                    <a:pt x="258" y="265"/>
                    <a:pt x="256" y="271"/>
                  </a:cubicBezTo>
                  <a:lnTo>
                    <a:pt x="256" y="271"/>
                  </a:lnTo>
                  <a:cubicBezTo>
                    <a:pt x="256" y="270"/>
                    <a:pt x="256" y="270"/>
                    <a:pt x="256" y="270"/>
                  </a:cubicBezTo>
                  <a:lnTo>
                    <a:pt x="256" y="270"/>
                  </a:lnTo>
                  <a:cubicBezTo>
                    <a:pt x="255" y="270"/>
                    <a:pt x="254" y="272"/>
                    <a:pt x="254" y="276"/>
                  </a:cubicBezTo>
                  <a:lnTo>
                    <a:pt x="254" y="276"/>
                  </a:lnTo>
                  <a:cubicBezTo>
                    <a:pt x="254" y="276"/>
                    <a:pt x="254" y="275"/>
                    <a:pt x="255" y="274"/>
                  </a:cubicBezTo>
                  <a:cubicBezTo>
                    <a:pt x="255" y="274"/>
                    <a:pt x="255" y="274"/>
                    <a:pt x="255" y="274"/>
                  </a:cubicBezTo>
                  <a:lnTo>
                    <a:pt x="255" y="274"/>
                  </a:lnTo>
                  <a:cubicBezTo>
                    <a:pt x="254" y="276"/>
                    <a:pt x="254" y="278"/>
                    <a:pt x="253" y="280"/>
                  </a:cubicBezTo>
                  <a:cubicBezTo>
                    <a:pt x="253" y="278"/>
                    <a:pt x="253" y="277"/>
                    <a:pt x="254" y="276"/>
                  </a:cubicBezTo>
                  <a:lnTo>
                    <a:pt x="254" y="276"/>
                  </a:lnTo>
                  <a:cubicBezTo>
                    <a:pt x="253" y="278"/>
                    <a:pt x="252" y="280"/>
                    <a:pt x="250" y="281"/>
                  </a:cubicBezTo>
                  <a:cubicBezTo>
                    <a:pt x="249" y="285"/>
                    <a:pt x="246" y="291"/>
                    <a:pt x="243" y="294"/>
                  </a:cubicBezTo>
                  <a:cubicBezTo>
                    <a:pt x="243" y="294"/>
                    <a:pt x="243" y="294"/>
                    <a:pt x="243" y="294"/>
                  </a:cubicBezTo>
                  <a:lnTo>
                    <a:pt x="243" y="294"/>
                  </a:lnTo>
                  <a:lnTo>
                    <a:pt x="242" y="295"/>
                  </a:lnTo>
                  <a:lnTo>
                    <a:pt x="239" y="298"/>
                  </a:lnTo>
                  <a:lnTo>
                    <a:pt x="239" y="298"/>
                  </a:lnTo>
                  <a:cubicBezTo>
                    <a:pt x="240" y="298"/>
                    <a:pt x="240" y="298"/>
                    <a:pt x="240" y="298"/>
                  </a:cubicBezTo>
                  <a:lnTo>
                    <a:pt x="240" y="298"/>
                  </a:lnTo>
                  <a:cubicBezTo>
                    <a:pt x="240" y="298"/>
                    <a:pt x="240" y="298"/>
                    <a:pt x="239" y="299"/>
                  </a:cubicBezTo>
                  <a:lnTo>
                    <a:pt x="239" y="299"/>
                  </a:lnTo>
                  <a:lnTo>
                    <a:pt x="239" y="298"/>
                  </a:lnTo>
                  <a:lnTo>
                    <a:pt x="239" y="298"/>
                  </a:lnTo>
                  <a:cubicBezTo>
                    <a:pt x="236" y="300"/>
                    <a:pt x="234" y="301"/>
                    <a:pt x="234" y="302"/>
                  </a:cubicBezTo>
                  <a:lnTo>
                    <a:pt x="234" y="302"/>
                  </a:lnTo>
                  <a:cubicBezTo>
                    <a:pt x="235" y="301"/>
                    <a:pt x="238" y="300"/>
                    <a:pt x="239" y="299"/>
                  </a:cubicBezTo>
                  <a:lnTo>
                    <a:pt x="239" y="299"/>
                  </a:lnTo>
                  <a:lnTo>
                    <a:pt x="238" y="301"/>
                  </a:lnTo>
                  <a:cubicBezTo>
                    <a:pt x="236" y="303"/>
                    <a:pt x="234" y="304"/>
                    <a:pt x="234" y="304"/>
                  </a:cubicBezTo>
                  <a:cubicBezTo>
                    <a:pt x="233" y="304"/>
                    <a:pt x="233" y="303"/>
                    <a:pt x="234" y="302"/>
                  </a:cubicBezTo>
                  <a:lnTo>
                    <a:pt x="234" y="302"/>
                  </a:lnTo>
                  <a:cubicBezTo>
                    <a:pt x="232" y="303"/>
                    <a:pt x="231" y="304"/>
                    <a:pt x="231" y="305"/>
                  </a:cubicBezTo>
                  <a:cubicBezTo>
                    <a:pt x="228" y="305"/>
                    <a:pt x="226" y="307"/>
                    <a:pt x="225" y="307"/>
                  </a:cubicBezTo>
                  <a:cubicBezTo>
                    <a:pt x="224" y="307"/>
                    <a:pt x="222" y="307"/>
                    <a:pt x="221" y="307"/>
                  </a:cubicBezTo>
                  <a:lnTo>
                    <a:pt x="221" y="307"/>
                  </a:lnTo>
                  <a:cubicBezTo>
                    <a:pt x="219" y="307"/>
                    <a:pt x="218" y="307"/>
                    <a:pt x="216" y="307"/>
                  </a:cubicBezTo>
                  <a:cubicBezTo>
                    <a:pt x="212" y="307"/>
                    <a:pt x="212" y="308"/>
                    <a:pt x="215" y="308"/>
                  </a:cubicBezTo>
                  <a:cubicBezTo>
                    <a:pt x="215" y="308"/>
                    <a:pt x="215" y="308"/>
                    <a:pt x="215" y="308"/>
                  </a:cubicBezTo>
                  <a:lnTo>
                    <a:pt x="215" y="308"/>
                  </a:lnTo>
                  <a:cubicBezTo>
                    <a:pt x="213" y="309"/>
                    <a:pt x="211" y="309"/>
                    <a:pt x="209" y="309"/>
                  </a:cubicBezTo>
                  <a:lnTo>
                    <a:pt x="195" y="309"/>
                  </a:lnTo>
                  <a:cubicBezTo>
                    <a:pt x="191" y="308"/>
                    <a:pt x="185" y="308"/>
                    <a:pt x="182" y="308"/>
                  </a:cubicBezTo>
                  <a:cubicBezTo>
                    <a:pt x="177" y="307"/>
                    <a:pt x="170" y="305"/>
                    <a:pt x="164" y="302"/>
                  </a:cubicBezTo>
                  <a:cubicBezTo>
                    <a:pt x="161" y="301"/>
                    <a:pt x="160" y="301"/>
                    <a:pt x="155" y="299"/>
                  </a:cubicBezTo>
                  <a:cubicBezTo>
                    <a:pt x="150" y="295"/>
                    <a:pt x="145" y="294"/>
                    <a:pt x="140" y="291"/>
                  </a:cubicBezTo>
                  <a:cubicBezTo>
                    <a:pt x="138" y="288"/>
                    <a:pt x="134" y="287"/>
                    <a:pt x="133" y="285"/>
                  </a:cubicBezTo>
                  <a:lnTo>
                    <a:pt x="127" y="280"/>
                  </a:lnTo>
                  <a:cubicBezTo>
                    <a:pt x="126" y="279"/>
                    <a:pt x="126" y="279"/>
                    <a:pt x="125" y="278"/>
                  </a:cubicBezTo>
                  <a:lnTo>
                    <a:pt x="125" y="278"/>
                  </a:lnTo>
                  <a:cubicBezTo>
                    <a:pt x="125" y="276"/>
                    <a:pt x="124" y="274"/>
                    <a:pt x="124" y="273"/>
                  </a:cubicBezTo>
                  <a:cubicBezTo>
                    <a:pt x="124" y="271"/>
                    <a:pt x="126" y="270"/>
                    <a:pt x="126" y="267"/>
                  </a:cubicBezTo>
                  <a:cubicBezTo>
                    <a:pt x="134" y="238"/>
                    <a:pt x="114" y="203"/>
                    <a:pt x="85" y="196"/>
                  </a:cubicBezTo>
                  <a:cubicBezTo>
                    <a:pt x="83" y="196"/>
                    <a:pt x="82" y="196"/>
                    <a:pt x="81" y="196"/>
                  </a:cubicBezTo>
                  <a:cubicBezTo>
                    <a:pt x="51" y="196"/>
                    <a:pt x="20" y="213"/>
                    <a:pt x="12" y="243"/>
                  </a:cubicBezTo>
                  <a:cubicBezTo>
                    <a:pt x="1" y="278"/>
                    <a:pt x="7" y="319"/>
                    <a:pt x="29" y="349"/>
                  </a:cubicBezTo>
                  <a:cubicBezTo>
                    <a:pt x="55" y="382"/>
                    <a:pt x="86" y="403"/>
                    <a:pt x="123" y="414"/>
                  </a:cubicBezTo>
                  <a:cubicBezTo>
                    <a:pt x="148" y="423"/>
                    <a:pt x="175" y="429"/>
                    <a:pt x="202" y="429"/>
                  </a:cubicBezTo>
                  <a:cubicBezTo>
                    <a:pt x="244" y="429"/>
                    <a:pt x="285" y="416"/>
                    <a:pt x="317" y="386"/>
                  </a:cubicBezTo>
                  <a:cubicBezTo>
                    <a:pt x="361" y="345"/>
                    <a:pt x="378" y="280"/>
                    <a:pt x="378" y="221"/>
                  </a:cubicBezTo>
                  <a:cubicBezTo>
                    <a:pt x="378" y="168"/>
                    <a:pt x="367" y="108"/>
                    <a:pt x="335" y="61"/>
                  </a:cubicBezTo>
                  <a:cubicBezTo>
                    <a:pt x="318" y="36"/>
                    <a:pt x="296" y="12"/>
                    <a:pt x="263" y="3"/>
                  </a:cubicBezTo>
                  <a:cubicBezTo>
                    <a:pt x="255" y="1"/>
                    <a:pt x="247" y="0"/>
                    <a:pt x="239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800" lIns="91425" spcFirstLastPara="1" rIns="91425" wrap="square" tIns="10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72" name="Google Shape;1972;p13"/>
            <p:cNvSpPr/>
            <p:nvPr/>
          </p:nvSpPr>
          <p:spPr>
            <a:xfrm>
              <a:off x="1964880" y="264600"/>
              <a:ext cx="18000" cy="19800"/>
            </a:xfrm>
            <a:custGeom>
              <a:rect b="b" l="l" r="r" t="t"/>
              <a:pathLst>
                <a:path extrusionOk="0" h="400" w="363">
                  <a:moveTo>
                    <a:pt x="167" y="115"/>
                  </a:moveTo>
                  <a:cubicBezTo>
                    <a:pt x="168" y="116"/>
                    <a:pt x="170" y="117"/>
                    <a:pt x="172" y="117"/>
                  </a:cubicBezTo>
                  <a:lnTo>
                    <a:pt x="172" y="117"/>
                  </a:lnTo>
                  <a:cubicBezTo>
                    <a:pt x="169" y="117"/>
                    <a:pt x="167" y="116"/>
                    <a:pt x="167" y="115"/>
                  </a:cubicBezTo>
                  <a:close/>
                  <a:moveTo>
                    <a:pt x="194" y="127"/>
                  </a:moveTo>
                  <a:lnTo>
                    <a:pt x="194" y="127"/>
                  </a:lnTo>
                  <a:cubicBezTo>
                    <a:pt x="195" y="127"/>
                    <a:pt x="196" y="128"/>
                    <a:pt x="196" y="128"/>
                  </a:cubicBezTo>
                  <a:cubicBezTo>
                    <a:pt x="199" y="129"/>
                    <a:pt x="200" y="131"/>
                    <a:pt x="200" y="131"/>
                  </a:cubicBezTo>
                  <a:lnTo>
                    <a:pt x="200" y="131"/>
                  </a:lnTo>
                  <a:cubicBezTo>
                    <a:pt x="198" y="129"/>
                    <a:pt x="195" y="128"/>
                    <a:pt x="194" y="127"/>
                  </a:cubicBezTo>
                  <a:close/>
                  <a:moveTo>
                    <a:pt x="216" y="154"/>
                  </a:moveTo>
                  <a:cubicBezTo>
                    <a:pt x="217" y="154"/>
                    <a:pt x="218" y="157"/>
                    <a:pt x="219" y="160"/>
                  </a:cubicBezTo>
                  <a:cubicBezTo>
                    <a:pt x="219" y="161"/>
                    <a:pt x="219" y="161"/>
                    <a:pt x="219" y="161"/>
                  </a:cubicBezTo>
                  <a:lnTo>
                    <a:pt x="219" y="161"/>
                  </a:lnTo>
                  <a:cubicBezTo>
                    <a:pt x="216" y="156"/>
                    <a:pt x="216" y="154"/>
                    <a:pt x="216" y="154"/>
                  </a:cubicBezTo>
                  <a:close/>
                  <a:moveTo>
                    <a:pt x="223" y="218"/>
                  </a:moveTo>
                  <a:cubicBezTo>
                    <a:pt x="223" y="218"/>
                    <a:pt x="222" y="219"/>
                    <a:pt x="222" y="224"/>
                  </a:cubicBezTo>
                  <a:lnTo>
                    <a:pt x="222" y="224"/>
                  </a:lnTo>
                  <a:cubicBezTo>
                    <a:pt x="223" y="220"/>
                    <a:pt x="223" y="218"/>
                    <a:pt x="223" y="218"/>
                  </a:cubicBezTo>
                  <a:close/>
                  <a:moveTo>
                    <a:pt x="206" y="270"/>
                  </a:moveTo>
                  <a:lnTo>
                    <a:pt x="206" y="270"/>
                  </a:lnTo>
                  <a:cubicBezTo>
                    <a:pt x="203" y="272"/>
                    <a:pt x="203" y="273"/>
                    <a:pt x="203" y="273"/>
                  </a:cubicBezTo>
                  <a:cubicBezTo>
                    <a:pt x="204" y="273"/>
                    <a:pt x="205" y="272"/>
                    <a:pt x="206" y="270"/>
                  </a:cubicBezTo>
                  <a:close/>
                  <a:moveTo>
                    <a:pt x="205" y="274"/>
                  </a:moveTo>
                  <a:cubicBezTo>
                    <a:pt x="205" y="274"/>
                    <a:pt x="205" y="274"/>
                    <a:pt x="204" y="274"/>
                  </a:cubicBezTo>
                  <a:lnTo>
                    <a:pt x="204" y="274"/>
                  </a:lnTo>
                  <a:cubicBezTo>
                    <a:pt x="205" y="274"/>
                    <a:pt x="205" y="274"/>
                    <a:pt x="205" y="274"/>
                  </a:cubicBezTo>
                  <a:close/>
                  <a:moveTo>
                    <a:pt x="194" y="281"/>
                  </a:moveTo>
                  <a:cubicBezTo>
                    <a:pt x="192" y="282"/>
                    <a:pt x="191" y="282"/>
                    <a:pt x="187" y="284"/>
                  </a:cubicBezTo>
                  <a:lnTo>
                    <a:pt x="194" y="281"/>
                  </a:lnTo>
                  <a:close/>
                  <a:moveTo>
                    <a:pt x="176" y="284"/>
                  </a:moveTo>
                  <a:lnTo>
                    <a:pt x="176" y="284"/>
                  </a:lnTo>
                  <a:cubicBezTo>
                    <a:pt x="176" y="284"/>
                    <a:pt x="176" y="285"/>
                    <a:pt x="176" y="285"/>
                  </a:cubicBezTo>
                  <a:lnTo>
                    <a:pt x="176" y="285"/>
                  </a:lnTo>
                  <a:cubicBezTo>
                    <a:pt x="176" y="285"/>
                    <a:pt x="176" y="285"/>
                    <a:pt x="176" y="285"/>
                  </a:cubicBezTo>
                  <a:lnTo>
                    <a:pt x="176" y="285"/>
                  </a:lnTo>
                  <a:cubicBezTo>
                    <a:pt x="176" y="285"/>
                    <a:pt x="176" y="285"/>
                    <a:pt x="176" y="284"/>
                  </a:cubicBezTo>
                  <a:close/>
                  <a:moveTo>
                    <a:pt x="179" y="284"/>
                  </a:moveTo>
                  <a:cubicBezTo>
                    <a:pt x="180" y="284"/>
                    <a:pt x="182" y="284"/>
                    <a:pt x="184" y="285"/>
                  </a:cubicBezTo>
                  <a:lnTo>
                    <a:pt x="179" y="285"/>
                  </a:lnTo>
                  <a:cubicBezTo>
                    <a:pt x="179" y="285"/>
                    <a:pt x="179" y="285"/>
                    <a:pt x="179" y="285"/>
                  </a:cubicBezTo>
                  <a:lnTo>
                    <a:pt x="179" y="285"/>
                  </a:lnTo>
                  <a:cubicBezTo>
                    <a:pt x="179" y="285"/>
                    <a:pt x="180" y="285"/>
                    <a:pt x="180" y="285"/>
                  </a:cubicBezTo>
                  <a:lnTo>
                    <a:pt x="180" y="285"/>
                  </a:lnTo>
                  <a:cubicBezTo>
                    <a:pt x="179" y="285"/>
                    <a:pt x="179" y="285"/>
                    <a:pt x="178" y="285"/>
                  </a:cubicBezTo>
                  <a:lnTo>
                    <a:pt x="178" y="285"/>
                  </a:lnTo>
                  <a:cubicBezTo>
                    <a:pt x="179" y="285"/>
                    <a:pt x="179" y="285"/>
                    <a:pt x="179" y="285"/>
                  </a:cubicBezTo>
                  <a:lnTo>
                    <a:pt x="179" y="285"/>
                  </a:lnTo>
                  <a:cubicBezTo>
                    <a:pt x="178" y="285"/>
                    <a:pt x="177" y="284"/>
                    <a:pt x="176" y="284"/>
                  </a:cubicBezTo>
                  <a:lnTo>
                    <a:pt x="176" y="284"/>
                  </a:lnTo>
                  <a:cubicBezTo>
                    <a:pt x="176" y="284"/>
                    <a:pt x="176" y="284"/>
                    <a:pt x="176" y="284"/>
                  </a:cubicBezTo>
                  <a:lnTo>
                    <a:pt x="176" y="284"/>
                  </a:lnTo>
                  <a:cubicBezTo>
                    <a:pt x="176" y="284"/>
                    <a:pt x="176" y="284"/>
                    <a:pt x="176" y="284"/>
                  </a:cubicBezTo>
                  <a:lnTo>
                    <a:pt x="176" y="284"/>
                  </a:lnTo>
                  <a:cubicBezTo>
                    <a:pt x="176" y="284"/>
                    <a:pt x="176" y="284"/>
                    <a:pt x="176" y="284"/>
                  </a:cubicBezTo>
                  <a:lnTo>
                    <a:pt x="176" y="284"/>
                  </a:lnTo>
                  <a:cubicBezTo>
                    <a:pt x="177" y="284"/>
                    <a:pt x="178" y="284"/>
                    <a:pt x="179" y="284"/>
                  </a:cubicBezTo>
                  <a:close/>
                  <a:moveTo>
                    <a:pt x="176" y="285"/>
                  </a:moveTo>
                  <a:lnTo>
                    <a:pt x="176" y="285"/>
                  </a:lnTo>
                  <a:cubicBezTo>
                    <a:pt x="177" y="285"/>
                    <a:pt x="178" y="285"/>
                    <a:pt x="178" y="285"/>
                  </a:cubicBezTo>
                  <a:lnTo>
                    <a:pt x="178" y="285"/>
                  </a:lnTo>
                  <a:cubicBezTo>
                    <a:pt x="177" y="285"/>
                    <a:pt x="176" y="285"/>
                    <a:pt x="176" y="285"/>
                  </a:cubicBezTo>
                  <a:lnTo>
                    <a:pt x="176" y="285"/>
                  </a:lnTo>
                  <a:cubicBezTo>
                    <a:pt x="176" y="285"/>
                    <a:pt x="175" y="285"/>
                    <a:pt x="175" y="285"/>
                  </a:cubicBezTo>
                  <a:cubicBezTo>
                    <a:pt x="174" y="286"/>
                    <a:pt x="173" y="286"/>
                    <a:pt x="172" y="286"/>
                  </a:cubicBezTo>
                  <a:cubicBezTo>
                    <a:pt x="172" y="286"/>
                    <a:pt x="173" y="285"/>
                    <a:pt x="176" y="285"/>
                  </a:cubicBezTo>
                  <a:lnTo>
                    <a:pt x="176" y="285"/>
                  </a:lnTo>
                  <a:cubicBezTo>
                    <a:pt x="176" y="285"/>
                    <a:pt x="176" y="285"/>
                    <a:pt x="176" y="285"/>
                  </a:cubicBezTo>
                  <a:lnTo>
                    <a:pt x="176" y="285"/>
                  </a:lnTo>
                  <a:cubicBezTo>
                    <a:pt x="176" y="285"/>
                    <a:pt x="176" y="285"/>
                    <a:pt x="176" y="285"/>
                  </a:cubicBezTo>
                  <a:close/>
                  <a:moveTo>
                    <a:pt x="163" y="0"/>
                  </a:moveTo>
                  <a:cubicBezTo>
                    <a:pt x="134" y="0"/>
                    <a:pt x="107" y="28"/>
                    <a:pt x="107" y="58"/>
                  </a:cubicBezTo>
                  <a:cubicBezTo>
                    <a:pt x="109" y="91"/>
                    <a:pt x="131" y="115"/>
                    <a:pt x="165" y="118"/>
                  </a:cubicBezTo>
                  <a:lnTo>
                    <a:pt x="174" y="118"/>
                  </a:lnTo>
                  <a:cubicBezTo>
                    <a:pt x="174" y="118"/>
                    <a:pt x="174" y="118"/>
                    <a:pt x="174" y="118"/>
                  </a:cubicBezTo>
                  <a:lnTo>
                    <a:pt x="174" y="118"/>
                  </a:lnTo>
                  <a:cubicBezTo>
                    <a:pt x="176" y="118"/>
                    <a:pt x="178" y="119"/>
                    <a:pt x="179" y="119"/>
                  </a:cubicBezTo>
                  <a:cubicBezTo>
                    <a:pt x="179" y="119"/>
                    <a:pt x="179" y="119"/>
                    <a:pt x="179" y="119"/>
                  </a:cubicBezTo>
                  <a:lnTo>
                    <a:pt x="179" y="119"/>
                  </a:lnTo>
                  <a:cubicBezTo>
                    <a:pt x="179" y="119"/>
                    <a:pt x="179" y="119"/>
                    <a:pt x="179" y="119"/>
                  </a:cubicBezTo>
                  <a:lnTo>
                    <a:pt x="179" y="119"/>
                  </a:lnTo>
                  <a:cubicBezTo>
                    <a:pt x="183" y="120"/>
                    <a:pt x="186" y="122"/>
                    <a:pt x="188" y="123"/>
                  </a:cubicBezTo>
                  <a:lnTo>
                    <a:pt x="188" y="123"/>
                  </a:lnTo>
                  <a:cubicBezTo>
                    <a:pt x="185" y="121"/>
                    <a:pt x="182" y="120"/>
                    <a:pt x="179" y="119"/>
                  </a:cubicBezTo>
                  <a:lnTo>
                    <a:pt x="179" y="119"/>
                  </a:lnTo>
                  <a:cubicBezTo>
                    <a:pt x="185" y="122"/>
                    <a:pt x="188" y="123"/>
                    <a:pt x="188" y="123"/>
                  </a:cubicBezTo>
                  <a:cubicBezTo>
                    <a:pt x="188" y="123"/>
                    <a:pt x="188" y="123"/>
                    <a:pt x="188" y="123"/>
                  </a:cubicBezTo>
                  <a:lnTo>
                    <a:pt x="188" y="123"/>
                  </a:lnTo>
                  <a:cubicBezTo>
                    <a:pt x="189" y="124"/>
                    <a:pt x="191" y="125"/>
                    <a:pt x="192" y="126"/>
                  </a:cubicBezTo>
                  <a:cubicBezTo>
                    <a:pt x="192" y="126"/>
                    <a:pt x="193" y="126"/>
                    <a:pt x="193" y="127"/>
                  </a:cubicBezTo>
                  <a:lnTo>
                    <a:pt x="193" y="127"/>
                  </a:lnTo>
                  <a:cubicBezTo>
                    <a:pt x="193" y="126"/>
                    <a:pt x="193" y="126"/>
                    <a:pt x="192" y="125"/>
                  </a:cubicBezTo>
                  <a:lnTo>
                    <a:pt x="192" y="125"/>
                  </a:lnTo>
                  <a:cubicBezTo>
                    <a:pt x="193" y="126"/>
                    <a:pt x="193" y="126"/>
                    <a:pt x="194" y="127"/>
                  </a:cubicBezTo>
                  <a:lnTo>
                    <a:pt x="194" y="127"/>
                  </a:lnTo>
                  <a:cubicBezTo>
                    <a:pt x="193" y="127"/>
                    <a:pt x="193" y="127"/>
                    <a:pt x="193" y="127"/>
                  </a:cubicBezTo>
                  <a:lnTo>
                    <a:pt x="193" y="127"/>
                  </a:lnTo>
                  <a:cubicBezTo>
                    <a:pt x="196" y="130"/>
                    <a:pt x="198" y="132"/>
                    <a:pt x="199" y="132"/>
                  </a:cubicBezTo>
                  <a:cubicBezTo>
                    <a:pt x="199" y="132"/>
                    <a:pt x="200" y="132"/>
                    <a:pt x="200" y="131"/>
                  </a:cubicBezTo>
                  <a:lnTo>
                    <a:pt x="200" y="131"/>
                  </a:lnTo>
                  <a:cubicBezTo>
                    <a:pt x="200" y="132"/>
                    <a:pt x="200" y="133"/>
                    <a:pt x="201" y="133"/>
                  </a:cubicBezTo>
                  <a:cubicBezTo>
                    <a:pt x="203" y="134"/>
                    <a:pt x="204" y="137"/>
                    <a:pt x="207" y="139"/>
                  </a:cubicBezTo>
                  <a:lnTo>
                    <a:pt x="207" y="139"/>
                  </a:lnTo>
                  <a:cubicBezTo>
                    <a:pt x="207" y="140"/>
                    <a:pt x="208" y="141"/>
                    <a:pt x="208" y="142"/>
                  </a:cubicBezTo>
                  <a:cubicBezTo>
                    <a:pt x="213" y="149"/>
                    <a:pt x="215" y="157"/>
                    <a:pt x="220" y="162"/>
                  </a:cubicBezTo>
                  <a:lnTo>
                    <a:pt x="220" y="162"/>
                  </a:lnTo>
                  <a:cubicBezTo>
                    <a:pt x="220" y="163"/>
                    <a:pt x="221" y="164"/>
                    <a:pt x="221" y="165"/>
                  </a:cubicBezTo>
                  <a:cubicBezTo>
                    <a:pt x="222" y="170"/>
                    <a:pt x="225" y="176"/>
                    <a:pt x="225" y="179"/>
                  </a:cubicBezTo>
                  <a:cubicBezTo>
                    <a:pt x="226" y="183"/>
                    <a:pt x="226" y="189"/>
                    <a:pt x="226" y="192"/>
                  </a:cubicBezTo>
                  <a:cubicBezTo>
                    <a:pt x="227" y="193"/>
                    <a:pt x="227" y="194"/>
                    <a:pt x="227" y="194"/>
                  </a:cubicBezTo>
                  <a:cubicBezTo>
                    <a:pt x="227" y="194"/>
                    <a:pt x="225" y="184"/>
                    <a:pt x="225" y="184"/>
                  </a:cubicBezTo>
                  <a:lnTo>
                    <a:pt x="225" y="192"/>
                  </a:lnTo>
                  <a:cubicBezTo>
                    <a:pt x="225" y="200"/>
                    <a:pt x="226" y="210"/>
                    <a:pt x="225" y="218"/>
                  </a:cubicBezTo>
                  <a:cubicBezTo>
                    <a:pt x="225" y="221"/>
                    <a:pt x="222" y="226"/>
                    <a:pt x="222" y="228"/>
                  </a:cubicBezTo>
                  <a:cubicBezTo>
                    <a:pt x="222" y="227"/>
                    <a:pt x="222" y="225"/>
                    <a:pt x="222" y="224"/>
                  </a:cubicBezTo>
                  <a:lnTo>
                    <a:pt x="222" y="224"/>
                  </a:lnTo>
                  <a:cubicBezTo>
                    <a:pt x="222" y="224"/>
                    <a:pt x="222" y="224"/>
                    <a:pt x="222" y="224"/>
                  </a:cubicBezTo>
                  <a:cubicBezTo>
                    <a:pt x="222" y="226"/>
                    <a:pt x="222" y="227"/>
                    <a:pt x="221" y="228"/>
                  </a:cubicBezTo>
                  <a:cubicBezTo>
                    <a:pt x="219" y="236"/>
                    <a:pt x="216" y="243"/>
                    <a:pt x="215" y="250"/>
                  </a:cubicBezTo>
                  <a:lnTo>
                    <a:pt x="215" y="250"/>
                  </a:lnTo>
                  <a:cubicBezTo>
                    <a:pt x="213" y="253"/>
                    <a:pt x="213" y="254"/>
                    <a:pt x="213" y="255"/>
                  </a:cubicBezTo>
                  <a:lnTo>
                    <a:pt x="208" y="267"/>
                  </a:lnTo>
                  <a:cubicBezTo>
                    <a:pt x="208" y="268"/>
                    <a:pt x="206" y="268"/>
                    <a:pt x="206" y="269"/>
                  </a:cubicBezTo>
                  <a:cubicBezTo>
                    <a:pt x="206" y="270"/>
                    <a:pt x="206" y="270"/>
                    <a:pt x="206" y="270"/>
                  </a:cubicBezTo>
                  <a:lnTo>
                    <a:pt x="206" y="270"/>
                  </a:lnTo>
                  <a:cubicBezTo>
                    <a:pt x="207" y="269"/>
                    <a:pt x="207" y="269"/>
                    <a:pt x="208" y="269"/>
                  </a:cubicBezTo>
                  <a:lnTo>
                    <a:pt x="208" y="269"/>
                  </a:lnTo>
                  <a:cubicBezTo>
                    <a:pt x="205" y="271"/>
                    <a:pt x="204" y="274"/>
                    <a:pt x="201" y="275"/>
                  </a:cubicBezTo>
                  <a:cubicBezTo>
                    <a:pt x="199" y="276"/>
                    <a:pt x="198" y="277"/>
                    <a:pt x="198" y="278"/>
                  </a:cubicBezTo>
                  <a:lnTo>
                    <a:pt x="198" y="278"/>
                  </a:lnTo>
                  <a:cubicBezTo>
                    <a:pt x="197" y="279"/>
                    <a:pt x="195" y="280"/>
                    <a:pt x="194" y="281"/>
                  </a:cubicBezTo>
                  <a:cubicBezTo>
                    <a:pt x="194" y="281"/>
                    <a:pt x="194" y="281"/>
                    <a:pt x="194" y="281"/>
                  </a:cubicBezTo>
                  <a:lnTo>
                    <a:pt x="194" y="281"/>
                  </a:lnTo>
                  <a:cubicBezTo>
                    <a:pt x="191" y="281"/>
                    <a:pt x="184" y="284"/>
                    <a:pt x="179" y="284"/>
                  </a:cubicBezTo>
                  <a:cubicBezTo>
                    <a:pt x="178" y="284"/>
                    <a:pt x="177" y="284"/>
                    <a:pt x="176" y="284"/>
                  </a:cubicBezTo>
                  <a:lnTo>
                    <a:pt x="176" y="284"/>
                  </a:lnTo>
                  <a:cubicBezTo>
                    <a:pt x="176" y="284"/>
                    <a:pt x="176" y="284"/>
                    <a:pt x="176" y="284"/>
                  </a:cubicBezTo>
                  <a:cubicBezTo>
                    <a:pt x="176" y="284"/>
                    <a:pt x="176" y="284"/>
                    <a:pt x="176" y="284"/>
                  </a:cubicBezTo>
                  <a:lnTo>
                    <a:pt x="176" y="284"/>
                  </a:lnTo>
                  <a:cubicBezTo>
                    <a:pt x="174" y="284"/>
                    <a:pt x="173" y="284"/>
                    <a:pt x="172" y="284"/>
                  </a:cubicBezTo>
                  <a:cubicBezTo>
                    <a:pt x="171" y="284"/>
                    <a:pt x="170" y="282"/>
                    <a:pt x="168" y="282"/>
                  </a:cubicBezTo>
                  <a:cubicBezTo>
                    <a:pt x="166" y="282"/>
                    <a:pt x="165" y="281"/>
                    <a:pt x="164" y="281"/>
                  </a:cubicBezTo>
                  <a:lnTo>
                    <a:pt x="164" y="281"/>
                  </a:lnTo>
                  <a:cubicBezTo>
                    <a:pt x="155" y="277"/>
                    <a:pt x="147" y="273"/>
                    <a:pt x="140" y="267"/>
                  </a:cubicBezTo>
                  <a:cubicBezTo>
                    <a:pt x="137" y="264"/>
                    <a:pt x="129" y="257"/>
                    <a:pt x="128" y="257"/>
                  </a:cubicBezTo>
                  <a:lnTo>
                    <a:pt x="128" y="257"/>
                  </a:lnTo>
                  <a:cubicBezTo>
                    <a:pt x="128" y="257"/>
                    <a:pt x="130" y="258"/>
                    <a:pt x="134" y="262"/>
                  </a:cubicBezTo>
                  <a:cubicBezTo>
                    <a:pt x="130" y="260"/>
                    <a:pt x="126" y="255"/>
                    <a:pt x="121" y="252"/>
                  </a:cubicBezTo>
                  <a:lnTo>
                    <a:pt x="116" y="246"/>
                  </a:lnTo>
                  <a:lnTo>
                    <a:pt x="116" y="246"/>
                  </a:lnTo>
                  <a:cubicBezTo>
                    <a:pt x="115" y="237"/>
                    <a:pt x="113" y="227"/>
                    <a:pt x="107" y="218"/>
                  </a:cubicBezTo>
                  <a:cubicBezTo>
                    <a:pt x="98" y="201"/>
                    <a:pt x="78" y="188"/>
                    <a:pt x="59" y="188"/>
                  </a:cubicBezTo>
                  <a:cubicBezTo>
                    <a:pt x="50" y="188"/>
                    <a:pt x="41" y="191"/>
                    <a:pt x="33" y="197"/>
                  </a:cubicBezTo>
                  <a:cubicBezTo>
                    <a:pt x="14" y="211"/>
                    <a:pt x="1" y="228"/>
                    <a:pt x="1" y="255"/>
                  </a:cubicBezTo>
                  <a:cubicBezTo>
                    <a:pt x="1" y="271"/>
                    <a:pt x="7" y="288"/>
                    <a:pt x="15" y="302"/>
                  </a:cubicBezTo>
                  <a:cubicBezTo>
                    <a:pt x="33" y="326"/>
                    <a:pt x="56" y="347"/>
                    <a:pt x="80" y="363"/>
                  </a:cubicBezTo>
                  <a:cubicBezTo>
                    <a:pt x="104" y="380"/>
                    <a:pt x="130" y="391"/>
                    <a:pt x="157" y="397"/>
                  </a:cubicBezTo>
                  <a:cubicBezTo>
                    <a:pt x="165" y="398"/>
                    <a:pt x="174" y="399"/>
                    <a:pt x="182" y="399"/>
                  </a:cubicBezTo>
                  <a:cubicBezTo>
                    <a:pt x="206" y="399"/>
                    <a:pt x="228" y="393"/>
                    <a:pt x="250" y="381"/>
                  </a:cubicBezTo>
                  <a:cubicBezTo>
                    <a:pt x="352" y="330"/>
                    <a:pt x="362" y="189"/>
                    <a:pt x="318" y="98"/>
                  </a:cubicBezTo>
                  <a:cubicBezTo>
                    <a:pt x="290" y="40"/>
                    <a:pt x="229" y="2"/>
                    <a:pt x="165" y="0"/>
                  </a:cubicBezTo>
                  <a:cubicBezTo>
                    <a:pt x="165" y="0"/>
                    <a:pt x="164" y="0"/>
                    <a:pt x="163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075" lIns="91425" spcFirstLastPara="1" rIns="91425" wrap="square" tIns="100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73" name="Google Shape;1973;p13"/>
            <p:cNvSpPr/>
            <p:nvPr/>
          </p:nvSpPr>
          <p:spPr>
            <a:xfrm>
              <a:off x="1960920" y="354600"/>
              <a:ext cx="16200" cy="19800"/>
            </a:xfrm>
            <a:custGeom>
              <a:rect b="b" l="l" r="r" t="t"/>
              <a:pathLst>
                <a:path extrusionOk="0" h="399" w="327">
                  <a:moveTo>
                    <a:pt x="176" y="113"/>
                  </a:moveTo>
                  <a:lnTo>
                    <a:pt x="176" y="113"/>
                  </a:lnTo>
                  <a:cubicBezTo>
                    <a:pt x="174" y="113"/>
                    <a:pt x="172" y="114"/>
                    <a:pt x="169" y="114"/>
                  </a:cubicBezTo>
                  <a:lnTo>
                    <a:pt x="169" y="114"/>
                  </a:lnTo>
                  <a:cubicBezTo>
                    <a:pt x="171" y="114"/>
                    <a:pt x="174" y="113"/>
                    <a:pt x="176" y="113"/>
                  </a:cubicBezTo>
                  <a:close/>
                  <a:moveTo>
                    <a:pt x="169" y="114"/>
                  </a:moveTo>
                  <a:lnTo>
                    <a:pt x="169" y="114"/>
                  </a:lnTo>
                  <a:cubicBezTo>
                    <a:pt x="166" y="114"/>
                    <a:pt x="162" y="115"/>
                    <a:pt x="159" y="115"/>
                  </a:cubicBezTo>
                  <a:cubicBezTo>
                    <a:pt x="162" y="114"/>
                    <a:pt x="166" y="114"/>
                    <a:pt x="169" y="114"/>
                  </a:cubicBezTo>
                  <a:close/>
                  <a:moveTo>
                    <a:pt x="184" y="114"/>
                  </a:moveTo>
                  <a:cubicBezTo>
                    <a:pt x="188" y="114"/>
                    <a:pt x="191" y="114"/>
                    <a:pt x="193" y="115"/>
                  </a:cubicBezTo>
                  <a:cubicBezTo>
                    <a:pt x="190" y="115"/>
                    <a:pt x="187" y="114"/>
                    <a:pt x="184" y="114"/>
                  </a:cubicBezTo>
                  <a:close/>
                  <a:moveTo>
                    <a:pt x="144" y="119"/>
                  </a:moveTo>
                  <a:cubicBezTo>
                    <a:pt x="144" y="119"/>
                    <a:pt x="144" y="119"/>
                    <a:pt x="143" y="119"/>
                  </a:cubicBezTo>
                  <a:lnTo>
                    <a:pt x="143" y="119"/>
                  </a:lnTo>
                  <a:lnTo>
                    <a:pt x="144" y="119"/>
                  </a:lnTo>
                  <a:cubicBezTo>
                    <a:pt x="144" y="119"/>
                    <a:pt x="144" y="119"/>
                    <a:pt x="144" y="119"/>
                  </a:cubicBezTo>
                  <a:close/>
                  <a:moveTo>
                    <a:pt x="138" y="123"/>
                  </a:moveTo>
                  <a:lnTo>
                    <a:pt x="138" y="123"/>
                  </a:lnTo>
                  <a:cubicBezTo>
                    <a:pt x="138" y="124"/>
                    <a:pt x="137" y="124"/>
                    <a:pt x="137" y="125"/>
                  </a:cubicBezTo>
                  <a:lnTo>
                    <a:pt x="137" y="125"/>
                  </a:lnTo>
                  <a:cubicBezTo>
                    <a:pt x="137" y="124"/>
                    <a:pt x="138" y="124"/>
                    <a:pt x="138" y="123"/>
                  </a:cubicBezTo>
                  <a:close/>
                  <a:moveTo>
                    <a:pt x="208" y="125"/>
                  </a:moveTo>
                  <a:cubicBezTo>
                    <a:pt x="208" y="126"/>
                    <a:pt x="209" y="126"/>
                    <a:pt x="209" y="127"/>
                  </a:cubicBezTo>
                  <a:lnTo>
                    <a:pt x="209" y="127"/>
                  </a:lnTo>
                  <a:lnTo>
                    <a:pt x="209" y="126"/>
                  </a:lnTo>
                  <a:cubicBezTo>
                    <a:pt x="209" y="126"/>
                    <a:pt x="208" y="125"/>
                    <a:pt x="208" y="125"/>
                  </a:cubicBezTo>
                  <a:close/>
                  <a:moveTo>
                    <a:pt x="212" y="123"/>
                  </a:moveTo>
                  <a:lnTo>
                    <a:pt x="212" y="128"/>
                  </a:lnTo>
                  <a:cubicBezTo>
                    <a:pt x="212" y="128"/>
                    <a:pt x="212" y="128"/>
                    <a:pt x="212" y="128"/>
                  </a:cubicBezTo>
                  <a:lnTo>
                    <a:pt x="212" y="128"/>
                  </a:lnTo>
                  <a:cubicBezTo>
                    <a:pt x="212" y="127"/>
                    <a:pt x="211" y="127"/>
                    <a:pt x="211" y="127"/>
                  </a:cubicBezTo>
                  <a:lnTo>
                    <a:pt x="211" y="127"/>
                  </a:lnTo>
                  <a:cubicBezTo>
                    <a:pt x="211" y="127"/>
                    <a:pt x="211" y="126"/>
                    <a:pt x="211" y="126"/>
                  </a:cubicBezTo>
                  <a:lnTo>
                    <a:pt x="211" y="126"/>
                  </a:lnTo>
                  <a:cubicBezTo>
                    <a:pt x="212" y="126"/>
                    <a:pt x="212" y="126"/>
                    <a:pt x="212" y="126"/>
                  </a:cubicBezTo>
                  <a:cubicBezTo>
                    <a:pt x="212" y="126"/>
                    <a:pt x="212" y="126"/>
                    <a:pt x="211" y="126"/>
                  </a:cubicBezTo>
                  <a:lnTo>
                    <a:pt x="211" y="126"/>
                  </a:lnTo>
                  <a:cubicBezTo>
                    <a:pt x="211" y="126"/>
                    <a:pt x="211" y="126"/>
                    <a:pt x="211" y="126"/>
                  </a:cubicBezTo>
                  <a:lnTo>
                    <a:pt x="211" y="126"/>
                  </a:lnTo>
                  <a:cubicBezTo>
                    <a:pt x="211" y="126"/>
                    <a:pt x="211" y="126"/>
                    <a:pt x="211" y="126"/>
                  </a:cubicBezTo>
                  <a:lnTo>
                    <a:pt x="211" y="126"/>
                  </a:lnTo>
                  <a:cubicBezTo>
                    <a:pt x="211" y="126"/>
                    <a:pt x="211" y="126"/>
                    <a:pt x="211" y="126"/>
                  </a:cubicBezTo>
                  <a:lnTo>
                    <a:pt x="211" y="126"/>
                  </a:lnTo>
                  <a:cubicBezTo>
                    <a:pt x="211" y="126"/>
                    <a:pt x="211" y="126"/>
                    <a:pt x="211" y="126"/>
                  </a:cubicBezTo>
                  <a:lnTo>
                    <a:pt x="211" y="126"/>
                  </a:lnTo>
                  <a:cubicBezTo>
                    <a:pt x="212" y="125"/>
                    <a:pt x="212" y="124"/>
                    <a:pt x="212" y="123"/>
                  </a:cubicBezTo>
                  <a:close/>
                  <a:moveTo>
                    <a:pt x="211" y="128"/>
                  </a:moveTo>
                  <a:cubicBezTo>
                    <a:pt x="211" y="129"/>
                    <a:pt x="211" y="129"/>
                    <a:pt x="211" y="129"/>
                  </a:cubicBezTo>
                  <a:lnTo>
                    <a:pt x="211" y="129"/>
                  </a:lnTo>
                  <a:cubicBezTo>
                    <a:pt x="211" y="129"/>
                    <a:pt x="211" y="129"/>
                    <a:pt x="211" y="129"/>
                  </a:cubicBezTo>
                  <a:lnTo>
                    <a:pt x="211" y="129"/>
                  </a:lnTo>
                  <a:cubicBezTo>
                    <a:pt x="211" y="129"/>
                    <a:pt x="211" y="129"/>
                    <a:pt x="211" y="129"/>
                  </a:cubicBezTo>
                  <a:lnTo>
                    <a:pt x="211" y="129"/>
                  </a:lnTo>
                  <a:cubicBezTo>
                    <a:pt x="211" y="129"/>
                    <a:pt x="211" y="129"/>
                    <a:pt x="211" y="129"/>
                  </a:cubicBezTo>
                  <a:lnTo>
                    <a:pt x="211" y="129"/>
                  </a:lnTo>
                  <a:cubicBezTo>
                    <a:pt x="211" y="129"/>
                    <a:pt x="211" y="129"/>
                    <a:pt x="211" y="129"/>
                  </a:cubicBezTo>
                  <a:lnTo>
                    <a:pt x="211" y="129"/>
                  </a:lnTo>
                  <a:cubicBezTo>
                    <a:pt x="211" y="129"/>
                    <a:pt x="211" y="129"/>
                    <a:pt x="211" y="129"/>
                  </a:cubicBezTo>
                  <a:lnTo>
                    <a:pt x="211" y="129"/>
                  </a:lnTo>
                  <a:cubicBezTo>
                    <a:pt x="211" y="129"/>
                    <a:pt x="211" y="129"/>
                    <a:pt x="211" y="128"/>
                  </a:cubicBezTo>
                  <a:close/>
                  <a:moveTo>
                    <a:pt x="210" y="129"/>
                  </a:moveTo>
                  <a:cubicBezTo>
                    <a:pt x="210" y="129"/>
                    <a:pt x="211" y="130"/>
                    <a:pt x="211" y="130"/>
                  </a:cubicBezTo>
                  <a:lnTo>
                    <a:pt x="211" y="130"/>
                  </a:lnTo>
                  <a:cubicBezTo>
                    <a:pt x="211" y="130"/>
                    <a:pt x="211" y="130"/>
                    <a:pt x="211" y="130"/>
                  </a:cubicBezTo>
                  <a:lnTo>
                    <a:pt x="211" y="130"/>
                  </a:lnTo>
                  <a:cubicBezTo>
                    <a:pt x="210" y="130"/>
                    <a:pt x="210" y="129"/>
                    <a:pt x="210" y="129"/>
                  </a:cubicBezTo>
                  <a:close/>
                  <a:moveTo>
                    <a:pt x="131" y="132"/>
                  </a:moveTo>
                  <a:cubicBezTo>
                    <a:pt x="131" y="132"/>
                    <a:pt x="131" y="132"/>
                    <a:pt x="130" y="132"/>
                  </a:cubicBezTo>
                  <a:cubicBezTo>
                    <a:pt x="130" y="132"/>
                    <a:pt x="131" y="132"/>
                    <a:pt x="131" y="132"/>
                  </a:cubicBezTo>
                  <a:lnTo>
                    <a:pt x="131" y="132"/>
                  </a:lnTo>
                  <a:close/>
                  <a:moveTo>
                    <a:pt x="133" y="133"/>
                  </a:moveTo>
                  <a:lnTo>
                    <a:pt x="133" y="133"/>
                  </a:lnTo>
                  <a:cubicBezTo>
                    <a:pt x="132" y="135"/>
                    <a:pt x="131" y="138"/>
                    <a:pt x="131" y="139"/>
                  </a:cubicBezTo>
                  <a:cubicBezTo>
                    <a:pt x="131" y="140"/>
                    <a:pt x="130" y="141"/>
                    <a:pt x="130" y="142"/>
                  </a:cubicBezTo>
                  <a:lnTo>
                    <a:pt x="130" y="142"/>
                  </a:lnTo>
                  <a:cubicBezTo>
                    <a:pt x="131" y="141"/>
                    <a:pt x="132" y="138"/>
                    <a:pt x="133" y="133"/>
                  </a:cubicBezTo>
                  <a:close/>
                  <a:moveTo>
                    <a:pt x="129" y="142"/>
                  </a:moveTo>
                  <a:cubicBezTo>
                    <a:pt x="129" y="143"/>
                    <a:pt x="129" y="145"/>
                    <a:pt x="129" y="147"/>
                  </a:cubicBezTo>
                  <a:lnTo>
                    <a:pt x="129" y="147"/>
                  </a:lnTo>
                  <a:cubicBezTo>
                    <a:pt x="129" y="146"/>
                    <a:pt x="129" y="144"/>
                    <a:pt x="129" y="142"/>
                  </a:cubicBezTo>
                  <a:close/>
                  <a:moveTo>
                    <a:pt x="129" y="176"/>
                  </a:moveTo>
                  <a:cubicBezTo>
                    <a:pt x="129" y="178"/>
                    <a:pt x="129" y="180"/>
                    <a:pt x="129" y="181"/>
                  </a:cubicBezTo>
                  <a:cubicBezTo>
                    <a:pt x="129" y="179"/>
                    <a:pt x="129" y="177"/>
                    <a:pt x="129" y="176"/>
                  </a:cubicBezTo>
                  <a:close/>
                  <a:moveTo>
                    <a:pt x="156" y="241"/>
                  </a:moveTo>
                  <a:cubicBezTo>
                    <a:pt x="156" y="241"/>
                    <a:pt x="157" y="242"/>
                    <a:pt x="158" y="243"/>
                  </a:cubicBezTo>
                  <a:lnTo>
                    <a:pt x="158" y="243"/>
                  </a:lnTo>
                  <a:cubicBezTo>
                    <a:pt x="157" y="242"/>
                    <a:pt x="157" y="241"/>
                    <a:pt x="156" y="241"/>
                  </a:cubicBezTo>
                  <a:close/>
                  <a:moveTo>
                    <a:pt x="194" y="275"/>
                  </a:moveTo>
                  <a:cubicBezTo>
                    <a:pt x="194" y="275"/>
                    <a:pt x="197" y="276"/>
                    <a:pt x="199" y="277"/>
                  </a:cubicBezTo>
                  <a:lnTo>
                    <a:pt x="199" y="277"/>
                  </a:lnTo>
                  <a:cubicBezTo>
                    <a:pt x="198" y="276"/>
                    <a:pt x="198" y="276"/>
                    <a:pt x="198" y="276"/>
                  </a:cubicBezTo>
                  <a:cubicBezTo>
                    <a:pt x="195" y="275"/>
                    <a:pt x="194" y="275"/>
                    <a:pt x="194" y="275"/>
                  </a:cubicBezTo>
                  <a:close/>
                  <a:moveTo>
                    <a:pt x="178" y="0"/>
                  </a:moveTo>
                  <a:cubicBezTo>
                    <a:pt x="161" y="0"/>
                    <a:pt x="144" y="2"/>
                    <a:pt x="128" y="7"/>
                  </a:cubicBezTo>
                  <a:cubicBezTo>
                    <a:pt x="77" y="21"/>
                    <a:pt x="36" y="59"/>
                    <a:pt x="18" y="111"/>
                  </a:cubicBezTo>
                  <a:cubicBezTo>
                    <a:pt x="1" y="167"/>
                    <a:pt x="15" y="231"/>
                    <a:pt x="42" y="282"/>
                  </a:cubicBezTo>
                  <a:cubicBezTo>
                    <a:pt x="74" y="346"/>
                    <a:pt x="135" y="393"/>
                    <a:pt x="207" y="398"/>
                  </a:cubicBezTo>
                  <a:cubicBezTo>
                    <a:pt x="208" y="398"/>
                    <a:pt x="209" y="398"/>
                    <a:pt x="209" y="398"/>
                  </a:cubicBezTo>
                  <a:cubicBezTo>
                    <a:pt x="238" y="398"/>
                    <a:pt x="266" y="369"/>
                    <a:pt x="266" y="339"/>
                  </a:cubicBezTo>
                  <a:cubicBezTo>
                    <a:pt x="270" y="306"/>
                    <a:pt x="247" y="283"/>
                    <a:pt x="215" y="281"/>
                  </a:cubicBezTo>
                  <a:cubicBezTo>
                    <a:pt x="212" y="281"/>
                    <a:pt x="207" y="281"/>
                    <a:pt x="206" y="279"/>
                  </a:cubicBezTo>
                  <a:cubicBezTo>
                    <a:pt x="212" y="279"/>
                    <a:pt x="216" y="281"/>
                    <a:pt x="222" y="281"/>
                  </a:cubicBezTo>
                  <a:cubicBezTo>
                    <a:pt x="214" y="279"/>
                    <a:pt x="208" y="278"/>
                    <a:pt x="201" y="277"/>
                  </a:cubicBezTo>
                  <a:lnTo>
                    <a:pt x="201" y="277"/>
                  </a:lnTo>
                  <a:cubicBezTo>
                    <a:pt x="199" y="276"/>
                    <a:pt x="197" y="273"/>
                    <a:pt x="195" y="273"/>
                  </a:cubicBezTo>
                  <a:lnTo>
                    <a:pt x="185" y="269"/>
                  </a:lnTo>
                  <a:cubicBezTo>
                    <a:pt x="185" y="266"/>
                    <a:pt x="176" y="262"/>
                    <a:pt x="173" y="259"/>
                  </a:cubicBezTo>
                  <a:cubicBezTo>
                    <a:pt x="172" y="258"/>
                    <a:pt x="162" y="248"/>
                    <a:pt x="158" y="243"/>
                  </a:cubicBezTo>
                  <a:lnTo>
                    <a:pt x="158" y="243"/>
                  </a:lnTo>
                  <a:cubicBezTo>
                    <a:pt x="160" y="245"/>
                    <a:pt x="162" y="249"/>
                    <a:pt x="162" y="249"/>
                  </a:cubicBezTo>
                  <a:cubicBezTo>
                    <a:pt x="162" y="249"/>
                    <a:pt x="161" y="248"/>
                    <a:pt x="159" y="245"/>
                  </a:cubicBezTo>
                  <a:cubicBezTo>
                    <a:pt x="158" y="244"/>
                    <a:pt x="158" y="244"/>
                    <a:pt x="158" y="243"/>
                  </a:cubicBezTo>
                  <a:lnTo>
                    <a:pt x="158" y="243"/>
                  </a:lnTo>
                  <a:cubicBezTo>
                    <a:pt x="158" y="243"/>
                    <a:pt x="158" y="243"/>
                    <a:pt x="158" y="243"/>
                  </a:cubicBezTo>
                  <a:lnTo>
                    <a:pt x="158" y="243"/>
                  </a:lnTo>
                  <a:cubicBezTo>
                    <a:pt x="158" y="243"/>
                    <a:pt x="158" y="243"/>
                    <a:pt x="158" y="243"/>
                  </a:cubicBezTo>
                  <a:lnTo>
                    <a:pt x="158" y="243"/>
                  </a:lnTo>
                  <a:cubicBezTo>
                    <a:pt x="158" y="243"/>
                    <a:pt x="158" y="243"/>
                    <a:pt x="158" y="243"/>
                  </a:cubicBezTo>
                  <a:lnTo>
                    <a:pt x="158" y="243"/>
                  </a:lnTo>
                  <a:cubicBezTo>
                    <a:pt x="157" y="242"/>
                    <a:pt x="156" y="241"/>
                    <a:pt x="156" y="241"/>
                  </a:cubicBezTo>
                  <a:cubicBezTo>
                    <a:pt x="154" y="237"/>
                    <a:pt x="151" y="234"/>
                    <a:pt x="149" y="230"/>
                  </a:cubicBezTo>
                  <a:cubicBezTo>
                    <a:pt x="148" y="227"/>
                    <a:pt x="144" y="222"/>
                    <a:pt x="142" y="217"/>
                  </a:cubicBezTo>
                  <a:cubicBezTo>
                    <a:pt x="141" y="216"/>
                    <a:pt x="138" y="208"/>
                    <a:pt x="137" y="208"/>
                  </a:cubicBezTo>
                  <a:lnTo>
                    <a:pt x="137" y="208"/>
                  </a:lnTo>
                  <a:cubicBezTo>
                    <a:pt x="137" y="208"/>
                    <a:pt x="137" y="208"/>
                    <a:pt x="137" y="208"/>
                  </a:cubicBezTo>
                  <a:lnTo>
                    <a:pt x="137" y="208"/>
                  </a:lnTo>
                  <a:cubicBezTo>
                    <a:pt x="137" y="207"/>
                    <a:pt x="137" y="206"/>
                    <a:pt x="137" y="205"/>
                  </a:cubicBezTo>
                  <a:cubicBezTo>
                    <a:pt x="135" y="201"/>
                    <a:pt x="135" y="198"/>
                    <a:pt x="132" y="193"/>
                  </a:cubicBezTo>
                  <a:lnTo>
                    <a:pt x="129" y="169"/>
                  </a:lnTo>
                  <a:lnTo>
                    <a:pt x="129" y="169"/>
                  </a:lnTo>
                  <a:cubicBezTo>
                    <a:pt x="128" y="164"/>
                    <a:pt x="128" y="159"/>
                    <a:pt x="129" y="155"/>
                  </a:cubicBezTo>
                  <a:lnTo>
                    <a:pt x="129" y="155"/>
                  </a:lnTo>
                  <a:cubicBezTo>
                    <a:pt x="129" y="150"/>
                    <a:pt x="130" y="146"/>
                    <a:pt x="130" y="142"/>
                  </a:cubicBezTo>
                  <a:lnTo>
                    <a:pt x="130" y="142"/>
                  </a:lnTo>
                  <a:cubicBezTo>
                    <a:pt x="130" y="143"/>
                    <a:pt x="130" y="143"/>
                    <a:pt x="130" y="143"/>
                  </a:cubicBezTo>
                  <a:cubicBezTo>
                    <a:pt x="129" y="143"/>
                    <a:pt x="130" y="139"/>
                    <a:pt x="131" y="136"/>
                  </a:cubicBezTo>
                  <a:cubicBezTo>
                    <a:pt x="132" y="135"/>
                    <a:pt x="133" y="134"/>
                    <a:pt x="133" y="133"/>
                  </a:cubicBezTo>
                  <a:lnTo>
                    <a:pt x="133" y="133"/>
                  </a:lnTo>
                  <a:cubicBezTo>
                    <a:pt x="133" y="133"/>
                    <a:pt x="133" y="133"/>
                    <a:pt x="133" y="133"/>
                  </a:cubicBezTo>
                  <a:lnTo>
                    <a:pt x="133" y="133"/>
                  </a:lnTo>
                  <a:cubicBezTo>
                    <a:pt x="133" y="133"/>
                    <a:pt x="133" y="133"/>
                    <a:pt x="133" y="133"/>
                  </a:cubicBezTo>
                  <a:lnTo>
                    <a:pt x="133" y="133"/>
                  </a:lnTo>
                  <a:cubicBezTo>
                    <a:pt x="135" y="131"/>
                    <a:pt x="135" y="130"/>
                    <a:pt x="135" y="129"/>
                  </a:cubicBezTo>
                  <a:cubicBezTo>
                    <a:pt x="135" y="128"/>
                    <a:pt x="135" y="128"/>
                    <a:pt x="136" y="128"/>
                  </a:cubicBezTo>
                  <a:lnTo>
                    <a:pt x="136" y="128"/>
                  </a:lnTo>
                  <a:lnTo>
                    <a:pt x="142" y="122"/>
                  </a:lnTo>
                  <a:lnTo>
                    <a:pt x="142" y="122"/>
                  </a:lnTo>
                  <a:cubicBezTo>
                    <a:pt x="143" y="122"/>
                    <a:pt x="143" y="122"/>
                    <a:pt x="144" y="122"/>
                  </a:cubicBezTo>
                  <a:cubicBezTo>
                    <a:pt x="147" y="122"/>
                    <a:pt x="149" y="120"/>
                    <a:pt x="150" y="118"/>
                  </a:cubicBezTo>
                  <a:lnTo>
                    <a:pt x="150" y="118"/>
                  </a:lnTo>
                  <a:cubicBezTo>
                    <a:pt x="157" y="117"/>
                    <a:pt x="163" y="115"/>
                    <a:pt x="169" y="114"/>
                  </a:cubicBezTo>
                  <a:lnTo>
                    <a:pt x="169" y="114"/>
                  </a:lnTo>
                  <a:cubicBezTo>
                    <a:pt x="172" y="114"/>
                    <a:pt x="174" y="114"/>
                    <a:pt x="177" y="114"/>
                  </a:cubicBezTo>
                  <a:cubicBezTo>
                    <a:pt x="178" y="114"/>
                    <a:pt x="179" y="114"/>
                    <a:pt x="180" y="114"/>
                  </a:cubicBezTo>
                  <a:lnTo>
                    <a:pt x="180" y="114"/>
                  </a:lnTo>
                  <a:cubicBezTo>
                    <a:pt x="186" y="115"/>
                    <a:pt x="192" y="116"/>
                    <a:pt x="197" y="117"/>
                  </a:cubicBezTo>
                  <a:lnTo>
                    <a:pt x="197" y="117"/>
                  </a:lnTo>
                  <a:cubicBezTo>
                    <a:pt x="195" y="117"/>
                    <a:pt x="193" y="116"/>
                    <a:pt x="193" y="116"/>
                  </a:cubicBezTo>
                  <a:lnTo>
                    <a:pt x="193" y="116"/>
                  </a:lnTo>
                  <a:cubicBezTo>
                    <a:pt x="193" y="116"/>
                    <a:pt x="193" y="116"/>
                    <a:pt x="195" y="116"/>
                  </a:cubicBezTo>
                  <a:cubicBezTo>
                    <a:pt x="197" y="117"/>
                    <a:pt x="198" y="117"/>
                    <a:pt x="199" y="118"/>
                  </a:cubicBezTo>
                  <a:lnTo>
                    <a:pt x="199" y="118"/>
                  </a:lnTo>
                  <a:cubicBezTo>
                    <a:pt x="198" y="118"/>
                    <a:pt x="198" y="118"/>
                    <a:pt x="197" y="117"/>
                  </a:cubicBezTo>
                  <a:lnTo>
                    <a:pt x="197" y="117"/>
                  </a:lnTo>
                  <a:cubicBezTo>
                    <a:pt x="198" y="118"/>
                    <a:pt x="199" y="118"/>
                    <a:pt x="199" y="118"/>
                  </a:cubicBezTo>
                  <a:lnTo>
                    <a:pt x="199" y="118"/>
                  </a:lnTo>
                  <a:cubicBezTo>
                    <a:pt x="199" y="118"/>
                    <a:pt x="199" y="118"/>
                    <a:pt x="199" y="118"/>
                  </a:cubicBezTo>
                  <a:lnTo>
                    <a:pt x="199" y="118"/>
                  </a:lnTo>
                  <a:cubicBezTo>
                    <a:pt x="200" y="118"/>
                    <a:pt x="201" y="119"/>
                    <a:pt x="202" y="119"/>
                  </a:cubicBezTo>
                  <a:cubicBezTo>
                    <a:pt x="203" y="119"/>
                    <a:pt x="203" y="120"/>
                    <a:pt x="203" y="120"/>
                  </a:cubicBezTo>
                  <a:cubicBezTo>
                    <a:pt x="203" y="120"/>
                    <a:pt x="201" y="119"/>
                    <a:pt x="199" y="118"/>
                  </a:cubicBezTo>
                  <a:lnTo>
                    <a:pt x="199" y="118"/>
                  </a:lnTo>
                  <a:cubicBezTo>
                    <a:pt x="200" y="118"/>
                    <a:pt x="200" y="119"/>
                    <a:pt x="200" y="119"/>
                  </a:cubicBezTo>
                  <a:cubicBezTo>
                    <a:pt x="203" y="121"/>
                    <a:pt x="205" y="122"/>
                    <a:pt x="207" y="123"/>
                  </a:cubicBezTo>
                  <a:lnTo>
                    <a:pt x="207" y="123"/>
                  </a:lnTo>
                  <a:cubicBezTo>
                    <a:pt x="206" y="123"/>
                    <a:pt x="206" y="122"/>
                    <a:pt x="206" y="122"/>
                  </a:cubicBezTo>
                  <a:lnTo>
                    <a:pt x="206" y="122"/>
                  </a:lnTo>
                  <a:cubicBezTo>
                    <a:pt x="206" y="122"/>
                    <a:pt x="207" y="123"/>
                    <a:pt x="207" y="123"/>
                  </a:cubicBezTo>
                  <a:lnTo>
                    <a:pt x="207" y="123"/>
                  </a:lnTo>
                  <a:cubicBezTo>
                    <a:pt x="207" y="123"/>
                    <a:pt x="207" y="123"/>
                    <a:pt x="207" y="123"/>
                  </a:cubicBezTo>
                  <a:lnTo>
                    <a:pt x="207" y="123"/>
                  </a:lnTo>
                  <a:cubicBezTo>
                    <a:pt x="207" y="123"/>
                    <a:pt x="207" y="123"/>
                    <a:pt x="207" y="123"/>
                  </a:cubicBezTo>
                  <a:lnTo>
                    <a:pt x="207" y="123"/>
                  </a:lnTo>
                  <a:cubicBezTo>
                    <a:pt x="203" y="121"/>
                    <a:pt x="202" y="120"/>
                    <a:pt x="201" y="120"/>
                  </a:cubicBezTo>
                  <a:lnTo>
                    <a:pt x="201" y="120"/>
                  </a:lnTo>
                  <a:cubicBezTo>
                    <a:pt x="201" y="120"/>
                    <a:pt x="205" y="123"/>
                    <a:pt x="208" y="125"/>
                  </a:cubicBezTo>
                  <a:lnTo>
                    <a:pt x="208" y="125"/>
                  </a:lnTo>
                  <a:cubicBezTo>
                    <a:pt x="207" y="125"/>
                    <a:pt x="207" y="124"/>
                    <a:pt x="207" y="123"/>
                  </a:cubicBezTo>
                  <a:lnTo>
                    <a:pt x="207" y="123"/>
                  </a:lnTo>
                  <a:cubicBezTo>
                    <a:pt x="207" y="123"/>
                    <a:pt x="207" y="123"/>
                    <a:pt x="207" y="123"/>
                  </a:cubicBezTo>
                  <a:lnTo>
                    <a:pt x="207" y="123"/>
                  </a:lnTo>
                  <a:cubicBezTo>
                    <a:pt x="207" y="123"/>
                    <a:pt x="207" y="123"/>
                    <a:pt x="207" y="123"/>
                  </a:cubicBezTo>
                  <a:lnTo>
                    <a:pt x="207" y="123"/>
                  </a:lnTo>
                  <a:cubicBezTo>
                    <a:pt x="208" y="123"/>
                    <a:pt x="208" y="124"/>
                    <a:pt x="209" y="124"/>
                  </a:cubicBezTo>
                  <a:lnTo>
                    <a:pt x="209" y="124"/>
                  </a:lnTo>
                  <a:cubicBezTo>
                    <a:pt x="209" y="124"/>
                    <a:pt x="209" y="124"/>
                    <a:pt x="209" y="124"/>
                  </a:cubicBezTo>
                  <a:lnTo>
                    <a:pt x="209" y="124"/>
                  </a:lnTo>
                  <a:cubicBezTo>
                    <a:pt x="208" y="124"/>
                    <a:pt x="208" y="124"/>
                    <a:pt x="207" y="123"/>
                  </a:cubicBezTo>
                  <a:lnTo>
                    <a:pt x="207" y="123"/>
                  </a:lnTo>
                  <a:cubicBezTo>
                    <a:pt x="208" y="124"/>
                    <a:pt x="208" y="125"/>
                    <a:pt x="209" y="126"/>
                  </a:cubicBezTo>
                  <a:cubicBezTo>
                    <a:pt x="209" y="126"/>
                    <a:pt x="209" y="126"/>
                    <a:pt x="209" y="126"/>
                  </a:cubicBezTo>
                  <a:lnTo>
                    <a:pt x="209" y="126"/>
                  </a:lnTo>
                  <a:cubicBezTo>
                    <a:pt x="209" y="126"/>
                    <a:pt x="209" y="127"/>
                    <a:pt x="210" y="127"/>
                  </a:cubicBezTo>
                  <a:lnTo>
                    <a:pt x="210" y="127"/>
                  </a:lnTo>
                  <a:cubicBezTo>
                    <a:pt x="210" y="127"/>
                    <a:pt x="210" y="127"/>
                    <a:pt x="210" y="127"/>
                  </a:cubicBezTo>
                  <a:lnTo>
                    <a:pt x="210" y="127"/>
                  </a:lnTo>
                  <a:cubicBezTo>
                    <a:pt x="210" y="127"/>
                    <a:pt x="210" y="128"/>
                    <a:pt x="211" y="128"/>
                  </a:cubicBezTo>
                  <a:lnTo>
                    <a:pt x="211" y="128"/>
                  </a:lnTo>
                  <a:cubicBezTo>
                    <a:pt x="211" y="128"/>
                    <a:pt x="211" y="128"/>
                    <a:pt x="211" y="128"/>
                  </a:cubicBezTo>
                  <a:lnTo>
                    <a:pt x="211" y="128"/>
                  </a:lnTo>
                  <a:cubicBezTo>
                    <a:pt x="210" y="128"/>
                    <a:pt x="210" y="128"/>
                    <a:pt x="210" y="127"/>
                  </a:cubicBezTo>
                  <a:lnTo>
                    <a:pt x="210" y="127"/>
                  </a:lnTo>
                  <a:cubicBezTo>
                    <a:pt x="210" y="128"/>
                    <a:pt x="210" y="128"/>
                    <a:pt x="210" y="129"/>
                  </a:cubicBezTo>
                  <a:lnTo>
                    <a:pt x="210" y="129"/>
                  </a:lnTo>
                  <a:cubicBezTo>
                    <a:pt x="210" y="129"/>
                    <a:pt x="209" y="128"/>
                    <a:pt x="209" y="127"/>
                  </a:cubicBezTo>
                  <a:lnTo>
                    <a:pt x="209" y="127"/>
                  </a:lnTo>
                  <a:lnTo>
                    <a:pt x="209" y="139"/>
                  </a:lnTo>
                  <a:cubicBezTo>
                    <a:pt x="209" y="136"/>
                    <a:pt x="210" y="133"/>
                    <a:pt x="211" y="130"/>
                  </a:cubicBezTo>
                  <a:lnTo>
                    <a:pt x="211" y="130"/>
                  </a:lnTo>
                  <a:cubicBezTo>
                    <a:pt x="211" y="130"/>
                    <a:pt x="211" y="131"/>
                    <a:pt x="211" y="131"/>
                  </a:cubicBezTo>
                  <a:lnTo>
                    <a:pt x="211" y="131"/>
                  </a:lnTo>
                  <a:cubicBezTo>
                    <a:pt x="211" y="131"/>
                    <a:pt x="211" y="131"/>
                    <a:pt x="211" y="130"/>
                  </a:cubicBezTo>
                  <a:lnTo>
                    <a:pt x="211" y="130"/>
                  </a:lnTo>
                  <a:cubicBezTo>
                    <a:pt x="211" y="130"/>
                    <a:pt x="211" y="131"/>
                    <a:pt x="211" y="131"/>
                  </a:cubicBezTo>
                  <a:lnTo>
                    <a:pt x="211" y="131"/>
                  </a:lnTo>
                  <a:cubicBezTo>
                    <a:pt x="211" y="130"/>
                    <a:pt x="211" y="130"/>
                    <a:pt x="211" y="130"/>
                  </a:cubicBezTo>
                  <a:lnTo>
                    <a:pt x="211" y="130"/>
                  </a:lnTo>
                  <a:cubicBezTo>
                    <a:pt x="211" y="129"/>
                    <a:pt x="211" y="129"/>
                    <a:pt x="211" y="129"/>
                  </a:cubicBezTo>
                  <a:lnTo>
                    <a:pt x="211" y="129"/>
                  </a:lnTo>
                  <a:cubicBezTo>
                    <a:pt x="212" y="130"/>
                    <a:pt x="212" y="131"/>
                    <a:pt x="212" y="131"/>
                  </a:cubicBezTo>
                  <a:cubicBezTo>
                    <a:pt x="212" y="131"/>
                    <a:pt x="212" y="131"/>
                    <a:pt x="211" y="131"/>
                  </a:cubicBezTo>
                  <a:lnTo>
                    <a:pt x="211" y="131"/>
                  </a:lnTo>
                  <a:cubicBezTo>
                    <a:pt x="212" y="133"/>
                    <a:pt x="212" y="135"/>
                    <a:pt x="212" y="137"/>
                  </a:cubicBezTo>
                  <a:cubicBezTo>
                    <a:pt x="212" y="135"/>
                    <a:pt x="211" y="133"/>
                    <a:pt x="211" y="131"/>
                  </a:cubicBezTo>
                  <a:lnTo>
                    <a:pt x="211" y="131"/>
                  </a:lnTo>
                  <a:cubicBezTo>
                    <a:pt x="208" y="145"/>
                    <a:pt x="209" y="158"/>
                    <a:pt x="216" y="171"/>
                  </a:cubicBezTo>
                  <a:cubicBezTo>
                    <a:pt x="223" y="184"/>
                    <a:pt x="237" y="194"/>
                    <a:pt x="250" y="198"/>
                  </a:cubicBezTo>
                  <a:cubicBezTo>
                    <a:pt x="254" y="199"/>
                    <a:pt x="258" y="200"/>
                    <a:pt x="262" y="200"/>
                  </a:cubicBezTo>
                  <a:cubicBezTo>
                    <a:pt x="288" y="200"/>
                    <a:pt x="316" y="184"/>
                    <a:pt x="321" y="157"/>
                  </a:cubicBezTo>
                  <a:cubicBezTo>
                    <a:pt x="326" y="128"/>
                    <a:pt x="325" y="98"/>
                    <a:pt x="311" y="72"/>
                  </a:cubicBezTo>
                  <a:cubicBezTo>
                    <a:pt x="300" y="51"/>
                    <a:pt x="283" y="34"/>
                    <a:pt x="263" y="23"/>
                  </a:cubicBezTo>
                  <a:cubicBezTo>
                    <a:pt x="237" y="7"/>
                    <a:pt x="208" y="0"/>
                    <a:pt x="178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075" lIns="91425" spcFirstLastPara="1" rIns="91425" wrap="square" tIns="100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74" name="Google Shape;1974;p13"/>
            <p:cNvSpPr/>
            <p:nvPr/>
          </p:nvSpPr>
          <p:spPr>
            <a:xfrm>
              <a:off x="1774440" y="295920"/>
              <a:ext cx="57239" cy="19080"/>
            </a:xfrm>
            <a:custGeom>
              <a:rect b="b" l="l" r="r" t="t"/>
              <a:pathLst>
                <a:path extrusionOk="0" h="383" w="1143">
                  <a:moveTo>
                    <a:pt x="102" y="1"/>
                  </a:moveTo>
                  <a:cubicBezTo>
                    <a:pt x="89" y="1"/>
                    <a:pt x="75" y="3"/>
                    <a:pt x="60" y="9"/>
                  </a:cubicBezTo>
                  <a:cubicBezTo>
                    <a:pt x="0" y="34"/>
                    <a:pt x="17" y="125"/>
                    <a:pt x="70" y="125"/>
                  </a:cubicBezTo>
                  <a:cubicBezTo>
                    <a:pt x="76" y="125"/>
                    <a:pt x="83" y="124"/>
                    <a:pt x="90" y="121"/>
                  </a:cubicBezTo>
                  <a:cubicBezTo>
                    <a:pt x="93" y="120"/>
                    <a:pt x="96" y="119"/>
                    <a:pt x="99" y="119"/>
                  </a:cubicBezTo>
                  <a:cubicBezTo>
                    <a:pt x="128" y="119"/>
                    <a:pt x="158" y="165"/>
                    <a:pt x="172" y="182"/>
                  </a:cubicBezTo>
                  <a:cubicBezTo>
                    <a:pt x="202" y="218"/>
                    <a:pt x="230" y="252"/>
                    <a:pt x="267" y="282"/>
                  </a:cubicBezTo>
                  <a:cubicBezTo>
                    <a:pt x="340" y="343"/>
                    <a:pt x="424" y="383"/>
                    <a:pt x="517" y="383"/>
                  </a:cubicBezTo>
                  <a:cubicBezTo>
                    <a:pt x="530" y="383"/>
                    <a:pt x="543" y="382"/>
                    <a:pt x="556" y="381"/>
                  </a:cubicBezTo>
                  <a:cubicBezTo>
                    <a:pt x="656" y="371"/>
                    <a:pt x="734" y="331"/>
                    <a:pt x="818" y="277"/>
                  </a:cubicBezTo>
                  <a:cubicBezTo>
                    <a:pt x="861" y="249"/>
                    <a:pt x="932" y="189"/>
                    <a:pt x="992" y="189"/>
                  </a:cubicBezTo>
                  <a:cubicBezTo>
                    <a:pt x="1008" y="189"/>
                    <a:pt x="1023" y="193"/>
                    <a:pt x="1036" y="204"/>
                  </a:cubicBezTo>
                  <a:cubicBezTo>
                    <a:pt x="1046" y="211"/>
                    <a:pt x="1056" y="214"/>
                    <a:pt x="1066" y="214"/>
                  </a:cubicBezTo>
                  <a:cubicBezTo>
                    <a:pt x="1112" y="214"/>
                    <a:pt x="1143" y="139"/>
                    <a:pt x="1094" y="103"/>
                  </a:cubicBezTo>
                  <a:cubicBezTo>
                    <a:pt x="1066" y="81"/>
                    <a:pt x="1034" y="72"/>
                    <a:pt x="1002" y="72"/>
                  </a:cubicBezTo>
                  <a:cubicBezTo>
                    <a:pt x="943" y="72"/>
                    <a:pt x="882" y="101"/>
                    <a:pt x="832" y="130"/>
                  </a:cubicBezTo>
                  <a:cubicBezTo>
                    <a:pt x="744" y="181"/>
                    <a:pt x="673" y="243"/>
                    <a:pt x="569" y="263"/>
                  </a:cubicBezTo>
                  <a:cubicBezTo>
                    <a:pt x="554" y="266"/>
                    <a:pt x="539" y="267"/>
                    <a:pt x="525" y="267"/>
                  </a:cubicBezTo>
                  <a:cubicBezTo>
                    <a:pt x="433" y="267"/>
                    <a:pt x="355" y="218"/>
                    <a:pt x="294" y="147"/>
                  </a:cubicBezTo>
                  <a:cubicBezTo>
                    <a:pt x="245" y="92"/>
                    <a:pt x="182" y="1"/>
                    <a:pt x="102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75" name="Google Shape;1975;p13"/>
            <p:cNvSpPr/>
            <p:nvPr/>
          </p:nvSpPr>
          <p:spPr>
            <a:xfrm>
              <a:off x="1780920" y="348840"/>
              <a:ext cx="48240" cy="34200"/>
            </a:xfrm>
            <a:custGeom>
              <a:rect b="b" l="l" r="r" t="t"/>
              <a:pathLst>
                <a:path extrusionOk="0" h="689" w="968">
                  <a:moveTo>
                    <a:pt x="769" y="0"/>
                  </a:moveTo>
                  <a:cubicBezTo>
                    <a:pt x="591" y="0"/>
                    <a:pt x="411" y="60"/>
                    <a:pt x="274" y="174"/>
                  </a:cubicBezTo>
                  <a:cubicBezTo>
                    <a:pt x="138" y="287"/>
                    <a:pt x="78" y="457"/>
                    <a:pt x="17" y="619"/>
                  </a:cubicBezTo>
                  <a:cubicBezTo>
                    <a:pt x="0" y="661"/>
                    <a:pt x="35" y="688"/>
                    <a:pt x="70" y="688"/>
                  </a:cubicBezTo>
                  <a:cubicBezTo>
                    <a:pt x="93" y="688"/>
                    <a:pt x="117" y="676"/>
                    <a:pt x="127" y="649"/>
                  </a:cubicBezTo>
                  <a:cubicBezTo>
                    <a:pt x="180" y="513"/>
                    <a:pt x="231" y="368"/>
                    <a:pt x="343" y="269"/>
                  </a:cubicBezTo>
                  <a:cubicBezTo>
                    <a:pt x="454" y="169"/>
                    <a:pt x="614" y="114"/>
                    <a:pt x="766" y="114"/>
                  </a:cubicBezTo>
                  <a:cubicBezTo>
                    <a:pt x="801" y="114"/>
                    <a:pt x="835" y="117"/>
                    <a:pt x="868" y="123"/>
                  </a:cubicBezTo>
                  <a:cubicBezTo>
                    <a:pt x="872" y="124"/>
                    <a:pt x="876" y="124"/>
                    <a:pt x="880" y="124"/>
                  </a:cubicBezTo>
                  <a:cubicBezTo>
                    <a:pt x="944" y="124"/>
                    <a:pt x="968" y="23"/>
                    <a:pt x="898" y="11"/>
                  </a:cubicBezTo>
                  <a:cubicBezTo>
                    <a:pt x="855" y="4"/>
                    <a:pt x="812" y="0"/>
                    <a:pt x="769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7275" lIns="91425" spcFirstLastPara="1" rIns="91425" wrap="square" tIns="17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76" name="Google Shape;1976;p13"/>
            <p:cNvSpPr/>
            <p:nvPr/>
          </p:nvSpPr>
          <p:spPr>
            <a:xfrm>
              <a:off x="1813680" y="407880"/>
              <a:ext cx="30959" cy="50760"/>
            </a:xfrm>
            <a:custGeom>
              <a:rect b="b" l="l" r="r" t="t"/>
              <a:pathLst>
                <a:path extrusionOk="0" h="1018" w="619">
                  <a:moveTo>
                    <a:pt x="549" y="0"/>
                  </a:moveTo>
                  <a:cubicBezTo>
                    <a:pt x="527" y="0"/>
                    <a:pt x="508" y="15"/>
                    <a:pt x="499" y="34"/>
                  </a:cubicBezTo>
                  <a:lnTo>
                    <a:pt x="499" y="34"/>
                  </a:lnTo>
                  <a:cubicBezTo>
                    <a:pt x="501" y="28"/>
                    <a:pt x="502" y="26"/>
                    <a:pt x="502" y="26"/>
                  </a:cubicBezTo>
                  <a:lnTo>
                    <a:pt x="502" y="26"/>
                  </a:lnTo>
                  <a:cubicBezTo>
                    <a:pt x="501" y="26"/>
                    <a:pt x="496" y="30"/>
                    <a:pt x="488" y="35"/>
                  </a:cubicBezTo>
                  <a:cubicBezTo>
                    <a:pt x="474" y="45"/>
                    <a:pt x="457" y="55"/>
                    <a:pt x="444" y="64"/>
                  </a:cubicBezTo>
                  <a:cubicBezTo>
                    <a:pt x="412" y="84"/>
                    <a:pt x="378" y="105"/>
                    <a:pt x="348" y="126"/>
                  </a:cubicBezTo>
                  <a:cubicBezTo>
                    <a:pt x="274" y="181"/>
                    <a:pt x="219" y="268"/>
                    <a:pt x="178" y="350"/>
                  </a:cubicBezTo>
                  <a:cubicBezTo>
                    <a:pt x="83" y="534"/>
                    <a:pt x="43" y="741"/>
                    <a:pt x="8" y="945"/>
                  </a:cubicBezTo>
                  <a:cubicBezTo>
                    <a:pt x="0" y="989"/>
                    <a:pt x="37" y="1017"/>
                    <a:pt x="71" y="1017"/>
                  </a:cubicBezTo>
                  <a:cubicBezTo>
                    <a:pt x="94" y="1017"/>
                    <a:pt x="115" y="1004"/>
                    <a:pt x="120" y="975"/>
                  </a:cubicBezTo>
                  <a:cubicBezTo>
                    <a:pt x="155" y="772"/>
                    <a:pt x="188" y="564"/>
                    <a:pt x="291" y="383"/>
                  </a:cubicBezTo>
                  <a:cubicBezTo>
                    <a:pt x="334" y="307"/>
                    <a:pt x="383" y="239"/>
                    <a:pt x="455" y="191"/>
                  </a:cubicBezTo>
                  <a:cubicBezTo>
                    <a:pt x="505" y="160"/>
                    <a:pt x="583" y="130"/>
                    <a:pt x="606" y="74"/>
                  </a:cubicBezTo>
                  <a:cubicBezTo>
                    <a:pt x="618" y="45"/>
                    <a:pt x="594" y="10"/>
                    <a:pt x="566" y="3"/>
                  </a:cubicBezTo>
                  <a:cubicBezTo>
                    <a:pt x="560" y="1"/>
                    <a:pt x="555" y="0"/>
                    <a:pt x="549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5550" lIns="91425" spcFirstLastPara="1" rIns="91425" wrap="square" tIns="255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77" name="Google Shape;1977;p13"/>
            <p:cNvSpPr/>
            <p:nvPr/>
          </p:nvSpPr>
          <p:spPr>
            <a:xfrm>
              <a:off x="1854360" y="428400"/>
              <a:ext cx="33479" cy="55799"/>
            </a:xfrm>
            <a:custGeom>
              <a:rect b="b" l="l" r="r" t="t"/>
              <a:pathLst>
                <a:path extrusionOk="0" h="1118" w="674">
                  <a:moveTo>
                    <a:pt x="587" y="0"/>
                  </a:moveTo>
                  <a:cubicBezTo>
                    <a:pt x="559" y="0"/>
                    <a:pt x="531" y="19"/>
                    <a:pt x="533" y="56"/>
                  </a:cubicBezTo>
                  <a:cubicBezTo>
                    <a:pt x="555" y="414"/>
                    <a:pt x="487" y="912"/>
                    <a:pt x="69" y="1004"/>
                  </a:cubicBezTo>
                  <a:cubicBezTo>
                    <a:pt x="1" y="1018"/>
                    <a:pt x="23" y="1117"/>
                    <a:pt x="86" y="1117"/>
                  </a:cubicBezTo>
                  <a:cubicBezTo>
                    <a:pt x="90" y="1117"/>
                    <a:pt x="95" y="1117"/>
                    <a:pt x="100" y="1116"/>
                  </a:cubicBezTo>
                  <a:cubicBezTo>
                    <a:pt x="569" y="1012"/>
                    <a:pt x="674" y="467"/>
                    <a:pt x="647" y="56"/>
                  </a:cubicBezTo>
                  <a:cubicBezTo>
                    <a:pt x="645" y="19"/>
                    <a:pt x="616" y="0"/>
                    <a:pt x="587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8075" lIns="91425" spcFirstLastPara="1" rIns="91425" wrap="square" tIns="280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78" name="Google Shape;1978;p13"/>
            <p:cNvSpPr/>
            <p:nvPr/>
          </p:nvSpPr>
          <p:spPr>
            <a:xfrm>
              <a:off x="1913400" y="426240"/>
              <a:ext cx="14760" cy="45720"/>
            </a:xfrm>
            <a:custGeom>
              <a:rect b="b" l="l" r="r" t="t"/>
              <a:pathLst>
                <a:path extrusionOk="0" h="915" w="298">
                  <a:moveTo>
                    <a:pt x="156" y="131"/>
                  </a:moveTo>
                  <a:cubicBezTo>
                    <a:pt x="156" y="132"/>
                    <a:pt x="155" y="132"/>
                    <a:pt x="155" y="132"/>
                  </a:cubicBezTo>
                  <a:cubicBezTo>
                    <a:pt x="155" y="132"/>
                    <a:pt x="156" y="132"/>
                    <a:pt x="156" y="131"/>
                  </a:cubicBezTo>
                  <a:close/>
                  <a:moveTo>
                    <a:pt x="176" y="1"/>
                  </a:moveTo>
                  <a:cubicBezTo>
                    <a:pt x="170" y="1"/>
                    <a:pt x="164" y="2"/>
                    <a:pt x="157" y="4"/>
                  </a:cubicBezTo>
                  <a:cubicBezTo>
                    <a:pt x="109" y="19"/>
                    <a:pt x="62" y="46"/>
                    <a:pt x="45" y="99"/>
                  </a:cubicBezTo>
                  <a:cubicBezTo>
                    <a:pt x="34" y="144"/>
                    <a:pt x="48" y="188"/>
                    <a:pt x="67" y="226"/>
                  </a:cubicBezTo>
                  <a:cubicBezTo>
                    <a:pt x="87" y="266"/>
                    <a:pt x="115" y="300"/>
                    <a:pt x="140" y="335"/>
                  </a:cubicBezTo>
                  <a:cubicBezTo>
                    <a:pt x="150" y="349"/>
                    <a:pt x="162" y="364"/>
                    <a:pt x="169" y="379"/>
                  </a:cubicBezTo>
                  <a:cubicBezTo>
                    <a:pt x="170" y="383"/>
                    <a:pt x="172" y="388"/>
                    <a:pt x="174" y="392"/>
                  </a:cubicBezTo>
                  <a:lnTo>
                    <a:pt x="174" y="392"/>
                  </a:lnTo>
                  <a:cubicBezTo>
                    <a:pt x="173" y="393"/>
                    <a:pt x="177" y="402"/>
                    <a:pt x="177" y="403"/>
                  </a:cubicBezTo>
                  <a:cubicBezTo>
                    <a:pt x="191" y="471"/>
                    <a:pt x="173" y="565"/>
                    <a:pt x="155" y="640"/>
                  </a:cubicBezTo>
                  <a:cubicBezTo>
                    <a:pt x="143" y="680"/>
                    <a:pt x="129" y="721"/>
                    <a:pt x="109" y="758"/>
                  </a:cubicBezTo>
                  <a:cubicBezTo>
                    <a:pt x="101" y="775"/>
                    <a:pt x="94" y="785"/>
                    <a:pt x="85" y="793"/>
                  </a:cubicBezTo>
                  <a:cubicBezTo>
                    <a:pt x="74" y="804"/>
                    <a:pt x="81" y="800"/>
                    <a:pt x="69" y="803"/>
                  </a:cubicBezTo>
                  <a:cubicBezTo>
                    <a:pt x="0" y="816"/>
                    <a:pt x="24" y="915"/>
                    <a:pt x="87" y="915"/>
                  </a:cubicBezTo>
                  <a:cubicBezTo>
                    <a:pt x="91" y="915"/>
                    <a:pt x="95" y="914"/>
                    <a:pt x="99" y="913"/>
                  </a:cubicBezTo>
                  <a:cubicBezTo>
                    <a:pt x="179" y="899"/>
                    <a:pt x="220" y="803"/>
                    <a:pt x="244" y="736"/>
                  </a:cubicBezTo>
                  <a:cubicBezTo>
                    <a:pt x="276" y="650"/>
                    <a:pt x="296" y="555"/>
                    <a:pt x="298" y="460"/>
                  </a:cubicBezTo>
                  <a:cubicBezTo>
                    <a:pt x="298" y="425"/>
                    <a:pt x="296" y="388"/>
                    <a:pt x="283" y="354"/>
                  </a:cubicBezTo>
                  <a:cubicBezTo>
                    <a:pt x="276" y="334"/>
                    <a:pt x="276" y="331"/>
                    <a:pt x="262" y="308"/>
                  </a:cubicBezTo>
                  <a:cubicBezTo>
                    <a:pt x="254" y="293"/>
                    <a:pt x="241" y="276"/>
                    <a:pt x="230" y="262"/>
                  </a:cubicBezTo>
                  <a:cubicBezTo>
                    <a:pt x="207" y="230"/>
                    <a:pt x="179" y="196"/>
                    <a:pt x="163" y="161"/>
                  </a:cubicBezTo>
                  <a:cubicBezTo>
                    <a:pt x="159" y="153"/>
                    <a:pt x="156" y="144"/>
                    <a:pt x="156" y="135"/>
                  </a:cubicBezTo>
                  <a:lnTo>
                    <a:pt x="156" y="135"/>
                  </a:lnTo>
                  <a:cubicBezTo>
                    <a:pt x="156" y="135"/>
                    <a:pt x="156" y="132"/>
                    <a:pt x="157" y="130"/>
                  </a:cubicBezTo>
                  <a:lnTo>
                    <a:pt x="157" y="130"/>
                  </a:lnTo>
                  <a:cubicBezTo>
                    <a:pt x="157" y="129"/>
                    <a:pt x="158" y="128"/>
                    <a:pt x="159" y="127"/>
                  </a:cubicBezTo>
                  <a:cubicBezTo>
                    <a:pt x="169" y="120"/>
                    <a:pt x="179" y="117"/>
                    <a:pt x="187" y="114"/>
                  </a:cubicBezTo>
                  <a:cubicBezTo>
                    <a:pt x="251" y="92"/>
                    <a:pt x="233" y="1"/>
                    <a:pt x="176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3025" lIns="91425" spcFirstLastPara="1" rIns="91425" wrap="square" tIns="23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79" name="Google Shape;1979;p13"/>
            <p:cNvSpPr/>
            <p:nvPr/>
          </p:nvSpPr>
          <p:spPr>
            <a:xfrm>
              <a:off x="1968480" y="433080"/>
              <a:ext cx="17640" cy="66600"/>
            </a:xfrm>
            <a:custGeom>
              <a:rect b="b" l="l" r="r" t="t"/>
              <a:pathLst>
                <a:path extrusionOk="0" h="1330" w="358">
                  <a:moveTo>
                    <a:pt x="142" y="0"/>
                  </a:moveTo>
                  <a:cubicBezTo>
                    <a:pt x="125" y="0"/>
                    <a:pt x="108" y="9"/>
                    <a:pt x="98" y="29"/>
                  </a:cubicBezTo>
                  <a:cubicBezTo>
                    <a:pt x="49" y="131"/>
                    <a:pt x="17" y="242"/>
                    <a:pt x="30" y="357"/>
                  </a:cubicBezTo>
                  <a:cubicBezTo>
                    <a:pt x="42" y="473"/>
                    <a:pt x="97" y="563"/>
                    <a:pt x="152" y="664"/>
                  </a:cubicBezTo>
                  <a:cubicBezTo>
                    <a:pt x="196" y="745"/>
                    <a:pt x="197" y="820"/>
                    <a:pt x="169" y="906"/>
                  </a:cubicBezTo>
                  <a:cubicBezTo>
                    <a:pt x="129" y="1028"/>
                    <a:pt x="56" y="1137"/>
                    <a:pt x="15" y="1259"/>
                  </a:cubicBezTo>
                  <a:cubicBezTo>
                    <a:pt x="0" y="1302"/>
                    <a:pt x="35" y="1330"/>
                    <a:pt x="70" y="1330"/>
                  </a:cubicBezTo>
                  <a:cubicBezTo>
                    <a:pt x="93" y="1330"/>
                    <a:pt x="117" y="1317"/>
                    <a:pt x="127" y="1289"/>
                  </a:cubicBezTo>
                  <a:cubicBezTo>
                    <a:pt x="190" y="1103"/>
                    <a:pt x="358" y="905"/>
                    <a:pt x="294" y="698"/>
                  </a:cubicBezTo>
                  <a:cubicBezTo>
                    <a:pt x="265" y="606"/>
                    <a:pt x="197" y="534"/>
                    <a:pt x="168" y="443"/>
                  </a:cubicBezTo>
                  <a:cubicBezTo>
                    <a:pt x="125" y="321"/>
                    <a:pt x="145" y="201"/>
                    <a:pt x="199" y="87"/>
                  </a:cubicBezTo>
                  <a:cubicBezTo>
                    <a:pt x="220" y="42"/>
                    <a:pt x="180" y="0"/>
                    <a:pt x="142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3475" lIns="91425" spcFirstLastPara="1" rIns="91425" wrap="square" tIns="33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80" name="Google Shape;1980;p13"/>
            <p:cNvSpPr/>
            <p:nvPr/>
          </p:nvSpPr>
          <p:spPr>
            <a:xfrm>
              <a:off x="2030040" y="455760"/>
              <a:ext cx="37080" cy="37800"/>
            </a:xfrm>
            <a:custGeom>
              <a:rect b="b" l="l" r="r" t="t"/>
              <a:pathLst>
                <a:path extrusionOk="0" h="758" w="742">
                  <a:moveTo>
                    <a:pt x="64" y="1"/>
                  </a:moveTo>
                  <a:cubicBezTo>
                    <a:pt x="35" y="1"/>
                    <a:pt x="5" y="19"/>
                    <a:pt x="5" y="56"/>
                  </a:cubicBezTo>
                  <a:cubicBezTo>
                    <a:pt x="0" y="152"/>
                    <a:pt x="42" y="245"/>
                    <a:pt x="107" y="311"/>
                  </a:cubicBezTo>
                  <a:cubicBezTo>
                    <a:pt x="172" y="381"/>
                    <a:pt x="257" y="416"/>
                    <a:pt x="350" y="422"/>
                  </a:cubicBezTo>
                  <a:cubicBezTo>
                    <a:pt x="355" y="422"/>
                    <a:pt x="360" y="422"/>
                    <a:pt x="364" y="422"/>
                  </a:cubicBezTo>
                  <a:cubicBezTo>
                    <a:pt x="392" y="422"/>
                    <a:pt x="419" y="419"/>
                    <a:pt x="447" y="419"/>
                  </a:cubicBezTo>
                  <a:cubicBezTo>
                    <a:pt x="448" y="419"/>
                    <a:pt x="455" y="420"/>
                    <a:pt x="457" y="420"/>
                  </a:cubicBezTo>
                  <a:cubicBezTo>
                    <a:pt x="458" y="420"/>
                    <a:pt x="457" y="420"/>
                    <a:pt x="454" y="419"/>
                  </a:cubicBezTo>
                  <a:lnTo>
                    <a:pt x="454" y="419"/>
                  </a:lnTo>
                  <a:lnTo>
                    <a:pt x="473" y="424"/>
                  </a:lnTo>
                  <a:lnTo>
                    <a:pt x="473" y="424"/>
                  </a:lnTo>
                  <a:cubicBezTo>
                    <a:pt x="473" y="424"/>
                    <a:pt x="473" y="424"/>
                    <a:pt x="473" y="424"/>
                  </a:cubicBezTo>
                  <a:lnTo>
                    <a:pt x="473" y="424"/>
                  </a:lnTo>
                  <a:cubicBezTo>
                    <a:pt x="471" y="424"/>
                    <a:pt x="481" y="429"/>
                    <a:pt x="482" y="430"/>
                  </a:cubicBezTo>
                  <a:cubicBezTo>
                    <a:pt x="482" y="430"/>
                    <a:pt x="482" y="430"/>
                    <a:pt x="482" y="430"/>
                  </a:cubicBezTo>
                  <a:lnTo>
                    <a:pt x="482" y="430"/>
                  </a:lnTo>
                  <a:cubicBezTo>
                    <a:pt x="482" y="430"/>
                    <a:pt x="495" y="442"/>
                    <a:pt x="496" y="444"/>
                  </a:cubicBezTo>
                  <a:cubicBezTo>
                    <a:pt x="563" y="515"/>
                    <a:pt x="598" y="623"/>
                    <a:pt x="620" y="715"/>
                  </a:cubicBezTo>
                  <a:cubicBezTo>
                    <a:pt x="627" y="745"/>
                    <a:pt x="648" y="757"/>
                    <a:pt x="671" y="757"/>
                  </a:cubicBezTo>
                  <a:cubicBezTo>
                    <a:pt x="705" y="757"/>
                    <a:pt x="741" y="729"/>
                    <a:pt x="732" y="685"/>
                  </a:cubicBezTo>
                  <a:cubicBezTo>
                    <a:pt x="710" y="585"/>
                    <a:pt x="672" y="486"/>
                    <a:pt x="610" y="402"/>
                  </a:cubicBezTo>
                  <a:cubicBezTo>
                    <a:pt x="564" y="339"/>
                    <a:pt x="509" y="304"/>
                    <a:pt x="432" y="304"/>
                  </a:cubicBezTo>
                  <a:cubicBezTo>
                    <a:pt x="430" y="304"/>
                    <a:pt x="429" y="304"/>
                    <a:pt x="427" y="304"/>
                  </a:cubicBezTo>
                  <a:cubicBezTo>
                    <a:pt x="412" y="305"/>
                    <a:pt x="398" y="305"/>
                    <a:pt x="384" y="305"/>
                  </a:cubicBezTo>
                  <a:cubicBezTo>
                    <a:pt x="326" y="305"/>
                    <a:pt x="272" y="298"/>
                    <a:pt x="222" y="260"/>
                  </a:cubicBezTo>
                  <a:cubicBezTo>
                    <a:pt x="158" y="212"/>
                    <a:pt x="117" y="134"/>
                    <a:pt x="119" y="55"/>
                  </a:cubicBezTo>
                  <a:cubicBezTo>
                    <a:pt x="120" y="19"/>
                    <a:pt x="92" y="1"/>
                    <a:pt x="64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9075" lIns="91425" spcFirstLastPara="1" rIns="91425" wrap="square" tIns="190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81" name="Google Shape;1981;p13"/>
            <p:cNvSpPr/>
            <p:nvPr/>
          </p:nvSpPr>
          <p:spPr>
            <a:xfrm>
              <a:off x="2059200" y="417600"/>
              <a:ext cx="41400" cy="19080"/>
            </a:xfrm>
            <a:custGeom>
              <a:rect b="b" l="l" r="r" t="t"/>
              <a:pathLst>
                <a:path extrusionOk="0" h="388" w="828">
                  <a:moveTo>
                    <a:pt x="138" y="0"/>
                  </a:moveTo>
                  <a:cubicBezTo>
                    <a:pt x="107" y="0"/>
                    <a:pt x="77" y="6"/>
                    <a:pt x="52" y="22"/>
                  </a:cubicBezTo>
                  <a:cubicBezTo>
                    <a:pt x="1" y="55"/>
                    <a:pt x="32" y="130"/>
                    <a:pt x="81" y="130"/>
                  </a:cubicBezTo>
                  <a:cubicBezTo>
                    <a:pt x="91" y="130"/>
                    <a:pt x="101" y="127"/>
                    <a:pt x="111" y="121"/>
                  </a:cubicBezTo>
                  <a:lnTo>
                    <a:pt x="111" y="121"/>
                  </a:lnTo>
                  <a:cubicBezTo>
                    <a:pt x="111" y="121"/>
                    <a:pt x="113" y="120"/>
                    <a:pt x="115" y="119"/>
                  </a:cubicBezTo>
                  <a:cubicBezTo>
                    <a:pt x="115" y="119"/>
                    <a:pt x="125" y="118"/>
                    <a:pt x="125" y="118"/>
                  </a:cubicBezTo>
                  <a:lnTo>
                    <a:pt x="125" y="118"/>
                  </a:lnTo>
                  <a:cubicBezTo>
                    <a:pt x="125" y="118"/>
                    <a:pt x="124" y="118"/>
                    <a:pt x="123" y="118"/>
                  </a:cubicBezTo>
                  <a:cubicBezTo>
                    <a:pt x="127" y="117"/>
                    <a:pt x="131" y="117"/>
                    <a:pt x="135" y="117"/>
                  </a:cubicBezTo>
                  <a:cubicBezTo>
                    <a:pt x="143" y="117"/>
                    <a:pt x="151" y="118"/>
                    <a:pt x="159" y="118"/>
                  </a:cubicBezTo>
                  <a:cubicBezTo>
                    <a:pt x="188" y="119"/>
                    <a:pt x="215" y="126"/>
                    <a:pt x="243" y="132"/>
                  </a:cubicBezTo>
                  <a:cubicBezTo>
                    <a:pt x="301" y="143"/>
                    <a:pt x="358" y="162"/>
                    <a:pt x="416" y="173"/>
                  </a:cubicBezTo>
                  <a:cubicBezTo>
                    <a:pt x="473" y="183"/>
                    <a:pt x="528" y="202"/>
                    <a:pt x="575" y="237"/>
                  </a:cubicBezTo>
                  <a:cubicBezTo>
                    <a:pt x="621" y="274"/>
                    <a:pt x="664" y="325"/>
                    <a:pt x="706" y="369"/>
                  </a:cubicBezTo>
                  <a:cubicBezTo>
                    <a:pt x="718" y="382"/>
                    <a:pt x="732" y="387"/>
                    <a:pt x="746" y="387"/>
                  </a:cubicBezTo>
                  <a:cubicBezTo>
                    <a:pt x="789" y="387"/>
                    <a:pt x="828" y="330"/>
                    <a:pt x="789" y="288"/>
                  </a:cubicBezTo>
                  <a:cubicBezTo>
                    <a:pt x="739" y="234"/>
                    <a:pt x="691" y="179"/>
                    <a:pt x="633" y="138"/>
                  </a:cubicBezTo>
                  <a:cubicBezTo>
                    <a:pt x="575" y="95"/>
                    <a:pt x="507" y="73"/>
                    <a:pt x="436" y="61"/>
                  </a:cubicBezTo>
                  <a:cubicBezTo>
                    <a:pt x="372" y="48"/>
                    <a:pt x="308" y="27"/>
                    <a:pt x="243" y="14"/>
                  </a:cubicBezTo>
                  <a:cubicBezTo>
                    <a:pt x="210" y="8"/>
                    <a:pt x="174" y="0"/>
                    <a:pt x="138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82" name="Google Shape;1982;p13"/>
            <p:cNvSpPr/>
            <p:nvPr/>
          </p:nvSpPr>
          <p:spPr>
            <a:xfrm>
              <a:off x="2068560" y="329760"/>
              <a:ext cx="37800" cy="17280"/>
            </a:xfrm>
            <a:custGeom>
              <a:rect b="b" l="l" r="r" t="t"/>
              <a:pathLst>
                <a:path extrusionOk="0" h="353" w="754">
                  <a:moveTo>
                    <a:pt x="693" y="1"/>
                  </a:moveTo>
                  <a:cubicBezTo>
                    <a:pt x="667" y="1"/>
                    <a:pt x="641" y="16"/>
                    <a:pt x="636" y="43"/>
                  </a:cubicBezTo>
                  <a:cubicBezTo>
                    <a:pt x="633" y="67"/>
                    <a:pt x="629" y="90"/>
                    <a:pt x="621" y="111"/>
                  </a:cubicBezTo>
                  <a:lnTo>
                    <a:pt x="621" y="111"/>
                  </a:lnTo>
                  <a:cubicBezTo>
                    <a:pt x="520" y="96"/>
                    <a:pt x="416" y="65"/>
                    <a:pt x="312" y="65"/>
                  </a:cubicBezTo>
                  <a:cubicBezTo>
                    <a:pt x="310" y="65"/>
                    <a:pt x="308" y="65"/>
                    <a:pt x="306" y="65"/>
                  </a:cubicBezTo>
                  <a:cubicBezTo>
                    <a:pt x="171" y="68"/>
                    <a:pt x="66" y="141"/>
                    <a:pt x="12" y="264"/>
                  </a:cubicBezTo>
                  <a:cubicBezTo>
                    <a:pt x="1" y="293"/>
                    <a:pt x="4" y="327"/>
                    <a:pt x="33" y="344"/>
                  </a:cubicBezTo>
                  <a:cubicBezTo>
                    <a:pt x="42" y="349"/>
                    <a:pt x="53" y="352"/>
                    <a:pt x="64" y="352"/>
                  </a:cubicBezTo>
                  <a:cubicBezTo>
                    <a:pt x="84" y="352"/>
                    <a:pt x="104" y="343"/>
                    <a:pt x="111" y="324"/>
                  </a:cubicBezTo>
                  <a:cubicBezTo>
                    <a:pt x="133" y="274"/>
                    <a:pt x="161" y="228"/>
                    <a:pt x="208" y="204"/>
                  </a:cubicBezTo>
                  <a:cubicBezTo>
                    <a:pt x="240" y="185"/>
                    <a:pt x="278" y="179"/>
                    <a:pt x="318" y="179"/>
                  </a:cubicBezTo>
                  <a:cubicBezTo>
                    <a:pt x="323" y="179"/>
                    <a:pt x="329" y="179"/>
                    <a:pt x="334" y="179"/>
                  </a:cubicBezTo>
                  <a:cubicBezTo>
                    <a:pt x="442" y="185"/>
                    <a:pt x="548" y="219"/>
                    <a:pt x="656" y="230"/>
                  </a:cubicBezTo>
                  <a:cubicBezTo>
                    <a:pt x="657" y="231"/>
                    <a:pt x="659" y="231"/>
                    <a:pt x="661" y="231"/>
                  </a:cubicBezTo>
                  <a:cubicBezTo>
                    <a:pt x="679" y="231"/>
                    <a:pt x="697" y="218"/>
                    <a:pt x="705" y="202"/>
                  </a:cubicBezTo>
                  <a:cubicBezTo>
                    <a:pt x="731" y="164"/>
                    <a:pt x="739" y="117"/>
                    <a:pt x="748" y="73"/>
                  </a:cubicBezTo>
                  <a:cubicBezTo>
                    <a:pt x="753" y="43"/>
                    <a:pt x="739" y="11"/>
                    <a:pt x="707" y="2"/>
                  </a:cubicBezTo>
                  <a:cubicBezTo>
                    <a:pt x="702" y="1"/>
                    <a:pt x="697" y="1"/>
                    <a:pt x="693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625" lIns="91425" spcFirstLastPara="1" rIns="91425" wrap="square" tIns="86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83" name="Google Shape;1983;p13"/>
            <p:cNvSpPr/>
            <p:nvPr/>
          </p:nvSpPr>
          <p:spPr>
            <a:xfrm>
              <a:off x="2052000" y="270000"/>
              <a:ext cx="35640" cy="27720"/>
            </a:xfrm>
            <a:custGeom>
              <a:rect b="b" l="l" r="r" t="t"/>
              <a:pathLst>
                <a:path extrusionOk="0" h="560" w="717">
                  <a:moveTo>
                    <a:pt x="660" y="0"/>
                  </a:moveTo>
                  <a:cubicBezTo>
                    <a:pt x="631" y="0"/>
                    <a:pt x="601" y="19"/>
                    <a:pt x="600" y="56"/>
                  </a:cubicBezTo>
                  <a:cubicBezTo>
                    <a:pt x="599" y="61"/>
                    <a:pt x="599" y="63"/>
                    <a:pt x="599" y="63"/>
                  </a:cubicBezTo>
                  <a:cubicBezTo>
                    <a:pt x="599" y="63"/>
                    <a:pt x="600" y="60"/>
                    <a:pt x="600" y="60"/>
                  </a:cubicBezTo>
                  <a:lnTo>
                    <a:pt x="600" y="60"/>
                  </a:lnTo>
                  <a:cubicBezTo>
                    <a:pt x="600" y="60"/>
                    <a:pt x="600" y="61"/>
                    <a:pt x="600" y="63"/>
                  </a:cubicBezTo>
                  <a:cubicBezTo>
                    <a:pt x="598" y="68"/>
                    <a:pt x="598" y="74"/>
                    <a:pt x="595" y="81"/>
                  </a:cubicBezTo>
                  <a:cubicBezTo>
                    <a:pt x="595" y="82"/>
                    <a:pt x="594" y="84"/>
                    <a:pt x="593" y="86"/>
                  </a:cubicBezTo>
                  <a:lnTo>
                    <a:pt x="593" y="86"/>
                  </a:lnTo>
                  <a:cubicBezTo>
                    <a:pt x="590" y="91"/>
                    <a:pt x="588" y="97"/>
                    <a:pt x="585" y="102"/>
                  </a:cubicBezTo>
                  <a:cubicBezTo>
                    <a:pt x="585" y="103"/>
                    <a:pt x="585" y="104"/>
                    <a:pt x="584" y="104"/>
                  </a:cubicBezTo>
                  <a:lnTo>
                    <a:pt x="584" y="104"/>
                  </a:lnTo>
                  <a:cubicBezTo>
                    <a:pt x="585" y="103"/>
                    <a:pt x="585" y="103"/>
                    <a:pt x="584" y="103"/>
                  </a:cubicBezTo>
                  <a:lnTo>
                    <a:pt x="584" y="103"/>
                  </a:lnTo>
                  <a:cubicBezTo>
                    <a:pt x="584" y="103"/>
                    <a:pt x="583" y="103"/>
                    <a:pt x="581" y="105"/>
                  </a:cubicBezTo>
                  <a:lnTo>
                    <a:pt x="571" y="117"/>
                  </a:lnTo>
                  <a:lnTo>
                    <a:pt x="568" y="119"/>
                  </a:lnTo>
                  <a:lnTo>
                    <a:pt x="568" y="119"/>
                  </a:lnTo>
                  <a:cubicBezTo>
                    <a:pt x="568" y="119"/>
                    <a:pt x="567" y="119"/>
                    <a:pt x="567" y="119"/>
                  </a:cubicBezTo>
                  <a:lnTo>
                    <a:pt x="551" y="131"/>
                  </a:lnTo>
                  <a:lnTo>
                    <a:pt x="520" y="146"/>
                  </a:lnTo>
                  <a:cubicBezTo>
                    <a:pt x="517" y="147"/>
                    <a:pt x="517" y="147"/>
                    <a:pt x="517" y="147"/>
                  </a:cubicBezTo>
                  <a:cubicBezTo>
                    <a:pt x="517" y="147"/>
                    <a:pt x="519" y="147"/>
                    <a:pt x="519" y="147"/>
                  </a:cubicBezTo>
                  <a:lnTo>
                    <a:pt x="519" y="147"/>
                  </a:lnTo>
                  <a:cubicBezTo>
                    <a:pt x="519" y="147"/>
                    <a:pt x="519" y="148"/>
                    <a:pt x="513" y="149"/>
                  </a:cubicBezTo>
                  <a:cubicBezTo>
                    <a:pt x="506" y="152"/>
                    <a:pt x="499" y="155"/>
                    <a:pt x="493" y="156"/>
                  </a:cubicBezTo>
                  <a:cubicBezTo>
                    <a:pt x="466" y="166"/>
                    <a:pt x="439" y="173"/>
                    <a:pt x="414" y="180"/>
                  </a:cubicBezTo>
                  <a:cubicBezTo>
                    <a:pt x="301" y="209"/>
                    <a:pt x="174" y="227"/>
                    <a:pt x="85" y="309"/>
                  </a:cubicBezTo>
                  <a:cubicBezTo>
                    <a:pt x="31" y="360"/>
                    <a:pt x="6" y="430"/>
                    <a:pt x="4" y="503"/>
                  </a:cubicBezTo>
                  <a:cubicBezTo>
                    <a:pt x="1" y="541"/>
                    <a:pt x="28" y="560"/>
                    <a:pt x="56" y="560"/>
                  </a:cubicBezTo>
                  <a:cubicBezTo>
                    <a:pt x="85" y="560"/>
                    <a:pt x="114" y="542"/>
                    <a:pt x="116" y="505"/>
                  </a:cubicBezTo>
                  <a:cubicBezTo>
                    <a:pt x="116" y="498"/>
                    <a:pt x="116" y="488"/>
                    <a:pt x="118" y="481"/>
                  </a:cubicBezTo>
                  <a:lnTo>
                    <a:pt x="118" y="481"/>
                  </a:lnTo>
                  <a:cubicBezTo>
                    <a:pt x="117" y="483"/>
                    <a:pt x="117" y="484"/>
                    <a:pt x="117" y="484"/>
                  </a:cubicBezTo>
                  <a:cubicBezTo>
                    <a:pt x="117" y="484"/>
                    <a:pt x="119" y="472"/>
                    <a:pt x="119" y="469"/>
                  </a:cubicBezTo>
                  <a:cubicBezTo>
                    <a:pt x="121" y="462"/>
                    <a:pt x="123" y="455"/>
                    <a:pt x="125" y="450"/>
                  </a:cubicBezTo>
                  <a:cubicBezTo>
                    <a:pt x="126" y="447"/>
                    <a:pt x="126" y="445"/>
                    <a:pt x="126" y="443"/>
                  </a:cubicBezTo>
                  <a:lnTo>
                    <a:pt x="126" y="443"/>
                  </a:lnTo>
                  <a:cubicBezTo>
                    <a:pt x="126" y="444"/>
                    <a:pt x="126" y="444"/>
                    <a:pt x="126" y="444"/>
                  </a:cubicBezTo>
                  <a:cubicBezTo>
                    <a:pt x="126" y="444"/>
                    <a:pt x="126" y="444"/>
                    <a:pt x="127" y="443"/>
                  </a:cubicBezTo>
                  <a:lnTo>
                    <a:pt x="127" y="443"/>
                  </a:lnTo>
                  <a:cubicBezTo>
                    <a:pt x="127" y="443"/>
                    <a:pt x="127" y="443"/>
                    <a:pt x="126" y="443"/>
                  </a:cubicBezTo>
                  <a:lnTo>
                    <a:pt x="126" y="443"/>
                  </a:lnTo>
                  <a:cubicBezTo>
                    <a:pt x="127" y="443"/>
                    <a:pt x="127" y="443"/>
                    <a:pt x="127" y="443"/>
                  </a:cubicBezTo>
                  <a:lnTo>
                    <a:pt x="127" y="443"/>
                  </a:lnTo>
                  <a:cubicBezTo>
                    <a:pt x="127" y="443"/>
                    <a:pt x="127" y="443"/>
                    <a:pt x="127" y="443"/>
                  </a:cubicBezTo>
                  <a:lnTo>
                    <a:pt x="127" y="443"/>
                  </a:lnTo>
                  <a:cubicBezTo>
                    <a:pt x="127" y="442"/>
                    <a:pt x="127" y="442"/>
                    <a:pt x="128" y="441"/>
                  </a:cubicBezTo>
                  <a:lnTo>
                    <a:pt x="128" y="441"/>
                  </a:lnTo>
                  <a:cubicBezTo>
                    <a:pt x="127" y="442"/>
                    <a:pt x="127" y="443"/>
                    <a:pt x="127" y="443"/>
                  </a:cubicBezTo>
                  <a:lnTo>
                    <a:pt x="127" y="443"/>
                  </a:lnTo>
                  <a:cubicBezTo>
                    <a:pt x="127" y="442"/>
                    <a:pt x="129" y="440"/>
                    <a:pt x="130" y="438"/>
                  </a:cubicBezTo>
                  <a:cubicBezTo>
                    <a:pt x="133" y="433"/>
                    <a:pt x="135" y="428"/>
                    <a:pt x="139" y="423"/>
                  </a:cubicBezTo>
                  <a:cubicBezTo>
                    <a:pt x="140" y="422"/>
                    <a:pt x="145" y="414"/>
                    <a:pt x="146" y="412"/>
                  </a:cubicBezTo>
                  <a:lnTo>
                    <a:pt x="146" y="412"/>
                  </a:lnTo>
                  <a:cubicBezTo>
                    <a:pt x="148" y="409"/>
                    <a:pt x="154" y="402"/>
                    <a:pt x="155" y="401"/>
                  </a:cubicBezTo>
                  <a:cubicBezTo>
                    <a:pt x="160" y="396"/>
                    <a:pt x="166" y="393"/>
                    <a:pt x="170" y="387"/>
                  </a:cubicBezTo>
                  <a:cubicBezTo>
                    <a:pt x="173" y="385"/>
                    <a:pt x="174" y="384"/>
                    <a:pt x="174" y="384"/>
                  </a:cubicBezTo>
                  <a:lnTo>
                    <a:pt x="174" y="384"/>
                  </a:lnTo>
                  <a:cubicBezTo>
                    <a:pt x="174" y="384"/>
                    <a:pt x="172" y="386"/>
                    <a:pt x="170" y="387"/>
                  </a:cubicBezTo>
                  <a:cubicBezTo>
                    <a:pt x="173" y="386"/>
                    <a:pt x="176" y="383"/>
                    <a:pt x="177" y="382"/>
                  </a:cubicBezTo>
                  <a:lnTo>
                    <a:pt x="193" y="372"/>
                  </a:lnTo>
                  <a:cubicBezTo>
                    <a:pt x="206" y="365"/>
                    <a:pt x="218" y="359"/>
                    <a:pt x="231" y="352"/>
                  </a:cubicBezTo>
                  <a:cubicBezTo>
                    <a:pt x="236" y="350"/>
                    <a:pt x="237" y="349"/>
                    <a:pt x="236" y="349"/>
                  </a:cubicBezTo>
                  <a:lnTo>
                    <a:pt x="236" y="349"/>
                  </a:lnTo>
                  <a:cubicBezTo>
                    <a:pt x="236" y="349"/>
                    <a:pt x="235" y="349"/>
                    <a:pt x="235" y="349"/>
                  </a:cubicBezTo>
                  <a:cubicBezTo>
                    <a:pt x="234" y="349"/>
                    <a:pt x="235" y="349"/>
                    <a:pt x="240" y="348"/>
                  </a:cubicBezTo>
                  <a:cubicBezTo>
                    <a:pt x="247" y="346"/>
                    <a:pt x="252" y="343"/>
                    <a:pt x="259" y="340"/>
                  </a:cubicBezTo>
                  <a:cubicBezTo>
                    <a:pt x="274" y="336"/>
                    <a:pt x="288" y="332"/>
                    <a:pt x="302" y="326"/>
                  </a:cubicBezTo>
                  <a:cubicBezTo>
                    <a:pt x="408" y="297"/>
                    <a:pt x="530" y="288"/>
                    <a:pt x="622" y="223"/>
                  </a:cubicBezTo>
                  <a:cubicBezTo>
                    <a:pt x="679" y="182"/>
                    <a:pt x="711" y="125"/>
                    <a:pt x="714" y="56"/>
                  </a:cubicBezTo>
                  <a:cubicBezTo>
                    <a:pt x="716" y="19"/>
                    <a:pt x="688" y="0"/>
                    <a:pt x="660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4025" lIns="91425" spcFirstLastPara="1" rIns="91425" wrap="square" tIns="14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84" name="Google Shape;1984;p13"/>
            <p:cNvSpPr/>
            <p:nvPr/>
          </p:nvSpPr>
          <p:spPr>
            <a:xfrm>
              <a:off x="1828080" y="208080"/>
              <a:ext cx="235436" cy="242995"/>
            </a:xfrm>
            <a:custGeom>
              <a:rect b="b" l="l" r="r" t="t"/>
              <a:pathLst>
                <a:path extrusionOk="0" h="4829" w="4679">
                  <a:moveTo>
                    <a:pt x="2931" y="687"/>
                  </a:moveTo>
                  <a:cubicBezTo>
                    <a:pt x="3116" y="687"/>
                    <a:pt x="3297" y="796"/>
                    <a:pt x="3369" y="969"/>
                  </a:cubicBezTo>
                  <a:cubicBezTo>
                    <a:pt x="3435" y="1129"/>
                    <a:pt x="3371" y="1298"/>
                    <a:pt x="3314" y="1450"/>
                  </a:cubicBezTo>
                  <a:cubicBezTo>
                    <a:pt x="3264" y="1581"/>
                    <a:pt x="3198" y="1740"/>
                    <a:pt x="3301" y="1851"/>
                  </a:cubicBezTo>
                  <a:cubicBezTo>
                    <a:pt x="3313" y="1851"/>
                    <a:pt x="3323" y="1852"/>
                    <a:pt x="3334" y="1859"/>
                  </a:cubicBezTo>
                  <a:cubicBezTo>
                    <a:pt x="3443" y="1930"/>
                    <a:pt x="3518" y="2045"/>
                    <a:pt x="3647" y="2082"/>
                  </a:cubicBezTo>
                  <a:cubicBezTo>
                    <a:pt x="3773" y="2117"/>
                    <a:pt x="3908" y="2094"/>
                    <a:pt x="4031" y="2137"/>
                  </a:cubicBezTo>
                  <a:cubicBezTo>
                    <a:pt x="4204" y="2198"/>
                    <a:pt x="4300" y="2392"/>
                    <a:pt x="4320" y="2562"/>
                  </a:cubicBezTo>
                  <a:cubicBezTo>
                    <a:pt x="4343" y="2738"/>
                    <a:pt x="4258" y="2930"/>
                    <a:pt x="4067" y="2955"/>
                  </a:cubicBezTo>
                  <a:cubicBezTo>
                    <a:pt x="4056" y="2956"/>
                    <a:pt x="4045" y="2957"/>
                    <a:pt x="4035" y="2957"/>
                  </a:cubicBezTo>
                  <a:cubicBezTo>
                    <a:pt x="3867" y="2957"/>
                    <a:pt x="3762" y="2791"/>
                    <a:pt x="3610" y="2742"/>
                  </a:cubicBezTo>
                  <a:cubicBezTo>
                    <a:pt x="3588" y="2735"/>
                    <a:pt x="3566" y="2731"/>
                    <a:pt x="3543" y="2731"/>
                  </a:cubicBezTo>
                  <a:cubicBezTo>
                    <a:pt x="3381" y="2731"/>
                    <a:pt x="3216" y="2907"/>
                    <a:pt x="3187" y="3051"/>
                  </a:cubicBezTo>
                  <a:cubicBezTo>
                    <a:pt x="3185" y="3061"/>
                    <a:pt x="3181" y="3065"/>
                    <a:pt x="3178" y="3072"/>
                  </a:cubicBezTo>
                  <a:cubicBezTo>
                    <a:pt x="3123" y="3289"/>
                    <a:pt x="3320" y="3448"/>
                    <a:pt x="3436" y="3611"/>
                  </a:cubicBezTo>
                  <a:cubicBezTo>
                    <a:pt x="3520" y="3728"/>
                    <a:pt x="3602" y="3907"/>
                    <a:pt x="3525" y="4046"/>
                  </a:cubicBezTo>
                  <a:cubicBezTo>
                    <a:pt x="3476" y="4137"/>
                    <a:pt x="3375" y="4169"/>
                    <a:pt x="3271" y="4169"/>
                  </a:cubicBezTo>
                  <a:cubicBezTo>
                    <a:pt x="3201" y="4169"/>
                    <a:pt x="3129" y="4154"/>
                    <a:pt x="3072" y="4132"/>
                  </a:cubicBezTo>
                  <a:cubicBezTo>
                    <a:pt x="2886" y="4063"/>
                    <a:pt x="2761" y="3904"/>
                    <a:pt x="2685" y="3724"/>
                  </a:cubicBezTo>
                  <a:cubicBezTo>
                    <a:pt x="2621" y="3574"/>
                    <a:pt x="2598" y="3367"/>
                    <a:pt x="2420" y="3317"/>
                  </a:cubicBezTo>
                  <a:lnTo>
                    <a:pt x="2418" y="3317"/>
                  </a:lnTo>
                  <a:cubicBezTo>
                    <a:pt x="2411" y="3315"/>
                    <a:pt x="2404" y="3312"/>
                    <a:pt x="2397" y="3312"/>
                  </a:cubicBezTo>
                  <a:cubicBezTo>
                    <a:pt x="2379" y="3307"/>
                    <a:pt x="2369" y="3299"/>
                    <a:pt x="2363" y="3286"/>
                  </a:cubicBezTo>
                  <a:cubicBezTo>
                    <a:pt x="2324" y="3267"/>
                    <a:pt x="2285" y="3258"/>
                    <a:pt x="2245" y="3258"/>
                  </a:cubicBezTo>
                  <a:cubicBezTo>
                    <a:pt x="2201" y="3258"/>
                    <a:pt x="2157" y="3270"/>
                    <a:pt x="2114" y="3296"/>
                  </a:cubicBezTo>
                  <a:cubicBezTo>
                    <a:pt x="2023" y="3349"/>
                    <a:pt x="1952" y="3434"/>
                    <a:pt x="1888" y="3516"/>
                  </a:cubicBezTo>
                  <a:cubicBezTo>
                    <a:pt x="1835" y="3587"/>
                    <a:pt x="1789" y="3662"/>
                    <a:pt x="1721" y="3718"/>
                  </a:cubicBezTo>
                  <a:cubicBezTo>
                    <a:pt x="1655" y="3774"/>
                    <a:pt x="1575" y="3809"/>
                    <a:pt x="1490" y="3816"/>
                  </a:cubicBezTo>
                  <a:cubicBezTo>
                    <a:pt x="1482" y="3817"/>
                    <a:pt x="1473" y="3817"/>
                    <a:pt x="1464" y="3817"/>
                  </a:cubicBezTo>
                  <a:cubicBezTo>
                    <a:pt x="1288" y="3817"/>
                    <a:pt x="1159" y="3666"/>
                    <a:pt x="1144" y="3494"/>
                  </a:cubicBezTo>
                  <a:cubicBezTo>
                    <a:pt x="1126" y="3283"/>
                    <a:pt x="1289" y="3109"/>
                    <a:pt x="1424" y="2967"/>
                  </a:cubicBezTo>
                  <a:cubicBezTo>
                    <a:pt x="1490" y="2901"/>
                    <a:pt x="1561" y="2831"/>
                    <a:pt x="1601" y="2745"/>
                  </a:cubicBezTo>
                  <a:cubicBezTo>
                    <a:pt x="1639" y="2663"/>
                    <a:pt x="1646" y="2568"/>
                    <a:pt x="1656" y="2477"/>
                  </a:cubicBezTo>
                  <a:cubicBezTo>
                    <a:pt x="1656" y="2471"/>
                    <a:pt x="1656" y="2464"/>
                    <a:pt x="1657" y="2456"/>
                  </a:cubicBezTo>
                  <a:cubicBezTo>
                    <a:pt x="1697" y="2314"/>
                    <a:pt x="1718" y="2172"/>
                    <a:pt x="1592" y="2067"/>
                  </a:cubicBezTo>
                  <a:cubicBezTo>
                    <a:pt x="1499" y="1991"/>
                    <a:pt x="1374" y="1960"/>
                    <a:pt x="1268" y="1904"/>
                  </a:cubicBezTo>
                  <a:cubicBezTo>
                    <a:pt x="1103" y="1822"/>
                    <a:pt x="1011" y="1655"/>
                    <a:pt x="1044" y="1471"/>
                  </a:cubicBezTo>
                  <a:cubicBezTo>
                    <a:pt x="1084" y="1241"/>
                    <a:pt x="1300" y="1061"/>
                    <a:pt x="1522" y="1061"/>
                  </a:cubicBezTo>
                  <a:cubicBezTo>
                    <a:pt x="1600" y="1061"/>
                    <a:pt x="1678" y="1083"/>
                    <a:pt x="1750" y="1132"/>
                  </a:cubicBezTo>
                  <a:cubicBezTo>
                    <a:pt x="1832" y="1187"/>
                    <a:pt x="1894" y="1264"/>
                    <a:pt x="1962" y="1333"/>
                  </a:cubicBezTo>
                  <a:cubicBezTo>
                    <a:pt x="2007" y="1376"/>
                    <a:pt x="2075" y="1447"/>
                    <a:pt x="2145" y="1447"/>
                  </a:cubicBezTo>
                  <a:cubicBezTo>
                    <a:pt x="2159" y="1447"/>
                    <a:pt x="2173" y="1444"/>
                    <a:pt x="2187" y="1437"/>
                  </a:cubicBezTo>
                  <a:cubicBezTo>
                    <a:pt x="2258" y="1401"/>
                    <a:pt x="2301" y="1314"/>
                    <a:pt x="2335" y="1248"/>
                  </a:cubicBezTo>
                  <a:cubicBezTo>
                    <a:pt x="2372" y="1178"/>
                    <a:pt x="2399" y="1102"/>
                    <a:pt x="2443" y="1039"/>
                  </a:cubicBezTo>
                  <a:cubicBezTo>
                    <a:pt x="2550" y="880"/>
                    <a:pt x="2682" y="707"/>
                    <a:pt x="2888" y="689"/>
                  </a:cubicBezTo>
                  <a:cubicBezTo>
                    <a:pt x="2902" y="687"/>
                    <a:pt x="2916" y="687"/>
                    <a:pt x="2931" y="687"/>
                  </a:cubicBezTo>
                  <a:close/>
                  <a:moveTo>
                    <a:pt x="2387" y="0"/>
                  </a:moveTo>
                  <a:cubicBezTo>
                    <a:pt x="1948" y="0"/>
                    <a:pt x="1531" y="287"/>
                    <a:pt x="1210" y="582"/>
                  </a:cubicBezTo>
                  <a:cubicBezTo>
                    <a:pt x="799" y="958"/>
                    <a:pt x="375" y="1414"/>
                    <a:pt x="191" y="1951"/>
                  </a:cubicBezTo>
                  <a:cubicBezTo>
                    <a:pt x="201" y="1978"/>
                    <a:pt x="198" y="2009"/>
                    <a:pt x="178" y="2041"/>
                  </a:cubicBezTo>
                  <a:cubicBezTo>
                    <a:pt x="1" y="2335"/>
                    <a:pt x="60" y="2714"/>
                    <a:pt x="114" y="3037"/>
                  </a:cubicBezTo>
                  <a:cubicBezTo>
                    <a:pt x="161" y="3313"/>
                    <a:pt x="245" y="3589"/>
                    <a:pt x="403" y="3823"/>
                  </a:cubicBezTo>
                  <a:cubicBezTo>
                    <a:pt x="635" y="4162"/>
                    <a:pt x="962" y="4243"/>
                    <a:pt x="1313" y="4243"/>
                  </a:cubicBezTo>
                  <a:cubicBezTo>
                    <a:pt x="1635" y="4243"/>
                    <a:pt x="1978" y="4175"/>
                    <a:pt x="2287" y="4175"/>
                  </a:cubicBezTo>
                  <a:cubicBezTo>
                    <a:pt x="2566" y="4175"/>
                    <a:pt x="2827" y="4255"/>
                    <a:pt x="3069" y="4390"/>
                  </a:cubicBezTo>
                  <a:cubicBezTo>
                    <a:pt x="3287" y="4512"/>
                    <a:pt x="3486" y="4686"/>
                    <a:pt x="3718" y="4784"/>
                  </a:cubicBezTo>
                  <a:cubicBezTo>
                    <a:pt x="3789" y="4814"/>
                    <a:pt x="3858" y="4828"/>
                    <a:pt x="3922" y="4828"/>
                  </a:cubicBezTo>
                  <a:cubicBezTo>
                    <a:pt x="4092" y="4828"/>
                    <a:pt x="4236" y="4729"/>
                    <a:pt x="4341" y="4562"/>
                  </a:cubicBezTo>
                  <a:cubicBezTo>
                    <a:pt x="4513" y="4289"/>
                    <a:pt x="4584" y="3951"/>
                    <a:pt x="4623" y="3635"/>
                  </a:cubicBezTo>
                  <a:cubicBezTo>
                    <a:pt x="4665" y="3324"/>
                    <a:pt x="4679" y="3001"/>
                    <a:pt x="4639" y="2692"/>
                  </a:cubicBezTo>
                  <a:cubicBezTo>
                    <a:pt x="4575" y="2171"/>
                    <a:pt x="4289" y="1681"/>
                    <a:pt x="3986" y="1264"/>
                  </a:cubicBezTo>
                  <a:cubicBezTo>
                    <a:pt x="3906" y="1155"/>
                    <a:pt x="3823" y="1037"/>
                    <a:pt x="3734" y="922"/>
                  </a:cubicBezTo>
                  <a:cubicBezTo>
                    <a:pt x="3725" y="917"/>
                    <a:pt x="3718" y="908"/>
                    <a:pt x="3714" y="897"/>
                  </a:cubicBezTo>
                  <a:cubicBezTo>
                    <a:pt x="3454" y="567"/>
                    <a:pt x="3151" y="242"/>
                    <a:pt x="2780" y="82"/>
                  </a:cubicBezTo>
                  <a:cubicBezTo>
                    <a:pt x="2648" y="25"/>
                    <a:pt x="2517" y="0"/>
                    <a:pt x="2387" y="0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85" name="Google Shape;1985;p13"/>
            <p:cNvSpPr/>
            <p:nvPr/>
          </p:nvSpPr>
          <p:spPr>
            <a:xfrm>
              <a:off x="2014920" y="204840"/>
              <a:ext cx="18720" cy="49680"/>
            </a:xfrm>
            <a:custGeom>
              <a:rect b="b" l="l" r="r" t="t"/>
              <a:pathLst>
                <a:path extrusionOk="0" h="996" w="379">
                  <a:moveTo>
                    <a:pt x="266" y="0"/>
                  </a:moveTo>
                  <a:cubicBezTo>
                    <a:pt x="231" y="0"/>
                    <a:pt x="196" y="28"/>
                    <a:pt x="212" y="71"/>
                  </a:cubicBezTo>
                  <a:cubicBezTo>
                    <a:pt x="263" y="218"/>
                    <a:pt x="237" y="354"/>
                    <a:pt x="172" y="493"/>
                  </a:cubicBezTo>
                  <a:cubicBezTo>
                    <a:pt x="141" y="561"/>
                    <a:pt x="107" y="629"/>
                    <a:pt x="76" y="696"/>
                  </a:cubicBezTo>
                  <a:cubicBezTo>
                    <a:pt x="44" y="769"/>
                    <a:pt x="16" y="843"/>
                    <a:pt x="2" y="922"/>
                  </a:cubicBezTo>
                  <a:cubicBezTo>
                    <a:pt x="0" y="935"/>
                    <a:pt x="0" y="947"/>
                    <a:pt x="5" y="957"/>
                  </a:cubicBezTo>
                  <a:cubicBezTo>
                    <a:pt x="10" y="965"/>
                    <a:pt x="17" y="972"/>
                    <a:pt x="25" y="982"/>
                  </a:cubicBezTo>
                  <a:cubicBezTo>
                    <a:pt x="35" y="991"/>
                    <a:pt x="49" y="995"/>
                    <a:pt x="63" y="995"/>
                  </a:cubicBezTo>
                  <a:cubicBezTo>
                    <a:pt x="85" y="995"/>
                    <a:pt x="106" y="983"/>
                    <a:pt x="111" y="954"/>
                  </a:cubicBezTo>
                  <a:cubicBezTo>
                    <a:pt x="122" y="900"/>
                    <a:pt x="138" y="849"/>
                    <a:pt x="159" y="798"/>
                  </a:cubicBezTo>
                  <a:cubicBezTo>
                    <a:pt x="197" y="700"/>
                    <a:pt x="248" y="608"/>
                    <a:pt x="291" y="510"/>
                  </a:cubicBezTo>
                  <a:cubicBezTo>
                    <a:pt x="356" y="360"/>
                    <a:pt x="379" y="203"/>
                    <a:pt x="321" y="40"/>
                  </a:cubicBezTo>
                  <a:cubicBezTo>
                    <a:pt x="312" y="12"/>
                    <a:pt x="289" y="0"/>
                    <a:pt x="266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4825" lIns="91425" spcFirstLastPara="1" rIns="91425" wrap="square" tIns="24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86" name="Google Shape;1986;p13"/>
            <p:cNvSpPr/>
            <p:nvPr/>
          </p:nvSpPr>
          <p:spPr>
            <a:xfrm>
              <a:off x="1975320" y="171000"/>
              <a:ext cx="19080" cy="41040"/>
            </a:xfrm>
            <a:custGeom>
              <a:rect b="b" l="l" r="r" t="t"/>
              <a:pathLst>
                <a:path extrusionOk="0" h="825" w="386">
                  <a:moveTo>
                    <a:pt x="272" y="0"/>
                  </a:moveTo>
                  <a:cubicBezTo>
                    <a:pt x="231" y="0"/>
                    <a:pt x="190" y="41"/>
                    <a:pt x="220" y="85"/>
                  </a:cubicBezTo>
                  <a:cubicBezTo>
                    <a:pt x="239" y="113"/>
                    <a:pt x="256" y="142"/>
                    <a:pt x="260" y="177"/>
                  </a:cubicBezTo>
                  <a:cubicBezTo>
                    <a:pt x="264" y="200"/>
                    <a:pt x="261" y="224"/>
                    <a:pt x="256" y="248"/>
                  </a:cubicBezTo>
                  <a:cubicBezTo>
                    <a:pt x="239" y="299"/>
                    <a:pt x="202" y="350"/>
                    <a:pt x="168" y="398"/>
                  </a:cubicBezTo>
                  <a:cubicBezTo>
                    <a:pt x="88" y="507"/>
                    <a:pt x="1" y="622"/>
                    <a:pt x="16" y="767"/>
                  </a:cubicBezTo>
                  <a:cubicBezTo>
                    <a:pt x="19" y="796"/>
                    <a:pt x="40" y="825"/>
                    <a:pt x="74" y="825"/>
                  </a:cubicBezTo>
                  <a:cubicBezTo>
                    <a:pt x="104" y="825"/>
                    <a:pt x="137" y="798"/>
                    <a:pt x="132" y="767"/>
                  </a:cubicBezTo>
                  <a:cubicBezTo>
                    <a:pt x="118" y="631"/>
                    <a:pt x="222" y="526"/>
                    <a:pt x="294" y="419"/>
                  </a:cubicBezTo>
                  <a:cubicBezTo>
                    <a:pt x="329" y="368"/>
                    <a:pt x="363" y="309"/>
                    <a:pt x="373" y="245"/>
                  </a:cubicBezTo>
                  <a:cubicBezTo>
                    <a:pt x="386" y="166"/>
                    <a:pt x="365" y="91"/>
                    <a:pt x="319" y="25"/>
                  </a:cubicBezTo>
                  <a:cubicBezTo>
                    <a:pt x="307" y="8"/>
                    <a:pt x="290" y="0"/>
                    <a:pt x="272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87" name="Google Shape;1987;p13"/>
            <p:cNvSpPr/>
            <p:nvPr/>
          </p:nvSpPr>
          <p:spPr>
            <a:xfrm>
              <a:off x="1895040" y="164520"/>
              <a:ext cx="34200" cy="46079"/>
            </a:xfrm>
            <a:custGeom>
              <a:rect b="b" l="l" r="r" t="t"/>
              <a:pathLst>
                <a:path extrusionOk="0" h="922" w="683">
                  <a:moveTo>
                    <a:pt x="87" y="0"/>
                  </a:moveTo>
                  <a:cubicBezTo>
                    <a:pt x="23" y="0"/>
                    <a:pt x="1" y="100"/>
                    <a:pt x="69" y="114"/>
                  </a:cubicBezTo>
                  <a:cubicBezTo>
                    <a:pt x="144" y="128"/>
                    <a:pt x="201" y="165"/>
                    <a:pt x="225" y="240"/>
                  </a:cubicBezTo>
                  <a:cubicBezTo>
                    <a:pt x="250" y="312"/>
                    <a:pt x="252" y="389"/>
                    <a:pt x="257" y="465"/>
                  </a:cubicBezTo>
                  <a:cubicBezTo>
                    <a:pt x="266" y="567"/>
                    <a:pt x="298" y="652"/>
                    <a:pt x="366" y="730"/>
                  </a:cubicBezTo>
                  <a:cubicBezTo>
                    <a:pt x="430" y="802"/>
                    <a:pt x="512" y="856"/>
                    <a:pt x="589" y="913"/>
                  </a:cubicBezTo>
                  <a:cubicBezTo>
                    <a:pt x="596" y="919"/>
                    <a:pt x="605" y="922"/>
                    <a:pt x="614" y="922"/>
                  </a:cubicBezTo>
                  <a:cubicBezTo>
                    <a:pt x="635" y="922"/>
                    <a:pt x="657" y="908"/>
                    <a:pt x="668" y="892"/>
                  </a:cubicBezTo>
                  <a:cubicBezTo>
                    <a:pt x="682" y="863"/>
                    <a:pt x="670" y="834"/>
                    <a:pt x="645" y="814"/>
                  </a:cubicBezTo>
                  <a:cubicBezTo>
                    <a:pt x="569" y="757"/>
                    <a:pt x="485" y="703"/>
                    <a:pt x="429" y="625"/>
                  </a:cubicBezTo>
                  <a:cubicBezTo>
                    <a:pt x="373" y="552"/>
                    <a:pt x="372" y="469"/>
                    <a:pt x="365" y="381"/>
                  </a:cubicBezTo>
                  <a:cubicBezTo>
                    <a:pt x="358" y="302"/>
                    <a:pt x="348" y="220"/>
                    <a:pt x="310" y="148"/>
                  </a:cubicBezTo>
                  <a:cubicBezTo>
                    <a:pt x="266" y="65"/>
                    <a:pt x="188" y="19"/>
                    <a:pt x="100" y="2"/>
                  </a:cubicBezTo>
                  <a:cubicBezTo>
                    <a:pt x="96" y="1"/>
                    <a:pt x="91" y="0"/>
                    <a:pt x="87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3025" lIns="91425" spcFirstLastPara="1" rIns="91425" wrap="square" tIns="23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88" name="Google Shape;1988;p13"/>
            <p:cNvSpPr/>
            <p:nvPr/>
          </p:nvSpPr>
          <p:spPr>
            <a:xfrm>
              <a:off x="1839600" y="201240"/>
              <a:ext cx="40320" cy="36361"/>
            </a:xfrm>
            <a:custGeom>
              <a:rect b="b" l="l" r="r" t="t"/>
              <a:pathLst>
                <a:path extrusionOk="0" h="729" w="806">
                  <a:moveTo>
                    <a:pt x="98" y="118"/>
                  </a:moveTo>
                  <a:cubicBezTo>
                    <a:pt x="100" y="119"/>
                    <a:pt x="101" y="120"/>
                    <a:pt x="101" y="120"/>
                  </a:cubicBezTo>
                  <a:cubicBezTo>
                    <a:pt x="102" y="120"/>
                    <a:pt x="101" y="120"/>
                    <a:pt x="99" y="118"/>
                  </a:cubicBezTo>
                  <a:cubicBezTo>
                    <a:pt x="99" y="118"/>
                    <a:pt x="98" y="118"/>
                    <a:pt x="98" y="118"/>
                  </a:cubicBezTo>
                  <a:close/>
                  <a:moveTo>
                    <a:pt x="713" y="616"/>
                  </a:moveTo>
                  <a:cubicBezTo>
                    <a:pt x="714" y="616"/>
                    <a:pt x="712" y="617"/>
                    <a:pt x="710" y="617"/>
                  </a:cubicBezTo>
                  <a:lnTo>
                    <a:pt x="710" y="617"/>
                  </a:lnTo>
                  <a:cubicBezTo>
                    <a:pt x="712" y="616"/>
                    <a:pt x="713" y="616"/>
                    <a:pt x="713" y="616"/>
                  </a:cubicBezTo>
                  <a:close/>
                  <a:moveTo>
                    <a:pt x="704" y="615"/>
                  </a:moveTo>
                  <a:cubicBezTo>
                    <a:pt x="705" y="616"/>
                    <a:pt x="706" y="616"/>
                    <a:pt x="707" y="617"/>
                  </a:cubicBezTo>
                  <a:lnTo>
                    <a:pt x="707" y="617"/>
                  </a:lnTo>
                  <a:cubicBezTo>
                    <a:pt x="707" y="617"/>
                    <a:pt x="707" y="617"/>
                    <a:pt x="707" y="617"/>
                  </a:cubicBezTo>
                  <a:lnTo>
                    <a:pt x="707" y="617"/>
                  </a:lnTo>
                  <a:cubicBezTo>
                    <a:pt x="707" y="617"/>
                    <a:pt x="708" y="617"/>
                    <a:pt x="708" y="617"/>
                  </a:cubicBezTo>
                  <a:lnTo>
                    <a:pt x="708" y="617"/>
                  </a:lnTo>
                  <a:cubicBezTo>
                    <a:pt x="708" y="617"/>
                    <a:pt x="709" y="617"/>
                    <a:pt x="709" y="617"/>
                  </a:cubicBezTo>
                  <a:lnTo>
                    <a:pt x="709" y="617"/>
                  </a:lnTo>
                  <a:cubicBezTo>
                    <a:pt x="713" y="617"/>
                    <a:pt x="721" y="618"/>
                    <a:pt x="714" y="620"/>
                  </a:cubicBezTo>
                  <a:cubicBezTo>
                    <a:pt x="713" y="620"/>
                    <a:pt x="712" y="619"/>
                    <a:pt x="711" y="619"/>
                  </a:cubicBezTo>
                  <a:lnTo>
                    <a:pt x="711" y="619"/>
                  </a:lnTo>
                  <a:cubicBezTo>
                    <a:pt x="711" y="619"/>
                    <a:pt x="711" y="619"/>
                    <a:pt x="711" y="619"/>
                  </a:cubicBezTo>
                  <a:cubicBezTo>
                    <a:pt x="710" y="619"/>
                    <a:pt x="709" y="619"/>
                    <a:pt x="707" y="618"/>
                  </a:cubicBezTo>
                  <a:lnTo>
                    <a:pt x="707" y="618"/>
                  </a:lnTo>
                  <a:cubicBezTo>
                    <a:pt x="707" y="617"/>
                    <a:pt x="707" y="617"/>
                    <a:pt x="708" y="617"/>
                  </a:cubicBezTo>
                  <a:lnTo>
                    <a:pt x="708" y="617"/>
                  </a:lnTo>
                  <a:cubicBezTo>
                    <a:pt x="709" y="618"/>
                    <a:pt x="710" y="619"/>
                    <a:pt x="711" y="619"/>
                  </a:cubicBezTo>
                  <a:lnTo>
                    <a:pt x="711" y="619"/>
                  </a:lnTo>
                  <a:cubicBezTo>
                    <a:pt x="710" y="619"/>
                    <a:pt x="709" y="618"/>
                    <a:pt x="708" y="617"/>
                  </a:cubicBezTo>
                  <a:lnTo>
                    <a:pt x="708" y="617"/>
                  </a:lnTo>
                  <a:cubicBezTo>
                    <a:pt x="708" y="617"/>
                    <a:pt x="708" y="617"/>
                    <a:pt x="708" y="617"/>
                  </a:cubicBezTo>
                  <a:lnTo>
                    <a:pt x="708" y="617"/>
                  </a:lnTo>
                  <a:cubicBezTo>
                    <a:pt x="706" y="617"/>
                    <a:pt x="705" y="616"/>
                    <a:pt x="704" y="615"/>
                  </a:cubicBezTo>
                  <a:close/>
                  <a:moveTo>
                    <a:pt x="688" y="628"/>
                  </a:moveTo>
                  <a:cubicBezTo>
                    <a:pt x="687" y="628"/>
                    <a:pt x="687" y="629"/>
                    <a:pt x="687" y="630"/>
                  </a:cubicBezTo>
                  <a:cubicBezTo>
                    <a:pt x="687" y="629"/>
                    <a:pt x="687" y="629"/>
                    <a:pt x="688" y="628"/>
                  </a:cubicBezTo>
                  <a:close/>
                  <a:moveTo>
                    <a:pt x="95" y="1"/>
                  </a:moveTo>
                  <a:cubicBezTo>
                    <a:pt x="86" y="1"/>
                    <a:pt x="76" y="2"/>
                    <a:pt x="66" y="5"/>
                  </a:cubicBezTo>
                  <a:cubicBezTo>
                    <a:pt x="1" y="23"/>
                    <a:pt x="21" y="119"/>
                    <a:pt x="80" y="119"/>
                  </a:cubicBezTo>
                  <a:cubicBezTo>
                    <a:pt x="85" y="119"/>
                    <a:pt x="90" y="118"/>
                    <a:pt x="94" y="117"/>
                  </a:cubicBezTo>
                  <a:lnTo>
                    <a:pt x="94" y="117"/>
                  </a:lnTo>
                  <a:cubicBezTo>
                    <a:pt x="96" y="117"/>
                    <a:pt x="97" y="118"/>
                    <a:pt x="98" y="118"/>
                  </a:cubicBezTo>
                  <a:lnTo>
                    <a:pt x="98" y="118"/>
                  </a:lnTo>
                  <a:cubicBezTo>
                    <a:pt x="97" y="118"/>
                    <a:pt x="97" y="117"/>
                    <a:pt x="96" y="117"/>
                  </a:cubicBezTo>
                  <a:lnTo>
                    <a:pt x="96" y="117"/>
                  </a:lnTo>
                  <a:cubicBezTo>
                    <a:pt x="102" y="119"/>
                    <a:pt x="106" y="121"/>
                    <a:pt x="112" y="125"/>
                  </a:cubicBezTo>
                  <a:lnTo>
                    <a:pt x="124" y="133"/>
                  </a:lnTo>
                  <a:lnTo>
                    <a:pt x="124" y="133"/>
                  </a:lnTo>
                  <a:cubicBezTo>
                    <a:pt x="127" y="135"/>
                    <a:pt x="133" y="140"/>
                    <a:pt x="134" y="141"/>
                  </a:cubicBezTo>
                  <a:cubicBezTo>
                    <a:pt x="147" y="152"/>
                    <a:pt x="160" y="163"/>
                    <a:pt x="172" y="175"/>
                  </a:cubicBezTo>
                  <a:cubicBezTo>
                    <a:pt x="229" y="231"/>
                    <a:pt x="279" y="295"/>
                    <a:pt x="328" y="359"/>
                  </a:cubicBezTo>
                  <a:cubicBezTo>
                    <a:pt x="382" y="428"/>
                    <a:pt x="436" y="499"/>
                    <a:pt x="493" y="566"/>
                  </a:cubicBezTo>
                  <a:cubicBezTo>
                    <a:pt x="535" y="617"/>
                    <a:pt x="579" y="671"/>
                    <a:pt x="634" y="706"/>
                  </a:cubicBezTo>
                  <a:cubicBezTo>
                    <a:pt x="657" y="721"/>
                    <a:pt x="681" y="729"/>
                    <a:pt x="703" y="729"/>
                  </a:cubicBezTo>
                  <a:cubicBezTo>
                    <a:pt x="743" y="729"/>
                    <a:pt x="779" y="704"/>
                    <a:pt x="796" y="658"/>
                  </a:cubicBezTo>
                  <a:cubicBezTo>
                    <a:pt x="806" y="630"/>
                    <a:pt x="783" y="594"/>
                    <a:pt x="755" y="587"/>
                  </a:cubicBezTo>
                  <a:cubicBezTo>
                    <a:pt x="751" y="586"/>
                    <a:pt x="747" y="586"/>
                    <a:pt x="743" y="586"/>
                  </a:cubicBezTo>
                  <a:cubicBezTo>
                    <a:pt x="725" y="586"/>
                    <a:pt x="709" y="596"/>
                    <a:pt x="697" y="611"/>
                  </a:cubicBezTo>
                  <a:lnTo>
                    <a:pt x="697" y="611"/>
                  </a:lnTo>
                  <a:cubicBezTo>
                    <a:pt x="695" y="610"/>
                    <a:pt x="693" y="608"/>
                    <a:pt x="691" y="607"/>
                  </a:cubicBezTo>
                  <a:cubicBezTo>
                    <a:pt x="690" y="606"/>
                    <a:pt x="689" y="606"/>
                    <a:pt x="688" y="605"/>
                  </a:cubicBezTo>
                  <a:lnTo>
                    <a:pt x="688" y="605"/>
                  </a:lnTo>
                  <a:cubicBezTo>
                    <a:pt x="688" y="605"/>
                    <a:pt x="686" y="603"/>
                    <a:pt x="684" y="601"/>
                  </a:cubicBezTo>
                  <a:cubicBezTo>
                    <a:pt x="633" y="555"/>
                    <a:pt x="588" y="504"/>
                    <a:pt x="545" y="451"/>
                  </a:cubicBezTo>
                  <a:cubicBezTo>
                    <a:pt x="445" y="326"/>
                    <a:pt x="355" y="190"/>
                    <a:pt x="238" y="78"/>
                  </a:cubicBezTo>
                  <a:cubicBezTo>
                    <a:pt x="200" y="42"/>
                    <a:pt x="150" y="1"/>
                    <a:pt x="95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350" lIns="91425" spcFirstLastPara="1" rIns="91425" wrap="square" tIns="18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89" name="Google Shape;1989;p13"/>
            <p:cNvSpPr/>
            <p:nvPr/>
          </p:nvSpPr>
          <p:spPr>
            <a:xfrm>
              <a:off x="1800360" y="240480"/>
              <a:ext cx="50400" cy="32760"/>
            </a:xfrm>
            <a:custGeom>
              <a:rect b="b" l="l" r="r" t="t"/>
              <a:pathLst>
                <a:path extrusionOk="0" h="654" w="1009">
                  <a:moveTo>
                    <a:pt x="187" y="0"/>
                  </a:moveTo>
                  <a:cubicBezTo>
                    <a:pt x="100" y="0"/>
                    <a:pt x="44" y="65"/>
                    <a:pt x="14" y="143"/>
                  </a:cubicBezTo>
                  <a:cubicBezTo>
                    <a:pt x="1" y="171"/>
                    <a:pt x="26" y="207"/>
                    <a:pt x="55" y="214"/>
                  </a:cubicBezTo>
                  <a:cubicBezTo>
                    <a:pt x="60" y="215"/>
                    <a:pt x="64" y="216"/>
                    <a:pt x="69" y="216"/>
                  </a:cubicBezTo>
                  <a:cubicBezTo>
                    <a:pt x="94" y="216"/>
                    <a:pt x="116" y="198"/>
                    <a:pt x="125" y="173"/>
                  </a:cubicBezTo>
                  <a:cubicBezTo>
                    <a:pt x="128" y="166"/>
                    <a:pt x="138" y="147"/>
                    <a:pt x="145" y="136"/>
                  </a:cubicBezTo>
                  <a:lnTo>
                    <a:pt x="145" y="136"/>
                  </a:lnTo>
                  <a:cubicBezTo>
                    <a:pt x="148" y="134"/>
                    <a:pt x="154" y="126"/>
                    <a:pt x="155" y="124"/>
                  </a:cubicBezTo>
                  <a:cubicBezTo>
                    <a:pt x="158" y="122"/>
                    <a:pt x="158" y="122"/>
                    <a:pt x="158" y="122"/>
                  </a:cubicBezTo>
                  <a:lnTo>
                    <a:pt x="158" y="122"/>
                  </a:lnTo>
                  <a:cubicBezTo>
                    <a:pt x="158" y="122"/>
                    <a:pt x="157" y="122"/>
                    <a:pt x="157" y="122"/>
                  </a:cubicBezTo>
                  <a:cubicBezTo>
                    <a:pt x="157" y="122"/>
                    <a:pt x="158" y="121"/>
                    <a:pt x="164" y="117"/>
                  </a:cubicBezTo>
                  <a:cubicBezTo>
                    <a:pt x="165" y="117"/>
                    <a:pt x="165" y="116"/>
                    <a:pt x="166" y="116"/>
                  </a:cubicBezTo>
                  <a:lnTo>
                    <a:pt x="166" y="116"/>
                  </a:lnTo>
                  <a:cubicBezTo>
                    <a:pt x="167" y="116"/>
                    <a:pt x="168" y="115"/>
                    <a:pt x="171" y="114"/>
                  </a:cubicBezTo>
                  <a:cubicBezTo>
                    <a:pt x="174" y="114"/>
                    <a:pt x="176" y="113"/>
                    <a:pt x="181" y="113"/>
                  </a:cubicBezTo>
                  <a:lnTo>
                    <a:pt x="199" y="113"/>
                  </a:lnTo>
                  <a:cubicBezTo>
                    <a:pt x="203" y="114"/>
                    <a:pt x="209" y="115"/>
                    <a:pt x="212" y="116"/>
                  </a:cubicBezTo>
                  <a:cubicBezTo>
                    <a:pt x="233" y="122"/>
                    <a:pt x="232" y="122"/>
                    <a:pt x="246" y="129"/>
                  </a:cubicBezTo>
                  <a:cubicBezTo>
                    <a:pt x="262" y="137"/>
                    <a:pt x="277" y="146"/>
                    <a:pt x="294" y="157"/>
                  </a:cubicBezTo>
                  <a:cubicBezTo>
                    <a:pt x="327" y="180"/>
                    <a:pt x="355" y="201"/>
                    <a:pt x="388" y="229"/>
                  </a:cubicBezTo>
                  <a:cubicBezTo>
                    <a:pt x="521" y="347"/>
                    <a:pt x="631" y="489"/>
                    <a:pt x="773" y="596"/>
                  </a:cubicBezTo>
                  <a:cubicBezTo>
                    <a:pt x="808" y="622"/>
                    <a:pt x="857" y="653"/>
                    <a:pt x="903" y="653"/>
                  </a:cubicBezTo>
                  <a:cubicBezTo>
                    <a:pt x="923" y="653"/>
                    <a:pt x="942" y="648"/>
                    <a:pt x="960" y="635"/>
                  </a:cubicBezTo>
                  <a:cubicBezTo>
                    <a:pt x="1008" y="602"/>
                    <a:pt x="977" y="527"/>
                    <a:pt x="931" y="527"/>
                  </a:cubicBezTo>
                  <a:cubicBezTo>
                    <a:pt x="922" y="527"/>
                    <a:pt x="911" y="530"/>
                    <a:pt x="901" y="538"/>
                  </a:cubicBezTo>
                  <a:cubicBezTo>
                    <a:pt x="901" y="538"/>
                    <a:pt x="901" y="538"/>
                    <a:pt x="901" y="538"/>
                  </a:cubicBezTo>
                  <a:lnTo>
                    <a:pt x="901" y="538"/>
                  </a:lnTo>
                  <a:cubicBezTo>
                    <a:pt x="899" y="538"/>
                    <a:pt x="898" y="539"/>
                    <a:pt x="897" y="539"/>
                  </a:cubicBezTo>
                  <a:lnTo>
                    <a:pt x="897" y="539"/>
                  </a:lnTo>
                  <a:cubicBezTo>
                    <a:pt x="893" y="538"/>
                    <a:pt x="888" y="536"/>
                    <a:pt x="887" y="536"/>
                  </a:cubicBezTo>
                  <a:lnTo>
                    <a:pt x="887" y="536"/>
                  </a:lnTo>
                  <a:cubicBezTo>
                    <a:pt x="860" y="522"/>
                    <a:pt x="841" y="506"/>
                    <a:pt x="821" y="491"/>
                  </a:cubicBezTo>
                  <a:cubicBezTo>
                    <a:pt x="752" y="435"/>
                    <a:pt x="692" y="370"/>
                    <a:pt x="629" y="306"/>
                  </a:cubicBezTo>
                  <a:cubicBezTo>
                    <a:pt x="561" y="238"/>
                    <a:pt x="494" y="170"/>
                    <a:pt x="419" y="110"/>
                  </a:cubicBezTo>
                  <a:cubicBezTo>
                    <a:pt x="358" y="61"/>
                    <a:pt x="287" y="10"/>
                    <a:pt x="203" y="1"/>
                  </a:cubicBezTo>
                  <a:cubicBezTo>
                    <a:pt x="198" y="1"/>
                    <a:pt x="193" y="0"/>
                    <a:pt x="187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6550" lIns="91425" spcFirstLastPara="1" rIns="91425" wrap="square" tIns="165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990" name="Google Shape;1990;p13"/>
          <p:cNvGrpSpPr/>
          <p:nvPr/>
        </p:nvGrpSpPr>
        <p:grpSpPr>
          <a:xfrm>
            <a:off x="3791520" y="4522680"/>
            <a:ext cx="499320" cy="648360"/>
            <a:chOff x="3791520" y="4522680"/>
            <a:chExt cx="499320" cy="648360"/>
          </a:xfrm>
        </p:grpSpPr>
        <p:sp>
          <p:nvSpPr>
            <p:cNvPr id="1991" name="Google Shape;1991;p13"/>
            <p:cNvSpPr/>
            <p:nvPr/>
          </p:nvSpPr>
          <p:spPr>
            <a:xfrm>
              <a:off x="3826080" y="4570200"/>
              <a:ext cx="406797" cy="551511"/>
            </a:xfrm>
            <a:custGeom>
              <a:rect b="b" l="l" r="r" t="t"/>
              <a:pathLst>
                <a:path extrusionOk="0" h="10953" w="8085">
                  <a:moveTo>
                    <a:pt x="2625" y="237"/>
                  </a:moveTo>
                  <a:cubicBezTo>
                    <a:pt x="2859" y="237"/>
                    <a:pt x="3095" y="292"/>
                    <a:pt x="3323" y="418"/>
                  </a:cubicBezTo>
                  <a:cubicBezTo>
                    <a:pt x="4330" y="976"/>
                    <a:pt x="4477" y="2208"/>
                    <a:pt x="4741" y="3212"/>
                  </a:cubicBezTo>
                  <a:cubicBezTo>
                    <a:pt x="4881" y="3748"/>
                    <a:pt x="5075" y="4254"/>
                    <a:pt x="5422" y="4691"/>
                  </a:cubicBezTo>
                  <a:cubicBezTo>
                    <a:pt x="5774" y="5134"/>
                    <a:pt x="6223" y="5477"/>
                    <a:pt x="6657" y="5831"/>
                  </a:cubicBezTo>
                  <a:cubicBezTo>
                    <a:pt x="7038" y="6142"/>
                    <a:pt x="7388" y="6452"/>
                    <a:pt x="7605" y="6900"/>
                  </a:cubicBezTo>
                  <a:cubicBezTo>
                    <a:pt x="7785" y="7273"/>
                    <a:pt x="7864" y="7688"/>
                    <a:pt x="7851" y="8099"/>
                  </a:cubicBezTo>
                  <a:cubicBezTo>
                    <a:pt x="7829" y="8928"/>
                    <a:pt x="7423" y="9755"/>
                    <a:pt x="6746" y="10244"/>
                  </a:cubicBezTo>
                  <a:cubicBezTo>
                    <a:pt x="6318" y="10552"/>
                    <a:pt x="5775" y="10727"/>
                    <a:pt x="5238" y="10727"/>
                  </a:cubicBezTo>
                  <a:cubicBezTo>
                    <a:pt x="4846" y="10727"/>
                    <a:pt x="4458" y="10634"/>
                    <a:pt x="4118" y="10434"/>
                  </a:cubicBezTo>
                  <a:cubicBezTo>
                    <a:pt x="3754" y="10217"/>
                    <a:pt x="3423" y="9826"/>
                    <a:pt x="3427" y="9383"/>
                  </a:cubicBezTo>
                  <a:cubicBezTo>
                    <a:pt x="3428" y="8916"/>
                    <a:pt x="3604" y="8457"/>
                    <a:pt x="3640" y="7990"/>
                  </a:cubicBezTo>
                  <a:cubicBezTo>
                    <a:pt x="3662" y="7698"/>
                    <a:pt x="3644" y="7404"/>
                    <a:pt x="3591" y="7115"/>
                  </a:cubicBezTo>
                  <a:cubicBezTo>
                    <a:pt x="3587" y="7095"/>
                    <a:pt x="3579" y="7077"/>
                    <a:pt x="3569" y="7064"/>
                  </a:cubicBezTo>
                  <a:lnTo>
                    <a:pt x="3566" y="7063"/>
                  </a:lnTo>
                  <a:cubicBezTo>
                    <a:pt x="3168" y="6247"/>
                    <a:pt x="2367" y="5769"/>
                    <a:pt x="1656" y="5256"/>
                  </a:cubicBezTo>
                  <a:cubicBezTo>
                    <a:pt x="950" y="4744"/>
                    <a:pt x="284" y="4092"/>
                    <a:pt x="244" y="3166"/>
                  </a:cubicBezTo>
                  <a:cubicBezTo>
                    <a:pt x="207" y="2323"/>
                    <a:pt x="622" y="1468"/>
                    <a:pt x="1215" y="886"/>
                  </a:cubicBezTo>
                  <a:cubicBezTo>
                    <a:pt x="1600" y="509"/>
                    <a:pt x="2107" y="237"/>
                    <a:pt x="2625" y="237"/>
                  </a:cubicBezTo>
                  <a:close/>
                  <a:moveTo>
                    <a:pt x="2614" y="1"/>
                  </a:moveTo>
                  <a:cubicBezTo>
                    <a:pt x="2321" y="1"/>
                    <a:pt x="2031" y="78"/>
                    <a:pt x="1768" y="208"/>
                  </a:cubicBezTo>
                  <a:cubicBezTo>
                    <a:pt x="1732" y="224"/>
                    <a:pt x="1699" y="244"/>
                    <a:pt x="1664" y="262"/>
                  </a:cubicBezTo>
                  <a:cubicBezTo>
                    <a:pt x="1658" y="265"/>
                    <a:pt x="1654" y="268"/>
                    <a:pt x="1650" y="269"/>
                  </a:cubicBezTo>
                  <a:cubicBezTo>
                    <a:pt x="1456" y="380"/>
                    <a:pt x="1276" y="513"/>
                    <a:pt x="1109" y="666"/>
                  </a:cubicBezTo>
                  <a:cubicBezTo>
                    <a:pt x="1077" y="697"/>
                    <a:pt x="1045" y="727"/>
                    <a:pt x="1015" y="758"/>
                  </a:cubicBezTo>
                  <a:cubicBezTo>
                    <a:pt x="829" y="945"/>
                    <a:pt x="665" y="1155"/>
                    <a:pt x="526" y="1384"/>
                  </a:cubicBezTo>
                  <a:cubicBezTo>
                    <a:pt x="499" y="1424"/>
                    <a:pt x="475" y="1465"/>
                    <a:pt x="454" y="1508"/>
                  </a:cubicBezTo>
                  <a:cubicBezTo>
                    <a:pt x="348" y="1693"/>
                    <a:pt x="258" y="1890"/>
                    <a:pt x="192" y="2090"/>
                  </a:cubicBezTo>
                  <a:cubicBezTo>
                    <a:pt x="177" y="2128"/>
                    <a:pt x="165" y="2165"/>
                    <a:pt x="155" y="2201"/>
                  </a:cubicBezTo>
                  <a:cubicBezTo>
                    <a:pt x="138" y="2252"/>
                    <a:pt x="124" y="2303"/>
                    <a:pt x="109" y="2355"/>
                  </a:cubicBezTo>
                  <a:cubicBezTo>
                    <a:pt x="36" y="2639"/>
                    <a:pt x="0" y="2938"/>
                    <a:pt x="22" y="3231"/>
                  </a:cubicBezTo>
                  <a:cubicBezTo>
                    <a:pt x="23" y="3273"/>
                    <a:pt x="29" y="3316"/>
                    <a:pt x="34" y="3358"/>
                  </a:cubicBezTo>
                  <a:cubicBezTo>
                    <a:pt x="44" y="3446"/>
                    <a:pt x="61" y="3533"/>
                    <a:pt x="83" y="3616"/>
                  </a:cubicBezTo>
                  <a:cubicBezTo>
                    <a:pt x="155" y="3900"/>
                    <a:pt x="275" y="4162"/>
                    <a:pt x="437" y="4399"/>
                  </a:cubicBezTo>
                  <a:cubicBezTo>
                    <a:pt x="460" y="4434"/>
                    <a:pt x="484" y="4469"/>
                    <a:pt x="509" y="4503"/>
                  </a:cubicBezTo>
                  <a:cubicBezTo>
                    <a:pt x="590" y="4613"/>
                    <a:pt x="679" y="4717"/>
                    <a:pt x="777" y="4817"/>
                  </a:cubicBezTo>
                  <a:cubicBezTo>
                    <a:pt x="968" y="5014"/>
                    <a:pt x="1178" y="5185"/>
                    <a:pt x="1398" y="5347"/>
                  </a:cubicBezTo>
                  <a:cubicBezTo>
                    <a:pt x="1437" y="5378"/>
                    <a:pt x="1476" y="5405"/>
                    <a:pt x="1515" y="5433"/>
                  </a:cubicBezTo>
                  <a:cubicBezTo>
                    <a:pt x="1770" y="5617"/>
                    <a:pt x="2034" y="5794"/>
                    <a:pt x="2288" y="5984"/>
                  </a:cubicBezTo>
                  <a:cubicBezTo>
                    <a:pt x="2324" y="6013"/>
                    <a:pt x="2364" y="6042"/>
                    <a:pt x="2401" y="6071"/>
                  </a:cubicBezTo>
                  <a:cubicBezTo>
                    <a:pt x="2616" y="6237"/>
                    <a:pt x="2822" y="6418"/>
                    <a:pt x="3003" y="6626"/>
                  </a:cubicBezTo>
                  <a:cubicBezTo>
                    <a:pt x="3041" y="6672"/>
                    <a:pt x="3080" y="6717"/>
                    <a:pt x="3115" y="6764"/>
                  </a:cubicBezTo>
                  <a:cubicBezTo>
                    <a:pt x="3141" y="6799"/>
                    <a:pt x="3166" y="6835"/>
                    <a:pt x="3189" y="6870"/>
                  </a:cubicBezTo>
                  <a:cubicBezTo>
                    <a:pt x="3257" y="6969"/>
                    <a:pt x="3318" y="7073"/>
                    <a:pt x="3372" y="7182"/>
                  </a:cubicBezTo>
                  <a:cubicBezTo>
                    <a:pt x="3380" y="7229"/>
                    <a:pt x="3386" y="7275"/>
                    <a:pt x="3393" y="7321"/>
                  </a:cubicBezTo>
                  <a:cubicBezTo>
                    <a:pt x="3399" y="7362"/>
                    <a:pt x="3401" y="7404"/>
                    <a:pt x="3406" y="7447"/>
                  </a:cubicBezTo>
                  <a:cubicBezTo>
                    <a:pt x="3423" y="7666"/>
                    <a:pt x="3414" y="7880"/>
                    <a:pt x="3387" y="8096"/>
                  </a:cubicBezTo>
                  <a:cubicBezTo>
                    <a:pt x="3384" y="8131"/>
                    <a:pt x="3379" y="8167"/>
                    <a:pt x="3373" y="8204"/>
                  </a:cubicBezTo>
                  <a:cubicBezTo>
                    <a:pt x="3359" y="8320"/>
                    <a:pt x="3339" y="8436"/>
                    <a:pt x="3318" y="8551"/>
                  </a:cubicBezTo>
                  <a:lnTo>
                    <a:pt x="3297" y="8664"/>
                  </a:lnTo>
                  <a:cubicBezTo>
                    <a:pt x="3281" y="8751"/>
                    <a:pt x="3264" y="8840"/>
                    <a:pt x="3247" y="8928"/>
                  </a:cubicBezTo>
                  <a:cubicBezTo>
                    <a:pt x="3226" y="9041"/>
                    <a:pt x="3207" y="9156"/>
                    <a:pt x="3200" y="9272"/>
                  </a:cubicBezTo>
                  <a:cubicBezTo>
                    <a:pt x="3196" y="9316"/>
                    <a:pt x="3195" y="9360"/>
                    <a:pt x="3195" y="9404"/>
                  </a:cubicBezTo>
                  <a:cubicBezTo>
                    <a:pt x="3196" y="9452"/>
                    <a:pt x="3200" y="9503"/>
                    <a:pt x="3204" y="9551"/>
                  </a:cubicBezTo>
                  <a:cubicBezTo>
                    <a:pt x="3223" y="9692"/>
                    <a:pt x="3274" y="9828"/>
                    <a:pt x="3342" y="9954"/>
                  </a:cubicBezTo>
                  <a:cubicBezTo>
                    <a:pt x="3360" y="9989"/>
                    <a:pt x="3382" y="10025"/>
                    <a:pt x="3403" y="10059"/>
                  </a:cubicBezTo>
                  <a:cubicBezTo>
                    <a:pt x="3428" y="10098"/>
                    <a:pt x="3455" y="10138"/>
                    <a:pt x="3484" y="10175"/>
                  </a:cubicBezTo>
                  <a:cubicBezTo>
                    <a:pt x="3577" y="10299"/>
                    <a:pt x="3686" y="10409"/>
                    <a:pt x="3805" y="10499"/>
                  </a:cubicBezTo>
                  <a:cubicBezTo>
                    <a:pt x="3838" y="10528"/>
                    <a:pt x="3871" y="10550"/>
                    <a:pt x="3906" y="10573"/>
                  </a:cubicBezTo>
                  <a:cubicBezTo>
                    <a:pt x="4130" y="10726"/>
                    <a:pt x="4385" y="10828"/>
                    <a:pt x="4654" y="10889"/>
                  </a:cubicBezTo>
                  <a:cubicBezTo>
                    <a:pt x="4691" y="10897"/>
                    <a:pt x="4728" y="10906"/>
                    <a:pt x="4768" y="10912"/>
                  </a:cubicBezTo>
                  <a:cubicBezTo>
                    <a:pt x="4921" y="10939"/>
                    <a:pt x="5078" y="10953"/>
                    <a:pt x="5233" y="10953"/>
                  </a:cubicBezTo>
                  <a:cubicBezTo>
                    <a:pt x="5284" y="10953"/>
                    <a:pt x="5335" y="10951"/>
                    <a:pt x="5385" y="10948"/>
                  </a:cubicBezTo>
                  <a:cubicBezTo>
                    <a:pt x="5426" y="10947"/>
                    <a:pt x="5469" y="10944"/>
                    <a:pt x="5510" y="10940"/>
                  </a:cubicBezTo>
                  <a:cubicBezTo>
                    <a:pt x="5745" y="10919"/>
                    <a:pt x="5975" y="10869"/>
                    <a:pt x="6187" y="10793"/>
                  </a:cubicBezTo>
                  <a:cubicBezTo>
                    <a:pt x="6236" y="10776"/>
                    <a:pt x="6284" y="10757"/>
                    <a:pt x="6329" y="10736"/>
                  </a:cubicBezTo>
                  <a:cubicBezTo>
                    <a:pt x="6365" y="10722"/>
                    <a:pt x="6400" y="10706"/>
                    <a:pt x="6435" y="10689"/>
                  </a:cubicBezTo>
                  <a:cubicBezTo>
                    <a:pt x="6780" y="10526"/>
                    <a:pt x="7077" y="10294"/>
                    <a:pt x="7321" y="10013"/>
                  </a:cubicBezTo>
                  <a:cubicBezTo>
                    <a:pt x="7354" y="9976"/>
                    <a:pt x="7384" y="9940"/>
                    <a:pt x="7413" y="9903"/>
                  </a:cubicBezTo>
                  <a:cubicBezTo>
                    <a:pt x="7573" y="9700"/>
                    <a:pt x="7709" y="9479"/>
                    <a:pt x="7813" y="9241"/>
                  </a:cubicBezTo>
                  <a:cubicBezTo>
                    <a:pt x="7829" y="9205"/>
                    <a:pt x="7844" y="9170"/>
                    <a:pt x="7857" y="9133"/>
                  </a:cubicBezTo>
                  <a:cubicBezTo>
                    <a:pt x="7979" y="8830"/>
                    <a:pt x="8054" y="8508"/>
                    <a:pt x="8072" y="8182"/>
                  </a:cubicBezTo>
                  <a:cubicBezTo>
                    <a:pt x="8077" y="8136"/>
                    <a:pt x="8078" y="8092"/>
                    <a:pt x="8078" y="8046"/>
                  </a:cubicBezTo>
                  <a:cubicBezTo>
                    <a:pt x="8085" y="7835"/>
                    <a:pt x="8065" y="7621"/>
                    <a:pt x="8021" y="7411"/>
                  </a:cubicBezTo>
                  <a:cubicBezTo>
                    <a:pt x="8014" y="7373"/>
                    <a:pt x="8006" y="7333"/>
                    <a:pt x="7994" y="7297"/>
                  </a:cubicBezTo>
                  <a:cubicBezTo>
                    <a:pt x="7923" y="7022"/>
                    <a:pt x="7813" y="6757"/>
                    <a:pt x="7649" y="6512"/>
                  </a:cubicBezTo>
                  <a:cubicBezTo>
                    <a:pt x="7630" y="6479"/>
                    <a:pt x="7607" y="6446"/>
                    <a:pt x="7583" y="6415"/>
                  </a:cubicBezTo>
                  <a:cubicBezTo>
                    <a:pt x="7578" y="6405"/>
                    <a:pt x="7573" y="6401"/>
                    <a:pt x="7568" y="6391"/>
                  </a:cubicBezTo>
                  <a:cubicBezTo>
                    <a:pt x="7446" y="6225"/>
                    <a:pt x="7301" y="6079"/>
                    <a:pt x="7150" y="5942"/>
                  </a:cubicBezTo>
                  <a:cubicBezTo>
                    <a:pt x="7116" y="5909"/>
                    <a:pt x="7082" y="5879"/>
                    <a:pt x="7045" y="5851"/>
                  </a:cubicBezTo>
                  <a:cubicBezTo>
                    <a:pt x="6837" y="5671"/>
                    <a:pt x="6611" y="5503"/>
                    <a:pt x="6399" y="5325"/>
                  </a:cubicBezTo>
                  <a:lnTo>
                    <a:pt x="6345" y="5283"/>
                  </a:lnTo>
                  <a:cubicBezTo>
                    <a:pt x="6333" y="5270"/>
                    <a:pt x="6319" y="5262"/>
                    <a:pt x="6307" y="5249"/>
                  </a:cubicBezTo>
                  <a:cubicBezTo>
                    <a:pt x="6067" y="5045"/>
                    <a:pt x="5837" y="4831"/>
                    <a:pt x="5639" y="4590"/>
                  </a:cubicBezTo>
                  <a:cubicBezTo>
                    <a:pt x="5614" y="4562"/>
                    <a:pt x="5591" y="4532"/>
                    <a:pt x="5568" y="4499"/>
                  </a:cubicBezTo>
                  <a:cubicBezTo>
                    <a:pt x="5429" y="4321"/>
                    <a:pt x="5309" y="4127"/>
                    <a:pt x="5215" y="3914"/>
                  </a:cubicBezTo>
                  <a:cubicBezTo>
                    <a:pt x="5194" y="3864"/>
                    <a:pt x="5173" y="3812"/>
                    <a:pt x="5153" y="3762"/>
                  </a:cubicBezTo>
                  <a:cubicBezTo>
                    <a:pt x="5139" y="3727"/>
                    <a:pt x="5125" y="3690"/>
                    <a:pt x="5112" y="3653"/>
                  </a:cubicBezTo>
                  <a:cubicBezTo>
                    <a:pt x="5024" y="3404"/>
                    <a:pt x="4956" y="3146"/>
                    <a:pt x="4892" y="2888"/>
                  </a:cubicBezTo>
                  <a:cubicBezTo>
                    <a:pt x="4881" y="2834"/>
                    <a:pt x="4868" y="2780"/>
                    <a:pt x="4855" y="2728"/>
                  </a:cubicBezTo>
                  <a:cubicBezTo>
                    <a:pt x="4807" y="2525"/>
                    <a:pt x="4760" y="2320"/>
                    <a:pt x="4705" y="2118"/>
                  </a:cubicBezTo>
                  <a:cubicBezTo>
                    <a:pt x="4692" y="2073"/>
                    <a:pt x="4680" y="2025"/>
                    <a:pt x="4666" y="1980"/>
                  </a:cubicBezTo>
                  <a:cubicBezTo>
                    <a:pt x="4606" y="1770"/>
                    <a:pt x="4535" y="1566"/>
                    <a:pt x="4446" y="1372"/>
                  </a:cubicBezTo>
                  <a:cubicBezTo>
                    <a:pt x="4425" y="1321"/>
                    <a:pt x="4401" y="1271"/>
                    <a:pt x="4374" y="1221"/>
                  </a:cubicBezTo>
                  <a:cubicBezTo>
                    <a:pt x="4283" y="1041"/>
                    <a:pt x="4172" y="871"/>
                    <a:pt x="4035" y="713"/>
                  </a:cubicBezTo>
                  <a:cubicBezTo>
                    <a:pt x="4025" y="699"/>
                    <a:pt x="4012" y="684"/>
                    <a:pt x="3999" y="670"/>
                  </a:cubicBezTo>
                  <a:cubicBezTo>
                    <a:pt x="3984" y="652"/>
                    <a:pt x="3968" y="635"/>
                    <a:pt x="3953" y="619"/>
                  </a:cubicBezTo>
                  <a:cubicBezTo>
                    <a:pt x="3720" y="374"/>
                    <a:pt x="3430" y="180"/>
                    <a:pt x="3110" y="78"/>
                  </a:cubicBezTo>
                  <a:cubicBezTo>
                    <a:pt x="3071" y="66"/>
                    <a:pt x="3033" y="55"/>
                    <a:pt x="2993" y="47"/>
                  </a:cubicBezTo>
                  <a:cubicBezTo>
                    <a:pt x="2937" y="32"/>
                    <a:pt x="2880" y="21"/>
                    <a:pt x="2820" y="14"/>
                  </a:cubicBezTo>
                  <a:cubicBezTo>
                    <a:pt x="2751" y="5"/>
                    <a:pt x="2682" y="1"/>
                    <a:pt x="2614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92" name="Google Shape;1992;p13"/>
            <p:cNvSpPr/>
            <p:nvPr/>
          </p:nvSpPr>
          <p:spPr>
            <a:xfrm>
              <a:off x="3891240" y="4868280"/>
              <a:ext cx="63000" cy="28080"/>
            </a:xfrm>
            <a:custGeom>
              <a:rect b="b" l="l" r="r" t="t"/>
              <a:pathLst>
                <a:path extrusionOk="0" h="564" w="1260">
                  <a:moveTo>
                    <a:pt x="1191" y="0"/>
                  </a:moveTo>
                  <a:cubicBezTo>
                    <a:pt x="1185" y="0"/>
                    <a:pt x="1178" y="2"/>
                    <a:pt x="1170" y="5"/>
                  </a:cubicBezTo>
                  <a:cubicBezTo>
                    <a:pt x="1050" y="56"/>
                    <a:pt x="917" y="74"/>
                    <a:pt x="793" y="124"/>
                  </a:cubicBezTo>
                  <a:cubicBezTo>
                    <a:pt x="693" y="163"/>
                    <a:pt x="606" y="224"/>
                    <a:pt x="500" y="254"/>
                  </a:cubicBezTo>
                  <a:cubicBezTo>
                    <a:pt x="449" y="268"/>
                    <a:pt x="394" y="282"/>
                    <a:pt x="338" y="287"/>
                  </a:cubicBezTo>
                  <a:cubicBezTo>
                    <a:pt x="295" y="288"/>
                    <a:pt x="248" y="289"/>
                    <a:pt x="205" y="302"/>
                  </a:cubicBezTo>
                  <a:cubicBezTo>
                    <a:pt x="109" y="328"/>
                    <a:pt x="47" y="399"/>
                    <a:pt x="14" y="494"/>
                  </a:cubicBezTo>
                  <a:cubicBezTo>
                    <a:pt x="0" y="536"/>
                    <a:pt x="35" y="564"/>
                    <a:pt x="70" y="564"/>
                  </a:cubicBezTo>
                  <a:cubicBezTo>
                    <a:pt x="93" y="564"/>
                    <a:pt x="116" y="552"/>
                    <a:pt x="126" y="523"/>
                  </a:cubicBezTo>
                  <a:cubicBezTo>
                    <a:pt x="154" y="438"/>
                    <a:pt x="219" y="406"/>
                    <a:pt x="307" y="401"/>
                  </a:cubicBezTo>
                  <a:cubicBezTo>
                    <a:pt x="404" y="396"/>
                    <a:pt x="500" y="377"/>
                    <a:pt x="591" y="346"/>
                  </a:cubicBezTo>
                  <a:cubicBezTo>
                    <a:pt x="684" y="312"/>
                    <a:pt x="768" y="253"/>
                    <a:pt x="861" y="220"/>
                  </a:cubicBezTo>
                  <a:cubicBezTo>
                    <a:pt x="973" y="182"/>
                    <a:pt x="1090" y="162"/>
                    <a:pt x="1200" y="115"/>
                  </a:cubicBezTo>
                  <a:cubicBezTo>
                    <a:pt x="1259" y="91"/>
                    <a:pt x="1242" y="0"/>
                    <a:pt x="1191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4025" lIns="91425" spcFirstLastPara="1" rIns="91425" wrap="square" tIns="14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93" name="Google Shape;1993;p13"/>
            <p:cNvSpPr/>
            <p:nvPr/>
          </p:nvSpPr>
          <p:spPr>
            <a:xfrm>
              <a:off x="3934800" y="4910400"/>
              <a:ext cx="61560" cy="21600"/>
            </a:xfrm>
            <a:custGeom>
              <a:rect b="b" l="l" r="r" t="t"/>
              <a:pathLst>
                <a:path extrusionOk="0" h="433" w="1232">
                  <a:moveTo>
                    <a:pt x="1029" y="1"/>
                  </a:moveTo>
                  <a:cubicBezTo>
                    <a:pt x="909" y="1"/>
                    <a:pt x="780" y="67"/>
                    <a:pt x="675" y="109"/>
                  </a:cubicBezTo>
                  <a:cubicBezTo>
                    <a:pt x="475" y="190"/>
                    <a:pt x="275" y="263"/>
                    <a:pt x="66" y="319"/>
                  </a:cubicBezTo>
                  <a:cubicBezTo>
                    <a:pt x="0" y="337"/>
                    <a:pt x="22" y="433"/>
                    <a:pt x="81" y="433"/>
                  </a:cubicBezTo>
                  <a:cubicBezTo>
                    <a:pt x="86" y="433"/>
                    <a:pt x="91" y="432"/>
                    <a:pt x="97" y="430"/>
                  </a:cubicBezTo>
                  <a:cubicBezTo>
                    <a:pt x="278" y="382"/>
                    <a:pt x="455" y="319"/>
                    <a:pt x="631" y="249"/>
                  </a:cubicBezTo>
                  <a:cubicBezTo>
                    <a:pt x="717" y="215"/>
                    <a:pt x="802" y="177"/>
                    <a:pt x="890" y="148"/>
                  </a:cubicBezTo>
                  <a:cubicBezTo>
                    <a:pt x="931" y="135"/>
                    <a:pt x="985" y="113"/>
                    <a:pt x="1034" y="113"/>
                  </a:cubicBezTo>
                  <a:cubicBezTo>
                    <a:pt x="1059" y="113"/>
                    <a:pt x="1083" y="119"/>
                    <a:pt x="1103" y="134"/>
                  </a:cubicBezTo>
                  <a:cubicBezTo>
                    <a:pt x="1115" y="143"/>
                    <a:pt x="1128" y="147"/>
                    <a:pt x="1140" y="147"/>
                  </a:cubicBezTo>
                  <a:cubicBezTo>
                    <a:pt x="1189" y="147"/>
                    <a:pt x="1231" y="88"/>
                    <a:pt x="1185" y="52"/>
                  </a:cubicBezTo>
                  <a:cubicBezTo>
                    <a:pt x="1137" y="15"/>
                    <a:pt x="1084" y="1"/>
                    <a:pt x="1029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800" lIns="91425" spcFirstLastPara="1" rIns="91425" wrap="square" tIns="10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94" name="Google Shape;1994;p13"/>
            <p:cNvSpPr/>
            <p:nvPr/>
          </p:nvSpPr>
          <p:spPr>
            <a:xfrm>
              <a:off x="3952800" y="4934520"/>
              <a:ext cx="52919" cy="21240"/>
            </a:xfrm>
            <a:custGeom>
              <a:rect b="b" l="l" r="r" t="t"/>
              <a:pathLst>
                <a:path extrusionOk="0" h="431" w="1057">
                  <a:moveTo>
                    <a:pt x="979" y="1"/>
                  </a:moveTo>
                  <a:cubicBezTo>
                    <a:pt x="961" y="1"/>
                    <a:pt x="944" y="10"/>
                    <a:pt x="933" y="30"/>
                  </a:cubicBezTo>
                  <a:cubicBezTo>
                    <a:pt x="898" y="97"/>
                    <a:pt x="827" y="120"/>
                    <a:pt x="757" y="140"/>
                  </a:cubicBezTo>
                  <a:cubicBezTo>
                    <a:pt x="689" y="159"/>
                    <a:pt x="620" y="176"/>
                    <a:pt x="552" y="203"/>
                  </a:cubicBezTo>
                  <a:cubicBezTo>
                    <a:pt x="460" y="240"/>
                    <a:pt x="334" y="316"/>
                    <a:pt x="223" y="316"/>
                  </a:cubicBezTo>
                  <a:cubicBezTo>
                    <a:pt x="181" y="316"/>
                    <a:pt x="142" y="305"/>
                    <a:pt x="107" y="278"/>
                  </a:cubicBezTo>
                  <a:cubicBezTo>
                    <a:pt x="96" y="270"/>
                    <a:pt x="86" y="267"/>
                    <a:pt x="76" y="267"/>
                  </a:cubicBezTo>
                  <a:cubicBezTo>
                    <a:pt x="32" y="267"/>
                    <a:pt x="1" y="340"/>
                    <a:pt x="49" y="378"/>
                  </a:cubicBezTo>
                  <a:cubicBezTo>
                    <a:pt x="99" y="416"/>
                    <a:pt x="154" y="431"/>
                    <a:pt x="211" y="431"/>
                  </a:cubicBezTo>
                  <a:cubicBezTo>
                    <a:pt x="338" y="431"/>
                    <a:pt x="474" y="359"/>
                    <a:pt x="584" y="314"/>
                  </a:cubicBezTo>
                  <a:cubicBezTo>
                    <a:pt x="735" y="251"/>
                    <a:pt x="951" y="247"/>
                    <a:pt x="1034" y="87"/>
                  </a:cubicBezTo>
                  <a:cubicBezTo>
                    <a:pt x="1057" y="42"/>
                    <a:pt x="1017" y="1"/>
                    <a:pt x="979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800" lIns="91425" spcFirstLastPara="1" rIns="91425" wrap="square" tIns="10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95" name="Google Shape;1995;p13"/>
            <p:cNvSpPr/>
            <p:nvPr/>
          </p:nvSpPr>
          <p:spPr>
            <a:xfrm>
              <a:off x="3943800" y="4972680"/>
              <a:ext cx="55439" cy="10440"/>
            </a:xfrm>
            <a:custGeom>
              <a:rect b="b" l="l" r="r" t="t"/>
              <a:pathLst>
                <a:path extrusionOk="0" h="213" w="1110">
                  <a:moveTo>
                    <a:pt x="359" y="0"/>
                  </a:moveTo>
                  <a:cubicBezTo>
                    <a:pt x="258" y="0"/>
                    <a:pt x="157" y="13"/>
                    <a:pt x="63" y="49"/>
                  </a:cubicBezTo>
                  <a:cubicBezTo>
                    <a:pt x="1" y="73"/>
                    <a:pt x="18" y="165"/>
                    <a:pt x="72" y="165"/>
                  </a:cubicBezTo>
                  <a:cubicBezTo>
                    <a:pt x="78" y="165"/>
                    <a:pt x="85" y="164"/>
                    <a:pt x="93" y="161"/>
                  </a:cubicBezTo>
                  <a:cubicBezTo>
                    <a:pt x="178" y="128"/>
                    <a:pt x="268" y="117"/>
                    <a:pt x="358" y="117"/>
                  </a:cubicBezTo>
                  <a:cubicBezTo>
                    <a:pt x="424" y="117"/>
                    <a:pt x="489" y="123"/>
                    <a:pt x="553" y="131"/>
                  </a:cubicBezTo>
                  <a:cubicBezTo>
                    <a:pt x="706" y="148"/>
                    <a:pt x="857" y="184"/>
                    <a:pt x="1008" y="212"/>
                  </a:cubicBezTo>
                  <a:cubicBezTo>
                    <a:pt x="1012" y="213"/>
                    <a:pt x="1015" y="213"/>
                    <a:pt x="1019" y="213"/>
                  </a:cubicBezTo>
                  <a:cubicBezTo>
                    <a:pt x="1086" y="213"/>
                    <a:pt x="1110" y="112"/>
                    <a:pt x="1041" y="99"/>
                  </a:cubicBezTo>
                  <a:cubicBezTo>
                    <a:pt x="879" y="70"/>
                    <a:pt x="718" y="33"/>
                    <a:pt x="555" y="14"/>
                  </a:cubicBezTo>
                  <a:cubicBezTo>
                    <a:pt x="490" y="6"/>
                    <a:pt x="424" y="0"/>
                    <a:pt x="359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00" lIns="91425" spcFirstLastPara="1" rIns="91425" wrap="square" tIns="5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96" name="Google Shape;1996;p13"/>
            <p:cNvSpPr/>
            <p:nvPr/>
          </p:nvSpPr>
          <p:spPr>
            <a:xfrm>
              <a:off x="3929400" y="4998960"/>
              <a:ext cx="70198" cy="19080"/>
            </a:xfrm>
            <a:custGeom>
              <a:rect b="b" l="l" r="r" t="t"/>
              <a:pathLst>
                <a:path extrusionOk="0" h="387" w="1399">
                  <a:moveTo>
                    <a:pt x="883" y="0"/>
                  </a:moveTo>
                  <a:cubicBezTo>
                    <a:pt x="577" y="0"/>
                    <a:pt x="276" y="71"/>
                    <a:pt x="43" y="289"/>
                  </a:cubicBezTo>
                  <a:cubicBezTo>
                    <a:pt x="0" y="328"/>
                    <a:pt x="40" y="386"/>
                    <a:pt x="85" y="386"/>
                  </a:cubicBezTo>
                  <a:cubicBezTo>
                    <a:pt x="98" y="386"/>
                    <a:pt x="112" y="381"/>
                    <a:pt x="124" y="370"/>
                  </a:cubicBezTo>
                  <a:cubicBezTo>
                    <a:pt x="332" y="176"/>
                    <a:pt x="604" y="113"/>
                    <a:pt x="879" y="113"/>
                  </a:cubicBezTo>
                  <a:cubicBezTo>
                    <a:pt x="1020" y="113"/>
                    <a:pt x="1163" y="130"/>
                    <a:pt x="1299" y="154"/>
                  </a:cubicBezTo>
                  <a:cubicBezTo>
                    <a:pt x="1303" y="155"/>
                    <a:pt x="1306" y="155"/>
                    <a:pt x="1310" y="155"/>
                  </a:cubicBezTo>
                  <a:cubicBezTo>
                    <a:pt x="1373" y="155"/>
                    <a:pt x="1398" y="54"/>
                    <a:pt x="1329" y="42"/>
                  </a:cubicBezTo>
                  <a:cubicBezTo>
                    <a:pt x="1184" y="17"/>
                    <a:pt x="1033" y="0"/>
                    <a:pt x="883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97" name="Google Shape;1997;p13"/>
            <p:cNvSpPr/>
            <p:nvPr/>
          </p:nvSpPr>
          <p:spPr>
            <a:xfrm>
              <a:off x="3936960" y="5034240"/>
              <a:ext cx="61201" cy="27359"/>
            </a:xfrm>
            <a:custGeom>
              <a:rect b="b" l="l" r="r" t="t"/>
              <a:pathLst>
                <a:path extrusionOk="0" h="549" w="1222">
                  <a:moveTo>
                    <a:pt x="1142" y="1"/>
                  </a:moveTo>
                  <a:cubicBezTo>
                    <a:pt x="1137" y="1"/>
                    <a:pt x="1132" y="1"/>
                    <a:pt x="1126" y="3"/>
                  </a:cubicBezTo>
                  <a:cubicBezTo>
                    <a:pt x="998" y="36"/>
                    <a:pt x="895" y="126"/>
                    <a:pt x="782" y="190"/>
                  </a:cubicBezTo>
                  <a:cubicBezTo>
                    <a:pt x="732" y="220"/>
                    <a:pt x="680" y="248"/>
                    <a:pt x="620" y="252"/>
                  </a:cubicBezTo>
                  <a:cubicBezTo>
                    <a:pt x="598" y="254"/>
                    <a:pt x="576" y="254"/>
                    <a:pt x="553" y="254"/>
                  </a:cubicBezTo>
                  <a:cubicBezTo>
                    <a:pt x="531" y="254"/>
                    <a:pt x="508" y="254"/>
                    <a:pt x="485" y="254"/>
                  </a:cubicBezTo>
                  <a:cubicBezTo>
                    <a:pt x="303" y="254"/>
                    <a:pt x="73" y="267"/>
                    <a:pt x="12" y="478"/>
                  </a:cubicBezTo>
                  <a:cubicBezTo>
                    <a:pt x="0" y="520"/>
                    <a:pt x="35" y="549"/>
                    <a:pt x="70" y="549"/>
                  </a:cubicBezTo>
                  <a:cubicBezTo>
                    <a:pt x="93" y="549"/>
                    <a:pt x="116" y="536"/>
                    <a:pt x="124" y="508"/>
                  </a:cubicBezTo>
                  <a:cubicBezTo>
                    <a:pt x="158" y="383"/>
                    <a:pt x="300" y="366"/>
                    <a:pt x="427" y="366"/>
                  </a:cubicBezTo>
                  <a:cubicBezTo>
                    <a:pt x="473" y="366"/>
                    <a:pt x="517" y="369"/>
                    <a:pt x="553" y="369"/>
                  </a:cubicBezTo>
                  <a:cubicBezTo>
                    <a:pt x="593" y="369"/>
                    <a:pt x="634" y="369"/>
                    <a:pt x="672" y="362"/>
                  </a:cubicBezTo>
                  <a:cubicBezTo>
                    <a:pt x="728" y="352"/>
                    <a:pt x="783" y="322"/>
                    <a:pt x="830" y="295"/>
                  </a:cubicBezTo>
                  <a:cubicBezTo>
                    <a:pt x="936" y="234"/>
                    <a:pt x="1035" y="145"/>
                    <a:pt x="1154" y="114"/>
                  </a:cubicBezTo>
                  <a:cubicBezTo>
                    <a:pt x="1222" y="95"/>
                    <a:pt x="1201" y="1"/>
                    <a:pt x="1142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3675" lIns="91425" spcFirstLastPara="1" rIns="91425" wrap="square" tIns="13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98" name="Google Shape;1998;p13"/>
            <p:cNvSpPr/>
            <p:nvPr/>
          </p:nvSpPr>
          <p:spPr>
            <a:xfrm>
              <a:off x="3947040" y="5066640"/>
              <a:ext cx="56160" cy="30600"/>
            </a:xfrm>
            <a:custGeom>
              <a:rect b="b" l="l" r="r" t="t"/>
              <a:pathLst>
                <a:path extrusionOk="0" h="614" w="1120">
                  <a:moveTo>
                    <a:pt x="1041" y="1"/>
                  </a:moveTo>
                  <a:cubicBezTo>
                    <a:pt x="1023" y="1"/>
                    <a:pt x="1006" y="9"/>
                    <a:pt x="995" y="29"/>
                  </a:cubicBezTo>
                  <a:cubicBezTo>
                    <a:pt x="956" y="95"/>
                    <a:pt x="898" y="147"/>
                    <a:pt x="841" y="195"/>
                  </a:cubicBezTo>
                  <a:cubicBezTo>
                    <a:pt x="762" y="263"/>
                    <a:pt x="676" y="321"/>
                    <a:pt x="585" y="372"/>
                  </a:cubicBezTo>
                  <a:cubicBezTo>
                    <a:pt x="500" y="421"/>
                    <a:pt x="409" y="462"/>
                    <a:pt x="314" y="484"/>
                  </a:cubicBezTo>
                  <a:cubicBezTo>
                    <a:pt x="286" y="491"/>
                    <a:pt x="252" y="497"/>
                    <a:pt x="220" y="497"/>
                  </a:cubicBezTo>
                  <a:cubicBezTo>
                    <a:pt x="185" y="497"/>
                    <a:pt x="151" y="490"/>
                    <a:pt x="127" y="472"/>
                  </a:cubicBezTo>
                  <a:cubicBezTo>
                    <a:pt x="116" y="462"/>
                    <a:pt x="103" y="458"/>
                    <a:pt x="90" y="458"/>
                  </a:cubicBezTo>
                  <a:cubicBezTo>
                    <a:pt x="43" y="458"/>
                    <a:pt x="0" y="517"/>
                    <a:pt x="46" y="554"/>
                  </a:cubicBezTo>
                  <a:cubicBezTo>
                    <a:pt x="99" y="597"/>
                    <a:pt x="162" y="613"/>
                    <a:pt x="227" y="613"/>
                  </a:cubicBezTo>
                  <a:cubicBezTo>
                    <a:pt x="361" y="613"/>
                    <a:pt x="508" y="544"/>
                    <a:pt x="613" y="489"/>
                  </a:cubicBezTo>
                  <a:cubicBezTo>
                    <a:pt x="717" y="433"/>
                    <a:pt x="817" y="365"/>
                    <a:pt x="907" y="292"/>
                  </a:cubicBezTo>
                  <a:cubicBezTo>
                    <a:pt x="978" y="232"/>
                    <a:pt x="1048" y="167"/>
                    <a:pt x="1094" y="88"/>
                  </a:cubicBezTo>
                  <a:cubicBezTo>
                    <a:pt x="1119" y="43"/>
                    <a:pt x="1080" y="1"/>
                    <a:pt x="1041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5475" lIns="91425" spcFirstLastPara="1" rIns="91425" wrap="square" tIns="15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99" name="Google Shape;1999;p13"/>
            <p:cNvSpPr/>
            <p:nvPr/>
          </p:nvSpPr>
          <p:spPr>
            <a:xfrm>
              <a:off x="3982320" y="5095080"/>
              <a:ext cx="46441" cy="35639"/>
            </a:xfrm>
            <a:custGeom>
              <a:rect b="b" l="l" r="r" t="t"/>
              <a:pathLst>
                <a:path extrusionOk="0" h="713" w="931">
                  <a:moveTo>
                    <a:pt x="869" y="1"/>
                  </a:moveTo>
                  <a:cubicBezTo>
                    <a:pt x="859" y="1"/>
                    <a:pt x="848" y="3"/>
                    <a:pt x="839" y="7"/>
                  </a:cubicBezTo>
                  <a:cubicBezTo>
                    <a:pt x="742" y="50"/>
                    <a:pt x="657" y="112"/>
                    <a:pt x="572" y="169"/>
                  </a:cubicBezTo>
                  <a:cubicBezTo>
                    <a:pt x="532" y="196"/>
                    <a:pt x="491" y="228"/>
                    <a:pt x="446" y="248"/>
                  </a:cubicBezTo>
                  <a:cubicBezTo>
                    <a:pt x="413" y="264"/>
                    <a:pt x="378" y="274"/>
                    <a:pt x="343" y="288"/>
                  </a:cubicBezTo>
                  <a:cubicBezTo>
                    <a:pt x="265" y="319"/>
                    <a:pt x="187" y="359"/>
                    <a:pt x="124" y="418"/>
                  </a:cubicBezTo>
                  <a:cubicBezTo>
                    <a:pt x="96" y="447"/>
                    <a:pt x="69" y="481"/>
                    <a:pt x="58" y="518"/>
                  </a:cubicBezTo>
                  <a:cubicBezTo>
                    <a:pt x="45" y="553"/>
                    <a:pt x="48" y="597"/>
                    <a:pt x="29" y="628"/>
                  </a:cubicBezTo>
                  <a:cubicBezTo>
                    <a:pt x="1" y="671"/>
                    <a:pt x="41" y="713"/>
                    <a:pt x="82" y="713"/>
                  </a:cubicBezTo>
                  <a:cubicBezTo>
                    <a:pt x="99" y="713"/>
                    <a:pt x="117" y="705"/>
                    <a:pt x="129" y="686"/>
                  </a:cubicBezTo>
                  <a:cubicBezTo>
                    <a:pt x="150" y="652"/>
                    <a:pt x="153" y="615"/>
                    <a:pt x="160" y="579"/>
                  </a:cubicBezTo>
                  <a:cubicBezTo>
                    <a:pt x="167" y="540"/>
                    <a:pt x="187" y="518"/>
                    <a:pt x="214" y="492"/>
                  </a:cubicBezTo>
                  <a:cubicBezTo>
                    <a:pt x="267" y="441"/>
                    <a:pt x="341" y="410"/>
                    <a:pt x="409" y="383"/>
                  </a:cubicBezTo>
                  <a:cubicBezTo>
                    <a:pt x="445" y="370"/>
                    <a:pt x="480" y="360"/>
                    <a:pt x="513" y="342"/>
                  </a:cubicBezTo>
                  <a:cubicBezTo>
                    <a:pt x="557" y="318"/>
                    <a:pt x="599" y="287"/>
                    <a:pt x="640" y="261"/>
                  </a:cubicBezTo>
                  <a:cubicBezTo>
                    <a:pt x="721" y="206"/>
                    <a:pt x="803" y="148"/>
                    <a:pt x="895" y="107"/>
                  </a:cubicBezTo>
                  <a:cubicBezTo>
                    <a:pt x="924" y="94"/>
                    <a:pt x="931" y="53"/>
                    <a:pt x="916" y="27"/>
                  </a:cubicBezTo>
                  <a:cubicBezTo>
                    <a:pt x="905" y="9"/>
                    <a:pt x="888" y="1"/>
                    <a:pt x="869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00" name="Google Shape;2000;p13"/>
            <p:cNvSpPr/>
            <p:nvPr/>
          </p:nvSpPr>
          <p:spPr>
            <a:xfrm>
              <a:off x="4035960" y="5115600"/>
              <a:ext cx="30239" cy="50400"/>
            </a:xfrm>
            <a:custGeom>
              <a:rect b="b" l="l" r="r" t="t"/>
              <a:pathLst>
                <a:path extrusionOk="0" h="1008" w="606">
                  <a:moveTo>
                    <a:pt x="549" y="0"/>
                  </a:moveTo>
                  <a:cubicBezTo>
                    <a:pt x="521" y="0"/>
                    <a:pt x="492" y="19"/>
                    <a:pt x="489" y="55"/>
                  </a:cubicBezTo>
                  <a:cubicBezTo>
                    <a:pt x="488" y="77"/>
                    <a:pt x="480" y="111"/>
                    <a:pt x="473" y="143"/>
                  </a:cubicBezTo>
                  <a:cubicBezTo>
                    <a:pt x="465" y="186"/>
                    <a:pt x="452" y="228"/>
                    <a:pt x="439" y="268"/>
                  </a:cubicBezTo>
                  <a:cubicBezTo>
                    <a:pt x="411" y="364"/>
                    <a:pt x="378" y="458"/>
                    <a:pt x="339" y="548"/>
                  </a:cubicBezTo>
                  <a:cubicBezTo>
                    <a:pt x="302" y="635"/>
                    <a:pt x="257" y="721"/>
                    <a:pt x="201" y="798"/>
                  </a:cubicBezTo>
                  <a:cubicBezTo>
                    <a:pt x="183" y="823"/>
                    <a:pt x="155" y="853"/>
                    <a:pt x="135" y="869"/>
                  </a:cubicBezTo>
                  <a:lnTo>
                    <a:pt x="119" y="880"/>
                  </a:lnTo>
                  <a:cubicBezTo>
                    <a:pt x="118" y="881"/>
                    <a:pt x="106" y="887"/>
                    <a:pt x="104" y="888"/>
                  </a:cubicBezTo>
                  <a:lnTo>
                    <a:pt x="104" y="888"/>
                  </a:lnTo>
                  <a:cubicBezTo>
                    <a:pt x="98" y="889"/>
                    <a:pt x="92" y="891"/>
                    <a:pt x="85" y="891"/>
                  </a:cubicBezTo>
                  <a:cubicBezTo>
                    <a:pt x="89" y="891"/>
                    <a:pt x="90" y="891"/>
                    <a:pt x="89" y="891"/>
                  </a:cubicBezTo>
                  <a:cubicBezTo>
                    <a:pt x="87" y="891"/>
                    <a:pt x="77" y="891"/>
                    <a:pt x="75" y="891"/>
                  </a:cubicBezTo>
                  <a:cubicBezTo>
                    <a:pt x="74" y="891"/>
                    <a:pt x="73" y="891"/>
                    <a:pt x="72" y="891"/>
                  </a:cubicBezTo>
                  <a:cubicBezTo>
                    <a:pt x="0" y="891"/>
                    <a:pt x="1" y="1003"/>
                    <a:pt x="75" y="1008"/>
                  </a:cubicBezTo>
                  <a:cubicBezTo>
                    <a:pt x="78" y="1008"/>
                    <a:pt x="81" y="1008"/>
                    <a:pt x="84" y="1008"/>
                  </a:cubicBezTo>
                  <a:cubicBezTo>
                    <a:pt x="214" y="1008"/>
                    <a:pt x="306" y="857"/>
                    <a:pt x="361" y="760"/>
                  </a:cubicBezTo>
                  <a:cubicBezTo>
                    <a:pt x="446" y="608"/>
                    <a:pt x="510" y="442"/>
                    <a:pt x="557" y="275"/>
                  </a:cubicBezTo>
                  <a:cubicBezTo>
                    <a:pt x="575" y="204"/>
                    <a:pt x="594" y="132"/>
                    <a:pt x="601" y="58"/>
                  </a:cubicBezTo>
                  <a:cubicBezTo>
                    <a:pt x="605" y="20"/>
                    <a:pt x="578" y="0"/>
                    <a:pt x="549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5200" lIns="91425" spcFirstLastPara="1" rIns="91425" wrap="square" tIns="25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01" name="Google Shape;2001;p13"/>
            <p:cNvSpPr/>
            <p:nvPr/>
          </p:nvSpPr>
          <p:spPr>
            <a:xfrm>
              <a:off x="4094280" y="5114520"/>
              <a:ext cx="12240" cy="56520"/>
            </a:xfrm>
            <a:custGeom>
              <a:rect b="b" l="l" r="r" t="t"/>
              <a:pathLst>
                <a:path extrusionOk="0" h="1126" w="248">
                  <a:moveTo>
                    <a:pt x="82" y="1"/>
                  </a:moveTo>
                  <a:cubicBezTo>
                    <a:pt x="40" y="1"/>
                    <a:pt x="1" y="59"/>
                    <a:pt x="37" y="102"/>
                  </a:cubicBezTo>
                  <a:cubicBezTo>
                    <a:pt x="151" y="232"/>
                    <a:pt x="127" y="429"/>
                    <a:pt x="111" y="586"/>
                  </a:cubicBezTo>
                  <a:cubicBezTo>
                    <a:pt x="93" y="749"/>
                    <a:pt x="59" y="929"/>
                    <a:pt x="118" y="1087"/>
                  </a:cubicBezTo>
                  <a:cubicBezTo>
                    <a:pt x="128" y="1114"/>
                    <a:pt x="152" y="1125"/>
                    <a:pt x="175" y="1125"/>
                  </a:cubicBezTo>
                  <a:cubicBezTo>
                    <a:pt x="211" y="1125"/>
                    <a:pt x="245" y="1098"/>
                    <a:pt x="229" y="1057"/>
                  </a:cubicBezTo>
                  <a:cubicBezTo>
                    <a:pt x="166" y="894"/>
                    <a:pt x="216" y="700"/>
                    <a:pt x="232" y="531"/>
                  </a:cubicBezTo>
                  <a:cubicBezTo>
                    <a:pt x="247" y="353"/>
                    <a:pt x="243" y="163"/>
                    <a:pt x="120" y="20"/>
                  </a:cubicBezTo>
                  <a:cubicBezTo>
                    <a:pt x="108" y="6"/>
                    <a:pt x="95" y="1"/>
                    <a:pt x="82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8425" lIns="91425" spcFirstLastPara="1" rIns="91425" wrap="square" tIns="28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02" name="Google Shape;2002;p13"/>
            <p:cNvSpPr/>
            <p:nvPr/>
          </p:nvSpPr>
          <p:spPr>
            <a:xfrm>
              <a:off x="4144320" y="5106600"/>
              <a:ext cx="28081" cy="58679"/>
            </a:xfrm>
            <a:custGeom>
              <a:rect b="b" l="l" r="r" t="t"/>
              <a:pathLst>
                <a:path extrusionOk="0" h="1172" w="568">
                  <a:moveTo>
                    <a:pt x="73" y="1"/>
                  </a:moveTo>
                  <a:cubicBezTo>
                    <a:pt x="38" y="1"/>
                    <a:pt x="0" y="30"/>
                    <a:pt x="9" y="74"/>
                  </a:cubicBezTo>
                  <a:cubicBezTo>
                    <a:pt x="22" y="136"/>
                    <a:pt x="56" y="190"/>
                    <a:pt x="84" y="245"/>
                  </a:cubicBezTo>
                  <a:cubicBezTo>
                    <a:pt x="108" y="295"/>
                    <a:pt x="142" y="334"/>
                    <a:pt x="186" y="367"/>
                  </a:cubicBezTo>
                  <a:cubicBezTo>
                    <a:pt x="226" y="395"/>
                    <a:pt x="271" y="415"/>
                    <a:pt x="308" y="445"/>
                  </a:cubicBezTo>
                  <a:cubicBezTo>
                    <a:pt x="342" y="472"/>
                    <a:pt x="369" y="513"/>
                    <a:pt x="386" y="551"/>
                  </a:cubicBezTo>
                  <a:cubicBezTo>
                    <a:pt x="455" y="720"/>
                    <a:pt x="400" y="927"/>
                    <a:pt x="370" y="1098"/>
                  </a:cubicBezTo>
                  <a:cubicBezTo>
                    <a:pt x="362" y="1142"/>
                    <a:pt x="399" y="1171"/>
                    <a:pt x="433" y="1171"/>
                  </a:cubicBezTo>
                  <a:cubicBezTo>
                    <a:pt x="455" y="1171"/>
                    <a:pt x="476" y="1159"/>
                    <a:pt x="482" y="1129"/>
                  </a:cubicBezTo>
                  <a:cubicBezTo>
                    <a:pt x="515" y="941"/>
                    <a:pt x="567" y="733"/>
                    <a:pt x="506" y="543"/>
                  </a:cubicBezTo>
                  <a:cubicBezTo>
                    <a:pt x="476" y="449"/>
                    <a:pt x="415" y="371"/>
                    <a:pt x="333" y="319"/>
                  </a:cubicBezTo>
                  <a:cubicBezTo>
                    <a:pt x="289" y="293"/>
                    <a:pt x="240" y="268"/>
                    <a:pt x="207" y="224"/>
                  </a:cubicBezTo>
                  <a:cubicBezTo>
                    <a:pt x="172" y="173"/>
                    <a:pt x="135" y="99"/>
                    <a:pt x="124" y="40"/>
                  </a:cubicBezTo>
                  <a:cubicBezTo>
                    <a:pt x="117" y="12"/>
                    <a:pt x="96" y="1"/>
                    <a:pt x="73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9500" lIns="91425" spcFirstLastPara="1" rIns="91425" wrap="square" tIns="29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03" name="Google Shape;2003;p13"/>
            <p:cNvSpPr/>
            <p:nvPr/>
          </p:nvSpPr>
          <p:spPr>
            <a:xfrm>
              <a:off x="4188600" y="5068440"/>
              <a:ext cx="61920" cy="39600"/>
            </a:xfrm>
            <a:custGeom>
              <a:rect b="b" l="l" r="r" t="t"/>
              <a:pathLst>
                <a:path extrusionOk="0" h="792" w="1235">
                  <a:moveTo>
                    <a:pt x="77" y="1"/>
                  </a:moveTo>
                  <a:cubicBezTo>
                    <a:pt x="20" y="1"/>
                    <a:pt x="0" y="95"/>
                    <a:pt x="66" y="113"/>
                  </a:cubicBezTo>
                  <a:cubicBezTo>
                    <a:pt x="99" y="122"/>
                    <a:pt x="131" y="125"/>
                    <a:pt x="164" y="125"/>
                  </a:cubicBezTo>
                  <a:cubicBezTo>
                    <a:pt x="216" y="125"/>
                    <a:pt x="268" y="117"/>
                    <a:pt x="321" y="117"/>
                  </a:cubicBezTo>
                  <a:cubicBezTo>
                    <a:pt x="332" y="117"/>
                    <a:pt x="344" y="118"/>
                    <a:pt x="355" y="118"/>
                  </a:cubicBezTo>
                  <a:cubicBezTo>
                    <a:pt x="461" y="127"/>
                    <a:pt x="558" y="218"/>
                    <a:pt x="633" y="287"/>
                  </a:cubicBezTo>
                  <a:cubicBezTo>
                    <a:pt x="802" y="441"/>
                    <a:pt x="942" y="623"/>
                    <a:pt x="1109" y="776"/>
                  </a:cubicBezTo>
                  <a:cubicBezTo>
                    <a:pt x="1121" y="787"/>
                    <a:pt x="1134" y="791"/>
                    <a:pt x="1147" y="791"/>
                  </a:cubicBezTo>
                  <a:cubicBezTo>
                    <a:pt x="1194" y="791"/>
                    <a:pt x="1235" y="733"/>
                    <a:pt x="1191" y="694"/>
                  </a:cubicBezTo>
                  <a:cubicBezTo>
                    <a:pt x="1013" y="535"/>
                    <a:pt x="868" y="342"/>
                    <a:pt x="688" y="184"/>
                  </a:cubicBezTo>
                  <a:cubicBezTo>
                    <a:pt x="609" y="116"/>
                    <a:pt x="512" y="33"/>
                    <a:pt x="406" y="12"/>
                  </a:cubicBezTo>
                  <a:cubicBezTo>
                    <a:pt x="383" y="7"/>
                    <a:pt x="359" y="6"/>
                    <a:pt x="336" y="6"/>
                  </a:cubicBezTo>
                  <a:cubicBezTo>
                    <a:pt x="284" y="6"/>
                    <a:pt x="232" y="14"/>
                    <a:pt x="180" y="14"/>
                  </a:cubicBezTo>
                  <a:cubicBezTo>
                    <a:pt x="152" y="14"/>
                    <a:pt x="123" y="11"/>
                    <a:pt x="94" y="4"/>
                  </a:cubicBezTo>
                  <a:cubicBezTo>
                    <a:pt x="88" y="2"/>
                    <a:pt x="83" y="1"/>
                    <a:pt x="77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9800" lIns="91425" spcFirstLastPara="1" rIns="91425" wrap="square" tIns="19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04" name="Google Shape;2004;p13"/>
            <p:cNvSpPr/>
            <p:nvPr/>
          </p:nvSpPr>
          <p:spPr>
            <a:xfrm>
              <a:off x="4216680" y="5030280"/>
              <a:ext cx="68399" cy="42479"/>
            </a:xfrm>
            <a:custGeom>
              <a:rect b="b" l="l" r="r" t="t"/>
              <a:pathLst>
                <a:path extrusionOk="0" h="847" w="1366">
                  <a:moveTo>
                    <a:pt x="91" y="1"/>
                  </a:moveTo>
                  <a:cubicBezTo>
                    <a:pt x="26" y="1"/>
                    <a:pt x="1" y="102"/>
                    <a:pt x="71" y="113"/>
                  </a:cubicBezTo>
                  <a:cubicBezTo>
                    <a:pt x="191" y="134"/>
                    <a:pt x="324" y="145"/>
                    <a:pt x="435" y="202"/>
                  </a:cubicBezTo>
                  <a:cubicBezTo>
                    <a:pt x="551" y="261"/>
                    <a:pt x="616" y="372"/>
                    <a:pt x="690" y="477"/>
                  </a:cubicBezTo>
                  <a:cubicBezTo>
                    <a:pt x="813" y="650"/>
                    <a:pt x="976" y="847"/>
                    <a:pt x="1197" y="847"/>
                  </a:cubicBezTo>
                  <a:cubicBezTo>
                    <a:pt x="1230" y="847"/>
                    <a:pt x="1265" y="842"/>
                    <a:pt x="1301" y="832"/>
                  </a:cubicBezTo>
                  <a:cubicBezTo>
                    <a:pt x="1366" y="814"/>
                    <a:pt x="1346" y="718"/>
                    <a:pt x="1287" y="718"/>
                  </a:cubicBezTo>
                  <a:cubicBezTo>
                    <a:pt x="1282" y="718"/>
                    <a:pt x="1277" y="719"/>
                    <a:pt x="1271" y="720"/>
                  </a:cubicBezTo>
                  <a:cubicBezTo>
                    <a:pt x="1245" y="728"/>
                    <a:pt x="1219" y="731"/>
                    <a:pt x="1195" y="731"/>
                  </a:cubicBezTo>
                  <a:cubicBezTo>
                    <a:pt x="981" y="731"/>
                    <a:pt x="833" y="479"/>
                    <a:pt x="723" y="322"/>
                  </a:cubicBezTo>
                  <a:cubicBezTo>
                    <a:pt x="655" y="223"/>
                    <a:pt x="574" y="138"/>
                    <a:pt x="463" y="88"/>
                  </a:cubicBezTo>
                  <a:cubicBezTo>
                    <a:pt x="350" y="37"/>
                    <a:pt x="224" y="23"/>
                    <a:pt x="102" y="2"/>
                  </a:cubicBezTo>
                  <a:cubicBezTo>
                    <a:pt x="98" y="1"/>
                    <a:pt x="94" y="1"/>
                    <a:pt x="91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05" name="Google Shape;2005;p13"/>
            <p:cNvSpPr/>
            <p:nvPr/>
          </p:nvSpPr>
          <p:spPr>
            <a:xfrm>
              <a:off x="4227480" y="4973400"/>
              <a:ext cx="63360" cy="19080"/>
            </a:xfrm>
            <a:custGeom>
              <a:rect b="b" l="l" r="r" t="t"/>
              <a:pathLst>
                <a:path extrusionOk="0" h="383" w="1266">
                  <a:moveTo>
                    <a:pt x="313" y="1"/>
                  </a:moveTo>
                  <a:cubicBezTo>
                    <a:pt x="220" y="1"/>
                    <a:pt x="130" y="21"/>
                    <a:pt x="50" y="78"/>
                  </a:cubicBezTo>
                  <a:cubicBezTo>
                    <a:pt x="0" y="117"/>
                    <a:pt x="31" y="190"/>
                    <a:pt x="77" y="190"/>
                  </a:cubicBezTo>
                  <a:cubicBezTo>
                    <a:pt x="87" y="190"/>
                    <a:pt x="98" y="187"/>
                    <a:pt x="109" y="179"/>
                  </a:cubicBezTo>
                  <a:cubicBezTo>
                    <a:pt x="172" y="133"/>
                    <a:pt x="243" y="116"/>
                    <a:pt x="317" y="116"/>
                  </a:cubicBezTo>
                  <a:cubicBezTo>
                    <a:pt x="426" y="116"/>
                    <a:pt x="540" y="153"/>
                    <a:pt x="640" y="189"/>
                  </a:cubicBezTo>
                  <a:cubicBezTo>
                    <a:pt x="818" y="252"/>
                    <a:pt x="991" y="347"/>
                    <a:pt x="1180" y="381"/>
                  </a:cubicBezTo>
                  <a:cubicBezTo>
                    <a:pt x="1184" y="382"/>
                    <a:pt x="1187" y="382"/>
                    <a:pt x="1191" y="382"/>
                  </a:cubicBezTo>
                  <a:cubicBezTo>
                    <a:pt x="1217" y="382"/>
                    <a:pt x="1246" y="370"/>
                    <a:pt x="1251" y="340"/>
                  </a:cubicBezTo>
                  <a:cubicBezTo>
                    <a:pt x="1252" y="328"/>
                    <a:pt x="1256" y="315"/>
                    <a:pt x="1258" y="303"/>
                  </a:cubicBezTo>
                  <a:cubicBezTo>
                    <a:pt x="1265" y="259"/>
                    <a:pt x="1229" y="230"/>
                    <a:pt x="1195" y="230"/>
                  </a:cubicBezTo>
                  <a:cubicBezTo>
                    <a:pt x="1177" y="230"/>
                    <a:pt x="1160" y="238"/>
                    <a:pt x="1151" y="257"/>
                  </a:cubicBezTo>
                  <a:lnTo>
                    <a:pt x="1151" y="257"/>
                  </a:lnTo>
                  <a:cubicBezTo>
                    <a:pt x="972" y="212"/>
                    <a:pt x="804" y="117"/>
                    <a:pt x="627" y="60"/>
                  </a:cubicBezTo>
                  <a:cubicBezTo>
                    <a:pt x="529" y="28"/>
                    <a:pt x="419" y="1"/>
                    <a:pt x="313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06" name="Google Shape;2006;p13"/>
            <p:cNvSpPr/>
            <p:nvPr/>
          </p:nvSpPr>
          <p:spPr>
            <a:xfrm>
              <a:off x="4224240" y="4930920"/>
              <a:ext cx="55800" cy="12600"/>
            </a:xfrm>
            <a:custGeom>
              <a:rect b="b" l="l" r="r" t="t"/>
              <a:pathLst>
                <a:path extrusionOk="0" h="259" w="1112">
                  <a:moveTo>
                    <a:pt x="1041" y="0"/>
                  </a:moveTo>
                  <a:cubicBezTo>
                    <a:pt x="1018" y="0"/>
                    <a:pt x="996" y="13"/>
                    <a:pt x="988" y="42"/>
                  </a:cubicBezTo>
                  <a:cubicBezTo>
                    <a:pt x="972" y="103"/>
                    <a:pt x="924" y="124"/>
                    <a:pt x="864" y="133"/>
                  </a:cubicBezTo>
                  <a:cubicBezTo>
                    <a:pt x="837" y="136"/>
                    <a:pt x="810" y="138"/>
                    <a:pt x="782" y="138"/>
                  </a:cubicBezTo>
                  <a:cubicBezTo>
                    <a:pt x="717" y="138"/>
                    <a:pt x="651" y="130"/>
                    <a:pt x="590" y="123"/>
                  </a:cubicBezTo>
                  <a:cubicBezTo>
                    <a:pt x="498" y="113"/>
                    <a:pt x="394" y="94"/>
                    <a:pt x="293" y="94"/>
                  </a:cubicBezTo>
                  <a:cubicBezTo>
                    <a:pt x="208" y="94"/>
                    <a:pt x="125" y="107"/>
                    <a:pt x="54" y="151"/>
                  </a:cubicBezTo>
                  <a:cubicBezTo>
                    <a:pt x="0" y="183"/>
                    <a:pt x="32" y="259"/>
                    <a:pt x="82" y="259"/>
                  </a:cubicBezTo>
                  <a:cubicBezTo>
                    <a:pt x="91" y="259"/>
                    <a:pt x="101" y="256"/>
                    <a:pt x="111" y="250"/>
                  </a:cubicBezTo>
                  <a:cubicBezTo>
                    <a:pt x="162" y="220"/>
                    <a:pt x="224" y="213"/>
                    <a:pt x="285" y="213"/>
                  </a:cubicBezTo>
                  <a:cubicBezTo>
                    <a:pt x="309" y="213"/>
                    <a:pt x="333" y="214"/>
                    <a:pt x="356" y="215"/>
                  </a:cubicBezTo>
                  <a:cubicBezTo>
                    <a:pt x="458" y="219"/>
                    <a:pt x="561" y="235"/>
                    <a:pt x="663" y="245"/>
                  </a:cubicBezTo>
                  <a:cubicBezTo>
                    <a:pt x="701" y="248"/>
                    <a:pt x="741" y="251"/>
                    <a:pt x="783" y="251"/>
                  </a:cubicBezTo>
                  <a:cubicBezTo>
                    <a:pt x="919" y="251"/>
                    <a:pt x="1061" y="220"/>
                    <a:pt x="1100" y="73"/>
                  </a:cubicBezTo>
                  <a:cubicBezTo>
                    <a:pt x="1112" y="29"/>
                    <a:pt x="1076" y="0"/>
                    <a:pt x="1041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475" lIns="91425" spcFirstLastPara="1" rIns="91425" wrap="square" tIns="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07" name="Google Shape;2007;p13"/>
            <p:cNvSpPr/>
            <p:nvPr/>
          </p:nvSpPr>
          <p:spPr>
            <a:xfrm>
              <a:off x="4201560" y="4880880"/>
              <a:ext cx="39960" cy="19440"/>
            </a:xfrm>
            <a:custGeom>
              <a:rect b="b" l="l" r="r" t="t"/>
              <a:pathLst>
                <a:path extrusionOk="0" h="391" w="800">
                  <a:moveTo>
                    <a:pt x="719" y="0"/>
                  </a:moveTo>
                  <a:cubicBezTo>
                    <a:pt x="702" y="0"/>
                    <a:pt x="684" y="8"/>
                    <a:pt x="671" y="27"/>
                  </a:cubicBezTo>
                  <a:cubicBezTo>
                    <a:pt x="666" y="35"/>
                    <a:pt x="650" y="48"/>
                    <a:pt x="637" y="55"/>
                  </a:cubicBezTo>
                  <a:cubicBezTo>
                    <a:pt x="619" y="65"/>
                    <a:pt x="599" y="75"/>
                    <a:pt x="578" y="84"/>
                  </a:cubicBezTo>
                  <a:cubicBezTo>
                    <a:pt x="527" y="101"/>
                    <a:pt x="473" y="113"/>
                    <a:pt x="422" y="129"/>
                  </a:cubicBezTo>
                  <a:cubicBezTo>
                    <a:pt x="294" y="164"/>
                    <a:pt x="175" y="225"/>
                    <a:pt x="59" y="285"/>
                  </a:cubicBezTo>
                  <a:cubicBezTo>
                    <a:pt x="1" y="313"/>
                    <a:pt x="35" y="391"/>
                    <a:pt x="89" y="391"/>
                  </a:cubicBezTo>
                  <a:cubicBezTo>
                    <a:pt x="97" y="391"/>
                    <a:pt x="107" y="389"/>
                    <a:pt x="116" y="384"/>
                  </a:cubicBezTo>
                  <a:cubicBezTo>
                    <a:pt x="234" y="325"/>
                    <a:pt x="353" y="268"/>
                    <a:pt x="482" y="232"/>
                  </a:cubicBezTo>
                  <a:cubicBezTo>
                    <a:pt x="584" y="205"/>
                    <a:pt x="708" y="179"/>
                    <a:pt x="771" y="85"/>
                  </a:cubicBezTo>
                  <a:cubicBezTo>
                    <a:pt x="799" y="42"/>
                    <a:pt x="760" y="0"/>
                    <a:pt x="719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08" name="Google Shape;2008;p13"/>
            <p:cNvSpPr/>
            <p:nvPr/>
          </p:nvSpPr>
          <p:spPr>
            <a:xfrm>
              <a:off x="4169520" y="4853520"/>
              <a:ext cx="55079" cy="17640"/>
            </a:xfrm>
            <a:custGeom>
              <a:rect b="b" l="l" r="r" t="t"/>
              <a:pathLst>
                <a:path extrusionOk="0" h="354" w="1099">
                  <a:moveTo>
                    <a:pt x="132" y="236"/>
                  </a:moveTo>
                  <a:cubicBezTo>
                    <a:pt x="132" y="236"/>
                    <a:pt x="133" y="236"/>
                    <a:pt x="136" y="237"/>
                  </a:cubicBezTo>
                  <a:lnTo>
                    <a:pt x="136" y="237"/>
                  </a:lnTo>
                  <a:cubicBezTo>
                    <a:pt x="135" y="236"/>
                    <a:pt x="133" y="236"/>
                    <a:pt x="132" y="236"/>
                  </a:cubicBezTo>
                  <a:close/>
                  <a:moveTo>
                    <a:pt x="1042" y="0"/>
                  </a:moveTo>
                  <a:cubicBezTo>
                    <a:pt x="1014" y="0"/>
                    <a:pt x="984" y="19"/>
                    <a:pt x="983" y="55"/>
                  </a:cubicBezTo>
                  <a:cubicBezTo>
                    <a:pt x="980" y="91"/>
                    <a:pt x="977" y="138"/>
                    <a:pt x="943" y="159"/>
                  </a:cubicBezTo>
                  <a:cubicBezTo>
                    <a:pt x="925" y="170"/>
                    <a:pt x="903" y="173"/>
                    <a:pt x="881" y="173"/>
                  </a:cubicBezTo>
                  <a:cubicBezTo>
                    <a:pt x="870" y="173"/>
                    <a:pt x="859" y="172"/>
                    <a:pt x="850" y="172"/>
                  </a:cubicBezTo>
                  <a:cubicBezTo>
                    <a:pt x="760" y="166"/>
                    <a:pt x="672" y="132"/>
                    <a:pt x="583" y="132"/>
                  </a:cubicBezTo>
                  <a:cubicBezTo>
                    <a:pt x="497" y="132"/>
                    <a:pt x="409" y="172"/>
                    <a:pt x="328" y="196"/>
                  </a:cubicBezTo>
                  <a:cubicBezTo>
                    <a:pt x="284" y="210"/>
                    <a:pt x="239" y="223"/>
                    <a:pt x="193" y="231"/>
                  </a:cubicBezTo>
                  <a:cubicBezTo>
                    <a:pt x="179" y="235"/>
                    <a:pt x="164" y="237"/>
                    <a:pt x="150" y="237"/>
                  </a:cubicBezTo>
                  <a:cubicBezTo>
                    <a:pt x="147" y="237"/>
                    <a:pt x="144" y="237"/>
                    <a:pt x="141" y="237"/>
                  </a:cubicBezTo>
                  <a:cubicBezTo>
                    <a:pt x="139" y="237"/>
                    <a:pt x="137" y="237"/>
                    <a:pt x="136" y="237"/>
                  </a:cubicBezTo>
                  <a:lnTo>
                    <a:pt x="136" y="237"/>
                  </a:lnTo>
                  <a:cubicBezTo>
                    <a:pt x="137" y="237"/>
                    <a:pt x="136" y="237"/>
                    <a:pt x="128" y="237"/>
                  </a:cubicBezTo>
                  <a:cubicBezTo>
                    <a:pt x="124" y="237"/>
                    <a:pt x="123" y="235"/>
                    <a:pt x="123" y="235"/>
                  </a:cubicBezTo>
                  <a:lnTo>
                    <a:pt x="123" y="235"/>
                  </a:lnTo>
                  <a:cubicBezTo>
                    <a:pt x="123" y="235"/>
                    <a:pt x="123" y="236"/>
                    <a:pt x="124" y="237"/>
                  </a:cubicBezTo>
                  <a:cubicBezTo>
                    <a:pt x="112" y="225"/>
                    <a:pt x="98" y="221"/>
                    <a:pt x="85" y="221"/>
                  </a:cubicBezTo>
                  <a:cubicBezTo>
                    <a:pt x="40" y="221"/>
                    <a:pt x="0" y="278"/>
                    <a:pt x="43" y="318"/>
                  </a:cubicBezTo>
                  <a:cubicBezTo>
                    <a:pt x="72" y="345"/>
                    <a:pt x="109" y="354"/>
                    <a:pt x="148" y="354"/>
                  </a:cubicBezTo>
                  <a:cubicBezTo>
                    <a:pt x="205" y="354"/>
                    <a:pt x="268" y="334"/>
                    <a:pt x="317" y="320"/>
                  </a:cubicBezTo>
                  <a:cubicBezTo>
                    <a:pt x="400" y="296"/>
                    <a:pt x="495" y="249"/>
                    <a:pt x="582" y="249"/>
                  </a:cubicBezTo>
                  <a:cubicBezTo>
                    <a:pt x="592" y="249"/>
                    <a:pt x="602" y="250"/>
                    <a:pt x="611" y="251"/>
                  </a:cubicBezTo>
                  <a:cubicBezTo>
                    <a:pt x="698" y="262"/>
                    <a:pt x="784" y="288"/>
                    <a:pt x="870" y="288"/>
                  </a:cubicBezTo>
                  <a:cubicBezTo>
                    <a:pt x="887" y="288"/>
                    <a:pt x="904" y="287"/>
                    <a:pt x="920" y="285"/>
                  </a:cubicBezTo>
                  <a:cubicBezTo>
                    <a:pt x="1042" y="268"/>
                    <a:pt x="1092" y="169"/>
                    <a:pt x="1098" y="55"/>
                  </a:cubicBezTo>
                  <a:cubicBezTo>
                    <a:pt x="1099" y="19"/>
                    <a:pt x="1071" y="0"/>
                    <a:pt x="1042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000" lIns="91425" spcFirstLastPara="1" rIns="91425" wrap="square" tIns="9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09" name="Google Shape;2009;p13"/>
            <p:cNvSpPr/>
            <p:nvPr/>
          </p:nvSpPr>
          <p:spPr>
            <a:xfrm>
              <a:off x="4139280" y="4801680"/>
              <a:ext cx="63719" cy="38521"/>
            </a:xfrm>
            <a:custGeom>
              <a:rect b="b" l="l" r="r" t="t"/>
              <a:pathLst>
                <a:path extrusionOk="0" h="772" w="1274">
                  <a:moveTo>
                    <a:pt x="1218" y="0"/>
                  </a:moveTo>
                  <a:cubicBezTo>
                    <a:pt x="1189" y="0"/>
                    <a:pt x="1159" y="19"/>
                    <a:pt x="1156" y="56"/>
                  </a:cubicBezTo>
                  <a:cubicBezTo>
                    <a:pt x="1142" y="268"/>
                    <a:pt x="854" y="238"/>
                    <a:pt x="704" y="247"/>
                  </a:cubicBezTo>
                  <a:cubicBezTo>
                    <a:pt x="585" y="254"/>
                    <a:pt x="479" y="294"/>
                    <a:pt x="384" y="365"/>
                  </a:cubicBezTo>
                  <a:cubicBezTo>
                    <a:pt x="327" y="407"/>
                    <a:pt x="276" y="457"/>
                    <a:pt x="228" y="508"/>
                  </a:cubicBezTo>
                  <a:cubicBezTo>
                    <a:pt x="185" y="553"/>
                    <a:pt x="131" y="644"/>
                    <a:pt x="66" y="658"/>
                  </a:cubicBezTo>
                  <a:cubicBezTo>
                    <a:pt x="0" y="673"/>
                    <a:pt x="22" y="771"/>
                    <a:pt x="85" y="771"/>
                  </a:cubicBezTo>
                  <a:cubicBezTo>
                    <a:pt x="89" y="771"/>
                    <a:pt x="94" y="771"/>
                    <a:pt x="99" y="770"/>
                  </a:cubicBezTo>
                  <a:cubicBezTo>
                    <a:pt x="180" y="751"/>
                    <a:pt x="226" y="679"/>
                    <a:pt x="279" y="623"/>
                  </a:cubicBezTo>
                  <a:cubicBezTo>
                    <a:pt x="334" y="563"/>
                    <a:pt x="389" y="502"/>
                    <a:pt x="455" y="454"/>
                  </a:cubicBezTo>
                  <a:cubicBezTo>
                    <a:pt x="557" y="380"/>
                    <a:pt x="659" y="363"/>
                    <a:pt x="780" y="359"/>
                  </a:cubicBezTo>
                  <a:cubicBezTo>
                    <a:pt x="885" y="355"/>
                    <a:pt x="996" y="352"/>
                    <a:pt x="1094" y="311"/>
                  </a:cubicBezTo>
                  <a:cubicBezTo>
                    <a:pt x="1204" y="265"/>
                    <a:pt x="1262" y="173"/>
                    <a:pt x="1271" y="56"/>
                  </a:cubicBezTo>
                  <a:cubicBezTo>
                    <a:pt x="1274" y="19"/>
                    <a:pt x="1246" y="0"/>
                    <a:pt x="1218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9425" lIns="91425" spcFirstLastPara="1" rIns="91425" wrap="square" tIns="19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10" name="Google Shape;2010;p13"/>
            <p:cNvSpPr/>
            <p:nvPr/>
          </p:nvSpPr>
          <p:spPr>
            <a:xfrm>
              <a:off x="4103280" y="4768560"/>
              <a:ext cx="63719" cy="33841"/>
            </a:xfrm>
            <a:custGeom>
              <a:rect b="b" l="l" r="r" t="t"/>
              <a:pathLst>
                <a:path extrusionOk="0" h="678" w="1270">
                  <a:moveTo>
                    <a:pt x="1212" y="0"/>
                  </a:moveTo>
                  <a:cubicBezTo>
                    <a:pt x="1183" y="0"/>
                    <a:pt x="1154" y="19"/>
                    <a:pt x="1152" y="56"/>
                  </a:cubicBezTo>
                  <a:cubicBezTo>
                    <a:pt x="1148" y="133"/>
                    <a:pt x="1055" y="169"/>
                    <a:pt x="992" y="189"/>
                  </a:cubicBezTo>
                  <a:cubicBezTo>
                    <a:pt x="889" y="223"/>
                    <a:pt x="777" y="237"/>
                    <a:pt x="669" y="251"/>
                  </a:cubicBezTo>
                  <a:cubicBezTo>
                    <a:pt x="580" y="264"/>
                    <a:pt x="488" y="272"/>
                    <a:pt x="404" y="311"/>
                  </a:cubicBezTo>
                  <a:cubicBezTo>
                    <a:pt x="337" y="342"/>
                    <a:pt x="279" y="389"/>
                    <a:pt x="223" y="437"/>
                  </a:cubicBezTo>
                  <a:cubicBezTo>
                    <a:pt x="173" y="479"/>
                    <a:pt x="123" y="535"/>
                    <a:pt x="61" y="561"/>
                  </a:cubicBezTo>
                  <a:cubicBezTo>
                    <a:pt x="1" y="587"/>
                    <a:pt x="17" y="678"/>
                    <a:pt x="70" y="678"/>
                  </a:cubicBezTo>
                  <a:cubicBezTo>
                    <a:pt x="76" y="678"/>
                    <a:pt x="83" y="677"/>
                    <a:pt x="91" y="673"/>
                  </a:cubicBezTo>
                  <a:cubicBezTo>
                    <a:pt x="234" y="612"/>
                    <a:pt x="323" y="465"/>
                    <a:pt x="471" y="407"/>
                  </a:cubicBezTo>
                  <a:cubicBezTo>
                    <a:pt x="560" y="372"/>
                    <a:pt x="663" y="369"/>
                    <a:pt x="757" y="355"/>
                  </a:cubicBezTo>
                  <a:cubicBezTo>
                    <a:pt x="935" y="328"/>
                    <a:pt x="1254" y="292"/>
                    <a:pt x="1267" y="56"/>
                  </a:cubicBezTo>
                  <a:cubicBezTo>
                    <a:pt x="1269" y="19"/>
                    <a:pt x="1241" y="0"/>
                    <a:pt x="1212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6900" lIns="91425" spcFirstLastPara="1" rIns="91425" wrap="square" tIns="16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11" name="Google Shape;2011;p13"/>
            <p:cNvSpPr/>
            <p:nvPr/>
          </p:nvSpPr>
          <p:spPr>
            <a:xfrm>
              <a:off x="4075920" y="4739040"/>
              <a:ext cx="51120" cy="21960"/>
            </a:xfrm>
            <a:custGeom>
              <a:rect b="b" l="l" r="r" t="t"/>
              <a:pathLst>
                <a:path extrusionOk="0" h="443" w="1020">
                  <a:moveTo>
                    <a:pt x="964" y="0"/>
                  </a:moveTo>
                  <a:cubicBezTo>
                    <a:pt x="935" y="0"/>
                    <a:pt x="903" y="19"/>
                    <a:pt x="900" y="56"/>
                  </a:cubicBezTo>
                  <a:cubicBezTo>
                    <a:pt x="896" y="105"/>
                    <a:pt x="822" y="108"/>
                    <a:pt x="772" y="108"/>
                  </a:cubicBezTo>
                  <a:cubicBezTo>
                    <a:pt x="768" y="108"/>
                    <a:pt x="765" y="108"/>
                    <a:pt x="761" y="108"/>
                  </a:cubicBezTo>
                  <a:cubicBezTo>
                    <a:pt x="684" y="108"/>
                    <a:pt x="606" y="96"/>
                    <a:pt x="529" y="96"/>
                  </a:cubicBezTo>
                  <a:cubicBezTo>
                    <a:pt x="495" y="96"/>
                    <a:pt x="459" y="96"/>
                    <a:pt x="428" y="108"/>
                  </a:cubicBezTo>
                  <a:cubicBezTo>
                    <a:pt x="380" y="127"/>
                    <a:pt x="339" y="159"/>
                    <a:pt x="298" y="190"/>
                  </a:cubicBezTo>
                  <a:cubicBezTo>
                    <a:pt x="255" y="222"/>
                    <a:pt x="215" y="257"/>
                    <a:pt x="170" y="287"/>
                  </a:cubicBezTo>
                  <a:cubicBezTo>
                    <a:pt x="141" y="308"/>
                    <a:pt x="109" y="329"/>
                    <a:pt x="73" y="329"/>
                  </a:cubicBezTo>
                  <a:cubicBezTo>
                    <a:pt x="68" y="329"/>
                    <a:pt x="64" y="329"/>
                    <a:pt x="60" y="328"/>
                  </a:cubicBezTo>
                  <a:cubicBezTo>
                    <a:pt x="58" y="328"/>
                    <a:pt x="57" y="328"/>
                    <a:pt x="56" y="328"/>
                  </a:cubicBezTo>
                  <a:cubicBezTo>
                    <a:pt x="25" y="328"/>
                    <a:pt x="3" y="359"/>
                    <a:pt x="0" y="386"/>
                  </a:cubicBezTo>
                  <a:cubicBezTo>
                    <a:pt x="4" y="419"/>
                    <a:pt x="31" y="438"/>
                    <a:pt x="62" y="441"/>
                  </a:cubicBezTo>
                  <a:cubicBezTo>
                    <a:pt x="70" y="442"/>
                    <a:pt x="77" y="443"/>
                    <a:pt x="84" y="443"/>
                  </a:cubicBezTo>
                  <a:cubicBezTo>
                    <a:pt x="185" y="443"/>
                    <a:pt x="276" y="355"/>
                    <a:pt x="349" y="298"/>
                  </a:cubicBezTo>
                  <a:cubicBezTo>
                    <a:pt x="387" y="268"/>
                    <a:pt x="431" y="224"/>
                    <a:pt x="479" y="213"/>
                  </a:cubicBezTo>
                  <a:cubicBezTo>
                    <a:pt x="489" y="211"/>
                    <a:pt x="503" y="210"/>
                    <a:pt x="518" y="210"/>
                  </a:cubicBezTo>
                  <a:cubicBezTo>
                    <a:pt x="539" y="210"/>
                    <a:pt x="563" y="212"/>
                    <a:pt x="581" y="213"/>
                  </a:cubicBezTo>
                  <a:cubicBezTo>
                    <a:pt x="633" y="216"/>
                    <a:pt x="697" y="223"/>
                    <a:pt x="761" y="223"/>
                  </a:cubicBezTo>
                  <a:cubicBezTo>
                    <a:pt x="883" y="223"/>
                    <a:pt x="1002" y="196"/>
                    <a:pt x="1016" y="56"/>
                  </a:cubicBezTo>
                  <a:cubicBezTo>
                    <a:pt x="1020" y="18"/>
                    <a:pt x="993" y="0"/>
                    <a:pt x="964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150" lIns="91425" spcFirstLastPara="1" rIns="91425" wrap="square" tIns="111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12" name="Google Shape;2012;p13"/>
            <p:cNvSpPr/>
            <p:nvPr/>
          </p:nvSpPr>
          <p:spPr>
            <a:xfrm>
              <a:off x="4066560" y="4682160"/>
              <a:ext cx="61200" cy="34920"/>
            </a:xfrm>
            <a:custGeom>
              <a:rect b="b" l="l" r="r" t="t"/>
              <a:pathLst>
                <a:path extrusionOk="0" h="701" w="1221">
                  <a:moveTo>
                    <a:pt x="1151" y="1"/>
                  </a:moveTo>
                  <a:cubicBezTo>
                    <a:pt x="1128" y="1"/>
                    <a:pt x="1104" y="13"/>
                    <a:pt x="1095" y="41"/>
                  </a:cubicBezTo>
                  <a:cubicBezTo>
                    <a:pt x="1057" y="155"/>
                    <a:pt x="1020" y="274"/>
                    <a:pt x="928" y="355"/>
                  </a:cubicBezTo>
                  <a:cubicBezTo>
                    <a:pt x="884" y="394"/>
                    <a:pt x="831" y="407"/>
                    <a:pt x="775" y="407"/>
                  </a:cubicBezTo>
                  <a:cubicBezTo>
                    <a:pt x="693" y="407"/>
                    <a:pt x="604" y="380"/>
                    <a:pt x="529" y="374"/>
                  </a:cubicBezTo>
                  <a:cubicBezTo>
                    <a:pt x="493" y="371"/>
                    <a:pt x="456" y="369"/>
                    <a:pt x="420" y="369"/>
                  </a:cubicBezTo>
                  <a:cubicBezTo>
                    <a:pt x="352" y="369"/>
                    <a:pt x="284" y="377"/>
                    <a:pt x="220" y="404"/>
                  </a:cubicBezTo>
                  <a:cubicBezTo>
                    <a:pt x="118" y="447"/>
                    <a:pt x="55" y="530"/>
                    <a:pt x="16" y="631"/>
                  </a:cubicBezTo>
                  <a:cubicBezTo>
                    <a:pt x="0" y="673"/>
                    <a:pt x="34" y="700"/>
                    <a:pt x="70" y="700"/>
                  </a:cubicBezTo>
                  <a:cubicBezTo>
                    <a:pt x="93" y="700"/>
                    <a:pt x="117" y="688"/>
                    <a:pt x="127" y="661"/>
                  </a:cubicBezTo>
                  <a:cubicBezTo>
                    <a:pt x="183" y="520"/>
                    <a:pt x="299" y="484"/>
                    <a:pt x="426" y="484"/>
                  </a:cubicBezTo>
                  <a:cubicBezTo>
                    <a:pt x="523" y="484"/>
                    <a:pt x="627" y="505"/>
                    <a:pt x="716" y="516"/>
                  </a:cubicBezTo>
                  <a:cubicBezTo>
                    <a:pt x="736" y="518"/>
                    <a:pt x="755" y="520"/>
                    <a:pt x="775" y="520"/>
                  </a:cubicBezTo>
                  <a:cubicBezTo>
                    <a:pt x="885" y="520"/>
                    <a:pt x="981" y="480"/>
                    <a:pt x="1056" y="389"/>
                  </a:cubicBezTo>
                  <a:cubicBezTo>
                    <a:pt x="1132" y="296"/>
                    <a:pt x="1170" y="183"/>
                    <a:pt x="1206" y="71"/>
                  </a:cubicBezTo>
                  <a:cubicBezTo>
                    <a:pt x="1220" y="29"/>
                    <a:pt x="1186" y="1"/>
                    <a:pt x="1151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7625" lIns="91425" spcFirstLastPara="1" rIns="91425" wrap="square" tIns="176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13" name="Google Shape;2013;p13"/>
            <p:cNvSpPr/>
            <p:nvPr/>
          </p:nvSpPr>
          <p:spPr>
            <a:xfrm>
              <a:off x="4056120" y="4654800"/>
              <a:ext cx="45359" cy="24119"/>
            </a:xfrm>
            <a:custGeom>
              <a:rect b="b" l="l" r="r" t="t"/>
              <a:pathLst>
                <a:path extrusionOk="0" h="488" w="907">
                  <a:moveTo>
                    <a:pt x="836" y="0"/>
                  </a:moveTo>
                  <a:cubicBezTo>
                    <a:pt x="813" y="0"/>
                    <a:pt x="791" y="13"/>
                    <a:pt x="786" y="42"/>
                  </a:cubicBezTo>
                  <a:cubicBezTo>
                    <a:pt x="774" y="101"/>
                    <a:pt x="739" y="109"/>
                    <a:pt x="680" y="109"/>
                  </a:cubicBezTo>
                  <a:cubicBezTo>
                    <a:pt x="621" y="109"/>
                    <a:pt x="561" y="96"/>
                    <a:pt x="501" y="96"/>
                  </a:cubicBezTo>
                  <a:cubicBezTo>
                    <a:pt x="493" y="96"/>
                    <a:pt x="485" y="97"/>
                    <a:pt x="477" y="97"/>
                  </a:cubicBezTo>
                  <a:cubicBezTo>
                    <a:pt x="389" y="101"/>
                    <a:pt x="301" y="141"/>
                    <a:pt x="229" y="186"/>
                  </a:cubicBezTo>
                  <a:cubicBezTo>
                    <a:pt x="145" y="240"/>
                    <a:pt x="69" y="311"/>
                    <a:pt x="23" y="399"/>
                  </a:cubicBezTo>
                  <a:cubicBezTo>
                    <a:pt x="1" y="445"/>
                    <a:pt x="41" y="487"/>
                    <a:pt x="80" y="487"/>
                  </a:cubicBezTo>
                  <a:cubicBezTo>
                    <a:pt x="97" y="487"/>
                    <a:pt x="114" y="479"/>
                    <a:pt x="124" y="459"/>
                  </a:cubicBezTo>
                  <a:cubicBezTo>
                    <a:pt x="168" y="369"/>
                    <a:pt x="247" y="304"/>
                    <a:pt x="332" y="260"/>
                  </a:cubicBezTo>
                  <a:cubicBezTo>
                    <a:pt x="396" y="227"/>
                    <a:pt x="449" y="212"/>
                    <a:pt x="512" y="212"/>
                  </a:cubicBezTo>
                  <a:cubicBezTo>
                    <a:pt x="522" y="212"/>
                    <a:pt x="533" y="213"/>
                    <a:pt x="543" y="213"/>
                  </a:cubicBezTo>
                  <a:cubicBezTo>
                    <a:pt x="590" y="217"/>
                    <a:pt x="637" y="224"/>
                    <a:pt x="684" y="224"/>
                  </a:cubicBezTo>
                  <a:cubicBezTo>
                    <a:pt x="707" y="224"/>
                    <a:pt x="731" y="222"/>
                    <a:pt x="755" y="218"/>
                  </a:cubicBezTo>
                  <a:cubicBezTo>
                    <a:pt x="831" y="203"/>
                    <a:pt x="882" y="147"/>
                    <a:pt x="898" y="72"/>
                  </a:cubicBezTo>
                  <a:cubicBezTo>
                    <a:pt x="906" y="28"/>
                    <a:pt x="869" y="0"/>
                    <a:pt x="836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225" lIns="91425" spcFirstLastPara="1" rIns="91425" wrap="square" tIns="12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14" name="Google Shape;2014;p13"/>
            <p:cNvSpPr/>
            <p:nvPr/>
          </p:nvSpPr>
          <p:spPr>
            <a:xfrm>
              <a:off x="4045320" y="4614480"/>
              <a:ext cx="38520" cy="24839"/>
            </a:xfrm>
            <a:custGeom>
              <a:rect b="b" l="l" r="r" t="t"/>
              <a:pathLst>
                <a:path extrusionOk="0" h="503" w="774">
                  <a:moveTo>
                    <a:pt x="612" y="151"/>
                  </a:moveTo>
                  <a:cubicBezTo>
                    <a:pt x="612" y="151"/>
                    <a:pt x="612" y="152"/>
                    <a:pt x="611" y="152"/>
                  </a:cubicBezTo>
                  <a:lnTo>
                    <a:pt x="611" y="152"/>
                  </a:lnTo>
                  <a:cubicBezTo>
                    <a:pt x="612" y="152"/>
                    <a:pt x="612" y="151"/>
                    <a:pt x="612" y="151"/>
                  </a:cubicBezTo>
                  <a:close/>
                  <a:moveTo>
                    <a:pt x="186" y="332"/>
                  </a:moveTo>
                  <a:lnTo>
                    <a:pt x="186" y="332"/>
                  </a:lnTo>
                  <a:cubicBezTo>
                    <a:pt x="185" y="333"/>
                    <a:pt x="184" y="333"/>
                    <a:pt x="182" y="334"/>
                  </a:cubicBezTo>
                  <a:cubicBezTo>
                    <a:pt x="183" y="334"/>
                    <a:pt x="185" y="333"/>
                    <a:pt x="186" y="332"/>
                  </a:cubicBezTo>
                  <a:close/>
                  <a:moveTo>
                    <a:pt x="127" y="385"/>
                  </a:moveTo>
                  <a:cubicBezTo>
                    <a:pt x="127" y="386"/>
                    <a:pt x="127" y="387"/>
                    <a:pt x="127" y="387"/>
                  </a:cubicBezTo>
                  <a:cubicBezTo>
                    <a:pt x="127" y="387"/>
                    <a:pt x="127" y="386"/>
                    <a:pt x="127" y="385"/>
                  </a:cubicBezTo>
                  <a:close/>
                  <a:moveTo>
                    <a:pt x="717" y="1"/>
                  </a:moveTo>
                  <a:cubicBezTo>
                    <a:pt x="688" y="1"/>
                    <a:pt x="658" y="19"/>
                    <a:pt x="655" y="56"/>
                  </a:cubicBezTo>
                  <a:cubicBezTo>
                    <a:pt x="654" y="79"/>
                    <a:pt x="647" y="104"/>
                    <a:pt x="637" y="124"/>
                  </a:cubicBezTo>
                  <a:cubicBezTo>
                    <a:pt x="634" y="127"/>
                    <a:pt x="633" y="128"/>
                    <a:pt x="631" y="132"/>
                  </a:cubicBezTo>
                  <a:cubicBezTo>
                    <a:pt x="634" y="129"/>
                    <a:pt x="635" y="128"/>
                    <a:pt x="635" y="128"/>
                  </a:cubicBezTo>
                  <a:lnTo>
                    <a:pt x="635" y="128"/>
                  </a:lnTo>
                  <a:cubicBezTo>
                    <a:pt x="635" y="128"/>
                    <a:pt x="632" y="131"/>
                    <a:pt x="631" y="132"/>
                  </a:cubicBezTo>
                  <a:cubicBezTo>
                    <a:pt x="627" y="138"/>
                    <a:pt x="623" y="141"/>
                    <a:pt x="618" y="147"/>
                  </a:cubicBezTo>
                  <a:cubicBezTo>
                    <a:pt x="618" y="147"/>
                    <a:pt x="617" y="148"/>
                    <a:pt x="615" y="149"/>
                  </a:cubicBezTo>
                  <a:lnTo>
                    <a:pt x="615" y="149"/>
                  </a:lnTo>
                  <a:cubicBezTo>
                    <a:pt x="615" y="148"/>
                    <a:pt x="615" y="148"/>
                    <a:pt x="615" y="148"/>
                  </a:cubicBezTo>
                  <a:lnTo>
                    <a:pt x="615" y="148"/>
                  </a:lnTo>
                  <a:cubicBezTo>
                    <a:pt x="615" y="148"/>
                    <a:pt x="614" y="149"/>
                    <a:pt x="612" y="151"/>
                  </a:cubicBezTo>
                  <a:lnTo>
                    <a:pt x="612" y="151"/>
                  </a:lnTo>
                  <a:cubicBezTo>
                    <a:pt x="613" y="150"/>
                    <a:pt x="614" y="149"/>
                    <a:pt x="615" y="149"/>
                  </a:cubicBezTo>
                  <a:lnTo>
                    <a:pt x="615" y="149"/>
                  </a:lnTo>
                  <a:cubicBezTo>
                    <a:pt x="615" y="149"/>
                    <a:pt x="614" y="150"/>
                    <a:pt x="611" y="152"/>
                  </a:cubicBezTo>
                  <a:cubicBezTo>
                    <a:pt x="606" y="155"/>
                    <a:pt x="599" y="159"/>
                    <a:pt x="594" y="162"/>
                  </a:cubicBezTo>
                  <a:cubicBezTo>
                    <a:pt x="589" y="164"/>
                    <a:pt x="583" y="168"/>
                    <a:pt x="580" y="169"/>
                  </a:cubicBezTo>
                  <a:cubicBezTo>
                    <a:pt x="583" y="168"/>
                    <a:pt x="584" y="167"/>
                    <a:pt x="583" y="167"/>
                  </a:cubicBezTo>
                  <a:lnTo>
                    <a:pt x="583" y="167"/>
                  </a:lnTo>
                  <a:cubicBezTo>
                    <a:pt x="582" y="167"/>
                    <a:pt x="573" y="171"/>
                    <a:pt x="570" y="173"/>
                  </a:cubicBezTo>
                  <a:cubicBezTo>
                    <a:pt x="556" y="178"/>
                    <a:pt x="542" y="182"/>
                    <a:pt x="528" y="183"/>
                  </a:cubicBezTo>
                  <a:cubicBezTo>
                    <a:pt x="521" y="185"/>
                    <a:pt x="513" y="185"/>
                    <a:pt x="506" y="188"/>
                  </a:cubicBezTo>
                  <a:cubicBezTo>
                    <a:pt x="499" y="188"/>
                    <a:pt x="500" y="188"/>
                    <a:pt x="501" y="188"/>
                  </a:cubicBezTo>
                  <a:cubicBezTo>
                    <a:pt x="501" y="188"/>
                    <a:pt x="502" y="188"/>
                    <a:pt x="495" y="189"/>
                  </a:cubicBezTo>
                  <a:cubicBezTo>
                    <a:pt x="478" y="190"/>
                    <a:pt x="462" y="192"/>
                    <a:pt x="447" y="192"/>
                  </a:cubicBezTo>
                  <a:cubicBezTo>
                    <a:pt x="331" y="199"/>
                    <a:pt x="193" y="185"/>
                    <a:pt x="94" y="254"/>
                  </a:cubicBezTo>
                  <a:cubicBezTo>
                    <a:pt x="29" y="301"/>
                    <a:pt x="2" y="373"/>
                    <a:pt x="0" y="450"/>
                  </a:cubicBezTo>
                  <a:cubicBezTo>
                    <a:pt x="0" y="485"/>
                    <a:pt x="28" y="502"/>
                    <a:pt x="57" y="502"/>
                  </a:cubicBezTo>
                  <a:cubicBezTo>
                    <a:pt x="86" y="502"/>
                    <a:pt x="116" y="484"/>
                    <a:pt x="117" y="446"/>
                  </a:cubicBezTo>
                  <a:cubicBezTo>
                    <a:pt x="117" y="424"/>
                    <a:pt x="117" y="423"/>
                    <a:pt x="121" y="407"/>
                  </a:cubicBezTo>
                  <a:cubicBezTo>
                    <a:pt x="122" y="400"/>
                    <a:pt x="124" y="393"/>
                    <a:pt x="127" y="387"/>
                  </a:cubicBezTo>
                  <a:cubicBezTo>
                    <a:pt x="127" y="386"/>
                    <a:pt x="128" y="382"/>
                    <a:pt x="128" y="382"/>
                  </a:cubicBezTo>
                  <a:lnTo>
                    <a:pt x="128" y="382"/>
                  </a:lnTo>
                  <a:cubicBezTo>
                    <a:pt x="129" y="382"/>
                    <a:pt x="128" y="383"/>
                    <a:pt x="127" y="385"/>
                  </a:cubicBezTo>
                  <a:lnTo>
                    <a:pt x="127" y="385"/>
                  </a:lnTo>
                  <a:cubicBezTo>
                    <a:pt x="128" y="383"/>
                    <a:pt x="129" y="381"/>
                    <a:pt x="129" y="379"/>
                  </a:cubicBezTo>
                  <a:lnTo>
                    <a:pt x="141" y="362"/>
                  </a:lnTo>
                  <a:lnTo>
                    <a:pt x="141" y="362"/>
                  </a:lnTo>
                  <a:cubicBezTo>
                    <a:pt x="139" y="365"/>
                    <a:pt x="138" y="366"/>
                    <a:pt x="138" y="366"/>
                  </a:cubicBezTo>
                  <a:cubicBezTo>
                    <a:pt x="139" y="366"/>
                    <a:pt x="144" y="359"/>
                    <a:pt x="145" y="358"/>
                  </a:cubicBezTo>
                  <a:cubicBezTo>
                    <a:pt x="147" y="356"/>
                    <a:pt x="154" y="350"/>
                    <a:pt x="155" y="349"/>
                  </a:cubicBezTo>
                  <a:lnTo>
                    <a:pt x="155" y="349"/>
                  </a:lnTo>
                  <a:cubicBezTo>
                    <a:pt x="159" y="346"/>
                    <a:pt x="164" y="344"/>
                    <a:pt x="169" y="341"/>
                  </a:cubicBezTo>
                  <a:cubicBezTo>
                    <a:pt x="173" y="338"/>
                    <a:pt x="178" y="335"/>
                    <a:pt x="182" y="334"/>
                  </a:cubicBezTo>
                  <a:cubicBezTo>
                    <a:pt x="185" y="332"/>
                    <a:pt x="187" y="332"/>
                    <a:pt x="187" y="332"/>
                  </a:cubicBezTo>
                  <a:lnTo>
                    <a:pt x="187" y="332"/>
                  </a:lnTo>
                  <a:cubicBezTo>
                    <a:pt x="187" y="332"/>
                    <a:pt x="187" y="332"/>
                    <a:pt x="186" y="332"/>
                  </a:cubicBezTo>
                  <a:lnTo>
                    <a:pt x="186" y="332"/>
                  </a:lnTo>
                  <a:cubicBezTo>
                    <a:pt x="188" y="332"/>
                    <a:pt x="189" y="332"/>
                    <a:pt x="192" y="331"/>
                  </a:cubicBezTo>
                  <a:cubicBezTo>
                    <a:pt x="206" y="326"/>
                    <a:pt x="217" y="322"/>
                    <a:pt x="231" y="319"/>
                  </a:cubicBezTo>
                  <a:cubicBezTo>
                    <a:pt x="239" y="318"/>
                    <a:pt x="246" y="318"/>
                    <a:pt x="253" y="317"/>
                  </a:cubicBezTo>
                  <a:cubicBezTo>
                    <a:pt x="260" y="315"/>
                    <a:pt x="259" y="315"/>
                    <a:pt x="258" y="315"/>
                  </a:cubicBezTo>
                  <a:cubicBezTo>
                    <a:pt x="258" y="315"/>
                    <a:pt x="257" y="315"/>
                    <a:pt x="264" y="314"/>
                  </a:cubicBezTo>
                  <a:cubicBezTo>
                    <a:pt x="280" y="312"/>
                    <a:pt x="295" y="311"/>
                    <a:pt x="311" y="311"/>
                  </a:cubicBezTo>
                  <a:cubicBezTo>
                    <a:pt x="427" y="304"/>
                    <a:pt x="566" y="318"/>
                    <a:pt x="668" y="249"/>
                  </a:cubicBezTo>
                  <a:cubicBezTo>
                    <a:pt x="736" y="205"/>
                    <a:pt x="766" y="134"/>
                    <a:pt x="771" y="56"/>
                  </a:cubicBezTo>
                  <a:cubicBezTo>
                    <a:pt x="774" y="19"/>
                    <a:pt x="746" y="1"/>
                    <a:pt x="717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600" lIns="91425" spcFirstLastPara="1" rIns="91425" wrap="square" tIns="12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15" name="Google Shape;2015;p13"/>
            <p:cNvSpPr/>
            <p:nvPr/>
          </p:nvSpPr>
          <p:spPr>
            <a:xfrm>
              <a:off x="4019400" y="4555080"/>
              <a:ext cx="36000" cy="57599"/>
            </a:xfrm>
            <a:custGeom>
              <a:rect b="b" l="l" r="r" t="t"/>
              <a:pathLst>
                <a:path extrusionOk="0" h="1149" w="721">
                  <a:moveTo>
                    <a:pt x="643" y="0"/>
                  </a:moveTo>
                  <a:cubicBezTo>
                    <a:pt x="609" y="0"/>
                    <a:pt x="572" y="29"/>
                    <a:pt x="581" y="73"/>
                  </a:cubicBezTo>
                  <a:cubicBezTo>
                    <a:pt x="599" y="169"/>
                    <a:pt x="603" y="271"/>
                    <a:pt x="549" y="358"/>
                  </a:cubicBezTo>
                  <a:cubicBezTo>
                    <a:pt x="503" y="430"/>
                    <a:pt x="426" y="484"/>
                    <a:pt x="362" y="538"/>
                  </a:cubicBezTo>
                  <a:cubicBezTo>
                    <a:pt x="280" y="607"/>
                    <a:pt x="205" y="678"/>
                    <a:pt x="163" y="779"/>
                  </a:cubicBezTo>
                  <a:cubicBezTo>
                    <a:pt x="126" y="864"/>
                    <a:pt x="113" y="987"/>
                    <a:pt x="44" y="1052"/>
                  </a:cubicBezTo>
                  <a:cubicBezTo>
                    <a:pt x="0" y="1091"/>
                    <a:pt x="41" y="1148"/>
                    <a:pt x="87" y="1148"/>
                  </a:cubicBezTo>
                  <a:cubicBezTo>
                    <a:pt x="100" y="1148"/>
                    <a:pt x="114" y="1144"/>
                    <a:pt x="126" y="1133"/>
                  </a:cubicBezTo>
                  <a:cubicBezTo>
                    <a:pt x="205" y="1059"/>
                    <a:pt x="224" y="940"/>
                    <a:pt x="260" y="842"/>
                  </a:cubicBezTo>
                  <a:cubicBezTo>
                    <a:pt x="304" y="733"/>
                    <a:pt x="395" y="662"/>
                    <a:pt x="483" y="587"/>
                  </a:cubicBezTo>
                  <a:cubicBezTo>
                    <a:pt x="552" y="529"/>
                    <a:pt x="627" y="467"/>
                    <a:pt x="667" y="385"/>
                  </a:cubicBezTo>
                  <a:cubicBezTo>
                    <a:pt x="721" y="276"/>
                    <a:pt x="715" y="158"/>
                    <a:pt x="693" y="42"/>
                  </a:cubicBezTo>
                  <a:cubicBezTo>
                    <a:pt x="687" y="13"/>
                    <a:pt x="666" y="0"/>
                    <a:pt x="643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8800" lIns="91425" spcFirstLastPara="1" rIns="91425" wrap="square" tIns="28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16" name="Google Shape;2016;p13"/>
            <p:cNvSpPr/>
            <p:nvPr/>
          </p:nvSpPr>
          <p:spPr>
            <a:xfrm>
              <a:off x="3976200" y="4522680"/>
              <a:ext cx="13320" cy="60839"/>
            </a:xfrm>
            <a:custGeom>
              <a:rect b="b" l="l" r="r" t="t"/>
              <a:pathLst>
                <a:path extrusionOk="0" h="1212" w="269">
                  <a:moveTo>
                    <a:pt x="128" y="1"/>
                  </a:moveTo>
                  <a:cubicBezTo>
                    <a:pt x="87" y="1"/>
                    <a:pt x="47" y="41"/>
                    <a:pt x="78" y="84"/>
                  </a:cubicBezTo>
                  <a:cubicBezTo>
                    <a:pt x="132" y="155"/>
                    <a:pt x="158" y="229"/>
                    <a:pt x="141" y="316"/>
                  </a:cubicBezTo>
                  <a:cubicBezTo>
                    <a:pt x="126" y="397"/>
                    <a:pt x="90" y="475"/>
                    <a:pt x="57" y="552"/>
                  </a:cubicBezTo>
                  <a:cubicBezTo>
                    <a:pt x="20" y="644"/>
                    <a:pt x="0" y="730"/>
                    <a:pt x="6" y="832"/>
                  </a:cubicBezTo>
                  <a:cubicBezTo>
                    <a:pt x="9" y="934"/>
                    <a:pt x="30" y="1038"/>
                    <a:pt x="14" y="1140"/>
                  </a:cubicBezTo>
                  <a:cubicBezTo>
                    <a:pt x="9" y="1183"/>
                    <a:pt x="45" y="1212"/>
                    <a:pt x="79" y="1212"/>
                  </a:cubicBezTo>
                  <a:cubicBezTo>
                    <a:pt x="101" y="1212"/>
                    <a:pt x="121" y="1199"/>
                    <a:pt x="126" y="1170"/>
                  </a:cubicBezTo>
                  <a:cubicBezTo>
                    <a:pt x="143" y="1059"/>
                    <a:pt x="128" y="953"/>
                    <a:pt x="122" y="841"/>
                  </a:cubicBezTo>
                  <a:cubicBezTo>
                    <a:pt x="119" y="786"/>
                    <a:pt x="119" y="729"/>
                    <a:pt x="135" y="675"/>
                  </a:cubicBezTo>
                  <a:cubicBezTo>
                    <a:pt x="149" y="625"/>
                    <a:pt x="170" y="580"/>
                    <a:pt x="190" y="532"/>
                  </a:cubicBezTo>
                  <a:cubicBezTo>
                    <a:pt x="221" y="453"/>
                    <a:pt x="254" y="373"/>
                    <a:pt x="261" y="285"/>
                  </a:cubicBezTo>
                  <a:cubicBezTo>
                    <a:pt x="268" y="190"/>
                    <a:pt x="234" y="103"/>
                    <a:pt x="177" y="26"/>
                  </a:cubicBezTo>
                  <a:cubicBezTo>
                    <a:pt x="164" y="8"/>
                    <a:pt x="146" y="1"/>
                    <a:pt x="128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0600" lIns="91425" spcFirstLastPara="1" rIns="91425" wrap="square" tIns="30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17" name="Google Shape;2017;p13"/>
            <p:cNvSpPr/>
            <p:nvPr/>
          </p:nvSpPr>
          <p:spPr>
            <a:xfrm>
              <a:off x="3888360" y="4527720"/>
              <a:ext cx="30240" cy="58679"/>
            </a:xfrm>
            <a:custGeom>
              <a:rect b="b" l="l" r="r" t="t"/>
              <a:pathLst>
                <a:path extrusionOk="0" h="1174" w="611">
                  <a:moveTo>
                    <a:pt x="66" y="0"/>
                  </a:moveTo>
                  <a:cubicBezTo>
                    <a:pt x="0" y="0"/>
                    <a:pt x="3" y="107"/>
                    <a:pt x="73" y="115"/>
                  </a:cubicBezTo>
                  <a:lnTo>
                    <a:pt x="73" y="115"/>
                  </a:lnTo>
                  <a:cubicBezTo>
                    <a:pt x="72" y="115"/>
                    <a:pt x="72" y="115"/>
                    <a:pt x="71" y="115"/>
                  </a:cubicBezTo>
                  <a:cubicBezTo>
                    <a:pt x="67" y="115"/>
                    <a:pt x="84" y="120"/>
                    <a:pt x="87" y="121"/>
                  </a:cubicBezTo>
                  <a:cubicBezTo>
                    <a:pt x="85" y="121"/>
                    <a:pt x="84" y="121"/>
                    <a:pt x="84" y="121"/>
                  </a:cubicBezTo>
                  <a:lnTo>
                    <a:pt x="84" y="121"/>
                  </a:lnTo>
                  <a:cubicBezTo>
                    <a:pt x="81" y="121"/>
                    <a:pt x="95" y="128"/>
                    <a:pt x="96" y="128"/>
                  </a:cubicBezTo>
                  <a:cubicBezTo>
                    <a:pt x="98" y="128"/>
                    <a:pt x="115" y="148"/>
                    <a:pt x="119" y="154"/>
                  </a:cubicBezTo>
                  <a:cubicBezTo>
                    <a:pt x="145" y="186"/>
                    <a:pt x="159" y="226"/>
                    <a:pt x="172" y="267"/>
                  </a:cubicBezTo>
                  <a:cubicBezTo>
                    <a:pt x="207" y="373"/>
                    <a:pt x="225" y="484"/>
                    <a:pt x="248" y="595"/>
                  </a:cubicBezTo>
                  <a:cubicBezTo>
                    <a:pt x="272" y="708"/>
                    <a:pt x="296" y="821"/>
                    <a:pt x="337" y="930"/>
                  </a:cubicBezTo>
                  <a:cubicBezTo>
                    <a:pt x="371" y="1021"/>
                    <a:pt x="417" y="1112"/>
                    <a:pt x="500" y="1164"/>
                  </a:cubicBezTo>
                  <a:cubicBezTo>
                    <a:pt x="511" y="1171"/>
                    <a:pt x="521" y="1174"/>
                    <a:pt x="531" y="1174"/>
                  </a:cubicBezTo>
                  <a:cubicBezTo>
                    <a:pt x="580" y="1174"/>
                    <a:pt x="610" y="1100"/>
                    <a:pt x="558" y="1066"/>
                  </a:cubicBezTo>
                  <a:cubicBezTo>
                    <a:pt x="503" y="1031"/>
                    <a:pt x="473" y="964"/>
                    <a:pt x="451" y="905"/>
                  </a:cubicBezTo>
                  <a:cubicBezTo>
                    <a:pt x="417" y="818"/>
                    <a:pt x="395" y="728"/>
                    <a:pt x="376" y="637"/>
                  </a:cubicBezTo>
                  <a:cubicBezTo>
                    <a:pt x="339" y="468"/>
                    <a:pt x="319" y="283"/>
                    <a:pt x="238" y="127"/>
                  </a:cubicBezTo>
                  <a:cubicBezTo>
                    <a:pt x="203" y="59"/>
                    <a:pt x="149" y="9"/>
                    <a:pt x="74" y="1"/>
                  </a:cubicBezTo>
                  <a:cubicBezTo>
                    <a:pt x="71" y="0"/>
                    <a:pt x="69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9500" lIns="91425" spcFirstLastPara="1" rIns="91425" wrap="square" tIns="29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18" name="Google Shape;2018;p13"/>
            <p:cNvSpPr/>
            <p:nvPr/>
          </p:nvSpPr>
          <p:spPr>
            <a:xfrm>
              <a:off x="3849480" y="4569840"/>
              <a:ext cx="34200" cy="41041"/>
            </a:xfrm>
            <a:custGeom>
              <a:rect b="b" l="l" r="r" t="t"/>
              <a:pathLst>
                <a:path extrusionOk="0" h="820" w="683">
                  <a:moveTo>
                    <a:pt x="55" y="1"/>
                  </a:moveTo>
                  <a:cubicBezTo>
                    <a:pt x="27" y="1"/>
                    <a:pt x="1" y="31"/>
                    <a:pt x="1" y="60"/>
                  </a:cubicBezTo>
                  <a:cubicBezTo>
                    <a:pt x="1" y="93"/>
                    <a:pt x="28" y="113"/>
                    <a:pt x="59" y="118"/>
                  </a:cubicBezTo>
                  <a:cubicBezTo>
                    <a:pt x="194" y="134"/>
                    <a:pt x="306" y="267"/>
                    <a:pt x="376" y="372"/>
                  </a:cubicBezTo>
                  <a:cubicBezTo>
                    <a:pt x="460" y="494"/>
                    <a:pt x="528" y="634"/>
                    <a:pt x="562" y="779"/>
                  </a:cubicBezTo>
                  <a:cubicBezTo>
                    <a:pt x="568" y="807"/>
                    <a:pt x="589" y="819"/>
                    <a:pt x="611" y="819"/>
                  </a:cubicBezTo>
                  <a:cubicBezTo>
                    <a:pt x="645" y="819"/>
                    <a:pt x="682" y="791"/>
                    <a:pt x="673" y="748"/>
                  </a:cubicBezTo>
                  <a:cubicBezTo>
                    <a:pt x="634" y="585"/>
                    <a:pt x="555" y="425"/>
                    <a:pt x="460" y="289"/>
                  </a:cubicBezTo>
                  <a:cubicBezTo>
                    <a:pt x="362" y="152"/>
                    <a:pt x="233" y="21"/>
                    <a:pt x="59" y="1"/>
                  </a:cubicBezTo>
                  <a:cubicBezTo>
                    <a:pt x="58" y="1"/>
                    <a:pt x="56" y="1"/>
                    <a:pt x="55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19" name="Google Shape;2019;p13"/>
            <p:cNvSpPr/>
            <p:nvPr/>
          </p:nvSpPr>
          <p:spPr>
            <a:xfrm>
              <a:off x="3805200" y="4615200"/>
              <a:ext cx="55441" cy="30240"/>
            </a:xfrm>
            <a:custGeom>
              <a:rect b="b" l="l" r="r" t="t"/>
              <a:pathLst>
                <a:path extrusionOk="0" h="608" w="1106">
                  <a:moveTo>
                    <a:pt x="222" y="1"/>
                  </a:moveTo>
                  <a:cubicBezTo>
                    <a:pt x="164" y="1"/>
                    <a:pt x="106" y="22"/>
                    <a:pt x="54" y="52"/>
                  </a:cubicBezTo>
                  <a:cubicBezTo>
                    <a:pt x="0" y="84"/>
                    <a:pt x="33" y="160"/>
                    <a:pt x="83" y="160"/>
                  </a:cubicBezTo>
                  <a:cubicBezTo>
                    <a:pt x="92" y="160"/>
                    <a:pt x="102" y="157"/>
                    <a:pt x="112" y="151"/>
                  </a:cubicBezTo>
                  <a:cubicBezTo>
                    <a:pt x="149" y="130"/>
                    <a:pt x="184" y="116"/>
                    <a:pt x="218" y="116"/>
                  </a:cubicBezTo>
                  <a:cubicBezTo>
                    <a:pt x="246" y="116"/>
                    <a:pt x="274" y="126"/>
                    <a:pt x="299" y="150"/>
                  </a:cubicBezTo>
                  <a:cubicBezTo>
                    <a:pt x="359" y="203"/>
                    <a:pt x="396" y="278"/>
                    <a:pt x="438" y="347"/>
                  </a:cubicBezTo>
                  <a:cubicBezTo>
                    <a:pt x="488" y="424"/>
                    <a:pt x="544" y="498"/>
                    <a:pt x="622" y="551"/>
                  </a:cubicBezTo>
                  <a:cubicBezTo>
                    <a:pt x="679" y="587"/>
                    <a:pt x="749" y="603"/>
                    <a:pt x="817" y="607"/>
                  </a:cubicBezTo>
                  <a:cubicBezTo>
                    <a:pt x="826" y="608"/>
                    <a:pt x="835" y="608"/>
                    <a:pt x="844" y="608"/>
                  </a:cubicBezTo>
                  <a:cubicBezTo>
                    <a:pt x="874" y="608"/>
                    <a:pt x="902" y="606"/>
                    <a:pt x="933" y="602"/>
                  </a:cubicBezTo>
                  <a:lnTo>
                    <a:pt x="964" y="596"/>
                  </a:lnTo>
                  <a:cubicBezTo>
                    <a:pt x="981" y="596"/>
                    <a:pt x="987" y="595"/>
                    <a:pt x="977" y="590"/>
                  </a:cubicBezTo>
                  <a:cubicBezTo>
                    <a:pt x="977" y="590"/>
                    <a:pt x="978" y="590"/>
                    <a:pt x="979" y="590"/>
                  </a:cubicBezTo>
                  <a:lnTo>
                    <a:pt x="979" y="590"/>
                  </a:lnTo>
                  <a:cubicBezTo>
                    <a:pt x="982" y="591"/>
                    <a:pt x="986" y="592"/>
                    <a:pt x="989" y="593"/>
                  </a:cubicBezTo>
                  <a:cubicBezTo>
                    <a:pt x="992" y="594"/>
                    <a:pt x="994" y="594"/>
                    <a:pt x="997" y="594"/>
                  </a:cubicBezTo>
                  <a:lnTo>
                    <a:pt x="997" y="594"/>
                  </a:lnTo>
                  <a:cubicBezTo>
                    <a:pt x="999" y="595"/>
                    <a:pt x="1001" y="596"/>
                    <a:pt x="1004" y="596"/>
                  </a:cubicBezTo>
                  <a:cubicBezTo>
                    <a:pt x="1004" y="596"/>
                    <a:pt x="1004" y="596"/>
                    <a:pt x="1004" y="596"/>
                  </a:cubicBezTo>
                  <a:lnTo>
                    <a:pt x="1004" y="596"/>
                  </a:lnTo>
                  <a:cubicBezTo>
                    <a:pt x="1004" y="596"/>
                    <a:pt x="1005" y="596"/>
                    <a:pt x="1005" y="596"/>
                  </a:cubicBezTo>
                  <a:cubicBezTo>
                    <a:pt x="1009" y="597"/>
                    <a:pt x="1013" y="597"/>
                    <a:pt x="1016" y="597"/>
                  </a:cubicBezTo>
                  <a:cubicBezTo>
                    <a:pt x="1081" y="597"/>
                    <a:pt x="1106" y="497"/>
                    <a:pt x="1035" y="484"/>
                  </a:cubicBezTo>
                  <a:cubicBezTo>
                    <a:pt x="1033" y="484"/>
                    <a:pt x="1032" y="484"/>
                    <a:pt x="1031" y="483"/>
                  </a:cubicBezTo>
                  <a:lnTo>
                    <a:pt x="1031" y="483"/>
                  </a:lnTo>
                  <a:cubicBezTo>
                    <a:pt x="1026" y="483"/>
                    <a:pt x="1021" y="482"/>
                    <a:pt x="1018" y="481"/>
                  </a:cubicBezTo>
                  <a:cubicBezTo>
                    <a:pt x="1014" y="480"/>
                    <a:pt x="1010" y="480"/>
                    <a:pt x="1007" y="480"/>
                  </a:cubicBezTo>
                  <a:cubicBezTo>
                    <a:pt x="1006" y="480"/>
                    <a:pt x="1005" y="480"/>
                    <a:pt x="1005" y="480"/>
                  </a:cubicBezTo>
                  <a:lnTo>
                    <a:pt x="1005" y="480"/>
                  </a:lnTo>
                  <a:cubicBezTo>
                    <a:pt x="997" y="479"/>
                    <a:pt x="989" y="479"/>
                    <a:pt x="981" y="479"/>
                  </a:cubicBezTo>
                  <a:cubicBezTo>
                    <a:pt x="972" y="479"/>
                    <a:pt x="962" y="480"/>
                    <a:pt x="951" y="481"/>
                  </a:cubicBezTo>
                  <a:cubicBezTo>
                    <a:pt x="918" y="487"/>
                    <a:pt x="884" y="491"/>
                    <a:pt x="851" y="491"/>
                  </a:cubicBezTo>
                  <a:cubicBezTo>
                    <a:pt x="840" y="491"/>
                    <a:pt x="830" y="491"/>
                    <a:pt x="819" y="490"/>
                  </a:cubicBezTo>
                  <a:cubicBezTo>
                    <a:pt x="758" y="487"/>
                    <a:pt x="703" y="468"/>
                    <a:pt x="658" y="432"/>
                  </a:cubicBezTo>
                  <a:cubicBezTo>
                    <a:pt x="587" y="373"/>
                    <a:pt x="540" y="290"/>
                    <a:pt x="493" y="213"/>
                  </a:cubicBezTo>
                  <a:cubicBezTo>
                    <a:pt x="448" y="144"/>
                    <a:pt x="401" y="66"/>
                    <a:pt x="325" y="26"/>
                  </a:cubicBezTo>
                  <a:cubicBezTo>
                    <a:pt x="291" y="8"/>
                    <a:pt x="256" y="1"/>
                    <a:pt x="222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5100" lIns="91425" spcFirstLastPara="1" rIns="91425" wrap="square" tIns="15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20" name="Google Shape;2020;p13"/>
            <p:cNvSpPr/>
            <p:nvPr/>
          </p:nvSpPr>
          <p:spPr>
            <a:xfrm>
              <a:off x="3799440" y="4659840"/>
              <a:ext cx="42841" cy="20520"/>
            </a:xfrm>
            <a:custGeom>
              <a:rect b="b" l="l" r="r" t="t"/>
              <a:pathLst>
                <a:path extrusionOk="0" h="418" w="856">
                  <a:moveTo>
                    <a:pt x="203" y="1"/>
                  </a:moveTo>
                  <a:cubicBezTo>
                    <a:pt x="152" y="1"/>
                    <a:pt x="101" y="15"/>
                    <a:pt x="55" y="42"/>
                  </a:cubicBezTo>
                  <a:cubicBezTo>
                    <a:pt x="1" y="73"/>
                    <a:pt x="33" y="149"/>
                    <a:pt x="84" y="149"/>
                  </a:cubicBezTo>
                  <a:cubicBezTo>
                    <a:pt x="93" y="149"/>
                    <a:pt x="103" y="146"/>
                    <a:pt x="113" y="141"/>
                  </a:cubicBezTo>
                  <a:cubicBezTo>
                    <a:pt x="143" y="124"/>
                    <a:pt x="173" y="116"/>
                    <a:pt x="202" y="116"/>
                  </a:cubicBezTo>
                  <a:cubicBezTo>
                    <a:pt x="227" y="116"/>
                    <a:pt x="252" y="122"/>
                    <a:pt x="276" y="132"/>
                  </a:cubicBezTo>
                  <a:cubicBezTo>
                    <a:pt x="339" y="161"/>
                    <a:pt x="392" y="204"/>
                    <a:pt x="443" y="251"/>
                  </a:cubicBezTo>
                  <a:cubicBezTo>
                    <a:pt x="521" y="319"/>
                    <a:pt x="622" y="417"/>
                    <a:pt x="734" y="417"/>
                  </a:cubicBezTo>
                  <a:cubicBezTo>
                    <a:pt x="754" y="417"/>
                    <a:pt x="775" y="414"/>
                    <a:pt x="796" y="407"/>
                  </a:cubicBezTo>
                  <a:cubicBezTo>
                    <a:pt x="856" y="385"/>
                    <a:pt x="837" y="293"/>
                    <a:pt x="782" y="293"/>
                  </a:cubicBezTo>
                  <a:cubicBezTo>
                    <a:pt x="776" y="293"/>
                    <a:pt x="770" y="294"/>
                    <a:pt x="763" y="297"/>
                  </a:cubicBezTo>
                  <a:cubicBezTo>
                    <a:pt x="756" y="298"/>
                    <a:pt x="750" y="299"/>
                    <a:pt x="743" y="302"/>
                  </a:cubicBezTo>
                  <a:lnTo>
                    <a:pt x="733" y="302"/>
                  </a:lnTo>
                  <a:cubicBezTo>
                    <a:pt x="731" y="302"/>
                    <a:pt x="725" y="302"/>
                    <a:pt x="722" y="301"/>
                  </a:cubicBezTo>
                  <a:lnTo>
                    <a:pt x="722" y="301"/>
                  </a:lnTo>
                  <a:cubicBezTo>
                    <a:pt x="716" y="299"/>
                    <a:pt x="710" y="298"/>
                    <a:pt x="705" y="297"/>
                  </a:cubicBezTo>
                  <a:cubicBezTo>
                    <a:pt x="685" y="291"/>
                    <a:pt x="658" y="275"/>
                    <a:pt x="631" y="258"/>
                  </a:cubicBezTo>
                  <a:cubicBezTo>
                    <a:pt x="580" y="223"/>
                    <a:pt x="528" y="170"/>
                    <a:pt x="477" y="128"/>
                  </a:cubicBezTo>
                  <a:cubicBezTo>
                    <a:pt x="417" y="81"/>
                    <a:pt x="358" y="36"/>
                    <a:pt x="286" y="13"/>
                  </a:cubicBezTo>
                  <a:cubicBezTo>
                    <a:pt x="258" y="5"/>
                    <a:pt x="231" y="1"/>
                    <a:pt x="203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425" lIns="91425" spcFirstLastPara="1" rIns="91425" wrap="square" tIns="10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21" name="Google Shape;2021;p13"/>
            <p:cNvSpPr/>
            <p:nvPr/>
          </p:nvSpPr>
          <p:spPr>
            <a:xfrm>
              <a:off x="3791520" y="4730400"/>
              <a:ext cx="45001" cy="12960"/>
            </a:xfrm>
            <a:custGeom>
              <a:rect b="b" l="l" r="r" t="t"/>
              <a:pathLst>
                <a:path extrusionOk="0" h="267" w="898">
                  <a:moveTo>
                    <a:pt x="57" y="114"/>
                  </a:moveTo>
                  <a:cubicBezTo>
                    <a:pt x="56" y="115"/>
                    <a:pt x="55" y="116"/>
                    <a:pt x="54" y="117"/>
                  </a:cubicBezTo>
                  <a:cubicBezTo>
                    <a:pt x="55" y="116"/>
                    <a:pt x="56" y="115"/>
                    <a:pt x="57" y="114"/>
                  </a:cubicBezTo>
                  <a:close/>
                  <a:moveTo>
                    <a:pt x="337" y="0"/>
                  </a:moveTo>
                  <a:cubicBezTo>
                    <a:pt x="296" y="0"/>
                    <a:pt x="256" y="3"/>
                    <a:pt x="216" y="11"/>
                  </a:cubicBezTo>
                  <a:cubicBezTo>
                    <a:pt x="173" y="20"/>
                    <a:pt x="141" y="37"/>
                    <a:pt x="109" y="65"/>
                  </a:cubicBezTo>
                  <a:cubicBezTo>
                    <a:pt x="99" y="75"/>
                    <a:pt x="89" y="84"/>
                    <a:pt x="79" y="94"/>
                  </a:cubicBezTo>
                  <a:lnTo>
                    <a:pt x="79" y="94"/>
                  </a:lnTo>
                  <a:cubicBezTo>
                    <a:pt x="77" y="93"/>
                    <a:pt x="74" y="93"/>
                    <a:pt x="71" y="93"/>
                  </a:cubicBezTo>
                  <a:cubicBezTo>
                    <a:pt x="37" y="93"/>
                    <a:pt x="0" y="121"/>
                    <a:pt x="9" y="164"/>
                  </a:cubicBezTo>
                  <a:cubicBezTo>
                    <a:pt x="16" y="197"/>
                    <a:pt x="41" y="225"/>
                    <a:pt x="76" y="225"/>
                  </a:cubicBezTo>
                  <a:cubicBezTo>
                    <a:pt x="76" y="225"/>
                    <a:pt x="77" y="225"/>
                    <a:pt x="78" y="225"/>
                  </a:cubicBezTo>
                  <a:cubicBezTo>
                    <a:pt x="111" y="224"/>
                    <a:pt x="136" y="198"/>
                    <a:pt x="158" y="177"/>
                  </a:cubicBezTo>
                  <a:cubicBezTo>
                    <a:pt x="180" y="154"/>
                    <a:pt x="200" y="132"/>
                    <a:pt x="233" y="125"/>
                  </a:cubicBezTo>
                  <a:cubicBezTo>
                    <a:pt x="268" y="116"/>
                    <a:pt x="305" y="114"/>
                    <a:pt x="341" y="114"/>
                  </a:cubicBezTo>
                  <a:cubicBezTo>
                    <a:pt x="354" y="114"/>
                    <a:pt x="367" y="114"/>
                    <a:pt x="380" y="115"/>
                  </a:cubicBezTo>
                  <a:cubicBezTo>
                    <a:pt x="465" y="120"/>
                    <a:pt x="551" y="134"/>
                    <a:pt x="635" y="153"/>
                  </a:cubicBezTo>
                  <a:cubicBezTo>
                    <a:pt x="668" y="160"/>
                    <a:pt x="699" y="167"/>
                    <a:pt x="729" y="178"/>
                  </a:cubicBezTo>
                  <a:cubicBezTo>
                    <a:pt x="741" y="184"/>
                    <a:pt x="756" y="191"/>
                    <a:pt x="767" y="200"/>
                  </a:cubicBezTo>
                  <a:cubicBezTo>
                    <a:pt x="769" y="203"/>
                    <a:pt x="773" y="209"/>
                    <a:pt x="775" y="209"/>
                  </a:cubicBezTo>
                  <a:cubicBezTo>
                    <a:pt x="775" y="209"/>
                    <a:pt x="775" y="208"/>
                    <a:pt x="775" y="207"/>
                  </a:cubicBezTo>
                  <a:cubicBezTo>
                    <a:pt x="778" y="238"/>
                    <a:pt x="798" y="266"/>
                    <a:pt x="833" y="266"/>
                  </a:cubicBezTo>
                  <a:cubicBezTo>
                    <a:pt x="863" y="263"/>
                    <a:pt x="897" y="238"/>
                    <a:pt x="893" y="207"/>
                  </a:cubicBezTo>
                  <a:cubicBezTo>
                    <a:pt x="873" y="49"/>
                    <a:pt x="648" y="35"/>
                    <a:pt x="526" y="18"/>
                  </a:cubicBezTo>
                  <a:cubicBezTo>
                    <a:pt x="463" y="8"/>
                    <a:pt x="400" y="0"/>
                    <a:pt x="337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475" lIns="91425" spcFirstLastPara="1" rIns="91425" wrap="square" tIns="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22" name="Google Shape;2022;p13"/>
            <p:cNvSpPr/>
            <p:nvPr/>
          </p:nvSpPr>
          <p:spPr>
            <a:xfrm>
              <a:off x="3812400" y="4790880"/>
              <a:ext cx="42479" cy="10800"/>
            </a:xfrm>
            <a:custGeom>
              <a:rect b="b" l="l" r="r" t="t"/>
              <a:pathLst>
                <a:path extrusionOk="0" h="222" w="853">
                  <a:moveTo>
                    <a:pt x="783" y="0"/>
                  </a:moveTo>
                  <a:cubicBezTo>
                    <a:pt x="781" y="0"/>
                    <a:pt x="780" y="0"/>
                    <a:pt x="778" y="0"/>
                  </a:cubicBezTo>
                  <a:cubicBezTo>
                    <a:pt x="655" y="12"/>
                    <a:pt x="534" y="61"/>
                    <a:pt x="414" y="88"/>
                  </a:cubicBezTo>
                  <a:cubicBezTo>
                    <a:pt x="364" y="97"/>
                    <a:pt x="312" y="107"/>
                    <a:pt x="262" y="107"/>
                  </a:cubicBezTo>
                  <a:cubicBezTo>
                    <a:pt x="250" y="107"/>
                    <a:pt x="239" y="106"/>
                    <a:pt x="228" y="105"/>
                  </a:cubicBezTo>
                  <a:cubicBezTo>
                    <a:pt x="210" y="104"/>
                    <a:pt x="178" y="97"/>
                    <a:pt x="163" y="88"/>
                  </a:cubicBezTo>
                  <a:cubicBezTo>
                    <a:pt x="144" y="75"/>
                    <a:pt x="134" y="67"/>
                    <a:pt x="123" y="41"/>
                  </a:cubicBezTo>
                  <a:cubicBezTo>
                    <a:pt x="113" y="21"/>
                    <a:pt x="96" y="12"/>
                    <a:pt x="79" y="12"/>
                  </a:cubicBezTo>
                  <a:cubicBezTo>
                    <a:pt x="41" y="12"/>
                    <a:pt x="1" y="54"/>
                    <a:pt x="24" y="99"/>
                  </a:cubicBezTo>
                  <a:cubicBezTo>
                    <a:pt x="70" y="195"/>
                    <a:pt x="166" y="221"/>
                    <a:pt x="264" y="221"/>
                  </a:cubicBezTo>
                  <a:cubicBezTo>
                    <a:pt x="308" y="221"/>
                    <a:pt x="353" y="216"/>
                    <a:pt x="394" y="209"/>
                  </a:cubicBezTo>
                  <a:cubicBezTo>
                    <a:pt x="466" y="196"/>
                    <a:pt x="540" y="175"/>
                    <a:pt x="612" y="155"/>
                  </a:cubicBezTo>
                  <a:cubicBezTo>
                    <a:pt x="645" y="146"/>
                    <a:pt x="677" y="138"/>
                    <a:pt x="711" y="128"/>
                  </a:cubicBezTo>
                  <a:cubicBezTo>
                    <a:pt x="725" y="125"/>
                    <a:pt x="740" y="122"/>
                    <a:pt x="754" y="119"/>
                  </a:cubicBezTo>
                  <a:cubicBezTo>
                    <a:pt x="758" y="118"/>
                    <a:pt x="764" y="118"/>
                    <a:pt x="769" y="116"/>
                  </a:cubicBezTo>
                  <a:cubicBezTo>
                    <a:pt x="770" y="116"/>
                    <a:pt x="771" y="116"/>
                    <a:pt x="771" y="116"/>
                  </a:cubicBezTo>
                  <a:lnTo>
                    <a:pt x="771" y="116"/>
                  </a:lnTo>
                  <a:cubicBezTo>
                    <a:pt x="772" y="116"/>
                    <a:pt x="773" y="116"/>
                    <a:pt x="778" y="116"/>
                  </a:cubicBezTo>
                  <a:cubicBezTo>
                    <a:pt x="850" y="110"/>
                    <a:pt x="853" y="0"/>
                    <a:pt x="783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00" lIns="91425" spcFirstLastPara="1" rIns="91425" wrap="square" tIns="5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23" name="Google Shape;2023;p13"/>
            <p:cNvSpPr/>
            <p:nvPr/>
          </p:nvSpPr>
          <p:spPr>
            <a:xfrm>
              <a:off x="3852360" y="4838040"/>
              <a:ext cx="52919" cy="14400"/>
            </a:xfrm>
            <a:custGeom>
              <a:rect b="b" l="l" r="r" t="t"/>
              <a:pathLst>
                <a:path extrusionOk="0" h="296" w="1056">
                  <a:moveTo>
                    <a:pt x="966" y="0"/>
                  </a:moveTo>
                  <a:cubicBezTo>
                    <a:pt x="963" y="0"/>
                    <a:pt x="959" y="0"/>
                    <a:pt x="956" y="1"/>
                  </a:cubicBezTo>
                  <a:cubicBezTo>
                    <a:pt x="814" y="24"/>
                    <a:pt x="699" y="117"/>
                    <a:pt x="563" y="154"/>
                  </a:cubicBezTo>
                  <a:cubicBezTo>
                    <a:pt x="492" y="173"/>
                    <a:pt x="421" y="181"/>
                    <a:pt x="349" y="181"/>
                  </a:cubicBezTo>
                  <a:cubicBezTo>
                    <a:pt x="266" y="181"/>
                    <a:pt x="182" y="171"/>
                    <a:pt x="100" y="157"/>
                  </a:cubicBezTo>
                  <a:cubicBezTo>
                    <a:pt x="96" y="156"/>
                    <a:pt x="92" y="156"/>
                    <a:pt x="88" y="156"/>
                  </a:cubicBezTo>
                  <a:cubicBezTo>
                    <a:pt x="24" y="156"/>
                    <a:pt x="0" y="257"/>
                    <a:pt x="70" y="267"/>
                  </a:cubicBezTo>
                  <a:cubicBezTo>
                    <a:pt x="163" y="284"/>
                    <a:pt x="257" y="295"/>
                    <a:pt x="351" y="295"/>
                  </a:cubicBezTo>
                  <a:cubicBezTo>
                    <a:pt x="421" y="295"/>
                    <a:pt x="491" y="289"/>
                    <a:pt x="560" y="273"/>
                  </a:cubicBezTo>
                  <a:cubicBezTo>
                    <a:pt x="712" y="239"/>
                    <a:pt x="835" y="137"/>
                    <a:pt x="985" y="112"/>
                  </a:cubicBezTo>
                  <a:cubicBezTo>
                    <a:pt x="1055" y="101"/>
                    <a:pt x="1032" y="0"/>
                    <a:pt x="966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200" lIns="91425" spcFirstLastPara="1" rIns="91425" wrap="square" tIns="7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24" name="Google Shape;2024;p13"/>
            <p:cNvSpPr/>
            <p:nvPr/>
          </p:nvSpPr>
          <p:spPr>
            <a:xfrm>
              <a:off x="3861720" y="4701240"/>
              <a:ext cx="63362" cy="87120"/>
            </a:xfrm>
            <a:custGeom>
              <a:rect b="b" l="l" r="r" t="t"/>
              <a:pathLst>
                <a:path extrusionOk="0" h="1734" w="1263">
                  <a:moveTo>
                    <a:pt x="391" y="116"/>
                  </a:moveTo>
                  <a:cubicBezTo>
                    <a:pt x="424" y="116"/>
                    <a:pt x="459" y="121"/>
                    <a:pt x="495" y="130"/>
                  </a:cubicBezTo>
                  <a:cubicBezTo>
                    <a:pt x="635" y="165"/>
                    <a:pt x="785" y="242"/>
                    <a:pt x="894" y="340"/>
                  </a:cubicBezTo>
                  <a:cubicBezTo>
                    <a:pt x="1093" y="520"/>
                    <a:pt x="1144" y="789"/>
                    <a:pt x="1101" y="1044"/>
                  </a:cubicBezTo>
                  <a:cubicBezTo>
                    <a:pt x="1070" y="1231"/>
                    <a:pt x="1003" y="1509"/>
                    <a:pt x="814" y="1594"/>
                  </a:cubicBezTo>
                  <a:cubicBezTo>
                    <a:pt x="777" y="1610"/>
                    <a:pt x="742" y="1618"/>
                    <a:pt x="707" y="1618"/>
                  </a:cubicBezTo>
                  <a:cubicBezTo>
                    <a:pt x="515" y="1618"/>
                    <a:pt x="355" y="1390"/>
                    <a:pt x="285" y="1235"/>
                  </a:cubicBezTo>
                  <a:cubicBezTo>
                    <a:pt x="145" y="931"/>
                    <a:pt x="152" y="590"/>
                    <a:pt x="118" y="263"/>
                  </a:cubicBezTo>
                  <a:cubicBezTo>
                    <a:pt x="189" y="165"/>
                    <a:pt x="283" y="116"/>
                    <a:pt x="391" y="116"/>
                  </a:cubicBezTo>
                  <a:close/>
                  <a:moveTo>
                    <a:pt x="394" y="0"/>
                  </a:moveTo>
                  <a:cubicBezTo>
                    <a:pt x="243" y="0"/>
                    <a:pt x="117" y="74"/>
                    <a:pt x="24" y="201"/>
                  </a:cubicBezTo>
                  <a:cubicBezTo>
                    <a:pt x="14" y="206"/>
                    <a:pt x="7" y="215"/>
                    <a:pt x="4" y="229"/>
                  </a:cubicBezTo>
                  <a:lnTo>
                    <a:pt x="4" y="232"/>
                  </a:lnTo>
                  <a:cubicBezTo>
                    <a:pt x="0" y="243"/>
                    <a:pt x="2" y="256"/>
                    <a:pt x="7" y="267"/>
                  </a:cubicBezTo>
                  <a:cubicBezTo>
                    <a:pt x="43" y="609"/>
                    <a:pt x="38" y="957"/>
                    <a:pt x="180" y="1278"/>
                  </a:cubicBezTo>
                  <a:cubicBezTo>
                    <a:pt x="271" y="1484"/>
                    <a:pt x="466" y="1733"/>
                    <a:pt x="712" y="1733"/>
                  </a:cubicBezTo>
                  <a:cubicBezTo>
                    <a:pt x="748" y="1733"/>
                    <a:pt x="786" y="1728"/>
                    <a:pt x="825" y="1716"/>
                  </a:cubicBezTo>
                  <a:cubicBezTo>
                    <a:pt x="1071" y="1638"/>
                    <a:pt x="1171" y="1326"/>
                    <a:pt x="1210" y="1099"/>
                  </a:cubicBezTo>
                  <a:cubicBezTo>
                    <a:pt x="1263" y="800"/>
                    <a:pt x="1216" y="487"/>
                    <a:pt x="989" y="270"/>
                  </a:cubicBezTo>
                  <a:cubicBezTo>
                    <a:pt x="923" y="206"/>
                    <a:pt x="845" y="155"/>
                    <a:pt x="761" y="114"/>
                  </a:cubicBezTo>
                  <a:cubicBezTo>
                    <a:pt x="675" y="73"/>
                    <a:pt x="584" y="29"/>
                    <a:pt x="489" y="9"/>
                  </a:cubicBezTo>
                  <a:cubicBezTo>
                    <a:pt x="456" y="3"/>
                    <a:pt x="424" y="0"/>
                    <a:pt x="394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3550" lIns="91425" spcFirstLastPara="1" rIns="91425" wrap="square" tIns="435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25" name="Google Shape;2025;p13"/>
            <p:cNvSpPr/>
            <p:nvPr/>
          </p:nvSpPr>
          <p:spPr>
            <a:xfrm>
              <a:off x="3939120" y="4610880"/>
              <a:ext cx="97202" cy="169200"/>
            </a:xfrm>
            <a:custGeom>
              <a:rect b="b" l="l" r="r" t="t"/>
              <a:pathLst>
                <a:path extrusionOk="0" h="3367" w="1936">
                  <a:moveTo>
                    <a:pt x="764" y="114"/>
                  </a:moveTo>
                  <a:cubicBezTo>
                    <a:pt x="946" y="114"/>
                    <a:pt x="1120" y="252"/>
                    <a:pt x="1248" y="364"/>
                  </a:cubicBezTo>
                  <a:cubicBezTo>
                    <a:pt x="1616" y="688"/>
                    <a:pt x="1762" y="1200"/>
                    <a:pt x="1805" y="1674"/>
                  </a:cubicBezTo>
                  <a:cubicBezTo>
                    <a:pt x="1822" y="1917"/>
                    <a:pt x="1822" y="2165"/>
                    <a:pt x="1785" y="2404"/>
                  </a:cubicBezTo>
                  <a:cubicBezTo>
                    <a:pt x="1744" y="2661"/>
                    <a:pt x="1672" y="2963"/>
                    <a:pt x="1487" y="3157"/>
                  </a:cubicBezTo>
                  <a:cubicBezTo>
                    <a:pt x="1435" y="3210"/>
                    <a:pt x="1375" y="3248"/>
                    <a:pt x="1314" y="3248"/>
                  </a:cubicBezTo>
                  <a:cubicBezTo>
                    <a:pt x="1275" y="3248"/>
                    <a:pt x="1236" y="3232"/>
                    <a:pt x="1198" y="3195"/>
                  </a:cubicBezTo>
                  <a:cubicBezTo>
                    <a:pt x="1099" y="3093"/>
                    <a:pt x="1062" y="2936"/>
                    <a:pt x="1025" y="2803"/>
                  </a:cubicBezTo>
                  <a:cubicBezTo>
                    <a:pt x="943" y="2522"/>
                    <a:pt x="889" y="2214"/>
                    <a:pt x="722" y="1968"/>
                  </a:cubicBezTo>
                  <a:cubicBezTo>
                    <a:pt x="639" y="1845"/>
                    <a:pt x="532" y="1740"/>
                    <a:pt x="430" y="1632"/>
                  </a:cubicBezTo>
                  <a:cubicBezTo>
                    <a:pt x="332" y="1531"/>
                    <a:pt x="218" y="1419"/>
                    <a:pt x="171" y="1285"/>
                  </a:cubicBezTo>
                  <a:cubicBezTo>
                    <a:pt x="134" y="1170"/>
                    <a:pt x="133" y="1040"/>
                    <a:pt x="150" y="922"/>
                  </a:cubicBezTo>
                  <a:cubicBezTo>
                    <a:pt x="164" y="811"/>
                    <a:pt x="195" y="685"/>
                    <a:pt x="269" y="597"/>
                  </a:cubicBezTo>
                  <a:cubicBezTo>
                    <a:pt x="270" y="596"/>
                    <a:pt x="274" y="592"/>
                    <a:pt x="276" y="589"/>
                  </a:cubicBezTo>
                  <a:cubicBezTo>
                    <a:pt x="280" y="585"/>
                    <a:pt x="281" y="582"/>
                    <a:pt x="284" y="576"/>
                  </a:cubicBezTo>
                  <a:cubicBezTo>
                    <a:pt x="287" y="575"/>
                    <a:pt x="287" y="571"/>
                    <a:pt x="288" y="569"/>
                  </a:cubicBezTo>
                  <a:cubicBezTo>
                    <a:pt x="372" y="391"/>
                    <a:pt x="497" y="150"/>
                    <a:pt x="715" y="117"/>
                  </a:cubicBezTo>
                  <a:cubicBezTo>
                    <a:pt x="731" y="115"/>
                    <a:pt x="748" y="114"/>
                    <a:pt x="764" y="114"/>
                  </a:cubicBezTo>
                  <a:close/>
                  <a:moveTo>
                    <a:pt x="764" y="0"/>
                  </a:moveTo>
                  <a:cubicBezTo>
                    <a:pt x="755" y="0"/>
                    <a:pt x="746" y="0"/>
                    <a:pt x="738" y="1"/>
                  </a:cubicBezTo>
                  <a:cubicBezTo>
                    <a:pt x="457" y="15"/>
                    <a:pt x="288" y="290"/>
                    <a:pt x="182" y="518"/>
                  </a:cubicBezTo>
                  <a:lnTo>
                    <a:pt x="182" y="520"/>
                  </a:lnTo>
                  <a:cubicBezTo>
                    <a:pt x="35" y="698"/>
                    <a:pt x="1" y="973"/>
                    <a:pt x="32" y="1194"/>
                  </a:cubicBezTo>
                  <a:cubicBezTo>
                    <a:pt x="72" y="1478"/>
                    <a:pt x="304" y="1662"/>
                    <a:pt x="487" y="1860"/>
                  </a:cubicBezTo>
                  <a:cubicBezTo>
                    <a:pt x="602" y="1986"/>
                    <a:pt x="687" y="2122"/>
                    <a:pt x="748" y="2282"/>
                  </a:cubicBezTo>
                  <a:cubicBezTo>
                    <a:pt x="807" y="2441"/>
                    <a:pt x="848" y="2607"/>
                    <a:pt x="894" y="2771"/>
                  </a:cubicBezTo>
                  <a:cubicBezTo>
                    <a:pt x="950" y="2968"/>
                    <a:pt x="1044" y="3367"/>
                    <a:pt x="1308" y="3367"/>
                  </a:cubicBezTo>
                  <a:cubicBezTo>
                    <a:pt x="1324" y="3367"/>
                    <a:pt x="1341" y="3365"/>
                    <a:pt x="1358" y="3362"/>
                  </a:cubicBezTo>
                  <a:cubicBezTo>
                    <a:pt x="1489" y="3338"/>
                    <a:pt x="1587" y="3226"/>
                    <a:pt x="1657" y="3120"/>
                  </a:cubicBezTo>
                  <a:cubicBezTo>
                    <a:pt x="1740" y="2997"/>
                    <a:pt x="1793" y="2856"/>
                    <a:pt x="1835" y="2715"/>
                  </a:cubicBezTo>
                  <a:cubicBezTo>
                    <a:pt x="1913" y="2441"/>
                    <a:pt x="1935" y="2155"/>
                    <a:pt x="1928" y="1873"/>
                  </a:cubicBezTo>
                  <a:cubicBezTo>
                    <a:pt x="1913" y="1343"/>
                    <a:pt x="1789" y="759"/>
                    <a:pt x="1411" y="364"/>
                  </a:cubicBezTo>
                  <a:cubicBezTo>
                    <a:pt x="1251" y="194"/>
                    <a:pt x="1012" y="0"/>
                    <a:pt x="764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4600" lIns="91425" spcFirstLastPara="1" rIns="91425" wrap="square" tIns="84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26" name="Google Shape;2026;p13"/>
            <p:cNvSpPr/>
            <p:nvPr/>
          </p:nvSpPr>
          <p:spPr>
            <a:xfrm>
              <a:off x="3967920" y="4809960"/>
              <a:ext cx="129601" cy="161998"/>
            </a:xfrm>
            <a:custGeom>
              <a:rect b="b" l="l" r="r" t="t"/>
              <a:pathLst>
                <a:path extrusionOk="0" h="3224" w="2579">
                  <a:moveTo>
                    <a:pt x="833" y="122"/>
                  </a:moveTo>
                  <a:cubicBezTo>
                    <a:pt x="867" y="122"/>
                    <a:pt x="902" y="124"/>
                    <a:pt x="936" y="126"/>
                  </a:cubicBezTo>
                  <a:cubicBezTo>
                    <a:pt x="1226" y="152"/>
                    <a:pt x="1508" y="272"/>
                    <a:pt x="1736" y="452"/>
                  </a:cubicBezTo>
                  <a:cubicBezTo>
                    <a:pt x="1986" y="651"/>
                    <a:pt x="2174" y="926"/>
                    <a:pt x="2288" y="1222"/>
                  </a:cubicBezTo>
                  <a:cubicBezTo>
                    <a:pt x="2343" y="1366"/>
                    <a:pt x="2383" y="1517"/>
                    <a:pt x="2408" y="1671"/>
                  </a:cubicBezTo>
                  <a:cubicBezTo>
                    <a:pt x="2426" y="1799"/>
                    <a:pt x="2443" y="1939"/>
                    <a:pt x="2425" y="2068"/>
                  </a:cubicBezTo>
                  <a:cubicBezTo>
                    <a:pt x="2401" y="2261"/>
                    <a:pt x="2339" y="2458"/>
                    <a:pt x="2259" y="2636"/>
                  </a:cubicBezTo>
                  <a:cubicBezTo>
                    <a:pt x="2187" y="2799"/>
                    <a:pt x="2082" y="3007"/>
                    <a:pt x="1911" y="3085"/>
                  </a:cubicBezTo>
                  <a:cubicBezTo>
                    <a:pt x="1873" y="3103"/>
                    <a:pt x="1837" y="3110"/>
                    <a:pt x="1802" y="3110"/>
                  </a:cubicBezTo>
                  <a:cubicBezTo>
                    <a:pt x="1622" y="3110"/>
                    <a:pt x="1482" y="2904"/>
                    <a:pt x="1419" y="2750"/>
                  </a:cubicBezTo>
                  <a:cubicBezTo>
                    <a:pt x="1297" y="2445"/>
                    <a:pt x="1273" y="2109"/>
                    <a:pt x="1168" y="1796"/>
                  </a:cubicBezTo>
                  <a:cubicBezTo>
                    <a:pt x="1104" y="1606"/>
                    <a:pt x="1021" y="1422"/>
                    <a:pt x="907" y="1257"/>
                  </a:cubicBezTo>
                  <a:cubicBezTo>
                    <a:pt x="829" y="1147"/>
                    <a:pt x="743" y="1063"/>
                    <a:pt x="638" y="978"/>
                  </a:cubicBezTo>
                  <a:cubicBezTo>
                    <a:pt x="528" y="892"/>
                    <a:pt x="413" y="805"/>
                    <a:pt x="315" y="702"/>
                  </a:cubicBezTo>
                  <a:cubicBezTo>
                    <a:pt x="237" y="621"/>
                    <a:pt x="159" y="516"/>
                    <a:pt x="194" y="401"/>
                  </a:cubicBezTo>
                  <a:cubicBezTo>
                    <a:pt x="194" y="401"/>
                    <a:pt x="197" y="401"/>
                    <a:pt x="197" y="400"/>
                  </a:cubicBezTo>
                  <a:cubicBezTo>
                    <a:pt x="346" y="196"/>
                    <a:pt x="590" y="122"/>
                    <a:pt x="833" y="122"/>
                  </a:cubicBezTo>
                  <a:close/>
                  <a:moveTo>
                    <a:pt x="810" y="1"/>
                  </a:moveTo>
                  <a:cubicBezTo>
                    <a:pt x="534" y="1"/>
                    <a:pt x="274" y="97"/>
                    <a:pt x="94" y="340"/>
                  </a:cubicBezTo>
                  <a:cubicBezTo>
                    <a:pt x="87" y="350"/>
                    <a:pt x="85" y="359"/>
                    <a:pt x="85" y="366"/>
                  </a:cubicBezTo>
                  <a:cubicBezTo>
                    <a:pt x="84" y="367"/>
                    <a:pt x="84" y="369"/>
                    <a:pt x="84" y="370"/>
                  </a:cubicBezTo>
                  <a:cubicBezTo>
                    <a:pt x="0" y="615"/>
                    <a:pt x="271" y="834"/>
                    <a:pt x="438" y="967"/>
                  </a:cubicBezTo>
                  <a:cubicBezTo>
                    <a:pt x="530" y="1041"/>
                    <a:pt x="631" y="1110"/>
                    <a:pt x="715" y="1195"/>
                  </a:cubicBezTo>
                  <a:cubicBezTo>
                    <a:pt x="845" y="1330"/>
                    <a:pt x="940" y="1517"/>
                    <a:pt x="1008" y="1688"/>
                  </a:cubicBezTo>
                  <a:cubicBezTo>
                    <a:pt x="1143" y="2028"/>
                    <a:pt x="1171" y="2397"/>
                    <a:pt x="1294" y="2740"/>
                  </a:cubicBezTo>
                  <a:cubicBezTo>
                    <a:pt x="1372" y="2959"/>
                    <a:pt x="1537" y="3223"/>
                    <a:pt x="1798" y="3223"/>
                  </a:cubicBezTo>
                  <a:cubicBezTo>
                    <a:pt x="1814" y="3223"/>
                    <a:pt x="1830" y="3222"/>
                    <a:pt x="1847" y="3220"/>
                  </a:cubicBezTo>
                  <a:cubicBezTo>
                    <a:pt x="2055" y="3195"/>
                    <a:pt x="2201" y="2996"/>
                    <a:pt x="2293" y="2825"/>
                  </a:cubicBezTo>
                  <a:cubicBezTo>
                    <a:pt x="2402" y="2623"/>
                    <a:pt x="2479" y="2402"/>
                    <a:pt x="2521" y="2180"/>
                  </a:cubicBezTo>
                  <a:cubicBezTo>
                    <a:pt x="2578" y="1902"/>
                    <a:pt x="2528" y="1600"/>
                    <a:pt x="2445" y="1331"/>
                  </a:cubicBezTo>
                  <a:cubicBezTo>
                    <a:pt x="2346" y="1009"/>
                    <a:pt x="2173" y="702"/>
                    <a:pt x="1926" y="467"/>
                  </a:cubicBezTo>
                  <a:cubicBezTo>
                    <a:pt x="1658" y="210"/>
                    <a:pt x="1217" y="1"/>
                    <a:pt x="810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1000" lIns="91425" spcFirstLastPara="1" rIns="91425" wrap="square" tIns="81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27" name="Google Shape;2027;p13"/>
            <p:cNvSpPr/>
            <p:nvPr/>
          </p:nvSpPr>
          <p:spPr>
            <a:xfrm>
              <a:off x="4125240" y="4877640"/>
              <a:ext cx="70199" cy="106559"/>
            </a:xfrm>
            <a:custGeom>
              <a:rect b="b" l="l" r="r" t="t"/>
              <a:pathLst>
                <a:path extrusionOk="0" h="2123" w="1403">
                  <a:moveTo>
                    <a:pt x="527" y="118"/>
                  </a:moveTo>
                  <a:cubicBezTo>
                    <a:pt x="536" y="118"/>
                    <a:pt x="544" y="119"/>
                    <a:pt x="553" y="119"/>
                  </a:cubicBezTo>
                  <a:cubicBezTo>
                    <a:pt x="720" y="131"/>
                    <a:pt x="883" y="240"/>
                    <a:pt x="995" y="357"/>
                  </a:cubicBezTo>
                  <a:cubicBezTo>
                    <a:pt x="1226" y="601"/>
                    <a:pt x="1287" y="961"/>
                    <a:pt x="1259" y="1284"/>
                  </a:cubicBezTo>
                  <a:cubicBezTo>
                    <a:pt x="1239" y="1508"/>
                    <a:pt x="1201" y="1806"/>
                    <a:pt x="1019" y="1962"/>
                  </a:cubicBezTo>
                  <a:cubicBezTo>
                    <a:pt x="983" y="1993"/>
                    <a:pt x="945" y="2006"/>
                    <a:pt x="908" y="2006"/>
                  </a:cubicBezTo>
                  <a:cubicBezTo>
                    <a:pt x="852" y="2006"/>
                    <a:pt x="797" y="1976"/>
                    <a:pt x="747" y="1933"/>
                  </a:cubicBezTo>
                  <a:cubicBezTo>
                    <a:pt x="630" y="1828"/>
                    <a:pt x="538" y="1694"/>
                    <a:pt x="458" y="1560"/>
                  </a:cubicBezTo>
                  <a:cubicBezTo>
                    <a:pt x="248" y="1205"/>
                    <a:pt x="110" y="771"/>
                    <a:pt x="180" y="356"/>
                  </a:cubicBezTo>
                  <a:cubicBezTo>
                    <a:pt x="257" y="226"/>
                    <a:pt x="370" y="118"/>
                    <a:pt x="527" y="118"/>
                  </a:cubicBezTo>
                  <a:close/>
                  <a:moveTo>
                    <a:pt x="526" y="1"/>
                  </a:moveTo>
                  <a:cubicBezTo>
                    <a:pt x="331" y="1"/>
                    <a:pt x="183" y="130"/>
                    <a:pt x="84" y="291"/>
                  </a:cubicBezTo>
                  <a:cubicBezTo>
                    <a:pt x="76" y="298"/>
                    <a:pt x="71" y="305"/>
                    <a:pt x="70" y="318"/>
                  </a:cubicBezTo>
                  <a:lnTo>
                    <a:pt x="70" y="319"/>
                  </a:lnTo>
                  <a:cubicBezTo>
                    <a:pt x="69" y="325"/>
                    <a:pt x="69" y="328"/>
                    <a:pt x="69" y="333"/>
                  </a:cubicBezTo>
                  <a:cubicBezTo>
                    <a:pt x="0" y="757"/>
                    <a:pt x="124" y="1192"/>
                    <a:pt x="329" y="1563"/>
                  </a:cubicBezTo>
                  <a:cubicBezTo>
                    <a:pt x="416" y="1719"/>
                    <a:pt x="522" y="1875"/>
                    <a:pt x="652" y="2000"/>
                  </a:cubicBezTo>
                  <a:cubicBezTo>
                    <a:pt x="724" y="2069"/>
                    <a:pt x="817" y="2122"/>
                    <a:pt x="912" y="2122"/>
                  </a:cubicBezTo>
                  <a:cubicBezTo>
                    <a:pt x="948" y="2122"/>
                    <a:pt x="985" y="2115"/>
                    <a:pt x="1021" y="2098"/>
                  </a:cubicBezTo>
                  <a:cubicBezTo>
                    <a:pt x="1146" y="2039"/>
                    <a:pt x="1218" y="1906"/>
                    <a:pt x="1269" y="1786"/>
                  </a:cubicBezTo>
                  <a:cubicBezTo>
                    <a:pt x="1324" y="1653"/>
                    <a:pt x="1352" y="1514"/>
                    <a:pt x="1367" y="1368"/>
                  </a:cubicBezTo>
                  <a:cubicBezTo>
                    <a:pt x="1402" y="994"/>
                    <a:pt x="1358" y="600"/>
                    <a:pt x="1104" y="303"/>
                  </a:cubicBezTo>
                  <a:cubicBezTo>
                    <a:pt x="970" y="148"/>
                    <a:pt x="764" y="14"/>
                    <a:pt x="556" y="2"/>
                  </a:cubicBezTo>
                  <a:cubicBezTo>
                    <a:pt x="546" y="1"/>
                    <a:pt x="536" y="1"/>
                    <a:pt x="526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275" lIns="91425" spcFirstLastPara="1" rIns="91425" wrap="square" tIns="53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28" name="Google Shape;2028;p13"/>
            <p:cNvSpPr/>
            <p:nvPr/>
          </p:nvSpPr>
          <p:spPr>
            <a:xfrm>
              <a:off x="3836520" y="4582080"/>
              <a:ext cx="385561" cy="528115"/>
            </a:xfrm>
            <a:custGeom>
              <a:rect b="b" l="l" r="r" t="t"/>
              <a:pathLst>
                <a:path extrusionOk="0" h="10492" w="7658">
                  <a:moveTo>
                    <a:pt x="2797" y="574"/>
                  </a:moveTo>
                  <a:cubicBezTo>
                    <a:pt x="3046" y="574"/>
                    <a:pt x="3284" y="768"/>
                    <a:pt x="3444" y="938"/>
                  </a:cubicBezTo>
                  <a:cubicBezTo>
                    <a:pt x="3821" y="1333"/>
                    <a:pt x="3945" y="1917"/>
                    <a:pt x="3960" y="2447"/>
                  </a:cubicBezTo>
                  <a:cubicBezTo>
                    <a:pt x="3969" y="2729"/>
                    <a:pt x="3945" y="3015"/>
                    <a:pt x="3867" y="3289"/>
                  </a:cubicBezTo>
                  <a:cubicBezTo>
                    <a:pt x="3825" y="3430"/>
                    <a:pt x="3772" y="3569"/>
                    <a:pt x="3689" y="3694"/>
                  </a:cubicBezTo>
                  <a:cubicBezTo>
                    <a:pt x="3620" y="3800"/>
                    <a:pt x="3524" y="3914"/>
                    <a:pt x="3390" y="3936"/>
                  </a:cubicBezTo>
                  <a:cubicBezTo>
                    <a:pt x="3373" y="3940"/>
                    <a:pt x="3355" y="3941"/>
                    <a:pt x="3339" y="3941"/>
                  </a:cubicBezTo>
                  <a:cubicBezTo>
                    <a:pt x="3075" y="3941"/>
                    <a:pt x="2982" y="3543"/>
                    <a:pt x="2926" y="3345"/>
                  </a:cubicBezTo>
                  <a:cubicBezTo>
                    <a:pt x="2880" y="3182"/>
                    <a:pt x="2841" y="3015"/>
                    <a:pt x="2780" y="2856"/>
                  </a:cubicBezTo>
                  <a:cubicBezTo>
                    <a:pt x="2719" y="2696"/>
                    <a:pt x="2634" y="2560"/>
                    <a:pt x="2519" y="2434"/>
                  </a:cubicBezTo>
                  <a:cubicBezTo>
                    <a:pt x="2337" y="2236"/>
                    <a:pt x="2107" y="2052"/>
                    <a:pt x="2065" y="1768"/>
                  </a:cubicBezTo>
                  <a:cubicBezTo>
                    <a:pt x="2033" y="1547"/>
                    <a:pt x="2067" y="1272"/>
                    <a:pt x="2216" y="1094"/>
                  </a:cubicBezTo>
                  <a:lnTo>
                    <a:pt x="2216" y="1092"/>
                  </a:lnTo>
                  <a:cubicBezTo>
                    <a:pt x="2320" y="863"/>
                    <a:pt x="2488" y="589"/>
                    <a:pt x="2771" y="575"/>
                  </a:cubicBezTo>
                  <a:cubicBezTo>
                    <a:pt x="2780" y="574"/>
                    <a:pt x="2788" y="574"/>
                    <a:pt x="2797" y="574"/>
                  </a:cubicBezTo>
                  <a:close/>
                  <a:moveTo>
                    <a:pt x="889" y="2367"/>
                  </a:moveTo>
                  <a:cubicBezTo>
                    <a:pt x="920" y="2367"/>
                    <a:pt x="952" y="2370"/>
                    <a:pt x="984" y="2376"/>
                  </a:cubicBezTo>
                  <a:cubicBezTo>
                    <a:pt x="1082" y="2393"/>
                    <a:pt x="1171" y="2438"/>
                    <a:pt x="1258" y="2481"/>
                  </a:cubicBezTo>
                  <a:cubicBezTo>
                    <a:pt x="1341" y="2521"/>
                    <a:pt x="1419" y="2573"/>
                    <a:pt x="1486" y="2637"/>
                  </a:cubicBezTo>
                  <a:cubicBezTo>
                    <a:pt x="1714" y="2855"/>
                    <a:pt x="1761" y="3168"/>
                    <a:pt x="1707" y="3466"/>
                  </a:cubicBezTo>
                  <a:cubicBezTo>
                    <a:pt x="1667" y="3693"/>
                    <a:pt x="1568" y="4004"/>
                    <a:pt x="1321" y="4082"/>
                  </a:cubicBezTo>
                  <a:cubicBezTo>
                    <a:pt x="1283" y="4094"/>
                    <a:pt x="1245" y="4100"/>
                    <a:pt x="1208" y="4100"/>
                  </a:cubicBezTo>
                  <a:cubicBezTo>
                    <a:pt x="964" y="4100"/>
                    <a:pt x="768" y="3851"/>
                    <a:pt x="677" y="3644"/>
                  </a:cubicBezTo>
                  <a:cubicBezTo>
                    <a:pt x="534" y="3324"/>
                    <a:pt x="536" y="2977"/>
                    <a:pt x="502" y="2633"/>
                  </a:cubicBezTo>
                  <a:cubicBezTo>
                    <a:pt x="498" y="2623"/>
                    <a:pt x="498" y="2610"/>
                    <a:pt x="501" y="2597"/>
                  </a:cubicBezTo>
                  <a:lnTo>
                    <a:pt x="501" y="2596"/>
                  </a:lnTo>
                  <a:cubicBezTo>
                    <a:pt x="502" y="2583"/>
                    <a:pt x="509" y="2574"/>
                    <a:pt x="521" y="2567"/>
                  </a:cubicBezTo>
                  <a:cubicBezTo>
                    <a:pt x="614" y="2439"/>
                    <a:pt x="740" y="2367"/>
                    <a:pt x="889" y="2367"/>
                  </a:cubicBezTo>
                  <a:close/>
                  <a:moveTo>
                    <a:pt x="3415" y="4525"/>
                  </a:moveTo>
                  <a:cubicBezTo>
                    <a:pt x="3821" y="4525"/>
                    <a:pt x="4262" y="4734"/>
                    <a:pt x="4531" y="4991"/>
                  </a:cubicBezTo>
                  <a:cubicBezTo>
                    <a:pt x="4776" y="5226"/>
                    <a:pt x="4951" y="5533"/>
                    <a:pt x="5050" y="5855"/>
                  </a:cubicBezTo>
                  <a:cubicBezTo>
                    <a:pt x="5133" y="6124"/>
                    <a:pt x="5183" y="6426"/>
                    <a:pt x="5128" y="6705"/>
                  </a:cubicBezTo>
                  <a:cubicBezTo>
                    <a:pt x="5084" y="6929"/>
                    <a:pt x="5007" y="7150"/>
                    <a:pt x="4900" y="7350"/>
                  </a:cubicBezTo>
                  <a:cubicBezTo>
                    <a:pt x="4805" y="7522"/>
                    <a:pt x="4662" y="7719"/>
                    <a:pt x="4453" y="7745"/>
                  </a:cubicBezTo>
                  <a:cubicBezTo>
                    <a:pt x="4437" y="7747"/>
                    <a:pt x="4421" y="7748"/>
                    <a:pt x="4406" y="7748"/>
                  </a:cubicBezTo>
                  <a:cubicBezTo>
                    <a:pt x="4143" y="7748"/>
                    <a:pt x="3977" y="7483"/>
                    <a:pt x="3898" y="7264"/>
                  </a:cubicBezTo>
                  <a:cubicBezTo>
                    <a:pt x="3774" y="6922"/>
                    <a:pt x="3748" y="6554"/>
                    <a:pt x="3613" y="6214"/>
                  </a:cubicBezTo>
                  <a:cubicBezTo>
                    <a:pt x="3543" y="6039"/>
                    <a:pt x="3450" y="5854"/>
                    <a:pt x="3320" y="5719"/>
                  </a:cubicBezTo>
                  <a:cubicBezTo>
                    <a:pt x="3236" y="5634"/>
                    <a:pt x="3137" y="5565"/>
                    <a:pt x="3043" y="5491"/>
                  </a:cubicBezTo>
                  <a:cubicBezTo>
                    <a:pt x="2876" y="5358"/>
                    <a:pt x="2605" y="5139"/>
                    <a:pt x="2689" y="4896"/>
                  </a:cubicBezTo>
                  <a:cubicBezTo>
                    <a:pt x="2689" y="4893"/>
                    <a:pt x="2689" y="4891"/>
                    <a:pt x="2690" y="4890"/>
                  </a:cubicBezTo>
                  <a:cubicBezTo>
                    <a:pt x="2690" y="4881"/>
                    <a:pt x="2692" y="4874"/>
                    <a:pt x="2699" y="4864"/>
                  </a:cubicBezTo>
                  <a:cubicBezTo>
                    <a:pt x="2879" y="4621"/>
                    <a:pt x="3139" y="4525"/>
                    <a:pt x="3415" y="4525"/>
                  </a:cubicBezTo>
                  <a:close/>
                  <a:moveTo>
                    <a:pt x="6254" y="5870"/>
                  </a:moveTo>
                  <a:cubicBezTo>
                    <a:pt x="6264" y="5870"/>
                    <a:pt x="6274" y="5870"/>
                    <a:pt x="6284" y="5871"/>
                  </a:cubicBezTo>
                  <a:cubicBezTo>
                    <a:pt x="6494" y="5883"/>
                    <a:pt x="6699" y="6018"/>
                    <a:pt x="6834" y="6172"/>
                  </a:cubicBezTo>
                  <a:cubicBezTo>
                    <a:pt x="7089" y="6469"/>
                    <a:pt x="7133" y="6863"/>
                    <a:pt x="7096" y="7237"/>
                  </a:cubicBezTo>
                  <a:cubicBezTo>
                    <a:pt x="7082" y="7380"/>
                    <a:pt x="7054" y="7520"/>
                    <a:pt x="6998" y="7655"/>
                  </a:cubicBezTo>
                  <a:cubicBezTo>
                    <a:pt x="6947" y="7775"/>
                    <a:pt x="6874" y="7910"/>
                    <a:pt x="6750" y="7967"/>
                  </a:cubicBezTo>
                  <a:cubicBezTo>
                    <a:pt x="6714" y="7984"/>
                    <a:pt x="6677" y="7992"/>
                    <a:pt x="6640" y="7992"/>
                  </a:cubicBezTo>
                  <a:cubicBezTo>
                    <a:pt x="6545" y="7992"/>
                    <a:pt x="6454" y="7939"/>
                    <a:pt x="6382" y="7869"/>
                  </a:cubicBezTo>
                  <a:cubicBezTo>
                    <a:pt x="6252" y="7744"/>
                    <a:pt x="6145" y="7588"/>
                    <a:pt x="6057" y="7432"/>
                  </a:cubicBezTo>
                  <a:cubicBezTo>
                    <a:pt x="5852" y="7061"/>
                    <a:pt x="5730" y="6626"/>
                    <a:pt x="5798" y="6202"/>
                  </a:cubicBezTo>
                  <a:cubicBezTo>
                    <a:pt x="5798" y="6197"/>
                    <a:pt x="5800" y="6194"/>
                    <a:pt x="5800" y="6188"/>
                  </a:cubicBezTo>
                  <a:lnTo>
                    <a:pt x="5800" y="6187"/>
                  </a:lnTo>
                  <a:cubicBezTo>
                    <a:pt x="5801" y="6174"/>
                    <a:pt x="5805" y="6167"/>
                    <a:pt x="5814" y="6160"/>
                  </a:cubicBezTo>
                  <a:cubicBezTo>
                    <a:pt x="5911" y="5999"/>
                    <a:pt x="6060" y="5870"/>
                    <a:pt x="6254" y="5870"/>
                  </a:cubicBezTo>
                  <a:close/>
                  <a:moveTo>
                    <a:pt x="5517" y="8018"/>
                  </a:moveTo>
                  <a:cubicBezTo>
                    <a:pt x="5551" y="8018"/>
                    <a:pt x="5587" y="8023"/>
                    <a:pt x="5624" y="8032"/>
                  </a:cubicBezTo>
                  <a:cubicBezTo>
                    <a:pt x="5753" y="8064"/>
                    <a:pt x="5873" y="8137"/>
                    <a:pt x="5985" y="8209"/>
                  </a:cubicBezTo>
                  <a:cubicBezTo>
                    <a:pt x="6090" y="8278"/>
                    <a:pt x="6178" y="8366"/>
                    <a:pt x="6243" y="8475"/>
                  </a:cubicBezTo>
                  <a:cubicBezTo>
                    <a:pt x="6468" y="8852"/>
                    <a:pt x="6388" y="9375"/>
                    <a:pt x="6124" y="9710"/>
                  </a:cubicBezTo>
                  <a:cubicBezTo>
                    <a:pt x="5972" y="9901"/>
                    <a:pt x="5763" y="10051"/>
                    <a:pt x="5540" y="10149"/>
                  </a:cubicBezTo>
                  <a:cubicBezTo>
                    <a:pt x="5380" y="10220"/>
                    <a:pt x="5197" y="10274"/>
                    <a:pt x="5016" y="10274"/>
                  </a:cubicBezTo>
                  <a:cubicBezTo>
                    <a:pt x="4963" y="10274"/>
                    <a:pt x="4910" y="10270"/>
                    <a:pt x="4859" y="10259"/>
                  </a:cubicBezTo>
                  <a:cubicBezTo>
                    <a:pt x="4467" y="10181"/>
                    <a:pt x="4662" y="9653"/>
                    <a:pt x="4754" y="9419"/>
                  </a:cubicBezTo>
                  <a:cubicBezTo>
                    <a:pt x="4813" y="9272"/>
                    <a:pt x="4894" y="9127"/>
                    <a:pt x="4921" y="8970"/>
                  </a:cubicBezTo>
                  <a:cubicBezTo>
                    <a:pt x="4958" y="8753"/>
                    <a:pt x="4945" y="8497"/>
                    <a:pt x="5077" y="8308"/>
                  </a:cubicBezTo>
                  <a:cubicBezTo>
                    <a:pt x="5187" y="8148"/>
                    <a:pt x="5329" y="8018"/>
                    <a:pt x="5517" y="8018"/>
                  </a:cubicBezTo>
                  <a:close/>
                  <a:moveTo>
                    <a:pt x="2417" y="1"/>
                  </a:moveTo>
                  <a:cubicBezTo>
                    <a:pt x="1900" y="1"/>
                    <a:pt x="1393" y="273"/>
                    <a:pt x="1010" y="651"/>
                  </a:cubicBezTo>
                  <a:cubicBezTo>
                    <a:pt x="417" y="1234"/>
                    <a:pt x="1" y="2087"/>
                    <a:pt x="39" y="2930"/>
                  </a:cubicBezTo>
                  <a:cubicBezTo>
                    <a:pt x="79" y="3855"/>
                    <a:pt x="743" y="4509"/>
                    <a:pt x="1449" y="5020"/>
                  </a:cubicBezTo>
                  <a:cubicBezTo>
                    <a:pt x="2159" y="5535"/>
                    <a:pt x="2961" y="6012"/>
                    <a:pt x="3361" y="6827"/>
                  </a:cubicBezTo>
                  <a:lnTo>
                    <a:pt x="3362" y="6830"/>
                  </a:lnTo>
                  <a:cubicBezTo>
                    <a:pt x="3372" y="6841"/>
                    <a:pt x="3382" y="6860"/>
                    <a:pt x="3385" y="6881"/>
                  </a:cubicBezTo>
                  <a:cubicBezTo>
                    <a:pt x="3437" y="7170"/>
                    <a:pt x="3456" y="7462"/>
                    <a:pt x="3433" y="7754"/>
                  </a:cubicBezTo>
                  <a:cubicBezTo>
                    <a:pt x="3396" y="8222"/>
                    <a:pt x="3222" y="8681"/>
                    <a:pt x="3220" y="9148"/>
                  </a:cubicBezTo>
                  <a:cubicBezTo>
                    <a:pt x="3216" y="9591"/>
                    <a:pt x="3548" y="9985"/>
                    <a:pt x="3913" y="10199"/>
                  </a:cubicBezTo>
                  <a:cubicBezTo>
                    <a:pt x="4252" y="10399"/>
                    <a:pt x="4641" y="10491"/>
                    <a:pt x="5033" y="10491"/>
                  </a:cubicBezTo>
                  <a:cubicBezTo>
                    <a:pt x="5570" y="10491"/>
                    <a:pt x="6112" y="10317"/>
                    <a:pt x="6539" y="10009"/>
                  </a:cubicBezTo>
                  <a:cubicBezTo>
                    <a:pt x="7217" y="9520"/>
                    <a:pt x="7621" y="8695"/>
                    <a:pt x="7647" y="7866"/>
                  </a:cubicBezTo>
                  <a:cubicBezTo>
                    <a:pt x="7657" y="7454"/>
                    <a:pt x="7578" y="7037"/>
                    <a:pt x="7399" y="6664"/>
                  </a:cubicBezTo>
                  <a:cubicBezTo>
                    <a:pt x="7180" y="6216"/>
                    <a:pt x="6833" y="5906"/>
                    <a:pt x="6451" y="5597"/>
                  </a:cubicBezTo>
                  <a:cubicBezTo>
                    <a:pt x="6018" y="5243"/>
                    <a:pt x="5566" y="4898"/>
                    <a:pt x="5216" y="4456"/>
                  </a:cubicBezTo>
                  <a:cubicBezTo>
                    <a:pt x="4871" y="4018"/>
                    <a:pt x="4674" y="3511"/>
                    <a:pt x="4534" y="2977"/>
                  </a:cubicBezTo>
                  <a:cubicBezTo>
                    <a:pt x="4270" y="1972"/>
                    <a:pt x="4123" y="741"/>
                    <a:pt x="3117" y="184"/>
                  </a:cubicBezTo>
                  <a:cubicBezTo>
                    <a:pt x="2888" y="57"/>
                    <a:pt x="2652" y="1"/>
                    <a:pt x="2417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29" name="Google Shape;2029;p13"/>
            <p:cNvSpPr/>
            <p:nvPr/>
          </p:nvSpPr>
          <p:spPr>
            <a:xfrm>
              <a:off x="4061520" y="4986000"/>
              <a:ext cx="100440" cy="113398"/>
            </a:xfrm>
            <a:custGeom>
              <a:rect b="b" l="l" r="r" t="t"/>
              <a:pathLst>
                <a:path extrusionOk="0" h="2256" w="2002">
                  <a:moveTo>
                    <a:pt x="1050" y="115"/>
                  </a:moveTo>
                  <a:cubicBezTo>
                    <a:pt x="1077" y="115"/>
                    <a:pt x="1106" y="119"/>
                    <a:pt x="1136" y="127"/>
                  </a:cubicBezTo>
                  <a:cubicBezTo>
                    <a:pt x="1236" y="155"/>
                    <a:pt x="1328" y="209"/>
                    <a:pt x="1418" y="263"/>
                  </a:cubicBezTo>
                  <a:cubicBezTo>
                    <a:pt x="1511" y="323"/>
                    <a:pt x="1595" y="391"/>
                    <a:pt x="1657" y="483"/>
                  </a:cubicBezTo>
                  <a:cubicBezTo>
                    <a:pt x="1872" y="804"/>
                    <a:pt x="1816" y="1269"/>
                    <a:pt x="1600" y="1577"/>
                  </a:cubicBezTo>
                  <a:cubicBezTo>
                    <a:pt x="1376" y="1896"/>
                    <a:pt x="947" y="2141"/>
                    <a:pt x="548" y="2141"/>
                  </a:cubicBezTo>
                  <a:cubicBezTo>
                    <a:pt x="524" y="2141"/>
                    <a:pt x="499" y="2140"/>
                    <a:pt x="475" y="2138"/>
                  </a:cubicBezTo>
                  <a:cubicBezTo>
                    <a:pt x="414" y="2132"/>
                    <a:pt x="348" y="2120"/>
                    <a:pt x="308" y="2067"/>
                  </a:cubicBezTo>
                  <a:cubicBezTo>
                    <a:pt x="273" y="2019"/>
                    <a:pt x="271" y="1954"/>
                    <a:pt x="273" y="1897"/>
                  </a:cubicBezTo>
                  <a:cubicBezTo>
                    <a:pt x="280" y="1743"/>
                    <a:pt x="336" y="1588"/>
                    <a:pt x="393" y="1446"/>
                  </a:cubicBezTo>
                  <a:cubicBezTo>
                    <a:pt x="448" y="1303"/>
                    <a:pt x="530" y="1160"/>
                    <a:pt x="560" y="1010"/>
                  </a:cubicBezTo>
                  <a:cubicBezTo>
                    <a:pt x="603" y="797"/>
                    <a:pt x="577" y="534"/>
                    <a:pt x="709" y="348"/>
                  </a:cubicBezTo>
                  <a:cubicBezTo>
                    <a:pt x="796" y="224"/>
                    <a:pt x="903" y="115"/>
                    <a:pt x="1050" y="115"/>
                  </a:cubicBezTo>
                  <a:close/>
                  <a:moveTo>
                    <a:pt x="1049" y="0"/>
                  </a:moveTo>
                  <a:cubicBezTo>
                    <a:pt x="862" y="0"/>
                    <a:pt x="720" y="129"/>
                    <a:pt x="610" y="290"/>
                  </a:cubicBezTo>
                  <a:cubicBezTo>
                    <a:pt x="478" y="479"/>
                    <a:pt x="492" y="735"/>
                    <a:pt x="454" y="952"/>
                  </a:cubicBezTo>
                  <a:cubicBezTo>
                    <a:pt x="426" y="1109"/>
                    <a:pt x="346" y="1254"/>
                    <a:pt x="287" y="1401"/>
                  </a:cubicBezTo>
                  <a:cubicBezTo>
                    <a:pt x="195" y="1635"/>
                    <a:pt x="0" y="2165"/>
                    <a:pt x="392" y="2241"/>
                  </a:cubicBezTo>
                  <a:cubicBezTo>
                    <a:pt x="443" y="2251"/>
                    <a:pt x="495" y="2256"/>
                    <a:pt x="547" y="2256"/>
                  </a:cubicBezTo>
                  <a:cubicBezTo>
                    <a:pt x="728" y="2256"/>
                    <a:pt x="912" y="2202"/>
                    <a:pt x="1073" y="2131"/>
                  </a:cubicBezTo>
                  <a:cubicBezTo>
                    <a:pt x="1297" y="2033"/>
                    <a:pt x="1505" y="1883"/>
                    <a:pt x="1657" y="1692"/>
                  </a:cubicBezTo>
                  <a:cubicBezTo>
                    <a:pt x="1921" y="1357"/>
                    <a:pt x="2001" y="834"/>
                    <a:pt x="1777" y="457"/>
                  </a:cubicBezTo>
                  <a:cubicBezTo>
                    <a:pt x="1714" y="348"/>
                    <a:pt x="1623" y="260"/>
                    <a:pt x="1518" y="191"/>
                  </a:cubicBezTo>
                  <a:cubicBezTo>
                    <a:pt x="1409" y="119"/>
                    <a:pt x="1286" y="48"/>
                    <a:pt x="1157" y="14"/>
                  </a:cubicBezTo>
                  <a:cubicBezTo>
                    <a:pt x="1119" y="5"/>
                    <a:pt x="1084" y="0"/>
                    <a:pt x="1049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875" lIns="91425" spcFirstLastPara="1" rIns="91425" wrap="square" tIns="56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30" name="Google Shape;2030;p13"/>
            <p:cNvSpPr/>
            <p:nvPr/>
          </p:nvSpPr>
          <p:spPr>
            <a:xfrm>
              <a:off x="4042440" y="4910040"/>
              <a:ext cx="30960" cy="19440"/>
            </a:xfrm>
            <a:custGeom>
              <a:rect b="b" l="l" r="r" t="t"/>
              <a:pathLst>
                <a:path extrusionOk="0" h="394" w="623">
                  <a:moveTo>
                    <a:pt x="64" y="0"/>
                  </a:moveTo>
                  <a:cubicBezTo>
                    <a:pt x="45" y="0"/>
                    <a:pt x="27" y="8"/>
                    <a:pt x="15" y="28"/>
                  </a:cubicBezTo>
                  <a:cubicBezTo>
                    <a:pt x="1" y="53"/>
                    <a:pt x="8" y="93"/>
                    <a:pt x="36" y="107"/>
                  </a:cubicBezTo>
                  <a:cubicBezTo>
                    <a:pt x="213" y="188"/>
                    <a:pt x="359" y="324"/>
                    <a:pt x="543" y="390"/>
                  </a:cubicBezTo>
                  <a:cubicBezTo>
                    <a:pt x="549" y="393"/>
                    <a:pt x="554" y="393"/>
                    <a:pt x="560" y="393"/>
                  </a:cubicBezTo>
                  <a:cubicBezTo>
                    <a:pt x="585" y="393"/>
                    <a:pt x="608" y="374"/>
                    <a:pt x="614" y="351"/>
                  </a:cubicBezTo>
                  <a:cubicBezTo>
                    <a:pt x="623" y="317"/>
                    <a:pt x="603" y="288"/>
                    <a:pt x="573" y="279"/>
                  </a:cubicBezTo>
                  <a:cubicBezTo>
                    <a:pt x="400" y="216"/>
                    <a:pt x="261" y="83"/>
                    <a:pt x="94" y="6"/>
                  </a:cubicBezTo>
                  <a:cubicBezTo>
                    <a:pt x="84" y="2"/>
                    <a:pt x="74" y="0"/>
                    <a:pt x="64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31" name="Google Shape;2031;p13"/>
            <p:cNvSpPr/>
            <p:nvPr/>
          </p:nvSpPr>
          <p:spPr>
            <a:xfrm>
              <a:off x="4058280" y="4885560"/>
              <a:ext cx="17280" cy="14040"/>
            </a:xfrm>
            <a:custGeom>
              <a:rect b="b" l="l" r="r" t="t"/>
              <a:pathLst>
                <a:path extrusionOk="0" h="283" w="351">
                  <a:moveTo>
                    <a:pt x="228" y="48"/>
                  </a:moveTo>
                  <a:lnTo>
                    <a:pt x="228" y="48"/>
                  </a:lnTo>
                  <a:cubicBezTo>
                    <a:pt x="228" y="48"/>
                    <a:pt x="225" y="50"/>
                    <a:pt x="223" y="51"/>
                  </a:cubicBezTo>
                  <a:lnTo>
                    <a:pt x="223" y="51"/>
                  </a:lnTo>
                  <a:cubicBezTo>
                    <a:pt x="226" y="48"/>
                    <a:pt x="228" y="48"/>
                    <a:pt x="228" y="48"/>
                  </a:cubicBezTo>
                  <a:close/>
                  <a:moveTo>
                    <a:pt x="291" y="1"/>
                  </a:moveTo>
                  <a:cubicBezTo>
                    <a:pt x="287" y="1"/>
                    <a:pt x="282" y="1"/>
                    <a:pt x="277" y="3"/>
                  </a:cubicBezTo>
                  <a:cubicBezTo>
                    <a:pt x="262" y="9"/>
                    <a:pt x="252" y="17"/>
                    <a:pt x="243" y="30"/>
                  </a:cubicBezTo>
                  <a:lnTo>
                    <a:pt x="243" y="30"/>
                  </a:lnTo>
                  <a:cubicBezTo>
                    <a:pt x="242" y="32"/>
                    <a:pt x="240" y="34"/>
                    <a:pt x="239" y="36"/>
                  </a:cubicBezTo>
                  <a:cubicBezTo>
                    <a:pt x="235" y="39"/>
                    <a:pt x="229" y="43"/>
                    <a:pt x="226" y="47"/>
                  </a:cubicBezTo>
                  <a:lnTo>
                    <a:pt x="222" y="51"/>
                  </a:lnTo>
                  <a:lnTo>
                    <a:pt x="222" y="51"/>
                  </a:lnTo>
                  <a:lnTo>
                    <a:pt x="206" y="61"/>
                  </a:lnTo>
                  <a:cubicBezTo>
                    <a:pt x="185" y="74"/>
                    <a:pt x="164" y="85"/>
                    <a:pt x="143" y="95"/>
                  </a:cubicBezTo>
                  <a:cubicBezTo>
                    <a:pt x="121" y="107"/>
                    <a:pt x="100" y="117"/>
                    <a:pt x="79" y="131"/>
                  </a:cubicBezTo>
                  <a:cubicBezTo>
                    <a:pt x="52" y="149"/>
                    <a:pt x="29" y="170"/>
                    <a:pt x="9" y="196"/>
                  </a:cubicBezTo>
                  <a:cubicBezTo>
                    <a:pt x="1" y="207"/>
                    <a:pt x="1" y="229"/>
                    <a:pt x="5" y="241"/>
                  </a:cubicBezTo>
                  <a:cubicBezTo>
                    <a:pt x="8" y="255"/>
                    <a:pt x="19" y="270"/>
                    <a:pt x="31" y="274"/>
                  </a:cubicBezTo>
                  <a:cubicBezTo>
                    <a:pt x="40" y="279"/>
                    <a:pt x="51" y="282"/>
                    <a:pt x="62" y="282"/>
                  </a:cubicBezTo>
                  <a:cubicBezTo>
                    <a:pt x="67" y="282"/>
                    <a:pt x="72" y="281"/>
                    <a:pt x="76" y="280"/>
                  </a:cubicBezTo>
                  <a:cubicBezTo>
                    <a:pt x="89" y="274"/>
                    <a:pt x="99" y="266"/>
                    <a:pt x="107" y="255"/>
                  </a:cubicBezTo>
                  <a:lnTo>
                    <a:pt x="107" y="255"/>
                  </a:lnTo>
                  <a:cubicBezTo>
                    <a:pt x="105" y="257"/>
                    <a:pt x="105" y="258"/>
                    <a:pt x="105" y="258"/>
                  </a:cubicBezTo>
                  <a:cubicBezTo>
                    <a:pt x="106" y="258"/>
                    <a:pt x="112" y="250"/>
                    <a:pt x="114" y="247"/>
                  </a:cubicBezTo>
                  <a:cubicBezTo>
                    <a:pt x="119" y="244"/>
                    <a:pt x="123" y="241"/>
                    <a:pt x="127" y="236"/>
                  </a:cubicBezTo>
                  <a:lnTo>
                    <a:pt x="133" y="230"/>
                  </a:lnTo>
                  <a:lnTo>
                    <a:pt x="133" y="230"/>
                  </a:lnTo>
                  <a:cubicBezTo>
                    <a:pt x="128" y="234"/>
                    <a:pt x="126" y="236"/>
                    <a:pt x="125" y="236"/>
                  </a:cubicBezTo>
                  <a:cubicBezTo>
                    <a:pt x="125" y="236"/>
                    <a:pt x="128" y="232"/>
                    <a:pt x="130" y="231"/>
                  </a:cubicBezTo>
                  <a:lnTo>
                    <a:pt x="146" y="221"/>
                  </a:lnTo>
                  <a:cubicBezTo>
                    <a:pt x="168" y="209"/>
                    <a:pt x="188" y="197"/>
                    <a:pt x="209" y="187"/>
                  </a:cubicBezTo>
                  <a:cubicBezTo>
                    <a:pt x="232" y="176"/>
                    <a:pt x="252" y="166"/>
                    <a:pt x="274" y="152"/>
                  </a:cubicBezTo>
                  <a:cubicBezTo>
                    <a:pt x="300" y="135"/>
                    <a:pt x="323" y="114"/>
                    <a:pt x="343" y="87"/>
                  </a:cubicBezTo>
                  <a:cubicBezTo>
                    <a:pt x="351" y="75"/>
                    <a:pt x="351" y="54"/>
                    <a:pt x="348" y="43"/>
                  </a:cubicBezTo>
                  <a:cubicBezTo>
                    <a:pt x="344" y="29"/>
                    <a:pt x="334" y="15"/>
                    <a:pt x="321" y="9"/>
                  </a:cubicBezTo>
                  <a:cubicBezTo>
                    <a:pt x="312" y="4"/>
                    <a:pt x="301" y="1"/>
                    <a:pt x="291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200" lIns="91425" spcFirstLastPara="1" rIns="91425" wrap="square" tIns="7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32" name="Google Shape;2032;p13"/>
            <p:cNvSpPr/>
            <p:nvPr/>
          </p:nvSpPr>
          <p:spPr>
            <a:xfrm>
              <a:off x="4038480" y="4845960"/>
              <a:ext cx="15840" cy="14760"/>
            </a:xfrm>
            <a:custGeom>
              <a:rect b="b" l="l" r="r" t="t"/>
              <a:pathLst>
                <a:path extrusionOk="0" h="301" w="320">
                  <a:moveTo>
                    <a:pt x="111" y="121"/>
                  </a:moveTo>
                  <a:cubicBezTo>
                    <a:pt x="111" y="121"/>
                    <a:pt x="110" y="122"/>
                    <a:pt x="110" y="122"/>
                  </a:cubicBezTo>
                  <a:cubicBezTo>
                    <a:pt x="109" y="123"/>
                    <a:pt x="108" y="123"/>
                    <a:pt x="108" y="123"/>
                  </a:cubicBezTo>
                  <a:cubicBezTo>
                    <a:pt x="108" y="123"/>
                    <a:pt x="110" y="122"/>
                    <a:pt x="111" y="121"/>
                  </a:cubicBezTo>
                  <a:close/>
                  <a:moveTo>
                    <a:pt x="165" y="227"/>
                  </a:moveTo>
                  <a:cubicBezTo>
                    <a:pt x="165" y="227"/>
                    <a:pt x="164" y="228"/>
                    <a:pt x="164" y="228"/>
                  </a:cubicBezTo>
                  <a:cubicBezTo>
                    <a:pt x="164" y="228"/>
                    <a:pt x="165" y="227"/>
                    <a:pt x="165" y="227"/>
                  </a:cubicBezTo>
                  <a:close/>
                  <a:moveTo>
                    <a:pt x="255" y="0"/>
                  </a:moveTo>
                  <a:cubicBezTo>
                    <a:pt x="235" y="0"/>
                    <a:pt x="215" y="9"/>
                    <a:pt x="205" y="28"/>
                  </a:cubicBezTo>
                  <a:cubicBezTo>
                    <a:pt x="201" y="34"/>
                    <a:pt x="199" y="40"/>
                    <a:pt x="195" y="43"/>
                  </a:cubicBezTo>
                  <a:cubicBezTo>
                    <a:pt x="194" y="44"/>
                    <a:pt x="192" y="48"/>
                    <a:pt x="191" y="50"/>
                  </a:cubicBezTo>
                  <a:cubicBezTo>
                    <a:pt x="188" y="51"/>
                    <a:pt x="188" y="54"/>
                    <a:pt x="187" y="55"/>
                  </a:cubicBezTo>
                  <a:cubicBezTo>
                    <a:pt x="188" y="54"/>
                    <a:pt x="191" y="50"/>
                    <a:pt x="192" y="48"/>
                  </a:cubicBezTo>
                  <a:lnTo>
                    <a:pt x="192" y="48"/>
                  </a:lnTo>
                  <a:cubicBezTo>
                    <a:pt x="187" y="57"/>
                    <a:pt x="178" y="65"/>
                    <a:pt x="169" y="72"/>
                  </a:cubicBezTo>
                  <a:cubicBezTo>
                    <a:pt x="152" y="89"/>
                    <a:pt x="135" y="103"/>
                    <a:pt x="117" y="118"/>
                  </a:cubicBezTo>
                  <a:cubicBezTo>
                    <a:pt x="117" y="118"/>
                    <a:pt x="116" y="118"/>
                    <a:pt x="116" y="119"/>
                  </a:cubicBezTo>
                  <a:lnTo>
                    <a:pt x="116" y="119"/>
                  </a:lnTo>
                  <a:cubicBezTo>
                    <a:pt x="116" y="119"/>
                    <a:pt x="116" y="118"/>
                    <a:pt x="116" y="118"/>
                  </a:cubicBezTo>
                  <a:lnTo>
                    <a:pt x="116" y="118"/>
                  </a:lnTo>
                  <a:cubicBezTo>
                    <a:pt x="115" y="118"/>
                    <a:pt x="113" y="120"/>
                    <a:pt x="111" y="121"/>
                  </a:cubicBezTo>
                  <a:lnTo>
                    <a:pt x="111" y="121"/>
                  </a:lnTo>
                  <a:cubicBezTo>
                    <a:pt x="113" y="120"/>
                    <a:pt x="115" y="120"/>
                    <a:pt x="116" y="119"/>
                  </a:cubicBezTo>
                  <a:lnTo>
                    <a:pt x="116" y="119"/>
                  </a:lnTo>
                  <a:cubicBezTo>
                    <a:pt x="116" y="119"/>
                    <a:pt x="115" y="119"/>
                    <a:pt x="114" y="120"/>
                  </a:cubicBezTo>
                  <a:cubicBezTo>
                    <a:pt x="109" y="125"/>
                    <a:pt x="106" y="128"/>
                    <a:pt x="100" y="132"/>
                  </a:cubicBezTo>
                  <a:cubicBezTo>
                    <a:pt x="87" y="140"/>
                    <a:pt x="75" y="149"/>
                    <a:pt x="65" y="160"/>
                  </a:cubicBezTo>
                  <a:cubicBezTo>
                    <a:pt x="49" y="174"/>
                    <a:pt x="32" y="188"/>
                    <a:pt x="18" y="204"/>
                  </a:cubicBezTo>
                  <a:cubicBezTo>
                    <a:pt x="8" y="217"/>
                    <a:pt x="1" y="228"/>
                    <a:pt x="1" y="245"/>
                  </a:cubicBezTo>
                  <a:cubicBezTo>
                    <a:pt x="1" y="259"/>
                    <a:pt x="8" y="276"/>
                    <a:pt x="18" y="286"/>
                  </a:cubicBezTo>
                  <a:cubicBezTo>
                    <a:pt x="30" y="295"/>
                    <a:pt x="46" y="300"/>
                    <a:pt x="62" y="300"/>
                  </a:cubicBezTo>
                  <a:cubicBezTo>
                    <a:pt x="76" y="300"/>
                    <a:pt x="91" y="295"/>
                    <a:pt x="101" y="283"/>
                  </a:cubicBezTo>
                  <a:cubicBezTo>
                    <a:pt x="116" y="268"/>
                    <a:pt x="131" y="252"/>
                    <a:pt x="150" y="240"/>
                  </a:cubicBezTo>
                  <a:cubicBezTo>
                    <a:pt x="155" y="237"/>
                    <a:pt x="158" y="232"/>
                    <a:pt x="164" y="228"/>
                  </a:cubicBezTo>
                  <a:cubicBezTo>
                    <a:pt x="165" y="227"/>
                    <a:pt x="167" y="225"/>
                    <a:pt x="171" y="224"/>
                  </a:cubicBezTo>
                  <a:lnTo>
                    <a:pt x="171" y="224"/>
                  </a:lnTo>
                  <a:cubicBezTo>
                    <a:pt x="170" y="225"/>
                    <a:pt x="167" y="226"/>
                    <a:pt x="165" y="227"/>
                  </a:cubicBezTo>
                  <a:lnTo>
                    <a:pt x="165" y="227"/>
                  </a:lnTo>
                  <a:cubicBezTo>
                    <a:pt x="166" y="227"/>
                    <a:pt x="168" y="226"/>
                    <a:pt x="169" y="225"/>
                  </a:cubicBezTo>
                  <a:cubicBezTo>
                    <a:pt x="181" y="217"/>
                    <a:pt x="194" y="205"/>
                    <a:pt x="205" y="197"/>
                  </a:cubicBezTo>
                  <a:cubicBezTo>
                    <a:pt x="243" y="167"/>
                    <a:pt x="280" y="132"/>
                    <a:pt x="306" y="86"/>
                  </a:cubicBezTo>
                  <a:cubicBezTo>
                    <a:pt x="320" y="61"/>
                    <a:pt x="313" y="23"/>
                    <a:pt x="284" y="7"/>
                  </a:cubicBezTo>
                  <a:cubicBezTo>
                    <a:pt x="275" y="2"/>
                    <a:pt x="265" y="0"/>
                    <a:pt x="255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550" lIns="91425" spcFirstLastPara="1" rIns="91425" wrap="square" tIns="75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33" name="Google Shape;2033;p13"/>
            <p:cNvSpPr/>
            <p:nvPr/>
          </p:nvSpPr>
          <p:spPr>
            <a:xfrm>
              <a:off x="4007160" y="4830840"/>
              <a:ext cx="12960" cy="16920"/>
            </a:xfrm>
            <a:custGeom>
              <a:rect b="b" l="l" r="r" t="t"/>
              <a:pathLst>
                <a:path extrusionOk="0" h="345" w="266">
                  <a:moveTo>
                    <a:pt x="208" y="208"/>
                  </a:moveTo>
                  <a:lnTo>
                    <a:pt x="208" y="208"/>
                  </a:lnTo>
                  <a:cubicBezTo>
                    <a:pt x="210" y="210"/>
                    <a:pt x="210" y="210"/>
                    <a:pt x="210" y="210"/>
                  </a:cubicBezTo>
                  <a:cubicBezTo>
                    <a:pt x="210" y="210"/>
                    <a:pt x="210" y="209"/>
                    <a:pt x="208" y="208"/>
                  </a:cubicBezTo>
                  <a:close/>
                  <a:moveTo>
                    <a:pt x="66" y="0"/>
                  </a:moveTo>
                  <a:cubicBezTo>
                    <a:pt x="61" y="0"/>
                    <a:pt x="56" y="1"/>
                    <a:pt x="52" y="3"/>
                  </a:cubicBezTo>
                  <a:cubicBezTo>
                    <a:pt x="25" y="12"/>
                    <a:pt x="1" y="44"/>
                    <a:pt x="11" y="74"/>
                  </a:cubicBezTo>
                  <a:cubicBezTo>
                    <a:pt x="46" y="165"/>
                    <a:pt x="87" y="262"/>
                    <a:pt x="162" y="328"/>
                  </a:cubicBezTo>
                  <a:cubicBezTo>
                    <a:pt x="174" y="338"/>
                    <a:pt x="190" y="344"/>
                    <a:pt x="205" y="344"/>
                  </a:cubicBezTo>
                  <a:cubicBezTo>
                    <a:pt x="219" y="344"/>
                    <a:pt x="233" y="339"/>
                    <a:pt x="243" y="328"/>
                  </a:cubicBezTo>
                  <a:cubicBezTo>
                    <a:pt x="263" y="302"/>
                    <a:pt x="266" y="265"/>
                    <a:pt x="242" y="244"/>
                  </a:cubicBezTo>
                  <a:lnTo>
                    <a:pt x="220" y="223"/>
                  </a:lnTo>
                  <a:cubicBezTo>
                    <a:pt x="216" y="220"/>
                    <a:pt x="213" y="214"/>
                    <a:pt x="209" y="210"/>
                  </a:cubicBezTo>
                  <a:cubicBezTo>
                    <a:pt x="208" y="208"/>
                    <a:pt x="206" y="207"/>
                    <a:pt x="206" y="206"/>
                  </a:cubicBezTo>
                  <a:lnTo>
                    <a:pt x="206" y="206"/>
                  </a:lnTo>
                  <a:cubicBezTo>
                    <a:pt x="207" y="206"/>
                    <a:pt x="208" y="207"/>
                    <a:pt x="208" y="208"/>
                  </a:cubicBezTo>
                  <a:lnTo>
                    <a:pt x="208" y="208"/>
                  </a:lnTo>
                  <a:cubicBezTo>
                    <a:pt x="208" y="208"/>
                    <a:pt x="208" y="207"/>
                    <a:pt x="208" y="207"/>
                  </a:cubicBezTo>
                  <a:cubicBezTo>
                    <a:pt x="195" y="189"/>
                    <a:pt x="184" y="170"/>
                    <a:pt x="172" y="150"/>
                  </a:cubicBezTo>
                  <a:cubicBezTo>
                    <a:pt x="162" y="131"/>
                    <a:pt x="152" y="111"/>
                    <a:pt x="144" y="92"/>
                  </a:cubicBezTo>
                  <a:cubicBezTo>
                    <a:pt x="143" y="89"/>
                    <a:pt x="139" y="79"/>
                    <a:pt x="139" y="79"/>
                  </a:cubicBezTo>
                  <a:lnTo>
                    <a:pt x="139" y="79"/>
                  </a:lnTo>
                  <a:cubicBezTo>
                    <a:pt x="139" y="79"/>
                    <a:pt x="139" y="81"/>
                    <a:pt x="141" y="87"/>
                  </a:cubicBezTo>
                  <a:cubicBezTo>
                    <a:pt x="138" y="81"/>
                    <a:pt x="137" y="78"/>
                    <a:pt x="135" y="72"/>
                  </a:cubicBezTo>
                  <a:cubicBezTo>
                    <a:pt x="131" y="61"/>
                    <a:pt x="127" y="53"/>
                    <a:pt x="123" y="43"/>
                  </a:cubicBezTo>
                  <a:cubicBezTo>
                    <a:pt x="117" y="29"/>
                    <a:pt x="110" y="16"/>
                    <a:pt x="96" y="9"/>
                  </a:cubicBezTo>
                  <a:cubicBezTo>
                    <a:pt x="88" y="4"/>
                    <a:pt x="77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625" lIns="91425" spcFirstLastPara="1" rIns="91425" wrap="square" tIns="86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34" name="Google Shape;2034;p13"/>
            <p:cNvSpPr/>
            <p:nvPr/>
          </p:nvSpPr>
          <p:spPr>
            <a:xfrm>
              <a:off x="3993480" y="4725000"/>
              <a:ext cx="18000" cy="8280"/>
            </a:xfrm>
            <a:custGeom>
              <a:rect b="b" l="l" r="r" t="t"/>
              <a:pathLst>
                <a:path extrusionOk="0" h="172" w="365">
                  <a:moveTo>
                    <a:pt x="68" y="1"/>
                  </a:moveTo>
                  <a:cubicBezTo>
                    <a:pt x="41" y="1"/>
                    <a:pt x="13" y="15"/>
                    <a:pt x="7" y="43"/>
                  </a:cubicBezTo>
                  <a:cubicBezTo>
                    <a:pt x="0" y="71"/>
                    <a:pt x="16" y="108"/>
                    <a:pt x="48" y="113"/>
                  </a:cubicBezTo>
                  <a:cubicBezTo>
                    <a:pt x="129" y="128"/>
                    <a:pt x="206" y="156"/>
                    <a:pt x="286" y="170"/>
                  </a:cubicBezTo>
                  <a:cubicBezTo>
                    <a:pt x="291" y="171"/>
                    <a:pt x="295" y="171"/>
                    <a:pt x="300" y="171"/>
                  </a:cubicBezTo>
                  <a:cubicBezTo>
                    <a:pt x="326" y="171"/>
                    <a:pt x="351" y="157"/>
                    <a:pt x="357" y="129"/>
                  </a:cubicBezTo>
                  <a:cubicBezTo>
                    <a:pt x="364" y="101"/>
                    <a:pt x="349" y="64"/>
                    <a:pt x="318" y="58"/>
                  </a:cubicBezTo>
                  <a:cubicBezTo>
                    <a:pt x="235" y="44"/>
                    <a:pt x="159" y="17"/>
                    <a:pt x="78" y="1"/>
                  </a:cubicBezTo>
                  <a:cubicBezTo>
                    <a:pt x="75" y="1"/>
                    <a:pt x="71" y="1"/>
                    <a:pt x="68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300" lIns="91425" spcFirstLastPara="1" rIns="91425" wrap="square" tIns="4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35" name="Google Shape;2035;p13"/>
            <p:cNvSpPr/>
            <p:nvPr/>
          </p:nvSpPr>
          <p:spPr>
            <a:xfrm>
              <a:off x="4006080" y="4673160"/>
              <a:ext cx="12600" cy="24479"/>
            </a:xfrm>
            <a:custGeom>
              <a:rect b="b" l="l" r="r" t="t"/>
              <a:pathLst>
                <a:path extrusionOk="0" h="492" w="257">
                  <a:moveTo>
                    <a:pt x="68" y="1"/>
                  </a:moveTo>
                  <a:cubicBezTo>
                    <a:pt x="63" y="1"/>
                    <a:pt x="58" y="2"/>
                    <a:pt x="53" y="3"/>
                  </a:cubicBezTo>
                  <a:cubicBezTo>
                    <a:pt x="27" y="12"/>
                    <a:pt x="0" y="44"/>
                    <a:pt x="13" y="74"/>
                  </a:cubicBezTo>
                  <a:cubicBezTo>
                    <a:pt x="62" y="196"/>
                    <a:pt x="99" y="322"/>
                    <a:pt x="136" y="448"/>
                  </a:cubicBezTo>
                  <a:cubicBezTo>
                    <a:pt x="143" y="472"/>
                    <a:pt x="168" y="491"/>
                    <a:pt x="193" y="491"/>
                  </a:cubicBezTo>
                  <a:cubicBezTo>
                    <a:pt x="198" y="491"/>
                    <a:pt x="202" y="491"/>
                    <a:pt x="207" y="489"/>
                  </a:cubicBezTo>
                  <a:cubicBezTo>
                    <a:pt x="237" y="479"/>
                    <a:pt x="257" y="450"/>
                    <a:pt x="248" y="418"/>
                  </a:cubicBezTo>
                  <a:cubicBezTo>
                    <a:pt x="211" y="292"/>
                    <a:pt x="172" y="166"/>
                    <a:pt x="123" y="44"/>
                  </a:cubicBezTo>
                  <a:cubicBezTo>
                    <a:pt x="115" y="21"/>
                    <a:pt x="94" y="1"/>
                    <a:pt x="68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225" lIns="91425" spcFirstLastPara="1" rIns="91425" wrap="square" tIns="12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36" name="Google Shape;2036;p13"/>
            <p:cNvSpPr/>
            <p:nvPr/>
          </p:nvSpPr>
          <p:spPr>
            <a:xfrm>
              <a:off x="3980520" y="4649040"/>
              <a:ext cx="19440" cy="22320"/>
            </a:xfrm>
            <a:custGeom>
              <a:rect b="b" l="l" r="r" t="t"/>
              <a:pathLst>
                <a:path extrusionOk="0" h="452" w="395">
                  <a:moveTo>
                    <a:pt x="326" y="1"/>
                  </a:moveTo>
                  <a:cubicBezTo>
                    <a:pt x="307" y="1"/>
                    <a:pt x="289" y="12"/>
                    <a:pt x="276" y="30"/>
                  </a:cubicBezTo>
                  <a:cubicBezTo>
                    <a:pt x="275" y="31"/>
                    <a:pt x="270" y="37"/>
                    <a:pt x="270" y="37"/>
                  </a:cubicBezTo>
                  <a:cubicBezTo>
                    <a:pt x="270" y="37"/>
                    <a:pt x="270" y="37"/>
                    <a:pt x="271" y="37"/>
                  </a:cubicBezTo>
                  <a:lnTo>
                    <a:pt x="271" y="37"/>
                  </a:lnTo>
                  <a:cubicBezTo>
                    <a:pt x="270" y="38"/>
                    <a:pt x="269" y="39"/>
                    <a:pt x="269" y="40"/>
                  </a:cubicBezTo>
                  <a:cubicBezTo>
                    <a:pt x="263" y="47"/>
                    <a:pt x="259" y="54"/>
                    <a:pt x="252" y="61"/>
                  </a:cubicBezTo>
                  <a:cubicBezTo>
                    <a:pt x="239" y="75"/>
                    <a:pt x="227" y="88"/>
                    <a:pt x="216" y="102"/>
                  </a:cubicBezTo>
                  <a:lnTo>
                    <a:pt x="141" y="182"/>
                  </a:lnTo>
                  <a:cubicBezTo>
                    <a:pt x="91" y="237"/>
                    <a:pt x="42" y="295"/>
                    <a:pt x="14" y="364"/>
                  </a:cubicBezTo>
                  <a:cubicBezTo>
                    <a:pt x="1" y="393"/>
                    <a:pt x="5" y="428"/>
                    <a:pt x="35" y="444"/>
                  </a:cubicBezTo>
                  <a:cubicBezTo>
                    <a:pt x="42" y="449"/>
                    <a:pt x="52" y="451"/>
                    <a:pt x="63" y="451"/>
                  </a:cubicBezTo>
                  <a:cubicBezTo>
                    <a:pt x="82" y="451"/>
                    <a:pt x="103" y="442"/>
                    <a:pt x="111" y="424"/>
                  </a:cubicBezTo>
                  <a:cubicBezTo>
                    <a:pt x="125" y="393"/>
                    <a:pt x="142" y="363"/>
                    <a:pt x="164" y="335"/>
                  </a:cubicBezTo>
                  <a:cubicBezTo>
                    <a:pt x="167" y="330"/>
                    <a:pt x="168" y="329"/>
                    <a:pt x="171" y="325"/>
                  </a:cubicBezTo>
                  <a:cubicBezTo>
                    <a:pt x="174" y="321"/>
                    <a:pt x="175" y="320"/>
                    <a:pt x="175" y="320"/>
                  </a:cubicBezTo>
                  <a:lnTo>
                    <a:pt x="175" y="320"/>
                  </a:lnTo>
                  <a:cubicBezTo>
                    <a:pt x="175" y="320"/>
                    <a:pt x="171" y="325"/>
                    <a:pt x="171" y="325"/>
                  </a:cubicBezTo>
                  <a:cubicBezTo>
                    <a:pt x="171" y="325"/>
                    <a:pt x="172" y="324"/>
                    <a:pt x="175" y="320"/>
                  </a:cubicBezTo>
                  <a:cubicBezTo>
                    <a:pt x="181" y="313"/>
                    <a:pt x="185" y="305"/>
                    <a:pt x="192" y="299"/>
                  </a:cubicBezTo>
                  <a:lnTo>
                    <a:pt x="230" y="257"/>
                  </a:lnTo>
                  <a:cubicBezTo>
                    <a:pt x="280" y="201"/>
                    <a:pt x="332" y="148"/>
                    <a:pt x="376" y="88"/>
                  </a:cubicBezTo>
                  <a:cubicBezTo>
                    <a:pt x="395" y="63"/>
                    <a:pt x="382" y="23"/>
                    <a:pt x="355" y="9"/>
                  </a:cubicBezTo>
                  <a:cubicBezTo>
                    <a:pt x="345" y="3"/>
                    <a:pt x="336" y="1"/>
                    <a:pt x="326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150" lIns="91425" spcFirstLastPara="1" rIns="91425" wrap="square" tIns="111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37" name="Google Shape;2037;p13"/>
            <p:cNvSpPr/>
            <p:nvPr/>
          </p:nvSpPr>
          <p:spPr>
            <a:xfrm>
              <a:off x="3888360" y="4748400"/>
              <a:ext cx="18720" cy="10080"/>
            </a:xfrm>
            <a:custGeom>
              <a:rect b="b" l="l" r="r" t="t"/>
              <a:pathLst>
                <a:path extrusionOk="0" h="204" w="376">
                  <a:moveTo>
                    <a:pt x="68" y="118"/>
                  </a:moveTo>
                  <a:cubicBezTo>
                    <a:pt x="69" y="118"/>
                    <a:pt x="70" y="118"/>
                    <a:pt x="71" y="118"/>
                  </a:cubicBezTo>
                  <a:lnTo>
                    <a:pt x="71" y="118"/>
                  </a:lnTo>
                  <a:cubicBezTo>
                    <a:pt x="69" y="118"/>
                    <a:pt x="68" y="119"/>
                    <a:pt x="69" y="119"/>
                  </a:cubicBezTo>
                  <a:lnTo>
                    <a:pt x="69" y="119"/>
                  </a:lnTo>
                  <a:cubicBezTo>
                    <a:pt x="59" y="119"/>
                    <a:pt x="63" y="118"/>
                    <a:pt x="68" y="118"/>
                  </a:cubicBezTo>
                  <a:close/>
                  <a:moveTo>
                    <a:pt x="74" y="119"/>
                  </a:moveTo>
                  <a:lnTo>
                    <a:pt x="74" y="119"/>
                  </a:lnTo>
                  <a:cubicBezTo>
                    <a:pt x="75" y="119"/>
                    <a:pt x="75" y="119"/>
                    <a:pt x="75" y="119"/>
                  </a:cubicBezTo>
                  <a:lnTo>
                    <a:pt x="75" y="119"/>
                  </a:lnTo>
                  <a:cubicBezTo>
                    <a:pt x="74" y="119"/>
                    <a:pt x="74" y="119"/>
                    <a:pt x="73" y="119"/>
                  </a:cubicBezTo>
                  <a:lnTo>
                    <a:pt x="73" y="119"/>
                  </a:lnTo>
                  <a:cubicBezTo>
                    <a:pt x="74" y="119"/>
                    <a:pt x="74" y="119"/>
                    <a:pt x="74" y="119"/>
                  </a:cubicBezTo>
                  <a:close/>
                  <a:moveTo>
                    <a:pt x="74" y="1"/>
                  </a:moveTo>
                  <a:cubicBezTo>
                    <a:pt x="66" y="1"/>
                    <a:pt x="58" y="2"/>
                    <a:pt x="50" y="4"/>
                  </a:cubicBezTo>
                  <a:cubicBezTo>
                    <a:pt x="22" y="11"/>
                    <a:pt x="0" y="45"/>
                    <a:pt x="9" y="75"/>
                  </a:cubicBezTo>
                  <a:cubicBezTo>
                    <a:pt x="18" y="103"/>
                    <a:pt x="39" y="120"/>
                    <a:pt x="64" y="120"/>
                  </a:cubicBezTo>
                  <a:cubicBezTo>
                    <a:pt x="67" y="120"/>
                    <a:pt x="70" y="120"/>
                    <a:pt x="73" y="119"/>
                  </a:cubicBezTo>
                  <a:lnTo>
                    <a:pt x="75" y="119"/>
                  </a:lnTo>
                  <a:cubicBezTo>
                    <a:pt x="81" y="121"/>
                    <a:pt x="88" y="123"/>
                    <a:pt x="94" y="125"/>
                  </a:cubicBezTo>
                  <a:cubicBezTo>
                    <a:pt x="118" y="132"/>
                    <a:pt x="142" y="140"/>
                    <a:pt x="165" y="149"/>
                  </a:cubicBezTo>
                  <a:cubicBezTo>
                    <a:pt x="177" y="154"/>
                    <a:pt x="190" y="160"/>
                    <a:pt x="203" y="163"/>
                  </a:cubicBezTo>
                  <a:cubicBezTo>
                    <a:pt x="206" y="166"/>
                    <a:pt x="210" y="167"/>
                    <a:pt x="213" y="167"/>
                  </a:cubicBezTo>
                  <a:cubicBezTo>
                    <a:pt x="214" y="168"/>
                    <a:pt x="215" y="168"/>
                    <a:pt x="215" y="168"/>
                  </a:cubicBezTo>
                  <a:cubicBezTo>
                    <a:pt x="215" y="168"/>
                    <a:pt x="214" y="167"/>
                    <a:pt x="213" y="167"/>
                  </a:cubicBezTo>
                  <a:lnTo>
                    <a:pt x="213" y="167"/>
                  </a:lnTo>
                  <a:cubicBezTo>
                    <a:pt x="217" y="168"/>
                    <a:pt x="222" y="171"/>
                    <a:pt x="227" y="173"/>
                  </a:cubicBezTo>
                  <a:cubicBezTo>
                    <a:pt x="247" y="181"/>
                    <a:pt x="264" y="188"/>
                    <a:pt x="284" y="197"/>
                  </a:cubicBezTo>
                  <a:cubicBezTo>
                    <a:pt x="293" y="201"/>
                    <a:pt x="304" y="204"/>
                    <a:pt x="314" y="204"/>
                  </a:cubicBezTo>
                  <a:cubicBezTo>
                    <a:pt x="334" y="204"/>
                    <a:pt x="353" y="195"/>
                    <a:pt x="363" y="176"/>
                  </a:cubicBezTo>
                  <a:cubicBezTo>
                    <a:pt x="376" y="152"/>
                    <a:pt x="373" y="111"/>
                    <a:pt x="342" y="96"/>
                  </a:cubicBezTo>
                  <a:cubicBezTo>
                    <a:pt x="292" y="75"/>
                    <a:pt x="245" y="54"/>
                    <a:pt x="196" y="34"/>
                  </a:cubicBezTo>
                  <a:cubicBezTo>
                    <a:pt x="172" y="25"/>
                    <a:pt x="148" y="17"/>
                    <a:pt x="122" y="10"/>
                  </a:cubicBezTo>
                  <a:cubicBezTo>
                    <a:pt x="107" y="5"/>
                    <a:pt x="91" y="1"/>
                    <a:pt x="74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38" name="Google Shape;2038;p13"/>
            <p:cNvSpPr/>
            <p:nvPr/>
          </p:nvSpPr>
          <p:spPr>
            <a:xfrm>
              <a:off x="3883680" y="4719960"/>
              <a:ext cx="20520" cy="11160"/>
            </a:xfrm>
            <a:custGeom>
              <a:rect b="b" l="l" r="r" t="t"/>
              <a:pathLst>
                <a:path extrusionOk="0" h="227" w="414">
                  <a:moveTo>
                    <a:pt x="346" y="0"/>
                  </a:moveTo>
                  <a:cubicBezTo>
                    <a:pt x="337" y="0"/>
                    <a:pt x="327" y="2"/>
                    <a:pt x="318" y="7"/>
                  </a:cubicBezTo>
                  <a:cubicBezTo>
                    <a:pt x="305" y="15"/>
                    <a:pt x="293" y="22"/>
                    <a:pt x="278" y="27"/>
                  </a:cubicBezTo>
                  <a:cubicBezTo>
                    <a:pt x="273" y="29"/>
                    <a:pt x="269" y="33"/>
                    <a:pt x="263" y="34"/>
                  </a:cubicBezTo>
                  <a:cubicBezTo>
                    <a:pt x="261" y="36"/>
                    <a:pt x="257" y="36"/>
                    <a:pt x="256" y="37"/>
                  </a:cubicBezTo>
                  <a:cubicBezTo>
                    <a:pt x="233" y="47"/>
                    <a:pt x="209" y="56"/>
                    <a:pt x="185" y="63"/>
                  </a:cubicBezTo>
                  <a:cubicBezTo>
                    <a:pt x="134" y="78"/>
                    <a:pt x="84" y="97"/>
                    <a:pt x="36" y="118"/>
                  </a:cubicBezTo>
                  <a:cubicBezTo>
                    <a:pt x="8" y="129"/>
                    <a:pt x="1" y="172"/>
                    <a:pt x="15" y="197"/>
                  </a:cubicBezTo>
                  <a:cubicBezTo>
                    <a:pt x="26" y="217"/>
                    <a:pt x="43" y="226"/>
                    <a:pt x="63" y="226"/>
                  </a:cubicBezTo>
                  <a:cubicBezTo>
                    <a:pt x="72" y="226"/>
                    <a:pt x="83" y="224"/>
                    <a:pt x="93" y="220"/>
                  </a:cubicBezTo>
                  <a:cubicBezTo>
                    <a:pt x="96" y="219"/>
                    <a:pt x="100" y="217"/>
                    <a:pt x="103" y="217"/>
                  </a:cubicBezTo>
                  <a:cubicBezTo>
                    <a:pt x="110" y="214"/>
                    <a:pt x="116" y="212"/>
                    <a:pt x="123" y="210"/>
                  </a:cubicBezTo>
                  <a:cubicBezTo>
                    <a:pt x="134" y="206"/>
                    <a:pt x="144" y="203"/>
                    <a:pt x="155" y="197"/>
                  </a:cubicBezTo>
                  <a:cubicBezTo>
                    <a:pt x="178" y="190"/>
                    <a:pt x="201" y="182"/>
                    <a:pt x="223" y="175"/>
                  </a:cubicBezTo>
                  <a:cubicBezTo>
                    <a:pt x="274" y="156"/>
                    <a:pt x="327" y="136"/>
                    <a:pt x="376" y="108"/>
                  </a:cubicBezTo>
                  <a:cubicBezTo>
                    <a:pt x="403" y="94"/>
                    <a:pt x="413" y="56"/>
                    <a:pt x="398" y="29"/>
                  </a:cubicBezTo>
                  <a:cubicBezTo>
                    <a:pt x="385" y="11"/>
                    <a:pt x="366" y="0"/>
                    <a:pt x="346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750" lIns="91425" spcFirstLastPara="1" rIns="91425" wrap="square" tIns="5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39" name="Google Shape;2039;p13"/>
            <p:cNvSpPr/>
            <p:nvPr/>
          </p:nvSpPr>
          <p:spPr>
            <a:xfrm>
              <a:off x="4119480" y="5019120"/>
              <a:ext cx="13680" cy="16200"/>
            </a:xfrm>
            <a:custGeom>
              <a:rect b="b" l="l" r="r" t="t"/>
              <a:pathLst>
                <a:path extrusionOk="0" h="331" w="276">
                  <a:moveTo>
                    <a:pt x="70" y="1"/>
                  </a:moveTo>
                  <a:cubicBezTo>
                    <a:pt x="59" y="1"/>
                    <a:pt x="49" y="3"/>
                    <a:pt x="40" y="8"/>
                  </a:cubicBezTo>
                  <a:cubicBezTo>
                    <a:pt x="14" y="23"/>
                    <a:pt x="0" y="60"/>
                    <a:pt x="19" y="87"/>
                  </a:cubicBezTo>
                  <a:cubicBezTo>
                    <a:pt x="67" y="157"/>
                    <a:pt x="106" y="233"/>
                    <a:pt x="156" y="301"/>
                  </a:cubicBezTo>
                  <a:cubicBezTo>
                    <a:pt x="165" y="314"/>
                    <a:pt x="176" y="325"/>
                    <a:pt x="190" y="328"/>
                  </a:cubicBezTo>
                  <a:cubicBezTo>
                    <a:pt x="195" y="329"/>
                    <a:pt x="199" y="330"/>
                    <a:pt x="204" y="330"/>
                  </a:cubicBezTo>
                  <a:cubicBezTo>
                    <a:pt x="215" y="330"/>
                    <a:pt x="225" y="327"/>
                    <a:pt x="234" y="322"/>
                  </a:cubicBezTo>
                  <a:cubicBezTo>
                    <a:pt x="259" y="307"/>
                    <a:pt x="275" y="270"/>
                    <a:pt x="255" y="243"/>
                  </a:cubicBezTo>
                  <a:cubicBezTo>
                    <a:pt x="207" y="174"/>
                    <a:pt x="167" y="99"/>
                    <a:pt x="118" y="29"/>
                  </a:cubicBezTo>
                  <a:cubicBezTo>
                    <a:pt x="109" y="16"/>
                    <a:pt x="98" y="5"/>
                    <a:pt x="84" y="2"/>
                  </a:cubicBezTo>
                  <a:cubicBezTo>
                    <a:pt x="79" y="1"/>
                    <a:pt x="74" y="1"/>
                    <a:pt x="70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275" lIns="91425" spcFirstLastPara="1" rIns="91425" wrap="square" tIns="8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40" name="Google Shape;2040;p13"/>
            <p:cNvSpPr/>
            <p:nvPr/>
          </p:nvSpPr>
          <p:spPr>
            <a:xfrm>
              <a:off x="4101120" y="5051160"/>
              <a:ext cx="20520" cy="9000"/>
            </a:xfrm>
            <a:custGeom>
              <a:rect b="b" l="l" r="r" t="t"/>
              <a:pathLst>
                <a:path extrusionOk="0" h="183" w="417">
                  <a:moveTo>
                    <a:pt x="351" y="1"/>
                  </a:moveTo>
                  <a:cubicBezTo>
                    <a:pt x="346" y="1"/>
                    <a:pt x="341" y="1"/>
                    <a:pt x="337" y="2"/>
                  </a:cubicBezTo>
                  <a:cubicBezTo>
                    <a:pt x="289" y="9"/>
                    <a:pt x="245" y="29"/>
                    <a:pt x="201" y="44"/>
                  </a:cubicBezTo>
                  <a:cubicBezTo>
                    <a:pt x="178" y="53"/>
                    <a:pt x="154" y="60"/>
                    <a:pt x="131" y="64"/>
                  </a:cubicBezTo>
                  <a:cubicBezTo>
                    <a:pt x="131" y="64"/>
                    <a:pt x="130" y="64"/>
                    <a:pt x="128" y="65"/>
                  </a:cubicBezTo>
                  <a:lnTo>
                    <a:pt x="128" y="65"/>
                  </a:lnTo>
                  <a:cubicBezTo>
                    <a:pt x="121" y="53"/>
                    <a:pt x="109" y="44"/>
                    <a:pt x="96" y="41"/>
                  </a:cubicBezTo>
                  <a:cubicBezTo>
                    <a:pt x="91" y="40"/>
                    <a:pt x="86" y="40"/>
                    <a:pt x="82" y="40"/>
                  </a:cubicBezTo>
                  <a:cubicBezTo>
                    <a:pt x="61" y="40"/>
                    <a:pt x="41" y="50"/>
                    <a:pt x="30" y="69"/>
                  </a:cubicBezTo>
                  <a:lnTo>
                    <a:pt x="30" y="69"/>
                  </a:lnTo>
                  <a:cubicBezTo>
                    <a:pt x="29" y="70"/>
                    <a:pt x="29" y="71"/>
                    <a:pt x="28" y="73"/>
                  </a:cubicBezTo>
                  <a:cubicBezTo>
                    <a:pt x="17" y="81"/>
                    <a:pt x="11" y="94"/>
                    <a:pt x="8" y="108"/>
                  </a:cubicBezTo>
                  <a:cubicBezTo>
                    <a:pt x="1" y="136"/>
                    <a:pt x="17" y="173"/>
                    <a:pt x="49" y="179"/>
                  </a:cubicBezTo>
                  <a:cubicBezTo>
                    <a:pt x="65" y="181"/>
                    <a:pt x="80" y="182"/>
                    <a:pt x="95" y="182"/>
                  </a:cubicBezTo>
                  <a:cubicBezTo>
                    <a:pt x="138" y="182"/>
                    <a:pt x="180" y="174"/>
                    <a:pt x="222" y="159"/>
                  </a:cubicBezTo>
                  <a:cubicBezTo>
                    <a:pt x="270" y="144"/>
                    <a:pt x="317" y="121"/>
                    <a:pt x="368" y="114"/>
                  </a:cubicBezTo>
                  <a:cubicBezTo>
                    <a:pt x="398" y="108"/>
                    <a:pt x="416" y="68"/>
                    <a:pt x="408" y="43"/>
                  </a:cubicBezTo>
                  <a:cubicBezTo>
                    <a:pt x="399" y="15"/>
                    <a:pt x="377" y="1"/>
                    <a:pt x="351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41" name="Google Shape;2041;p13"/>
            <p:cNvSpPr/>
            <p:nvPr/>
          </p:nvSpPr>
          <p:spPr>
            <a:xfrm>
              <a:off x="4155120" y="4946040"/>
              <a:ext cx="20520" cy="10440"/>
            </a:xfrm>
            <a:custGeom>
              <a:rect b="b" l="l" r="r" t="t"/>
              <a:pathLst>
                <a:path extrusionOk="0" h="212" w="417">
                  <a:moveTo>
                    <a:pt x="128" y="172"/>
                  </a:moveTo>
                  <a:lnTo>
                    <a:pt x="128" y="172"/>
                  </a:lnTo>
                  <a:cubicBezTo>
                    <a:pt x="127" y="173"/>
                    <a:pt x="127" y="175"/>
                    <a:pt x="126" y="176"/>
                  </a:cubicBezTo>
                  <a:lnTo>
                    <a:pt x="126" y="176"/>
                  </a:lnTo>
                  <a:cubicBezTo>
                    <a:pt x="126" y="176"/>
                    <a:pt x="126" y="177"/>
                    <a:pt x="125" y="177"/>
                  </a:cubicBezTo>
                  <a:lnTo>
                    <a:pt x="125" y="177"/>
                  </a:lnTo>
                  <a:cubicBezTo>
                    <a:pt x="126" y="175"/>
                    <a:pt x="127" y="173"/>
                    <a:pt x="128" y="172"/>
                  </a:cubicBezTo>
                  <a:close/>
                  <a:moveTo>
                    <a:pt x="351" y="0"/>
                  </a:moveTo>
                  <a:cubicBezTo>
                    <a:pt x="342" y="0"/>
                    <a:pt x="332" y="3"/>
                    <a:pt x="322" y="7"/>
                  </a:cubicBezTo>
                  <a:cubicBezTo>
                    <a:pt x="323" y="7"/>
                    <a:pt x="324" y="6"/>
                    <a:pt x="325" y="6"/>
                  </a:cubicBezTo>
                  <a:lnTo>
                    <a:pt x="325" y="6"/>
                  </a:lnTo>
                  <a:cubicBezTo>
                    <a:pt x="323" y="6"/>
                    <a:pt x="322" y="7"/>
                    <a:pt x="317" y="7"/>
                  </a:cubicBezTo>
                  <a:cubicBezTo>
                    <a:pt x="312" y="9"/>
                    <a:pt x="308" y="10"/>
                    <a:pt x="300" y="13"/>
                  </a:cubicBezTo>
                  <a:cubicBezTo>
                    <a:pt x="288" y="16"/>
                    <a:pt x="274" y="17"/>
                    <a:pt x="259" y="21"/>
                  </a:cubicBezTo>
                  <a:cubicBezTo>
                    <a:pt x="230" y="27"/>
                    <a:pt x="198" y="31"/>
                    <a:pt x="170" y="37"/>
                  </a:cubicBezTo>
                  <a:cubicBezTo>
                    <a:pt x="139" y="44"/>
                    <a:pt x="109" y="53"/>
                    <a:pt x="81" y="65"/>
                  </a:cubicBezTo>
                  <a:cubicBezTo>
                    <a:pt x="48" y="81"/>
                    <a:pt x="26" y="105"/>
                    <a:pt x="13" y="136"/>
                  </a:cubicBezTo>
                  <a:cubicBezTo>
                    <a:pt x="0" y="165"/>
                    <a:pt x="26" y="200"/>
                    <a:pt x="54" y="207"/>
                  </a:cubicBezTo>
                  <a:cubicBezTo>
                    <a:pt x="62" y="210"/>
                    <a:pt x="70" y="211"/>
                    <a:pt x="76" y="211"/>
                  </a:cubicBezTo>
                  <a:cubicBezTo>
                    <a:pt x="98" y="211"/>
                    <a:pt x="115" y="198"/>
                    <a:pt x="124" y="179"/>
                  </a:cubicBezTo>
                  <a:lnTo>
                    <a:pt x="124" y="179"/>
                  </a:lnTo>
                  <a:lnTo>
                    <a:pt x="126" y="178"/>
                  </a:lnTo>
                  <a:lnTo>
                    <a:pt x="126" y="178"/>
                  </a:lnTo>
                  <a:cubicBezTo>
                    <a:pt x="125" y="182"/>
                    <a:pt x="124" y="184"/>
                    <a:pt x="124" y="184"/>
                  </a:cubicBezTo>
                  <a:cubicBezTo>
                    <a:pt x="124" y="184"/>
                    <a:pt x="125" y="180"/>
                    <a:pt x="126" y="177"/>
                  </a:cubicBezTo>
                  <a:lnTo>
                    <a:pt x="126" y="177"/>
                  </a:lnTo>
                  <a:cubicBezTo>
                    <a:pt x="130" y="175"/>
                    <a:pt x="134" y="171"/>
                    <a:pt x="137" y="170"/>
                  </a:cubicBezTo>
                  <a:cubicBezTo>
                    <a:pt x="139" y="168"/>
                    <a:pt x="140" y="168"/>
                    <a:pt x="143" y="167"/>
                  </a:cubicBezTo>
                  <a:lnTo>
                    <a:pt x="143" y="167"/>
                  </a:lnTo>
                  <a:cubicBezTo>
                    <a:pt x="140" y="168"/>
                    <a:pt x="138" y="169"/>
                    <a:pt x="138" y="169"/>
                  </a:cubicBezTo>
                  <a:cubicBezTo>
                    <a:pt x="139" y="169"/>
                    <a:pt x="139" y="169"/>
                    <a:pt x="140" y="169"/>
                  </a:cubicBezTo>
                  <a:cubicBezTo>
                    <a:pt x="167" y="159"/>
                    <a:pt x="194" y="152"/>
                    <a:pt x="220" y="148"/>
                  </a:cubicBezTo>
                  <a:cubicBezTo>
                    <a:pt x="274" y="136"/>
                    <a:pt x="330" y="133"/>
                    <a:pt x="380" y="108"/>
                  </a:cubicBezTo>
                  <a:cubicBezTo>
                    <a:pt x="407" y="94"/>
                    <a:pt x="417" y="55"/>
                    <a:pt x="401" y="29"/>
                  </a:cubicBezTo>
                  <a:cubicBezTo>
                    <a:pt x="389" y="10"/>
                    <a:pt x="371" y="0"/>
                    <a:pt x="351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00" lIns="91425" spcFirstLastPara="1" rIns="91425" wrap="square" tIns="5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42" name="Google Shape;2042;p13"/>
            <p:cNvSpPr/>
            <p:nvPr/>
          </p:nvSpPr>
          <p:spPr>
            <a:xfrm>
              <a:off x="4153680" y="4902840"/>
              <a:ext cx="19080" cy="24840"/>
            </a:xfrm>
            <a:custGeom>
              <a:rect b="b" l="l" r="r" t="t"/>
              <a:pathLst>
                <a:path extrusionOk="0" h="497" w="383">
                  <a:moveTo>
                    <a:pt x="65" y="0"/>
                  </a:moveTo>
                  <a:cubicBezTo>
                    <a:pt x="55" y="0"/>
                    <a:pt x="45" y="3"/>
                    <a:pt x="36" y="8"/>
                  </a:cubicBezTo>
                  <a:cubicBezTo>
                    <a:pt x="7" y="23"/>
                    <a:pt x="0" y="59"/>
                    <a:pt x="14" y="87"/>
                  </a:cubicBezTo>
                  <a:cubicBezTo>
                    <a:pt x="85" y="227"/>
                    <a:pt x="163" y="369"/>
                    <a:pt x="278" y="479"/>
                  </a:cubicBezTo>
                  <a:cubicBezTo>
                    <a:pt x="290" y="490"/>
                    <a:pt x="306" y="496"/>
                    <a:pt x="321" y="496"/>
                  </a:cubicBezTo>
                  <a:cubicBezTo>
                    <a:pt x="335" y="496"/>
                    <a:pt x="349" y="491"/>
                    <a:pt x="360" y="479"/>
                  </a:cubicBezTo>
                  <a:cubicBezTo>
                    <a:pt x="383" y="458"/>
                    <a:pt x="383" y="421"/>
                    <a:pt x="362" y="399"/>
                  </a:cubicBezTo>
                  <a:cubicBezTo>
                    <a:pt x="255" y="295"/>
                    <a:pt x="184" y="163"/>
                    <a:pt x="116" y="29"/>
                  </a:cubicBezTo>
                  <a:cubicBezTo>
                    <a:pt x="107" y="10"/>
                    <a:pt x="86" y="0"/>
                    <a:pt x="65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600" lIns="91425" spcFirstLastPara="1" rIns="91425" wrap="square" tIns="12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43" name="Google Shape;2043;p13"/>
            <p:cNvSpPr/>
            <p:nvPr/>
          </p:nvSpPr>
          <p:spPr>
            <a:xfrm>
              <a:off x="4051800" y="4940280"/>
              <a:ext cx="14760" cy="11160"/>
            </a:xfrm>
            <a:custGeom>
              <a:rect b="b" l="l" r="r" t="t"/>
              <a:pathLst>
                <a:path extrusionOk="0" h="232" w="298">
                  <a:moveTo>
                    <a:pt x="149" y="1"/>
                  </a:moveTo>
                  <a:cubicBezTo>
                    <a:pt x="0" y="1"/>
                    <a:pt x="0" y="232"/>
                    <a:pt x="149" y="232"/>
                  </a:cubicBezTo>
                  <a:cubicBezTo>
                    <a:pt x="298" y="232"/>
                    <a:pt x="298" y="1"/>
                    <a:pt x="149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750" lIns="91425" spcFirstLastPara="1" rIns="91425" wrap="square" tIns="5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44" name="Google Shape;2044;p13"/>
            <p:cNvSpPr/>
            <p:nvPr/>
          </p:nvSpPr>
          <p:spPr>
            <a:xfrm>
              <a:off x="4048920" y="4872960"/>
              <a:ext cx="12240" cy="11520"/>
            </a:xfrm>
            <a:custGeom>
              <a:rect b="b" l="l" r="r" t="t"/>
              <a:pathLst>
                <a:path extrusionOk="0" h="236" w="247">
                  <a:moveTo>
                    <a:pt x="88" y="226"/>
                  </a:moveTo>
                  <a:cubicBezTo>
                    <a:pt x="88" y="226"/>
                    <a:pt x="88" y="226"/>
                    <a:pt x="88" y="226"/>
                  </a:cubicBezTo>
                  <a:lnTo>
                    <a:pt x="88" y="226"/>
                  </a:lnTo>
                  <a:cubicBezTo>
                    <a:pt x="87" y="226"/>
                    <a:pt x="86" y="226"/>
                    <a:pt x="85" y="226"/>
                  </a:cubicBezTo>
                  <a:close/>
                  <a:moveTo>
                    <a:pt x="136" y="227"/>
                  </a:moveTo>
                  <a:lnTo>
                    <a:pt x="136" y="227"/>
                  </a:lnTo>
                  <a:cubicBezTo>
                    <a:pt x="134" y="228"/>
                    <a:pt x="132" y="228"/>
                    <a:pt x="130" y="228"/>
                  </a:cubicBezTo>
                  <a:lnTo>
                    <a:pt x="130" y="228"/>
                  </a:lnTo>
                  <a:cubicBezTo>
                    <a:pt x="131" y="228"/>
                    <a:pt x="133" y="228"/>
                    <a:pt x="135" y="227"/>
                  </a:cubicBezTo>
                  <a:cubicBezTo>
                    <a:pt x="135" y="227"/>
                    <a:pt x="136" y="227"/>
                    <a:pt x="136" y="227"/>
                  </a:cubicBezTo>
                  <a:close/>
                  <a:moveTo>
                    <a:pt x="115" y="1"/>
                  </a:moveTo>
                  <a:cubicBezTo>
                    <a:pt x="104" y="1"/>
                    <a:pt x="94" y="1"/>
                    <a:pt x="85" y="5"/>
                  </a:cubicBezTo>
                  <a:cubicBezTo>
                    <a:pt x="75" y="8"/>
                    <a:pt x="67" y="12"/>
                    <a:pt x="57" y="18"/>
                  </a:cubicBezTo>
                  <a:cubicBezTo>
                    <a:pt x="43" y="23"/>
                    <a:pt x="32" y="35"/>
                    <a:pt x="24" y="47"/>
                  </a:cubicBezTo>
                  <a:cubicBezTo>
                    <a:pt x="17" y="54"/>
                    <a:pt x="12" y="63"/>
                    <a:pt x="10" y="71"/>
                  </a:cubicBezTo>
                  <a:cubicBezTo>
                    <a:pt x="3" y="86"/>
                    <a:pt x="0" y="100"/>
                    <a:pt x="0" y="115"/>
                  </a:cubicBezTo>
                  <a:cubicBezTo>
                    <a:pt x="2" y="127"/>
                    <a:pt x="3" y="137"/>
                    <a:pt x="3" y="146"/>
                  </a:cubicBezTo>
                  <a:cubicBezTo>
                    <a:pt x="7" y="155"/>
                    <a:pt x="10" y="163"/>
                    <a:pt x="16" y="175"/>
                  </a:cubicBezTo>
                  <a:cubicBezTo>
                    <a:pt x="23" y="189"/>
                    <a:pt x="34" y="199"/>
                    <a:pt x="46" y="206"/>
                  </a:cubicBezTo>
                  <a:cubicBezTo>
                    <a:pt x="57" y="217"/>
                    <a:pt x="71" y="224"/>
                    <a:pt x="85" y="227"/>
                  </a:cubicBezTo>
                  <a:cubicBezTo>
                    <a:pt x="87" y="227"/>
                    <a:pt x="88" y="227"/>
                    <a:pt x="91" y="230"/>
                  </a:cubicBezTo>
                  <a:cubicBezTo>
                    <a:pt x="94" y="230"/>
                    <a:pt x="98" y="232"/>
                    <a:pt x="100" y="232"/>
                  </a:cubicBezTo>
                  <a:lnTo>
                    <a:pt x="101" y="232"/>
                  </a:lnTo>
                  <a:cubicBezTo>
                    <a:pt x="109" y="235"/>
                    <a:pt x="117" y="236"/>
                    <a:pt x="125" y="236"/>
                  </a:cubicBezTo>
                  <a:cubicBezTo>
                    <a:pt x="133" y="236"/>
                    <a:pt x="140" y="235"/>
                    <a:pt x="148" y="233"/>
                  </a:cubicBezTo>
                  <a:cubicBezTo>
                    <a:pt x="163" y="233"/>
                    <a:pt x="177" y="227"/>
                    <a:pt x="190" y="219"/>
                  </a:cubicBezTo>
                  <a:cubicBezTo>
                    <a:pt x="204" y="212"/>
                    <a:pt x="214" y="202"/>
                    <a:pt x="221" y="189"/>
                  </a:cubicBezTo>
                  <a:cubicBezTo>
                    <a:pt x="233" y="178"/>
                    <a:pt x="240" y="163"/>
                    <a:pt x="243" y="149"/>
                  </a:cubicBezTo>
                  <a:cubicBezTo>
                    <a:pt x="244" y="139"/>
                    <a:pt x="247" y="128"/>
                    <a:pt x="247" y="120"/>
                  </a:cubicBezTo>
                  <a:cubicBezTo>
                    <a:pt x="247" y="98"/>
                    <a:pt x="241" y="78"/>
                    <a:pt x="230" y="61"/>
                  </a:cubicBezTo>
                  <a:cubicBezTo>
                    <a:pt x="226" y="54"/>
                    <a:pt x="219" y="46"/>
                    <a:pt x="213" y="39"/>
                  </a:cubicBezTo>
                  <a:cubicBezTo>
                    <a:pt x="199" y="25"/>
                    <a:pt x="180" y="13"/>
                    <a:pt x="162" y="8"/>
                  </a:cubicBezTo>
                  <a:cubicBezTo>
                    <a:pt x="158" y="6"/>
                    <a:pt x="154" y="6"/>
                    <a:pt x="151" y="5"/>
                  </a:cubicBezTo>
                  <a:lnTo>
                    <a:pt x="151" y="5"/>
                  </a:lnTo>
                  <a:cubicBezTo>
                    <a:pt x="150" y="5"/>
                    <a:pt x="150" y="5"/>
                    <a:pt x="149" y="5"/>
                  </a:cubicBezTo>
                  <a:lnTo>
                    <a:pt x="145" y="5"/>
                  </a:lnTo>
                  <a:lnTo>
                    <a:pt x="115" y="1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750" lIns="91425" spcFirstLastPara="1" rIns="91425" wrap="square" tIns="5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45" name="Google Shape;2045;p13"/>
            <p:cNvSpPr/>
            <p:nvPr/>
          </p:nvSpPr>
          <p:spPr>
            <a:xfrm>
              <a:off x="4014720" y="4856040"/>
              <a:ext cx="11880" cy="12600"/>
            </a:xfrm>
            <a:custGeom>
              <a:rect b="b" l="l" r="r" t="t"/>
              <a:pathLst>
                <a:path extrusionOk="0" h="259" w="241">
                  <a:moveTo>
                    <a:pt x="123" y="1"/>
                  </a:moveTo>
                  <a:cubicBezTo>
                    <a:pt x="102" y="1"/>
                    <a:pt x="83" y="6"/>
                    <a:pt x="65" y="16"/>
                  </a:cubicBezTo>
                  <a:cubicBezTo>
                    <a:pt x="58" y="22"/>
                    <a:pt x="49" y="29"/>
                    <a:pt x="42" y="35"/>
                  </a:cubicBezTo>
                  <a:cubicBezTo>
                    <a:pt x="28" y="49"/>
                    <a:pt x="18" y="66"/>
                    <a:pt x="12" y="86"/>
                  </a:cubicBezTo>
                  <a:cubicBezTo>
                    <a:pt x="9" y="94"/>
                    <a:pt x="8" y="106"/>
                    <a:pt x="7" y="114"/>
                  </a:cubicBezTo>
                  <a:cubicBezTo>
                    <a:pt x="1" y="130"/>
                    <a:pt x="1" y="144"/>
                    <a:pt x="5" y="159"/>
                  </a:cubicBezTo>
                  <a:cubicBezTo>
                    <a:pt x="5" y="176"/>
                    <a:pt x="9" y="191"/>
                    <a:pt x="19" y="202"/>
                  </a:cubicBezTo>
                  <a:cubicBezTo>
                    <a:pt x="26" y="216"/>
                    <a:pt x="36" y="227"/>
                    <a:pt x="49" y="234"/>
                  </a:cubicBezTo>
                  <a:cubicBezTo>
                    <a:pt x="60" y="244"/>
                    <a:pt x="75" y="251"/>
                    <a:pt x="89" y="256"/>
                  </a:cubicBezTo>
                  <a:cubicBezTo>
                    <a:pt x="99" y="257"/>
                    <a:pt x="110" y="259"/>
                    <a:pt x="119" y="259"/>
                  </a:cubicBezTo>
                  <a:cubicBezTo>
                    <a:pt x="140" y="259"/>
                    <a:pt x="160" y="253"/>
                    <a:pt x="177" y="243"/>
                  </a:cubicBezTo>
                  <a:cubicBezTo>
                    <a:pt x="184" y="237"/>
                    <a:pt x="192" y="230"/>
                    <a:pt x="199" y="226"/>
                  </a:cubicBezTo>
                  <a:cubicBezTo>
                    <a:pt x="216" y="209"/>
                    <a:pt x="225" y="193"/>
                    <a:pt x="231" y="174"/>
                  </a:cubicBezTo>
                  <a:cubicBezTo>
                    <a:pt x="232" y="165"/>
                    <a:pt x="233" y="155"/>
                    <a:pt x="235" y="145"/>
                  </a:cubicBezTo>
                  <a:cubicBezTo>
                    <a:pt x="240" y="130"/>
                    <a:pt x="240" y="115"/>
                    <a:pt x="238" y="100"/>
                  </a:cubicBezTo>
                  <a:cubicBezTo>
                    <a:pt x="238" y="84"/>
                    <a:pt x="232" y="70"/>
                    <a:pt x="223" y="57"/>
                  </a:cubicBezTo>
                  <a:cubicBezTo>
                    <a:pt x="216" y="43"/>
                    <a:pt x="205" y="32"/>
                    <a:pt x="192" y="25"/>
                  </a:cubicBezTo>
                  <a:cubicBezTo>
                    <a:pt x="182" y="15"/>
                    <a:pt x="168" y="8"/>
                    <a:pt x="154" y="3"/>
                  </a:cubicBezTo>
                  <a:cubicBezTo>
                    <a:pt x="143" y="2"/>
                    <a:pt x="133" y="1"/>
                    <a:pt x="123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475" lIns="91425" spcFirstLastPara="1" rIns="91425" wrap="square" tIns="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46" name="Google Shape;2046;p13"/>
            <p:cNvSpPr/>
            <p:nvPr/>
          </p:nvSpPr>
          <p:spPr>
            <a:xfrm>
              <a:off x="4103280" y="4999680"/>
              <a:ext cx="12960" cy="13680"/>
            </a:xfrm>
            <a:custGeom>
              <a:rect b="b" l="l" r="r" t="t"/>
              <a:pathLst>
                <a:path extrusionOk="0" h="282" w="267">
                  <a:moveTo>
                    <a:pt x="122" y="1"/>
                  </a:moveTo>
                  <a:cubicBezTo>
                    <a:pt x="115" y="1"/>
                    <a:pt x="107" y="2"/>
                    <a:pt x="99" y="4"/>
                  </a:cubicBezTo>
                  <a:cubicBezTo>
                    <a:pt x="84" y="4"/>
                    <a:pt x="70" y="8"/>
                    <a:pt x="57" y="18"/>
                  </a:cubicBezTo>
                  <a:cubicBezTo>
                    <a:pt x="50" y="22"/>
                    <a:pt x="41" y="29"/>
                    <a:pt x="34" y="35"/>
                  </a:cubicBezTo>
                  <a:cubicBezTo>
                    <a:pt x="20" y="49"/>
                    <a:pt x="10" y="68"/>
                    <a:pt x="4" y="86"/>
                  </a:cubicBezTo>
                  <a:cubicBezTo>
                    <a:pt x="3" y="97"/>
                    <a:pt x="0" y="107"/>
                    <a:pt x="0" y="117"/>
                  </a:cubicBezTo>
                  <a:cubicBezTo>
                    <a:pt x="0" y="138"/>
                    <a:pt x="6" y="157"/>
                    <a:pt x="17" y="175"/>
                  </a:cubicBezTo>
                  <a:cubicBezTo>
                    <a:pt x="29" y="191"/>
                    <a:pt x="40" y="209"/>
                    <a:pt x="53" y="225"/>
                  </a:cubicBezTo>
                  <a:cubicBezTo>
                    <a:pt x="58" y="239"/>
                    <a:pt x="70" y="249"/>
                    <a:pt x="82" y="256"/>
                  </a:cubicBezTo>
                  <a:cubicBezTo>
                    <a:pt x="92" y="267"/>
                    <a:pt x="106" y="274"/>
                    <a:pt x="121" y="277"/>
                  </a:cubicBezTo>
                  <a:cubicBezTo>
                    <a:pt x="131" y="281"/>
                    <a:pt x="140" y="282"/>
                    <a:pt x="148" y="282"/>
                  </a:cubicBezTo>
                  <a:cubicBezTo>
                    <a:pt x="155" y="282"/>
                    <a:pt x="161" y="281"/>
                    <a:pt x="167" y="280"/>
                  </a:cubicBezTo>
                  <a:cubicBezTo>
                    <a:pt x="183" y="280"/>
                    <a:pt x="197" y="274"/>
                    <a:pt x="210" y="266"/>
                  </a:cubicBezTo>
                  <a:cubicBezTo>
                    <a:pt x="217" y="260"/>
                    <a:pt x="226" y="253"/>
                    <a:pt x="233" y="247"/>
                  </a:cubicBezTo>
                  <a:cubicBezTo>
                    <a:pt x="247" y="233"/>
                    <a:pt x="258" y="216"/>
                    <a:pt x="262" y="196"/>
                  </a:cubicBezTo>
                  <a:cubicBezTo>
                    <a:pt x="265" y="185"/>
                    <a:pt x="267" y="175"/>
                    <a:pt x="267" y="167"/>
                  </a:cubicBezTo>
                  <a:cubicBezTo>
                    <a:pt x="267" y="145"/>
                    <a:pt x="261" y="126"/>
                    <a:pt x="251" y="107"/>
                  </a:cubicBezTo>
                  <a:cubicBezTo>
                    <a:pt x="238" y="92"/>
                    <a:pt x="227" y="75"/>
                    <a:pt x="216" y="58"/>
                  </a:cubicBezTo>
                  <a:cubicBezTo>
                    <a:pt x="209" y="43"/>
                    <a:pt x="197" y="33"/>
                    <a:pt x="184" y="26"/>
                  </a:cubicBezTo>
                  <a:cubicBezTo>
                    <a:pt x="174" y="15"/>
                    <a:pt x="160" y="8"/>
                    <a:pt x="146" y="5"/>
                  </a:cubicBezTo>
                  <a:cubicBezTo>
                    <a:pt x="138" y="2"/>
                    <a:pt x="130" y="1"/>
                    <a:pt x="122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25" lIns="91425" spcFirstLastPara="1" rIns="91425" wrap="square" tIns="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47" name="Google Shape;2047;p13"/>
            <p:cNvSpPr/>
            <p:nvPr/>
          </p:nvSpPr>
          <p:spPr>
            <a:xfrm>
              <a:off x="4129200" y="5045040"/>
              <a:ext cx="11880" cy="12240"/>
            </a:xfrm>
            <a:custGeom>
              <a:rect b="b" l="l" r="r" t="t"/>
              <a:pathLst>
                <a:path extrusionOk="0" h="248" w="241">
                  <a:moveTo>
                    <a:pt x="14" y="98"/>
                  </a:moveTo>
                  <a:cubicBezTo>
                    <a:pt x="14" y="98"/>
                    <a:pt x="14" y="98"/>
                    <a:pt x="14" y="98"/>
                  </a:cubicBezTo>
                  <a:lnTo>
                    <a:pt x="14" y="98"/>
                  </a:lnTo>
                  <a:cubicBezTo>
                    <a:pt x="14" y="98"/>
                    <a:pt x="14" y="98"/>
                    <a:pt x="14" y="98"/>
                  </a:cubicBezTo>
                  <a:close/>
                  <a:moveTo>
                    <a:pt x="120" y="1"/>
                  </a:moveTo>
                  <a:cubicBezTo>
                    <a:pt x="113" y="1"/>
                    <a:pt x="106" y="2"/>
                    <a:pt x="99" y="4"/>
                  </a:cubicBezTo>
                  <a:cubicBezTo>
                    <a:pt x="84" y="4"/>
                    <a:pt x="69" y="8"/>
                    <a:pt x="57" y="18"/>
                  </a:cubicBezTo>
                  <a:cubicBezTo>
                    <a:pt x="43" y="25"/>
                    <a:pt x="33" y="35"/>
                    <a:pt x="26" y="48"/>
                  </a:cubicBezTo>
                  <a:cubicBezTo>
                    <a:pt x="14" y="58"/>
                    <a:pt x="7" y="72"/>
                    <a:pt x="3" y="86"/>
                  </a:cubicBezTo>
                  <a:cubicBezTo>
                    <a:pt x="1" y="98"/>
                    <a:pt x="0" y="107"/>
                    <a:pt x="0" y="117"/>
                  </a:cubicBezTo>
                  <a:cubicBezTo>
                    <a:pt x="0" y="138"/>
                    <a:pt x="5" y="156"/>
                    <a:pt x="15" y="174"/>
                  </a:cubicBezTo>
                  <a:lnTo>
                    <a:pt x="15" y="174"/>
                  </a:lnTo>
                  <a:cubicBezTo>
                    <a:pt x="17" y="180"/>
                    <a:pt x="20" y="186"/>
                    <a:pt x="24" y="191"/>
                  </a:cubicBezTo>
                  <a:cubicBezTo>
                    <a:pt x="31" y="205"/>
                    <a:pt x="43" y="217"/>
                    <a:pt x="55" y="224"/>
                  </a:cubicBezTo>
                  <a:cubicBezTo>
                    <a:pt x="65" y="234"/>
                    <a:pt x="79" y="241"/>
                    <a:pt x="94" y="245"/>
                  </a:cubicBezTo>
                  <a:cubicBezTo>
                    <a:pt x="105" y="246"/>
                    <a:pt x="115" y="248"/>
                    <a:pt x="123" y="248"/>
                  </a:cubicBezTo>
                  <a:cubicBezTo>
                    <a:pt x="145" y="248"/>
                    <a:pt x="164" y="242"/>
                    <a:pt x="183" y="232"/>
                  </a:cubicBezTo>
                  <a:cubicBezTo>
                    <a:pt x="190" y="227"/>
                    <a:pt x="198" y="219"/>
                    <a:pt x="205" y="215"/>
                  </a:cubicBezTo>
                  <a:cubicBezTo>
                    <a:pt x="221" y="195"/>
                    <a:pt x="232" y="180"/>
                    <a:pt x="238" y="160"/>
                  </a:cubicBezTo>
                  <a:lnTo>
                    <a:pt x="238" y="156"/>
                  </a:lnTo>
                  <a:lnTo>
                    <a:pt x="238" y="154"/>
                  </a:lnTo>
                  <a:cubicBezTo>
                    <a:pt x="240" y="144"/>
                    <a:pt x="241" y="133"/>
                    <a:pt x="241" y="123"/>
                  </a:cubicBezTo>
                  <a:lnTo>
                    <a:pt x="241" y="120"/>
                  </a:lnTo>
                  <a:lnTo>
                    <a:pt x="241" y="119"/>
                  </a:lnTo>
                  <a:lnTo>
                    <a:pt x="238" y="89"/>
                  </a:lnTo>
                  <a:lnTo>
                    <a:pt x="225" y="61"/>
                  </a:lnTo>
                  <a:lnTo>
                    <a:pt x="207" y="37"/>
                  </a:lnTo>
                  <a:lnTo>
                    <a:pt x="184" y="20"/>
                  </a:lnTo>
                  <a:lnTo>
                    <a:pt x="183" y="20"/>
                  </a:lnTo>
                  <a:cubicBezTo>
                    <a:pt x="180" y="20"/>
                    <a:pt x="156" y="8"/>
                    <a:pt x="154" y="7"/>
                  </a:cubicBezTo>
                  <a:lnTo>
                    <a:pt x="152" y="7"/>
                  </a:lnTo>
                  <a:cubicBezTo>
                    <a:pt x="150" y="7"/>
                    <a:pt x="147" y="5"/>
                    <a:pt x="145" y="5"/>
                  </a:cubicBezTo>
                  <a:cubicBezTo>
                    <a:pt x="136" y="2"/>
                    <a:pt x="128" y="1"/>
                    <a:pt x="120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100" lIns="91425" spcFirstLastPara="1" rIns="91425" wrap="square" tIns="6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48" name="Google Shape;2048;p13"/>
            <p:cNvSpPr/>
            <p:nvPr/>
          </p:nvSpPr>
          <p:spPr>
            <a:xfrm>
              <a:off x="4086000" y="5071320"/>
              <a:ext cx="11520" cy="11880"/>
            </a:xfrm>
            <a:custGeom>
              <a:rect b="b" l="l" r="r" t="t"/>
              <a:pathLst>
                <a:path extrusionOk="0" h="246" w="236">
                  <a:moveTo>
                    <a:pt x="120" y="0"/>
                  </a:moveTo>
                  <a:cubicBezTo>
                    <a:pt x="98" y="0"/>
                    <a:pt x="79" y="6"/>
                    <a:pt x="62" y="17"/>
                  </a:cubicBezTo>
                  <a:cubicBezTo>
                    <a:pt x="55" y="22"/>
                    <a:pt x="45" y="29"/>
                    <a:pt x="38" y="34"/>
                  </a:cubicBezTo>
                  <a:cubicBezTo>
                    <a:pt x="23" y="49"/>
                    <a:pt x="13" y="67"/>
                    <a:pt x="8" y="85"/>
                  </a:cubicBezTo>
                  <a:cubicBezTo>
                    <a:pt x="8" y="91"/>
                    <a:pt x="6" y="95"/>
                    <a:pt x="6" y="100"/>
                  </a:cubicBezTo>
                  <a:cubicBezTo>
                    <a:pt x="1" y="117"/>
                    <a:pt x="1" y="131"/>
                    <a:pt x="5" y="146"/>
                  </a:cubicBezTo>
                  <a:cubicBezTo>
                    <a:pt x="5" y="162"/>
                    <a:pt x="9" y="176"/>
                    <a:pt x="18" y="189"/>
                  </a:cubicBezTo>
                  <a:cubicBezTo>
                    <a:pt x="25" y="203"/>
                    <a:pt x="36" y="213"/>
                    <a:pt x="49" y="220"/>
                  </a:cubicBezTo>
                  <a:cubicBezTo>
                    <a:pt x="59" y="231"/>
                    <a:pt x="73" y="239"/>
                    <a:pt x="87" y="241"/>
                  </a:cubicBezTo>
                  <a:cubicBezTo>
                    <a:pt x="98" y="244"/>
                    <a:pt x="108" y="246"/>
                    <a:pt x="118" y="246"/>
                  </a:cubicBezTo>
                  <a:cubicBezTo>
                    <a:pt x="140" y="246"/>
                    <a:pt x="158" y="240"/>
                    <a:pt x="176" y="230"/>
                  </a:cubicBezTo>
                  <a:cubicBezTo>
                    <a:pt x="183" y="224"/>
                    <a:pt x="192" y="217"/>
                    <a:pt x="199" y="212"/>
                  </a:cubicBezTo>
                  <a:cubicBezTo>
                    <a:pt x="213" y="197"/>
                    <a:pt x="222" y="180"/>
                    <a:pt x="229" y="161"/>
                  </a:cubicBezTo>
                  <a:cubicBezTo>
                    <a:pt x="229" y="155"/>
                    <a:pt x="232" y="152"/>
                    <a:pt x="232" y="146"/>
                  </a:cubicBezTo>
                  <a:cubicBezTo>
                    <a:pt x="236" y="131"/>
                    <a:pt x="236" y="117"/>
                    <a:pt x="233" y="100"/>
                  </a:cubicBezTo>
                  <a:cubicBezTo>
                    <a:pt x="233" y="84"/>
                    <a:pt x="227" y="70"/>
                    <a:pt x="219" y="57"/>
                  </a:cubicBezTo>
                  <a:cubicBezTo>
                    <a:pt x="212" y="43"/>
                    <a:pt x="200" y="33"/>
                    <a:pt x="189" y="26"/>
                  </a:cubicBezTo>
                  <a:cubicBezTo>
                    <a:pt x="178" y="15"/>
                    <a:pt x="164" y="8"/>
                    <a:pt x="149" y="5"/>
                  </a:cubicBezTo>
                  <a:cubicBezTo>
                    <a:pt x="140" y="3"/>
                    <a:pt x="128" y="0"/>
                    <a:pt x="120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100" lIns="91425" spcFirstLastPara="1" rIns="91425" wrap="square" tIns="6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49" name="Google Shape;2049;p13"/>
            <p:cNvSpPr/>
            <p:nvPr/>
          </p:nvSpPr>
          <p:spPr>
            <a:xfrm>
              <a:off x="4149000" y="4921920"/>
              <a:ext cx="11520" cy="11880"/>
            </a:xfrm>
            <a:custGeom>
              <a:rect b="b" l="l" r="r" t="t"/>
              <a:pathLst>
                <a:path extrusionOk="0" h="245" w="237">
                  <a:moveTo>
                    <a:pt x="120" y="0"/>
                  </a:moveTo>
                  <a:cubicBezTo>
                    <a:pt x="99" y="0"/>
                    <a:pt x="79" y="6"/>
                    <a:pt x="62" y="16"/>
                  </a:cubicBezTo>
                  <a:cubicBezTo>
                    <a:pt x="55" y="22"/>
                    <a:pt x="45" y="29"/>
                    <a:pt x="38" y="33"/>
                  </a:cubicBezTo>
                  <a:cubicBezTo>
                    <a:pt x="23" y="47"/>
                    <a:pt x="14" y="66"/>
                    <a:pt x="8" y="85"/>
                  </a:cubicBezTo>
                  <a:cubicBezTo>
                    <a:pt x="8" y="90"/>
                    <a:pt x="6" y="94"/>
                    <a:pt x="6" y="100"/>
                  </a:cubicBezTo>
                  <a:cubicBezTo>
                    <a:pt x="1" y="115"/>
                    <a:pt x="1" y="129"/>
                    <a:pt x="4" y="145"/>
                  </a:cubicBezTo>
                  <a:cubicBezTo>
                    <a:pt x="4" y="161"/>
                    <a:pt x="9" y="175"/>
                    <a:pt x="18" y="187"/>
                  </a:cubicBezTo>
                  <a:cubicBezTo>
                    <a:pt x="25" y="202"/>
                    <a:pt x="36" y="213"/>
                    <a:pt x="49" y="220"/>
                  </a:cubicBezTo>
                  <a:cubicBezTo>
                    <a:pt x="59" y="230"/>
                    <a:pt x="73" y="237"/>
                    <a:pt x="87" y="241"/>
                  </a:cubicBezTo>
                  <a:cubicBezTo>
                    <a:pt x="99" y="243"/>
                    <a:pt x="109" y="244"/>
                    <a:pt x="118" y="244"/>
                  </a:cubicBezTo>
                  <a:cubicBezTo>
                    <a:pt x="140" y="244"/>
                    <a:pt x="158" y="238"/>
                    <a:pt x="177" y="229"/>
                  </a:cubicBezTo>
                  <a:cubicBezTo>
                    <a:pt x="184" y="223"/>
                    <a:pt x="192" y="216"/>
                    <a:pt x="199" y="210"/>
                  </a:cubicBezTo>
                  <a:cubicBezTo>
                    <a:pt x="213" y="197"/>
                    <a:pt x="225" y="179"/>
                    <a:pt x="229" y="159"/>
                  </a:cubicBezTo>
                  <a:cubicBezTo>
                    <a:pt x="229" y="153"/>
                    <a:pt x="232" y="151"/>
                    <a:pt x="232" y="145"/>
                  </a:cubicBezTo>
                  <a:cubicBezTo>
                    <a:pt x="236" y="129"/>
                    <a:pt x="236" y="115"/>
                    <a:pt x="233" y="100"/>
                  </a:cubicBezTo>
                  <a:cubicBezTo>
                    <a:pt x="233" y="83"/>
                    <a:pt x="228" y="68"/>
                    <a:pt x="219" y="57"/>
                  </a:cubicBezTo>
                  <a:cubicBezTo>
                    <a:pt x="212" y="43"/>
                    <a:pt x="201" y="32"/>
                    <a:pt x="189" y="25"/>
                  </a:cubicBezTo>
                  <a:cubicBezTo>
                    <a:pt x="178" y="15"/>
                    <a:pt x="164" y="7"/>
                    <a:pt x="150" y="3"/>
                  </a:cubicBezTo>
                  <a:cubicBezTo>
                    <a:pt x="138" y="2"/>
                    <a:pt x="128" y="0"/>
                    <a:pt x="120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100" lIns="91425" spcFirstLastPara="1" rIns="91425" wrap="square" tIns="6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50" name="Google Shape;2050;p13"/>
            <p:cNvSpPr/>
            <p:nvPr/>
          </p:nvSpPr>
          <p:spPr>
            <a:xfrm>
              <a:off x="3985200" y="4690440"/>
              <a:ext cx="14400" cy="11160"/>
            </a:xfrm>
            <a:custGeom>
              <a:rect b="b" l="l" r="r" t="t"/>
              <a:pathLst>
                <a:path extrusionOk="0" h="231" w="296">
                  <a:moveTo>
                    <a:pt x="147" y="1"/>
                  </a:moveTo>
                  <a:cubicBezTo>
                    <a:pt x="1" y="1"/>
                    <a:pt x="1" y="230"/>
                    <a:pt x="147" y="230"/>
                  </a:cubicBezTo>
                  <a:cubicBezTo>
                    <a:pt x="295" y="230"/>
                    <a:pt x="295" y="1"/>
                    <a:pt x="147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750" lIns="91425" spcFirstLastPara="1" rIns="91425" wrap="square" tIns="5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51" name="Google Shape;2051;p13"/>
            <p:cNvSpPr/>
            <p:nvPr/>
          </p:nvSpPr>
          <p:spPr>
            <a:xfrm>
              <a:off x="4000680" y="4740120"/>
              <a:ext cx="14760" cy="11160"/>
            </a:xfrm>
            <a:custGeom>
              <a:rect b="b" l="l" r="r" t="t"/>
              <a:pathLst>
                <a:path extrusionOk="0" h="232" w="299">
                  <a:moveTo>
                    <a:pt x="150" y="1"/>
                  </a:moveTo>
                  <a:cubicBezTo>
                    <a:pt x="2" y="1"/>
                    <a:pt x="1" y="232"/>
                    <a:pt x="150" y="232"/>
                  </a:cubicBezTo>
                  <a:cubicBezTo>
                    <a:pt x="298" y="232"/>
                    <a:pt x="298" y="1"/>
                    <a:pt x="150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750" lIns="91425" spcFirstLastPara="1" rIns="91425" wrap="square" tIns="5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52" name="Google Shape;2052;p13"/>
            <p:cNvSpPr/>
            <p:nvPr/>
          </p:nvSpPr>
          <p:spPr>
            <a:xfrm>
              <a:off x="3967560" y="4620600"/>
              <a:ext cx="11880" cy="12240"/>
            </a:xfrm>
            <a:custGeom>
              <a:rect b="b" l="l" r="r" t="t"/>
              <a:pathLst>
                <a:path extrusionOk="0" h="249" w="244">
                  <a:moveTo>
                    <a:pt x="121" y="1"/>
                  </a:moveTo>
                  <a:cubicBezTo>
                    <a:pt x="114" y="1"/>
                    <a:pt x="107" y="2"/>
                    <a:pt x="100" y="4"/>
                  </a:cubicBezTo>
                  <a:cubicBezTo>
                    <a:pt x="84" y="4"/>
                    <a:pt x="70" y="8"/>
                    <a:pt x="58" y="18"/>
                  </a:cubicBezTo>
                  <a:cubicBezTo>
                    <a:pt x="50" y="22"/>
                    <a:pt x="42" y="29"/>
                    <a:pt x="35" y="35"/>
                  </a:cubicBezTo>
                  <a:cubicBezTo>
                    <a:pt x="21" y="49"/>
                    <a:pt x="9" y="68"/>
                    <a:pt x="4" y="86"/>
                  </a:cubicBezTo>
                  <a:cubicBezTo>
                    <a:pt x="2" y="97"/>
                    <a:pt x="1" y="107"/>
                    <a:pt x="1" y="117"/>
                  </a:cubicBezTo>
                  <a:cubicBezTo>
                    <a:pt x="1" y="136"/>
                    <a:pt x="7" y="155"/>
                    <a:pt x="16" y="175"/>
                  </a:cubicBezTo>
                  <a:cubicBezTo>
                    <a:pt x="21" y="181"/>
                    <a:pt x="24" y="184"/>
                    <a:pt x="28" y="189"/>
                  </a:cubicBezTo>
                  <a:lnTo>
                    <a:pt x="29" y="191"/>
                  </a:lnTo>
                  <a:cubicBezTo>
                    <a:pt x="36" y="205"/>
                    <a:pt x="46" y="216"/>
                    <a:pt x="59" y="224"/>
                  </a:cubicBezTo>
                  <a:cubicBezTo>
                    <a:pt x="70" y="233"/>
                    <a:pt x="84" y="241"/>
                    <a:pt x="99" y="245"/>
                  </a:cubicBezTo>
                  <a:cubicBezTo>
                    <a:pt x="107" y="247"/>
                    <a:pt x="115" y="248"/>
                    <a:pt x="124" y="248"/>
                  </a:cubicBezTo>
                  <a:cubicBezTo>
                    <a:pt x="130" y="248"/>
                    <a:pt x="137" y="247"/>
                    <a:pt x="144" y="246"/>
                  </a:cubicBezTo>
                  <a:cubicBezTo>
                    <a:pt x="160" y="246"/>
                    <a:pt x="174" y="241"/>
                    <a:pt x="186" y="232"/>
                  </a:cubicBezTo>
                  <a:cubicBezTo>
                    <a:pt x="194" y="226"/>
                    <a:pt x="202" y="219"/>
                    <a:pt x="209" y="214"/>
                  </a:cubicBezTo>
                  <a:cubicBezTo>
                    <a:pt x="223" y="199"/>
                    <a:pt x="235" y="182"/>
                    <a:pt x="240" y="163"/>
                  </a:cubicBezTo>
                  <a:cubicBezTo>
                    <a:pt x="242" y="153"/>
                    <a:pt x="243" y="141"/>
                    <a:pt x="243" y="133"/>
                  </a:cubicBezTo>
                  <a:cubicBezTo>
                    <a:pt x="243" y="112"/>
                    <a:pt x="237" y="92"/>
                    <a:pt x="228" y="75"/>
                  </a:cubicBezTo>
                  <a:cubicBezTo>
                    <a:pt x="223" y="69"/>
                    <a:pt x="220" y="65"/>
                    <a:pt x="216" y="61"/>
                  </a:cubicBezTo>
                  <a:lnTo>
                    <a:pt x="215" y="58"/>
                  </a:lnTo>
                  <a:cubicBezTo>
                    <a:pt x="208" y="44"/>
                    <a:pt x="198" y="34"/>
                    <a:pt x="185" y="27"/>
                  </a:cubicBezTo>
                  <a:cubicBezTo>
                    <a:pt x="174" y="15"/>
                    <a:pt x="160" y="8"/>
                    <a:pt x="145" y="5"/>
                  </a:cubicBezTo>
                  <a:cubicBezTo>
                    <a:pt x="137" y="2"/>
                    <a:pt x="129" y="1"/>
                    <a:pt x="121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100" lIns="91425" spcFirstLastPara="1" rIns="91425" wrap="square" tIns="6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53" name="Google Shape;2053;p13"/>
            <p:cNvSpPr/>
            <p:nvPr/>
          </p:nvSpPr>
          <p:spPr>
            <a:xfrm>
              <a:off x="3952440" y="4664520"/>
              <a:ext cx="11880" cy="12240"/>
            </a:xfrm>
            <a:custGeom>
              <a:rect b="b" l="l" r="r" t="t"/>
              <a:pathLst>
                <a:path extrusionOk="0" h="248" w="243">
                  <a:moveTo>
                    <a:pt x="15" y="97"/>
                  </a:moveTo>
                  <a:cubicBezTo>
                    <a:pt x="15" y="97"/>
                    <a:pt x="15" y="98"/>
                    <a:pt x="15" y="98"/>
                  </a:cubicBezTo>
                  <a:lnTo>
                    <a:pt x="15" y="98"/>
                  </a:lnTo>
                  <a:cubicBezTo>
                    <a:pt x="15" y="98"/>
                    <a:pt x="15" y="97"/>
                    <a:pt x="15" y="97"/>
                  </a:cubicBezTo>
                  <a:close/>
                  <a:moveTo>
                    <a:pt x="122" y="1"/>
                  </a:moveTo>
                  <a:cubicBezTo>
                    <a:pt x="115" y="1"/>
                    <a:pt x="107" y="2"/>
                    <a:pt x="100" y="4"/>
                  </a:cubicBezTo>
                  <a:cubicBezTo>
                    <a:pt x="84" y="4"/>
                    <a:pt x="70" y="8"/>
                    <a:pt x="57" y="18"/>
                  </a:cubicBezTo>
                  <a:cubicBezTo>
                    <a:pt x="43" y="25"/>
                    <a:pt x="33" y="35"/>
                    <a:pt x="26" y="48"/>
                  </a:cubicBezTo>
                  <a:cubicBezTo>
                    <a:pt x="15" y="58"/>
                    <a:pt x="7" y="72"/>
                    <a:pt x="5" y="86"/>
                  </a:cubicBezTo>
                  <a:cubicBezTo>
                    <a:pt x="3" y="97"/>
                    <a:pt x="0" y="107"/>
                    <a:pt x="0" y="117"/>
                  </a:cubicBezTo>
                  <a:cubicBezTo>
                    <a:pt x="0" y="138"/>
                    <a:pt x="6" y="157"/>
                    <a:pt x="17" y="175"/>
                  </a:cubicBezTo>
                  <a:cubicBezTo>
                    <a:pt x="17" y="175"/>
                    <a:pt x="17" y="175"/>
                    <a:pt x="17" y="175"/>
                  </a:cubicBezTo>
                  <a:lnTo>
                    <a:pt x="17" y="175"/>
                  </a:lnTo>
                  <a:cubicBezTo>
                    <a:pt x="20" y="181"/>
                    <a:pt x="23" y="186"/>
                    <a:pt x="26" y="191"/>
                  </a:cubicBezTo>
                  <a:cubicBezTo>
                    <a:pt x="33" y="205"/>
                    <a:pt x="43" y="216"/>
                    <a:pt x="56" y="223"/>
                  </a:cubicBezTo>
                  <a:cubicBezTo>
                    <a:pt x="67" y="233"/>
                    <a:pt x="81" y="240"/>
                    <a:pt x="95" y="245"/>
                  </a:cubicBezTo>
                  <a:cubicBezTo>
                    <a:pt x="105" y="246"/>
                    <a:pt x="117" y="248"/>
                    <a:pt x="125" y="248"/>
                  </a:cubicBezTo>
                  <a:cubicBezTo>
                    <a:pt x="146" y="248"/>
                    <a:pt x="166" y="242"/>
                    <a:pt x="183" y="232"/>
                  </a:cubicBezTo>
                  <a:cubicBezTo>
                    <a:pt x="190" y="226"/>
                    <a:pt x="199" y="219"/>
                    <a:pt x="206" y="214"/>
                  </a:cubicBezTo>
                  <a:cubicBezTo>
                    <a:pt x="224" y="195"/>
                    <a:pt x="233" y="180"/>
                    <a:pt x="238" y="160"/>
                  </a:cubicBezTo>
                  <a:lnTo>
                    <a:pt x="238" y="155"/>
                  </a:lnTo>
                  <a:lnTo>
                    <a:pt x="238" y="154"/>
                  </a:lnTo>
                  <a:cubicBezTo>
                    <a:pt x="240" y="143"/>
                    <a:pt x="243" y="133"/>
                    <a:pt x="243" y="121"/>
                  </a:cubicBezTo>
                  <a:lnTo>
                    <a:pt x="243" y="120"/>
                  </a:lnTo>
                  <a:lnTo>
                    <a:pt x="243" y="119"/>
                  </a:lnTo>
                  <a:lnTo>
                    <a:pt x="238" y="89"/>
                  </a:lnTo>
                  <a:lnTo>
                    <a:pt x="226" y="60"/>
                  </a:lnTo>
                  <a:lnTo>
                    <a:pt x="209" y="36"/>
                  </a:lnTo>
                  <a:lnTo>
                    <a:pt x="185" y="19"/>
                  </a:lnTo>
                  <a:lnTo>
                    <a:pt x="183" y="19"/>
                  </a:lnTo>
                  <a:cubicBezTo>
                    <a:pt x="182" y="19"/>
                    <a:pt x="156" y="8"/>
                    <a:pt x="155" y="7"/>
                  </a:cubicBezTo>
                  <a:lnTo>
                    <a:pt x="153" y="7"/>
                  </a:lnTo>
                  <a:cubicBezTo>
                    <a:pt x="152" y="7"/>
                    <a:pt x="148" y="5"/>
                    <a:pt x="146" y="5"/>
                  </a:cubicBezTo>
                  <a:cubicBezTo>
                    <a:pt x="138" y="2"/>
                    <a:pt x="130" y="1"/>
                    <a:pt x="122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100" lIns="91425" spcFirstLastPara="1" rIns="91425" wrap="square" tIns="6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54" name="Google Shape;2054;p13"/>
            <p:cNvSpPr/>
            <p:nvPr/>
          </p:nvSpPr>
          <p:spPr>
            <a:xfrm>
              <a:off x="3882960" y="4760280"/>
              <a:ext cx="14760" cy="11160"/>
            </a:xfrm>
            <a:custGeom>
              <a:rect b="b" l="l" r="r" t="t"/>
              <a:pathLst>
                <a:path extrusionOk="0" h="231" w="299">
                  <a:moveTo>
                    <a:pt x="150" y="1"/>
                  </a:moveTo>
                  <a:cubicBezTo>
                    <a:pt x="1" y="1"/>
                    <a:pt x="1" y="230"/>
                    <a:pt x="150" y="230"/>
                  </a:cubicBezTo>
                  <a:cubicBezTo>
                    <a:pt x="299" y="230"/>
                    <a:pt x="299" y="1"/>
                    <a:pt x="150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750" lIns="91425" spcFirstLastPara="1" rIns="91425" wrap="square" tIns="5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55" name="Google Shape;2055;p13"/>
            <p:cNvSpPr/>
            <p:nvPr/>
          </p:nvSpPr>
          <p:spPr>
            <a:xfrm>
              <a:off x="3902760" y="4731120"/>
              <a:ext cx="14760" cy="11160"/>
            </a:xfrm>
            <a:custGeom>
              <a:rect b="b" l="l" r="r" t="t"/>
              <a:pathLst>
                <a:path extrusionOk="0" h="231" w="297">
                  <a:moveTo>
                    <a:pt x="148" y="1"/>
                  </a:moveTo>
                  <a:cubicBezTo>
                    <a:pt x="0" y="1"/>
                    <a:pt x="0" y="230"/>
                    <a:pt x="148" y="230"/>
                  </a:cubicBezTo>
                  <a:cubicBezTo>
                    <a:pt x="297" y="230"/>
                    <a:pt x="297" y="1"/>
                    <a:pt x="148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750" lIns="91425" spcFirstLastPara="1" rIns="91425" wrap="square" tIns="5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2056" name="Google Shape;2056;p13"/>
          <p:cNvSpPr/>
          <p:nvPr/>
        </p:nvSpPr>
        <p:spPr>
          <a:xfrm>
            <a:off x="2457360" y="3600360"/>
            <a:ext cx="4228800" cy="7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3C3C3B"/>
                </a:solidFill>
                <a:latin typeface="Nunito"/>
                <a:ea typeface="Nunito"/>
                <a:cs typeface="Nunito"/>
                <a:sym typeface="Nunito"/>
              </a:rPr>
              <a:t>Nick Darby</a:t>
            </a:r>
            <a:endParaRPr b="0" i="0" sz="16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057" name="Google Shape;2057;p13"/>
          <p:cNvSpPr/>
          <p:nvPr/>
        </p:nvSpPr>
        <p:spPr>
          <a:xfrm>
            <a:off x="3580247" y="1120761"/>
            <a:ext cx="19827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b" bIns="85700" lIns="171450" spcFirstLastPara="1" rIns="171450" wrap="square" tIns="85700">
            <a:noAutofit/>
          </a:bodyPr>
          <a:lstStyle/>
          <a:p>
            <a:pPr indent="0" lvl="0" marL="0" marR="0" rtl="0" algn="ctr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360">
                <a:solidFill>
                  <a:srgbClr val="3C3C3B"/>
                </a:solidFill>
                <a:latin typeface="Barriecito"/>
                <a:ea typeface="Barriecito"/>
                <a:cs typeface="Barriecito"/>
                <a:sym typeface="Barriecito"/>
              </a:rPr>
              <a:t>Week 3</a:t>
            </a:r>
            <a:endParaRPr b="0" i="0" sz="436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058" name="Google Shape;2058;p13"/>
          <p:cNvSpPr/>
          <p:nvPr/>
        </p:nvSpPr>
        <p:spPr>
          <a:xfrm>
            <a:off x="2493593" y="2668475"/>
            <a:ext cx="41568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b" bIns="85700" lIns="171450" spcFirstLastPara="1" rIns="171450" wrap="square" tIns="85700">
            <a:noAutofit/>
          </a:bodyPr>
          <a:lstStyle/>
          <a:p>
            <a:pPr indent="0" lvl="0" marL="0" marR="0" rtl="0" algn="ctr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2">
                <a:solidFill>
                  <a:srgbClr val="3C3C3B"/>
                </a:solidFill>
                <a:latin typeface="Barriecito"/>
                <a:ea typeface="Barriecito"/>
                <a:cs typeface="Barriecito"/>
                <a:sym typeface="Barriecito"/>
              </a:rPr>
              <a:t>Update</a:t>
            </a:r>
            <a:endParaRPr b="0" i="0" sz="9002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059" name="Google Shape;2059;p13"/>
          <p:cNvSpPr/>
          <p:nvPr/>
        </p:nvSpPr>
        <p:spPr>
          <a:xfrm>
            <a:off x="3580247" y="1547261"/>
            <a:ext cx="19827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b" bIns="85700" lIns="171450" spcFirstLastPara="1" rIns="171450" wrap="square" tIns="85700">
            <a:noAutofit/>
          </a:bodyPr>
          <a:lstStyle/>
          <a:p>
            <a:pPr indent="0" lvl="0" marL="0" marR="0" rtl="0" algn="ctr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60">
                <a:solidFill>
                  <a:srgbClr val="3C3C3B"/>
                </a:solidFill>
                <a:latin typeface="Barriecito"/>
                <a:ea typeface="Barriecito"/>
                <a:cs typeface="Barriecito"/>
                <a:sym typeface="Barriecito"/>
              </a:rPr>
              <a:t>Quick</a:t>
            </a:r>
            <a:endParaRPr b="0" i="0" sz="276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3" name="Shape 2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64" name="Google Shape;2064;p14"/>
          <p:cNvGrpSpPr/>
          <p:nvPr/>
        </p:nvGrpSpPr>
        <p:grpSpPr>
          <a:xfrm>
            <a:off x="8039880" y="4151520"/>
            <a:ext cx="732975" cy="751664"/>
            <a:chOff x="8039880" y="4151520"/>
            <a:chExt cx="732975" cy="751664"/>
          </a:xfrm>
        </p:grpSpPr>
        <p:sp>
          <p:nvSpPr>
            <p:cNvPr id="2065" name="Google Shape;2065;p14"/>
            <p:cNvSpPr/>
            <p:nvPr/>
          </p:nvSpPr>
          <p:spPr>
            <a:xfrm>
              <a:off x="8198280" y="4595400"/>
              <a:ext cx="105120" cy="137160"/>
            </a:xfrm>
            <a:custGeom>
              <a:rect b="b" l="l" r="r" t="t"/>
              <a:pathLst>
                <a:path extrusionOk="0" h="2729" w="2091">
                  <a:moveTo>
                    <a:pt x="1299" y="423"/>
                  </a:moveTo>
                  <a:cubicBezTo>
                    <a:pt x="1557" y="423"/>
                    <a:pt x="1783" y="601"/>
                    <a:pt x="1875" y="867"/>
                  </a:cubicBezTo>
                  <a:cubicBezTo>
                    <a:pt x="2003" y="1235"/>
                    <a:pt x="1827" y="1681"/>
                    <a:pt x="1622" y="1993"/>
                  </a:cubicBezTo>
                  <a:cubicBezTo>
                    <a:pt x="1495" y="2187"/>
                    <a:pt x="1269" y="2345"/>
                    <a:pt x="1044" y="2345"/>
                  </a:cubicBezTo>
                  <a:cubicBezTo>
                    <a:pt x="937" y="2345"/>
                    <a:pt x="830" y="2309"/>
                    <a:pt x="733" y="2224"/>
                  </a:cubicBezTo>
                  <a:cubicBezTo>
                    <a:pt x="584" y="2094"/>
                    <a:pt x="543" y="1898"/>
                    <a:pt x="563" y="1701"/>
                  </a:cubicBezTo>
                  <a:cubicBezTo>
                    <a:pt x="433" y="1222"/>
                    <a:pt x="581" y="655"/>
                    <a:pt x="1082" y="464"/>
                  </a:cubicBezTo>
                  <a:cubicBezTo>
                    <a:pt x="1155" y="436"/>
                    <a:pt x="1228" y="423"/>
                    <a:pt x="1299" y="423"/>
                  </a:cubicBezTo>
                  <a:close/>
                  <a:moveTo>
                    <a:pt x="980" y="1"/>
                  </a:moveTo>
                  <a:cubicBezTo>
                    <a:pt x="936" y="1"/>
                    <a:pt x="892" y="6"/>
                    <a:pt x="848" y="16"/>
                  </a:cubicBezTo>
                  <a:cubicBezTo>
                    <a:pt x="481" y="106"/>
                    <a:pt x="387" y="510"/>
                    <a:pt x="297" y="807"/>
                  </a:cubicBezTo>
                  <a:cubicBezTo>
                    <a:pt x="154" y="1279"/>
                    <a:pt x="0" y="1827"/>
                    <a:pt x="254" y="2294"/>
                  </a:cubicBezTo>
                  <a:cubicBezTo>
                    <a:pt x="427" y="2608"/>
                    <a:pt x="634" y="2728"/>
                    <a:pt x="847" y="2728"/>
                  </a:cubicBezTo>
                  <a:cubicBezTo>
                    <a:pt x="1246" y="2728"/>
                    <a:pt x="1664" y="2301"/>
                    <a:pt x="1904" y="1929"/>
                  </a:cubicBezTo>
                  <a:cubicBezTo>
                    <a:pt x="1905" y="1927"/>
                    <a:pt x="1905" y="1921"/>
                    <a:pt x="1906" y="1918"/>
                  </a:cubicBezTo>
                  <a:cubicBezTo>
                    <a:pt x="2091" y="1497"/>
                    <a:pt x="1899" y="698"/>
                    <a:pt x="1623" y="349"/>
                  </a:cubicBezTo>
                  <a:cubicBezTo>
                    <a:pt x="1476" y="163"/>
                    <a:pt x="1231" y="1"/>
                    <a:pt x="9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68750" lIns="91425" spcFirstLastPara="1" rIns="91425" wrap="square" tIns="68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66" name="Google Shape;2066;p14"/>
            <p:cNvSpPr/>
            <p:nvPr/>
          </p:nvSpPr>
          <p:spPr>
            <a:xfrm>
              <a:off x="8335440" y="4617720"/>
              <a:ext cx="33840" cy="9720"/>
            </a:xfrm>
            <a:custGeom>
              <a:rect b="b" l="l" r="r" t="t"/>
              <a:pathLst>
                <a:path extrusionOk="0" h="203" w="680">
                  <a:moveTo>
                    <a:pt x="489" y="0"/>
                  </a:moveTo>
                  <a:cubicBezTo>
                    <a:pt x="443" y="0"/>
                    <a:pt x="397" y="5"/>
                    <a:pt x="351" y="14"/>
                  </a:cubicBezTo>
                  <a:cubicBezTo>
                    <a:pt x="215" y="41"/>
                    <a:pt x="118" y="120"/>
                    <a:pt x="1" y="175"/>
                  </a:cubicBezTo>
                  <a:lnTo>
                    <a:pt x="2" y="181"/>
                  </a:lnTo>
                  <a:cubicBezTo>
                    <a:pt x="8" y="180"/>
                    <a:pt x="13" y="179"/>
                    <a:pt x="19" y="179"/>
                  </a:cubicBezTo>
                  <a:cubicBezTo>
                    <a:pt x="26" y="179"/>
                    <a:pt x="33" y="180"/>
                    <a:pt x="42" y="182"/>
                  </a:cubicBezTo>
                  <a:cubicBezTo>
                    <a:pt x="97" y="196"/>
                    <a:pt x="153" y="202"/>
                    <a:pt x="209" y="202"/>
                  </a:cubicBezTo>
                  <a:cubicBezTo>
                    <a:pt x="381" y="202"/>
                    <a:pt x="546" y="139"/>
                    <a:pt x="679" y="26"/>
                  </a:cubicBezTo>
                  <a:cubicBezTo>
                    <a:pt x="617" y="9"/>
                    <a:pt x="553" y="0"/>
                    <a:pt x="48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67" name="Google Shape;2067;p14"/>
            <p:cNvSpPr/>
            <p:nvPr/>
          </p:nvSpPr>
          <p:spPr>
            <a:xfrm>
              <a:off x="8427600" y="4555080"/>
              <a:ext cx="14400" cy="27000"/>
            </a:xfrm>
            <a:custGeom>
              <a:rect b="b" l="l" r="r" t="t"/>
              <a:pathLst>
                <a:path extrusionOk="0" h="542" w="291">
                  <a:moveTo>
                    <a:pt x="139" y="0"/>
                  </a:moveTo>
                  <a:cubicBezTo>
                    <a:pt x="104" y="38"/>
                    <a:pt x="61" y="68"/>
                    <a:pt x="37" y="113"/>
                  </a:cubicBezTo>
                  <a:cubicBezTo>
                    <a:pt x="10" y="166"/>
                    <a:pt x="0" y="224"/>
                    <a:pt x="3" y="281"/>
                  </a:cubicBezTo>
                  <a:cubicBezTo>
                    <a:pt x="9" y="390"/>
                    <a:pt x="58" y="490"/>
                    <a:pt x="151" y="541"/>
                  </a:cubicBezTo>
                  <a:cubicBezTo>
                    <a:pt x="291" y="393"/>
                    <a:pt x="285" y="149"/>
                    <a:pt x="13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3675" lIns="91425" spcFirstLastPara="1" rIns="91425" wrap="square" tIns="13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68" name="Google Shape;2068;p14"/>
            <p:cNvSpPr/>
            <p:nvPr/>
          </p:nvSpPr>
          <p:spPr>
            <a:xfrm>
              <a:off x="8440200" y="4356720"/>
              <a:ext cx="36000" cy="19440"/>
            </a:xfrm>
            <a:custGeom>
              <a:rect b="b" l="l" r="r" t="t"/>
              <a:pathLst>
                <a:path extrusionOk="0" h="396" w="721">
                  <a:moveTo>
                    <a:pt x="582" y="0"/>
                  </a:moveTo>
                  <a:cubicBezTo>
                    <a:pt x="507" y="0"/>
                    <a:pt x="405" y="71"/>
                    <a:pt x="347" y="98"/>
                  </a:cubicBezTo>
                  <a:cubicBezTo>
                    <a:pt x="303" y="120"/>
                    <a:pt x="1" y="249"/>
                    <a:pt x="113" y="297"/>
                  </a:cubicBezTo>
                  <a:cubicBezTo>
                    <a:pt x="153" y="312"/>
                    <a:pt x="177" y="355"/>
                    <a:pt x="171" y="394"/>
                  </a:cubicBezTo>
                  <a:lnTo>
                    <a:pt x="177" y="396"/>
                  </a:lnTo>
                  <a:cubicBezTo>
                    <a:pt x="178" y="390"/>
                    <a:pt x="184" y="386"/>
                    <a:pt x="189" y="383"/>
                  </a:cubicBezTo>
                  <a:cubicBezTo>
                    <a:pt x="255" y="355"/>
                    <a:pt x="259" y="336"/>
                    <a:pt x="327" y="324"/>
                  </a:cubicBezTo>
                  <a:cubicBezTo>
                    <a:pt x="386" y="312"/>
                    <a:pt x="443" y="305"/>
                    <a:pt x="500" y="287"/>
                  </a:cubicBezTo>
                  <a:cubicBezTo>
                    <a:pt x="588" y="254"/>
                    <a:pt x="721" y="155"/>
                    <a:pt x="656" y="42"/>
                  </a:cubicBezTo>
                  <a:cubicBezTo>
                    <a:pt x="638" y="12"/>
                    <a:pt x="612" y="0"/>
                    <a:pt x="58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69" name="Google Shape;2069;p14"/>
            <p:cNvSpPr/>
            <p:nvPr/>
          </p:nvSpPr>
          <p:spPr>
            <a:xfrm>
              <a:off x="8521920" y="4304160"/>
              <a:ext cx="21240" cy="32041"/>
            </a:xfrm>
            <a:custGeom>
              <a:rect b="b" l="l" r="r" t="t"/>
              <a:pathLst>
                <a:path extrusionOk="0" h="644" w="428">
                  <a:moveTo>
                    <a:pt x="86" y="1"/>
                  </a:moveTo>
                  <a:cubicBezTo>
                    <a:pt x="73" y="94"/>
                    <a:pt x="60" y="189"/>
                    <a:pt x="39" y="283"/>
                  </a:cubicBezTo>
                  <a:cubicBezTo>
                    <a:pt x="32" y="311"/>
                    <a:pt x="18" y="328"/>
                    <a:pt x="1" y="338"/>
                  </a:cubicBezTo>
                  <a:cubicBezTo>
                    <a:pt x="36" y="426"/>
                    <a:pt x="93" y="508"/>
                    <a:pt x="168" y="565"/>
                  </a:cubicBezTo>
                  <a:cubicBezTo>
                    <a:pt x="211" y="597"/>
                    <a:pt x="270" y="637"/>
                    <a:pt x="324" y="642"/>
                  </a:cubicBezTo>
                  <a:cubicBezTo>
                    <a:pt x="331" y="643"/>
                    <a:pt x="338" y="644"/>
                    <a:pt x="345" y="644"/>
                  </a:cubicBezTo>
                  <a:cubicBezTo>
                    <a:pt x="428" y="644"/>
                    <a:pt x="419" y="584"/>
                    <a:pt x="419" y="511"/>
                  </a:cubicBezTo>
                  <a:cubicBezTo>
                    <a:pt x="415" y="290"/>
                    <a:pt x="274" y="98"/>
                    <a:pt x="8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6200" lIns="91425" spcFirstLastPara="1" rIns="91425" wrap="square" tIns="16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70" name="Google Shape;2070;p14"/>
            <p:cNvSpPr/>
            <p:nvPr/>
          </p:nvSpPr>
          <p:spPr>
            <a:xfrm>
              <a:off x="8390520" y="4429440"/>
              <a:ext cx="91442" cy="81722"/>
            </a:xfrm>
            <a:custGeom>
              <a:rect b="b" l="l" r="r" t="t"/>
              <a:pathLst>
                <a:path extrusionOk="0" h="1628" w="1821">
                  <a:moveTo>
                    <a:pt x="955" y="247"/>
                  </a:moveTo>
                  <a:cubicBezTo>
                    <a:pt x="1162" y="247"/>
                    <a:pt x="1354" y="359"/>
                    <a:pt x="1394" y="610"/>
                  </a:cubicBezTo>
                  <a:cubicBezTo>
                    <a:pt x="1428" y="821"/>
                    <a:pt x="1340" y="978"/>
                    <a:pt x="1198" y="1080"/>
                  </a:cubicBezTo>
                  <a:cubicBezTo>
                    <a:pt x="1125" y="1217"/>
                    <a:pt x="983" y="1315"/>
                    <a:pt x="823" y="1315"/>
                  </a:cubicBezTo>
                  <a:cubicBezTo>
                    <a:pt x="778" y="1315"/>
                    <a:pt x="731" y="1307"/>
                    <a:pt x="684" y="1290"/>
                  </a:cubicBezTo>
                  <a:cubicBezTo>
                    <a:pt x="305" y="1154"/>
                    <a:pt x="263" y="675"/>
                    <a:pt x="535" y="414"/>
                  </a:cubicBezTo>
                  <a:cubicBezTo>
                    <a:pt x="648" y="306"/>
                    <a:pt x="806" y="247"/>
                    <a:pt x="955" y="247"/>
                  </a:cubicBezTo>
                  <a:close/>
                  <a:moveTo>
                    <a:pt x="1144" y="0"/>
                  </a:moveTo>
                  <a:cubicBezTo>
                    <a:pt x="1067" y="0"/>
                    <a:pt x="991" y="9"/>
                    <a:pt x="922" y="23"/>
                  </a:cubicBezTo>
                  <a:cubicBezTo>
                    <a:pt x="237" y="165"/>
                    <a:pt x="1" y="945"/>
                    <a:pt x="404" y="1397"/>
                  </a:cubicBezTo>
                  <a:cubicBezTo>
                    <a:pt x="481" y="1482"/>
                    <a:pt x="580" y="1558"/>
                    <a:pt x="703" y="1611"/>
                  </a:cubicBezTo>
                  <a:cubicBezTo>
                    <a:pt x="760" y="1623"/>
                    <a:pt x="816" y="1628"/>
                    <a:pt x="870" y="1628"/>
                  </a:cubicBezTo>
                  <a:cubicBezTo>
                    <a:pt x="1292" y="1628"/>
                    <a:pt x="1628" y="1306"/>
                    <a:pt x="1744" y="896"/>
                  </a:cubicBezTo>
                  <a:cubicBezTo>
                    <a:pt x="1820" y="627"/>
                    <a:pt x="1805" y="276"/>
                    <a:pt x="1551" y="106"/>
                  </a:cubicBezTo>
                  <a:cubicBezTo>
                    <a:pt x="1437" y="30"/>
                    <a:pt x="1289" y="0"/>
                    <a:pt x="114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1025" lIns="91425" spcFirstLastPara="1" rIns="91425" wrap="square" tIns="41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71" name="Google Shape;2071;p14"/>
            <p:cNvSpPr/>
            <p:nvPr/>
          </p:nvSpPr>
          <p:spPr>
            <a:xfrm>
              <a:off x="8156520" y="4254480"/>
              <a:ext cx="521645" cy="514072"/>
            </a:xfrm>
            <a:custGeom>
              <a:rect b="b" l="l" r="r" t="t"/>
              <a:pathLst>
                <a:path extrusionOk="0" h="10212" w="10365">
                  <a:moveTo>
                    <a:pt x="6911" y="371"/>
                  </a:moveTo>
                  <a:cubicBezTo>
                    <a:pt x="6939" y="371"/>
                    <a:pt x="6968" y="382"/>
                    <a:pt x="6992" y="410"/>
                  </a:cubicBezTo>
                  <a:cubicBezTo>
                    <a:pt x="7067" y="493"/>
                    <a:pt x="6985" y="601"/>
                    <a:pt x="6899" y="601"/>
                  </a:cubicBezTo>
                  <a:cubicBezTo>
                    <a:pt x="6872" y="601"/>
                    <a:pt x="6844" y="590"/>
                    <a:pt x="6821" y="564"/>
                  </a:cubicBezTo>
                  <a:cubicBezTo>
                    <a:pt x="6744" y="479"/>
                    <a:pt x="6824" y="371"/>
                    <a:pt x="6911" y="371"/>
                  </a:cubicBezTo>
                  <a:close/>
                  <a:moveTo>
                    <a:pt x="6375" y="753"/>
                  </a:moveTo>
                  <a:cubicBezTo>
                    <a:pt x="6432" y="753"/>
                    <a:pt x="6490" y="779"/>
                    <a:pt x="6533" y="819"/>
                  </a:cubicBezTo>
                  <a:lnTo>
                    <a:pt x="6584" y="864"/>
                  </a:lnTo>
                  <a:cubicBezTo>
                    <a:pt x="6669" y="945"/>
                    <a:pt x="6642" y="1084"/>
                    <a:pt x="6568" y="1155"/>
                  </a:cubicBezTo>
                  <a:cubicBezTo>
                    <a:pt x="6534" y="1190"/>
                    <a:pt x="6481" y="1207"/>
                    <a:pt x="6429" y="1207"/>
                  </a:cubicBezTo>
                  <a:cubicBezTo>
                    <a:pt x="6370" y="1207"/>
                    <a:pt x="6312" y="1185"/>
                    <a:pt x="6278" y="1139"/>
                  </a:cubicBezTo>
                  <a:lnTo>
                    <a:pt x="6237" y="1084"/>
                  </a:lnTo>
                  <a:cubicBezTo>
                    <a:pt x="6170" y="995"/>
                    <a:pt x="6170" y="884"/>
                    <a:pt x="6252" y="803"/>
                  </a:cubicBezTo>
                  <a:cubicBezTo>
                    <a:pt x="6288" y="768"/>
                    <a:pt x="6331" y="753"/>
                    <a:pt x="6375" y="753"/>
                  </a:cubicBezTo>
                  <a:close/>
                  <a:moveTo>
                    <a:pt x="5703" y="1277"/>
                  </a:moveTo>
                  <a:cubicBezTo>
                    <a:pt x="5755" y="1277"/>
                    <a:pt x="5809" y="1301"/>
                    <a:pt x="5850" y="1336"/>
                  </a:cubicBezTo>
                  <a:cubicBezTo>
                    <a:pt x="5885" y="1367"/>
                    <a:pt x="5918" y="1400"/>
                    <a:pt x="5952" y="1431"/>
                  </a:cubicBezTo>
                  <a:cubicBezTo>
                    <a:pt x="6030" y="1509"/>
                    <a:pt x="6009" y="1637"/>
                    <a:pt x="5938" y="1708"/>
                  </a:cubicBezTo>
                  <a:cubicBezTo>
                    <a:pt x="5904" y="1741"/>
                    <a:pt x="5855" y="1757"/>
                    <a:pt x="5807" y="1757"/>
                  </a:cubicBezTo>
                  <a:cubicBezTo>
                    <a:pt x="5751" y="1757"/>
                    <a:pt x="5695" y="1736"/>
                    <a:pt x="5661" y="1692"/>
                  </a:cubicBezTo>
                  <a:cubicBezTo>
                    <a:pt x="5633" y="1655"/>
                    <a:pt x="5606" y="1618"/>
                    <a:pt x="5578" y="1579"/>
                  </a:cubicBezTo>
                  <a:cubicBezTo>
                    <a:pt x="5520" y="1495"/>
                    <a:pt x="5514" y="1399"/>
                    <a:pt x="5592" y="1322"/>
                  </a:cubicBezTo>
                  <a:cubicBezTo>
                    <a:pt x="5624" y="1290"/>
                    <a:pt x="5663" y="1277"/>
                    <a:pt x="5703" y="1277"/>
                  </a:cubicBezTo>
                  <a:close/>
                  <a:moveTo>
                    <a:pt x="7248" y="730"/>
                  </a:moveTo>
                  <a:cubicBezTo>
                    <a:pt x="7258" y="730"/>
                    <a:pt x="7268" y="731"/>
                    <a:pt x="7278" y="734"/>
                  </a:cubicBezTo>
                  <a:cubicBezTo>
                    <a:pt x="7505" y="796"/>
                    <a:pt x="7696" y="952"/>
                    <a:pt x="7803" y="1162"/>
                  </a:cubicBezTo>
                  <a:cubicBezTo>
                    <a:pt x="7884" y="1325"/>
                    <a:pt x="7949" y="1611"/>
                    <a:pt x="7824" y="1769"/>
                  </a:cubicBezTo>
                  <a:cubicBezTo>
                    <a:pt x="7777" y="1828"/>
                    <a:pt x="7715" y="1851"/>
                    <a:pt x="7648" y="1851"/>
                  </a:cubicBezTo>
                  <a:cubicBezTo>
                    <a:pt x="7523" y="1851"/>
                    <a:pt x="7383" y="1769"/>
                    <a:pt x="7303" y="1691"/>
                  </a:cubicBezTo>
                  <a:cubicBezTo>
                    <a:pt x="7178" y="1572"/>
                    <a:pt x="7120" y="1427"/>
                    <a:pt x="7118" y="1267"/>
                  </a:cubicBezTo>
                  <a:cubicBezTo>
                    <a:pt x="7114" y="1258"/>
                    <a:pt x="7113" y="1250"/>
                    <a:pt x="7113" y="1239"/>
                  </a:cubicBezTo>
                  <a:cubicBezTo>
                    <a:pt x="7108" y="1104"/>
                    <a:pt x="7123" y="968"/>
                    <a:pt x="7137" y="832"/>
                  </a:cubicBezTo>
                  <a:cubicBezTo>
                    <a:pt x="7143" y="772"/>
                    <a:pt x="7192" y="730"/>
                    <a:pt x="7248" y="730"/>
                  </a:cubicBezTo>
                  <a:close/>
                  <a:moveTo>
                    <a:pt x="6838" y="1672"/>
                  </a:moveTo>
                  <a:cubicBezTo>
                    <a:pt x="6861" y="1672"/>
                    <a:pt x="6885" y="1681"/>
                    <a:pt x="6904" y="1703"/>
                  </a:cubicBezTo>
                  <a:cubicBezTo>
                    <a:pt x="6966" y="1773"/>
                    <a:pt x="6901" y="1863"/>
                    <a:pt x="6829" y="1863"/>
                  </a:cubicBezTo>
                  <a:cubicBezTo>
                    <a:pt x="6806" y="1863"/>
                    <a:pt x="6782" y="1854"/>
                    <a:pt x="6761" y="1831"/>
                  </a:cubicBezTo>
                  <a:cubicBezTo>
                    <a:pt x="6700" y="1762"/>
                    <a:pt x="6767" y="1672"/>
                    <a:pt x="6838" y="1672"/>
                  </a:cubicBezTo>
                  <a:close/>
                  <a:moveTo>
                    <a:pt x="7707" y="2063"/>
                  </a:moveTo>
                  <a:cubicBezTo>
                    <a:pt x="7743" y="2063"/>
                    <a:pt x="7779" y="2077"/>
                    <a:pt x="7810" y="2111"/>
                  </a:cubicBezTo>
                  <a:cubicBezTo>
                    <a:pt x="7905" y="2219"/>
                    <a:pt x="7803" y="2357"/>
                    <a:pt x="7693" y="2357"/>
                  </a:cubicBezTo>
                  <a:cubicBezTo>
                    <a:pt x="7657" y="2357"/>
                    <a:pt x="7621" y="2343"/>
                    <a:pt x="7590" y="2308"/>
                  </a:cubicBezTo>
                  <a:cubicBezTo>
                    <a:pt x="7494" y="2201"/>
                    <a:pt x="7597" y="2063"/>
                    <a:pt x="7707" y="2063"/>
                  </a:cubicBezTo>
                  <a:close/>
                  <a:moveTo>
                    <a:pt x="6231" y="1800"/>
                  </a:moveTo>
                  <a:cubicBezTo>
                    <a:pt x="6248" y="1800"/>
                    <a:pt x="6265" y="1801"/>
                    <a:pt x="6282" y="1804"/>
                  </a:cubicBezTo>
                  <a:cubicBezTo>
                    <a:pt x="6510" y="1842"/>
                    <a:pt x="6571" y="2119"/>
                    <a:pt x="6476" y="2301"/>
                  </a:cubicBezTo>
                  <a:cubicBezTo>
                    <a:pt x="6418" y="2413"/>
                    <a:pt x="6305" y="2480"/>
                    <a:pt x="6182" y="2508"/>
                  </a:cubicBezTo>
                  <a:cubicBezTo>
                    <a:pt x="6131" y="2521"/>
                    <a:pt x="6074" y="2527"/>
                    <a:pt x="6019" y="2527"/>
                  </a:cubicBezTo>
                  <a:cubicBezTo>
                    <a:pt x="6002" y="2527"/>
                    <a:pt x="5985" y="2526"/>
                    <a:pt x="5969" y="2525"/>
                  </a:cubicBezTo>
                  <a:cubicBezTo>
                    <a:pt x="5895" y="2518"/>
                    <a:pt x="5885" y="2494"/>
                    <a:pt x="5822" y="2464"/>
                  </a:cubicBezTo>
                  <a:cubicBezTo>
                    <a:pt x="5809" y="2459"/>
                    <a:pt x="5802" y="2443"/>
                    <a:pt x="5805" y="2430"/>
                  </a:cubicBezTo>
                  <a:lnTo>
                    <a:pt x="5800" y="2429"/>
                  </a:lnTo>
                  <a:cubicBezTo>
                    <a:pt x="5796" y="2443"/>
                    <a:pt x="5789" y="2459"/>
                    <a:pt x="5773" y="2471"/>
                  </a:cubicBezTo>
                  <a:cubicBezTo>
                    <a:pt x="5737" y="2501"/>
                    <a:pt x="5701" y="2514"/>
                    <a:pt x="5669" y="2514"/>
                  </a:cubicBezTo>
                  <a:cubicBezTo>
                    <a:pt x="5528" y="2514"/>
                    <a:pt x="5437" y="2278"/>
                    <a:pt x="5528" y="2145"/>
                  </a:cubicBezTo>
                  <a:cubicBezTo>
                    <a:pt x="5613" y="2019"/>
                    <a:pt x="5789" y="1964"/>
                    <a:pt x="5921" y="1905"/>
                  </a:cubicBezTo>
                  <a:cubicBezTo>
                    <a:pt x="6016" y="1859"/>
                    <a:pt x="6120" y="1800"/>
                    <a:pt x="6231" y="1800"/>
                  </a:cubicBezTo>
                  <a:close/>
                  <a:moveTo>
                    <a:pt x="8471" y="2509"/>
                  </a:moveTo>
                  <a:cubicBezTo>
                    <a:pt x="8505" y="2509"/>
                    <a:pt x="8540" y="2522"/>
                    <a:pt x="8569" y="2555"/>
                  </a:cubicBezTo>
                  <a:cubicBezTo>
                    <a:pt x="8663" y="2657"/>
                    <a:pt x="8565" y="2789"/>
                    <a:pt x="8459" y="2789"/>
                  </a:cubicBezTo>
                  <a:cubicBezTo>
                    <a:pt x="8425" y="2789"/>
                    <a:pt x="8390" y="2775"/>
                    <a:pt x="8361" y="2742"/>
                  </a:cubicBezTo>
                  <a:cubicBezTo>
                    <a:pt x="8269" y="2640"/>
                    <a:pt x="8366" y="2509"/>
                    <a:pt x="8471" y="2509"/>
                  </a:cubicBezTo>
                  <a:close/>
                  <a:moveTo>
                    <a:pt x="7476" y="2665"/>
                  </a:moveTo>
                  <a:cubicBezTo>
                    <a:pt x="7507" y="2665"/>
                    <a:pt x="7538" y="2677"/>
                    <a:pt x="7565" y="2707"/>
                  </a:cubicBezTo>
                  <a:cubicBezTo>
                    <a:pt x="7646" y="2800"/>
                    <a:pt x="7559" y="2918"/>
                    <a:pt x="7465" y="2918"/>
                  </a:cubicBezTo>
                  <a:cubicBezTo>
                    <a:pt x="7434" y="2918"/>
                    <a:pt x="7403" y="2905"/>
                    <a:pt x="7376" y="2875"/>
                  </a:cubicBezTo>
                  <a:cubicBezTo>
                    <a:pt x="7294" y="2783"/>
                    <a:pt x="7381" y="2665"/>
                    <a:pt x="7476" y="2665"/>
                  </a:cubicBezTo>
                  <a:close/>
                  <a:moveTo>
                    <a:pt x="5689" y="2769"/>
                  </a:moveTo>
                  <a:cubicBezTo>
                    <a:pt x="5719" y="2769"/>
                    <a:pt x="5749" y="2781"/>
                    <a:pt x="5775" y="2810"/>
                  </a:cubicBezTo>
                  <a:cubicBezTo>
                    <a:pt x="5854" y="2898"/>
                    <a:pt x="5769" y="3012"/>
                    <a:pt x="5679" y="3012"/>
                  </a:cubicBezTo>
                  <a:cubicBezTo>
                    <a:pt x="5649" y="3012"/>
                    <a:pt x="5620" y="3000"/>
                    <a:pt x="5595" y="2972"/>
                  </a:cubicBezTo>
                  <a:cubicBezTo>
                    <a:pt x="5516" y="2883"/>
                    <a:pt x="5599" y="2769"/>
                    <a:pt x="5689" y="2769"/>
                  </a:cubicBezTo>
                  <a:close/>
                  <a:moveTo>
                    <a:pt x="6722" y="2903"/>
                  </a:moveTo>
                  <a:cubicBezTo>
                    <a:pt x="6744" y="2903"/>
                    <a:pt x="6767" y="2912"/>
                    <a:pt x="6787" y="2933"/>
                  </a:cubicBezTo>
                  <a:cubicBezTo>
                    <a:pt x="6848" y="3002"/>
                    <a:pt x="6782" y="3091"/>
                    <a:pt x="6711" y="3091"/>
                  </a:cubicBezTo>
                  <a:cubicBezTo>
                    <a:pt x="6689" y="3091"/>
                    <a:pt x="6666" y="3082"/>
                    <a:pt x="6646" y="3060"/>
                  </a:cubicBezTo>
                  <a:cubicBezTo>
                    <a:pt x="6585" y="2991"/>
                    <a:pt x="6652" y="2903"/>
                    <a:pt x="6722" y="2903"/>
                  </a:cubicBezTo>
                  <a:close/>
                  <a:moveTo>
                    <a:pt x="5040" y="2915"/>
                  </a:moveTo>
                  <a:cubicBezTo>
                    <a:pt x="5061" y="2915"/>
                    <a:pt x="5083" y="2924"/>
                    <a:pt x="5102" y="2945"/>
                  </a:cubicBezTo>
                  <a:cubicBezTo>
                    <a:pt x="5159" y="3009"/>
                    <a:pt x="5098" y="3092"/>
                    <a:pt x="5031" y="3092"/>
                  </a:cubicBezTo>
                  <a:cubicBezTo>
                    <a:pt x="5009" y="3092"/>
                    <a:pt x="4987" y="3084"/>
                    <a:pt x="4969" y="3062"/>
                  </a:cubicBezTo>
                  <a:cubicBezTo>
                    <a:pt x="4912" y="2998"/>
                    <a:pt x="4973" y="2915"/>
                    <a:pt x="5040" y="2915"/>
                  </a:cubicBezTo>
                  <a:close/>
                  <a:moveTo>
                    <a:pt x="7193" y="3279"/>
                  </a:moveTo>
                  <a:cubicBezTo>
                    <a:pt x="7227" y="3279"/>
                    <a:pt x="7262" y="3293"/>
                    <a:pt x="7291" y="3326"/>
                  </a:cubicBezTo>
                  <a:cubicBezTo>
                    <a:pt x="7383" y="3428"/>
                    <a:pt x="7286" y="3560"/>
                    <a:pt x="7180" y="3560"/>
                  </a:cubicBezTo>
                  <a:cubicBezTo>
                    <a:pt x="7146" y="3560"/>
                    <a:pt x="7111" y="3546"/>
                    <a:pt x="7081" y="3513"/>
                  </a:cubicBezTo>
                  <a:cubicBezTo>
                    <a:pt x="6989" y="3411"/>
                    <a:pt x="7087" y="3279"/>
                    <a:pt x="7193" y="3279"/>
                  </a:cubicBezTo>
                  <a:close/>
                  <a:moveTo>
                    <a:pt x="9317" y="3328"/>
                  </a:moveTo>
                  <a:cubicBezTo>
                    <a:pt x="9356" y="3328"/>
                    <a:pt x="9395" y="3343"/>
                    <a:pt x="9428" y="3380"/>
                  </a:cubicBezTo>
                  <a:cubicBezTo>
                    <a:pt x="9531" y="3496"/>
                    <a:pt x="9422" y="3645"/>
                    <a:pt x="9303" y="3645"/>
                  </a:cubicBezTo>
                  <a:cubicBezTo>
                    <a:pt x="9264" y="3645"/>
                    <a:pt x="9224" y="3630"/>
                    <a:pt x="9190" y="3592"/>
                  </a:cubicBezTo>
                  <a:cubicBezTo>
                    <a:pt x="9087" y="3477"/>
                    <a:pt x="9198" y="3328"/>
                    <a:pt x="9317" y="3328"/>
                  </a:cubicBezTo>
                  <a:close/>
                  <a:moveTo>
                    <a:pt x="9672" y="4947"/>
                  </a:moveTo>
                  <a:cubicBezTo>
                    <a:pt x="9695" y="4947"/>
                    <a:pt x="9718" y="4956"/>
                    <a:pt x="9737" y="4978"/>
                  </a:cubicBezTo>
                  <a:cubicBezTo>
                    <a:pt x="9798" y="5045"/>
                    <a:pt x="9734" y="5132"/>
                    <a:pt x="9664" y="5132"/>
                  </a:cubicBezTo>
                  <a:cubicBezTo>
                    <a:pt x="9642" y="5132"/>
                    <a:pt x="9619" y="5123"/>
                    <a:pt x="9600" y="5102"/>
                  </a:cubicBezTo>
                  <a:cubicBezTo>
                    <a:pt x="9538" y="5035"/>
                    <a:pt x="9602" y="4947"/>
                    <a:pt x="9672" y="4947"/>
                  </a:cubicBezTo>
                  <a:close/>
                  <a:moveTo>
                    <a:pt x="4072" y="4829"/>
                  </a:moveTo>
                  <a:cubicBezTo>
                    <a:pt x="4112" y="4829"/>
                    <a:pt x="4152" y="4844"/>
                    <a:pt x="4181" y="4868"/>
                  </a:cubicBezTo>
                  <a:cubicBezTo>
                    <a:pt x="4232" y="4910"/>
                    <a:pt x="4246" y="4974"/>
                    <a:pt x="4230" y="5038"/>
                  </a:cubicBezTo>
                  <a:cubicBezTo>
                    <a:pt x="4211" y="5118"/>
                    <a:pt x="4140" y="5157"/>
                    <a:pt x="4068" y="5157"/>
                  </a:cubicBezTo>
                  <a:cubicBezTo>
                    <a:pt x="4036" y="5157"/>
                    <a:pt x="4003" y="5149"/>
                    <a:pt x="3974" y="5133"/>
                  </a:cubicBezTo>
                  <a:cubicBezTo>
                    <a:pt x="3911" y="5099"/>
                    <a:pt x="3883" y="5009"/>
                    <a:pt x="3906" y="4944"/>
                  </a:cubicBezTo>
                  <a:cubicBezTo>
                    <a:pt x="3907" y="4940"/>
                    <a:pt x="3907" y="4937"/>
                    <a:pt x="3910" y="4934"/>
                  </a:cubicBezTo>
                  <a:cubicBezTo>
                    <a:pt x="3924" y="4882"/>
                    <a:pt x="3958" y="4838"/>
                    <a:pt x="4018" y="4832"/>
                  </a:cubicBezTo>
                  <a:lnTo>
                    <a:pt x="4042" y="4832"/>
                  </a:lnTo>
                  <a:cubicBezTo>
                    <a:pt x="4052" y="4830"/>
                    <a:pt x="4062" y="4829"/>
                    <a:pt x="4072" y="4829"/>
                  </a:cubicBezTo>
                  <a:close/>
                  <a:moveTo>
                    <a:pt x="5790" y="3234"/>
                  </a:moveTo>
                  <a:cubicBezTo>
                    <a:pt x="5806" y="3234"/>
                    <a:pt x="5822" y="3235"/>
                    <a:pt x="5837" y="3235"/>
                  </a:cubicBezTo>
                  <a:cubicBezTo>
                    <a:pt x="7178" y="3294"/>
                    <a:pt x="6711" y="5282"/>
                    <a:pt x="5619" y="5282"/>
                  </a:cubicBezTo>
                  <a:cubicBezTo>
                    <a:pt x="5545" y="5282"/>
                    <a:pt x="5469" y="5273"/>
                    <a:pt x="5389" y="5253"/>
                  </a:cubicBezTo>
                  <a:cubicBezTo>
                    <a:pt x="5377" y="5258"/>
                    <a:pt x="5364" y="5261"/>
                    <a:pt x="5350" y="5261"/>
                  </a:cubicBezTo>
                  <a:cubicBezTo>
                    <a:pt x="5345" y="5261"/>
                    <a:pt x="5340" y="5261"/>
                    <a:pt x="5334" y="5260"/>
                  </a:cubicBezTo>
                  <a:cubicBezTo>
                    <a:pt x="4817" y="5161"/>
                    <a:pt x="4508" y="4590"/>
                    <a:pt x="4626" y="4087"/>
                  </a:cubicBezTo>
                  <a:cubicBezTo>
                    <a:pt x="4744" y="3570"/>
                    <a:pt x="5276" y="3234"/>
                    <a:pt x="5790" y="3234"/>
                  </a:cubicBezTo>
                  <a:close/>
                  <a:moveTo>
                    <a:pt x="5833" y="5532"/>
                  </a:moveTo>
                  <a:cubicBezTo>
                    <a:pt x="5866" y="5532"/>
                    <a:pt x="5900" y="5545"/>
                    <a:pt x="5928" y="5576"/>
                  </a:cubicBezTo>
                  <a:cubicBezTo>
                    <a:pt x="6015" y="5675"/>
                    <a:pt x="5921" y="5802"/>
                    <a:pt x="5821" y="5802"/>
                  </a:cubicBezTo>
                  <a:cubicBezTo>
                    <a:pt x="5788" y="5802"/>
                    <a:pt x="5755" y="5788"/>
                    <a:pt x="5727" y="5756"/>
                  </a:cubicBezTo>
                  <a:cubicBezTo>
                    <a:pt x="5639" y="5658"/>
                    <a:pt x="5732" y="5532"/>
                    <a:pt x="5833" y="5532"/>
                  </a:cubicBezTo>
                  <a:close/>
                  <a:moveTo>
                    <a:pt x="4438" y="5769"/>
                  </a:moveTo>
                  <a:cubicBezTo>
                    <a:pt x="4466" y="5769"/>
                    <a:pt x="4495" y="5780"/>
                    <a:pt x="4519" y="5807"/>
                  </a:cubicBezTo>
                  <a:cubicBezTo>
                    <a:pt x="4595" y="5893"/>
                    <a:pt x="4513" y="6004"/>
                    <a:pt x="4426" y="6004"/>
                  </a:cubicBezTo>
                  <a:cubicBezTo>
                    <a:pt x="4397" y="6004"/>
                    <a:pt x="4368" y="5992"/>
                    <a:pt x="4344" y="5965"/>
                  </a:cubicBezTo>
                  <a:cubicBezTo>
                    <a:pt x="4267" y="5879"/>
                    <a:pt x="4350" y="5769"/>
                    <a:pt x="4438" y="5769"/>
                  </a:cubicBezTo>
                  <a:close/>
                  <a:moveTo>
                    <a:pt x="8185" y="3242"/>
                  </a:moveTo>
                  <a:cubicBezTo>
                    <a:pt x="8579" y="3242"/>
                    <a:pt x="9028" y="3520"/>
                    <a:pt x="9177" y="3917"/>
                  </a:cubicBezTo>
                  <a:cubicBezTo>
                    <a:pt x="9289" y="4214"/>
                    <a:pt x="9275" y="4519"/>
                    <a:pt x="9172" y="4788"/>
                  </a:cubicBezTo>
                  <a:cubicBezTo>
                    <a:pt x="9201" y="4825"/>
                    <a:pt x="9211" y="4875"/>
                    <a:pt x="9187" y="4930"/>
                  </a:cubicBezTo>
                  <a:cubicBezTo>
                    <a:pt x="8942" y="5460"/>
                    <a:pt x="8076" y="6033"/>
                    <a:pt x="7354" y="6033"/>
                  </a:cubicBezTo>
                  <a:cubicBezTo>
                    <a:pt x="7108" y="6033"/>
                    <a:pt x="6880" y="5966"/>
                    <a:pt x="6697" y="5810"/>
                  </a:cubicBezTo>
                  <a:cubicBezTo>
                    <a:pt x="6390" y="5547"/>
                    <a:pt x="6471" y="5154"/>
                    <a:pt x="6775" y="4927"/>
                  </a:cubicBezTo>
                  <a:cubicBezTo>
                    <a:pt x="6971" y="4781"/>
                    <a:pt x="7276" y="4781"/>
                    <a:pt x="7451" y="4634"/>
                  </a:cubicBezTo>
                  <a:cubicBezTo>
                    <a:pt x="7746" y="4386"/>
                    <a:pt x="7491" y="4129"/>
                    <a:pt x="7531" y="3855"/>
                  </a:cubicBezTo>
                  <a:cubicBezTo>
                    <a:pt x="7592" y="3420"/>
                    <a:pt x="7871" y="3242"/>
                    <a:pt x="8185" y="3242"/>
                  </a:cubicBezTo>
                  <a:close/>
                  <a:moveTo>
                    <a:pt x="2394" y="6025"/>
                  </a:moveTo>
                  <a:cubicBezTo>
                    <a:pt x="2417" y="6025"/>
                    <a:pt x="2440" y="6034"/>
                    <a:pt x="2460" y="6057"/>
                  </a:cubicBezTo>
                  <a:cubicBezTo>
                    <a:pt x="2522" y="6125"/>
                    <a:pt x="2457" y="6214"/>
                    <a:pt x="2386" y="6214"/>
                  </a:cubicBezTo>
                  <a:cubicBezTo>
                    <a:pt x="2363" y="6214"/>
                    <a:pt x="2339" y="6205"/>
                    <a:pt x="2319" y="6183"/>
                  </a:cubicBezTo>
                  <a:cubicBezTo>
                    <a:pt x="2257" y="6114"/>
                    <a:pt x="2323" y="6025"/>
                    <a:pt x="2394" y="6025"/>
                  </a:cubicBezTo>
                  <a:close/>
                  <a:moveTo>
                    <a:pt x="3276" y="5384"/>
                  </a:moveTo>
                  <a:cubicBezTo>
                    <a:pt x="3321" y="5384"/>
                    <a:pt x="3366" y="5392"/>
                    <a:pt x="3410" y="5409"/>
                  </a:cubicBezTo>
                  <a:cubicBezTo>
                    <a:pt x="3584" y="5474"/>
                    <a:pt x="3710" y="5649"/>
                    <a:pt x="3670" y="5838"/>
                  </a:cubicBezTo>
                  <a:cubicBezTo>
                    <a:pt x="3619" y="6078"/>
                    <a:pt x="3377" y="6196"/>
                    <a:pt x="3169" y="6275"/>
                  </a:cubicBezTo>
                  <a:cubicBezTo>
                    <a:pt x="3160" y="6278"/>
                    <a:pt x="3152" y="6280"/>
                    <a:pt x="3144" y="6280"/>
                  </a:cubicBezTo>
                  <a:cubicBezTo>
                    <a:pt x="3084" y="6280"/>
                    <a:pt x="3047" y="6193"/>
                    <a:pt x="3112" y="6160"/>
                  </a:cubicBezTo>
                  <a:cubicBezTo>
                    <a:pt x="3289" y="6075"/>
                    <a:pt x="3686" y="5817"/>
                    <a:pt x="3407" y="5609"/>
                  </a:cubicBezTo>
                  <a:cubicBezTo>
                    <a:pt x="3365" y="5578"/>
                    <a:pt x="3316" y="5561"/>
                    <a:pt x="3268" y="5561"/>
                  </a:cubicBezTo>
                  <a:cubicBezTo>
                    <a:pt x="3208" y="5561"/>
                    <a:pt x="3151" y="5588"/>
                    <a:pt x="3116" y="5650"/>
                  </a:cubicBezTo>
                  <a:cubicBezTo>
                    <a:pt x="3044" y="5780"/>
                    <a:pt x="3115" y="5887"/>
                    <a:pt x="3190" y="5990"/>
                  </a:cubicBezTo>
                  <a:cubicBezTo>
                    <a:pt x="3222" y="6035"/>
                    <a:pt x="3193" y="6087"/>
                    <a:pt x="3144" y="6087"/>
                  </a:cubicBezTo>
                  <a:cubicBezTo>
                    <a:pt x="3139" y="6087"/>
                    <a:pt x="3134" y="6086"/>
                    <a:pt x="3129" y="6085"/>
                  </a:cubicBezTo>
                  <a:cubicBezTo>
                    <a:pt x="2919" y="6044"/>
                    <a:pt x="2888" y="5746"/>
                    <a:pt x="2960" y="5588"/>
                  </a:cubicBezTo>
                  <a:cubicBezTo>
                    <a:pt x="3019" y="5456"/>
                    <a:pt x="3144" y="5384"/>
                    <a:pt x="3276" y="5384"/>
                  </a:cubicBezTo>
                  <a:close/>
                  <a:moveTo>
                    <a:pt x="6392" y="6176"/>
                  </a:moveTo>
                  <a:cubicBezTo>
                    <a:pt x="6420" y="6176"/>
                    <a:pt x="6449" y="6187"/>
                    <a:pt x="6473" y="6214"/>
                  </a:cubicBezTo>
                  <a:cubicBezTo>
                    <a:pt x="6546" y="6298"/>
                    <a:pt x="6466" y="6407"/>
                    <a:pt x="6380" y="6407"/>
                  </a:cubicBezTo>
                  <a:cubicBezTo>
                    <a:pt x="6352" y="6407"/>
                    <a:pt x="6324" y="6395"/>
                    <a:pt x="6301" y="6368"/>
                  </a:cubicBezTo>
                  <a:cubicBezTo>
                    <a:pt x="6226" y="6284"/>
                    <a:pt x="6305" y="6176"/>
                    <a:pt x="6392" y="6176"/>
                  </a:cubicBezTo>
                  <a:close/>
                  <a:moveTo>
                    <a:pt x="5573" y="5808"/>
                  </a:moveTo>
                  <a:cubicBezTo>
                    <a:pt x="5588" y="5808"/>
                    <a:pt x="5603" y="5812"/>
                    <a:pt x="5618" y="5823"/>
                  </a:cubicBezTo>
                  <a:cubicBezTo>
                    <a:pt x="5788" y="5959"/>
                    <a:pt x="5863" y="6172"/>
                    <a:pt x="5819" y="6384"/>
                  </a:cubicBezTo>
                  <a:cubicBezTo>
                    <a:pt x="5800" y="6479"/>
                    <a:pt x="5756" y="6568"/>
                    <a:pt x="5691" y="6641"/>
                  </a:cubicBezTo>
                  <a:cubicBezTo>
                    <a:pt x="5642" y="6696"/>
                    <a:pt x="5600" y="6725"/>
                    <a:pt x="5547" y="6725"/>
                  </a:cubicBezTo>
                  <a:cubicBezTo>
                    <a:pt x="5518" y="6725"/>
                    <a:pt x="5486" y="6716"/>
                    <a:pt x="5448" y="6697"/>
                  </a:cubicBezTo>
                  <a:cubicBezTo>
                    <a:pt x="5279" y="6615"/>
                    <a:pt x="5194" y="6427"/>
                    <a:pt x="5192" y="6247"/>
                  </a:cubicBezTo>
                  <a:cubicBezTo>
                    <a:pt x="5191" y="6091"/>
                    <a:pt x="5277" y="5843"/>
                    <a:pt x="5460" y="5826"/>
                  </a:cubicBezTo>
                  <a:cubicBezTo>
                    <a:pt x="5462" y="5826"/>
                    <a:pt x="5464" y="5825"/>
                    <a:pt x="5466" y="5825"/>
                  </a:cubicBezTo>
                  <a:cubicBezTo>
                    <a:pt x="5480" y="5825"/>
                    <a:pt x="5495" y="5830"/>
                    <a:pt x="5507" y="5838"/>
                  </a:cubicBezTo>
                  <a:cubicBezTo>
                    <a:pt x="5525" y="5820"/>
                    <a:pt x="5548" y="5808"/>
                    <a:pt x="5573" y="5808"/>
                  </a:cubicBezTo>
                  <a:close/>
                  <a:moveTo>
                    <a:pt x="4194" y="6572"/>
                  </a:moveTo>
                  <a:cubicBezTo>
                    <a:pt x="4217" y="6572"/>
                    <a:pt x="4239" y="6581"/>
                    <a:pt x="4259" y="6602"/>
                  </a:cubicBezTo>
                  <a:cubicBezTo>
                    <a:pt x="4319" y="6670"/>
                    <a:pt x="4254" y="6757"/>
                    <a:pt x="4185" y="6757"/>
                  </a:cubicBezTo>
                  <a:cubicBezTo>
                    <a:pt x="4163" y="6757"/>
                    <a:pt x="4140" y="6748"/>
                    <a:pt x="4121" y="6727"/>
                  </a:cubicBezTo>
                  <a:cubicBezTo>
                    <a:pt x="4060" y="6659"/>
                    <a:pt x="4125" y="6572"/>
                    <a:pt x="4194" y="6572"/>
                  </a:cubicBezTo>
                  <a:close/>
                  <a:moveTo>
                    <a:pt x="3016" y="6425"/>
                  </a:moveTo>
                  <a:cubicBezTo>
                    <a:pt x="3057" y="6425"/>
                    <a:pt x="3100" y="6442"/>
                    <a:pt x="3136" y="6482"/>
                  </a:cubicBezTo>
                  <a:cubicBezTo>
                    <a:pt x="3249" y="6608"/>
                    <a:pt x="3128" y="6771"/>
                    <a:pt x="2998" y="6771"/>
                  </a:cubicBezTo>
                  <a:cubicBezTo>
                    <a:pt x="2956" y="6771"/>
                    <a:pt x="2913" y="6755"/>
                    <a:pt x="2877" y="6714"/>
                  </a:cubicBezTo>
                  <a:cubicBezTo>
                    <a:pt x="2764" y="6588"/>
                    <a:pt x="2886" y="6425"/>
                    <a:pt x="3016" y="6425"/>
                  </a:cubicBezTo>
                  <a:close/>
                  <a:moveTo>
                    <a:pt x="4031" y="7001"/>
                  </a:moveTo>
                  <a:cubicBezTo>
                    <a:pt x="4184" y="7001"/>
                    <a:pt x="4331" y="7039"/>
                    <a:pt x="4470" y="7111"/>
                  </a:cubicBezTo>
                  <a:cubicBezTo>
                    <a:pt x="4515" y="7134"/>
                    <a:pt x="4535" y="7215"/>
                    <a:pt x="4501" y="7256"/>
                  </a:cubicBezTo>
                  <a:cubicBezTo>
                    <a:pt x="4328" y="7463"/>
                    <a:pt x="4077" y="7576"/>
                    <a:pt x="3818" y="7576"/>
                  </a:cubicBezTo>
                  <a:cubicBezTo>
                    <a:pt x="3727" y="7576"/>
                    <a:pt x="3635" y="7562"/>
                    <a:pt x="3544" y="7533"/>
                  </a:cubicBezTo>
                  <a:cubicBezTo>
                    <a:pt x="3466" y="7509"/>
                    <a:pt x="3488" y="7410"/>
                    <a:pt x="3550" y="7394"/>
                  </a:cubicBezTo>
                  <a:lnTo>
                    <a:pt x="3549" y="7389"/>
                  </a:lnTo>
                  <a:cubicBezTo>
                    <a:pt x="3536" y="7394"/>
                    <a:pt x="3523" y="7397"/>
                    <a:pt x="3512" y="7403"/>
                  </a:cubicBezTo>
                  <a:cubicBezTo>
                    <a:pt x="3503" y="7407"/>
                    <a:pt x="3493" y="7408"/>
                    <a:pt x="3483" y="7408"/>
                  </a:cubicBezTo>
                  <a:cubicBezTo>
                    <a:pt x="3433" y="7408"/>
                    <a:pt x="3382" y="7367"/>
                    <a:pt x="3405" y="7312"/>
                  </a:cubicBezTo>
                  <a:cubicBezTo>
                    <a:pt x="3478" y="7141"/>
                    <a:pt x="3704" y="7043"/>
                    <a:pt x="3877" y="7013"/>
                  </a:cubicBezTo>
                  <a:cubicBezTo>
                    <a:pt x="3929" y="7005"/>
                    <a:pt x="3980" y="7001"/>
                    <a:pt x="4031" y="7001"/>
                  </a:cubicBezTo>
                  <a:close/>
                  <a:moveTo>
                    <a:pt x="3630" y="7868"/>
                  </a:moveTo>
                  <a:cubicBezTo>
                    <a:pt x="3667" y="7868"/>
                    <a:pt x="3704" y="7882"/>
                    <a:pt x="3734" y="7916"/>
                  </a:cubicBezTo>
                  <a:cubicBezTo>
                    <a:pt x="3795" y="7984"/>
                    <a:pt x="3775" y="8069"/>
                    <a:pt x="3721" y="8131"/>
                  </a:cubicBezTo>
                  <a:lnTo>
                    <a:pt x="3676" y="8184"/>
                  </a:lnTo>
                  <a:cubicBezTo>
                    <a:pt x="3652" y="8213"/>
                    <a:pt x="3617" y="8225"/>
                    <a:pt x="3581" y="8225"/>
                  </a:cubicBezTo>
                  <a:cubicBezTo>
                    <a:pt x="3532" y="8225"/>
                    <a:pt x="3481" y="8202"/>
                    <a:pt x="3449" y="8170"/>
                  </a:cubicBezTo>
                  <a:cubicBezTo>
                    <a:pt x="3394" y="8113"/>
                    <a:pt x="3391" y="7991"/>
                    <a:pt x="3462" y="7943"/>
                  </a:cubicBezTo>
                  <a:lnTo>
                    <a:pt x="3520" y="7905"/>
                  </a:lnTo>
                  <a:cubicBezTo>
                    <a:pt x="3555" y="7882"/>
                    <a:pt x="3593" y="7868"/>
                    <a:pt x="3630" y="7868"/>
                  </a:cubicBezTo>
                  <a:close/>
                  <a:moveTo>
                    <a:pt x="397" y="9020"/>
                  </a:moveTo>
                  <a:cubicBezTo>
                    <a:pt x="412" y="9020"/>
                    <a:pt x="428" y="9023"/>
                    <a:pt x="444" y="9031"/>
                  </a:cubicBezTo>
                  <a:cubicBezTo>
                    <a:pt x="568" y="9034"/>
                    <a:pt x="643" y="9194"/>
                    <a:pt x="540" y="9286"/>
                  </a:cubicBezTo>
                  <a:cubicBezTo>
                    <a:pt x="511" y="9312"/>
                    <a:pt x="478" y="9324"/>
                    <a:pt x="447" y="9324"/>
                  </a:cubicBezTo>
                  <a:cubicBezTo>
                    <a:pt x="366" y="9324"/>
                    <a:pt x="290" y="9251"/>
                    <a:pt x="296" y="9162"/>
                  </a:cubicBezTo>
                  <a:cubicBezTo>
                    <a:pt x="270" y="9090"/>
                    <a:pt x="328" y="9020"/>
                    <a:pt x="397" y="9020"/>
                  </a:cubicBezTo>
                  <a:close/>
                  <a:moveTo>
                    <a:pt x="2447" y="9554"/>
                  </a:moveTo>
                  <a:cubicBezTo>
                    <a:pt x="2466" y="9554"/>
                    <a:pt x="2485" y="9562"/>
                    <a:pt x="2501" y="9580"/>
                  </a:cubicBezTo>
                  <a:cubicBezTo>
                    <a:pt x="2553" y="9638"/>
                    <a:pt x="2498" y="9710"/>
                    <a:pt x="2439" y="9710"/>
                  </a:cubicBezTo>
                  <a:cubicBezTo>
                    <a:pt x="2421" y="9710"/>
                    <a:pt x="2401" y="9702"/>
                    <a:pt x="2385" y="9685"/>
                  </a:cubicBezTo>
                  <a:cubicBezTo>
                    <a:pt x="2335" y="9627"/>
                    <a:pt x="2389" y="9554"/>
                    <a:pt x="2447" y="9554"/>
                  </a:cubicBezTo>
                  <a:close/>
                  <a:moveTo>
                    <a:pt x="1864" y="6520"/>
                  </a:moveTo>
                  <a:cubicBezTo>
                    <a:pt x="2046" y="6520"/>
                    <a:pt x="2242" y="6584"/>
                    <a:pt x="2445" y="6728"/>
                  </a:cubicBezTo>
                  <a:cubicBezTo>
                    <a:pt x="2769" y="6959"/>
                    <a:pt x="2925" y="7349"/>
                    <a:pt x="3006" y="7728"/>
                  </a:cubicBezTo>
                  <a:cubicBezTo>
                    <a:pt x="3081" y="8066"/>
                    <a:pt x="3193" y="8507"/>
                    <a:pt x="2959" y="8800"/>
                  </a:cubicBezTo>
                  <a:cubicBezTo>
                    <a:pt x="2932" y="8835"/>
                    <a:pt x="2888" y="8849"/>
                    <a:pt x="2848" y="8849"/>
                  </a:cubicBezTo>
                  <a:cubicBezTo>
                    <a:pt x="2846" y="8849"/>
                    <a:pt x="2844" y="8849"/>
                    <a:pt x="2841" y="8848"/>
                  </a:cubicBezTo>
                  <a:cubicBezTo>
                    <a:pt x="2608" y="9301"/>
                    <a:pt x="2192" y="9743"/>
                    <a:pt x="1710" y="9743"/>
                  </a:cubicBezTo>
                  <a:cubicBezTo>
                    <a:pt x="1545" y="9743"/>
                    <a:pt x="1372" y="9691"/>
                    <a:pt x="1196" y="9570"/>
                  </a:cubicBezTo>
                  <a:cubicBezTo>
                    <a:pt x="468" y="9068"/>
                    <a:pt x="694" y="8052"/>
                    <a:pt x="928" y="7352"/>
                  </a:cubicBezTo>
                  <a:cubicBezTo>
                    <a:pt x="1091" y="6867"/>
                    <a:pt x="1439" y="6520"/>
                    <a:pt x="1864" y="6520"/>
                  </a:cubicBezTo>
                  <a:close/>
                  <a:moveTo>
                    <a:pt x="6911" y="1"/>
                  </a:moveTo>
                  <a:cubicBezTo>
                    <a:pt x="5979" y="1"/>
                    <a:pt x="5313" y="1377"/>
                    <a:pt x="4995" y="2131"/>
                  </a:cubicBezTo>
                  <a:cubicBezTo>
                    <a:pt x="4650" y="2950"/>
                    <a:pt x="4338" y="3779"/>
                    <a:pt x="3726" y="4441"/>
                  </a:cubicBezTo>
                  <a:cubicBezTo>
                    <a:pt x="3010" y="5212"/>
                    <a:pt x="2054" y="5681"/>
                    <a:pt x="1267" y="6367"/>
                  </a:cubicBezTo>
                  <a:cubicBezTo>
                    <a:pt x="617" y="6934"/>
                    <a:pt x="0" y="7754"/>
                    <a:pt x="53" y="8660"/>
                  </a:cubicBezTo>
                  <a:cubicBezTo>
                    <a:pt x="105" y="9554"/>
                    <a:pt x="909" y="10212"/>
                    <a:pt x="1786" y="10212"/>
                  </a:cubicBezTo>
                  <a:cubicBezTo>
                    <a:pt x="1811" y="10212"/>
                    <a:pt x="1837" y="10211"/>
                    <a:pt x="1862" y="10210"/>
                  </a:cubicBezTo>
                  <a:cubicBezTo>
                    <a:pt x="3011" y="10159"/>
                    <a:pt x="3468" y="8926"/>
                    <a:pt x="4104" y="8167"/>
                  </a:cubicBezTo>
                  <a:cubicBezTo>
                    <a:pt x="4679" y="7481"/>
                    <a:pt x="5473" y="7131"/>
                    <a:pt x="6319" y="6891"/>
                  </a:cubicBezTo>
                  <a:cubicBezTo>
                    <a:pt x="7389" y="6588"/>
                    <a:pt x="8588" y="6461"/>
                    <a:pt x="9474" y="5725"/>
                  </a:cubicBezTo>
                  <a:cubicBezTo>
                    <a:pt x="10028" y="5265"/>
                    <a:pt x="10365" y="4413"/>
                    <a:pt x="10171" y="3720"/>
                  </a:cubicBezTo>
                  <a:cubicBezTo>
                    <a:pt x="10021" y="3556"/>
                    <a:pt x="9899" y="3361"/>
                    <a:pt x="9784" y="3164"/>
                  </a:cubicBezTo>
                  <a:cubicBezTo>
                    <a:pt x="9747" y="3157"/>
                    <a:pt x="9713" y="3137"/>
                    <a:pt x="9688" y="3101"/>
                  </a:cubicBezTo>
                  <a:cubicBezTo>
                    <a:pt x="9308" y="2541"/>
                    <a:pt x="8942" y="1970"/>
                    <a:pt x="8568" y="1406"/>
                  </a:cubicBezTo>
                  <a:cubicBezTo>
                    <a:pt x="8282" y="974"/>
                    <a:pt x="7983" y="489"/>
                    <a:pt x="7533" y="203"/>
                  </a:cubicBezTo>
                  <a:cubicBezTo>
                    <a:pt x="7315" y="62"/>
                    <a:pt x="7107" y="1"/>
                    <a:pt x="69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72" name="Google Shape;2072;p14"/>
            <p:cNvSpPr/>
            <p:nvPr/>
          </p:nvSpPr>
          <p:spPr>
            <a:xfrm>
              <a:off x="8099280" y="4212360"/>
              <a:ext cx="614149" cy="619546"/>
            </a:xfrm>
            <a:custGeom>
              <a:rect b="b" l="l" r="r" t="t"/>
              <a:pathLst>
                <a:path extrusionOk="0" h="12306" w="12197">
                  <a:moveTo>
                    <a:pt x="8098" y="567"/>
                  </a:moveTo>
                  <a:cubicBezTo>
                    <a:pt x="8379" y="567"/>
                    <a:pt x="8668" y="658"/>
                    <a:pt x="8950" y="863"/>
                  </a:cubicBezTo>
                  <a:cubicBezTo>
                    <a:pt x="9334" y="1145"/>
                    <a:pt x="9613" y="1541"/>
                    <a:pt x="9872" y="1930"/>
                  </a:cubicBezTo>
                  <a:cubicBezTo>
                    <a:pt x="10283" y="2548"/>
                    <a:pt x="10688" y="3172"/>
                    <a:pt x="11084" y="3800"/>
                  </a:cubicBezTo>
                  <a:cubicBezTo>
                    <a:pt x="11298" y="3974"/>
                    <a:pt x="11448" y="4196"/>
                    <a:pt x="11540" y="4444"/>
                  </a:cubicBezTo>
                  <a:cubicBezTo>
                    <a:pt x="11547" y="4459"/>
                    <a:pt x="11559" y="4470"/>
                    <a:pt x="11566" y="4484"/>
                  </a:cubicBezTo>
                  <a:cubicBezTo>
                    <a:pt x="11581" y="4512"/>
                    <a:pt x="11581" y="4539"/>
                    <a:pt x="11578" y="4562"/>
                  </a:cubicBezTo>
                  <a:cubicBezTo>
                    <a:pt x="11730" y="5088"/>
                    <a:pt x="11637" y="5704"/>
                    <a:pt x="11342" y="6190"/>
                  </a:cubicBezTo>
                  <a:cubicBezTo>
                    <a:pt x="10629" y="7372"/>
                    <a:pt x="9086" y="7622"/>
                    <a:pt x="7863" y="7929"/>
                  </a:cubicBezTo>
                  <a:cubicBezTo>
                    <a:pt x="7146" y="8112"/>
                    <a:pt x="6400" y="8336"/>
                    <a:pt x="5828" y="8825"/>
                  </a:cubicBezTo>
                  <a:cubicBezTo>
                    <a:pt x="5326" y="9253"/>
                    <a:pt x="5027" y="9849"/>
                    <a:pt x="4627" y="10364"/>
                  </a:cubicBezTo>
                  <a:cubicBezTo>
                    <a:pt x="4173" y="10944"/>
                    <a:pt x="3581" y="11331"/>
                    <a:pt x="2893" y="11331"/>
                  </a:cubicBezTo>
                  <a:cubicBezTo>
                    <a:pt x="2706" y="11331"/>
                    <a:pt x="2511" y="11303"/>
                    <a:pt x="2310" y="11241"/>
                  </a:cubicBezTo>
                  <a:cubicBezTo>
                    <a:pt x="1541" y="11003"/>
                    <a:pt x="956" y="10349"/>
                    <a:pt x="900" y="9533"/>
                  </a:cubicBezTo>
                  <a:cubicBezTo>
                    <a:pt x="838" y="8626"/>
                    <a:pt x="1375" y="7787"/>
                    <a:pt x="1999" y="7178"/>
                  </a:cubicBezTo>
                  <a:cubicBezTo>
                    <a:pt x="2975" y="6220"/>
                    <a:pt x="4330" y="5700"/>
                    <a:pt x="5089" y="4515"/>
                  </a:cubicBezTo>
                  <a:cubicBezTo>
                    <a:pt x="5750" y="3484"/>
                    <a:pt x="5955" y="2202"/>
                    <a:pt x="6774" y="1266"/>
                  </a:cubicBezTo>
                  <a:cubicBezTo>
                    <a:pt x="7145" y="840"/>
                    <a:pt x="7610" y="567"/>
                    <a:pt x="8098" y="567"/>
                  </a:cubicBezTo>
                  <a:close/>
                  <a:moveTo>
                    <a:pt x="7743" y="0"/>
                  </a:moveTo>
                  <a:cubicBezTo>
                    <a:pt x="7416" y="0"/>
                    <a:pt x="7088" y="72"/>
                    <a:pt x="6784" y="211"/>
                  </a:cubicBezTo>
                  <a:cubicBezTo>
                    <a:pt x="6118" y="519"/>
                    <a:pt x="5751" y="1111"/>
                    <a:pt x="5499" y="1773"/>
                  </a:cubicBezTo>
                  <a:cubicBezTo>
                    <a:pt x="5105" y="2803"/>
                    <a:pt x="4858" y="3795"/>
                    <a:pt x="4015" y="4568"/>
                  </a:cubicBezTo>
                  <a:cubicBezTo>
                    <a:pt x="3164" y="5354"/>
                    <a:pt x="2064" y="5805"/>
                    <a:pt x="1207" y="6581"/>
                  </a:cubicBezTo>
                  <a:cubicBezTo>
                    <a:pt x="270" y="7430"/>
                    <a:pt x="1" y="8589"/>
                    <a:pt x="315" y="9795"/>
                  </a:cubicBezTo>
                  <a:cubicBezTo>
                    <a:pt x="596" y="10868"/>
                    <a:pt x="1372" y="12277"/>
                    <a:pt x="2634" y="12305"/>
                  </a:cubicBezTo>
                  <a:cubicBezTo>
                    <a:pt x="2649" y="12305"/>
                    <a:pt x="2664" y="12306"/>
                    <a:pt x="2679" y="12306"/>
                  </a:cubicBezTo>
                  <a:cubicBezTo>
                    <a:pt x="3936" y="12306"/>
                    <a:pt x="4802" y="11092"/>
                    <a:pt x="5550" y="10255"/>
                  </a:cubicBezTo>
                  <a:cubicBezTo>
                    <a:pt x="5991" y="9759"/>
                    <a:pt x="6477" y="9291"/>
                    <a:pt x="7083" y="9007"/>
                  </a:cubicBezTo>
                  <a:cubicBezTo>
                    <a:pt x="7572" y="8781"/>
                    <a:pt x="8106" y="8676"/>
                    <a:pt x="8628" y="8563"/>
                  </a:cubicBezTo>
                  <a:cubicBezTo>
                    <a:pt x="9916" y="8285"/>
                    <a:pt x="11115" y="7733"/>
                    <a:pt x="11744" y="6502"/>
                  </a:cubicBezTo>
                  <a:cubicBezTo>
                    <a:pt x="12196" y="5616"/>
                    <a:pt x="12175" y="4544"/>
                    <a:pt x="11724" y="3675"/>
                  </a:cubicBezTo>
                  <a:cubicBezTo>
                    <a:pt x="11702" y="3661"/>
                    <a:pt x="11689" y="3637"/>
                    <a:pt x="11688" y="3608"/>
                  </a:cubicBezTo>
                  <a:cubicBezTo>
                    <a:pt x="11671" y="3577"/>
                    <a:pt x="11656" y="3547"/>
                    <a:pt x="11638" y="3518"/>
                  </a:cubicBezTo>
                  <a:cubicBezTo>
                    <a:pt x="11621" y="3509"/>
                    <a:pt x="11604" y="3498"/>
                    <a:pt x="11588" y="3484"/>
                  </a:cubicBezTo>
                  <a:cubicBezTo>
                    <a:pt x="11328" y="3244"/>
                    <a:pt x="11101" y="2965"/>
                    <a:pt x="10888" y="2673"/>
                  </a:cubicBezTo>
                  <a:cubicBezTo>
                    <a:pt x="10846" y="2673"/>
                    <a:pt x="10810" y="2628"/>
                    <a:pt x="10830" y="2589"/>
                  </a:cubicBezTo>
                  <a:cubicBezTo>
                    <a:pt x="10228" y="1745"/>
                    <a:pt x="9719" y="791"/>
                    <a:pt x="8818" y="281"/>
                  </a:cubicBezTo>
                  <a:cubicBezTo>
                    <a:pt x="8486" y="92"/>
                    <a:pt x="8115" y="0"/>
                    <a:pt x="774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73" name="Google Shape;2073;p14"/>
            <p:cNvSpPr/>
            <p:nvPr/>
          </p:nvSpPr>
          <p:spPr>
            <a:xfrm>
              <a:off x="8040240" y="4151520"/>
              <a:ext cx="732615" cy="751664"/>
            </a:xfrm>
            <a:custGeom>
              <a:rect b="b" l="l" r="r" t="t"/>
              <a:pathLst>
                <a:path extrusionOk="0" h="14931" w="14549">
                  <a:moveTo>
                    <a:pt x="8917" y="1202"/>
                  </a:moveTo>
                  <a:cubicBezTo>
                    <a:pt x="9290" y="1202"/>
                    <a:pt x="9661" y="1295"/>
                    <a:pt x="9993" y="1484"/>
                  </a:cubicBezTo>
                  <a:cubicBezTo>
                    <a:pt x="10897" y="1994"/>
                    <a:pt x="11405" y="2945"/>
                    <a:pt x="12006" y="3793"/>
                  </a:cubicBezTo>
                  <a:cubicBezTo>
                    <a:pt x="11984" y="3831"/>
                    <a:pt x="12021" y="3874"/>
                    <a:pt x="12064" y="3876"/>
                  </a:cubicBezTo>
                  <a:cubicBezTo>
                    <a:pt x="12279" y="4170"/>
                    <a:pt x="12503" y="4447"/>
                    <a:pt x="12764" y="4687"/>
                  </a:cubicBezTo>
                  <a:cubicBezTo>
                    <a:pt x="12779" y="4701"/>
                    <a:pt x="12796" y="4712"/>
                    <a:pt x="12813" y="4721"/>
                  </a:cubicBezTo>
                  <a:cubicBezTo>
                    <a:pt x="12832" y="4751"/>
                    <a:pt x="12846" y="4781"/>
                    <a:pt x="12863" y="4812"/>
                  </a:cubicBezTo>
                  <a:cubicBezTo>
                    <a:pt x="12864" y="4840"/>
                    <a:pt x="12877" y="4866"/>
                    <a:pt x="12900" y="4878"/>
                  </a:cubicBezTo>
                  <a:cubicBezTo>
                    <a:pt x="13350" y="5747"/>
                    <a:pt x="13372" y="6820"/>
                    <a:pt x="12920" y="7705"/>
                  </a:cubicBezTo>
                  <a:cubicBezTo>
                    <a:pt x="12289" y="8937"/>
                    <a:pt x="11092" y="9488"/>
                    <a:pt x="9803" y="9766"/>
                  </a:cubicBezTo>
                  <a:cubicBezTo>
                    <a:pt x="9279" y="9879"/>
                    <a:pt x="8746" y="9984"/>
                    <a:pt x="8259" y="10211"/>
                  </a:cubicBezTo>
                  <a:cubicBezTo>
                    <a:pt x="7652" y="10491"/>
                    <a:pt x="7166" y="10962"/>
                    <a:pt x="6725" y="11458"/>
                  </a:cubicBezTo>
                  <a:cubicBezTo>
                    <a:pt x="5978" y="12297"/>
                    <a:pt x="5111" y="13509"/>
                    <a:pt x="3855" y="13509"/>
                  </a:cubicBezTo>
                  <a:cubicBezTo>
                    <a:pt x="3839" y="13509"/>
                    <a:pt x="3824" y="13509"/>
                    <a:pt x="3809" y="13509"/>
                  </a:cubicBezTo>
                  <a:cubicBezTo>
                    <a:pt x="2548" y="13480"/>
                    <a:pt x="1773" y="12070"/>
                    <a:pt x="1491" y="10999"/>
                  </a:cubicBezTo>
                  <a:cubicBezTo>
                    <a:pt x="1173" y="9793"/>
                    <a:pt x="1445" y="8634"/>
                    <a:pt x="2382" y="7786"/>
                  </a:cubicBezTo>
                  <a:cubicBezTo>
                    <a:pt x="3239" y="7008"/>
                    <a:pt x="4339" y="6556"/>
                    <a:pt x="5191" y="5771"/>
                  </a:cubicBezTo>
                  <a:cubicBezTo>
                    <a:pt x="6032" y="4996"/>
                    <a:pt x="6278" y="4005"/>
                    <a:pt x="6672" y="2975"/>
                  </a:cubicBezTo>
                  <a:cubicBezTo>
                    <a:pt x="6928" y="2313"/>
                    <a:pt x="7292" y="1721"/>
                    <a:pt x="7958" y="1413"/>
                  </a:cubicBezTo>
                  <a:cubicBezTo>
                    <a:pt x="8262" y="1274"/>
                    <a:pt x="8590" y="1202"/>
                    <a:pt x="8917" y="1202"/>
                  </a:cubicBezTo>
                  <a:close/>
                  <a:moveTo>
                    <a:pt x="9561" y="1"/>
                  </a:moveTo>
                  <a:cubicBezTo>
                    <a:pt x="9529" y="1"/>
                    <a:pt x="9499" y="21"/>
                    <a:pt x="9497" y="62"/>
                  </a:cubicBezTo>
                  <a:cubicBezTo>
                    <a:pt x="9489" y="329"/>
                    <a:pt x="9473" y="586"/>
                    <a:pt x="9395" y="838"/>
                  </a:cubicBezTo>
                  <a:cubicBezTo>
                    <a:pt x="9235" y="810"/>
                    <a:pt x="9072" y="795"/>
                    <a:pt x="8908" y="795"/>
                  </a:cubicBezTo>
                  <a:cubicBezTo>
                    <a:pt x="8819" y="795"/>
                    <a:pt x="8730" y="799"/>
                    <a:pt x="8641" y="808"/>
                  </a:cubicBezTo>
                  <a:cubicBezTo>
                    <a:pt x="8651" y="570"/>
                    <a:pt x="8661" y="329"/>
                    <a:pt x="8631" y="96"/>
                  </a:cubicBezTo>
                  <a:cubicBezTo>
                    <a:pt x="8625" y="50"/>
                    <a:pt x="8592" y="30"/>
                    <a:pt x="8557" y="30"/>
                  </a:cubicBezTo>
                  <a:cubicBezTo>
                    <a:pt x="8515" y="30"/>
                    <a:pt x="8470" y="59"/>
                    <a:pt x="8464" y="108"/>
                  </a:cubicBezTo>
                  <a:cubicBezTo>
                    <a:pt x="8439" y="345"/>
                    <a:pt x="8456" y="590"/>
                    <a:pt x="8470" y="831"/>
                  </a:cubicBezTo>
                  <a:cubicBezTo>
                    <a:pt x="8209" y="874"/>
                    <a:pt x="7957" y="954"/>
                    <a:pt x="7719" y="1072"/>
                  </a:cubicBezTo>
                  <a:cubicBezTo>
                    <a:pt x="7675" y="875"/>
                    <a:pt x="7620" y="671"/>
                    <a:pt x="7526" y="506"/>
                  </a:cubicBezTo>
                  <a:cubicBezTo>
                    <a:pt x="7510" y="479"/>
                    <a:pt x="7477" y="464"/>
                    <a:pt x="7446" y="464"/>
                  </a:cubicBezTo>
                  <a:cubicBezTo>
                    <a:pt x="7405" y="464"/>
                    <a:pt x="7367" y="489"/>
                    <a:pt x="7370" y="539"/>
                  </a:cubicBezTo>
                  <a:cubicBezTo>
                    <a:pt x="7384" y="747"/>
                    <a:pt x="7461" y="964"/>
                    <a:pt x="7540" y="1170"/>
                  </a:cubicBezTo>
                  <a:cubicBezTo>
                    <a:pt x="7413" y="1246"/>
                    <a:pt x="7288" y="1333"/>
                    <a:pt x="7176" y="1432"/>
                  </a:cubicBezTo>
                  <a:cubicBezTo>
                    <a:pt x="7121" y="1480"/>
                    <a:pt x="7070" y="1530"/>
                    <a:pt x="7019" y="1581"/>
                  </a:cubicBezTo>
                  <a:cubicBezTo>
                    <a:pt x="6908" y="1340"/>
                    <a:pt x="6762" y="1100"/>
                    <a:pt x="6553" y="939"/>
                  </a:cubicBezTo>
                  <a:cubicBezTo>
                    <a:pt x="6540" y="929"/>
                    <a:pt x="6526" y="925"/>
                    <a:pt x="6511" y="925"/>
                  </a:cubicBezTo>
                  <a:cubicBezTo>
                    <a:pt x="6453" y="925"/>
                    <a:pt x="6393" y="992"/>
                    <a:pt x="6429" y="1049"/>
                  </a:cubicBezTo>
                  <a:cubicBezTo>
                    <a:pt x="6584" y="1282"/>
                    <a:pt x="6758" y="1487"/>
                    <a:pt x="6874" y="1739"/>
                  </a:cubicBezTo>
                  <a:cubicBezTo>
                    <a:pt x="6711" y="1939"/>
                    <a:pt x="6585" y="2157"/>
                    <a:pt x="6476" y="2388"/>
                  </a:cubicBezTo>
                  <a:cubicBezTo>
                    <a:pt x="6300" y="2191"/>
                    <a:pt x="6096" y="2024"/>
                    <a:pt x="5851" y="1922"/>
                  </a:cubicBezTo>
                  <a:cubicBezTo>
                    <a:pt x="5842" y="1918"/>
                    <a:pt x="5833" y="1917"/>
                    <a:pt x="5824" y="1917"/>
                  </a:cubicBezTo>
                  <a:cubicBezTo>
                    <a:pt x="5760" y="1917"/>
                    <a:pt x="5727" y="2015"/>
                    <a:pt x="5787" y="2055"/>
                  </a:cubicBezTo>
                  <a:cubicBezTo>
                    <a:pt x="6011" y="2200"/>
                    <a:pt x="6222" y="2349"/>
                    <a:pt x="6405" y="2544"/>
                  </a:cubicBezTo>
                  <a:cubicBezTo>
                    <a:pt x="6262" y="2874"/>
                    <a:pt x="6150" y="3226"/>
                    <a:pt x="6031" y="3573"/>
                  </a:cubicBezTo>
                  <a:cubicBezTo>
                    <a:pt x="5886" y="3355"/>
                    <a:pt x="5698" y="3158"/>
                    <a:pt x="5468" y="3035"/>
                  </a:cubicBezTo>
                  <a:cubicBezTo>
                    <a:pt x="5453" y="3027"/>
                    <a:pt x="5439" y="3023"/>
                    <a:pt x="5425" y="3023"/>
                  </a:cubicBezTo>
                  <a:cubicBezTo>
                    <a:pt x="5355" y="3023"/>
                    <a:pt x="5312" y="3117"/>
                    <a:pt x="5381" y="3171"/>
                  </a:cubicBezTo>
                  <a:cubicBezTo>
                    <a:pt x="5614" y="3355"/>
                    <a:pt x="5811" y="3538"/>
                    <a:pt x="5962" y="3781"/>
                  </a:cubicBezTo>
                  <a:cubicBezTo>
                    <a:pt x="5855" y="4083"/>
                    <a:pt x="5735" y="4377"/>
                    <a:pt x="5578" y="4652"/>
                  </a:cubicBezTo>
                  <a:cubicBezTo>
                    <a:pt x="5393" y="4387"/>
                    <a:pt x="5211" y="4092"/>
                    <a:pt x="4972" y="3885"/>
                  </a:cubicBezTo>
                  <a:cubicBezTo>
                    <a:pt x="4960" y="3874"/>
                    <a:pt x="4945" y="3869"/>
                    <a:pt x="4930" y="3869"/>
                  </a:cubicBezTo>
                  <a:cubicBezTo>
                    <a:pt x="4891" y="3869"/>
                    <a:pt x="4856" y="3903"/>
                    <a:pt x="4878" y="3949"/>
                  </a:cubicBezTo>
                  <a:cubicBezTo>
                    <a:pt x="5026" y="4249"/>
                    <a:pt x="5284" y="4514"/>
                    <a:pt x="5504" y="4773"/>
                  </a:cubicBezTo>
                  <a:cubicBezTo>
                    <a:pt x="5461" y="4841"/>
                    <a:pt x="5415" y="4908"/>
                    <a:pt x="5365" y="4975"/>
                  </a:cubicBezTo>
                  <a:cubicBezTo>
                    <a:pt x="5264" y="5106"/>
                    <a:pt x="5154" y="5231"/>
                    <a:pt x="5038" y="5347"/>
                  </a:cubicBezTo>
                  <a:cubicBezTo>
                    <a:pt x="5036" y="5343"/>
                    <a:pt x="5036" y="5340"/>
                    <a:pt x="5033" y="5336"/>
                  </a:cubicBezTo>
                  <a:cubicBezTo>
                    <a:pt x="5026" y="5315"/>
                    <a:pt x="5011" y="5296"/>
                    <a:pt x="4988" y="5295"/>
                  </a:cubicBezTo>
                  <a:cubicBezTo>
                    <a:pt x="4985" y="5295"/>
                    <a:pt x="4982" y="5296"/>
                    <a:pt x="4979" y="5296"/>
                  </a:cubicBezTo>
                  <a:cubicBezTo>
                    <a:pt x="4973" y="5296"/>
                    <a:pt x="4967" y="5295"/>
                    <a:pt x="4961" y="5295"/>
                  </a:cubicBezTo>
                  <a:cubicBezTo>
                    <a:pt x="4940" y="5295"/>
                    <a:pt x="4924" y="5311"/>
                    <a:pt x="4917" y="5329"/>
                  </a:cubicBezTo>
                  <a:cubicBezTo>
                    <a:pt x="4878" y="5244"/>
                    <a:pt x="4809" y="5089"/>
                    <a:pt x="4790" y="5053"/>
                  </a:cubicBezTo>
                  <a:cubicBezTo>
                    <a:pt x="4734" y="4951"/>
                    <a:pt x="4679" y="4851"/>
                    <a:pt x="4622" y="4752"/>
                  </a:cubicBezTo>
                  <a:cubicBezTo>
                    <a:pt x="4530" y="4589"/>
                    <a:pt x="4430" y="4436"/>
                    <a:pt x="4322" y="4283"/>
                  </a:cubicBezTo>
                  <a:cubicBezTo>
                    <a:pt x="4311" y="4266"/>
                    <a:pt x="4295" y="4259"/>
                    <a:pt x="4279" y="4259"/>
                  </a:cubicBezTo>
                  <a:cubicBezTo>
                    <a:pt x="4238" y="4259"/>
                    <a:pt x="4195" y="4308"/>
                    <a:pt x="4217" y="4354"/>
                  </a:cubicBezTo>
                  <a:cubicBezTo>
                    <a:pt x="4338" y="4606"/>
                    <a:pt x="4479" y="4841"/>
                    <a:pt x="4628" y="5077"/>
                  </a:cubicBezTo>
                  <a:cubicBezTo>
                    <a:pt x="4706" y="5203"/>
                    <a:pt x="4781" y="5403"/>
                    <a:pt x="4927" y="5458"/>
                  </a:cubicBezTo>
                  <a:cubicBezTo>
                    <a:pt x="4754" y="5621"/>
                    <a:pt x="4566" y="5770"/>
                    <a:pt x="4373" y="5911"/>
                  </a:cubicBezTo>
                  <a:cubicBezTo>
                    <a:pt x="4129" y="5607"/>
                    <a:pt x="3932" y="5276"/>
                    <a:pt x="3715" y="4949"/>
                  </a:cubicBezTo>
                  <a:cubicBezTo>
                    <a:pt x="3698" y="4922"/>
                    <a:pt x="3672" y="4910"/>
                    <a:pt x="3647" y="4910"/>
                  </a:cubicBezTo>
                  <a:cubicBezTo>
                    <a:pt x="3598" y="4910"/>
                    <a:pt x="3552" y="4956"/>
                    <a:pt x="3579" y="5017"/>
                  </a:cubicBezTo>
                  <a:cubicBezTo>
                    <a:pt x="3737" y="5376"/>
                    <a:pt x="3992" y="5700"/>
                    <a:pt x="4260" y="5992"/>
                  </a:cubicBezTo>
                  <a:cubicBezTo>
                    <a:pt x="4024" y="6158"/>
                    <a:pt x="3779" y="6314"/>
                    <a:pt x="3534" y="6467"/>
                  </a:cubicBezTo>
                  <a:cubicBezTo>
                    <a:pt x="3329" y="6215"/>
                    <a:pt x="3187" y="5940"/>
                    <a:pt x="3032" y="5655"/>
                  </a:cubicBezTo>
                  <a:cubicBezTo>
                    <a:pt x="3017" y="5626"/>
                    <a:pt x="2988" y="5613"/>
                    <a:pt x="2960" y="5613"/>
                  </a:cubicBezTo>
                  <a:cubicBezTo>
                    <a:pt x="2913" y="5613"/>
                    <a:pt x="2867" y="5649"/>
                    <a:pt x="2885" y="5704"/>
                  </a:cubicBezTo>
                  <a:cubicBezTo>
                    <a:pt x="2990" y="6019"/>
                    <a:pt x="3194" y="6300"/>
                    <a:pt x="3424" y="6536"/>
                  </a:cubicBezTo>
                  <a:cubicBezTo>
                    <a:pt x="3147" y="6711"/>
                    <a:pt x="2872" y="6885"/>
                    <a:pt x="2610" y="7075"/>
                  </a:cubicBezTo>
                  <a:cubicBezTo>
                    <a:pt x="2436" y="6838"/>
                    <a:pt x="2233" y="6590"/>
                    <a:pt x="1978" y="6441"/>
                  </a:cubicBezTo>
                  <a:cubicBezTo>
                    <a:pt x="1964" y="6433"/>
                    <a:pt x="1950" y="6429"/>
                    <a:pt x="1936" y="6429"/>
                  </a:cubicBezTo>
                  <a:cubicBezTo>
                    <a:pt x="1872" y="6429"/>
                    <a:pt x="1818" y="6508"/>
                    <a:pt x="1872" y="6569"/>
                  </a:cubicBezTo>
                  <a:cubicBezTo>
                    <a:pt x="2065" y="6781"/>
                    <a:pt x="2284" y="6961"/>
                    <a:pt x="2475" y="7175"/>
                  </a:cubicBezTo>
                  <a:cubicBezTo>
                    <a:pt x="2311" y="7302"/>
                    <a:pt x="2152" y="7435"/>
                    <a:pt x="2001" y="7579"/>
                  </a:cubicBezTo>
                  <a:cubicBezTo>
                    <a:pt x="1788" y="7391"/>
                    <a:pt x="1552" y="7209"/>
                    <a:pt x="1282" y="7123"/>
                  </a:cubicBezTo>
                  <a:cubicBezTo>
                    <a:pt x="1274" y="7120"/>
                    <a:pt x="1265" y="7119"/>
                    <a:pt x="1258" y="7119"/>
                  </a:cubicBezTo>
                  <a:cubicBezTo>
                    <a:pt x="1190" y="7119"/>
                    <a:pt x="1156" y="7216"/>
                    <a:pt x="1219" y="7260"/>
                  </a:cubicBezTo>
                  <a:cubicBezTo>
                    <a:pt x="1438" y="7415"/>
                    <a:pt x="1672" y="7537"/>
                    <a:pt x="1892" y="7691"/>
                  </a:cubicBezTo>
                  <a:cubicBezTo>
                    <a:pt x="1751" y="7837"/>
                    <a:pt x="1628" y="7993"/>
                    <a:pt x="1519" y="8153"/>
                  </a:cubicBezTo>
                  <a:cubicBezTo>
                    <a:pt x="1340" y="8021"/>
                    <a:pt x="1136" y="7919"/>
                    <a:pt x="914" y="7898"/>
                  </a:cubicBezTo>
                  <a:cubicBezTo>
                    <a:pt x="910" y="7898"/>
                    <a:pt x="907" y="7898"/>
                    <a:pt x="904" y="7898"/>
                  </a:cubicBezTo>
                  <a:cubicBezTo>
                    <a:pt x="808" y="7898"/>
                    <a:pt x="792" y="8038"/>
                    <a:pt x="881" y="8072"/>
                  </a:cubicBezTo>
                  <a:cubicBezTo>
                    <a:pt x="1068" y="8145"/>
                    <a:pt x="1247" y="8214"/>
                    <a:pt x="1413" y="8322"/>
                  </a:cubicBezTo>
                  <a:cubicBezTo>
                    <a:pt x="1326" y="8469"/>
                    <a:pt x="1253" y="8622"/>
                    <a:pt x="1190" y="8778"/>
                  </a:cubicBezTo>
                  <a:cubicBezTo>
                    <a:pt x="1038" y="8700"/>
                    <a:pt x="866" y="8643"/>
                    <a:pt x="696" y="8643"/>
                  </a:cubicBezTo>
                  <a:cubicBezTo>
                    <a:pt x="608" y="8643"/>
                    <a:pt x="521" y="8658"/>
                    <a:pt x="438" y="8693"/>
                  </a:cubicBezTo>
                  <a:cubicBezTo>
                    <a:pt x="375" y="8717"/>
                    <a:pt x="399" y="8811"/>
                    <a:pt x="462" y="8815"/>
                  </a:cubicBezTo>
                  <a:cubicBezTo>
                    <a:pt x="697" y="8826"/>
                    <a:pt x="920" y="8822"/>
                    <a:pt x="1141" y="8909"/>
                  </a:cubicBezTo>
                  <a:cubicBezTo>
                    <a:pt x="1023" y="9240"/>
                    <a:pt x="962" y="9593"/>
                    <a:pt x="952" y="9953"/>
                  </a:cubicBezTo>
                  <a:cubicBezTo>
                    <a:pt x="902" y="9952"/>
                    <a:pt x="851" y="9951"/>
                    <a:pt x="801" y="9951"/>
                  </a:cubicBezTo>
                  <a:cubicBezTo>
                    <a:pt x="751" y="9951"/>
                    <a:pt x="701" y="9952"/>
                    <a:pt x="650" y="9953"/>
                  </a:cubicBezTo>
                  <a:cubicBezTo>
                    <a:pt x="605" y="9956"/>
                    <a:pt x="589" y="10000"/>
                    <a:pt x="602" y="10030"/>
                  </a:cubicBezTo>
                  <a:cubicBezTo>
                    <a:pt x="418" y="10059"/>
                    <a:pt x="229" y="10092"/>
                    <a:pt x="59" y="10161"/>
                  </a:cubicBezTo>
                  <a:cubicBezTo>
                    <a:pt x="0" y="10185"/>
                    <a:pt x="19" y="10289"/>
                    <a:pt x="85" y="10289"/>
                  </a:cubicBezTo>
                  <a:cubicBezTo>
                    <a:pt x="85" y="10289"/>
                    <a:pt x="86" y="10289"/>
                    <a:pt x="86" y="10289"/>
                  </a:cubicBezTo>
                  <a:cubicBezTo>
                    <a:pt x="327" y="10277"/>
                    <a:pt x="574" y="10197"/>
                    <a:pt x="806" y="10136"/>
                  </a:cubicBezTo>
                  <a:cubicBezTo>
                    <a:pt x="849" y="10126"/>
                    <a:pt x="863" y="10092"/>
                    <a:pt x="859" y="10059"/>
                  </a:cubicBezTo>
                  <a:lnTo>
                    <a:pt x="859" y="10059"/>
                  </a:lnTo>
                  <a:cubicBezTo>
                    <a:pt x="869" y="10060"/>
                    <a:pt x="880" y="10061"/>
                    <a:pt x="891" y="10061"/>
                  </a:cubicBezTo>
                  <a:cubicBezTo>
                    <a:pt x="912" y="10061"/>
                    <a:pt x="932" y="10059"/>
                    <a:pt x="952" y="10059"/>
                  </a:cubicBezTo>
                  <a:cubicBezTo>
                    <a:pt x="952" y="10226"/>
                    <a:pt x="963" y="10395"/>
                    <a:pt x="986" y="10562"/>
                  </a:cubicBezTo>
                  <a:cubicBezTo>
                    <a:pt x="696" y="10619"/>
                    <a:pt x="411" y="10681"/>
                    <a:pt x="133" y="10782"/>
                  </a:cubicBezTo>
                  <a:cubicBezTo>
                    <a:pt x="67" y="10805"/>
                    <a:pt x="106" y="10894"/>
                    <a:pt x="165" y="10894"/>
                  </a:cubicBezTo>
                  <a:cubicBezTo>
                    <a:pt x="167" y="10894"/>
                    <a:pt x="169" y="10894"/>
                    <a:pt x="171" y="10894"/>
                  </a:cubicBezTo>
                  <a:cubicBezTo>
                    <a:pt x="459" y="10859"/>
                    <a:pt x="732" y="10785"/>
                    <a:pt x="1009" y="10704"/>
                  </a:cubicBezTo>
                  <a:cubicBezTo>
                    <a:pt x="1013" y="10731"/>
                    <a:pt x="1016" y="10758"/>
                    <a:pt x="1022" y="10785"/>
                  </a:cubicBezTo>
                  <a:cubicBezTo>
                    <a:pt x="1047" y="10914"/>
                    <a:pt x="1078" y="11044"/>
                    <a:pt x="1114" y="11176"/>
                  </a:cubicBezTo>
                  <a:cubicBezTo>
                    <a:pt x="900" y="11268"/>
                    <a:pt x="686" y="11366"/>
                    <a:pt x="489" y="11488"/>
                  </a:cubicBezTo>
                  <a:cubicBezTo>
                    <a:pt x="444" y="11516"/>
                    <a:pt x="457" y="11599"/>
                    <a:pt x="508" y="11599"/>
                  </a:cubicBezTo>
                  <a:cubicBezTo>
                    <a:pt x="514" y="11599"/>
                    <a:pt x="520" y="11598"/>
                    <a:pt x="527" y="11595"/>
                  </a:cubicBezTo>
                  <a:cubicBezTo>
                    <a:pt x="744" y="11523"/>
                    <a:pt x="951" y="11420"/>
                    <a:pt x="1155" y="11316"/>
                  </a:cubicBezTo>
                  <a:cubicBezTo>
                    <a:pt x="1204" y="11479"/>
                    <a:pt x="1261" y="11642"/>
                    <a:pt x="1328" y="11802"/>
                  </a:cubicBezTo>
                  <a:cubicBezTo>
                    <a:pt x="1186" y="11950"/>
                    <a:pt x="1022" y="12074"/>
                    <a:pt x="837" y="12178"/>
                  </a:cubicBezTo>
                  <a:cubicBezTo>
                    <a:pt x="778" y="12213"/>
                    <a:pt x="797" y="12316"/>
                    <a:pt x="862" y="12316"/>
                  </a:cubicBezTo>
                  <a:cubicBezTo>
                    <a:pt x="869" y="12316"/>
                    <a:pt x="876" y="12315"/>
                    <a:pt x="884" y="12312"/>
                  </a:cubicBezTo>
                  <a:cubicBezTo>
                    <a:pt x="1090" y="12252"/>
                    <a:pt x="1267" y="12140"/>
                    <a:pt x="1411" y="11992"/>
                  </a:cubicBezTo>
                  <a:cubicBezTo>
                    <a:pt x="1472" y="12125"/>
                    <a:pt x="1539" y="12256"/>
                    <a:pt x="1611" y="12382"/>
                  </a:cubicBezTo>
                  <a:cubicBezTo>
                    <a:pt x="1479" y="12560"/>
                    <a:pt x="1306" y="12699"/>
                    <a:pt x="1105" y="12801"/>
                  </a:cubicBezTo>
                  <a:cubicBezTo>
                    <a:pt x="1041" y="12836"/>
                    <a:pt x="1065" y="12944"/>
                    <a:pt x="1131" y="12944"/>
                  </a:cubicBezTo>
                  <a:cubicBezTo>
                    <a:pt x="1138" y="12944"/>
                    <a:pt x="1145" y="12943"/>
                    <a:pt x="1153" y="12940"/>
                  </a:cubicBezTo>
                  <a:cubicBezTo>
                    <a:pt x="1381" y="12862"/>
                    <a:pt x="1569" y="12728"/>
                    <a:pt x="1709" y="12543"/>
                  </a:cubicBezTo>
                  <a:cubicBezTo>
                    <a:pt x="1826" y="12728"/>
                    <a:pt x="1957" y="12901"/>
                    <a:pt x="2103" y="13061"/>
                  </a:cubicBezTo>
                  <a:cubicBezTo>
                    <a:pt x="1951" y="13282"/>
                    <a:pt x="1774" y="13482"/>
                    <a:pt x="1580" y="13666"/>
                  </a:cubicBezTo>
                  <a:cubicBezTo>
                    <a:pt x="1524" y="13719"/>
                    <a:pt x="1572" y="13790"/>
                    <a:pt x="1631" y="13790"/>
                  </a:cubicBezTo>
                  <a:cubicBezTo>
                    <a:pt x="1647" y="13790"/>
                    <a:pt x="1662" y="13786"/>
                    <a:pt x="1678" y="13775"/>
                  </a:cubicBezTo>
                  <a:cubicBezTo>
                    <a:pt x="1902" y="13615"/>
                    <a:pt x="2082" y="13416"/>
                    <a:pt x="2223" y="13184"/>
                  </a:cubicBezTo>
                  <a:cubicBezTo>
                    <a:pt x="2365" y="13329"/>
                    <a:pt x="2518" y="13456"/>
                    <a:pt x="2687" y="13562"/>
                  </a:cubicBezTo>
                  <a:cubicBezTo>
                    <a:pt x="2539" y="13792"/>
                    <a:pt x="2402" y="14024"/>
                    <a:pt x="2277" y="14267"/>
                  </a:cubicBezTo>
                  <a:cubicBezTo>
                    <a:pt x="2250" y="14322"/>
                    <a:pt x="2294" y="14375"/>
                    <a:pt x="2341" y="14375"/>
                  </a:cubicBezTo>
                  <a:cubicBezTo>
                    <a:pt x="2360" y="14375"/>
                    <a:pt x="2381" y="14366"/>
                    <a:pt x="2396" y="14343"/>
                  </a:cubicBezTo>
                  <a:cubicBezTo>
                    <a:pt x="2552" y="14118"/>
                    <a:pt x="2691" y="13884"/>
                    <a:pt x="2823" y="13646"/>
                  </a:cubicBezTo>
                  <a:cubicBezTo>
                    <a:pt x="2871" y="13671"/>
                    <a:pt x="2919" y="13698"/>
                    <a:pt x="2967" y="13721"/>
                  </a:cubicBezTo>
                  <a:cubicBezTo>
                    <a:pt x="3075" y="13774"/>
                    <a:pt x="3184" y="13812"/>
                    <a:pt x="3293" y="13842"/>
                  </a:cubicBezTo>
                  <a:cubicBezTo>
                    <a:pt x="3261" y="14047"/>
                    <a:pt x="3176" y="14238"/>
                    <a:pt x="3068" y="14415"/>
                  </a:cubicBezTo>
                  <a:cubicBezTo>
                    <a:pt x="3032" y="14473"/>
                    <a:pt x="3083" y="14543"/>
                    <a:pt x="3138" y="14543"/>
                  </a:cubicBezTo>
                  <a:cubicBezTo>
                    <a:pt x="3155" y="14543"/>
                    <a:pt x="3173" y="14536"/>
                    <a:pt x="3188" y="14519"/>
                  </a:cubicBezTo>
                  <a:cubicBezTo>
                    <a:pt x="3358" y="14340"/>
                    <a:pt x="3443" y="14121"/>
                    <a:pt x="3459" y="13881"/>
                  </a:cubicBezTo>
                  <a:cubicBezTo>
                    <a:pt x="3581" y="13904"/>
                    <a:pt x="3705" y="13914"/>
                    <a:pt x="3827" y="13914"/>
                  </a:cubicBezTo>
                  <a:cubicBezTo>
                    <a:pt x="3914" y="13914"/>
                    <a:pt x="4001" y="13909"/>
                    <a:pt x="4087" y="13898"/>
                  </a:cubicBezTo>
                  <a:lnTo>
                    <a:pt x="4087" y="13898"/>
                  </a:lnTo>
                  <a:cubicBezTo>
                    <a:pt x="4066" y="14012"/>
                    <a:pt x="4053" y="14129"/>
                    <a:pt x="4056" y="14258"/>
                  </a:cubicBezTo>
                  <a:cubicBezTo>
                    <a:pt x="4061" y="14476"/>
                    <a:pt x="4101" y="14680"/>
                    <a:pt x="4180" y="14886"/>
                  </a:cubicBezTo>
                  <a:cubicBezTo>
                    <a:pt x="4193" y="14917"/>
                    <a:pt x="4218" y="14931"/>
                    <a:pt x="4245" y="14931"/>
                  </a:cubicBezTo>
                  <a:cubicBezTo>
                    <a:pt x="4292" y="14931"/>
                    <a:pt x="4342" y="14890"/>
                    <a:pt x="4329" y="14834"/>
                  </a:cubicBezTo>
                  <a:cubicBezTo>
                    <a:pt x="4265" y="14526"/>
                    <a:pt x="4219" y="14194"/>
                    <a:pt x="4236" y="13873"/>
                  </a:cubicBezTo>
                  <a:cubicBezTo>
                    <a:pt x="4420" y="13837"/>
                    <a:pt x="4601" y="13782"/>
                    <a:pt x="4777" y="13710"/>
                  </a:cubicBezTo>
                  <a:cubicBezTo>
                    <a:pt x="4931" y="13958"/>
                    <a:pt x="4968" y="14213"/>
                    <a:pt x="4984" y="14501"/>
                  </a:cubicBezTo>
                  <a:cubicBezTo>
                    <a:pt x="4986" y="14555"/>
                    <a:pt x="5041" y="14594"/>
                    <a:pt x="5089" y="14594"/>
                  </a:cubicBezTo>
                  <a:cubicBezTo>
                    <a:pt x="5121" y="14594"/>
                    <a:pt x="5150" y="14576"/>
                    <a:pt x="5158" y="14533"/>
                  </a:cubicBezTo>
                  <a:cubicBezTo>
                    <a:pt x="5216" y="14217"/>
                    <a:pt x="5104" y="13901"/>
                    <a:pt x="4924" y="13642"/>
                  </a:cubicBezTo>
                  <a:cubicBezTo>
                    <a:pt x="5167" y="13527"/>
                    <a:pt x="5398" y="13380"/>
                    <a:pt x="5613" y="13214"/>
                  </a:cubicBezTo>
                  <a:cubicBezTo>
                    <a:pt x="5634" y="13480"/>
                    <a:pt x="5714" y="13863"/>
                    <a:pt x="5936" y="14016"/>
                  </a:cubicBezTo>
                  <a:cubicBezTo>
                    <a:pt x="5948" y="14024"/>
                    <a:pt x="5960" y="14028"/>
                    <a:pt x="5972" y="14028"/>
                  </a:cubicBezTo>
                  <a:cubicBezTo>
                    <a:pt x="6010" y="14028"/>
                    <a:pt x="6045" y="13988"/>
                    <a:pt x="6038" y="13945"/>
                  </a:cubicBezTo>
                  <a:cubicBezTo>
                    <a:pt x="6021" y="13813"/>
                    <a:pt x="5939" y="13703"/>
                    <a:pt x="5888" y="13584"/>
                  </a:cubicBezTo>
                  <a:cubicBezTo>
                    <a:pt x="5827" y="13443"/>
                    <a:pt x="5787" y="13295"/>
                    <a:pt x="5749" y="13147"/>
                  </a:cubicBezTo>
                  <a:cubicBezTo>
                    <a:pt x="5746" y="13136"/>
                    <a:pt x="5739" y="13126"/>
                    <a:pt x="5732" y="13117"/>
                  </a:cubicBezTo>
                  <a:cubicBezTo>
                    <a:pt x="5827" y="13038"/>
                    <a:pt x="5919" y="12956"/>
                    <a:pt x="6008" y="12871"/>
                  </a:cubicBezTo>
                  <a:cubicBezTo>
                    <a:pt x="6071" y="12811"/>
                    <a:pt x="6132" y="12749"/>
                    <a:pt x="6193" y="12687"/>
                  </a:cubicBezTo>
                  <a:cubicBezTo>
                    <a:pt x="6245" y="12892"/>
                    <a:pt x="6337" y="13112"/>
                    <a:pt x="6520" y="13210"/>
                  </a:cubicBezTo>
                  <a:cubicBezTo>
                    <a:pt x="6532" y="13216"/>
                    <a:pt x="6545" y="13219"/>
                    <a:pt x="6557" y="13219"/>
                  </a:cubicBezTo>
                  <a:cubicBezTo>
                    <a:pt x="6606" y="13219"/>
                    <a:pt x="6646" y="13172"/>
                    <a:pt x="6623" y="13117"/>
                  </a:cubicBezTo>
                  <a:cubicBezTo>
                    <a:pt x="6574" y="13005"/>
                    <a:pt x="6477" y="12919"/>
                    <a:pt x="6415" y="12813"/>
                  </a:cubicBezTo>
                  <a:cubicBezTo>
                    <a:pt x="6371" y="12740"/>
                    <a:pt x="6326" y="12663"/>
                    <a:pt x="6288" y="12585"/>
                  </a:cubicBezTo>
                  <a:cubicBezTo>
                    <a:pt x="6456" y="12402"/>
                    <a:pt x="6618" y="12215"/>
                    <a:pt x="6779" y="12026"/>
                  </a:cubicBezTo>
                  <a:cubicBezTo>
                    <a:pt x="6825" y="12096"/>
                    <a:pt x="6869" y="12162"/>
                    <a:pt x="6915" y="12230"/>
                  </a:cubicBezTo>
                  <a:cubicBezTo>
                    <a:pt x="6989" y="12342"/>
                    <a:pt x="7050" y="12473"/>
                    <a:pt x="7166" y="12543"/>
                  </a:cubicBezTo>
                  <a:cubicBezTo>
                    <a:pt x="7178" y="12551"/>
                    <a:pt x="7192" y="12555"/>
                    <a:pt x="7205" y="12555"/>
                  </a:cubicBezTo>
                  <a:cubicBezTo>
                    <a:pt x="7249" y="12555"/>
                    <a:pt x="7290" y="12515"/>
                    <a:pt x="7280" y="12466"/>
                  </a:cubicBezTo>
                  <a:cubicBezTo>
                    <a:pt x="7248" y="12331"/>
                    <a:pt x="7149" y="12233"/>
                    <a:pt x="7066" y="12127"/>
                  </a:cubicBezTo>
                  <a:cubicBezTo>
                    <a:pt x="7007" y="12053"/>
                    <a:pt x="6949" y="11977"/>
                    <a:pt x="6888" y="11903"/>
                  </a:cubicBezTo>
                  <a:cubicBezTo>
                    <a:pt x="7112" y="11645"/>
                    <a:pt x="7340" y="11393"/>
                    <a:pt x="7594" y="11163"/>
                  </a:cubicBezTo>
                  <a:cubicBezTo>
                    <a:pt x="7726" y="11379"/>
                    <a:pt x="7879" y="11598"/>
                    <a:pt x="8056" y="11744"/>
                  </a:cubicBezTo>
                  <a:cubicBezTo>
                    <a:pt x="8068" y="11754"/>
                    <a:pt x="8080" y="11758"/>
                    <a:pt x="8092" y="11758"/>
                  </a:cubicBezTo>
                  <a:cubicBezTo>
                    <a:pt x="8135" y="11758"/>
                    <a:pt x="8170" y="11702"/>
                    <a:pt x="8151" y="11659"/>
                  </a:cubicBezTo>
                  <a:cubicBezTo>
                    <a:pt x="8090" y="11515"/>
                    <a:pt x="7980" y="11394"/>
                    <a:pt x="7880" y="11269"/>
                  </a:cubicBezTo>
                  <a:cubicBezTo>
                    <a:pt x="7828" y="11201"/>
                    <a:pt x="7773" y="11131"/>
                    <a:pt x="7716" y="11061"/>
                  </a:cubicBezTo>
                  <a:cubicBezTo>
                    <a:pt x="7914" y="10900"/>
                    <a:pt x="8120" y="10766"/>
                    <a:pt x="8334" y="10660"/>
                  </a:cubicBezTo>
                  <a:cubicBezTo>
                    <a:pt x="8382" y="10730"/>
                    <a:pt x="8430" y="10799"/>
                    <a:pt x="8470" y="10873"/>
                  </a:cubicBezTo>
                  <a:cubicBezTo>
                    <a:pt x="8539" y="11003"/>
                    <a:pt x="8588" y="11139"/>
                    <a:pt x="8651" y="11269"/>
                  </a:cubicBezTo>
                  <a:cubicBezTo>
                    <a:pt x="8665" y="11298"/>
                    <a:pt x="8691" y="11310"/>
                    <a:pt x="8716" y="11310"/>
                  </a:cubicBezTo>
                  <a:cubicBezTo>
                    <a:pt x="8761" y="11310"/>
                    <a:pt x="8806" y="11275"/>
                    <a:pt x="8793" y="11223"/>
                  </a:cubicBezTo>
                  <a:cubicBezTo>
                    <a:pt x="8745" y="11006"/>
                    <a:pt x="8617" y="10781"/>
                    <a:pt x="8461" y="10602"/>
                  </a:cubicBezTo>
                  <a:cubicBezTo>
                    <a:pt x="8668" y="10508"/>
                    <a:pt x="8885" y="10432"/>
                    <a:pt x="9106" y="10367"/>
                  </a:cubicBezTo>
                  <a:cubicBezTo>
                    <a:pt x="9218" y="10618"/>
                    <a:pt x="9334" y="10871"/>
                    <a:pt x="9487" y="11097"/>
                  </a:cubicBezTo>
                  <a:cubicBezTo>
                    <a:pt x="9503" y="11119"/>
                    <a:pt x="9522" y="11128"/>
                    <a:pt x="9540" y="11128"/>
                  </a:cubicBezTo>
                  <a:cubicBezTo>
                    <a:pt x="9590" y="11128"/>
                    <a:pt x="9639" y="11063"/>
                    <a:pt x="9621" y="11006"/>
                  </a:cubicBezTo>
                  <a:cubicBezTo>
                    <a:pt x="9536" y="10766"/>
                    <a:pt x="9409" y="10540"/>
                    <a:pt x="9282" y="10317"/>
                  </a:cubicBezTo>
                  <a:cubicBezTo>
                    <a:pt x="9507" y="10259"/>
                    <a:pt x="9737" y="10207"/>
                    <a:pt x="9972" y="10156"/>
                  </a:cubicBezTo>
                  <a:cubicBezTo>
                    <a:pt x="10050" y="10140"/>
                    <a:pt x="10128" y="10120"/>
                    <a:pt x="10206" y="10100"/>
                  </a:cubicBezTo>
                  <a:cubicBezTo>
                    <a:pt x="10265" y="10283"/>
                    <a:pt x="10308" y="10469"/>
                    <a:pt x="10340" y="10664"/>
                  </a:cubicBezTo>
                  <a:cubicBezTo>
                    <a:pt x="10346" y="10702"/>
                    <a:pt x="10378" y="10720"/>
                    <a:pt x="10410" y="10720"/>
                  </a:cubicBezTo>
                  <a:cubicBezTo>
                    <a:pt x="10446" y="10720"/>
                    <a:pt x="10482" y="10697"/>
                    <a:pt x="10482" y="10653"/>
                  </a:cubicBezTo>
                  <a:cubicBezTo>
                    <a:pt x="10482" y="10452"/>
                    <a:pt x="10438" y="10249"/>
                    <a:pt x="10362" y="10061"/>
                  </a:cubicBezTo>
                  <a:cubicBezTo>
                    <a:pt x="10594" y="9998"/>
                    <a:pt x="10821" y="9923"/>
                    <a:pt x="11041" y="9835"/>
                  </a:cubicBezTo>
                  <a:cubicBezTo>
                    <a:pt x="11133" y="10048"/>
                    <a:pt x="11202" y="10268"/>
                    <a:pt x="11283" y="10487"/>
                  </a:cubicBezTo>
                  <a:cubicBezTo>
                    <a:pt x="11293" y="10512"/>
                    <a:pt x="11316" y="10523"/>
                    <a:pt x="11340" y="10523"/>
                  </a:cubicBezTo>
                  <a:cubicBezTo>
                    <a:pt x="11375" y="10523"/>
                    <a:pt x="11412" y="10499"/>
                    <a:pt x="11410" y="10460"/>
                  </a:cubicBezTo>
                  <a:cubicBezTo>
                    <a:pt x="11402" y="10217"/>
                    <a:pt x="11321" y="9980"/>
                    <a:pt x="11208" y="9765"/>
                  </a:cubicBezTo>
                  <a:cubicBezTo>
                    <a:pt x="11486" y="9643"/>
                    <a:pt x="11751" y="9501"/>
                    <a:pt x="11999" y="9332"/>
                  </a:cubicBezTo>
                  <a:cubicBezTo>
                    <a:pt x="12084" y="9498"/>
                    <a:pt x="12173" y="9664"/>
                    <a:pt x="12281" y="9813"/>
                  </a:cubicBezTo>
                  <a:cubicBezTo>
                    <a:pt x="12295" y="9833"/>
                    <a:pt x="12314" y="9841"/>
                    <a:pt x="12333" y="9841"/>
                  </a:cubicBezTo>
                  <a:cubicBezTo>
                    <a:pt x="12385" y="9841"/>
                    <a:pt x="12437" y="9780"/>
                    <a:pt x="12409" y="9723"/>
                  </a:cubicBezTo>
                  <a:cubicBezTo>
                    <a:pt x="12332" y="9559"/>
                    <a:pt x="12228" y="9399"/>
                    <a:pt x="12122" y="9246"/>
                  </a:cubicBezTo>
                  <a:cubicBezTo>
                    <a:pt x="12299" y="9115"/>
                    <a:pt x="12465" y="8974"/>
                    <a:pt x="12619" y="8816"/>
                  </a:cubicBezTo>
                  <a:cubicBezTo>
                    <a:pt x="12757" y="9022"/>
                    <a:pt x="12870" y="9240"/>
                    <a:pt x="13015" y="9444"/>
                  </a:cubicBezTo>
                  <a:cubicBezTo>
                    <a:pt x="13026" y="9460"/>
                    <a:pt x="13043" y="9467"/>
                    <a:pt x="13059" y="9467"/>
                  </a:cubicBezTo>
                  <a:cubicBezTo>
                    <a:pt x="13098" y="9467"/>
                    <a:pt x="13139" y="9429"/>
                    <a:pt x="13129" y="9388"/>
                  </a:cubicBezTo>
                  <a:cubicBezTo>
                    <a:pt x="13067" y="9130"/>
                    <a:pt x="12911" y="8899"/>
                    <a:pt x="12738" y="8693"/>
                  </a:cubicBezTo>
                  <a:cubicBezTo>
                    <a:pt x="12903" y="8509"/>
                    <a:pt x="13050" y="8306"/>
                    <a:pt x="13179" y="8085"/>
                  </a:cubicBezTo>
                  <a:cubicBezTo>
                    <a:pt x="13308" y="8223"/>
                    <a:pt x="13444" y="8369"/>
                    <a:pt x="13597" y="8469"/>
                  </a:cubicBezTo>
                  <a:cubicBezTo>
                    <a:pt x="13610" y="8478"/>
                    <a:pt x="13624" y="8482"/>
                    <a:pt x="13637" y="8482"/>
                  </a:cubicBezTo>
                  <a:cubicBezTo>
                    <a:pt x="13695" y="8482"/>
                    <a:pt x="13741" y="8406"/>
                    <a:pt x="13696" y="8353"/>
                  </a:cubicBezTo>
                  <a:cubicBezTo>
                    <a:pt x="13572" y="8211"/>
                    <a:pt x="13400" y="8091"/>
                    <a:pt x="13243" y="7975"/>
                  </a:cubicBezTo>
                  <a:cubicBezTo>
                    <a:pt x="13284" y="7897"/>
                    <a:pt x="13324" y="7816"/>
                    <a:pt x="13362" y="7732"/>
                  </a:cubicBezTo>
                  <a:cubicBezTo>
                    <a:pt x="13400" y="7644"/>
                    <a:pt x="13434" y="7555"/>
                    <a:pt x="13465" y="7465"/>
                  </a:cubicBezTo>
                  <a:cubicBezTo>
                    <a:pt x="13555" y="7632"/>
                    <a:pt x="13675" y="7788"/>
                    <a:pt x="13824" y="7897"/>
                  </a:cubicBezTo>
                  <a:cubicBezTo>
                    <a:pt x="13839" y="7907"/>
                    <a:pt x="13854" y="7912"/>
                    <a:pt x="13869" y="7912"/>
                  </a:cubicBezTo>
                  <a:cubicBezTo>
                    <a:pt x="13937" y="7912"/>
                    <a:pt x="13998" y="7820"/>
                    <a:pt x="13939" y="7762"/>
                  </a:cubicBezTo>
                  <a:cubicBezTo>
                    <a:pt x="13780" y="7610"/>
                    <a:pt x="13640" y="7465"/>
                    <a:pt x="13525" y="7279"/>
                  </a:cubicBezTo>
                  <a:cubicBezTo>
                    <a:pt x="13574" y="7102"/>
                    <a:pt x="13610" y="6922"/>
                    <a:pt x="13631" y="6740"/>
                  </a:cubicBezTo>
                  <a:cubicBezTo>
                    <a:pt x="13822" y="6922"/>
                    <a:pt x="14035" y="7086"/>
                    <a:pt x="14250" y="7235"/>
                  </a:cubicBezTo>
                  <a:cubicBezTo>
                    <a:pt x="14265" y="7244"/>
                    <a:pt x="14280" y="7248"/>
                    <a:pt x="14294" y="7248"/>
                  </a:cubicBezTo>
                  <a:cubicBezTo>
                    <a:pt x="14365" y="7248"/>
                    <a:pt x="14428" y="7155"/>
                    <a:pt x="14365" y="7100"/>
                  </a:cubicBezTo>
                  <a:cubicBezTo>
                    <a:pt x="14150" y="6910"/>
                    <a:pt x="13919" y="6725"/>
                    <a:pt x="13671" y="6573"/>
                  </a:cubicBezTo>
                  <a:cubicBezTo>
                    <a:pt x="13662" y="6569"/>
                    <a:pt x="13654" y="6567"/>
                    <a:pt x="13645" y="6565"/>
                  </a:cubicBezTo>
                  <a:cubicBezTo>
                    <a:pt x="13655" y="6406"/>
                    <a:pt x="13654" y="6247"/>
                    <a:pt x="13641" y="6090"/>
                  </a:cubicBezTo>
                  <a:lnTo>
                    <a:pt x="13641" y="6090"/>
                  </a:lnTo>
                  <a:cubicBezTo>
                    <a:pt x="13905" y="6130"/>
                    <a:pt x="14164" y="6200"/>
                    <a:pt x="14426" y="6260"/>
                  </a:cubicBezTo>
                  <a:cubicBezTo>
                    <a:pt x="14431" y="6261"/>
                    <a:pt x="14436" y="6262"/>
                    <a:pt x="14441" y="6262"/>
                  </a:cubicBezTo>
                  <a:cubicBezTo>
                    <a:pt x="14503" y="6262"/>
                    <a:pt x="14548" y="6178"/>
                    <a:pt x="14483" y="6140"/>
                  </a:cubicBezTo>
                  <a:cubicBezTo>
                    <a:pt x="14221" y="5988"/>
                    <a:pt x="13922" y="5931"/>
                    <a:pt x="13620" y="5924"/>
                  </a:cubicBezTo>
                  <a:cubicBezTo>
                    <a:pt x="13600" y="5784"/>
                    <a:pt x="13576" y="5644"/>
                    <a:pt x="13539" y="5507"/>
                  </a:cubicBezTo>
                  <a:cubicBezTo>
                    <a:pt x="13844" y="5465"/>
                    <a:pt x="14137" y="5373"/>
                    <a:pt x="14399" y="5211"/>
                  </a:cubicBezTo>
                  <a:cubicBezTo>
                    <a:pt x="14482" y="5161"/>
                    <a:pt x="14441" y="5042"/>
                    <a:pt x="14362" y="5042"/>
                  </a:cubicBezTo>
                  <a:cubicBezTo>
                    <a:pt x="14350" y="5042"/>
                    <a:pt x="14336" y="5045"/>
                    <a:pt x="14321" y="5053"/>
                  </a:cubicBezTo>
                  <a:cubicBezTo>
                    <a:pt x="14056" y="5186"/>
                    <a:pt x="13788" y="5299"/>
                    <a:pt x="13499" y="5373"/>
                  </a:cubicBezTo>
                  <a:cubicBezTo>
                    <a:pt x="13437" y="5180"/>
                    <a:pt x="13359" y="4992"/>
                    <a:pt x="13263" y="4813"/>
                  </a:cubicBezTo>
                  <a:cubicBezTo>
                    <a:pt x="13522" y="4745"/>
                    <a:pt x="13780" y="4673"/>
                    <a:pt x="14031" y="4578"/>
                  </a:cubicBezTo>
                  <a:cubicBezTo>
                    <a:pt x="14105" y="4550"/>
                    <a:pt x="14068" y="4440"/>
                    <a:pt x="13999" y="4440"/>
                  </a:cubicBezTo>
                  <a:cubicBezTo>
                    <a:pt x="13994" y="4440"/>
                    <a:pt x="13990" y="4441"/>
                    <a:pt x="13985" y="4442"/>
                  </a:cubicBezTo>
                  <a:cubicBezTo>
                    <a:pt x="13705" y="4491"/>
                    <a:pt x="13435" y="4565"/>
                    <a:pt x="13165" y="4644"/>
                  </a:cubicBezTo>
                  <a:cubicBezTo>
                    <a:pt x="13151" y="4622"/>
                    <a:pt x="13136" y="4598"/>
                    <a:pt x="13121" y="4574"/>
                  </a:cubicBezTo>
                  <a:cubicBezTo>
                    <a:pt x="13129" y="4523"/>
                    <a:pt x="13114" y="4469"/>
                    <a:pt x="13064" y="4422"/>
                  </a:cubicBezTo>
                  <a:cubicBezTo>
                    <a:pt x="13007" y="4365"/>
                    <a:pt x="12951" y="4309"/>
                    <a:pt x="12896" y="4249"/>
                  </a:cubicBezTo>
                  <a:cubicBezTo>
                    <a:pt x="13165" y="4083"/>
                    <a:pt x="13411" y="3885"/>
                    <a:pt x="13613" y="3638"/>
                  </a:cubicBezTo>
                  <a:cubicBezTo>
                    <a:pt x="13651" y="3593"/>
                    <a:pt x="13601" y="3536"/>
                    <a:pt x="13552" y="3536"/>
                  </a:cubicBezTo>
                  <a:cubicBezTo>
                    <a:pt x="13538" y="3536"/>
                    <a:pt x="13524" y="3540"/>
                    <a:pt x="13512" y="3552"/>
                  </a:cubicBezTo>
                  <a:cubicBezTo>
                    <a:pt x="13284" y="3763"/>
                    <a:pt x="13057" y="3967"/>
                    <a:pt x="12806" y="4151"/>
                  </a:cubicBezTo>
                  <a:cubicBezTo>
                    <a:pt x="12665" y="3991"/>
                    <a:pt x="12534" y="3825"/>
                    <a:pt x="12407" y="3651"/>
                  </a:cubicBezTo>
                  <a:cubicBezTo>
                    <a:pt x="12592" y="3518"/>
                    <a:pt x="12774" y="3380"/>
                    <a:pt x="12937" y="3220"/>
                  </a:cubicBezTo>
                  <a:cubicBezTo>
                    <a:pt x="12973" y="3183"/>
                    <a:pt x="12945" y="3116"/>
                    <a:pt x="12898" y="3116"/>
                  </a:cubicBezTo>
                  <a:cubicBezTo>
                    <a:pt x="12889" y="3116"/>
                    <a:pt x="12880" y="3118"/>
                    <a:pt x="12870" y="3124"/>
                  </a:cubicBezTo>
                  <a:cubicBezTo>
                    <a:pt x="12674" y="3242"/>
                    <a:pt x="12493" y="3382"/>
                    <a:pt x="12316" y="3528"/>
                  </a:cubicBezTo>
                  <a:cubicBezTo>
                    <a:pt x="12225" y="3403"/>
                    <a:pt x="12139" y="3276"/>
                    <a:pt x="12052" y="3148"/>
                  </a:cubicBezTo>
                  <a:cubicBezTo>
                    <a:pt x="12075" y="3148"/>
                    <a:pt x="12098" y="3139"/>
                    <a:pt x="12116" y="3114"/>
                  </a:cubicBezTo>
                  <a:cubicBezTo>
                    <a:pt x="12275" y="2886"/>
                    <a:pt x="12479" y="2709"/>
                    <a:pt x="12683" y="2522"/>
                  </a:cubicBezTo>
                  <a:cubicBezTo>
                    <a:pt x="12732" y="2475"/>
                    <a:pt x="12693" y="2394"/>
                    <a:pt x="12636" y="2394"/>
                  </a:cubicBezTo>
                  <a:cubicBezTo>
                    <a:pt x="12626" y="2394"/>
                    <a:pt x="12615" y="2396"/>
                    <a:pt x="12604" y="2403"/>
                  </a:cubicBezTo>
                  <a:cubicBezTo>
                    <a:pt x="12337" y="2546"/>
                    <a:pt x="12143" y="2777"/>
                    <a:pt x="11983" y="3029"/>
                  </a:cubicBezTo>
                  <a:cubicBezTo>
                    <a:pt x="11982" y="3033"/>
                    <a:pt x="11980" y="3039"/>
                    <a:pt x="11977" y="3042"/>
                  </a:cubicBezTo>
                  <a:cubicBezTo>
                    <a:pt x="11891" y="2914"/>
                    <a:pt x="11804" y="2785"/>
                    <a:pt x="11715" y="2659"/>
                  </a:cubicBezTo>
                  <a:cubicBezTo>
                    <a:pt x="11926" y="2489"/>
                    <a:pt x="12103" y="2278"/>
                    <a:pt x="12188" y="2016"/>
                  </a:cubicBezTo>
                  <a:cubicBezTo>
                    <a:pt x="12204" y="1965"/>
                    <a:pt x="12162" y="1925"/>
                    <a:pt x="12120" y="1925"/>
                  </a:cubicBezTo>
                  <a:cubicBezTo>
                    <a:pt x="12099" y="1925"/>
                    <a:pt x="12077" y="1935"/>
                    <a:pt x="12062" y="1958"/>
                  </a:cubicBezTo>
                  <a:cubicBezTo>
                    <a:pt x="11926" y="2165"/>
                    <a:pt x="11796" y="2361"/>
                    <a:pt x="11623" y="2530"/>
                  </a:cubicBezTo>
                  <a:cubicBezTo>
                    <a:pt x="11495" y="2350"/>
                    <a:pt x="11361" y="2177"/>
                    <a:pt x="11222" y="2010"/>
                  </a:cubicBezTo>
                  <a:cubicBezTo>
                    <a:pt x="11378" y="1797"/>
                    <a:pt x="11529" y="1585"/>
                    <a:pt x="11664" y="1358"/>
                  </a:cubicBezTo>
                  <a:cubicBezTo>
                    <a:pt x="11698" y="1303"/>
                    <a:pt x="11653" y="1253"/>
                    <a:pt x="11604" y="1253"/>
                  </a:cubicBezTo>
                  <a:cubicBezTo>
                    <a:pt x="11584" y="1253"/>
                    <a:pt x="11563" y="1262"/>
                    <a:pt x="11548" y="1283"/>
                  </a:cubicBezTo>
                  <a:cubicBezTo>
                    <a:pt x="11395" y="1481"/>
                    <a:pt x="11259" y="1690"/>
                    <a:pt x="11126" y="1901"/>
                  </a:cubicBezTo>
                  <a:cubicBezTo>
                    <a:pt x="10998" y="1758"/>
                    <a:pt x="10862" y="1623"/>
                    <a:pt x="10716" y="1497"/>
                  </a:cubicBezTo>
                  <a:cubicBezTo>
                    <a:pt x="10872" y="1212"/>
                    <a:pt x="11019" y="891"/>
                    <a:pt x="11118" y="584"/>
                  </a:cubicBezTo>
                  <a:cubicBezTo>
                    <a:pt x="11140" y="516"/>
                    <a:pt x="11080" y="459"/>
                    <a:pt x="11022" y="459"/>
                  </a:cubicBezTo>
                  <a:cubicBezTo>
                    <a:pt x="10994" y="459"/>
                    <a:pt x="10966" y="472"/>
                    <a:pt x="10948" y="504"/>
                  </a:cubicBezTo>
                  <a:cubicBezTo>
                    <a:pt x="10795" y="770"/>
                    <a:pt x="10665" y="1078"/>
                    <a:pt x="10562" y="1371"/>
                  </a:cubicBezTo>
                  <a:cubicBezTo>
                    <a:pt x="10475" y="1304"/>
                    <a:pt x="10383" y="1241"/>
                    <a:pt x="10289" y="1181"/>
                  </a:cubicBezTo>
                  <a:cubicBezTo>
                    <a:pt x="10238" y="1150"/>
                    <a:pt x="10186" y="1123"/>
                    <a:pt x="10135" y="1096"/>
                  </a:cubicBezTo>
                  <a:cubicBezTo>
                    <a:pt x="10281" y="837"/>
                    <a:pt x="10383" y="525"/>
                    <a:pt x="10339" y="241"/>
                  </a:cubicBezTo>
                  <a:cubicBezTo>
                    <a:pt x="10332" y="199"/>
                    <a:pt x="10299" y="179"/>
                    <a:pt x="10264" y="179"/>
                  </a:cubicBezTo>
                  <a:cubicBezTo>
                    <a:pt x="10232" y="179"/>
                    <a:pt x="10198" y="197"/>
                    <a:pt x="10185" y="232"/>
                  </a:cubicBezTo>
                  <a:cubicBezTo>
                    <a:pt x="10128" y="383"/>
                    <a:pt x="10100" y="543"/>
                    <a:pt x="10051" y="698"/>
                  </a:cubicBezTo>
                  <a:cubicBezTo>
                    <a:pt x="10020" y="803"/>
                    <a:pt x="9979" y="902"/>
                    <a:pt x="9934" y="1000"/>
                  </a:cubicBezTo>
                  <a:cubicBezTo>
                    <a:pt x="9815" y="947"/>
                    <a:pt x="9691" y="909"/>
                    <a:pt x="9565" y="876"/>
                  </a:cubicBezTo>
                  <a:cubicBezTo>
                    <a:pt x="9665" y="613"/>
                    <a:pt x="9708" y="327"/>
                    <a:pt x="9631" y="53"/>
                  </a:cubicBezTo>
                  <a:cubicBezTo>
                    <a:pt x="9621" y="19"/>
                    <a:pt x="9590" y="1"/>
                    <a:pt x="95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74" name="Google Shape;2074;p14"/>
            <p:cNvSpPr/>
            <p:nvPr/>
          </p:nvSpPr>
          <p:spPr>
            <a:xfrm>
              <a:off x="8141400" y="4240800"/>
              <a:ext cx="548641" cy="541799"/>
            </a:xfrm>
            <a:custGeom>
              <a:rect b="b" l="l" r="r" t="t"/>
              <a:pathLst>
                <a:path extrusionOk="0" h="10766" w="10896">
                  <a:moveTo>
                    <a:pt x="7211" y="269"/>
                  </a:moveTo>
                  <a:cubicBezTo>
                    <a:pt x="7407" y="269"/>
                    <a:pt x="7615" y="330"/>
                    <a:pt x="7834" y="471"/>
                  </a:cubicBezTo>
                  <a:cubicBezTo>
                    <a:pt x="8282" y="757"/>
                    <a:pt x="8582" y="1242"/>
                    <a:pt x="8867" y="1671"/>
                  </a:cubicBezTo>
                  <a:cubicBezTo>
                    <a:pt x="9241" y="2236"/>
                    <a:pt x="9605" y="2807"/>
                    <a:pt x="9987" y="3367"/>
                  </a:cubicBezTo>
                  <a:cubicBezTo>
                    <a:pt x="10011" y="3404"/>
                    <a:pt x="10045" y="3424"/>
                    <a:pt x="10082" y="3431"/>
                  </a:cubicBezTo>
                  <a:cubicBezTo>
                    <a:pt x="10198" y="3627"/>
                    <a:pt x="10320" y="3824"/>
                    <a:pt x="10470" y="3986"/>
                  </a:cubicBezTo>
                  <a:cubicBezTo>
                    <a:pt x="10661" y="4679"/>
                    <a:pt x="10327" y="5533"/>
                    <a:pt x="9773" y="5992"/>
                  </a:cubicBezTo>
                  <a:cubicBezTo>
                    <a:pt x="8888" y="6727"/>
                    <a:pt x="7687" y="6855"/>
                    <a:pt x="6617" y="7158"/>
                  </a:cubicBezTo>
                  <a:cubicBezTo>
                    <a:pt x="5772" y="7395"/>
                    <a:pt x="4979" y="7746"/>
                    <a:pt x="4403" y="8433"/>
                  </a:cubicBezTo>
                  <a:cubicBezTo>
                    <a:pt x="3767" y="9193"/>
                    <a:pt x="3308" y="10426"/>
                    <a:pt x="2160" y="10477"/>
                  </a:cubicBezTo>
                  <a:cubicBezTo>
                    <a:pt x="2134" y="10478"/>
                    <a:pt x="2107" y="10479"/>
                    <a:pt x="2081" y="10479"/>
                  </a:cubicBezTo>
                  <a:cubicBezTo>
                    <a:pt x="1206" y="10479"/>
                    <a:pt x="403" y="9819"/>
                    <a:pt x="352" y="8927"/>
                  </a:cubicBezTo>
                  <a:cubicBezTo>
                    <a:pt x="296" y="8020"/>
                    <a:pt x="916" y="7201"/>
                    <a:pt x="1565" y="6634"/>
                  </a:cubicBezTo>
                  <a:cubicBezTo>
                    <a:pt x="2351" y="5948"/>
                    <a:pt x="3308" y="5476"/>
                    <a:pt x="4023" y="4708"/>
                  </a:cubicBezTo>
                  <a:cubicBezTo>
                    <a:pt x="4638" y="4047"/>
                    <a:pt x="4950" y="3216"/>
                    <a:pt x="5296" y="2399"/>
                  </a:cubicBezTo>
                  <a:cubicBezTo>
                    <a:pt x="5613" y="1645"/>
                    <a:pt x="6279" y="269"/>
                    <a:pt x="7211" y="269"/>
                  </a:cubicBezTo>
                  <a:close/>
                  <a:moveTo>
                    <a:pt x="7263" y="0"/>
                  </a:moveTo>
                  <a:cubicBezTo>
                    <a:pt x="6776" y="0"/>
                    <a:pt x="6310" y="273"/>
                    <a:pt x="5939" y="699"/>
                  </a:cubicBezTo>
                  <a:cubicBezTo>
                    <a:pt x="5120" y="1635"/>
                    <a:pt x="4915" y="2917"/>
                    <a:pt x="4254" y="3948"/>
                  </a:cubicBezTo>
                  <a:cubicBezTo>
                    <a:pt x="3495" y="5133"/>
                    <a:pt x="2140" y="5653"/>
                    <a:pt x="1164" y="6611"/>
                  </a:cubicBezTo>
                  <a:cubicBezTo>
                    <a:pt x="540" y="7220"/>
                    <a:pt x="0" y="8061"/>
                    <a:pt x="65" y="8966"/>
                  </a:cubicBezTo>
                  <a:cubicBezTo>
                    <a:pt x="122" y="9781"/>
                    <a:pt x="705" y="10434"/>
                    <a:pt x="1475" y="10674"/>
                  </a:cubicBezTo>
                  <a:cubicBezTo>
                    <a:pt x="1677" y="10736"/>
                    <a:pt x="1873" y="10765"/>
                    <a:pt x="2061" y="10765"/>
                  </a:cubicBezTo>
                  <a:cubicBezTo>
                    <a:pt x="2748" y="10765"/>
                    <a:pt x="3340" y="10376"/>
                    <a:pt x="3792" y="9797"/>
                  </a:cubicBezTo>
                  <a:cubicBezTo>
                    <a:pt x="4192" y="9282"/>
                    <a:pt x="4491" y="8686"/>
                    <a:pt x="4993" y="8258"/>
                  </a:cubicBezTo>
                  <a:cubicBezTo>
                    <a:pt x="5565" y="7766"/>
                    <a:pt x="6312" y="7543"/>
                    <a:pt x="7028" y="7362"/>
                  </a:cubicBezTo>
                  <a:cubicBezTo>
                    <a:pt x="8249" y="7055"/>
                    <a:pt x="9793" y="6805"/>
                    <a:pt x="10507" y="5623"/>
                  </a:cubicBezTo>
                  <a:cubicBezTo>
                    <a:pt x="10802" y="5137"/>
                    <a:pt x="10895" y="4521"/>
                    <a:pt x="10743" y="3995"/>
                  </a:cubicBezTo>
                  <a:cubicBezTo>
                    <a:pt x="10748" y="3971"/>
                    <a:pt x="10746" y="3945"/>
                    <a:pt x="10731" y="3917"/>
                  </a:cubicBezTo>
                  <a:cubicBezTo>
                    <a:pt x="10724" y="3903"/>
                    <a:pt x="10715" y="3892"/>
                    <a:pt x="10705" y="3877"/>
                  </a:cubicBezTo>
                  <a:cubicBezTo>
                    <a:pt x="10613" y="3629"/>
                    <a:pt x="10463" y="3405"/>
                    <a:pt x="10249" y="3233"/>
                  </a:cubicBezTo>
                  <a:cubicBezTo>
                    <a:pt x="9853" y="2605"/>
                    <a:pt x="9448" y="1981"/>
                    <a:pt x="9037" y="1363"/>
                  </a:cubicBezTo>
                  <a:cubicBezTo>
                    <a:pt x="8776" y="974"/>
                    <a:pt x="8499" y="577"/>
                    <a:pt x="8115" y="296"/>
                  </a:cubicBezTo>
                  <a:cubicBezTo>
                    <a:pt x="7833" y="91"/>
                    <a:pt x="7544" y="0"/>
                    <a:pt x="72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75" name="Google Shape;2075;p14"/>
            <p:cNvSpPr/>
            <p:nvPr/>
          </p:nvSpPr>
          <p:spPr>
            <a:xfrm>
              <a:off x="8039880" y="4627440"/>
              <a:ext cx="49680" cy="10440"/>
            </a:xfrm>
            <a:custGeom>
              <a:rect b="b" l="l" r="r" t="t"/>
              <a:pathLst>
                <a:path extrusionOk="0" h="217" w="996">
                  <a:moveTo>
                    <a:pt x="886" y="1"/>
                  </a:moveTo>
                  <a:cubicBezTo>
                    <a:pt x="879" y="1"/>
                    <a:pt x="871" y="2"/>
                    <a:pt x="863" y="4"/>
                  </a:cubicBezTo>
                  <a:cubicBezTo>
                    <a:pt x="687" y="61"/>
                    <a:pt x="505" y="89"/>
                    <a:pt x="322" y="89"/>
                  </a:cubicBezTo>
                  <a:cubicBezTo>
                    <a:pt x="244" y="89"/>
                    <a:pt x="166" y="84"/>
                    <a:pt x="88" y="74"/>
                  </a:cubicBezTo>
                  <a:cubicBezTo>
                    <a:pt x="84" y="73"/>
                    <a:pt x="80" y="73"/>
                    <a:pt x="77" y="73"/>
                  </a:cubicBezTo>
                  <a:cubicBezTo>
                    <a:pt x="4" y="73"/>
                    <a:pt x="1" y="195"/>
                    <a:pt x="81" y="203"/>
                  </a:cubicBezTo>
                  <a:cubicBezTo>
                    <a:pt x="176" y="212"/>
                    <a:pt x="271" y="217"/>
                    <a:pt x="366" y="217"/>
                  </a:cubicBezTo>
                  <a:cubicBezTo>
                    <a:pt x="543" y="217"/>
                    <a:pt x="719" y="201"/>
                    <a:pt x="897" y="170"/>
                  </a:cubicBezTo>
                  <a:cubicBezTo>
                    <a:pt x="996" y="152"/>
                    <a:pt x="970" y="1"/>
                    <a:pt x="8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400" lIns="91425" spcFirstLastPara="1" rIns="91425" wrap="square" tIns="5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76" name="Google Shape;2076;p14"/>
            <p:cNvSpPr/>
            <p:nvPr/>
          </p:nvSpPr>
          <p:spPr>
            <a:xfrm>
              <a:off x="8434440" y="4318560"/>
              <a:ext cx="25560" cy="23760"/>
            </a:xfrm>
            <a:custGeom>
              <a:rect b="b" l="l" r="r" t="t"/>
              <a:pathLst>
                <a:path extrusionOk="0" h="482" w="516">
                  <a:moveTo>
                    <a:pt x="189" y="1"/>
                  </a:moveTo>
                  <a:cubicBezTo>
                    <a:pt x="150" y="1"/>
                    <a:pt x="111" y="14"/>
                    <a:pt x="78" y="46"/>
                  </a:cubicBezTo>
                  <a:cubicBezTo>
                    <a:pt x="0" y="123"/>
                    <a:pt x="6" y="219"/>
                    <a:pt x="64" y="303"/>
                  </a:cubicBezTo>
                  <a:cubicBezTo>
                    <a:pt x="92" y="342"/>
                    <a:pt x="119" y="379"/>
                    <a:pt x="147" y="416"/>
                  </a:cubicBezTo>
                  <a:cubicBezTo>
                    <a:pt x="181" y="460"/>
                    <a:pt x="237" y="481"/>
                    <a:pt x="293" y="481"/>
                  </a:cubicBezTo>
                  <a:cubicBezTo>
                    <a:pt x="341" y="481"/>
                    <a:pt x="390" y="465"/>
                    <a:pt x="424" y="432"/>
                  </a:cubicBezTo>
                  <a:cubicBezTo>
                    <a:pt x="495" y="361"/>
                    <a:pt x="516" y="233"/>
                    <a:pt x="438" y="155"/>
                  </a:cubicBezTo>
                  <a:cubicBezTo>
                    <a:pt x="404" y="124"/>
                    <a:pt x="371" y="91"/>
                    <a:pt x="336" y="60"/>
                  </a:cubicBezTo>
                  <a:cubicBezTo>
                    <a:pt x="295" y="25"/>
                    <a:pt x="242" y="1"/>
                    <a:pt x="1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1875" lIns="91425" spcFirstLastPara="1" rIns="91425" wrap="square" tIns="11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77" name="Google Shape;2077;p14"/>
            <p:cNvSpPr/>
            <p:nvPr/>
          </p:nvSpPr>
          <p:spPr>
            <a:xfrm>
              <a:off x="8467560" y="4292280"/>
              <a:ext cx="24840" cy="22679"/>
            </a:xfrm>
            <a:custGeom>
              <a:rect b="b" l="l" r="r" t="t"/>
              <a:pathLst>
                <a:path extrusionOk="0" h="455" w="500">
                  <a:moveTo>
                    <a:pt x="205" y="0"/>
                  </a:moveTo>
                  <a:cubicBezTo>
                    <a:pt x="162" y="0"/>
                    <a:pt x="119" y="15"/>
                    <a:pt x="84" y="50"/>
                  </a:cubicBezTo>
                  <a:cubicBezTo>
                    <a:pt x="0" y="131"/>
                    <a:pt x="0" y="242"/>
                    <a:pt x="67" y="331"/>
                  </a:cubicBezTo>
                  <a:lnTo>
                    <a:pt x="108" y="386"/>
                  </a:lnTo>
                  <a:cubicBezTo>
                    <a:pt x="142" y="432"/>
                    <a:pt x="201" y="454"/>
                    <a:pt x="260" y="454"/>
                  </a:cubicBezTo>
                  <a:cubicBezTo>
                    <a:pt x="312" y="454"/>
                    <a:pt x="364" y="437"/>
                    <a:pt x="398" y="402"/>
                  </a:cubicBezTo>
                  <a:cubicBezTo>
                    <a:pt x="474" y="330"/>
                    <a:pt x="499" y="192"/>
                    <a:pt x="414" y="111"/>
                  </a:cubicBezTo>
                  <a:lnTo>
                    <a:pt x="363" y="66"/>
                  </a:lnTo>
                  <a:cubicBezTo>
                    <a:pt x="320" y="26"/>
                    <a:pt x="262" y="0"/>
                    <a:pt x="2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1500" lIns="91425" spcFirstLastPara="1" rIns="91425" wrap="square" tIns="11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78" name="Google Shape;2078;p14"/>
            <p:cNvSpPr/>
            <p:nvPr/>
          </p:nvSpPr>
          <p:spPr>
            <a:xfrm>
              <a:off x="8496360" y="4272840"/>
              <a:ext cx="15840" cy="11160"/>
            </a:xfrm>
            <a:custGeom>
              <a:rect b="b" l="l" r="r" t="t"/>
              <a:pathLst>
                <a:path extrusionOk="0" h="232" w="325">
                  <a:moveTo>
                    <a:pt x="168" y="1"/>
                  </a:moveTo>
                  <a:cubicBezTo>
                    <a:pt x="81" y="1"/>
                    <a:pt x="1" y="109"/>
                    <a:pt x="76" y="194"/>
                  </a:cubicBezTo>
                  <a:cubicBezTo>
                    <a:pt x="100" y="220"/>
                    <a:pt x="128" y="231"/>
                    <a:pt x="156" y="231"/>
                  </a:cubicBezTo>
                  <a:cubicBezTo>
                    <a:pt x="243" y="231"/>
                    <a:pt x="325" y="123"/>
                    <a:pt x="249" y="40"/>
                  </a:cubicBezTo>
                  <a:cubicBezTo>
                    <a:pt x="224" y="12"/>
                    <a:pt x="196" y="1"/>
                    <a:pt x="1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750" lIns="91425" spcFirstLastPara="1" rIns="91425" wrap="square" tIns="5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79" name="Google Shape;2079;p14"/>
            <p:cNvSpPr/>
            <p:nvPr/>
          </p:nvSpPr>
          <p:spPr>
            <a:xfrm>
              <a:off x="8430480" y="4344840"/>
              <a:ext cx="56879" cy="36360"/>
            </a:xfrm>
            <a:custGeom>
              <a:rect b="b" l="l" r="r" t="t"/>
              <a:pathLst>
                <a:path extrusionOk="0" h="728" w="1133">
                  <a:moveTo>
                    <a:pt x="791" y="1"/>
                  </a:moveTo>
                  <a:cubicBezTo>
                    <a:pt x="682" y="1"/>
                    <a:pt x="579" y="62"/>
                    <a:pt x="482" y="108"/>
                  </a:cubicBezTo>
                  <a:cubicBezTo>
                    <a:pt x="353" y="170"/>
                    <a:pt x="177" y="222"/>
                    <a:pt x="91" y="348"/>
                  </a:cubicBezTo>
                  <a:cubicBezTo>
                    <a:pt x="0" y="481"/>
                    <a:pt x="90" y="716"/>
                    <a:pt x="228" y="716"/>
                  </a:cubicBezTo>
                  <a:cubicBezTo>
                    <a:pt x="260" y="716"/>
                    <a:pt x="295" y="703"/>
                    <a:pt x="330" y="673"/>
                  </a:cubicBezTo>
                  <a:cubicBezTo>
                    <a:pt x="346" y="660"/>
                    <a:pt x="353" y="646"/>
                    <a:pt x="357" y="630"/>
                  </a:cubicBezTo>
                  <a:cubicBezTo>
                    <a:pt x="366" y="591"/>
                    <a:pt x="340" y="548"/>
                    <a:pt x="302" y="533"/>
                  </a:cubicBezTo>
                  <a:cubicBezTo>
                    <a:pt x="190" y="485"/>
                    <a:pt x="492" y="354"/>
                    <a:pt x="536" y="334"/>
                  </a:cubicBezTo>
                  <a:cubicBezTo>
                    <a:pt x="594" y="307"/>
                    <a:pt x="695" y="236"/>
                    <a:pt x="770" y="236"/>
                  </a:cubicBezTo>
                  <a:cubicBezTo>
                    <a:pt x="801" y="236"/>
                    <a:pt x="826" y="248"/>
                    <a:pt x="843" y="278"/>
                  </a:cubicBezTo>
                  <a:cubicBezTo>
                    <a:pt x="910" y="391"/>
                    <a:pt x="777" y="490"/>
                    <a:pt x="687" y="523"/>
                  </a:cubicBezTo>
                  <a:cubicBezTo>
                    <a:pt x="634" y="540"/>
                    <a:pt x="574" y="547"/>
                    <a:pt x="516" y="560"/>
                  </a:cubicBezTo>
                  <a:cubicBezTo>
                    <a:pt x="449" y="574"/>
                    <a:pt x="444" y="591"/>
                    <a:pt x="379" y="619"/>
                  </a:cubicBezTo>
                  <a:cubicBezTo>
                    <a:pt x="371" y="623"/>
                    <a:pt x="367" y="629"/>
                    <a:pt x="366" y="632"/>
                  </a:cubicBezTo>
                  <a:cubicBezTo>
                    <a:pt x="362" y="645"/>
                    <a:pt x="369" y="660"/>
                    <a:pt x="381" y="666"/>
                  </a:cubicBezTo>
                  <a:cubicBezTo>
                    <a:pt x="447" y="696"/>
                    <a:pt x="458" y="718"/>
                    <a:pt x="530" y="725"/>
                  </a:cubicBezTo>
                  <a:cubicBezTo>
                    <a:pt x="548" y="727"/>
                    <a:pt x="566" y="728"/>
                    <a:pt x="584" y="728"/>
                  </a:cubicBezTo>
                  <a:cubicBezTo>
                    <a:pt x="638" y="728"/>
                    <a:pt x="693" y="721"/>
                    <a:pt x="743" y="710"/>
                  </a:cubicBezTo>
                  <a:cubicBezTo>
                    <a:pt x="865" y="682"/>
                    <a:pt x="977" y="615"/>
                    <a:pt x="1037" y="503"/>
                  </a:cubicBezTo>
                  <a:cubicBezTo>
                    <a:pt x="1132" y="320"/>
                    <a:pt x="1070" y="44"/>
                    <a:pt x="842" y="6"/>
                  </a:cubicBezTo>
                  <a:cubicBezTo>
                    <a:pt x="825" y="2"/>
                    <a:pt x="808" y="1"/>
                    <a:pt x="7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8350" lIns="91425" spcFirstLastPara="1" rIns="91425" wrap="square" tIns="18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80" name="Google Shape;2080;p14"/>
            <p:cNvSpPr/>
            <p:nvPr/>
          </p:nvSpPr>
          <p:spPr>
            <a:xfrm>
              <a:off x="8514720" y="4291200"/>
              <a:ext cx="42119" cy="56159"/>
            </a:xfrm>
            <a:custGeom>
              <a:rect b="b" l="l" r="r" t="t"/>
              <a:pathLst>
                <a:path extrusionOk="0" h="1122" w="841">
                  <a:moveTo>
                    <a:pt x="227" y="262"/>
                  </a:moveTo>
                  <a:cubicBezTo>
                    <a:pt x="417" y="359"/>
                    <a:pt x="557" y="549"/>
                    <a:pt x="559" y="772"/>
                  </a:cubicBezTo>
                  <a:cubicBezTo>
                    <a:pt x="560" y="845"/>
                    <a:pt x="570" y="905"/>
                    <a:pt x="486" y="905"/>
                  </a:cubicBezTo>
                  <a:cubicBezTo>
                    <a:pt x="480" y="905"/>
                    <a:pt x="473" y="904"/>
                    <a:pt x="465" y="903"/>
                  </a:cubicBezTo>
                  <a:cubicBezTo>
                    <a:pt x="411" y="898"/>
                    <a:pt x="353" y="858"/>
                    <a:pt x="309" y="826"/>
                  </a:cubicBezTo>
                  <a:cubicBezTo>
                    <a:pt x="233" y="766"/>
                    <a:pt x="175" y="687"/>
                    <a:pt x="141" y="599"/>
                  </a:cubicBezTo>
                  <a:cubicBezTo>
                    <a:pt x="160" y="589"/>
                    <a:pt x="176" y="572"/>
                    <a:pt x="182" y="544"/>
                  </a:cubicBezTo>
                  <a:cubicBezTo>
                    <a:pt x="203" y="451"/>
                    <a:pt x="216" y="358"/>
                    <a:pt x="227" y="262"/>
                  </a:cubicBezTo>
                  <a:close/>
                  <a:moveTo>
                    <a:pt x="139" y="1"/>
                  </a:moveTo>
                  <a:cubicBezTo>
                    <a:pt x="82" y="1"/>
                    <a:pt x="35" y="43"/>
                    <a:pt x="29" y="103"/>
                  </a:cubicBezTo>
                  <a:cubicBezTo>
                    <a:pt x="15" y="237"/>
                    <a:pt x="0" y="373"/>
                    <a:pt x="5" y="510"/>
                  </a:cubicBezTo>
                  <a:cubicBezTo>
                    <a:pt x="3" y="519"/>
                    <a:pt x="6" y="529"/>
                    <a:pt x="10" y="538"/>
                  </a:cubicBezTo>
                  <a:cubicBezTo>
                    <a:pt x="12" y="697"/>
                    <a:pt x="71" y="843"/>
                    <a:pt x="195" y="962"/>
                  </a:cubicBezTo>
                  <a:cubicBezTo>
                    <a:pt x="274" y="1040"/>
                    <a:pt x="414" y="1122"/>
                    <a:pt x="540" y="1122"/>
                  </a:cubicBezTo>
                  <a:cubicBezTo>
                    <a:pt x="607" y="1122"/>
                    <a:pt x="669" y="1099"/>
                    <a:pt x="716" y="1040"/>
                  </a:cubicBezTo>
                  <a:cubicBezTo>
                    <a:pt x="841" y="879"/>
                    <a:pt x="777" y="596"/>
                    <a:pt x="695" y="433"/>
                  </a:cubicBezTo>
                  <a:cubicBezTo>
                    <a:pt x="588" y="223"/>
                    <a:pt x="399" y="67"/>
                    <a:pt x="170" y="5"/>
                  </a:cubicBezTo>
                  <a:cubicBezTo>
                    <a:pt x="160" y="2"/>
                    <a:pt x="149" y="1"/>
                    <a:pt x="1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8075" lIns="91425" spcFirstLastPara="1" rIns="91425" wrap="square" tIns="280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81" name="Google Shape;2081;p14"/>
            <p:cNvSpPr/>
            <p:nvPr/>
          </p:nvSpPr>
          <p:spPr>
            <a:xfrm>
              <a:off x="8404200" y="4401000"/>
              <a:ext cx="12240" cy="8640"/>
            </a:xfrm>
            <a:custGeom>
              <a:rect b="b" l="l" r="r" t="t"/>
              <a:pathLst>
                <a:path extrusionOk="0" h="178" w="249">
                  <a:moveTo>
                    <a:pt x="129" y="0"/>
                  </a:moveTo>
                  <a:cubicBezTo>
                    <a:pt x="62" y="0"/>
                    <a:pt x="1" y="83"/>
                    <a:pt x="58" y="147"/>
                  </a:cubicBezTo>
                  <a:cubicBezTo>
                    <a:pt x="76" y="169"/>
                    <a:pt x="98" y="177"/>
                    <a:pt x="120" y="177"/>
                  </a:cubicBezTo>
                  <a:cubicBezTo>
                    <a:pt x="187" y="177"/>
                    <a:pt x="248" y="94"/>
                    <a:pt x="191" y="30"/>
                  </a:cubicBezTo>
                  <a:cubicBezTo>
                    <a:pt x="172" y="9"/>
                    <a:pt x="150" y="0"/>
                    <a:pt x="1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300" lIns="91425" spcFirstLastPara="1" rIns="91425" wrap="square" tIns="4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82" name="Google Shape;2082;p14"/>
            <p:cNvSpPr/>
            <p:nvPr/>
          </p:nvSpPr>
          <p:spPr>
            <a:xfrm>
              <a:off x="8494200" y="4338360"/>
              <a:ext cx="12960" cy="9360"/>
            </a:xfrm>
            <a:custGeom>
              <a:rect b="b" l="l" r="r" t="t"/>
              <a:pathLst>
                <a:path extrusionOk="0" h="193" w="267">
                  <a:moveTo>
                    <a:pt x="138" y="1"/>
                  </a:moveTo>
                  <a:cubicBezTo>
                    <a:pt x="66" y="1"/>
                    <a:pt x="0" y="91"/>
                    <a:pt x="61" y="160"/>
                  </a:cubicBezTo>
                  <a:cubicBezTo>
                    <a:pt x="81" y="183"/>
                    <a:pt x="105" y="192"/>
                    <a:pt x="128" y="192"/>
                  </a:cubicBezTo>
                  <a:cubicBezTo>
                    <a:pt x="201" y="192"/>
                    <a:pt x="267" y="101"/>
                    <a:pt x="206" y="33"/>
                  </a:cubicBezTo>
                  <a:cubicBezTo>
                    <a:pt x="185" y="10"/>
                    <a:pt x="161" y="1"/>
                    <a:pt x="1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83" name="Google Shape;2083;p14"/>
            <p:cNvSpPr/>
            <p:nvPr/>
          </p:nvSpPr>
          <p:spPr>
            <a:xfrm>
              <a:off x="8434440" y="4393800"/>
              <a:ext cx="16920" cy="11880"/>
            </a:xfrm>
            <a:custGeom>
              <a:rect b="b" l="l" r="r" t="t"/>
              <a:pathLst>
                <a:path extrusionOk="0" h="243" w="340">
                  <a:moveTo>
                    <a:pt x="174" y="0"/>
                  </a:moveTo>
                  <a:cubicBezTo>
                    <a:pt x="83" y="0"/>
                    <a:pt x="0" y="114"/>
                    <a:pt x="78" y="203"/>
                  </a:cubicBezTo>
                  <a:cubicBezTo>
                    <a:pt x="104" y="231"/>
                    <a:pt x="134" y="243"/>
                    <a:pt x="163" y="243"/>
                  </a:cubicBezTo>
                  <a:cubicBezTo>
                    <a:pt x="255" y="243"/>
                    <a:pt x="340" y="129"/>
                    <a:pt x="259" y="41"/>
                  </a:cubicBezTo>
                  <a:cubicBezTo>
                    <a:pt x="234" y="12"/>
                    <a:pt x="203" y="0"/>
                    <a:pt x="1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100" lIns="91425" spcFirstLastPara="1" rIns="91425" wrap="square" tIns="6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84" name="Google Shape;2084;p14"/>
            <p:cNvSpPr/>
            <p:nvPr/>
          </p:nvSpPr>
          <p:spPr>
            <a:xfrm>
              <a:off x="8180280" y="4582800"/>
              <a:ext cx="137157" cy="162002"/>
            </a:xfrm>
            <a:custGeom>
              <a:rect b="b" l="l" r="r" t="t"/>
              <a:pathLst>
                <a:path extrusionOk="0" h="3222" w="2728">
                  <a:moveTo>
                    <a:pt x="1338" y="255"/>
                  </a:moveTo>
                  <a:cubicBezTo>
                    <a:pt x="1588" y="255"/>
                    <a:pt x="1832" y="418"/>
                    <a:pt x="1979" y="602"/>
                  </a:cubicBezTo>
                  <a:cubicBezTo>
                    <a:pt x="2257" y="949"/>
                    <a:pt x="2447" y="1753"/>
                    <a:pt x="2262" y="2171"/>
                  </a:cubicBezTo>
                  <a:cubicBezTo>
                    <a:pt x="2261" y="2174"/>
                    <a:pt x="2261" y="2179"/>
                    <a:pt x="2260" y="2182"/>
                  </a:cubicBezTo>
                  <a:cubicBezTo>
                    <a:pt x="2019" y="2554"/>
                    <a:pt x="1602" y="2981"/>
                    <a:pt x="1202" y="2981"/>
                  </a:cubicBezTo>
                  <a:cubicBezTo>
                    <a:pt x="990" y="2981"/>
                    <a:pt x="783" y="2860"/>
                    <a:pt x="610" y="2546"/>
                  </a:cubicBezTo>
                  <a:cubicBezTo>
                    <a:pt x="355" y="2081"/>
                    <a:pt x="507" y="1533"/>
                    <a:pt x="653" y="1061"/>
                  </a:cubicBezTo>
                  <a:cubicBezTo>
                    <a:pt x="745" y="764"/>
                    <a:pt x="837" y="360"/>
                    <a:pt x="1204" y="272"/>
                  </a:cubicBezTo>
                  <a:cubicBezTo>
                    <a:pt x="1248" y="261"/>
                    <a:pt x="1293" y="255"/>
                    <a:pt x="1338" y="255"/>
                  </a:cubicBezTo>
                  <a:close/>
                  <a:moveTo>
                    <a:pt x="1397" y="0"/>
                  </a:moveTo>
                  <a:cubicBezTo>
                    <a:pt x="971" y="0"/>
                    <a:pt x="623" y="347"/>
                    <a:pt x="461" y="830"/>
                  </a:cubicBezTo>
                  <a:cubicBezTo>
                    <a:pt x="227" y="1530"/>
                    <a:pt x="1" y="2548"/>
                    <a:pt x="731" y="3048"/>
                  </a:cubicBezTo>
                  <a:cubicBezTo>
                    <a:pt x="907" y="3169"/>
                    <a:pt x="1080" y="3221"/>
                    <a:pt x="1245" y="3221"/>
                  </a:cubicBezTo>
                  <a:cubicBezTo>
                    <a:pt x="1727" y="3221"/>
                    <a:pt x="2143" y="2781"/>
                    <a:pt x="2376" y="2328"/>
                  </a:cubicBezTo>
                  <a:cubicBezTo>
                    <a:pt x="2379" y="2328"/>
                    <a:pt x="2383" y="2328"/>
                    <a:pt x="2386" y="2328"/>
                  </a:cubicBezTo>
                  <a:cubicBezTo>
                    <a:pt x="2426" y="2328"/>
                    <a:pt x="2467" y="2314"/>
                    <a:pt x="2493" y="2280"/>
                  </a:cubicBezTo>
                  <a:cubicBezTo>
                    <a:pt x="2727" y="1985"/>
                    <a:pt x="2615" y="1544"/>
                    <a:pt x="2542" y="1206"/>
                  </a:cubicBezTo>
                  <a:cubicBezTo>
                    <a:pt x="2459" y="829"/>
                    <a:pt x="2302" y="439"/>
                    <a:pt x="1978" y="208"/>
                  </a:cubicBezTo>
                  <a:cubicBezTo>
                    <a:pt x="1776" y="64"/>
                    <a:pt x="1579" y="0"/>
                    <a:pt x="13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81000" lIns="91425" spcFirstLastPara="1" rIns="91425" wrap="square" tIns="81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85" name="Google Shape;2085;p14"/>
            <p:cNvSpPr/>
            <p:nvPr/>
          </p:nvSpPr>
          <p:spPr>
            <a:xfrm>
              <a:off x="8383680" y="4417200"/>
              <a:ext cx="134278" cy="102601"/>
            </a:xfrm>
            <a:custGeom>
              <a:rect b="b" l="l" r="r" t="t"/>
              <a:pathLst>
                <a:path extrusionOk="0" h="2047" w="2671">
                  <a:moveTo>
                    <a:pt x="1281" y="241"/>
                  </a:moveTo>
                  <a:cubicBezTo>
                    <a:pt x="1425" y="241"/>
                    <a:pt x="1573" y="271"/>
                    <a:pt x="1686" y="348"/>
                  </a:cubicBezTo>
                  <a:cubicBezTo>
                    <a:pt x="1940" y="518"/>
                    <a:pt x="1955" y="869"/>
                    <a:pt x="1879" y="1138"/>
                  </a:cubicBezTo>
                  <a:cubicBezTo>
                    <a:pt x="1761" y="1548"/>
                    <a:pt x="1425" y="1870"/>
                    <a:pt x="1005" y="1870"/>
                  </a:cubicBezTo>
                  <a:cubicBezTo>
                    <a:pt x="950" y="1870"/>
                    <a:pt x="895" y="1865"/>
                    <a:pt x="838" y="1853"/>
                  </a:cubicBezTo>
                  <a:cubicBezTo>
                    <a:pt x="715" y="1800"/>
                    <a:pt x="616" y="1724"/>
                    <a:pt x="539" y="1639"/>
                  </a:cubicBezTo>
                  <a:cubicBezTo>
                    <a:pt x="136" y="1190"/>
                    <a:pt x="372" y="407"/>
                    <a:pt x="1057" y="265"/>
                  </a:cubicBezTo>
                  <a:cubicBezTo>
                    <a:pt x="1126" y="250"/>
                    <a:pt x="1203" y="241"/>
                    <a:pt x="1281" y="241"/>
                  </a:cubicBezTo>
                  <a:close/>
                  <a:moveTo>
                    <a:pt x="1283" y="0"/>
                  </a:moveTo>
                  <a:cubicBezTo>
                    <a:pt x="769" y="0"/>
                    <a:pt x="237" y="336"/>
                    <a:pt x="119" y="853"/>
                  </a:cubicBezTo>
                  <a:cubicBezTo>
                    <a:pt x="1" y="1356"/>
                    <a:pt x="310" y="1927"/>
                    <a:pt x="824" y="2025"/>
                  </a:cubicBezTo>
                  <a:cubicBezTo>
                    <a:pt x="831" y="2026"/>
                    <a:pt x="836" y="2027"/>
                    <a:pt x="842" y="2027"/>
                  </a:cubicBezTo>
                  <a:cubicBezTo>
                    <a:pt x="856" y="2027"/>
                    <a:pt x="868" y="2023"/>
                    <a:pt x="880" y="2018"/>
                  </a:cubicBezTo>
                  <a:cubicBezTo>
                    <a:pt x="959" y="2037"/>
                    <a:pt x="1036" y="2047"/>
                    <a:pt x="1111" y="2047"/>
                  </a:cubicBezTo>
                  <a:cubicBezTo>
                    <a:pt x="2204" y="2047"/>
                    <a:pt x="2671" y="58"/>
                    <a:pt x="1330" y="1"/>
                  </a:cubicBezTo>
                  <a:cubicBezTo>
                    <a:pt x="1315" y="1"/>
                    <a:pt x="1299" y="0"/>
                    <a:pt x="12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1475" lIns="91425" spcFirstLastPara="1" rIns="91425" wrap="square" tIns="51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86" name="Google Shape;2086;p14"/>
            <p:cNvSpPr/>
            <p:nvPr/>
          </p:nvSpPr>
          <p:spPr>
            <a:xfrm>
              <a:off x="8301960" y="4525560"/>
              <a:ext cx="41399" cy="45000"/>
            </a:xfrm>
            <a:custGeom>
              <a:rect b="b" l="l" r="r" t="t"/>
              <a:pathLst>
                <a:path extrusionOk="0" h="897" w="826">
                  <a:moveTo>
                    <a:pt x="392" y="1"/>
                  </a:moveTo>
                  <a:cubicBezTo>
                    <a:pt x="258" y="1"/>
                    <a:pt x="133" y="73"/>
                    <a:pt x="74" y="205"/>
                  </a:cubicBezTo>
                  <a:cubicBezTo>
                    <a:pt x="0" y="362"/>
                    <a:pt x="34" y="661"/>
                    <a:pt x="240" y="702"/>
                  </a:cubicBezTo>
                  <a:cubicBezTo>
                    <a:pt x="244" y="703"/>
                    <a:pt x="249" y="703"/>
                    <a:pt x="253" y="703"/>
                  </a:cubicBezTo>
                  <a:cubicBezTo>
                    <a:pt x="304" y="703"/>
                    <a:pt x="335" y="651"/>
                    <a:pt x="302" y="606"/>
                  </a:cubicBezTo>
                  <a:cubicBezTo>
                    <a:pt x="224" y="504"/>
                    <a:pt x="155" y="396"/>
                    <a:pt x="227" y="266"/>
                  </a:cubicBezTo>
                  <a:cubicBezTo>
                    <a:pt x="262" y="205"/>
                    <a:pt x="319" y="178"/>
                    <a:pt x="379" y="178"/>
                  </a:cubicBezTo>
                  <a:cubicBezTo>
                    <a:pt x="427" y="178"/>
                    <a:pt x="476" y="195"/>
                    <a:pt x="518" y="226"/>
                  </a:cubicBezTo>
                  <a:cubicBezTo>
                    <a:pt x="798" y="434"/>
                    <a:pt x="401" y="691"/>
                    <a:pt x="224" y="777"/>
                  </a:cubicBezTo>
                  <a:cubicBezTo>
                    <a:pt x="158" y="811"/>
                    <a:pt x="194" y="897"/>
                    <a:pt x="256" y="897"/>
                  </a:cubicBezTo>
                  <a:cubicBezTo>
                    <a:pt x="264" y="897"/>
                    <a:pt x="272" y="895"/>
                    <a:pt x="281" y="892"/>
                  </a:cubicBezTo>
                  <a:cubicBezTo>
                    <a:pt x="488" y="813"/>
                    <a:pt x="733" y="695"/>
                    <a:pt x="783" y="455"/>
                  </a:cubicBezTo>
                  <a:cubicBezTo>
                    <a:pt x="825" y="266"/>
                    <a:pt x="698" y="91"/>
                    <a:pt x="523" y="25"/>
                  </a:cubicBezTo>
                  <a:cubicBezTo>
                    <a:pt x="480" y="9"/>
                    <a:pt x="435" y="1"/>
                    <a:pt x="3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2675" lIns="91425" spcFirstLastPara="1" rIns="91425" wrap="square" tIns="22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87" name="Google Shape;2087;p14"/>
            <p:cNvSpPr/>
            <p:nvPr/>
          </p:nvSpPr>
          <p:spPr>
            <a:xfrm>
              <a:off x="8270280" y="4557600"/>
              <a:ext cx="12960" cy="9360"/>
            </a:xfrm>
            <a:custGeom>
              <a:rect b="b" l="l" r="r" t="t"/>
              <a:pathLst>
                <a:path extrusionOk="0" h="191" w="265">
                  <a:moveTo>
                    <a:pt x="137" y="1"/>
                  </a:moveTo>
                  <a:cubicBezTo>
                    <a:pt x="66" y="1"/>
                    <a:pt x="0" y="89"/>
                    <a:pt x="62" y="159"/>
                  </a:cubicBezTo>
                  <a:cubicBezTo>
                    <a:pt x="82" y="181"/>
                    <a:pt x="105" y="190"/>
                    <a:pt x="128" y="190"/>
                  </a:cubicBezTo>
                  <a:cubicBezTo>
                    <a:pt x="198" y="190"/>
                    <a:pt x="264" y="101"/>
                    <a:pt x="204" y="33"/>
                  </a:cubicBezTo>
                  <a:cubicBezTo>
                    <a:pt x="184" y="10"/>
                    <a:pt x="160" y="1"/>
                    <a:pt x="1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88" name="Google Shape;2088;p14"/>
            <p:cNvSpPr/>
            <p:nvPr/>
          </p:nvSpPr>
          <p:spPr>
            <a:xfrm>
              <a:off x="8352360" y="4497480"/>
              <a:ext cx="18000" cy="16200"/>
            </a:xfrm>
            <a:custGeom>
              <a:rect b="b" l="l" r="r" t="t"/>
              <a:pathLst>
                <a:path extrusionOk="0" h="329" w="363">
                  <a:moveTo>
                    <a:pt x="190" y="0"/>
                  </a:moveTo>
                  <a:cubicBezTo>
                    <a:pt x="180" y="0"/>
                    <a:pt x="170" y="1"/>
                    <a:pt x="160" y="3"/>
                  </a:cubicBezTo>
                  <a:cubicBezTo>
                    <a:pt x="157" y="4"/>
                    <a:pt x="154" y="5"/>
                    <a:pt x="151" y="5"/>
                  </a:cubicBezTo>
                  <a:cubicBezTo>
                    <a:pt x="145" y="5"/>
                    <a:pt x="140" y="3"/>
                    <a:pt x="135" y="3"/>
                  </a:cubicBezTo>
                  <a:cubicBezTo>
                    <a:pt x="75" y="8"/>
                    <a:pt x="41" y="53"/>
                    <a:pt x="27" y="105"/>
                  </a:cubicBezTo>
                  <a:cubicBezTo>
                    <a:pt x="26" y="108"/>
                    <a:pt x="26" y="111"/>
                    <a:pt x="23" y="115"/>
                  </a:cubicBezTo>
                  <a:cubicBezTo>
                    <a:pt x="0" y="179"/>
                    <a:pt x="28" y="268"/>
                    <a:pt x="91" y="304"/>
                  </a:cubicBezTo>
                  <a:cubicBezTo>
                    <a:pt x="120" y="320"/>
                    <a:pt x="153" y="328"/>
                    <a:pt x="185" y="328"/>
                  </a:cubicBezTo>
                  <a:cubicBezTo>
                    <a:pt x="257" y="328"/>
                    <a:pt x="328" y="289"/>
                    <a:pt x="347" y="209"/>
                  </a:cubicBezTo>
                  <a:cubicBezTo>
                    <a:pt x="363" y="145"/>
                    <a:pt x="349" y="84"/>
                    <a:pt x="298" y="39"/>
                  </a:cubicBezTo>
                  <a:cubicBezTo>
                    <a:pt x="269" y="15"/>
                    <a:pt x="229" y="0"/>
                    <a:pt x="1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8275" lIns="91425" spcFirstLastPara="1" rIns="91425" wrap="square" tIns="8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89" name="Google Shape;2089;p14"/>
            <p:cNvSpPr/>
            <p:nvPr/>
          </p:nvSpPr>
          <p:spPr>
            <a:xfrm>
              <a:off x="8403840" y="4441680"/>
              <a:ext cx="58321" cy="53640"/>
            </a:xfrm>
            <a:custGeom>
              <a:rect b="b" l="l" r="r" t="t"/>
              <a:pathLst>
                <a:path extrusionOk="0" h="1069" w="1168">
                  <a:moveTo>
                    <a:pt x="695" y="0"/>
                  </a:moveTo>
                  <a:cubicBezTo>
                    <a:pt x="546" y="0"/>
                    <a:pt x="388" y="60"/>
                    <a:pt x="274" y="168"/>
                  </a:cubicBezTo>
                  <a:cubicBezTo>
                    <a:pt x="1" y="429"/>
                    <a:pt x="46" y="908"/>
                    <a:pt x="423" y="1044"/>
                  </a:cubicBezTo>
                  <a:cubicBezTo>
                    <a:pt x="470" y="1061"/>
                    <a:pt x="517" y="1069"/>
                    <a:pt x="562" y="1069"/>
                  </a:cubicBezTo>
                  <a:cubicBezTo>
                    <a:pt x="722" y="1069"/>
                    <a:pt x="865" y="971"/>
                    <a:pt x="937" y="834"/>
                  </a:cubicBezTo>
                  <a:cubicBezTo>
                    <a:pt x="1078" y="732"/>
                    <a:pt x="1167" y="575"/>
                    <a:pt x="1133" y="364"/>
                  </a:cubicBezTo>
                  <a:cubicBezTo>
                    <a:pt x="1093" y="113"/>
                    <a:pt x="902" y="0"/>
                    <a:pt x="69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27000" lIns="91425" spcFirstLastPara="1" rIns="91425" wrap="square" tIns="27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90" name="Google Shape;2090;p14"/>
            <p:cNvSpPr/>
            <p:nvPr/>
          </p:nvSpPr>
          <p:spPr>
            <a:xfrm>
              <a:off x="8219880" y="4616640"/>
              <a:ext cx="78839" cy="96480"/>
            </a:xfrm>
            <a:custGeom>
              <a:rect b="b" l="l" r="r" t="t"/>
              <a:pathLst>
                <a:path extrusionOk="0" h="1922" w="1573">
                  <a:moveTo>
                    <a:pt x="867" y="1"/>
                  </a:moveTo>
                  <a:cubicBezTo>
                    <a:pt x="796" y="1"/>
                    <a:pt x="723" y="14"/>
                    <a:pt x="650" y="42"/>
                  </a:cubicBezTo>
                  <a:cubicBezTo>
                    <a:pt x="149" y="232"/>
                    <a:pt x="1" y="799"/>
                    <a:pt x="131" y="1279"/>
                  </a:cubicBezTo>
                  <a:cubicBezTo>
                    <a:pt x="110" y="1475"/>
                    <a:pt x="152" y="1672"/>
                    <a:pt x="301" y="1801"/>
                  </a:cubicBezTo>
                  <a:cubicBezTo>
                    <a:pt x="398" y="1886"/>
                    <a:pt x="505" y="1922"/>
                    <a:pt x="612" y="1922"/>
                  </a:cubicBezTo>
                  <a:cubicBezTo>
                    <a:pt x="837" y="1922"/>
                    <a:pt x="1063" y="1764"/>
                    <a:pt x="1190" y="1570"/>
                  </a:cubicBezTo>
                  <a:cubicBezTo>
                    <a:pt x="1395" y="1258"/>
                    <a:pt x="1572" y="813"/>
                    <a:pt x="1443" y="443"/>
                  </a:cubicBezTo>
                  <a:cubicBezTo>
                    <a:pt x="1351" y="178"/>
                    <a:pt x="1126" y="1"/>
                    <a:pt x="86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8225" lIns="91425" spcFirstLastPara="1" rIns="91425" wrap="square" tIns="48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91" name="Google Shape;2091;p14"/>
            <p:cNvSpPr/>
            <p:nvPr/>
          </p:nvSpPr>
          <p:spPr>
            <a:xfrm>
              <a:off x="8488440" y="4400640"/>
              <a:ext cx="12960" cy="9000"/>
            </a:xfrm>
            <a:custGeom>
              <a:rect b="b" l="l" r="r" t="t"/>
              <a:pathLst>
                <a:path extrusionOk="0" h="189" w="262">
                  <a:moveTo>
                    <a:pt x="136" y="1"/>
                  </a:moveTo>
                  <a:cubicBezTo>
                    <a:pt x="66" y="1"/>
                    <a:pt x="0" y="89"/>
                    <a:pt x="60" y="158"/>
                  </a:cubicBezTo>
                  <a:cubicBezTo>
                    <a:pt x="80" y="180"/>
                    <a:pt x="103" y="189"/>
                    <a:pt x="125" y="189"/>
                  </a:cubicBezTo>
                  <a:cubicBezTo>
                    <a:pt x="196" y="189"/>
                    <a:pt x="262" y="100"/>
                    <a:pt x="201" y="31"/>
                  </a:cubicBezTo>
                  <a:cubicBezTo>
                    <a:pt x="181" y="10"/>
                    <a:pt x="159" y="1"/>
                    <a:pt x="1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92" name="Google Shape;2092;p14"/>
            <p:cNvSpPr/>
            <p:nvPr/>
          </p:nvSpPr>
          <p:spPr>
            <a:xfrm>
              <a:off x="8534160" y="4358160"/>
              <a:ext cx="20520" cy="14400"/>
            </a:xfrm>
            <a:custGeom>
              <a:rect b="b" l="l" r="r" t="t"/>
              <a:pathLst>
                <a:path extrusionOk="0" h="296" w="413">
                  <a:moveTo>
                    <a:pt x="213" y="1"/>
                  </a:moveTo>
                  <a:cubicBezTo>
                    <a:pt x="103" y="1"/>
                    <a:pt x="0" y="140"/>
                    <a:pt x="96" y="247"/>
                  </a:cubicBezTo>
                  <a:cubicBezTo>
                    <a:pt x="127" y="281"/>
                    <a:pt x="163" y="295"/>
                    <a:pt x="198" y="295"/>
                  </a:cubicBezTo>
                  <a:cubicBezTo>
                    <a:pt x="309" y="295"/>
                    <a:pt x="412" y="156"/>
                    <a:pt x="315" y="50"/>
                  </a:cubicBezTo>
                  <a:cubicBezTo>
                    <a:pt x="285" y="15"/>
                    <a:pt x="248" y="1"/>
                    <a:pt x="2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200" lIns="91425" spcFirstLastPara="1" rIns="91425" wrap="square" tIns="7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93" name="Google Shape;2093;p14"/>
            <p:cNvSpPr/>
            <p:nvPr/>
          </p:nvSpPr>
          <p:spPr>
            <a:xfrm>
              <a:off x="8295840" y="4578120"/>
              <a:ext cx="24120" cy="17280"/>
            </a:xfrm>
            <a:custGeom>
              <a:rect b="b" l="l" r="r" t="t"/>
              <a:pathLst>
                <a:path extrusionOk="0" h="347" w="485">
                  <a:moveTo>
                    <a:pt x="252" y="0"/>
                  </a:moveTo>
                  <a:cubicBezTo>
                    <a:pt x="122" y="0"/>
                    <a:pt x="0" y="163"/>
                    <a:pt x="113" y="289"/>
                  </a:cubicBezTo>
                  <a:cubicBezTo>
                    <a:pt x="149" y="330"/>
                    <a:pt x="192" y="346"/>
                    <a:pt x="234" y="346"/>
                  </a:cubicBezTo>
                  <a:cubicBezTo>
                    <a:pt x="364" y="346"/>
                    <a:pt x="485" y="183"/>
                    <a:pt x="372" y="57"/>
                  </a:cubicBezTo>
                  <a:cubicBezTo>
                    <a:pt x="336" y="17"/>
                    <a:pt x="293" y="0"/>
                    <a:pt x="2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8625" lIns="91425" spcFirstLastPara="1" rIns="91425" wrap="square" tIns="86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94" name="Google Shape;2094;p14"/>
            <p:cNvSpPr/>
            <p:nvPr/>
          </p:nvSpPr>
          <p:spPr>
            <a:xfrm>
              <a:off x="8170200" y="4708800"/>
              <a:ext cx="18360" cy="15120"/>
            </a:xfrm>
            <a:custGeom>
              <a:rect b="b" l="l" r="r" t="t"/>
              <a:pathLst>
                <a:path extrusionOk="0" h="306" w="374">
                  <a:moveTo>
                    <a:pt x="128" y="1"/>
                  </a:moveTo>
                  <a:cubicBezTo>
                    <a:pt x="59" y="1"/>
                    <a:pt x="1" y="71"/>
                    <a:pt x="27" y="143"/>
                  </a:cubicBezTo>
                  <a:cubicBezTo>
                    <a:pt x="21" y="232"/>
                    <a:pt x="97" y="305"/>
                    <a:pt x="178" y="305"/>
                  </a:cubicBezTo>
                  <a:cubicBezTo>
                    <a:pt x="210" y="305"/>
                    <a:pt x="242" y="294"/>
                    <a:pt x="271" y="269"/>
                  </a:cubicBezTo>
                  <a:cubicBezTo>
                    <a:pt x="373" y="177"/>
                    <a:pt x="299" y="18"/>
                    <a:pt x="175" y="12"/>
                  </a:cubicBezTo>
                  <a:cubicBezTo>
                    <a:pt x="159" y="4"/>
                    <a:pt x="143" y="1"/>
                    <a:pt x="1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550" lIns="91425" spcFirstLastPara="1" rIns="91425" wrap="square" tIns="75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95" name="Google Shape;2095;p14"/>
            <p:cNvSpPr/>
            <p:nvPr/>
          </p:nvSpPr>
          <p:spPr>
            <a:xfrm>
              <a:off x="8524080" y="4388400"/>
              <a:ext cx="17280" cy="12240"/>
            </a:xfrm>
            <a:custGeom>
              <a:rect b="b" l="l" r="r" t="t"/>
              <a:pathLst>
                <a:path extrusionOk="0" h="253" w="353">
                  <a:moveTo>
                    <a:pt x="183" y="0"/>
                  </a:moveTo>
                  <a:cubicBezTo>
                    <a:pt x="88" y="0"/>
                    <a:pt x="1" y="118"/>
                    <a:pt x="83" y="210"/>
                  </a:cubicBezTo>
                  <a:cubicBezTo>
                    <a:pt x="110" y="240"/>
                    <a:pt x="141" y="253"/>
                    <a:pt x="172" y="253"/>
                  </a:cubicBezTo>
                  <a:cubicBezTo>
                    <a:pt x="266" y="253"/>
                    <a:pt x="353" y="135"/>
                    <a:pt x="272" y="42"/>
                  </a:cubicBezTo>
                  <a:cubicBezTo>
                    <a:pt x="245" y="12"/>
                    <a:pt x="214" y="0"/>
                    <a:pt x="1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100" lIns="91425" spcFirstLastPara="1" rIns="91425" wrap="square" tIns="6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96" name="Google Shape;2096;p14"/>
            <p:cNvSpPr/>
            <p:nvPr/>
          </p:nvSpPr>
          <p:spPr>
            <a:xfrm>
              <a:off x="8508600" y="4419360"/>
              <a:ext cx="19440" cy="13680"/>
            </a:xfrm>
            <a:custGeom>
              <a:rect b="b" l="l" r="r" t="t"/>
              <a:pathLst>
                <a:path extrusionOk="0" h="281" w="394">
                  <a:moveTo>
                    <a:pt x="203" y="0"/>
                  </a:moveTo>
                  <a:cubicBezTo>
                    <a:pt x="98" y="0"/>
                    <a:pt x="0" y="132"/>
                    <a:pt x="91" y="234"/>
                  </a:cubicBezTo>
                  <a:cubicBezTo>
                    <a:pt x="121" y="267"/>
                    <a:pt x="156" y="281"/>
                    <a:pt x="190" y="281"/>
                  </a:cubicBezTo>
                  <a:cubicBezTo>
                    <a:pt x="296" y="281"/>
                    <a:pt x="393" y="149"/>
                    <a:pt x="301" y="47"/>
                  </a:cubicBezTo>
                  <a:cubicBezTo>
                    <a:pt x="272" y="14"/>
                    <a:pt x="237" y="0"/>
                    <a:pt x="2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825" lIns="91425" spcFirstLastPara="1" rIns="91425" wrap="square" tIns="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97" name="Google Shape;2097;p14"/>
            <p:cNvSpPr/>
            <p:nvPr/>
          </p:nvSpPr>
          <p:spPr>
            <a:xfrm>
              <a:off x="8371440" y="4545000"/>
              <a:ext cx="16200" cy="11520"/>
            </a:xfrm>
            <a:custGeom>
              <a:rect b="b" l="l" r="r" t="t"/>
              <a:pathLst>
                <a:path extrusionOk="0" h="236" w="329">
                  <a:moveTo>
                    <a:pt x="169" y="1"/>
                  </a:moveTo>
                  <a:cubicBezTo>
                    <a:pt x="81" y="1"/>
                    <a:pt x="0" y="111"/>
                    <a:pt x="76" y="197"/>
                  </a:cubicBezTo>
                  <a:cubicBezTo>
                    <a:pt x="101" y="224"/>
                    <a:pt x="130" y="236"/>
                    <a:pt x="159" y="236"/>
                  </a:cubicBezTo>
                  <a:cubicBezTo>
                    <a:pt x="247" y="236"/>
                    <a:pt x="329" y="125"/>
                    <a:pt x="250" y="39"/>
                  </a:cubicBezTo>
                  <a:cubicBezTo>
                    <a:pt x="226" y="12"/>
                    <a:pt x="197" y="1"/>
                    <a:pt x="1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750" lIns="91425" spcFirstLastPara="1" rIns="91425" wrap="square" tIns="5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98" name="Google Shape;2098;p14"/>
            <p:cNvSpPr/>
            <p:nvPr/>
          </p:nvSpPr>
          <p:spPr>
            <a:xfrm>
              <a:off x="8573400" y="4380480"/>
              <a:ext cx="19440" cy="13680"/>
            </a:xfrm>
            <a:custGeom>
              <a:rect b="b" l="l" r="r" t="t"/>
              <a:pathLst>
                <a:path extrusionOk="0" h="281" w="393">
                  <a:moveTo>
                    <a:pt x="203" y="1"/>
                  </a:moveTo>
                  <a:cubicBezTo>
                    <a:pt x="98" y="1"/>
                    <a:pt x="0" y="132"/>
                    <a:pt x="91" y="234"/>
                  </a:cubicBezTo>
                  <a:cubicBezTo>
                    <a:pt x="120" y="267"/>
                    <a:pt x="155" y="281"/>
                    <a:pt x="189" y="281"/>
                  </a:cubicBezTo>
                  <a:cubicBezTo>
                    <a:pt x="295" y="281"/>
                    <a:pt x="393" y="149"/>
                    <a:pt x="301" y="47"/>
                  </a:cubicBezTo>
                  <a:cubicBezTo>
                    <a:pt x="271" y="14"/>
                    <a:pt x="237" y="1"/>
                    <a:pt x="2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825" lIns="91425" spcFirstLastPara="1" rIns="91425" wrap="square" tIns="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99" name="Google Shape;2099;p14"/>
            <p:cNvSpPr/>
            <p:nvPr/>
          </p:nvSpPr>
          <p:spPr>
            <a:xfrm>
              <a:off x="8326800" y="4606920"/>
              <a:ext cx="57599" cy="28800"/>
            </a:xfrm>
            <a:custGeom>
              <a:rect b="b" l="l" r="r" t="t"/>
              <a:pathLst>
                <a:path extrusionOk="0" h="580" w="1154">
                  <a:moveTo>
                    <a:pt x="649" y="1"/>
                  </a:moveTo>
                  <a:cubicBezTo>
                    <a:pt x="598" y="1"/>
                    <a:pt x="548" y="5"/>
                    <a:pt x="496" y="14"/>
                  </a:cubicBezTo>
                  <a:cubicBezTo>
                    <a:pt x="323" y="42"/>
                    <a:pt x="97" y="141"/>
                    <a:pt x="24" y="313"/>
                  </a:cubicBezTo>
                  <a:cubicBezTo>
                    <a:pt x="1" y="368"/>
                    <a:pt x="52" y="409"/>
                    <a:pt x="100" y="409"/>
                  </a:cubicBezTo>
                  <a:cubicBezTo>
                    <a:pt x="110" y="409"/>
                    <a:pt x="120" y="407"/>
                    <a:pt x="129" y="403"/>
                  </a:cubicBezTo>
                  <a:cubicBezTo>
                    <a:pt x="142" y="401"/>
                    <a:pt x="155" y="395"/>
                    <a:pt x="168" y="389"/>
                  </a:cubicBezTo>
                  <a:cubicBezTo>
                    <a:pt x="285" y="335"/>
                    <a:pt x="382" y="255"/>
                    <a:pt x="518" y="229"/>
                  </a:cubicBezTo>
                  <a:cubicBezTo>
                    <a:pt x="565" y="220"/>
                    <a:pt x="613" y="215"/>
                    <a:pt x="661" y="215"/>
                  </a:cubicBezTo>
                  <a:cubicBezTo>
                    <a:pt x="723" y="215"/>
                    <a:pt x="786" y="223"/>
                    <a:pt x="846" y="240"/>
                  </a:cubicBezTo>
                  <a:cubicBezTo>
                    <a:pt x="713" y="353"/>
                    <a:pt x="548" y="416"/>
                    <a:pt x="376" y="416"/>
                  </a:cubicBezTo>
                  <a:cubicBezTo>
                    <a:pt x="320" y="416"/>
                    <a:pt x="264" y="410"/>
                    <a:pt x="209" y="396"/>
                  </a:cubicBezTo>
                  <a:cubicBezTo>
                    <a:pt x="201" y="395"/>
                    <a:pt x="194" y="394"/>
                    <a:pt x="188" y="394"/>
                  </a:cubicBezTo>
                  <a:cubicBezTo>
                    <a:pt x="181" y="394"/>
                    <a:pt x="175" y="395"/>
                    <a:pt x="169" y="396"/>
                  </a:cubicBezTo>
                  <a:cubicBezTo>
                    <a:pt x="107" y="413"/>
                    <a:pt x="85" y="513"/>
                    <a:pt x="163" y="537"/>
                  </a:cubicBezTo>
                  <a:cubicBezTo>
                    <a:pt x="253" y="565"/>
                    <a:pt x="345" y="579"/>
                    <a:pt x="436" y="579"/>
                  </a:cubicBezTo>
                  <a:cubicBezTo>
                    <a:pt x="696" y="579"/>
                    <a:pt x="947" y="466"/>
                    <a:pt x="1120" y="259"/>
                  </a:cubicBezTo>
                  <a:cubicBezTo>
                    <a:pt x="1154" y="218"/>
                    <a:pt x="1134" y="138"/>
                    <a:pt x="1089" y="113"/>
                  </a:cubicBezTo>
                  <a:cubicBezTo>
                    <a:pt x="948" y="40"/>
                    <a:pt x="801" y="1"/>
                    <a:pt x="6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4400" lIns="91425" spcFirstLastPara="1" rIns="91425" wrap="square" tIns="14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00" name="Google Shape;2100;p14"/>
            <p:cNvSpPr/>
            <p:nvPr/>
          </p:nvSpPr>
          <p:spPr>
            <a:xfrm>
              <a:off x="8361000" y="4585320"/>
              <a:ext cx="12600" cy="9000"/>
            </a:xfrm>
            <a:custGeom>
              <a:rect b="b" l="l" r="r" t="t"/>
              <a:pathLst>
                <a:path extrusionOk="0" h="186" w="260">
                  <a:moveTo>
                    <a:pt x="135" y="0"/>
                  </a:moveTo>
                  <a:cubicBezTo>
                    <a:pt x="66" y="0"/>
                    <a:pt x="1" y="87"/>
                    <a:pt x="62" y="155"/>
                  </a:cubicBezTo>
                  <a:cubicBezTo>
                    <a:pt x="81" y="176"/>
                    <a:pt x="104" y="185"/>
                    <a:pt x="126" y="185"/>
                  </a:cubicBezTo>
                  <a:cubicBezTo>
                    <a:pt x="195" y="185"/>
                    <a:pt x="260" y="98"/>
                    <a:pt x="200" y="30"/>
                  </a:cubicBezTo>
                  <a:cubicBezTo>
                    <a:pt x="180" y="9"/>
                    <a:pt x="158" y="0"/>
                    <a:pt x="1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01" name="Google Shape;2101;p14"/>
            <p:cNvSpPr/>
            <p:nvPr/>
          </p:nvSpPr>
          <p:spPr>
            <a:xfrm>
              <a:off x="8478360" y="4417560"/>
              <a:ext cx="145797" cy="140043"/>
            </a:xfrm>
            <a:custGeom>
              <a:rect b="b" l="l" r="r" t="t"/>
              <a:pathLst>
                <a:path extrusionOk="0" h="2789" w="2901">
                  <a:moveTo>
                    <a:pt x="1796" y="0"/>
                  </a:moveTo>
                  <a:cubicBezTo>
                    <a:pt x="1482" y="0"/>
                    <a:pt x="1203" y="177"/>
                    <a:pt x="1142" y="612"/>
                  </a:cubicBezTo>
                  <a:cubicBezTo>
                    <a:pt x="1102" y="887"/>
                    <a:pt x="1357" y="1145"/>
                    <a:pt x="1062" y="1390"/>
                  </a:cubicBezTo>
                  <a:cubicBezTo>
                    <a:pt x="887" y="1537"/>
                    <a:pt x="582" y="1537"/>
                    <a:pt x="386" y="1682"/>
                  </a:cubicBezTo>
                  <a:cubicBezTo>
                    <a:pt x="80" y="1909"/>
                    <a:pt x="1" y="2303"/>
                    <a:pt x="308" y="2566"/>
                  </a:cubicBezTo>
                  <a:cubicBezTo>
                    <a:pt x="491" y="2723"/>
                    <a:pt x="719" y="2789"/>
                    <a:pt x="965" y="2789"/>
                  </a:cubicBezTo>
                  <a:cubicBezTo>
                    <a:pt x="1687" y="2789"/>
                    <a:pt x="2553" y="2216"/>
                    <a:pt x="2798" y="1686"/>
                  </a:cubicBezTo>
                  <a:cubicBezTo>
                    <a:pt x="2822" y="1631"/>
                    <a:pt x="2812" y="1581"/>
                    <a:pt x="2783" y="1545"/>
                  </a:cubicBezTo>
                  <a:cubicBezTo>
                    <a:pt x="2885" y="1277"/>
                    <a:pt x="2900" y="972"/>
                    <a:pt x="2788" y="674"/>
                  </a:cubicBezTo>
                  <a:cubicBezTo>
                    <a:pt x="2639" y="277"/>
                    <a:pt x="2190" y="0"/>
                    <a:pt x="17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0200" lIns="91425" spcFirstLastPara="1" rIns="91425" wrap="square" tIns="70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02" name="Google Shape;2102;p14"/>
            <p:cNvSpPr/>
            <p:nvPr/>
          </p:nvSpPr>
          <p:spPr>
            <a:xfrm>
              <a:off x="8417880" y="4546800"/>
              <a:ext cx="33480" cy="45721"/>
            </a:xfrm>
            <a:custGeom>
              <a:rect b="b" l="l" r="r" t="t"/>
              <a:pathLst>
                <a:path extrusionOk="0" h="918" w="673">
                  <a:moveTo>
                    <a:pt x="332" y="169"/>
                  </a:moveTo>
                  <a:cubicBezTo>
                    <a:pt x="478" y="318"/>
                    <a:pt x="482" y="562"/>
                    <a:pt x="344" y="710"/>
                  </a:cubicBezTo>
                  <a:cubicBezTo>
                    <a:pt x="251" y="659"/>
                    <a:pt x="202" y="562"/>
                    <a:pt x="196" y="450"/>
                  </a:cubicBezTo>
                  <a:cubicBezTo>
                    <a:pt x="192" y="393"/>
                    <a:pt x="203" y="333"/>
                    <a:pt x="230" y="282"/>
                  </a:cubicBezTo>
                  <a:cubicBezTo>
                    <a:pt x="254" y="237"/>
                    <a:pt x="297" y="207"/>
                    <a:pt x="332" y="169"/>
                  </a:cubicBezTo>
                  <a:close/>
                  <a:moveTo>
                    <a:pt x="384" y="1"/>
                  </a:moveTo>
                  <a:cubicBezTo>
                    <a:pt x="360" y="1"/>
                    <a:pt x="336" y="13"/>
                    <a:pt x="318" y="32"/>
                  </a:cubicBezTo>
                  <a:cubicBezTo>
                    <a:pt x="304" y="23"/>
                    <a:pt x="287" y="20"/>
                    <a:pt x="271" y="20"/>
                  </a:cubicBezTo>
                  <a:cubicBezTo>
                    <a:pt x="88" y="37"/>
                    <a:pt x="1" y="287"/>
                    <a:pt x="3" y="441"/>
                  </a:cubicBezTo>
                  <a:cubicBezTo>
                    <a:pt x="5" y="621"/>
                    <a:pt x="90" y="811"/>
                    <a:pt x="259" y="890"/>
                  </a:cubicBezTo>
                  <a:cubicBezTo>
                    <a:pt x="296" y="909"/>
                    <a:pt x="328" y="917"/>
                    <a:pt x="357" y="917"/>
                  </a:cubicBezTo>
                  <a:cubicBezTo>
                    <a:pt x="410" y="917"/>
                    <a:pt x="453" y="889"/>
                    <a:pt x="502" y="834"/>
                  </a:cubicBezTo>
                  <a:cubicBezTo>
                    <a:pt x="567" y="761"/>
                    <a:pt x="610" y="672"/>
                    <a:pt x="630" y="577"/>
                  </a:cubicBezTo>
                  <a:cubicBezTo>
                    <a:pt x="672" y="363"/>
                    <a:pt x="599" y="152"/>
                    <a:pt x="429" y="16"/>
                  </a:cubicBezTo>
                  <a:cubicBezTo>
                    <a:pt x="415" y="5"/>
                    <a:pt x="399" y="1"/>
                    <a:pt x="3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3025" lIns="91425" spcFirstLastPara="1" rIns="91425" wrap="square" tIns="23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03" name="Google Shape;2103;p14"/>
            <p:cNvSpPr/>
            <p:nvPr/>
          </p:nvSpPr>
          <p:spPr>
            <a:xfrm>
              <a:off x="8440560" y="4533120"/>
              <a:ext cx="18720" cy="13320"/>
            </a:xfrm>
            <a:custGeom>
              <a:rect b="b" l="l" r="r" t="t"/>
              <a:pathLst>
                <a:path extrusionOk="0" h="270" w="376">
                  <a:moveTo>
                    <a:pt x="195" y="0"/>
                  </a:moveTo>
                  <a:cubicBezTo>
                    <a:pt x="94" y="0"/>
                    <a:pt x="1" y="127"/>
                    <a:pt x="88" y="225"/>
                  </a:cubicBezTo>
                  <a:cubicBezTo>
                    <a:pt x="116" y="256"/>
                    <a:pt x="149" y="269"/>
                    <a:pt x="181" y="269"/>
                  </a:cubicBezTo>
                  <a:cubicBezTo>
                    <a:pt x="282" y="269"/>
                    <a:pt x="376" y="142"/>
                    <a:pt x="289" y="45"/>
                  </a:cubicBezTo>
                  <a:cubicBezTo>
                    <a:pt x="261" y="13"/>
                    <a:pt x="227" y="0"/>
                    <a:pt x="1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825" lIns="91425" spcFirstLastPara="1" rIns="91425" wrap="square" tIns="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04" name="Google Shape;2104;p14"/>
            <p:cNvSpPr/>
            <p:nvPr/>
          </p:nvSpPr>
          <p:spPr>
            <a:xfrm>
              <a:off x="8327520" y="4650480"/>
              <a:ext cx="20160" cy="17640"/>
            </a:xfrm>
            <a:custGeom>
              <a:rect b="b" l="l" r="r" t="t"/>
              <a:pathLst>
                <a:path extrusionOk="0" h="360" w="405">
                  <a:moveTo>
                    <a:pt x="239" y="0"/>
                  </a:moveTo>
                  <a:cubicBezTo>
                    <a:pt x="202" y="0"/>
                    <a:pt x="164" y="14"/>
                    <a:pt x="129" y="37"/>
                  </a:cubicBezTo>
                  <a:lnTo>
                    <a:pt x="71" y="78"/>
                  </a:lnTo>
                  <a:cubicBezTo>
                    <a:pt x="0" y="126"/>
                    <a:pt x="3" y="249"/>
                    <a:pt x="58" y="305"/>
                  </a:cubicBezTo>
                  <a:cubicBezTo>
                    <a:pt x="89" y="337"/>
                    <a:pt x="140" y="359"/>
                    <a:pt x="189" y="359"/>
                  </a:cubicBezTo>
                  <a:cubicBezTo>
                    <a:pt x="225" y="359"/>
                    <a:pt x="260" y="347"/>
                    <a:pt x="285" y="317"/>
                  </a:cubicBezTo>
                  <a:lnTo>
                    <a:pt x="330" y="264"/>
                  </a:lnTo>
                  <a:cubicBezTo>
                    <a:pt x="386" y="203"/>
                    <a:pt x="404" y="118"/>
                    <a:pt x="343" y="50"/>
                  </a:cubicBezTo>
                  <a:cubicBezTo>
                    <a:pt x="313" y="15"/>
                    <a:pt x="277" y="0"/>
                    <a:pt x="2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000" lIns="91425" spcFirstLastPara="1" rIns="91425" wrap="square" tIns="9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05" name="Google Shape;2105;p14"/>
            <p:cNvSpPr/>
            <p:nvPr/>
          </p:nvSpPr>
          <p:spPr>
            <a:xfrm>
              <a:off x="8614440" y="4421880"/>
              <a:ext cx="21960" cy="15840"/>
            </a:xfrm>
            <a:custGeom>
              <a:rect b="b" l="l" r="r" t="t"/>
              <a:pathLst>
                <a:path extrusionOk="0" h="319" w="444">
                  <a:moveTo>
                    <a:pt x="230" y="1"/>
                  </a:moveTo>
                  <a:cubicBezTo>
                    <a:pt x="111" y="1"/>
                    <a:pt x="0" y="150"/>
                    <a:pt x="103" y="265"/>
                  </a:cubicBezTo>
                  <a:cubicBezTo>
                    <a:pt x="137" y="303"/>
                    <a:pt x="177" y="318"/>
                    <a:pt x="216" y="318"/>
                  </a:cubicBezTo>
                  <a:cubicBezTo>
                    <a:pt x="335" y="318"/>
                    <a:pt x="444" y="169"/>
                    <a:pt x="340" y="53"/>
                  </a:cubicBezTo>
                  <a:cubicBezTo>
                    <a:pt x="307" y="16"/>
                    <a:pt x="268" y="1"/>
                    <a:pt x="2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900" lIns="91425" spcFirstLastPara="1" rIns="91425" wrap="square" tIns="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06" name="Google Shape;2106;p14"/>
            <p:cNvSpPr/>
            <p:nvPr/>
          </p:nvSpPr>
          <p:spPr>
            <a:xfrm>
              <a:off x="8274240" y="4735440"/>
              <a:ext cx="10800" cy="7560"/>
            </a:xfrm>
            <a:custGeom>
              <a:rect b="b" l="l" r="r" t="t"/>
              <a:pathLst>
                <a:path extrusionOk="0" h="157" w="220">
                  <a:moveTo>
                    <a:pt x="115" y="1"/>
                  </a:moveTo>
                  <a:cubicBezTo>
                    <a:pt x="56" y="1"/>
                    <a:pt x="0" y="75"/>
                    <a:pt x="52" y="131"/>
                  </a:cubicBezTo>
                  <a:cubicBezTo>
                    <a:pt x="68" y="148"/>
                    <a:pt x="88" y="156"/>
                    <a:pt x="106" y="156"/>
                  </a:cubicBezTo>
                  <a:cubicBezTo>
                    <a:pt x="165" y="156"/>
                    <a:pt x="220" y="84"/>
                    <a:pt x="168" y="26"/>
                  </a:cubicBezTo>
                  <a:cubicBezTo>
                    <a:pt x="152" y="8"/>
                    <a:pt x="133" y="1"/>
                    <a:pt x="1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950" lIns="91425" spcFirstLastPara="1" rIns="91425" wrap="square" tIns="3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07" name="Google Shape;2107;p14"/>
            <p:cNvSpPr/>
            <p:nvPr/>
          </p:nvSpPr>
          <p:spPr>
            <a:xfrm>
              <a:off x="8470080" y="4565520"/>
              <a:ext cx="15840" cy="11160"/>
            </a:xfrm>
            <a:custGeom>
              <a:rect b="b" l="l" r="r" t="t"/>
              <a:pathLst>
                <a:path extrusionOk="0" h="231" w="322">
                  <a:moveTo>
                    <a:pt x="168" y="0"/>
                  </a:moveTo>
                  <a:cubicBezTo>
                    <a:pt x="81" y="0"/>
                    <a:pt x="1" y="108"/>
                    <a:pt x="76" y="192"/>
                  </a:cubicBezTo>
                  <a:cubicBezTo>
                    <a:pt x="99" y="219"/>
                    <a:pt x="127" y="231"/>
                    <a:pt x="155" y="231"/>
                  </a:cubicBezTo>
                  <a:cubicBezTo>
                    <a:pt x="241" y="231"/>
                    <a:pt x="321" y="122"/>
                    <a:pt x="248" y="38"/>
                  </a:cubicBezTo>
                  <a:cubicBezTo>
                    <a:pt x="224" y="11"/>
                    <a:pt x="196" y="0"/>
                    <a:pt x="1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750" lIns="91425" spcFirstLastPara="1" rIns="91425" wrap="square" tIns="5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08" name="Google Shape;2108;p14"/>
            <p:cNvSpPr/>
            <p:nvPr/>
          </p:nvSpPr>
          <p:spPr>
            <a:xfrm>
              <a:off x="8637120" y="4503600"/>
              <a:ext cx="12600" cy="9000"/>
            </a:xfrm>
            <a:custGeom>
              <a:rect b="b" l="l" r="r" t="t"/>
              <a:pathLst>
                <a:path extrusionOk="0" h="187" w="260">
                  <a:moveTo>
                    <a:pt x="133" y="1"/>
                  </a:moveTo>
                  <a:cubicBezTo>
                    <a:pt x="64" y="1"/>
                    <a:pt x="1" y="87"/>
                    <a:pt x="61" y="156"/>
                  </a:cubicBezTo>
                  <a:cubicBezTo>
                    <a:pt x="80" y="177"/>
                    <a:pt x="103" y="186"/>
                    <a:pt x="125" y="186"/>
                  </a:cubicBezTo>
                  <a:cubicBezTo>
                    <a:pt x="195" y="186"/>
                    <a:pt x="259" y="99"/>
                    <a:pt x="198" y="32"/>
                  </a:cubicBezTo>
                  <a:cubicBezTo>
                    <a:pt x="179" y="10"/>
                    <a:pt x="155" y="1"/>
                    <a:pt x="1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2109" name="Google Shape;2109;p14"/>
          <p:cNvGrpSpPr/>
          <p:nvPr/>
        </p:nvGrpSpPr>
        <p:grpSpPr>
          <a:xfrm>
            <a:off x="300240" y="2364840"/>
            <a:ext cx="583201" cy="506160"/>
            <a:chOff x="300240" y="2364840"/>
            <a:chExt cx="583201" cy="506160"/>
          </a:xfrm>
        </p:grpSpPr>
        <p:sp>
          <p:nvSpPr>
            <p:cNvPr id="2110" name="Google Shape;2110;p14"/>
            <p:cNvSpPr/>
            <p:nvPr/>
          </p:nvSpPr>
          <p:spPr>
            <a:xfrm>
              <a:off x="353520" y="2399040"/>
              <a:ext cx="486011" cy="430192"/>
            </a:xfrm>
            <a:custGeom>
              <a:rect b="b" l="l" r="r" t="t"/>
              <a:pathLst>
                <a:path extrusionOk="0" h="8547" w="9656">
                  <a:moveTo>
                    <a:pt x="5182" y="238"/>
                  </a:moveTo>
                  <a:cubicBezTo>
                    <a:pt x="5298" y="238"/>
                    <a:pt x="5416" y="255"/>
                    <a:pt x="5534" y="294"/>
                  </a:cubicBezTo>
                  <a:cubicBezTo>
                    <a:pt x="6033" y="460"/>
                    <a:pt x="6288" y="955"/>
                    <a:pt x="6651" y="1295"/>
                  </a:cubicBezTo>
                  <a:cubicBezTo>
                    <a:pt x="7026" y="1646"/>
                    <a:pt x="7518" y="1826"/>
                    <a:pt x="7989" y="2036"/>
                  </a:cubicBezTo>
                  <a:cubicBezTo>
                    <a:pt x="8010" y="2046"/>
                    <a:pt x="8031" y="2054"/>
                    <a:pt x="8052" y="2066"/>
                  </a:cubicBezTo>
                  <a:cubicBezTo>
                    <a:pt x="8428" y="2236"/>
                    <a:pt x="8786" y="2428"/>
                    <a:pt x="9057" y="2747"/>
                  </a:cubicBezTo>
                  <a:cubicBezTo>
                    <a:pt x="9109" y="2810"/>
                    <a:pt x="9158" y="2875"/>
                    <a:pt x="9200" y="2940"/>
                  </a:cubicBezTo>
                  <a:cubicBezTo>
                    <a:pt x="9200" y="2943"/>
                    <a:pt x="9202" y="2943"/>
                    <a:pt x="9202" y="2944"/>
                  </a:cubicBezTo>
                  <a:cubicBezTo>
                    <a:pt x="9424" y="3287"/>
                    <a:pt x="9492" y="3683"/>
                    <a:pt x="9292" y="4077"/>
                  </a:cubicBezTo>
                  <a:cubicBezTo>
                    <a:pt x="9078" y="4497"/>
                    <a:pt x="8701" y="4821"/>
                    <a:pt x="8347" y="5122"/>
                  </a:cubicBezTo>
                  <a:cubicBezTo>
                    <a:pt x="8171" y="5274"/>
                    <a:pt x="7981" y="5416"/>
                    <a:pt x="7820" y="5580"/>
                  </a:cubicBezTo>
                  <a:cubicBezTo>
                    <a:pt x="7657" y="5746"/>
                    <a:pt x="7525" y="5941"/>
                    <a:pt x="7413" y="6147"/>
                  </a:cubicBezTo>
                  <a:cubicBezTo>
                    <a:pt x="7189" y="6561"/>
                    <a:pt x="7050" y="7013"/>
                    <a:pt x="6831" y="7428"/>
                  </a:cubicBezTo>
                  <a:cubicBezTo>
                    <a:pt x="6724" y="7631"/>
                    <a:pt x="6598" y="7826"/>
                    <a:pt x="6434" y="7989"/>
                  </a:cubicBezTo>
                  <a:cubicBezTo>
                    <a:pt x="6295" y="8125"/>
                    <a:pt x="6115" y="8274"/>
                    <a:pt x="5918" y="8317"/>
                  </a:cubicBezTo>
                  <a:cubicBezTo>
                    <a:pt x="5884" y="8324"/>
                    <a:pt x="5851" y="8327"/>
                    <a:pt x="5819" y="8327"/>
                  </a:cubicBezTo>
                  <a:cubicBezTo>
                    <a:pt x="5543" y="8327"/>
                    <a:pt x="5315" y="8086"/>
                    <a:pt x="5139" y="7897"/>
                  </a:cubicBezTo>
                  <a:cubicBezTo>
                    <a:pt x="4898" y="7638"/>
                    <a:pt x="4670" y="7339"/>
                    <a:pt x="4355" y="7167"/>
                  </a:cubicBezTo>
                  <a:cubicBezTo>
                    <a:pt x="4193" y="7079"/>
                    <a:pt x="4022" y="7044"/>
                    <a:pt x="3849" y="7044"/>
                  </a:cubicBezTo>
                  <a:cubicBezTo>
                    <a:pt x="3686" y="7044"/>
                    <a:pt x="3521" y="7075"/>
                    <a:pt x="3360" y="7120"/>
                  </a:cubicBezTo>
                  <a:cubicBezTo>
                    <a:pt x="2962" y="7234"/>
                    <a:pt x="2586" y="7418"/>
                    <a:pt x="2194" y="7551"/>
                  </a:cubicBezTo>
                  <a:cubicBezTo>
                    <a:pt x="1991" y="7619"/>
                    <a:pt x="1753" y="7694"/>
                    <a:pt x="1525" y="7694"/>
                  </a:cubicBezTo>
                  <a:cubicBezTo>
                    <a:pt x="1393" y="7694"/>
                    <a:pt x="1264" y="7669"/>
                    <a:pt x="1148" y="7602"/>
                  </a:cubicBezTo>
                  <a:cubicBezTo>
                    <a:pt x="748" y="7376"/>
                    <a:pt x="741" y="6894"/>
                    <a:pt x="825" y="6500"/>
                  </a:cubicBezTo>
                  <a:cubicBezTo>
                    <a:pt x="855" y="6360"/>
                    <a:pt x="893" y="6219"/>
                    <a:pt x="930" y="6079"/>
                  </a:cubicBezTo>
                  <a:cubicBezTo>
                    <a:pt x="936" y="6060"/>
                    <a:pt x="940" y="6042"/>
                    <a:pt x="945" y="6021"/>
                  </a:cubicBezTo>
                  <a:cubicBezTo>
                    <a:pt x="1021" y="5735"/>
                    <a:pt x="1089" y="5444"/>
                    <a:pt x="1066" y="5146"/>
                  </a:cubicBezTo>
                  <a:cubicBezTo>
                    <a:pt x="1028" y="4629"/>
                    <a:pt x="641" y="4257"/>
                    <a:pt x="393" y="3829"/>
                  </a:cubicBezTo>
                  <a:cubicBezTo>
                    <a:pt x="309" y="3683"/>
                    <a:pt x="237" y="3521"/>
                    <a:pt x="230" y="3355"/>
                  </a:cubicBezTo>
                  <a:cubicBezTo>
                    <a:pt x="228" y="3334"/>
                    <a:pt x="228" y="3314"/>
                    <a:pt x="230" y="3293"/>
                  </a:cubicBezTo>
                  <a:cubicBezTo>
                    <a:pt x="231" y="3252"/>
                    <a:pt x="238" y="3209"/>
                    <a:pt x="250" y="3165"/>
                  </a:cubicBezTo>
                  <a:cubicBezTo>
                    <a:pt x="287" y="3029"/>
                    <a:pt x="372" y="2909"/>
                    <a:pt x="468" y="2804"/>
                  </a:cubicBezTo>
                  <a:cubicBezTo>
                    <a:pt x="574" y="2689"/>
                    <a:pt x="676" y="2572"/>
                    <a:pt x="801" y="2475"/>
                  </a:cubicBezTo>
                  <a:cubicBezTo>
                    <a:pt x="1016" y="2305"/>
                    <a:pt x="1271" y="2189"/>
                    <a:pt x="1542" y="2146"/>
                  </a:cubicBezTo>
                  <a:cubicBezTo>
                    <a:pt x="1642" y="2159"/>
                    <a:pt x="1741" y="2166"/>
                    <a:pt x="1838" y="2166"/>
                  </a:cubicBezTo>
                  <a:cubicBezTo>
                    <a:pt x="2205" y="2166"/>
                    <a:pt x="2555" y="2071"/>
                    <a:pt x="2864" y="1847"/>
                  </a:cubicBezTo>
                  <a:cubicBezTo>
                    <a:pt x="3255" y="1564"/>
                    <a:pt x="3544" y="1169"/>
                    <a:pt x="3902" y="850"/>
                  </a:cubicBezTo>
                  <a:cubicBezTo>
                    <a:pt x="4257" y="535"/>
                    <a:pt x="4705" y="238"/>
                    <a:pt x="5182" y="238"/>
                  </a:cubicBezTo>
                  <a:close/>
                  <a:moveTo>
                    <a:pt x="5157" y="1"/>
                  </a:moveTo>
                  <a:cubicBezTo>
                    <a:pt x="5077" y="1"/>
                    <a:pt x="4995" y="9"/>
                    <a:pt x="4911" y="25"/>
                  </a:cubicBezTo>
                  <a:cubicBezTo>
                    <a:pt x="4828" y="41"/>
                    <a:pt x="4748" y="62"/>
                    <a:pt x="4670" y="92"/>
                  </a:cubicBezTo>
                  <a:lnTo>
                    <a:pt x="4667" y="92"/>
                  </a:lnTo>
                  <a:cubicBezTo>
                    <a:pt x="4630" y="104"/>
                    <a:pt x="4592" y="120"/>
                    <a:pt x="4553" y="136"/>
                  </a:cubicBezTo>
                  <a:cubicBezTo>
                    <a:pt x="4226" y="276"/>
                    <a:pt x="3930" y="508"/>
                    <a:pt x="3671" y="755"/>
                  </a:cubicBezTo>
                  <a:cubicBezTo>
                    <a:pt x="3642" y="779"/>
                    <a:pt x="3615" y="806"/>
                    <a:pt x="3587" y="834"/>
                  </a:cubicBezTo>
                  <a:cubicBezTo>
                    <a:pt x="3537" y="882"/>
                    <a:pt x="3489" y="932"/>
                    <a:pt x="3441" y="982"/>
                  </a:cubicBezTo>
                  <a:cubicBezTo>
                    <a:pt x="3114" y="1319"/>
                    <a:pt x="2782" y="1721"/>
                    <a:pt x="2319" y="1870"/>
                  </a:cubicBezTo>
                  <a:cubicBezTo>
                    <a:pt x="2168" y="1919"/>
                    <a:pt x="2013" y="1938"/>
                    <a:pt x="1857" y="1938"/>
                  </a:cubicBezTo>
                  <a:cubicBezTo>
                    <a:pt x="1748" y="1938"/>
                    <a:pt x="1640" y="1928"/>
                    <a:pt x="1532" y="1914"/>
                  </a:cubicBezTo>
                  <a:cubicBezTo>
                    <a:pt x="1528" y="1914"/>
                    <a:pt x="1523" y="1913"/>
                    <a:pt x="1519" y="1913"/>
                  </a:cubicBezTo>
                  <a:cubicBezTo>
                    <a:pt x="1500" y="1913"/>
                    <a:pt x="1485" y="1918"/>
                    <a:pt x="1471" y="1925"/>
                  </a:cubicBezTo>
                  <a:cubicBezTo>
                    <a:pt x="1283" y="1954"/>
                    <a:pt x="1100" y="2020"/>
                    <a:pt x="931" y="2114"/>
                  </a:cubicBezTo>
                  <a:cubicBezTo>
                    <a:pt x="896" y="2131"/>
                    <a:pt x="860" y="2151"/>
                    <a:pt x="826" y="2173"/>
                  </a:cubicBezTo>
                  <a:cubicBezTo>
                    <a:pt x="781" y="2202"/>
                    <a:pt x="737" y="2231"/>
                    <a:pt x="695" y="2264"/>
                  </a:cubicBezTo>
                  <a:cubicBezTo>
                    <a:pt x="583" y="2348"/>
                    <a:pt x="485" y="2443"/>
                    <a:pt x="393" y="2545"/>
                  </a:cubicBezTo>
                  <a:cubicBezTo>
                    <a:pt x="284" y="2666"/>
                    <a:pt x="167" y="2781"/>
                    <a:pt x="94" y="2930"/>
                  </a:cubicBezTo>
                  <a:cubicBezTo>
                    <a:pt x="31" y="3053"/>
                    <a:pt x="3" y="3174"/>
                    <a:pt x="2" y="3294"/>
                  </a:cubicBezTo>
                  <a:cubicBezTo>
                    <a:pt x="0" y="3337"/>
                    <a:pt x="3" y="3378"/>
                    <a:pt x="9" y="3420"/>
                  </a:cubicBezTo>
                  <a:cubicBezTo>
                    <a:pt x="44" y="3725"/>
                    <a:pt x="227" y="4013"/>
                    <a:pt x="406" y="4272"/>
                  </a:cubicBezTo>
                  <a:cubicBezTo>
                    <a:pt x="505" y="4418"/>
                    <a:pt x="620" y="4568"/>
                    <a:pt x="705" y="4728"/>
                  </a:cubicBezTo>
                  <a:cubicBezTo>
                    <a:pt x="723" y="4764"/>
                    <a:pt x="740" y="4796"/>
                    <a:pt x="756" y="4832"/>
                  </a:cubicBezTo>
                  <a:cubicBezTo>
                    <a:pt x="780" y="4887"/>
                    <a:pt x="798" y="4942"/>
                    <a:pt x="811" y="4999"/>
                  </a:cubicBezTo>
                  <a:cubicBezTo>
                    <a:pt x="866" y="5234"/>
                    <a:pt x="829" y="5484"/>
                    <a:pt x="777" y="5716"/>
                  </a:cubicBezTo>
                  <a:cubicBezTo>
                    <a:pt x="746" y="5865"/>
                    <a:pt x="703" y="6015"/>
                    <a:pt x="662" y="6165"/>
                  </a:cubicBezTo>
                  <a:cubicBezTo>
                    <a:pt x="649" y="6214"/>
                    <a:pt x="638" y="6263"/>
                    <a:pt x="625" y="6311"/>
                  </a:cubicBezTo>
                  <a:cubicBezTo>
                    <a:pt x="560" y="6579"/>
                    <a:pt x="515" y="6850"/>
                    <a:pt x="563" y="7120"/>
                  </a:cubicBezTo>
                  <a:cubicBezTo>
                    <a:pt x="591" y="7278"/>
                    <a:pt x="656" y="7429"/>
                    <a:pt x="753" y="7553"/>
                  </a:cubicBezTo>
                  <a:cubicBezTo>
                    <a:pt x="775" y="7582"/>
                    <a:pt x="801" y="7611"/>
                    <a:pt x="826" y="7639"/>
                  </a:cubicBezTo>
                  <a:cubicBezTo>
                    <a:pt x="960" y="7777"/>
                    <a:pt x="1134" y="7873"/>
                    <a:pt x="1330" y="7906"/>
                  </a:cubicBezTo>
                  <a:cubicBezTo>
                    <a:pt x="1396" y="7916"/>
                    <a:pt x="1462" y="7921"/>
                    <a:pt x="1528" y="7921"/>
                  </a:cubicBezTo>
                  <a:cubicBezTo>
                    <a:pt x="1656" y="7921"/>
                    <a:pt x="1783" y="7903"/>
                    <a:pt x="1911" y="7873"/>
                  </a:cubicBezTo>
                  <a:cubicBezTo>
                    <a:pt x="1956" y="7864"/>
                    <a:pt x="1998" y="7852"/>
                    <a:pt x="2042" y="7840"/>
                  </a:cubicBezTo>
                  <a:cubicBezTo>
                    <a:pt x="2212" y="7792"/>
                    <a:pt x="2378" y="7728"/>
                    <a:pt x="2538" y="7666"/>
                  </a:cubicBezTo>
                  <a:cubicBezTo>
                    <a:pt x="2810" y="7561"/>
                    <a:pt x="3087" y="7431"/>
                    <a:pt x="3374" y="7347"/>
                  </a:cubicBezTo>
                  <a:lnTo>
                    <a:pt x="3374" y="7346"/>
                  </a:lnTo>
                  <a:cubicBezTo>
                    <a:pt x="3423" y="7332"/>
                    <a:pt x="3468" y="7319"/>
                    <a:pt x="3518" y="7310"/>
                  </a:cubicBezTo>
                  <a:cubicBezTo>
                    <a:pt x="3588" y="7292"/>
                    <a:pt x="3659" y="7282"/>
                    <a:pt x="3730" y="7274"/>
                  </a:cubicBezTo>
                  <a:cubicBezTo>
                    <a:pt x="3764" y="7270"/>
                    <a:pt x="3796" y="7268"/>
                    <a:pt x="3828" y="7268"/>
                  </a:cubicBezTo>
                  <a:cubicBezTo>
                    <a:pt x="4160" y="7268"/>
                    <a:pt x="4411" y="7457"/>
                    <a:pt x="4643" y="7696"/>
                  </a:cubicBezTo>
                  <a:cubicBezTo>
                    <a:pt x="4674" y="7728"/>
                    <a:pt x="4705" y="7762"/>
                    <a:pt x="4735" y="7795"/>
                  </a:cubicBezTo>
                  <a:cubicBezTo>
                    <a:pt x="4770" y="7835"/>
                    <a:pt x="4806" y="7873"/>
                    <a:pt x="4841" y="7914"/>
                  </a:cubicBezTo>
                  <a:cubicBezTo>
                    <a:pt x="5021" y="8120"/>
                    <a:pt x="5208" y="8326"/>
                    <a:pt x="5446" y="8454"/>
                  </a:cubicBezTo>
                  <a:cubicBezTo>
                    <a:pt x="5567" y="8519"/>
                    <a:pt x="5686" y="8547"/>
                    <a:pt x="5801" y="8547"/>
                  </a:cubicBezTo>
                  <a:cubicBezTo>
                    <a:pt x="5882" y="8547"/>
                    <a:pt x="5961" y="8533"/>
                    <a:pt x="6039" y="8509"/>
                  </a:cubicBezTo>
                  <a:cubicBezTo>
                    <a:pt x="6074" y="8497"/>
                    <a:pt x="6109" y="8485"/>
                    <a:pt x="6146" y="8468"/>
                  </a:cubicBezTo>
                  <a:cubicBezTo>
                    <a:pt x="6254" y="8419"/>
                    <a:pt x="6357" y="8352"/>
                    <a:pt x="6457" y="8273"/>
                  </a:cubicBezTo>
                  <a:cubicBezTo>
                    <a:pt x="6705" y="8074"/>
                    <a:pt x="6876" y="7826"/>
                    <a:pt x="7018" y="7557"/>
                  </a:cubicBezTo>
                  <a:cubicBezTo>
                    <a:pt x="7036" y="7523"/>
                    <a:pt x="7053" y="7489"/>
                    <a:pt x="7072" y="7454"/>
                  </a:cubicBezTo>
                  <a:cubicBezTo>
                    <a:pt x="7243" y="7101"/>
                    <a:pt x="7371" y="6721"/>
                    <a:pt x="7548" y="6369"/>
                  </a:cubicBezTo>
                  <a:lnTo>
                    <a:pt x="7600" y="6269"/>
                  </a:lnTo>
                  <a:cubicBezTo>
                    <a:pt x="7698" y="6087"/>
                    <a:pt x="7813" y="5917"/>
                    <a:pt x="7955" y="5766"/>
                  </a:cubicBezTo>
                  <a:cubicBezTo>
                    <a:pt x="8150" y="5559"/>
                    <a:pt x="8373" y="5379"/>
                    <a:pt x="8591" y="5197"/>
                  </a:cubicBezTo>
                  <a:cubicBezTo>
                    <a:pt x="8662" y="5138"/>
                    <a:pt x="8733" y="5078"/>
                    <a:pt x="8802" y="5016"/>
                  </a:cubicBezTo>
                  <a:cubicBezTo>
                    <a:pt x="8903" y="4925"/>
                    <a:pt x="9002" y="4833"/>
                    <a:pt x="9094" y="4733"/>
                  </a:cubicBezTo>
                  <a:cubicBezTo>
                    <a:pt x="9277" y="4536"/>
                    <a:pt x="9445" y="4312"/>
                    <a:pt x="9547" y="4061"/>
                  </a:cubicBezTo>
                  <a:cubicBezTo>
                    <a:pt x="9573" y="4003"/>
                    <a:pt x="9591" y="3946"/>
                    <a:pt x="9608" y="3887"/>
                  </a:cubicBezTo>
                  <a:cubicBezTo>
                    <a:pt x="9641" y="3773"/>
                    <a:pt x="9655" y="3649"/>
                    <a:pt x="9648" y="3521"/>
                  </a:cubicBezTo>
                  <a:cubicBezTo>
                    <a:pt x="9632" y="3233"/>
                    <a:pt x="9512" y="2958"/>
                    <a:pt x="9336" y="2725"/>
                  </a:cubicBezTo>
                  <a:cubicBezTo>
                    <a:pt x="9314" y="2692"/>
                    <a:pt x="9289" y="2661"/>
                    <a:pt x="9263" y="2631"/>
                  </a:cubicBezTo>
                  <a:cubicBezTo>
                    <a:pt x="9149" y="2495"/>
                    <a:pt x="9020" y="2376"/>
                    <a:pt x="8883" y="2277"/>
                  </a:cubicBezTo>
                  <a:cubicBezTo>
                    <a:pt x="8625" y="2084"/>
                    <a:pt x="8334" y="1948"/>
                    <a:pt x="8038" y="1819"/>
                  </a:cubicBezTo>
                  <a:cubicBezTo>
                    <a:pt x="8003" y="1805"/>
                    <a:pt x="7967" y="1786"/>
                    <a:pt x="7932" y="1772"/>
                  </a:cubicBezTo>
                  <a:cubicBezTo>
                    <a:pt x="7797" y="1713"/>
                    <a:pt x="7661" y="1652"/>
                    <a:pt x="7528" y="1591"/>
                  </a:cubicBezTo>
                  <a:cubicBezTo>
                    <a:pt x="7386" y="1523"/>
                    <a:pt x="7246" y="1449"/>
                    <a:pt x="7114" y="1361"/>
                  </a:cubicBezTo>
                  <a:cubicBezTo>
                    <a:pt x="7066" y="1330"/>
                    <a:pt x="7018" y="1298"/>
                    <a:pt x="6972" y="1262"/>
                  </a:cubicBezTo>
                  <a:cubicBezTo>
                    <a:pt x="6937" y="1238"/>
                    <a:pt x="6904" y="1211"/>
                    <a:pt x="6870" y="1183"/>
                  </a:cubicBezTo>
                  <a:cubicBezTo>
                    <a:pt x="6679" y="1018"/>
                    <a:pt x="6530" y="811"/>
                    <a:pt x="6360" y="624"/>
                  </a:cubicBezTo>
                  <a:cubicBezTo>
                    <a:pt x="6190" y="437"/>
                    <a:pt x="5996" y="274"/>
                    <a:pt x="5778" y="161"/>
                  </a:cubicBezTo>
                  <a:cubicBezTo>
                    <a:pt x="5744" y="143"/>
                    <a:pt x="5711" y="126"/>
                    <a:pt x="5673" y="111"/>
                  </a:cubicBezTo>
                  <a:cubicBezTo>
                    <a:pt x="5512" y="41"/>
                    <a:pt x="5340" y="1"/>
                    <a:pt x="5157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11" name="Google Shape;2111;p14"/>
            <p:cNvSpPr/>
            <p:nvPr/>
          </p:nvSpPr>
          <p:spPr>
            <a:xfrm>
              <a:off x="457920" y="2701800"/>
              <a:ext cx="14760" cy="11160"/>
            </a:xfrm>
            <a:custGeom>
              <a:rect b="b" l="l" r="r" t="t"/>
              <a:pathLst>
                <a:path extrusionOk="0" h="230" w="298">
                  <a:moveTo>
                    <a:pt x="149" y="0"/>
                  </a:moveTo>
                  <a:cubicBezTo>
                    <a:pt x="0" y="0"/>
                    <a:pt x="0" y="230"/>
                    <a:pt x="149" y="230"/>
                  </a:cubicBezTo>
                  <a:cubicBezTo>
                    <a:pt x="298" y="230"/>
                    <a:pt x="298" y="0"/>
                    <a:pt x="149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750" lIns="91425" spcFirstLastPara="1" rIns="91425" wrap="square" tIns="5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12" name="Google Shape;2112;p14"/>
            <p:cNvSpPr/>
            <p:nvPr/>
          </p:nvSpPr>
          <p:spPr>
            <a:xfrm>
              <a:off x="642240" y="2699640"/>
              <a:ext cx="14760" cy="11160"/>
            </a:xfrm>
            <a:custGeom>
              <a:rect b="b" l="l" r="r" t="t"/>
              <a:pathLst>
                <a:path extrusionOk="0" h="232" w="298">
                  <a:moveTo>
                    <a:pt x="149" y="0"/>
                  </a:moveTo>
                  <a:cubicBezTo>
                    <a:pt x="0" y="0"/>
                    <a:pt x="0" y="231"/>
                    <a:pt x="149" y="231"/>
                  </a:cubicBezTo>
                  <a:cubicBezTo>
                    <a:pt x="298" y="231"/>
                    <a:pt x="298" y="0"/>
                    <a:pt x="149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750" lIns="91425" spcFirstLastPara="1" rIns="91425" wrap="square" tIns="5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13" name="Google Shape;2113;p14"/>
            <p:cNvSpPr/>
            <p:nvPr/>
          </p:nvSpPr>
          <p:spPr>
            <a:xfrm>
              <a:off x="645480" y="2596320"/>
              <a:ext cx="14760" cy="11160"/>
            </a:xfrm>
            <a:custGeom>
              <a:rect b="b" l="l" r="r" t="t"/>
              <a:pathLst>
                <a:path extrusionOk="0" h="232" w="297">
                  <a:moveTo>
                    <a:pt x="147" y="1"/>
                  </a:moveTo>
                  <a:cubicBezTo>
                    <a:pt x="0" y="1"/>
                    <a:pt x="0" y="232"/>
                    <a:pt x="147" y="232"/>
                  </a:cubicBezTo>
                  <a:cubicBezTo>
                    <a:pt x="296" y="232"/>
                    <a:pt x="296" y="1"/>
                    <a:pt x="147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750" lIns="91425" spcFirstLastPara="1" rIns="91425" wrap="square" tIns="5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14" name="Google Shape;2114;p14"/>
            <p:cNvSpPr/>
            <p:nvPr/>
          </p:nvSpPr>
          <p:spPr>
            <a:xfrm>
              <a:off x="566280" y="2637720"/>
              <a:ext cx="14760" cy="11160"/>
            </a:xfrm>
            <a:custGeom>
              <a:rect b="b" l="l" r="r" t="t"/>
              <a:pathLst>
                <a:path extrusionOk="0" h="231" w="297">
                  <a:moveTo>
                    <a:pt x="148" y="1"/>
                  </a:moveTo>
                  <a:cubicBezTo>
                    <a:pt x="0" y="1"/>
                    <a:pt x="0" y="231"/>
                    <a:pt x="148" y="231"/>
                  </a:cubicBezTo>
                  <a:cubicBezTo>
                    <a:pt x="297" y="231"/>
                    <a:pt x="297" y="1"/>
                    <a:pt x="148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750" lIns="91425" spcFirstLastPara="1" rIns="91425" wrap="square" tIns="5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15" name="Google Shape;2115;p14"/>
            <p:cNvSpPr/>
            <p:nvPr/>
          </p:nvSpPr>
          <p:spPr>
            <a:xfrm>
              <a:off x="465840" y="2580480"/>
              <a:ext cx="12960" cy="13680"/>
            </a:xfrm>
            <a:custGeom>
              <a:rect b="b" l="l" r="r" t="t"/>
              <a:pathLst>
                <a:path extrusionOk="0" h="277" w="262">
                  <a:moveTo>
                    <a:pt x="119" y="0"/>
                  </a:moveTo>
                  <a:cubicBezTo>
                    <a:pt x="113" y="0"/>
                    <a:pt x="107" y="1"/>
                    <a:pt x="101" y="2"/>
                  </a:cubicBezTo>
                  <a:cubicBezTo>
                    <a:pt x="87" y="3"/>
                    <a:pt x="71" y="7"/>
                    <a:pt x="59" y="16"/>
                  </a:cubicBezTo>
                  <a:cubicBezTo>
                    <a:pt x="50" y="21"/>
                    <a:pt x="43" y="29"/>
                    <a:pt x="36" y="34"/>
                  </a:cubicBezTo>
                  <a:cubicBezTo>
                    <a:pt x="20" y="47"/>
                    <a:pt x="10" y="65"/>
                    <a:pt x="6" y="85"/>
                  </a:cubicBezTo>
                  <a:lnTo>
                    <a:pt x="1" y="116"/>
                  </a:lnTo>
                  <a:cubicBezTo>
                    <a:pt x="1" y="138"/>
                    <a:pt x="6" y="158"/>
                    <a:pt x="16" y="176"/>
                  </a:cubicBezTo>
                  <a:cubicBezTo>
                    <a:pt x="27" y="190"/>
                    <a:pt x="36" y="206"/>
                    <a:pt x="44" y="220"/>
                  </a:cubicBezTo>
                  <a:cubicBezTo>
                    <a:pt x="53" y="234"/>
                    <a:pt x="63" y="243"/>
                    <a:pt x="74" y="251"/>
                  </a:cubicBezTo>
                  <a:cubicBezTo>
                    <a:pt x="86" y="262"/>
                    <a:pt x="100" y="269"/>
                    <a:pt x="114" y="272"/>
                  </a:cubicBezTo>
                  <a:cubicBezTo>
                    <a:pt x="123" y="275"/>
                    <a:pt x="133" y="277"/>
                    <a:pt x="143" y="277"/>
                  </a:cubicBezTo>
                  <a:cubicBezTo>
                    <a:pt x="149" y="277"/>
                    <a:pt x="154" y="276"/>
                    <a:pt x="159" y="275"/>
                  </a:cubicBezTo>
                  <a:cubicBezTo>
                    <a:pt x="173" y="272"/>
                    <a:pt x="190" y="269"/>
                    <a:pt x="202" y="261"/>
                  </a:cubicBezTo>
                  <a:cubicBezTo>
                    <a:pt x="212" y="255"/>
                    <a:pt x="219" y="248"/>
                    <a:pt x="226" y="243"/>
                  </a:cubicBezTo>
                  <a:cubicBezTo>
                    <a:pt x="241" y="228"/>
                    <a:pt x="250" y="211"/>
                    <a:pt x="256" y="192"/>
                  </a:cubicBezTo>
                  <a:cubicBezTo>
                    <a:pt x="257" y="180"/>
                    <a:pt x="258" y="170"/>
                    <a:pt x="261" y="162"/>
                  </a:cubicBezTo>
                  <a:cubicBezTo>
                    <a:pt x="261" y="141"/>
                    <a:pt x="256" y="121"/>
                    <a:pt x="244" y="101"/>
                  </a:cubicBezTo>
                  <a:cubicBezTo>
                    <a:pt x="236" y="87"/>
                    <a:pt x="227" y="71"/>
                    <a:pt x="216" y="57"/>
                  </a:cubicBezTo>
                  <a:cubicBezTo>
                    <a:pt x="207" y="43"/>
                    <a:pt x="199" y="34"/>
                    <a:pt x="186" y="24"/>
                  </a:cubicBezTo>
                  <a:cubicBezTo>
                    <a:pt x="176" y="14"/>
                    <a:pt x="162" y="7"/>
                    <a:pt x="148" y="3"/>
                  </a:cubicBezTo>
                  <a:cubicBezTo>
                    <a:pt x="139" y="1"/>
                    <a:pt x="129" y="0"/>
                    <a:pt x="119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25" lIns="91425" spcFirstLastPara="1" rIns="91425" wrap="square" tIns="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16" name="Google Shape;2116;p14"/>
            <p:cNvSpPr/>
            <p:nvPr/>
          </p:nvSpPr>
          <p:spPr>
            <a:xfrm>
              <a:off x="750960" y="2594520"/>
              <a:ext cx="14760" cy="11160"/>
            </a:xfrm>
            <a:custGeom>
              <a:rect b="b" l="l" r="r" t="t"/>
              <a:pathLst>
                <a:path extrusionOk="0" h="230" w="299">
                  <a:moveTo>
                    <a:pt x="149" y="0"/>
                  </a:moveTo>
                  <a:cubicBezTo>
                    <a:pt x="0" y="0"/>
                    <a:pt x="0" y="230"/>
                    <a:pt x="149" y="230"/>
                  </a:cubicBezTo>
                  <a:cubicBezTo>
                    <a:pt x="295" y="230"/>
                    <a:pt x="298" y="0"/>
                    <a:pt x="149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750" lIns="91425" spcFirstLastPara="1" rIns="91425" wrap="square" tIns="5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17" name="Google Shape;2117;p14"/>
            <p:cNvSpPr/>
            <p:nvPr/>
          </p:nvSpPr>
          <p:spPr>
            <a:xfrm>
              <a:off x="508320" y="2708280"/>
              <a:ext cx="31320" cy="20880"/>
            </a:xfrm>
            <a:custGeom>
              <a:rect b="b" l="l" r="r" t="t"/>
              <a:pathLst>
                <a:path extrusionOk="0" h="425" w="631">
                  <a:moveTo>
                    <a:pt x="563" y="0"/>
                  </a:moveTo>
                  <a:cubicBezTo>
                    <a:pt x="554" y="0"/>
                    <a:pt x="544" y="3"/>
                    <a:pt x="536" y="8"/>
                  </a:cubicBezTo>
                  <a:cubicBezTo>
                    <a:pt x="376" y="119"/>
                    <a:pt x="199" y="207"/>
                    <a:pt x="37" y="317"/>
                  </a:cubicBezTo>
                  <a:cubicBezTo>
                    <a:pt x="10" y="334"/>
                    <a:pt x="0" y="367"/>
                    <a:pt x="16" y="395"/>
                  </a:cubicBezTo>
                  <a:cubicBezTo>
                    <a:pt x="26" y="413"/>
                    <a:pt x="47" y="424"/>
                    <a:pt x="67" y="424"/>
                  </a:cubicBezTo>
                  <a:cubicBezTo>
                    <a:pt x="77" y="424"/>
                    <a:pt x="86" y="422"/>
                    <a:pt x="94" y="416"/>
                  </a:cubicBezTo>
                  <a:cubicBezTo>
                    <a:pt x="255" y="305"/>
                    <a:pt x="430" y="218"/>
                    <a:pt x="593" y="108"/>
                  </a:cubicBezTo>
                  <a:cubicBezTo>
                    <a:pt x="618" y="91"/>
                    <a:pt x="631" y="57"/>
                    <a:pt x="614" y="30"/>
                  </a:cubicBezTo>
                  <a:cubicBezTo>
                    <a:pt x="604" y="11"/>
                    <a:pt x="584" y="0"/>
                    <a:pt x="563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425" lIns="91425" spcFirstLastPara="1" rIns="91425" wrap="square" tIns="10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18" name="Google Shape;2118;p14"/>
            <p:cNvSpPr/>
            <p:nvPr/>
          </p:nvSpPr>
          <p:spPr>
            <a:xfrm>
              <a:off x="681480" y="2652120"/>
              <a:ext cx="24840" cy="27000"/>
            </a:xfrm>
            <a:custGeom>
              <a:rect b="b" l="l" r="r" t="t"/>
              <a:pathLst>
                <a:path extrusionOk="0" h="542" w="500">
                  <a:moveTo>
                    <a:pt x="72" y="1"/>
                  </a:moveTo>
                  <a:cubicBezTo>
                    <a:pt x="51" y="1"/>
                    <a:pt x="28" y="13"/>
                    <a:pt x="18" y="30"/>
                  </a:cubicBezTo>
                  <a:cubicBezTo>
                    <a:pt x="1" y="58"/>
                    <a:pt x="12" y="88"/>
                    <a:pt x="36" y="106"/>
                  </a:cubicBezTo>
                  <a:lnTo>
                    <a:pt x="36" y="108"/>
                  </a:lnTo>
                  <a:lnTo>
                    <a:pt x="38" y="110"/>
                  </a:lnTo>
                  <a:cubicBezTo>
                    <a:pt x="41" y="110"/>
                    <a:pt x="45" y="113"/>
                    <a:pt x="46" y="115"/>
                  </a:cubicBezTo>
                  <a:cubicBezTo>
                    <a:pt x="50" y="119"/>
                    <a:pt x="53" y="122"/>
                    <a:pt x="59" y="126"/>
                  </a:cubicBezTo>
                  <a:lnTo>
                    <a:pt x="83" y="150"/>
                  </a:lnTo>
                  <a:cubicBezTo>
                    <a:pt x="97" y="164"/>
                    <a:pt x="111" y="183"/>
                    <a:pt x="126" y="200"/>
                  </a:cubicBezTo>
                  <a:cubicBezTo>
                    <a:pt x="137" y="212"/>
                    <a:pt x="153" y="234"/>
                    <a:pt x="165" y="252"/>
                  </a:cubicBezTo>
                  <a:cubicBezTo>
                    <a:pt x="179" y="270"/>
                    <a:pt x="194" y="292"/>
                    <a:pt x="208" y="312"/>
                  </a:cubicBezTo>
                  <a:cubicBezTo>
                    <a:pt x="264" y="394"/>
                    <a:pt x="323" y="475"/>
                    <a:pt x="405" y="533"/>
                  </a:cubicBezTo>
                  <a:cubicBezTo>
                    <a:pt x="412" y="538"/>
                    <a:pt x="421" y="541"/>
                    <a:pt x="431" y="541"/>
                  </a:cubicBezTo>
                  <a:cubicBezTo>
                    <a:pt x="451" y="541"/>
                    <a:pt x="473" y="529"/>
                    <a:pt x="483" y="511"/>
                  </a:cubicBezTo>
                  <a:cubicBezTo>
                    <a:pt x="500" y="483"/>
                    <a:pt x="487" y="452"/>
                    <a:pt x="463" y="433"/>
                  </a:cubicBezTo>
                  <a:cubicBezTo>
                    <a:pt x="461" y="433"/>
                    <a:pt x="461" y="432"/>
                    <a:pt x="459" y="432"/>
                  </a:cubicBezTo>
                  <a:cubicBezTo>
                    <a:pt x="461" y="432"/>
                    <a:pt x="459" y="432"/>
                    <a:pt x="457" y="431"/>
                  </a:cubicBezTo>
                  <a:cubicBezTo>
                    <a:pt x="452" y="425"/>
                    <a:pt x="449" y="421"/>
                    <a:pt x="443" y="418"/>
                  </a:cubicBezTo>
                  <a:cubicBezTo>
                    <a:pt x="436" y="409"/>
                    <a:pt x="427" y="402"/>
                    <a:pt x="419" y="392"/>
                  </a:cubicBezTo>
                  <a:cubicBezTo>
                    <a:pt x="402" y="377"/>
                    <a:pt x="388" y="361"/>
                    <a:pt x="374" y="343"/>
                  </a:cubicBezTo>
                  <a:cubicBezTo>
                    <a:pt x="362" y="327"/>
                    <a:pt x="350" y="313"/>
                    <a:pt x="335" y="292"/>
                  </a:cubicBezTo>
                  <a:cubicBezTo>
                    <a:pt x="321" y="273"/>
                    <a:pt x="307" y="252"/>
                    <a:pt x="293" y="232"/>
                  </a:cubicBezTo>
                  <a:cubicBezTo>
                    <a:pt x="236" y="149"/>
                    <a:pt x="178" y="69"/>
                    <a:pt x="97" y="8"/>
                  </a:cubicBezTo>
                  <a:cubicBezTo>
                    <a:pt x="90" y="3"/>
                    <a:pt x="81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3675" lIns="91425" spcFirstLastPara="1" rIns="91425" wrap="square" tIns="13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19" name="Google Shape;2119;p14"/>
            <p:cNvSpPr/>
            <p:nvPr/>
          </p:nvSpPr>
          <p:spPr>
            <a:xfrm>
              <a:off x="607320" y="2726640"/>
              <a:ext cx="26280" cy="22320"/>
            </a:xfrm>
            <a:custGeom>
              <a:rect b="b" l="l" r="r" t="t"/>
              <a:pathLst>
                <a:path extrusionOk="0" h="451" w="527">
                  <a:moveTo>
                    <a:pt x="59" y="0"/>
                  </a:moveTo>
                  <a:cubicBezTo>
                    <a:pt x="28" y="0"/>
                    <a:pt x="1" y="29"/>
                    <a:pt x="1" y="58"/>
                  </a:cubicBezTo>
                  <a:cubicBezTo>
                    <a:pt x="1" y="92"/>
                    <a:pt x="28" y="115"/>
                    <a:pt x="59" y="117"/>
                  </a:cubicBezTo>
                  <a:cubicBezTo>
                    <a:pt x="59" y="117"/>
                    <a:pt x="62" y="117"/>
                    <a:pt x="65" y="118"/>
                  </a:cubicBezTo>
                  <a:cubicBezTo>
                    <a:pt x="69" y="118"/>
                    <a:pt x="72" y="118"/>
                    <a:pt x="76" y="121"/>
                  </a:cubicBezTo>
                  <a:cubicBezTo>
                    <a:pt x="79" y="122"/>
                    <a:pt x="84" y="122"/>
                    <a:pt x="87" y="124"/>
                  </a:cubicBezTo>
                  <a:lnTo>
                    <a:pt x="90" y="126"/>
                  </a:lnTo>
                  <a:cubicBezTo>
                    <a:pt x="106" y="135"/>
                    <a:pt x="123" y="143"/>
                    <a:pt x="137" y="156"/>
                  </a:cubicBezTo>
                  <a:cubicBezTo>
                    <a:pt x="140" y="158"/>
                    <a:pt x="143" y="159"/>
                    <a:pt x="144" y="162"/>
                  </a:cubicBezTo>
                  <a:cubicBezTo>
                    <a:pt x="148" y="165"/>
                    <a:pt x="154" y="169"/>
                    <a:pt x="157" y="172"/>
                  </a:cubicBezTo>
                  <a:cubicBezTo>
                    <a:pt x="168" y="179"/>
                    <a:pt x="177" y="187"/>
                    <a:pt x="185" y="197"/>
                  </a:cubicBezTo>
                  <a:cubicBezTo>
                    <a:pt x="201" y="213"/>
                    <a:pt x="218" y="228"/>
                    <a:pt x="233" y="247"/>
                  </a:cubicBezTo>
                  <a:cubicBezTo>
                    <a:pt x="297" y="315"/>
                    <a:pt x="355" y="391"/>
                    <a:pt x="433" y="442"/>
                  </a:cubicBezTo>
                  <a:cubicBezTo>
                    <a:pt x="441" y="448"/>
                    <a:pt x="451" y="450"/>
                    <a:pt x="461" y="450"/>
                  </a:cubicBezTo>
                  <a:cubicBezTo>
                    <a:pt x="481" y="450"/>
                    <a:pt x="501" y="439"/>
                    <a:pt x="511" y="421"/>
                  </a:cubicBezTo>
                  <a:cubicBezTo>
                    <a:pt x="527" y="396"/>
                    <a:pt x="517" y="362"/>
                    <a:pt x="491" y="340"/>
                  </a:cubicBezTo>
                  <a:cubicBezTo>
                    <a:pt x="488" y="336"/>
                    <a:pt x="483" y="333"/>
                    <a:pt x="480" y="330"/>
                  </a:cubicBezTo>
                  <a:lnTo>
                    <a:pt x="480" y="329"/>
                  </a:lnTo>
                  <a:lnTo>
                    <a:pt x="477" y="329"/>
                  </a:lnTo>
                  <a:lnTo>
                    <a:pt x="476" y="328"/>
                  </a:lnTo>
                  <a:cubicBezTo>
                    <a:pt x="474" y="328"/>
                    <a:pt x="474" y="328"/>
                    <a:pt x="473" y="326"/>
                  </a:cubicBezTo>
                  <a:cubicBezTo>
                    <a:pt x="466" y="319"/>
                    <a:pt x="456" y="312"/>
                    <a:pt x="447" y="302"/>
                  </a:cubicBezTo>
                  <a:cubicBezTo>
                    <a:pt x="432" y="288"/>
                    <a:pt x="416" y="271"/>
                    <a:pt x="399" y="255"/>
                  </a:cubicBezTo>
                  <a:cubicBezTo>
                    <a:pt x="366" y="220"/>
                    <a:pt x="334" y="180"/>
                    <a:pt x="298" y="145"/>
                  </a:cubicBezTo>
                  <a:cubicBezTo>
                    <a:pt x="235" y="78"/>
                    <a:pt x="157" y="5"/>
                    <a:pt x="59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150" lIns="91425" spcFirstLastPara="1" rIns="91425" wrap="square" tIns="111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20" name="Google Shape;2120;p14"/>
            <p:cNvSpPr/>
            <p:nvPr/>
          </p:nvSpPr>
          <p:spPr>
            <a:xfrm>
              <a:off x="613080" y="2544120"/>
              <a:ext cx="23040" cy="37800"/>
            </a:xfrm>
            <a:custGeom>
              <a:rect b="b" l="l" r="r" t="t"/>
              <a:pathLst>
                <a:path extrusionOk="0" h="759" w="463">
                  <a:moveTo>
                    <a:pt x="400" y="0"/>
                  </a:moveTo>
                  <a:cubicBezTo>
                    <a:pt x="380" y="0"/>
                    <a:pt x="359" y="10"/>
                    <a:pt x="350" y="28"/>
                  </a:cubicBezTo>
                  <a:cubicBezTo>
                    <a:pt x="298" y="139"/>
                    <a:pt x="250" y="252"/>
                    <a:pt x="196" y="363"/>
                  </a:cubicBezTo>
                  <a:cubicBezTo>
                    <a:pt x="149" y="465"/>
                    <a:pt x="95" y="571"/>
                    <a:pt x="25" y="660"/>
                  </a:cubicBezTo>
                  <a:cubicBezTo>
                    <a:pt x="5" y="683"/>
                    <a:pt x="0" y="717"/>
                    <a:pt x="25" y="741"/>
                  </a:cubicBezTo>
                  <a:cubicBezTo>
                    <a:pt x="36" y="752"/>
                    <a:pt x="53" y="758"/>
                    <a:pt x="70" y="758"/>
                  </a:cubicBezTo>
                  <a:cubicBezTo>
                    <a:pt x="84" y="758"/>
                    <a:pt x="98" y="753"/>
                    <a:pt x="107" y="741"/>
                  </a:cubicBezTo>
                  <a:cubicBezTo>
                    <a:pt x="260" y="548"/>
                    <a:pt x="348" y="309"/>
                    <a:pt x="450" y="87"/>
                  </a:cubicBezTo>
                  <a:cubicBezTo>
                    <a:pt x="462" y="60"/>
                    <a:pt x="457" y="24"/>
                    <a:pt x="428" y="7"/>
                  </a:cubicBezTo>
                  <a:cubicBezTo>
                    <a:pt x="420" y="2"/>
                    <a:pt x="410" y="0"/>
                    <a:pt x="400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9075" lIns="91425" spcFirstLastPara="1" rIns="91425" wrap="square" tIns="190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21" name="Google Shape;2121;p14"/>
            <p:cNvSpPr/>
            <p:nvPr/>
          </p:nvSpPr>
          <p:spPr>
            <a:xfrm>
              <a:off x="485280" y="2615400"/>
              <a:ext cx="16560" cy="24840"/>
            </a:xfrm>
            <a:custGeom>
              <a:rect b="b" l="l" r="r" t="t"/>
              <a:pathLst>
                <a:path extrusionOk="0" h="500" w="337">
                  <a:moveTo>
                    <a:pt x="272" y="0"/>
                  </a:moveTo>
                  <a:cubicBezTo>
                    <a:pt x="257" y="0"/>
                    <a:pt x="243" y="6"/>
                    <a:pt x="233" y="17"/>
                  </a:cubicBezTo>
                  <a:cubicBezTo>
                    <a:pt x="126" y="128"/>
                    <a:pt x="98" y="284"/>
                    <a:pt x="16" y="411"/>
                  </a:cubicBezTo>
                  <a:cubicBezTo>
                    <a:pt x="0" y="438"/>
                    <a:pt x="10" y="475"/>
                    <a:pt x="37" y="492"/>
                  </a:cubicBezTo>
                  <a:cubicBezTo>
                    <a:pt x="46" y="497"/>
                    <a:pt x="55" y="499"/>
                    <a:pt x="64" y="499"/>
                  </a:cubicBezTo>
                  <a:cubicBezTo>
                    <a:pt x="84" y="499"/>
                    <a:pt x="104" y="488"/>
                    <a:pt x="115" y="471"/>
                  </a:cubicBezTo>
                  <a:cubicBezTo>
                    <a:pt x="156" y="407"/>
                    <a:pt x="184" y="338"/>
                    <a:pt x="213" y="270"/>
                  </a:cubicBezTo>
                  <a:cubicBezTo>
                    <a:pt x="227" y="239"/>
                    <a:pt x="241" y="209"/>
                    <a:pt x="258" y="176"/>
                  </a:cubicBezTo>
                  <a:cubicBezTo>
                    <a:pt x="268" y="161"/>
                    <a:pt x="277" y="146"/>
                    <a:pt x="285" y="132"/>
                  </a:cubicBezTo>
                  <a:cubicBezTo>
                    <a:pt x="287" y="128"/>
                    <a:pt x="291" y="125"/>
                    <a:pt x="292" y="124"/>
                  </a:cubicBezTo>
                  <a:cubicBezTo>
                    <a:pt x="292" y="124"/>
                    <a:pt x="292" y="121"/>
                    <a:pt x="294" y="121"/>
                  </a:cubicBezTo>
                  <a:lnTo>
                    <a:pt x="296" y="119"/>
                  </a:lnTo>
                  <a:cubicBezTo>
                    <a:pt x="301" y="112"/>
                    <a:pt x="308" y="105"/>
                    <a:pt x="313" y="98"/>
                  </a:cubicBezTo>
                  <a:cubicBezTo>
                    <a:pt x="335" y="77"/>
                    <a:pt x="336" y="40"/>
                    <a:pt x="313" y="17"/>
                  </a:cubicBezTo>
                  <a:cubicBezTo>
                    <a:pt x="302" y="6"/>
                    <a:pt x="287" y="0"/>
                    <a:pt x="272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600" lIns="91425" spcFirstLastPara="1" rIns="91425" wrap="square" tIns="12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22" name="Google Shape;2122;p14"/>
            <p:cNvSpPr/>
            <p:nvPr/>
          </p:nvSpPr>
          <p:spPr>
            <a:xfrm>
              <a:off x="527760" y="2473920"/>
              <a:ext cx="101882" cy="89638"/>
            </a:xfrm>
            <a:custGeom>
              <a:rect b="b" l="l" r="r" t="t"/>
              <a:pathLst>
                <a:path extrusionOk="0" h="1789" w="2026">
                  <a:moveTo>
                    <a:pt x="1275" y="113"/>
                  </a:moveTo>
                  <a:cubicBezTo>
                    <a:pt x="1333" y="113"/>
                    <a:pt x="1391" y="121"/>
                    <a:pt x="1448" y="138"/>
                  </a:cubicBezTo>
                  <a:cubicBezTo>
                    <a:pt x="1667" y="205"/>
                    <a:pt x="1785" y="402"/>
                    <a:pt x="1842" y="613"/>
                  </a:cubicBezTo>
                  <a:cubicBezTo>
                    <a:pt x="1925" y="923"/>
                    <a:pt x="1738" y="1211"/>
                    <a:pt x="1501" y="1394"/>
                  </a:cubicBezTo>
                  <a:cubicBezTo>
                    <a:pt x="1298" y="1553"/>
                    <a:pt x="1024" y="1672"/>
                    <a:pt x="759" y="1672"/>
                  </a:cubicBezTo>
                  <a:cubicBezTo>
                    <a:pt x="754" y="1672"/>
                    <a:pt x="749" y="1672"/>
                    <a:pt x="745" y="1672"/>
                  </a:cubicBezTo>
                  <a:cubicBezTo>
                    <a:pt x="709" y="1672"/>
                    <a:pt x="674" y="1669"/>
                    <a:pt x="640" y="1663"/>
                  </a:cubicBezTo>
                  <a:cubicBezTo>
                    <a:pt x="629" y="1663"/>
                    <a:pt x="616" y="1662"/>
                    <a:pt x="604" y="1657"/>
                  </a:cubicBezTo>
                  <a:cubicBezTo>
                    <a:pt x="483" y="1635"/>
                    <a:pt x="368" y="1580"/>
                    <a:pt x="283" y="1487"/>
                  </a:cubicBezTo>
                  <a:lnTo>
                    <a:pt x="250" y="1451"/>
                  </a:lnTo>
                  <a:cubicBezTo>
                    <a:pt x="232" y="1424"/>
                    <a:pt x="213" y="1397"/>
                    <a:pt x="199" y="1368"/>
                  </a:cubicBezTo>
                  <a:cubicBezTo>
                    <a:pt x="144" y="1265"/>
                    <a:pt x="133" y="1152"/>
                    <a:pt x="141" y="1031"/>
                  </a:cubicBezTo>
                  <a:cubicBezTo>
                    <a:pt x="158" y="827"/>
                    <a:pt x="228" y="620"/>
                    <a:pt x="341" y="447"/>
                  </a:cubicBezTo>
                  <a:cubicBezTo>
                    <a:pt x="423" y="325"/>
                    <a:pt x="539" y="217"/>
                    <a:pt x="681" y="217"/>
                  </a:cubicBezTo>
                  <a:cubicBezTo>
                    <a:pt x="707" y="217"/>
                    <a:pt x="733" y="220"/>
                    <a:pt x="760" y="228"/>
                  </a:cubicBezTo>
                  <a:lnTo>
                    <a:pt x="760" y="230"/>
                  </a:lnTo>
                  <a:cubicBezTo>
                    <a:pt x="772" y="246"/>
                    <a:pt x="789" y="257"/>
                    <a:pt x="808" y="257"/>
                  </a:cubicBezTo>
                  <a:cubicBezTo>
                    <a:pt x="818" y="257"/>
                    <a:pt x="828" y="254"/>
                    <a:pt x="838" y="247"/>
                  </a:cubicBezTo>
                  <a:cubicBezTo>
                    <a:pt x="970" y="168"/>
                    <a:pt x="1122" y="113"/>
                    <a:pt x="1275" y="113"/>
                  </a:cubicBezTo>
                  <a:close/>
                  <a:moveTo>
                    <a:pt x="1278" y="0"/>
                  </a:moveTo>
                  <a:cubicBezTo>
                    <a:pt x="1120" y="0"/>
                    <a:pt x="962" y="50"/>
                    <a:pt x="821" y="127"/>
                  </a:cubicBezTo>
                  <a:lnTo>
                    <a:pt x="810" y="123"/>
                  </a:lnTo>
                  <a:cubicBezTo>
                    <a:pt x="763" y="107"/>
                    <a:pt x="718" y="100"/>
                    <a:pt x="675" y="100"/>
                  </a:cubicBezTo>
                  <a:cubicBezTo>
                    <a:pt x="331" y="100"/>
                    <a:pt x="124" y="552"/>
                    <a:pt x="56" y="847"/>
                  </a:cubicBezTo>
                  <a:cubicBezTo>
                    <a:pt x="15" y="1027"/>
                    <a:pt x="1" y="1215"/>
                    <a:pt x="79" y="1387"/>
                  </a:cubicBezTo>
                  <a:cubicBezTo>
                    <a:pt x="150" y="1544"/>
                    <a:pt x="276" y="1667"/>
                    <a:pt x="434" y="1730"/>
                  </a:cubicBezTo>
                  <a:cubicBezTo>
                    <a:pt x="536" y="1771"/>
                    <a:pt x="643" y="1789"/>
                    <a:pt x="752" y="1789"/>
                  </a:cubicBezTo>
                  <a:cubicBezTo>
                    <a:pt x="1008" y="1789"/>
                    <a:pt x="1270" y="1690"/>
                    <a:pt x="1476" y="1555"/>
                  </a:cubicBezTo>
                  <a:cubicBezTo>
                    <a:pt x="1771" y="1360"/>
                    <a:pt x="2026" y="1037"/>
                    <a:pt x="1969" y="664"/>
                  </a:cubicBezTo>
                  <a:cubicBezTo>
                    <a:pt x="1932" y="410"/>
                    <a:pt x="1791" y="158"/>
                    <a:pt x="1545" y="53"/>
                  </a:cubicBezTo>
                  <a:cubicBezTo>
                    <a:pt x="1459" y="17"/>
                    <a:pt x="1369" y="0"/>
                    <a:pt x="1278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000" lIns="91425" spcFirstLastPara="1" rIns="91425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23" name="Google Shape;2123;p14"/>
            <p:cNvSpPr/>
            <p:nvPr/>
          </p:nvSpPr>
          <p:spPr>
            <a:xfrm>
              <a:off x="537120" y="2499480"/>
              <a:ext cx="74881" cy="49680"/>
            </a:xfrm>
            <a:custGeom>
              <a:rect b="b" l="l" r="r" t="t"/>
              <a:pathLst>
                <a:path extrusionOk="0" h="995" w="1495">
                  <a:moveTo>
                    <a:pt x="1423" y="0"/>
                  </a:moveTo>
                  <a:cubicBezTo>
                    <a:pt x="1400" y="0"/>
                    <a:pt x="1377" y="12"/>
                    <a:pt x="1367" y="39"/>
                  </a:cubicBezTo>
                  <a:cubicBezTo>
                    <a:pt x="1349" y="89"/>
                    <a:pt x="1314" y="105"/>
                    <a:pt x="1273" y="105"/>
                  </a:cubicBezTo>
                  <a:cubicBezTo>
                    <a:pt x="1216" y="105"/>
                    <a:pt x="1146" y="74"/>
                    <a:pt x="1095" y="63"/>
                  </a:cubicBezTo>
                  <a:cubicBezTo>
                    <a:pt x="1067" y="57"/>
                    <a:pt x="1040" y="54"/>
                    <a:pt x="1012" y="54"/>
                  </a:cubicBezTo>
                  <a:cubicBezTo>
                    <a:pt x="921" y="54"/>
                    <a:pt x="838" y="92"/>
                    <a:pt x="799" y="188"/>
                  </a:cubicBezTo>
                  <a:cubicBezTo>
                    <a:pt x="756" y="291"/>
                    <a:pt x="800" y="492"/>
                    <a:pt x="668" y="492"/>
                  </a:cubicBezTo>
                  <a:cubicBezTo>
                    <a:pt x="651" y="492"/>
                    <a:pt x="631" y="488"/>
                    <a:pt x="607" y="481"/>
                  </a:cubicBezTo>
                  <a:cubicBezTo>
                    <a:pt x="528" y="456"/>
                    <a:pt x="456" y="410"/>
                    <a:pt x="371" y="410"/>
                  </a:cubicBezTo>
                  <a:cubicBezTo>
                    <a:pt x="300" y="410"/>
                    <a:pt x="232" y="443"/>
                    <a:pt x="181" y="490"/>
                  </a:cubicBezTo>
                  <a:cubicBezTo>
                    <a:pt x="55" y="599"/>
                    <a:pt x="18" y="782"/>
                    <a:pt x="4" y="939"/>
                  </a:cubicBezTo>
                  <a:cubicBezTo>
                    <a:pt x="0" y="976"/>
                    <a:pt x="27" y="995"/>
                    <a:pt x="55" y="995"/>
                  </a:cubicBezTo>
                  <a:cubicBezTo>
                    <a:pt x="84" y="995"/>
                    <a:pt x="115" y="976"/>
                    <a:pt x="118" y="939"/>
                  </a:cubicBezTo>
                  <a:cubicBezTo>
                    <a:pt x="131" y="807"/>
                    <a:pt x="165" y="627"/>
                    <a:pt x="288" y="553"/>
                  </a:cubicBezTo>
                  <a:cubicBezTo>
                    <a:pt x="317" y="536"/>
                    <a:pt x="346" y="529"/>
                    <a:pt x="375" y="529"/>
                  </a:cubicBezTo>
                  <a:cubicBezTo>
                    <a:pt x="474" y="529"/>
                    <a:pt x="575" y="607"/>
                    <a:pt x="679" y="607"/>
                  </a:cubicBezTo>
                  <a:cubicBezTo>
                    <a:pt x="700" y="607"/>
                    <a:pt x="721" y="604"/>
                    <a:pt x="742" y="596"/>
                  </a:cubicBezTo>
                  <a:cubicBezTo>
                    <a:pt x="904" y="539"/>
                    <a:pt x="864" y="385"/>
                    <a:pt x="898" y="256"/>
                  </a:cubicBezTo>
                  <a:cubicBezTo>
                    <a:pt x="915" y="189"/>
                    <a:pt x="959" y="169"/>
                    <a:pt x="1010" y="169"/>
                  </a:cubicBezTo>
                  <a:cubicBezTo>
                    <a:pt x="1063" y="169"/>
                    <a:pt x="1124" y="190"/>
                    <a:pt x="1173" y="202"/>
                  </a:cubicBezTo>
                  <a:cubicBezTo>
                    <a:pt x="1209" y="211"/>
                    <a:pt x="1244" y="217"/>
                    <a:pt x="1277" y="217"/>
                  </a:cubicBezTo>
                  <a:cubicBezTo>
                    <a:pt x="1368" y="217"/>
                    <a:pt x="1440" y="176"/>
                    <a:pt x="1479" y="70"/>
                  </a:cubicBezTo>
                  <a:cubicBezTo>
                    <a:pt x="1494" y="28"/>
                    <a:pt x="1459" y="0"/>
                    <a:pt x="1423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4825" lIns="91425" spcFirstLastPara="1" rIns="91425" wrap="square" tIns="24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24" name="Google Shape;2124;p14"/>
            <p:cNvSpPr/>
            <p:nvPr/>
          </p:nvSpPr>
          <p:spPr>
            <a:xfrm>
              <a:off x="559800" y="2519280"/>
              <a:ext cx="56520" cy="39959"/>
            </a:xfrm>
            <a:custGeom>
              <a:rect b="b" l="l" r="r" t="t"/>
              <a:pathLst>
                <a:path extrusionOk="0" h="803" w="1126">
                  <a:moveTo>
                    <a:pt x="1041" y="1"/>
                  </a:moveTo>
                  <a:cubicBezTo>
                    <a:pt x="1028" y="1"/>
                    <a:pt x="1015" y="6"/>
                    <a:pt x="1003" y="17"/>
                  </a:cubicBezTo>
                  <a:cubicBezTo>
                    <a:pt x="951" y="69"/>
                    <a:pt x="890" y="65"/>
                    <a:pt x="823" y="85"/>
                  </a:cubicBezTo>
                  <a:cubicBezTo>
                    <a:pt x="765" y="102"/>
                    <a:pt x="720" y="140"/>
                    <a:pt x="684" y="187"/>
                  </a:cubicBezTo>
                  <a:cubicBezTo>
                    <a:pt x="634" y="255"/>
                    <a:pt x="633" y="363"/>
                    <a:pt x="548" y="395"/>
                  </a:cubicBezTo>
                  <a:cubicBezTo>
                    <a:pt x="525" y="404"/>
                    <a:pt x="503" y="406"/>
                    <a:pt x="480" y="406"/>
                  </a:cubicBezTo>
                  <a:cubicBezTo>
                    <a:pt x="437" y="406"/>
                    <a:pt x="394" y="396"/>
                    <a:pt x="350" y="391"/>
                  </a:cubicBezTo>
                  <a:cubicBezTo>
                    <a:pt x="342" y="390"/>
                    <a:pt x="334" y="390"/>
                    <a:pt x="327" y="390"/>
                  </a:cubicBezTo>
                  <a:cubicBezTo>
                    <a:pt x="273" y="390"/>
                    <a:pt x="230" y="412"/>
                    <a:pt x="185" y="448"/>
                  </a:cubicBezTo>
                  <a:cubicBezTo>
                    <a:pt x="95" y="519"/>
                    <a:pt x="4" y="629"/>
                    <a:pt x="1" y="747"/>
                  </a:cubicBezTo>
                  <a:cubicBezTo>
                    <a:pt x="0" y="784"/>
                    <a:pt x="29" y="803"/>
                    <a:pt x="57" y="803"/>
                  </a:cubicBezTo>
                  <a:cubicBezTo>
                    <a:pt x="86" y="803"/>
                    <a:pt x="115" y="784"/>
                    <a:pt x="116" y="748"/>
                  </a:cubicBezTo>
                  <a:cubicBezTo>
                    <a:pt x="117" y="699"/>
                    <a:pt x="151" y="649"/>
                    <a:pt x="181" y="611"/>
                  </a:cubicBezTo>
                  <a:cubicBezTo>
                    <a:pt x="211" y="574"/>
                    <a:pt x="260" y="519"/>
                    <a:pt x="308" y="504"/>
                  </a:cubicBezTo>
                  <a:lnTo>
                    <a:pt x="308" y="504"/>
                  </a:lnTo>
                  <a:cubicBezTo>
                    <a:pt x="303" y="507"/>
                    <a:pt x="331" y="505"/>
                    <a:pt x="335" y="507"/>
                  </a:cubicBezTo>
                  <a:cubicBezTo>
                    <a:pt x="354" y="509"/>
                    <a:pt x="371" y="510"/>
                    <a:pt x="389" y="513"/>
                  </a:cubicBezTo>
                  <a:cubicBezTo>
                    <a:pt x="421" y="519"/>
                    <a:pt x="455" y="526"/>
                    <a:pt x="486" y="526"/>
                  </a:cubicBezTo>
                  <a:cubicBezTo>
                    <a:pt x="542" y="526"/>
                    <a:pt x="605" y="506"/>
                    <a:pt x="649" y="473"/>
                  </a:cubicBezTo>
                  <a:cubicBezTo>
                    <a:pt x="725" y="418"/>
                    <a:pt x="725" y="327"/>
                    <a:pt x="779" y="256"/>
                  </a:cubicBezTo>
                  <a:cubicBezTo>
                    <a:pt x="816" y="205"/>
                    <a:pt x="858" y="197"/>
                    <a:pt x="917" y="184"/>
                  </a:cubicBezTo>
                  <a:cubicBezTo>
                    <a:pt x="982" y="171"/>
                    <a:pt x="1037" y="147"/>
                    <a:pt x="1085" y="99"/>
                  </a:cubicBezTo>
                  <a:cubicBezTo>
                    <a:pt x="1126" y="59"/>
                    <a:pt x="1086" y="1"/>
                    <a:pt x="1041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0150" lIns="91425" spcFirstLastPara="1" rIns="91425" wrap="square" tIns="201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25" name="Google Shape;2125;p14"/>
            <p:cNvSpPr/>
            <p:nvPr/>
          </p:nvSpPr>
          <p:spPr>
            <a:xfrm>
              <a:off x="452880" y="2430000"/>
              <a:ext cx="41400" cy="50040"/>
            </a:xfrm>
            <a:custGeom>
              <a:rect b="b" l="l" r="r" t="t"/>
              <a:pathLst>
                <a:path extrusionOk="0" h="1003" w="830">
                  <a:moveTo>
                    <a:pt x="80" y="1"/>
                  </a:moveTo>
                  <a:cubicBezTo>
                    <a:pt x="33" y="1"/>
                    <a:pt x="0" y="77"/>
                    <a:pt x="52" y="111"/>
                  </a:cubicBezTo>
                  <a:cubicBezTo>
                    <a:pt x="135" y="165"/>
                    <a:pt x="191" y="250"/>
                    <a:pt x="237" y="335"/>
                  </a:cubicBezTo>
                  <a:cubicBezTo>
                    <a:pt x="259" y="380"/>
                    <a:pt x="279" y="424"/>
                    <a:pt x="300" y="470"/>
                  </a:cubicBezTo>
                  <a:cubicBezTo>
                    <a:pt x="320" y="512"/>
                    <a:pt x="322" y="555"/>
                    <a:pt x="334" y="600"/>
                  </a:cubicBezTo>
                  <a:cubicBezTo>
                    <a:pt x="361" y="695"/>
                    <a:pt x="444" y="743"/>
                    <a:pt x="533" y="771"/>
                  </a:cubicBezTo>
                  <a:cubicBezTo>
                    <a:pt x="614" y="796"/>
                    <a:pt x="699" y="873"/>
                    <a:pt x="711" y="961"/>
                  </a:cubicBezTo>
                  <a:cubicBezTo>
                    <a:pt x="716" y="990"/>
                    <a:pt x="736" y="1003"/>
                    <a:pt x="759" y="1003"/>
                  </a:cubicBezTo>
                  <a:cubicBezTo>
                    <a:pt x="792" y="1003"/>
                    <a:pt x="829" y="974"/>
                    <a:pt x="823" y="930"/>
                  </a:cubicBezTo>
                  <a:cubicBezTo>
                    <a:pt x="808" y="828"/>
                    <a:pt x="717" y="735"/>
                    <a:pt x="628" y="686"/>
                  </a:cubicBezTo>
                  <a:cubicBezTo>
                    <a:pt x="592" y="667"/>
                    <a:pt x="554" y="661"/>
                    <a:pt x="517" y="645"/>
                  </a:cubicBezTo>
                  <a:cubicBezTo>
                    <a:pt x="468" y="624"/>
                    <a:pt x="446" y="583"/>
                    <a:pt x="437" y="533"/>
                  </a:cubicBezTo>
                  <a:cubicBezTo>
                    <a:pt x="421" y="436"/>
                    <a:pt x="370" y="341"/>
                    <a:pt x="322" y="256"/>
                  </a:cubicBezTo>
                  <a:cubicBezTo>
                    <a:pt x="269" y="162"/>
                    <a:pt x="200" y="73"/>
                    <a:pt x="109" y="10"/>
                  </a:cubicBezTo>
                  <a:cubicBezTo>
                    <a:pt x="99" y="4"/>
                    <a:pt x="90" y="1"/>
                    <a:pt x="80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5200" lIns="91425" spcFirstLastPara="1" rIns="91425" wrap="square" tIns="25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26" name="Google Shape;2126;p14"/>
            <p:cNvSpPr/>
            <p:nvPr/>
          </p:nvSpPr>
          <p:spPr>
            <a:xfrm>
              <a:off x="363600" y="2477160"/>
              <a:ext cx="47519" cy="36719"/>
            </a:xfrm>
            <a:custGeom>
              <a:rect b="b" l="l" r="r" t="t"/>
              <a:pathLst>
                <a:path extrusionOk="0" h="738" w="952">
                  <a:moveTo>
                    <a:pt x="137" y="112"/>
                  </a:moveTo>
                  <a:lnTo>
                    <a:pt x="137" y="112"/>
                  </a:lnTo>
                  <a:cubicBezTo>
                    <a:pt x="137" y="112"/>
                    <a:pt x="137" y="112"/>
                    <a:pt x="137" y="112"/>
                  </a:cubicBezTo>
                  <a:lnTo>
                    <a:pt x="137" y="112"/>
                  </a:lnTo>
                  <a:cubicBezTo>
                    <a:pt x="137" y="112"/>
                    <a:pt x="137" y="112"/>
                    <a:pt x="137" y="112"/>
                  </a:cubicBezTo>
                  <a:close/>
                  <a:moveTo>
                    <a:pt x="139" y="112"/>
                  </a:moveTo>
                  <a:cubicBezTo>
                    <a:pt x="138" y="112"/>
                    <a:pt x="137" y="112"/>
                    <a:pt x="137" y="112"/>
                  </a:cubicBezTo>
                  <a:lnTo>
                    <a:pt x="137" y="112"/>
                  </a:lnTo>
                  <a:cubicBezTo>
                    <a:pt x="137" y="112"/>
                    <a:pt x="137" y="112"/>
                    <a:pt x="137" y="112"/>
                  </a:cubicBezTo>
                  <a:lnTo>
                    <a:pt x="137" y="112"/>
                  </a:lnTo>
                  <a:cubicBezTo>
                    <a:pt x="137" y="112"/>
                    <a:pt x="136" y="112"/>
                    <a:pt x="136" y="112"/>
                  </a:cubicBezTo>
                  <a:lnTo>
                    <a:pt x="136" y="112"/>
                  </a:lnTo>
                  <a:cubicBezTo>
                    <a:pt x="136" y="112"/>
                    <a:pt x="136" y="112"/>
                    <a:pt x="137" y="112"/>
                  </a:cubicBezTo>
                  <a:lnTo>
                    <a:pt x="132" y="112"/>
                  </a:lnTo>
                  <a:cubicBezTo>
                    <a:pt x="134" y="112"/>
                    <a:pt x="136" y="112"/>
                    <a:pt x="139" y="112"/>
                  </a:cubicBezTo>
                  <a:close/>
                  <a:moveTo>
                    <a:pt x="141" y="112"/>
                  </a:moveTo>
                  <a:cubicBezTo>
                    <a:pt x="141" y="112"/>
                    <a:pt x="146" y="115"/>
                    <a:pt x="147" y="115"/>
                  </a:cubicBezTo>
                  <a:cubicBezTo>
                    <a:pt x="147" y="115"/>
                    <a:pt x="146" y="114"/>
                    <a:pt x="142" y="112"/>
                  </a:cubicBezTo>
                  <a:cubicBezTo>
                    <a:pt x="142" y="112"/>
                    <a:pt x="142" y="112"/>
                    <a:pt x="141" y="112"/>
                  </a:cubicBezTo>
                  <a:close/>
                  <a:moveTo>
                    <a:pt x="136" y="113"/>
                  </a:moveTo>
                  <a:lnTo>
                    <a:pt x="136" y="113"/>
                  </a:lnTo>
                  <a:cubicBezTo>
                    <a:pt x="136" y="113"/>
                    <a:pt x="135" y="113"/>
                    <a:pt x="135" y="114"/>
                  </a:cubicBezTo>
                  <a:cubicBezTo>
                    <a:pt x="134" y="115"/>
                    <a:pt x="134" y="116"/>
                    <a:pt x="134" y="116"/>
                  </a:cubicBezTo>
                  <a:cubicBezTo>
                    <a:pt x="134" y="116"/>
                    <a:pt x="136" y="114"/>
                    <a:pt x="136" y="113"/>
                  </a:cubicBezTo>
                  <a:close/>
                  <a:moveTo>
                    <a:pt x="155" y="116"/>
                  </a:moveTo>
                  <a:cubicBezTo>
                    <a:pt x="155" y="116"/>
                    <a:pt x="157" y="116"/>
                    <a:pt x="160" y="117"/>
                  </a:cubicBezTo>
                  <a:lnTo>
                    <a:pt x="160" y="117"/>
                  </a:lnTo>
                  <a:cubicBezTo>
                    <a:pt x="156" y="116"/>
                    <a:pt x="155" y="116"/>
                    <a:pt x="155" y="116"/>
                  </a:cubicBezTo>
                  <a:close/>
                  <a:moveTo>
                    <a:pt x="143" y="1"/>
                  </a:moveTo>
                  <a:cubicBezTo>
                    <a:pt x="100" y="1"/>
                    <a:pt x="59" y="21"/>
                    <a:pt x="30" y="65"/>
                  </a:cubicBezTo>
                  <a:cubicBezTo>
                    <a:pt x="1" y="109"/>
                    <a:pt x="40" y="150"/>
                    <a:pt x="80" y="150"/>
                  </a:cubicBezTo>
                  <a:cubicBezTo>
                    <a:pt x="98" y="150"/>
                    <a:pt x="116" y="142"/>
                    <a:pt x="128" y="124"/>
                  </a:cubicBezTo>
                  <a:cubicBezTo>
                    <a:pt x="130" y="120"/>
                    <a:pt x="131" y="118"/>
                    <a:pt x="131" y="118"/>
                  </a:cubicBezTo>
                  <a:lnTo>
                    <a:pt x="131" y="118"/>
                  </a:lnTo>
                  <a:cubicBezTo>
                    <a:pt x="132" y="118"/>
                    <a:pt x="132" y="117"/>
                    <a:pt x="132" y="116"/>
                  </a:cubicBezTo>
                  <a:cubicBezTo>
                    <a:pt x="134" y="114"/>
                    <a:pt x="135" y="113"/>
                    <a:pt x="136" y="113"/>
                  </a:cubicBezTo>
                  <a:lnTo>
                    <a:pt x="136" y="113"/>
                  </a:lnTo>
                  <a:cubicBezTo>
                    <a:pt x="136" y="113"/>
                    <a:pt x="136" y="113"/>
                    <a:pt x="137" y="113"/>
                  </a:cubicBezTo>
                  <a:lnTo>
                    <a:pt x="137" y="113"/>
                  </a:lnTo>
                  <a:cubicBezTo>
                    <a:pt x="136" y="113"/>
                    <a:pt x="136" y="113"/>
                    <a:pt x="136" y="113"/>
                  </a:cubicBezTo>
                  <a:lnTo>
                    <a:pt x="136" y="113"/>
                  </a:lnTo>
                  <a:cubicBezTo>
                    <a:pt x="137" y="113"/>
                    <a:pt x="137" y="112"/>
                    <a:pt x="138" y="112"/>
                  </a:cubicBezTo>
                  <a:lnTo>
                    <a:pt x="138" y="112"/>
                  </a:lnTo>
                  <a:cubicBezTo>
                    <a:pt x="138" y="112"/>
                    <a:pt x="138" y="112"/>
                    <a:pt x="138" y="112"/>
                  </a:cubicBezTo>
                  <a:lnTo>
                    <a:pt x="138" y="112"/>
                  </a:lnTo>
                  <a:cubicBezTo>
                    <a:pt x="138" y="112"/>
                    <a:pt x="139" y="112"/>
                    <a:pt x="139" y="112"/>
                  </a:cubicBezTo>
                  <a:lnTo>
                    <a:pt x="139" y="112"/>
                  </a:lnTo>
                  <a:cubicBezTo>
                    <a:pt x="139" y="112"/>
                    <a:pt x="139" y="112"/>
                    <a:pt x="139" y="112"/>
                  </a:cubicBezTo>
                  <a:cubicBezTo>
                    <a:pt x="140" y="112"/>
                    <a:pt x="141" y="112"/>
                    <a:pt x="141" y="112"/>
                  </a:cubicBezTo>
                  <a:lnTo>
                    <a:pt x="141" y="112"/>
                  </a:lnTo>
                  <a:cubicBezTo>
                    <a:pt x="141" y="112"/>
                    <a:pt x="142" y="112"/>
                    <a:pt x="142" y="112"/>
                  </a:cubicBezTo>
                  <a:cubicBezTo>
                    <a:pt x="142" y="112"/>
                    <a:pt x="144" y="112"/>
                    <a:pt x="145" y="112"/>
                  </a:cubicBezTo>
                  <a:lnTo>
                    <a:pt x="160" y="117"/>
                  </a:lnTo>
                  <a:lnTo>
                    <a:pt x="160" y="117"/>
                  </a:lnTo>
                  <a:cubicBezTo>
                    <a:pt x="163" y="119"/>
                    <a:pt x="167" y="120"/>
                    <a:pt x="168" y="121"/>
                  </a:cubicBezTo>
                  <a:cubicBezTo>
                    <a:pt x="175" y="125"/>
                    <a:pt x="182" y="131"/>
                    <a:pt x="189" y="133"/>
                  </a:cubicBezTo>
                  <a:cubicBezTo>
                    <a:pt x="210" y="148"/>
                    <a:pt x="234" y="169"/>
                    <a:pt x="260" y="194"/>
                  </a:cubicBezTo>
                  <a:cubicBezTo>
                    <a:pt x="291" y="223"/>
                    <a:pt x="317" y="252"/>
                    <a:pt x="345" y="284"/>
                  </a:cubicBezTo>
                  <a:cubicBezTo>
                    <a:pt x="458" y="414"/>
                    <a:pt x="560" y="563"/>
                    <a:pt x="692" y="672"/>
                  </a:cubicBezTo>
                  <a:cubicBezTo>
                    <a:pt x="734" y="707"/>
                    <a:pt x="784" y="738"/>
                    <a:pt x="837" y="738"/>
                  </a:cubicBezTo>
                  <a:cubicBezTo>
                    <a:pt x="856" y="738"/>
                    <a:pt x="874" y="734"/>
                    <a:pt x="893" y="726"/>
                  </a:cubicBezTo>
                  <a:cubicBezTo>
                    <a:pt x="951" y="698"/>
                    <a:pt x="915" y="619"/>
                    <a:pt x="860" y="619"/>
                  </a:cubicBezTo>
                  <a:cubicBezTo>
                    <a:pt x="853" y="619"/>
                    <a:pt x="845" y="621"/>
                    <a:pt x="837" y="624"/>
                  </a:cubicBezTo>
                  <a:lnTo>
                    <a:pt x="837" y="624"/>
                  </a:lnTo>
                  <a:cubicBezTo>
                    <a:pt x="841" y="622"/>
                    <a:pt x="842" y="621"/>
                    <a:pt x="842" y="621"/>
                  </a:cubicBezTo>
                  <a:lnTo>
                    <a:pt x="842" y="621"/>
                  </a:lnTo>
                  <a:cubicBezTo>
                    <a:pt x="842" y="621"/>
                    <a:pt x="838" y="622"/>
                    <a:pt x="836" y="624"/>
                  </a:cubicBezTo>
                  <a:lnTo>
                    <a:pt x="836" y="624"/>
                  </a:lnTo>
                  <a:cubicBezTo>
                    <a:pt x="833" y="623"/>
                    <a:pt x="828" y="622"/>
                    <a:pt x="825" y="622"/>
                  </a:cubicBezTo>
                  <a:cubicBezTo>
                    <a:pt x="824" y="622"/>
                    <a:pt x="820" y="621"/>
                    <a:pt x="818" y="621"/>
                  </a:cubicBezTo>
                  <a:cubicBezTo>
                    <a:pt x="816" y="620"/>
                    <a:pt x="815" y="620"/>
                    <a:pt x="816" y="620"/>
                  </a:cubicBezTo>
                  <a:lnTo>
                    <a:pt x="816" y="620"/>
                  </a:lnTo>
                  <a:cubicBezTo>
                    <a:pt x="816" y="620"/>
                    <a:pt x="820" y="621"/>
                    <a:pt x="821" y="621"/>
                  </a:cubicBezTo>
                  <a:cubicBezTo>
                    <a:pt x="822" y="621"/>
                    <a:pt x="821" y="620"/>
                    <a:pt x="817" y="618"/>
                  </a:cubicBezTo>
                  <a:cubicBezTo>
                    <a:pt x="783" y="601"/>
                    <a:pt x="776" y="594"/>
                    <a:pt x="749" y="571"/>
                  </a:cubicBezTo>
                  <a:cubicBezTo>
                    <a:pt x="685" y="512"/>
                    <a:pt x="628" y="445"/>
                    <a:pt x="575" y="380"/>
                  </a:cubicBezTo>
                  <a:cubicBezTo>
                    <a:pt x="514" y="309"/>
                    <a:pt x="457" y="235"/>
                    <a:pt x="393" y="169"/>
                  </a:cubicBezTo>
                  <a:cubicBezTo>
                    <a:pt x="344" y="115"/>
                    <a:pt x="288" y="55"/>
                    <a:pt x="223" y="21"/>
                  </a:cubicBezTo>
                  <a:cubicBezTo>
                    <a:pt x="197" y="8"/>
                    <a:pt x="170" y="1"/>
                    <a:pt x="143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350" lIns="91425" spcFirstLastPara="1" rIns="91425" wrap="square" tIns="18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27" name="Google Shape;2127;p14"/>
            <p:cNvSpPr/>
            <p:nvPr/>
          </p:nvSpPr>
          <p:spPr>
            <a:xfrm>
              <a:off x="300240" y="2554560"/>
              <a:ext cx="65161" cy="20880"/>
            </a:xfrm>
            <a:custGeom>
              <a:rect b="b" l="l" r="r" t="t"/>
              <a:pathLst>
                <a:path extrusionOk="0" h="420" w="1304">
                  <a:moveTo>
                    <a:pt x="618" y="1"/>
                  </a:moveTo>
                  <a:cubicBezTo>
                    <a:pt x="541" y="1"/>
                    <a:pt x="462" y="21"/>
                    <a:pt x="393" y="49"/>
                  </a:cubicBezTo>
                  <a:cubicBezTo>
                    <a:pt x="256" y="106"/>
                    <a:pt x="130" y="201"/>
                    <a:pt x="36" y="318"/>
                  </a:cubicBezTo>
                  <a:cubicBezTo>
                    <a:pt x="1" y="361"/>
                    <a:pt x="40" y="419"/>
                    <a:pt x="80" y="419"/>
                  </a:cubicBezTo>
                  <a:cubicBezTo>
                    <a:pt x="93" y="419"/>
                    <a:pt x="106" y="413"/>
                    <a:pt x="117" y="399"/>
                  </a:cubicBezTo>
                  <a:cubicBezTo>
                    <a:pt x="215" y="283"/>
                    <a:pt x="347" y="181"/>
                    <a:pt x="493" y="137"/>
                  </a:cubicBezTo>
                  <a:cubicBezTo>
                    <a:pt x="532" y="126"/>
                    <a:pt x="577" y="117"/>
                    <a:pt x="621" y="117"/>
                  </a:cubicBezTo>
                  <a:cubicBezTo>
                    <a:pt x="646" y="117"/>
                    <a:pt x="671" y="120"/>
                    <a:pt x="694" y="127"/>
                  </a:cubicBezTo>
                  <a:cubicBezTo>
                    <a:pt x="731" y="139"/>
                    <a:pt x="765" y="163"/>
                    <a:pt x="797" y="184"/>
                  </a:cubicBezTo>
                  <a:cubicBezTo>
                    <a:pt x="858" y="219"/>
                    <a:pt x="966" y="293"/>
                    <a:pt x="1071" y="327"/>
                  </a:cubicBezTo>
                  <a:cubicBezTo>
                    <a:pt x="1102" y="337"/>
                    <a:pt x="1132" y="343"/>
                    <a:pt x="1161" y="343"/>
                  </a:cubicBezTo>
                  <a:cubicBezTo>
                    <a:pt x="1215" y="343"/>
                    <a:pt x="1262" y="321"/>
                    <a:pt x="1290" y="262"/>
                  </a:cubicBezTo>
                  <a:cubicBezTo>
                    <a:pt x="1292" y="262"/>
                    <a:pt x="1292" y="258"/>
                    <a:pt x="1293" y="256"/>
                  </a:cubicBezTo>
                  <a:cubicBezTo>
                    <a:pt x="1303" y="235"/>
                    <a:pt x="1299" y="215"/>
                    <a:pt x="1290" y="195"/>
                  </a:cubicBezTo>
                  <a:cubicBezTo>
                    <a:pt x="1279" y="177"/>
                    <a:pt x="1257" y="165"/>
                    <a:pt x="1237" y="165"/>
                  </a:cubicBezTo>
                  <a:cubicBezTo>
                    <a:pt x="1220" y="165"/>
                    <a:pt x="1204" y="173"/>
                    <a:pt x="1194" y="194"/>
                  </a:cubicBezTo>
                  <a:cubicBezTo>
                    <a:pt x="1185" y="216"/>
                    <a:pt x="1167" y="224"/>
                    <a:pt x="1146" y="224"/>
                  </a:cubicBezTo>
                  <a:cubicBezTo>
                    <a:pt x="1121" y="224"/>
                    <a:pt x="1090" y="212"/>
                    <a:pt x="1064" y="199"/>
                  </a:cubicBezTo>
                  <a:cubicBezTo>
                    <a:pt x="1044" y="188"/>
                    <a:pt x="1024" y="178"/>
                    <a:pt x="1013" y="171"/>
                  </a:cubicBezTo>
                  <a:cubicBezTo>
                    <a:pt x="925" y="124"/>
                    <a:pt x="845" y="66"/>
                    <a:pt x="759" y="28"/>
                  </a:cubicBezTo>
                  <a:cubicBezTo>
                    <a:pt x="715" y="9"/>
                    <a:pt x="667" y="1"/>
                    <a:pt x="618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425" lIns="91425" spcFirstLastPara="1" rIns="91425" wrap="square" tIns="10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28" name="Google Shape;2128;p14"/>
            <p:cNvSpPr/>
            <p:nvPr/>
          </p:nvSpPr>
          <p:spPr>
            <a:xfrm>
              <a:off x="324000" y="2634120"/>
              <a:ext cx="73799" cy="19080"/>
            </a:xfrm>
            <a:custGeom>
              <a:rect b="b" l="l" r="r" t="t"/>
              <a:pathLst>
                <a:path extrusionOk="0" h="389" w="1469">
                  <a:moveTo>
                    <a:pt x="1384" y="0"/>
                  </a:moveTo>
                  <a:cubicBezTo>
                    <a:pt x="1371" y="0"/>
                    <a:pt x="1358" y="5"/>
                    <a:pt x="1346" y="16"/>
                  </a:cubicBezTo>
                  <a:cubicBezTo>
                    <a:pt x="1255" y="105"/>
                    <a:pt x="1134" y="130"/>
                    <a:pt x="1008" y="130"/>
                  </a:cubicBezTo>
                  <a:cubicBezTo>
                    <a:pt x="883" y="130"/>
                    <a:pt x="752" y="106"/>
                    <a:pt x="641" y="94"/>
                  </a:cubicBezTo>
                  <a:cubicBezTo>
                    <a:pt x="586" y="88"/>
                    <a:pt x="530" y="84"/>
                    <a:pt x="474" y="84"/>
                  </a:cubicBezTo>
                  <a:cubicBezTo>
                    <a:pt x="295" y="84"/>
                    <a:pt x="123" y="128"/>
                    <a:pt x="26" y="301"/>
                  </a:cubicBezTo>
                  <a:cubicBezTo>
                    <a:pt x="1" y="346"/>
                    <a:pt x="40" y="388"/>
                    <a:pt x="79" y="388"/>
                  </a:cubicBezTo>
                  <a:cubicBezTo>
                    <a:pt x="97" y="388"/>
                    <a:pt x="114" y="380"/>
                    <a:pt x="125" y="359"/>
                  </a:cubicBezTo>
                  <a:cubicBezTo>
                    <a:pt x="199" y="229"/>
                    <a:pt x="330" y="196"/>
                    <a:pt x="468" y="196"/>
                  </a:cubicBezTo>
                  <a:cubicBezTo>
                    <a:pt x="563" y="196"/>
                    <a:pt x="661" y="211"/>
                    <a:pt x="746" y="222"/>
                  </a:cubicBezTo>
                  <a:cubicBezTo>
                    <a:pt x="831" y="232"/>
                    <a:pt x="921" y="242"/>
                    <a:pt x="1009" y="242"/>
                  </a:cubicBezTo>
                  <a:cubicBezTo>
                    <a:pt x="1162" y="242"/>
                    <a:pt x="1312" y="211"/>
                    <a:pt x="1428" y="97"/>
                  </a:cubicBezTo>
                  <a:cubicBezTo>
                    <a:pt x="1468" y="58"/>
                    <a:pt x="1429" y="0"/>
                    <a:pt x="1384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29" name="Google Shape;2129;p14"/>
            <p:cNvSpPr/>
            <p:nvPr/>
          </p:nvSpPr>
          <p:spPr>
            <a:xfrm>
              <a:off x="343800" y="2700000"/>
              <a:ext cx="57240" cy="42841"/>
            </a:xfrm>
            <a:custGeom>
              <a:rect b="b" l="l" r="r" t="t"/>
              <a:pathLst>
                <a:path extrusionOk="0" h="856" w="1144">
                  <a:moveTo>
                    <a:pt x="1082" y="0"/>
                  </a:moveTo>
                  <a:cubicBezTo>
                    <a:pt x="1064" y="0"/>
                    <a:pt x="1046" y="8"/>
                    <a:pt x="1035" y="26"/>
                  </a:cubicBezTo>
                  <a:cubicBezTo>
                    <a:pt x="991" y="96"/>
                    <a:pt x="928" y="150"/>
                    <a:pt x="860" y="189"/>
                  </a:cubicBezTo>
                  <a:cubicBezTo>
                    <a:pt x="743" y="259"/>
                    <a:pt x="604" y="300"/>
                    <a:pt x="486" y="349"/>
                  </a:cubicBezTo>
                  <a:cubicBezTo>
                    <a:pt x="276" y="435"/>
                    <a:pt x="77" y="554"/>
                    <a:pt x="13" y="785"/>
                  </a:cubicBezTo>
                  <a:cubicBezTo>
                    <a:pt x="1" y="827"/>
                    <a:pt x="37" y="856"/>
                    <a:pt x="72" y="856"/>
                  </a:cubicBezTo>
                  <a:cubicBezTo>
                    <a:pt x="95" y="856"/>
                    <a:pt x="117" y="844"/>
                    <a:pt x="125" y="816"/>
                  </a:cubicBezTo>
                  <a:cubicBezTo>
                    <a:pt x="184" y="596"/>
                    <a:pt x="397" y="505"/>
                    <a:pt x="591" y="430"/>
                  </a:cubicBezTo>
                  <a:cubicBezTo>
                    <a:pt x="666" y="401"/>
                    <a:pt x="747" y="371"/>
                    <a:pt x="822" y="335"/>
                  </a:cubicBezTo>
                  <a:cubicBezTo>
                    <a:pt x="940" y="280"/>
                    <a:pt x="1049" y="209"/>
                    <a:pt x="1124" y="100"/>
                  </a:cubicBezTo>
                  <a:cubicBezTo>
                    <a:pt x="1127" y="96"/>
                    <a:pt x="1131" y="93"/>
                    <a:pt x="1132" y="87"/>
                  </a:cubicBezTo>
                  <a:cubicBezTo>
                    <a:pt x="1141" y="72"/>
                    <a:pt x="1144" y="58"/>
                    <a:pt x="1141" y="41"/>
                  </a:cubicBezTo>
                  <a:cubicBezTo>
                    <a:pt x="1134" y="17"/>
                    <a:pt x="1108" y="0"/>
                    <a:pt x="1082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30" name="Google Shape;2130;p14"/>
            <p:cNvSpPr/>
            <p:nvPr/>
          </p:nvSpPr>
          <p:spPr>
            <a:xfrm>
              <a:off x="367200" y="2773080"/>
              <a:ext cx="36360" cy="40680"/>
            </a:xfrm>
            <a:custGeom>
              <a:rect b="b" l="l" r="r" t="t"/>
              <a:pathLst>
                <a:path extrusionOk="0" h="817" w="728">
                  <a:moveTo>
                    <a:pt x="643" y="1"/>
                  </a:moveTo>
                  <a:cubicBezTo>
                    <a:pt x="630" y="1"/>
                    <a:pt x="617" y="6"/>
                    <a:pt x="605" y="17"/>
                  </a:cubicBezTo>
                  <a:cubicBezTo>
                    <a:pt x="485" y="132"/>
                    <a:pt x="359" y="244"/>
                    <a:pt x="237" y="357"/>
                  </a:cubicBezTo>
                  <a:cubicBezTo>
                    <a:pt x="119" y="465"/>
                    <a:pt x="0" y="585"/>
                    <a:pt x="21" y="758"/>
                  </a:cubicBezTo>
                  <a:cubicBezTo>
                    <a:pt x="26" y="788"/>
                    <a:pt x="45" y="816"/>
                    <a:pt x="81" y="816"/>
                  </a:cubicBezTo>
                  <a:cubicBezTo>
                    <a:pt x="108" y="815"/>
                    <a:pt x="140" y="788"/>
                    <a:pt x="138" y="755"/>
                  </a:cubicBezTo>
                  <a:cubicBezTo>
                    <a:pt x="129" y="684"/>
                    <a:pt x="145" y="628"/>
                    <a:pt x="187" y="571"/>
                  </a:cubicBezTo>
                  <a:cubicBezTo>
                    <a:pt x="231" y="512"/>
                    <a:pt x="289" y="463"/>
                    <a:pt x="343" y="414"/>
                  </a:cubicBezTo>
                  <a:cubicBezTo>
                    <a:pt x="456" y="309"/>
                    <a:pt x="573" y="207"/>
                    <a:pt x="686" y="99"/>
                  </a:cubicBezTo>
                  <a:cubicBezTo>
                    <a:pt x="728" y="59"/>
                    <a:pt x="688" y="1"/>
                    <a:pt x="643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31" name="Google Shape;2131;p14"/>
            <p:cNvSpPr/>
            <p:nvPr/>
          </p:nvSpPr>
          <p:spPr>
            <a:xfrm>
              <a:off x="433800" y="2786400"/>
              <a:ext cx="23400" cy="47519"/>
            </a:xfrm>
            <a:custGeom>
              <a:rect b="b" l="l" r="r" t="t"/>
              <a:pathLst>
                <a:path extrusionOk="0" h="951" w="471">
                  <a:moveTo>
                    <a:pt x="394" y="0"/>
                  </a:moveTo>
                  <a:cubicBezTo>
                    <a:pt x="366" y="0"/>
                    <a:pt x="334" y="27"/>
                    <a:pt x="336" y="59"/>
                  </a:cubicBezTo>
                  <a:cubicBezTo>
                    <a:pt x="345" y="127"/>
                    <a:pt x="319" y="186"/>
                    <a:pt x="287" y="243"/>
                  </a:cubicBezTo>
                  <a:cubicBezTo>
                    <a:pt x="246" y="316"/>
                    <a:pt x="196" y="383"/>
                    <a:pt x="154" y="452"/>
                  </a:cubicBezTo>
                  <a:cubicBezTo>
                    <a:pt x="63" y="596"/>
                    <a:pt x="1" y="757"/>
                    <a:pt x="76" y="922"/>
                  </a:cubicBezTo>
                  <a:cubicBezTo>
                    <a:pt x="86" y="942"/>
                    <a:pt x="103" y="951"/>
                    <a:pt x="120" y="951"/>
                  </a:cubicBezTo>
                  <a:cubicBezTo>
                    <a:pt x="159" y="951"/>
                    <a:pt x="199" y="908"/>
                    <a:pt x="178" y="863"/>
                  </a:cubicBezTo>
                  <a:cubicBezTo>
                    <a:pt x="111" y="722"/>
                    <a:pt x="213" y="573"/>
                    <a:pt x="287" y="460"/>
                  </a:cubicBezTo>
                  <a:cubicBezTo>
                    <a:pt x="363" y="345"/>
                    <a:pt x="471" y="206"/>
                    <a:pt x="454" y="59"/>
                  </a:cubicBezTo>
                  <a:cubicBezTo>
                    <a:pt x="450" y="27"/>
                    <a:pt x="430" y="3"/>
                    <a:pt x="394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3750" lIns="91425" spcFirstLastPara="1" rIns="91425" wrap="square" tIns="23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32" name="Google Shape;2132;p14"/>
            <p:cNvSpPr/>
            <p:nvPr/>
          </p:nvSpPr>
          <p:spPr>
            <a:xfrm>
              <a:off x="514080" y="2761560"/>
              <a:ext cx="18000" cy="55080"/>
            </a:xfrm>
            <a:custGeom>
              <a:rect b="b" l="l" r="r" t="t"/>
              <a:pathLst>
                <a:path extrusionOk="0" h="1100" w="368">
                  <a:moveTo>
                    <a:pt x="290" y="1"/>
                  </a:moveTo>
                  <a:cubicBezTo>
                    <a:pt x="273" y="1"/>
                    <a:pt x="256" y="10"/>
                    <a:pt x="246" y="30"/>
                  </a:cubicBezTo>
                  <a:cubicBezTo>
                    <a:pt x="168" y="193"/>
                    <a:pt x="100" y="363"/>
                    <a:pt x="59" y="539"/>
                  </a:cubicBezTo>
                  <a:cubicBezTo>
                    <a:pt x="18" y="718"/>
                    <a:pt x="1" y="927"/>
                    <a:pt x="123" y="1079"/>
                  </a:cubicBezTo>
                  <a:cubicBezTo>
                    <a:pt x="134" y="1093"/>
                    <a:pt x="148" y="1099"/>
                    <a:pt x="161" y="1099"/>
                  </a:cubicBezTo>
                  <a:cubicBezTo>
                    <a:pt x="203" y="1099"/>
                    <a:pt x="240" y="1042"/>
                    <a:pt x="203" y="998"/>
                  </a:cubicBezTo>
                  <a:cubicBezTo>
                    <a:pt x="103" y="874"/>
                    <a:pt x="144" y="672"/>
                    <a:pt x="179" y="532"/>
                  </a:cubicBezTo>
                  <a:cubicBezTo>
                    <a:pt x="218" y="378"/>
                    <a:pt x="277" y="230"/>
                    <a:pt x="345" y="88"/>
                  </a:cubicBezTo>
                  <a:cubicBezTo>
                    <a:pt x="368" y="43"/>
                    <a:pt x="328" y="1"/>
                    <a:pt x="290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7700" lIns="91425" spcFirstLastPara="1" rIns="91425" wrap="square" tIns="27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33" name="Google Shape;2133;p14"/>
            <p:cNvSpPr/>
            <p:nvPr/>
          </p:nvSpPr>
          <p:spPr>
            <a:xfrm>
              <a:off x="582840" y="2783880"/>
              <a:ext cx="15480" cy="47879"/>
            </a:xfrm>
            <a:custGeom>
              <a:rect b="b" l="l" r="r" t="t"/>
              <a:pathLst>
                <a:path extrusionOk="0" h="955" w="317">
                  <a:moveTo>
                    <a:pt x="239" y="0"/>
                  </a:moveTo>
                  <a:cubicBezTo>
                    <a:pt x="235" y="0"/>
                    <a:pt x="230" y="1"/>
                    <a:pt x="226" y="2"/>
                  </a:cubicBezTo>
                  <a:cubicBezTo>
                    <a:pt x="194" y="12"/>
                    <a:pt x="182" y="43"/>
                    <a:pt x="186" y="73"/>
                  </a:cubicBezTo>
                  <a:cubicBezTo>
                    <a:pt x="202" y="196"/>
                    <a:pt x="172" y="349"/>
                    <a:pt x="145" y="477"/>
                  </a:cubicBezTo>
                  <a:cubicBezTo>
                    <a:pt x="118" y="608"/>
                    <a:pt x="89" y="749"/>
                    <a:pt x="25" y="866"/>
                  </a:cubicBezTo>
                  <a:cubicBezTo>
                    <a:pt x="0" y="912"/>
                    <a:pt x="40" y="954"/>
                    <a:pt x="79" y="954"/>
                  </a:cubicBezTo>
                  <a:cubicBezTo>
                    <a:pt x="96" y="954"/>
                    <a:pt x="113" y="946"/>
                    <a:pt x="124" y="926"/>
                  </a:cubicBezTo>
                  <a:cubicBezTo>
                    <a:pt x="194" y="794"/>
                    <a:pt x="229" y="642"/>
                    <a:pt x="259" y="496"/>
                  </a:cubicBezTo>
                  <a:cubicBezTo>
                    <a:pt x="288" y="349"/>
                    <a:pt x="317" y="192"/>
                    <a:pt x="297" y="43"/>
                  </a:cubicBezTo>
                  <a:cubicBezTo>
                    <a:pt x="295" y="16"/>
                    <a:pt x="265" y="0"/>
                    <a:pt x="239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4100" lIns="91425" spcFirstLastPara="1" rIns="91425" wrap="square" tIns="24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34" name="Google Shape;2134;p14"/>
            <p:cNvSpPr/>
            <p:nvPr/>
          </p:nvSpPr>
          <p:spPr>
            <a:xfrm>
              <a:off x="654840" y="2820600"/>
              <a:ext cx="21240" cy="50400"/>
            </a:xfrm>
            <a:custGeom>
              <a:rect b="b" l="l" r="r" t="t"/>
              <a:pathLst>
                <a:path extrusionOk="0" h="1007" w="426">
                  <a:moveTo>
                    <a:pt x="41" y="102"/>
                  </a:moveTo>
                  <a:cubicBezTo>
                    <a:pt x="41" y="102"/>
                    <a:pt x="42" y="103"/>
                    <a:pt x="43" y="104"/>
                  </a:cubicBezTo>
                  <a:lnTo>
                    <a:pt x="43" y="104"/>
                  </a:lnTo>
                  <a:cubicBezTo>
                    <a:pt x="42" y="104"/>
                    <a:pt x="41" y="102"/>
                    <a:pt x="41" y="102"/>
                  </a:cubicBezTo>
                  <a:close/>
                  <a:moveTo>
                    <a:pt x="43" y="104"/>
                  </a:moveTo>
                  <a:cubicBezTo>
                    <a:pt x="43" y="104"/>
                    <a:pt x="43" y="105"/>
                    <a:pt x="44" y="106"/>
                  </a:cubicBezTo>
                  <a:lnTo>
                    <a:pt x="44" y="106"/>
                  </a:lnTo>
                  <a:cubicBezTo>
                    <a:pt x="43" y="105"/>
                    <a:pt x="43" y="104"/>
                    <a:pt x="43" y="104"/>
                  </a:cubicBezTo>
                  <a:close/>
                  <a:moveTo>
                    <a:pt x="76" y="0"/>
                  </a:moveTo>
                  <a:cubicBezTo>
                    <a:pt x="75" y="0"/>
                    <a:pt x="74" y="1"/>
                    <a:pt x="73" y="1"/>
                  </a:cubicBezTo>
                  <a:cubicBezTo>
                    <a:pt x="9" y="3"/>
                    <a:pt x="0" y="90"/>
                    <a:pt x="47" y="112"/>
                  </a:cubicBezTo>
                  <a:lnTo>
                    <a:pt x="47" y="112"/>
                  </a:lnTo>
                  <a:cubicBezTo>
                    <a:pt x="49" y="115"/>
                    <a:pt x="50" y="118"/>
                    <a:pt x="51" y="120"/>
                  </a:cubicBezTo>
                  <a:cubicBezTo>
                    <a:pt x="64" y="142"/>
                    <a:pt x="65" y="148"/>
                    <a:pt x="75" y="173"/>
                  </a:cubicBezTo>
                  <a:cubicBezTo>
                    <a:pt x="99" y="239"/>
                    <a:pt x="121" y="308"/>
                    <a:pt x="141" y="375"/>
                  </a:cubicBezTo>
                  <a:cubicBezTo>
                    <a:pt x="184" y="523"/>
                    <a:pt x="224" y="677"/>
                    <a:pt x="264" y="827"/>
                  </a:cubicBezTo>
                  <a:cubicBezTo>
                    <a:pt x="277" y="872"/>
                    <a:pt x="288" y="920"/>
                    <a:pt x="302" y="966"/>
                  </a:cubicBezTo>
                  <a:cubicBezTo>
                    <a:pt x="311" y="994"/>
                    <a:pt x="333" y="1006"/>
                    <a:pt x="356" y="1006"/>
                  </a:cubicBezTo>
                  <a:cubicBezTo>
                    <a:pt x="391" y="1006"/>
                    <a:pt x="425" y="978"/>
                    <a:pt x="413" y="936"/>
                  </a:cubicBezTo>
                  <a:cubicBezTo>
                    <a:pt x="330" y="665"/>
                    <a:pt x="284" y="383"/>
                    <a:pt x="177" y="120"/>
                  </a:cubicBezTo>
                  <a:cubicBezTo>
                    <a:pt x="161" y="76"/>
                    <a:pt x="134" y="0"/>
                    <a:pt x="76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5200" lIns="91425" spcFirstLastPara="1" rIns="91425" wrap="square" tIns="25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35" name="Google Shape;2135;p14"/>
            <p:cNvSpPr/>
            <p:nvPr/>
          </p:nvSpPr>
          <p:spPr>
            <a:xfrm>
              <a:off x="699120" y="2773440"/>
              <a:ext cx="45359" cy="21960"/>
            </a:xfrm>
            <a:custGeom>
              <a:rect b="b" l="l" r="r" t="t"/>
              <a:pathLst>
                <a:path extrusionOk="0" h="441" w="910">
                  <a:moveTo>
                    <a:pt x="123" y="0"/>
                  </a:moveTo>
                  <a:cubicBezTo>
                    <a:pt x="104" y="0"/>
                    <a:pt x="85" y="3"/>
                    <a:pt x="65" y="9"/>
                  </a:cubicBezTo>
                  <a:cubicBezTo>
                    <a:pt x="0" y="28"/>
                    <a:pt x="21" y="124"/>
                    <a:pt x="79" y="124"/>
                  </a:cubicBezTo>
                  <a:cubicBezTo>
                    <a:pt x="84" y="124"/>
                    <a:pt x="90" y="123"/>
                    <a:pt x="96" y="121"/>
                  </a:cubicBezTo>
                  <a:cubicBezTo>
                    <a:pt x="106" y="118"/>
                    <a:pt x="115" y="117"/>
                    <a:pt x="125" y="117"/>
                  </a:cubicBezTo>
                  <a:cubicBezTo>
                    <a:pt x="188" y="117"/>
                    <a:pt x="253" y="177"/>
                    <a:pt x="295" y="219"/>
                  </a:cubicBezTo>
                  <a:cubicBezTo>
                    <a:pt x="334" y="258"/>
                    <a:pt x="354" y="315"/>
                    <a:pt x="397" y="355"/>
                  </a:cubicBezTo>
                  <a:cubicBezTo>
                    <a:pt x="453" y="410"/>
                    <a:pt x="530" y="434"/>
                    <a:pt x="608" y="440"/>
                  </a:cubicBezTo>
                  <a:cubicBezTo>
                    <a:pt x="618" y="441"/>
                    <a:pt x="628" y="441"/>
                    <a:pt x="639" y="441"/>
                  </a:cubicBezTo>
                  <a:cubicBezTo>
                    <a:pt x="685" y="441"/>
                    <a:pt x="732" y="435"/>
                    <a:pt x="778" y="435"/>
                  </a:cubicBezTo>
                  <a:cubicBezTo>
                    <a:pt x="797" y="435"/>
                    <a:pt x="815" y="436"/>
                    <a:pt x="833" y="438"/>
                  </a:cubicBezTo>
                  <a:cubicBezTo>
                    <a:pt x="836" y="439"/>
                    <a:pt x="840" y="439"/>
                    <a:pt x="843" y="439"/>
                  </a:cubicBezTo>
                  <a:cubicBezTo>
                    <a:pt x="870" y="439"/>
                    <a:pt x="895" y="428"/>
                    <a:pt x="904" y="397"/>
                  </a:cubicBezTo>
                  <a:cubicBezTo>
                    <a:pt x="910" y="370"/>
                    <a:pt x="894" y="329"/>
                    <a:pt x="863" y="326"/>
                  </a:cubicBezTo>
                  <a:cubicBezTo>
                    <a:pt x="842" y="323"/>
                    <a:pt x="820" y="322"/>
                    <a:pt x="797" y="322"/>
                  </a:cubicBezTo>
                  <a:cubicBezTo>
                    <a:pt x="754" y="322"/>
                    <a:pt x="709" y="326"/>
                    <a:pt x="665" y="326"/>
                  </a:cubicBezTo>
                  <a:cubicBezTo>
                    <a:pt x="580" y="326"/>
                    <a:pt x="500" y="313"/>
                    <a:pt x="448" y="237"/>
                  </a:cubicBezTo>
                  <a:cubicBezTo>
                    <a:pt x="432" y="213"/>
                    <a:pt x="418" y="188"/>
                    <a:pt x="401" y="165"/>
                  </a:cubicBezTo>
                  <a:cubicBezTo>
                    <a:pt x="374" y="131"/>
                    <a:pt x="341" y="104"/>
                    <a:pt x="309" y="80"/>
                  </a:cubicBezTo>
                  <a:cubicBezTo>
                    <a:pt x="253" y="37"/>
                    <a:pt x="192" y="0"/>
                    <a:pt x="123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150" lIns="91425" spcFirstLastPara="1" rIns="91425" wrap="square" tIns="111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36" name="Google Shape;2136;p14"/>
            <p:cNvSpPr/>
            <p:nvPr/>
          </p:nvSpPr>
          <p:spPr>
            <a:xfrm>
              <a:off x="724680" y="2713320"/>
              <a:ext cx="51481" cy="25920"/>
            </a:xfrm>
            <a:custGeom>
              <a:rect b="b" l="l" r="r" t="t"/>
              <a:pathLst>
                <a:path extrusionOk="0" h="524" w="1027">
                  <a:moveTo>
                    <a:pt x="94" y="1"/>
                  </a:moveTo>
                  <a:cubicBezTo>
                    <a:pt x="79" y="1"/>
                    <a:pt x="64" y="2"/>
                    <a:pt x="48" y="4"/>
                  </a:cubicBezTo>
                  <a:cubicBezTo>
                    <a:pt x="16" y="7"/>
                    <a:pt x="0" y="48"/>
                    <a:pt x="7" y="75"/>
                  </a:cubicBezTo>
                  <a:cubicBezTo>
                    <a:pt x="14" y="103"/>
                    <a:pt x="38" y="115"/>
                    <a:pt x="62" y="115"/>
                  </a:cubicBezTo>
                  <a:cubicBezTo>
                    <a:pt x="68" y="115"/>
                    <a:pt x="73" y="114"/>
                    <a:pt x="78" y="113"/>
                  </a:cubicBezTo>
                  <a:cubicBezTo>
                    <a:pt x="85" y="112"/>
                    <a:pt x="92" y="112"/>
                    <a:pt x="100" y="112"/>
                  </a:cubicBezTo>
                  <a:cubicBezTo>
                    <a:pt x="167" y="112"/>
                    <a:pt x="231" y="151"/>
                    <a:pt x="283" y="188"/>
                  </a:cubicBezTo>
                  <a:cubicBezTo>
                    <a:pt x="360" y="241"/>
                    <a:pt x="429" y="305"/>
                    <a:pt x="500" y="363"/>
                  </a:cubicBezTo>
                  <a:cubicBezTo>
                    <a:pt x="597" y="443"/>
                    <a:pt x="713" y="523"/>
                    <a:pt x="835" y="523"/>
                  </a:cubicBezTo>
                  <a:cubicBezTo>
                    <a:pt x="879" y="523"/>
                    <a:pt x="925" y="513"/>
                    <a:pt x="971" y="487"/>
                  </a:cubicBezTo>
                  <a:cubicBezTo>
                    <a:pt x="1026" y="457"/>
                    <a:pt x="993" y="380"/>
                    <a:pt x="941" y="380"/>
                  </a:cubicBezTo>
                  <a:cubicBezTo>
                    <a:pt x="932" y="380"/>
                    <a:pt x="922" y="383"/>
                    <a:pt x="913" y="388"/>
                  </a:cubicBezTo>
                  <a:cubicBezTo>
                    <a:pt x="885" y="403"/>
                    <a:pt x="857" y="410"/>
                    <a:pt x="830" y="410"/>
                  </a:cubicBezTo>
                  <a:cubicBezTo>
                    <a:pt x="712" y="410"/>
                    <a:pt x="596" y="294"/>
                    <a:pt x="514" y="225"/>
                  </a:cubicBezTo>
                  <a:cubicBezTo>
                    <a:pt x="394" y="123"/>
                    <a:pt x="259" y="1"/>
                    <a:pt x="94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950" lIns="91425" spcFirstLastPara="1" rIns="91425" wrap="square" tIns="12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37" name="Google Shape;2137;p14"/>
            <p:cNvSpPr/>
            <p:nvPr/>
          </p:nvSpPr>
          <p:spPr>
            <a:xfrm>
              <a:off x="782280" y="2651760"/>
              <a:ext cx="53281" cy="13320"/>
            </a:xfrm>
            <a:custGeom>
              <a:rect b="b" l="l" r="r" t="t"/>
              <a:pathLst>
                <a:path extrusionOk="0" h="269" w="1062">
                  <a:moveTo>
                    <a:pt x="263" y="0"/>
                  </a:moveTo>
                  <a:cubicBezTo>
                    <a:pt x="184" y="0"/>
                    <a:pt x="109" y="23"/>
                    <a:pt x="42" y="86"/>
                  </a:cubicBezTo>
                  <a:cubicBezTo>
                    <a:pt x="0" y="125"/>
                    <a:pt x="40" y="182"/>
                    <a:pt x="85" y="182"/>
                  </a:cubicBezTo>
                  <a:cubicBezTo>
                    <a:pt x="98" y="182"/>
                    <a:pt x="111" y="177"/>
                    <a:pt x="123" y="166"/>
                  </a:cubicBezTo>
                  <a:cubicBezTo>
                    <a:pt x="165" y="125"/>
                    <a:pt x="215" y="111"/>
                    <a:pt x="267" y="111"/>
                  </a:cubicBezTo>
                  <a:cubicBezTo>
                    <a:pt x="358" y="111"/>
                    <a:pt x="457" y="157"/>
                    <a:pt x="538" y="188"/>
                  </a:cubicBezTo>
                  <a:cubicBezTo>
                    <a:pt x="636" y="228"/>
                    <a:pt x="741" y="269"/>
                    <a:pt x="845" y="269"/>
                  </a:cubicBezTo>
                  <a:cubicBezTo>
                    <a:pt x="900" y="269"/>
                    <a:pt x="953" y="258"/>
                    <a:pt x="1006" y="229"/>
                  </a:cubicBezTo>
                  <a:cubicBezTo>
                    <a:pt x="1061" y="199"/>
                    <a:pt x="1027" y="123"/>
                    <a:pt x="976" y="123"/>
                  </a:cubicBezTo>
                  <a:cubicBezTo>
                    <a:pt x="967" y="123"/>
                    <a:pt x="957" y="125"/>
                    <a:pt x="947" y="130"/>
                  </a:cubicBezTo>
                  <a:cubicBezTo>
                    <a:pt x="913" y="149"/>
                    <a:pt x="876" y="157"/>
                    <a:pt x="837" y="157"/>
                  </a:cubicBezTo>
                  <a:cubicBezTo>
                    <a:pt x="723" y="157"/>
                    <a:pt x="598" y="88"/>
                    <a:pt x="501" y="52"/>
                  </a:cubicBezTo>
                  <a:cubicBezTo>
                    <a:pt x="423" y="23"/>
                    <a:pt x="342" y="0"/>
                    <a:pt x="263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25" lIns="91425" spcFirstLastPara="1" rIns="91425" wrap="square" tIns="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38" name="Google Shape;2138;p14"/>
            <p:cNvSpPr/>
            <p:nvPr/>
          </p:nvSpPr>
          <p:spPr>
            <a:xfrm>
              <a:off x="829080" y="2582640"/>
              <a:ext cx="54361" cy="21601"/>
            </a:xfrm>
            <a:custGeom>
              <a:rect b="b" l="l" r="r" t="t"/>
              <a:pathLst>
                <a:path extrusionOk="0" h="436" w="1083">
                  <a:moveTo>
                    <a:pt x="1020" y="0"/>
                  </a:moveTo>
                  <a:cubicBezTo>
                    <a:pt x="999" y="0"/>
                    <a:pt x="977" y="10"/>
                    <a:pt x="969" y="29"/>
                  </a:cubicBezTo>
                  <a:cubicBezTo>
                    <a:pt x="911" y="165"/>
                    <a:pt x="690" y="143"/>
                    <a:pt x="569" y="149"/>
                  </a:cubicBezTo>
                  <a:cubicBezTo>
                    <a:pt x="485" y="152"/>
                    <a:pt x="396" y="160"/>
                    <a:pt x="315" y="182"/>
                  </a:cubicBezTo>
                  <a:cubicBezTo>
                    <a:pt x="216" y="210"/>
                    <a:pt x="133" y="264"/>
                    <a:pt x="49" y="323"/>
                  </a:cubicBezTo>
                  <a:cubicBezTo>
                    <a:pt x="1" y="361"/>
                    <a:pt x="33" y="436"/>
                    <a:pt x="80" y="436"/>
                  </a:cubicBezTo>
                  <a:cubicBezTo>
                    <a:pt x="89" y="436"/>
                    <a:pt x="100" y="433"/>
                    <a:pt x="110" y="425"/>
                  </a:cubicBezTo>
                  <a:cubicBezTo>
                    <a:pt x="196" y="363"/>
                    <a:pt x="283" y="306"/>
                    <a:pt x="389" y="285"/>
                  </a:cubicBezTo>
                  <a:cubicBezTo>
                    <a:pt x="470" y="270"/>
                    <a:pt x="551" y="265"/>
                    <a:pt x="633" y="262"/>
                  </a:cubicBezTo>
                  <a:cubicBezTo>
                    <a:pt x="783" y="257"/>
                    <a:pt x="1001" y="251"/>
                    <a:pt x="1069" y="87"/>
                  </a:cubicBezTo>
                  <a:cubicBezTo>
                    <a:pt x="1082" y="58"/>
                    <a:pt x="1079" y="24"/>
                    <a:pt x="1048" y="7"/>
                  </a:cubicBezTo>
                  <a:cubicBezTo>
                    <a:pt x="1040" y="3"/>
                    <a:pt x="1030" y="0"/>
                    <a:pt x="1020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800" lIns="91425" spcFirstLastPara="1" rIns="91425" wrap="square" tIns="10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39" name="Google Shape;2139;p14"/>
            <p:cNvSpPr/>
            <p:nvPr/>
          </p:nvSpPr>
          <p:spPr>
            <a:xfrm>
              <a:off x="815400" y="2503440"/>
              <a:ext cx="33120" cy="44280"/>
            </a:xfrm>
            <a:custGeom>
              <a:rect b="b" l="l" r="r" t="t"/>
              <a:pathLst>
                <a:path extrusionOk="0" h="888" w="662">
                  <a:moveTo>
                    <a:pt x="598" y="0"/>
                  </a:moveTo>
                  <a:cubicBezTo>
                    <a:pt x="578" y="0"/>
                    <a:pt x="556" y="10"/>
                    <a:pt x="548" y="29"/>
                  </a:cubicBezTo>
                  <a:cubicBezTo>
                    <a:pt x="518" y="100"/>
                    <a:pt x="464" y="153"/>
                    <a:pt x="413" y="209"/>
                  </a:cubicBezTo>
                  <a:cubicBezTo>
                    <a:pt x="350" y="274"/>
                    <a:pt x="280" y="336"/>
                    <a:pt x="216" y="401"/>
                  </a:cubicBezTo>
                  <a:cubicBezTo>
                    <a:pt x="174" y="448"/>
                    <a:pt x="129" y="498"/>
                    <a:pt x="93" y="553"/>
                  </a:cubicBezTo>
                  <a:cubicBezTo>
                    <a:pt x="36" y="640"/>
                    <a:pt x="1" y="739"/>
                    <a:pt x="25" y="846"/>
                  </a:cubicBezTo>
                  <a:cubicBezTo>
                    <a:pt x="26" y="852"/>
                    <a:pt x="29" y="856"/>
                    <a:pt x="32" y="862"/>
                  </a:cubicBezTo>
                  <a:cubicBezTo>
                    <a:pt x="32" y="863"/>
                    <a:pt x="32" y="863"/>
                    <a:pt x="34" y="866"/>
                  </a:cubicBezTo>
                  <a:cubicBezTo>
                    <a:pt x="44" y="881"/>
                    <a:pt x="59" y="887"/>
                    <a:pt x="76" y="887"/>
                  </a:cubicBezTo>
                  <a:cubicBezTo>
                    <a:pt x="110" y="887"/>
                    <a:pt x="147" y="858"/>
                    <a:pt x="137" y="815"/>
                  </a:cubicBezTo>
                  <a:cubicBezTo>
                    <a:pt x="124" y="756"/>
                    <a:pt x="138" y="699"/>
                    <a:pt x="167" y="647"/>
                  </a:cubicBezTo>
                  <a:cubicBezTo>
                    <a:pt x="208" y="570"/>
                    <a:pt x="279" y="503"/>
                    <a:pt x="334" y="448"/>
                  </a:cubicBezTo>
                  <a:cubicBezTo>
                    <a:pt x="443" y="338"/>
                    <a:pt x="585" y="231"/>
                    <a:pt x="649" y="85"/>
                  </a:cubicBezTo>
                  <a:cubicBezTo>
                    <a:pt x="661" y="57"/>
                    <a:pt x="657" y="24"/>
                    <a:pt x="626" y="7"/>
                  </a:cubicBezTo>
                  <a:cubicBezTo>
                    <a:pt x="618" y="3"/>
                    <a:pt x="609" y="0"/>
                    <a:pt x="598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2300" lIns="91425" spcFirstLastPara="1" rIns="91425" wrap="square" tIns="22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40" name="Google Shape;2140;p14"/>
            <p:cNvSpPr/>
            <p:nvPr/>
          </p:nvSpPr>
          <p:spPr>
            <a:xfrm>
              <a:off x="365040" y="2410920"/>
              <a:ext cx="466211" cy="407170"/>
            </a:xfrm>
            <a:custGeom>
              <a:rect b="b" l="l" r="r" t="t"/>
              <a:pathLst>
                <a:path extrusionOk="0" h="8090" w="9264">
                  <a:moveTo>
                    <a:pt x="4505" y="1251"/>
                  </a:moveTo>
                  <a:cubicBezTo>
                    <a:pt x="4595" y="1251"/>
                    <a:pt x="4685" y="1267"/>
                    <a:pt x="4771" y="1304"/>
                  </a:cubicBezTo>
                  <a:cubicBezTo>
                    <a:pt x="5016" y="1407"/>
                    <a:pt x="5158" y="1661"/>
                    <a:pt x="5195" y="1915"/>
                  </a:cubicBezTo>
                  <a:cubicBezTo>
                    <a:pt x="5251" y="2286"/>
                    <a:pt x="4996" y="2610"/>
                    <a:pt x="4701" y="2803"/>
                  </a:cubicBezTo>
                  <a:cubicBezTo>
                    <a:pt x="4496" y="2939"/>
                    <a:pt x="4232" y="3039"/>
                    <a:pt x="3977" y="3039"/>
                  </a:cubicBezTo>
                  <a:cubicBezTo>
                    <a:pt x="3869" y="3039"/>
                    <a:pt x="3762" y="3021"/>
                    <a:pt x="3661" y="2980"/>
                  </a:cubicBezTo>
                  <a:cubicBezTo>
                    <a:pt x="3501" y="2917"/>
                    <a:pt x="3375" y="2795"/>
                    <a:pt x="3304" y="2637"/>
                  </a:cubicBezTo>
                  <a:cubicBezTo>
                    <a:pt x="3226" y="2463"/>
                    <a:pt x="3240" y="2277"/>
                    <a:pt x="3281" y="2097"/>
                  </a:cubicBezTo>
                  <a:cubicBezTo>
                    <a:pt x="3347" y="1802"/>
                    <a:pt x="3556" y="1350"/>
                    <a:pt x="3903" y="1350"/>
                  </a:cubicBezTo>
                  <a:cubicBezTo>
                    <a:pt x="3945" y="1350"/>
                    <a:pt x="3990" y="1357"/>
                    <a:pt x="4037" y="1372"/>
                  </a:cubicBezTo>
                  <a:cubicBezTo>
                    <a:pt x="4040" y="1375"/>
                    <a:pt x="4042" y="1375"/>
                    <a:pt x="4047" y="1378"/>
                  </a:cubicBezTo>
                  <a:cubicBezTo>
                    <a:pt x="4187" y="1301"/>
                    <a:pt x="4346" y="1251"/>
                    <a:pt x="4505" y="1251"/>
                  </a:cubicBezTo>
                  <a:close/>
                  <a:moveTo>
                    <a:pt x="5322" y="2643"/>
                  </a:moveTo>
                  <a:cubicBezTo>
                    <a:pt x="5332" y="2643"/>
                    <a:pt x="5342" y="2645"/>
                    <a:pt x="5350" y="2650"/>
                  </a:cubicBezTo>
                  <a:cubicBezTo>
                    <a:pt x="5379" y="2667"/>
                    <a:pt x="5384" y="2703"/>
                    <a:pt x="5372" y="2730"/>
                  </a:cubicBezTo>
                  <a:cubicBezTo>
                    <a:pt x="5270" y="2952"/>
                    <a:pt x="5182" y="3191"/>
                    <a:pt x="5029" y="3384"/>
                  </a:cubicBezTo>
                  <a:cubicBezTo>
                    <a:pt x="5020" y="3396"/>
                    <a:pt x="5006" y="3401"/>
                    <a:pt x="4992" y="3401"/>
                  </a:cubicBezTo>
                  <a:cubicBezTo>
                    <a:pt x="4975" y="3401"/>
                    <a:pt x="4958" y="3395"/>
                    <a:pt x="4947" y="3384"/>
                  </a:cubicBezTo>
                  <a:cubicBezTo>
                    <a:pt x="4922" y="3360"/>
                    <a:pt x="4927" y="3326"/>
                    <a:pt x="4947" y="3303"/>
                  </a:cubicBezTo>
                  <a:cubicBezTo>
                    <a:pt x="5017" y="3214"/>
                    <a:pt x="5071" y="3108"/>
                    <a:pt x="5118" y="3006"/>
                  </a:cubicBezTo>
                  <a:cubicBezTo>
                    <a:pt x="5172" y="2895"/>
                    <a:pt x="5220" y="2782"/>
                    <a:pt x="5272" y="2671"/>
                  </a:cubicBezTo>
                  <a:cubicBezTo>
                    <a:pt x="5281" y="2653"/>
                    <a:pt x="5302" y="2643"/>
                    <a:pt x="5322" y="2643"/>
                  </a:cubicBezTo>
                  <a:close/>
                  <a:moveTo>
                    <a:pt x="2116" y="3367"/>
                  </a:moveTo>
                  <a:cubicBezTo>
                    <a:pt x="2126" y="3367"/>
                    <a:pt x="2136" y="3368"/>
                    <a:pt x="2145" y="3370"/>
                  </a:cubicBezTo>
                  <a:cubicBezTo>
                    <a:pt x="2159" y="3374"/>
                    <a:pt x="2173" y="3381"/>
                    <a:pt x="2183" y="3391"/>
                  </a:cubicBezTo>
                  <a:cubicBezTo>
                    <a:pt x="2196" y="3401"/>
                    <a:pt x="2204" y="3410"/>
                    <a:pt x="2213" y="3424"/>
                  </a:cubicBezTo>
                  <a:cubicBezTo>
                    <a:pt x="2224" y="3438"/>
                    <a:pt x="2233" y="3454"/>
                    <a:pt x="2241" y="3468"/>
                  </a:cubicBezTo>
                  <a:cubicBezTo>
                    <a:pt x="2253" y="3486"/>
                    <a:pt x="2258" y="3505"/>
                    <a:pt x="2258" y="3526"/>
                  </a:cubicBezTo>
                  <a:lnTo>
                    <a:pt x="2253" y="3559"/>
                  </a:lnTo>
                  <a:cubicBezTo>
                    <a:pt x="2247" y="3578"/>
                    <a:pt x="2238" y="3595"/>
                    <a:pt x="2223" y="3610"/>
                  </a:cubicBezTo>
                  <a:cubicBezTo>
                    <a:pt x="2216" y="3615"/>
                    <a:pt x="2209" y="3622"/>
                    <a:pt x="2199" y="3628"/>
                  </a:cubicBezTo>
                  <a:cubicBezTo>
                    <a:pt x="2187" y="3636"/>
                    <a:pt x="2170" y="3639"/>
                    <a:pt x="2156" y="3642"/>
                  </a:cubicBezTo>
                  <a:cubicBezTo>
                    <a:pt x="2151" y="3643"/>
                    <a:pt x="2146" y="3644"/>
                    <a:pt x="2140" y="3644"/>
                  </a:cubicBezTo>
                  <a:cubicBezTo>
                    <a:pt x="2130" y="3644"/>
                    <a:pt x="2120" y="3642"/>
                    <a:pt x="2111" y="3639"/>
                  </a:cubicBezTo>
                  <a:cubicBezTo>
                    <a:pt x="2097" y="3636"/>
                    <a:pt x="2083" y="3629"/>
                    <a:pt x="2071" y="3618"/>
                  </a:cubicBezTo>
                  <a:cubicBezTo>
                    <a:pt x="2060" y="3610"/>
                    <a:pt x="2050" y="3601"/>
                    <a:pt x="2041" y="3587"/>
                  </a:cubicBezTo>
                  <a:cubicBezTo>
                    <a:pt x="2033" y="3573"/>
                    <a:pt x="2024" y="3557"/>
                    <a:pt x="2013" y="3543"/>
                  </a:cubicBezTo>
                  <a:cubicBezTo>
                    <a:pt x="2003" y="3525"/>
                    <a:pt x="1998" y="3505"/>
                    <a:pt x="1998" y="3483"/>
                  </a:cubicBezTo>
                  <a:lnTo>
                    <a:pt x="2003" y="3452"/>
                  </a:lnTo>
                  <a:cubicBezTo>
                    <a:pt x="2007" y="3432"/>
                    <a:pt x="2017" y="3414"/>
                    <a:pt x="2033" y="3401"/>
                  </a:cubicBezTo>
                  <a:cubicBezTo>
                    <a:pt x="2040" y="3396"/>
                    <a:pt x="2047" y="3388"/>
                    <a:pt x="2056" y="3383"/>
                  </a:cubicBezTo>
                  <a:cubicBezTo>
                    <a:pt x="2068" y="3374"/>
                    <a:pt x="2084" y="3370"/>
                    <a:pt x="2098" y="3369"/>
                  </a:cubicBezTo>
                  <a:cubicBezTo>
                    <a:pt x="2104" y="3368"/>
                    <a:pt x="2110" y="3367"/>
                    <a:pt x="2116" y="3367"/>
                  </a:cubicBezTo>
                  <a:close/>
                  <a:moveTo>
                    <a:pt x="7806" y="3649"/>
                  </a:moveTo>
                  <a:cubicBezTo>
                    <a:pt x="7955" y="3649"/>
                    <a:pt x="7952" y="3879"/>
                    <a:pt x="7806" y="3879"/>
                  </a:cubicBezTo>
                  <a:cubicBezTo>
                    <a:pt x="7657" y="3879"/>
                    <a:pt x="7657" y="3649"/>
                    <a:pt x="7806" y="3649"/>
                  </a:cubicBezTo>
                  <a:close/>
                  <a:moveTo>
                    <a:pt x="5710" y="3682"/>
                  </a:moveTo>
                  <a:cubicBezTo>
                    <a:pt x="5859" y="3682"/>
                    <a:pt x="5859" y="3913"/>
                    <a:pt x="5710" y="3913"/>
                  </a:cubicBezTo>
                  <a:cubicBezTo>
                    <a:pt x="5563" y="3913"/>
                    <a:pt x="5563" y="3682"/>
                    <a:pt x="5710" y="3682"/>
                  </a:cubicBezTo>
                  <a:close/>
                  <a:moveTo>
                    <a:pt x="2659" y="4064"/>
                  </a:moveTo>
                  <a:cubicBezTo>
                    <a:pt x="2674" y="4064"/>
                    <a:pt x="2689" y="4070"/>
                    <a:pt x="2700" y="4081"/>
                  </a:cubicBezTo>
                  <a:cubicBezTo>
                    <a:pt x="2723" y="4104"/>
                    <a:pt x="2722" y="4141"/>
                    <a:pt x="2700" y="4162"/>
                  </a:cubicBezTo>
                  <a:cubicBezTo>
                    <a:pt x="2695" y="4169"/>
                    <a:pt x="2688" y="4176"/>
                    <a:pt x="2683" y="4183"/>
                  </a:cubicBezTo>
                  <a:lnTo>
                    <a:pt x="2681" y="4185"/>
                  </a:lnTo>
                  <a:lnTo>
                    <a:pt x="2679" y="4188"/>
                  </a:lnTo>
                  <a:cubicBezTo>
                    <a:pt x="2678" y="4189"/>
                    <a:pt x="2674" y="4192"/>
                    <a:pt x="2672" y="4196"/>
                  </a:cubicBezTo>
                  <a:cubicBezTo>
                    <a:pt x="2664" y="4210"/>
                    <a:pt x="2655" y="4225"/>
                    <a:pt x="2645" y="4240"/>
                  </a:cubicBezTo>
                  <a:cubicBezTo>
                    <a:pt x="2628" y="4273"/>
                    <a:pt x="2614" y="4303"/>
                    <a:pt x="2600" y="4334"/>
                  </a:cubicBezTo>
                  <a:cubicBezTo>
                    <a:pt x="2571" y="4402"/>
                    <a:pt x="2543" y="4471"/>
                    <a:pt x="2502" y="4535"/>
                  </a:cubicBezTo>
                  <a:cubicBezTo>
                    <a:pt x="2491" y="4552"/>
                    <a:pt x="2471" y="4563"/>
                    <a:pt x="2451" y="4563"/>
                  </a:cubicBezTo>
                  <a:cubicBezTo>
                    <a:pt x="2442" y="4563"/>
                    <a:pt x="2433" y="4561"/>
                    <a:pt x="2424" y="4556"/>
                  </a:cubicBezTo>
                  <a:cubicBezTo>
                    <a:pt x="2397" y="4539"/>
                    <a:pt x="2387" y="4502"/>
                    <a:pt x="2403" y="4475"/>
                  </a:cubicBezTo>
                  <a:cubicBezTo>
                    <a:pt x="2485" y="4348"/>
                    <a:pt x="2513" y="4192"/>
                    <a:pt x="2620" y="4081"/>
                  </a:cubicBezTo>
                  <a:cubicBezTo>
                    <a:pt x="2630" y="4070"/>
                    <a:pt x="2644" y="4064"/>
                    <a:pt x="2659" y="4064"/>
                  </a:cubicBezTo>
                  <a:close/>
                  <a:moveTo>
                    <a:pt x="4139" y="4508"/>
                  </a:moveTo>
                  <a:cubicBezTo>
                    <a:pt x="4288" y="4508"/>
                    <a:pt x="4288" y="4738"/>
                    <a:pt x="4139" y="4738"/>
                  </a:cubicBezTo>
                  <a:cubicBezTo>
                    <a:pt x="3991" y="4738"/>
                    <a:pt x="3991" y="4508"/>
                    <a:pt x="4139" y="4508"/>
                  </a:cubicBezTo>
                  <a:close/>
                  <a:moveTo>
                    <a:pt x="6354" y="4794"/>
                  </a:moveTo>
                  <a:cubicBezTo>
                    <a:pt x="6363" y="4794"/>
                    <a:pt x="6372" y="4796"/>
                    <a:pt x="6379" y="4801"/>
                  </a:cubicBezTo>
                  <a:cubicBezTo>
                    <a:pt x="6460" y="4862"/>
                    <a:pt x="6518" y="4942"/>
                    <a:pt x="6575" y="5025"/>
                  </a:cubicBezTo>
                  <a:cubicBezTo>
                    <a:pt x="6589" y="5045"/>
                    <a:pt x="6603" y="5066"/>
                    <a:pt x="6617" y="5085"/>
                  </a:cubicBezTo>
                  <a:cubicBezTo>
                    <a:pt x="6632" y="5106"/>
                    <a:pt x="6644" y="5120"/>
                    <a:pt x="6656" y="5136"/>
                  </a:cubicBezTo>
                  <a:cubicBezTo>
                    <a:pt x="6670" y="5154"/>
                    <a:pt x="6684" y="5170"/>
                    <a:pt x="6701" y="5185"/>
                  </a:cubicBezTo>
                  <a:cubicBezTo>
                    <a:pt x="6709" y="5195"/>
                    <a:pt x="6718" y="5202"/>
                    <a:pt x="6725" y="5211"/>
                  </a:cubicBezTo>
                  <a:cubicBezTo>
                    <a:pt x="6731" y="5214"/>
                    <a:pt x="6734" y="5218"/>
                    <a:pt x="6739" y="5224"/>
                  </a:cubicBezTo>
                  <a:cubicBezTo>
                    <a:pt x="6741" y="5225"/>
                    <a:pt x="6743" y="5225"/>
                    <a:pt x="6741" y="5225"/>
                  </a:cubicBezTo>
                  <a:cubicBezTo>
                    <a:pt x="6743" y="5225"/>
                    <a:pt x="6743" y="5226"/>
                    <a:pt x="6745" y="5226"/>
                  </a:cubicBezTo>
                  <a:cubicBezTo>
                    <a:pt x="6769" y="5245"/>
                    <a:pt x="6782" y="5276"/>
                    <a:pt x="6765" y="5304"/>
                  </a:cubicBezTo>
                  <a:cubicBezTo>
                    <a:pt x="6755" y="5322"/>
                    <a:pt x="6733" y="5334"/>
                    <a:pt x="6713" y="5334"/>
                  </a:cubicBezTo>
                  <a:cubicBezTo>
                    <a:pt x="6703" y="5334"/>
                    <a:pt x="6694" y="5331"/>
                    <a:pt x="6687" y="5326"/>
                  </a:cubicBezTo>
                  <a:cubicBezTo>
                    <a:pt x="6605" y="5268"/>
                    <a:pt x="6546" y="5187"/>
                    <a:pt x="6490" y="5105"/>
                  </a:cubicBezTo>
                  <a:cubicBezTo>
                    <a:pt x="6476" y="5085"/>
                    <a:pt x="6461" y="5063"/>
                    <a:pt x="6447" y="5045"/>
                  </a:cubicBezTo>
                  <a:cubicBezTo>
                    <a:pt x="6435" y="5027"/>
                    <a:pt x="6419" y="5005"/>
                    <a:pt x="6408" y="4993"/>
                  </a:cubicBezTo>
                  <a:cubicBezTo>
                    <a:pt x="6393" y="4976"/>
                    <a:pt x="6379" y="4957"/>
                    <a:pt x="6365" y="4943"/>
                  </a:cubicBezTo>
                  <a:lnTo>
                    <a:pt x="6341" y="4919"/>
                  </a:lnTo>
                  <a:cubicBezTo>
                    <a:pt x="6335" y="4915"/>
                    <a:pt x="6332" y="4912"/>
                    <a:pt x="6328" y="4908"/>
                  </a:cubicBezTo>
                  <a:cubicBezTo>
                    <a:pt x="6327" y="4906"/>
                    <a:pt x="6323" y="4903"/>
                    <a:pt x="6320" y="4903"/>
                  </a:cubicBezTo>
                  <a:lnTo>
                    <a:pt x="6318" y="4901"/>
                  </a:lnTo>
                  <a:lnTo>
                    <a:pt x="6318" y="4899"/>
                  </a:lnTo>
                  <a:cubicBezTo>
                    <a:pt x="6294" y="4881"/>
                    <a:pt x="6283" y="4851"/>
                    <a:pt x="6300" y="4823"/>
                  </a:cubicBezTo>
                  <a:cubicBezTo>
                    <a:pt x="6310" y="4806"/>
                    <a:pt x="6333" y="4794"/>
                    <a:pt x="6354" y="4794"/>
                  </a:cubicBezTo>
                  <a:close/>
                  <a:moveTo>
                    <a:pt x="5648" y="5735"/>
                  </a:moveTo>
                  <a:cubicBezTo>
                    <a:pt x="5797" y="5735"/>
                    <a:pt x="5797" y="5966"/>
                    <a:pt x="5648" y="5966"/>
                  </a:cubicBezTo>
                  <a:cubicBezTo>
                    <a:pt x="5499" y="5966"/>
                    <a:pt x="5499" y="5735"/>
                    <a:pt x="5648" y="5735"/>
                  </a:cubicBezTo>
                  <a:close/>
                  <a:moveTo>
                    <a:pt x="1989" y="5776"/>
                  </a:moveTo>
                  <a:cubicBezTo>
                    <a:pt x="2138" y="5776"/>
                    <a:pt x="2138" y="6006"/>
                    <a:pt x="1989" y="6006"/>
                  </a:cubicBezTo>
                  <a:cubicBezTo>
                    <a:pt x="1840" y="6006"/>
                    <a:pt x="1840" y="5776"/>
                    <a:pt x="1989" y="5776"/>
                  </a:cubicBezTo>
                  <a:close/>
                  <a:moveTo>
                    <a:pt x="3402" y="5904"/>
                  </a:moveTo>
                  <a:cubicBezTo>
                    <a:pt x="3423" y="5904"/>
                    <a:pt x="3443" y="5915"/>
                    <a:pt x="3453" y="5934"/>
                  </a:cubicBezTo>
                  <a:cubicBezTo>
                    <a:pt x="3470" y="5961"/>
                    <a:pt x="3457" y="5995"/>
                    <a:pt x="3432" y="6012"/>
                  </a:cubicBezTo>
                  <a:cubicBezTo>
                    <a:pt x="3269" y="6122"/>
                    <a:pt x="3094" y="6209"/>
                    <a:pt x="2933" y="6320"/>
                  </a:cubicBezTo>
                  <a:cubicBezTo>
                    <a:pt x="2925" y="6326"/>
                    <a:pt x="2916" y="6328"/>
                    <a:pt x="2906" y="6328"/>
                  </a:cubicBezTo>
                  <a:cubicBezTo>
                    <a:pt x="2886" y="6328"/>
                    <a:pt x="2865" y="6317"/>
                    <a:pt x="2855" y="6299"/>
                  </a:cubicBezTo>
                  <a:cubicBezTo>
                    <a:pt x="2839" y="6271"/>
                    <a:pt x="2849" y="6238"/>
                    <a:pt x="2876" y="6221"/>
                  </a:cubicBezTo>
                  <a:cubicBezTo>
                    <a:pt x="3038" y="6111"/>
                    <a:pt x="3215" y="6023"/>
                    <a:pt x="3375" y="5912"/>
                  </a:cubicBezTo>
                  <a:cubicBezTo>
                    <a:pt x="3383" y="5907"/>
                    <a:pt x="3393" y="5904"/>
                    <a:pt x="3402" y="5904"/>
                  </a:cubicBezTo>
                  <a:close/>
                  <a:moveTo>
                    <a:pt x="4863" y="6272"/>
                  </a:moveTo>
                  <a:cubicBezTo>
                    <a:pt x="4961" y="6277"/>
                    <a:pt x="5039" y="6350"/>
                    <a:pt x="5102" y="6417"/>
                  </a:cubicBezTo>
                  <a:cubicBezTo>
                    <a:pt x="5138" y="6452"/>
                    <a:pt x="5170" y="6492"/>
                    <a:pt x="5203" y="6527"/>
                  </a:cubicBezTo>
                  <a:cubicBezTo>
                    <a:pt x="5220" y="6543"/>
                    <a:pt x="5236" y="6560"/>
                    <a:pt x="5251" y="6574"/>
                  </a:cubicBezTo>
                  <a:cubicBezTo>
                    <a:pt x="5260" y="6584"/>
                    <a:pt x="5270" y="6591"/>
                    <a:pt x="5277" y="6598"/>
                  </a:cubicBezTo>
                  <a:cubicBezTo>
                    <a:pt x="5278" y="6600"/>
                    <a:pt x="5278" y="6600"/>
                    <a:pt x="5280" y="6600"/>
                  </a:cubicBezTo>
                  <a:lnTo>
                    <a:pt x="5281" y="6601"/>
                  </a:lnTo>
                  <a:lnTo>
                    <a:pt x="5284" y="6601"/>
                  </a:lnTo>
                  <a:lnTo>
                    <a:pt x="5284" y="6602"/>
                  </a:lnTo>
                  <a:cubicBezTo>
                    <a:pt x="5287" y="6605"/>
                    <a:pt x="5292" y="6608"/>
                    <a:pt x="5295" y="6612"/>
                  </a:cubicBezTo>
                  <a:cubicBezTo>
                    <a:pt x="5321" y="6634"/>
                    <a:pt x="5331" y="6668"/>
                    <a:pt x="5315" y="6693"/>
                  </a:cubicBezTo>
                  <a:cubicBezTo>
                    <a:pt x="5305" y="6711"/>
                    <a:pt x="5285" y="6722"/>
                    <a:pt x="5265" y="6722"/>
                  </a:cubicBezTo>
                  <a:cubicBezTo>
                    <a:pt x="5255" y="6722"/>
                    <a:pt x="5245" y="6720"/>
                    <a:pt x="5237" y="6714"/>
                  </a:cubicBezTo>
                  <a:cubicBezTo>
                    <a:pt x="5159" y="6663"/>
                    <a:pt x="5101" y="6587"/>
                    <a:pt x="5037" y="6519"/>
                  </a:cubicBezTo>
                  <a:cubicBezTo>
                    <a:pt x="5022" y="6500"/>
                    <a:pt x="5005" y="6485"/>
                    <a:pt x="4989" y="6469"/>
                  </a:cubicBezTo>
                  <a:cubicBezTo>
                    <a:pt x="4981" y="6459"/>
                    <a:pt x="4972" y="6451"/>
                    <a:pt x="4961" y="6444"/>
                  </a:cubicBezTo>
                  <a:cubicBezTo>
                    <a:pt x="4958" y="6441"/>
                    <a:pt x="4952" y="6437"/>
                    <a:pt x="4948" y="6434"/>
                  </a:cubicBezTo>
                  <a:cubicBezTo>
                    <a:pt x="4947" y="6431"/>
                    <a:pt x="4944" y="6430"/>
                    <a:pt x="4941" y="6428"/>
                  </a:cubicBezTo>
                  <a:cubicBezTo>
                    <a:pt x="4927" y="6415"/>
                    <a:pt x="4910" y="6407"/>
                    <a:pt x="4894" y="6398"/>
                  </a:cubicBezTo>
                  <a:lnTo>
                    <a:pt x="4891" y="6396"/>
                  </a:lnTo>
                  <a:cubicBezTo>
                    <a:pt x="4888" y="6394"/>
                    <a:pt x="4883" y="6394"/>
                    <a:pt x="4880" y="6393"/>
                  </a:cubicBezTo>
                  <a:cubicBezTo>
                    <a:pt x="4876" y="6390"/>
                    <a:pt x="4873" y="6390"/>
                    <a:pt x="4869" y="6390"/>
                  </a:cubicBezTo>
                  <a:cubicBezTo>
                    <a:pt x="4866" y="6389"/>
                    <a:pt x="4863" y="6389"/>
                    <a:pt x="4863" y="6389"/>
                  </a:cubicBezTo>
                  <a:cubicBezTo>
                    <a:pt x="4832" y="6387"/>
                    <a:pt x="4805" y="6364"/>
                    <a:pt x="4805" y="6330"/>
                  </a:cubicBezTo>
                  <a:cubicBezTo>
                    <a:pt x="4805" y="6301"/>
                    <a:pt x="4832" y="6272"/>
                    <a:pt x="4863" y="6272"/>
                  </a:cubicBezTo>
                  <a:close/>
                  <a:moveTo>
                    <a:pt x="4950" y="1"/>
                  </a:moveTo>
                  <a:cubicBezTo>
                    <a:pt x="4474" y="1"/>
                    <a:pt x="4027" y="298"/>
                    <a:pt x="3673" y="614"/>
                  </a:cubicBezTo>
                  <a:cubicBezTo>
                    <a:pt x="3315" y="933"/>
                    <a:pt x="3026" y="1328"/>
                    <a:pt x="2635" y="1611"/>
                  </a:cubicBezTo>
                  <a:cubicBezTo>
                    <a:pt x="2326" y="1835"/>
                    <a:pt x="1976" y="1931"/>
                    <a:pt x="1611" y="1931"/>
                  </a:cubicBezTo>
                  <a:cubicBezTo>
                    <a:pt x="1512" y="1931"/>
                    <a:pt x="1413" y="1924"/>
                    <a:pt x="1313" y="1910"/>
                  </a:cubicBezTo>
                  <a:cubicBezTo>
                    <a:pt x="1042" y="1952"/>
                    <a:pt x="787" y="2066"/>
                    <a:pt x="571" y="2239"/>
                  </a:cubicBezTo>
                  <a:cubicBezTo>
                    <a:pt x="447" y="2336"/>
                    <a:pt x="344" y="2453"/>
                    <a:pt x="237" y="2568"/>
                  </a:cubicBezTo>
                  <a:cubicBezTo>
                    <a:pt x="143" y="2673"/>
                    <a:pt x="58" y="2792"/>
                    <a:pt x="21" y="2929"/>
                  </a:cubicBezTo>
                  <a:cubicBezTo>
                    <a:pt x="8" y="2972"/>
                    <a:pt x="2" y="3014"/>
                    <a:pt x="1" y="3057"/>
                  </a:cubicBezTo>
                  <a:cubicBezTo>
                    <a:pt x="9" y="3072"/>
                    <a:pt x="14" y="3092"/>
                    <a:pt x="4" y="3114"/>
                  </a:cubicBezTo>
                  <a:cubicBezTo>
                    <a:pt x="2" y="3115"/>
                    <a:pt x="2" y="3119"/>
                    <a:pt x="1" y="3119"/>
                  </a:cubicBezTo>
                  <a:cubicBezTo>
                    <a:pt x="9" y="3285"/>
                    <a:pt x="82" y="3447"/>
                    <a:pt x="164" y="3593"/>
                  </a:cubicBezTo>
                  <a:cubicBezTo>
                    <a:pt x="412" y="4022"/>
                    <a:pt x="797" y="4393"/>
                    <a:pt x="837" y="4910"/>
                  </a:cubicBezTo>
                  <a:cubicBezTo>
                    <a:pt x="860" y="5208"/>
                    <a:pt x="793" y="5497"/>
                    <a:pt x="716" y="5785"/>
                  </a:cubicBezTo>
                  <a:cubicBezTo>
                    <a:pt x="722" y="5799"/>
                    <a:pt x="719" y="5813"/>
                    <a:pt x="709" y="5829"/>
                  </a:cubicBezTo>
                  <a:cubicBezTo>
                    <a:pt x="708" y="5834"/>
                    <a:pt x="704" y="5837"/>
                    <a:pt x="701" y="5841"/>
                  </a:cubicBezTo>
                  <a:cubicBezTo>
                    <a:pt x="663" y="5982"/>
                    <a:pt x="626" y="6124"/>
                    <a:pt x="596" y="6261"/>
                  </a:cubicBezTo>
                  <a:cubicBezTo>
                    <a:pt x="512" y="6658"/>
                    <a:pt x="518" y="7138"/>
                    <a:pt x="918" y="7365"/>
                  </a:cubicBezTo>
                  <a:cubicBezTo>
                    <a:pt x="1035" y="7431"/>
                    <a:pt x="1165" y="7457"/>
                    <a:pt x="1299" y="7457"/>
                  </a:cubicBezTo>
                  <a:cubicBezTo>
                    <a:pt x="1527" y="7457"/>
                    <a:pt x="1764" y="7383"/>
                    <a:pt x="1965" y="7314"/>
                  </a:cubicBezTo>
                  <a:cubicBezTo>
                    <a:pt x="2356" y="7181"/>
                    <a:pt x="2732" y="6996"/>
                    <a:pt x="3131" y="6883"/>
                  </a:cubicBezTo>
                  <a:cubicBezTo>
                    <a:pt x="3291" y="6837"/>
                    <a:pt x="3456" y="6806"/>
                    <a:pt x="3620" y="6806"/>
                  </a:cubicBezTo>
                  <a:cubicBezTo>
                    <a:pt x="3793" y="6806"/>
                    <a:pt x="3964" y="6841"/>
                    <a:pt x="4126" y="6930"/>
                  </a:cubicBezTo>
                  <a:cubicBezTo>
                    <a:pt x="4442" y="7101"/>
                    <a:pt x="4669" y="7400"/>
                    <a:pt x="4910" y="7658"/>
                  </a:cubicBezTo>
                  <a:cubicBezTo>
                    <a:pt x="5087" y="7847"/>
                    <a:pt x="5315" y="8090"/>
                    <a:pt x="5589" y="8090"/>
                  </a:cubicBezTo>
                  <a:cubicBezTo>
                    <a:pt x="5622" y="8090"/>
                    <a:pt x="5655" y="8087"/>
                    <a:pt x="5689" y="8079"/>
                  </a:cubicBezTo>
                  <a:cubicBezTo>
                    <a:pt x="5885" y="8038"/>
                    <a:pt x="6066" y="7889"/>
                    <a:pt x="6204" y="7750"/>
                  </a:cubicBezTo>
                  <a:cubicBezTo>
                    <a:pt x="6369" y="7587"/>
                    <a:pt x="6494" y="7393"/>
                    <a:pt x="6600" y="7189"/>
                  </a:cubicBezTo>
                  <a:cubicBezTo>
                    <a:pt x="6820" y="6775"/>
                    <a:pt x="6960" y="6323"/>
                    <a:pt x="7184" y="5908"/>
                  </a:cubicBezTo>
                  <a:cubicBezTo>
                    <a:pt x="7293" y="5703"/>
                    <a:pt x="7427" y="5508"/>
                    <a:pt x="7591" y="5341"/>
                  </a:cubicBezTo>
                  <a:cubicBezTo>
                    <a:pt x="7752" y="5177"/>
                    <a:pt x="7942" y="5035"/>
                    <a:pt x="8117" y="4885"/>
                  </a:cubicBezTo>
                  <a:cubicBezTo>
                    <a:pt x="8471" y="4582"/>
                    <a:pt x="8849" y="4260"/>
                    <a:pt x="9063" y="3838"/>
                  </a:cubicBezTo>
                  <a:cubicBezTo>
                    <a:pt x="9263" y="3447"/>
                    <a:pt x="9195" y="3051"/>
                    <a:pt x="8975" y="2708"/>
                  </a:cubicBezTo>
                  <a:cubicBezTo>
                    <a:pt x="8973" y="2707"/>
                    <a:pt x="8973" y="2707"/>
                    <a:pt x="8973" y="2704"/>
                  </a:cubicBezTo>
                  <a:cubicBezTo>
                    <a:pt x="8930" y="2637"/>
                    <a:pt x="8882" y="2574"/>
                    <a:pt x="8829" y="2511"/>
                  </a:cubicBezTo>
                  <a:cubicBezTo>
                    <a:pt x="8559" y="2192"/>
                    <a:pt x="8200" y="1998"/>
                    <a:pt x="7825" y="1830"/>
                  </a:cubicBezTo>
                  <a:cubicBezTo>
                    <a:pt x="7821" y="1830"/>
                    <a:pt x="7817" y="1830"/>
                    <a:pt x="7813" y="1830"/>
                  </a:cubicBezTo>
                  <a:cubicBezTo>
                    <a:pt x="7796" y="1830"/>
                    <a:pt x="7778" y="1824"/>
                    <a:pt x="7765" y="1807"/>
                  </a:cubicBezTo>
                  <a:cubicBezTo>
                    <a:pt x="7762" y="1804"/>
                    <a:pt x="7761" y="1801"/>
                    <a:pt x="7760" y="1800"/>
                  </a:cubicBezTo>
                  <a:cubicBezTo>
                    <a:pt x="7290" y="1590"/>
                    <a:pt x="6797" y="1410"/>
                    <a:pt x="6422" y="1059"/>
                  </a:cubicBezTo>
                  <a:cubicBezTo>
                    <a:pt x="6058" y="720"/>
                    <a:pt x="5804" y="227"/>
                    <a:pt x="5304" y="58"/>
                  </a:cubicBezTo>
                  <a:cubicBezTo>
                    <a:pt x="5185" y="18"/>
                    <a:pt x="5066" y="1"/>
                    <a:pt x="4950" y="1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41" name="Google Shape;2141;p14"/>
            <p:cNvSpPr/>
            <p:nvPr/>
          </p:nvSpPr>
          <p:spPr>
            <a:xfrm>
              <a:off x="752400" y="2446920"/>
              <a:ext cx="27001" cy="55439"/>
            </a:xfrm>
            <a:custGeom>
              <a:rect b="b" l="l" r="r" t="t"/>
              <a:pathLst>
                <a:path extrusionOk="0" h="1109" w="543">
                  <a:moveTo>
                    <a:pt x="486" y="0"/>
                  </a:moveTo>
                  <a:cubicBezTo>
                    <a:pt x="457" y="0"/>
                    <a:pt x="428" y="18"/>
                    <a:pt x="427" y="55"/>
                  </a:cubicBezTo>
                  <a:cubicBezTo>
                    <a:pt x="426" y="147"/>
                    <a:pt x="378" y="230"/>
                    <a:pt x="328" y="303"/>
                  </a:cubicBezTo>
                  <a:cubicBezTo>
                    <a:pt x="270" y="393"/>
                    <a:pt x="199" y="472"/>
                    <a:pt x="138" y="558"/>
                  </a:cubicBezTo>
                  <a:cubicBezTo>
                    <a:pt x="83" y="636"/>
                    <a:pt x="36" y="726"/>
                    <a:pt x="18" y="815"/>
                  </a:cubicBezTo>
                  <a:cubicBezTo>
                    <a:pt x="1" y="904"/>
                    <a:pt x="12" y="995"/>
                    <a:pt x="75" y="1077"/>
                  </a:cubicBezTo>
                  <a:cubicBezTo>
                    <a:pt x="76" y="1080"/>
                    <a:pt x="79" y="1083"/>
                    <a:pt x="80" y="1084"/>
                  </a:cubicBezTo>
                  <a:cubicBezTo>
                    <a:pt x="93" y="1102"/>
                    <a:pt x="112" y="1109"/>
                    <a:pt x="130" y="1109"/>
                  </a:cubicBezTo>
                  <a:cubicBezTo>
                    <a:pt x="133" y="1109"/>
                    <a:pt x="136" y="1109"/>
                    <a:pt x="140" y="1108"/>
                  </a:cubicBezTo>
                  <a:cubicBezTo>
                    <a:pt x="178" y="1101"/>
                    <a:pt x="208" y="1063"/>
                    <a:pt x="179" y="1026"/>
                  </a:cubicBezTo>
                  <a:cubicBezTo>
                    <a:pt x="138" y="975"/>
                    <a:pt x="118" y="921"/>
                    <a:pt x="124" y="863"/>
                  </a:cubicBezTo>
                  <a:cubicBezTo>
                    <a:pt x="124" y="843"/>
                    <a:pt x="130" y="822"/>
                    <a:pt x="137" y="801"/>
                  </a:cubicBezTo>
                  <a:cubicBezTo>
                    <a:pt x="165" y="713"/>
                    <a:pt x="225" y="635"/>
                    <a:pt x="280" y="558"/>
                  </a:cubicBezTo>
                  <a:cubicBezTo>
                    <a:pt x="392" y="411"/>
                    <a:pt x="541" y="252"/>
                    <a:pt x="542" y="55"/>
                  </a:cubicBezTo>
                  <a:cubicBezTo>
                    <a:pt x="543" y="18"/>
                    <a:pt x="515" y="0"/>
                    <a:pt x="486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7700" lIns="91425" spcFirstLastPara="1" rIns="91425" wrap="square" tIns="27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42" name="Google Shape;2142;p14"/>
            <p:cNvSpPr/>
            <p:nvPr/>
          </p:nvSpPr>
          <p:spPr>
            <a:xfrm>
              <a:off x="702360" y="2414520"/>
              <a:ext cx="24840" cy="57240"/>
            </a:xfrm>
            <a:custGeom>
              <a:rect b="b" l="l" r="r" t="t"/>
              <a:pathLst>
                <a:path extrusionOk="0" h="1144" w="502">
                  <a:moveTo>
                    <a:pt x="446" y="1"/>
                  </a:moveTo>
                  <a:cubicBezTo>
                    <a:pt x="417" y="1"/>
                    <a:pt x="387" y="19"/>
                    <a:pt x="384" y="56"/>
                  </a:cubicBezTo>
                  <a:cubicBezTo>
                    <a:pt x="379" y="145"/>
                    <a:pt x="339" y="226"/>
                    <a:pt x="298" y="303"/>
                  </a:cubicBezTo>
                  <a:cubicBezTo>
                    <a:pt x="250" y="390"/>
                    <a:pt x="194" y="478"/>
                    <a:pt x="149" y="566"/>
                  </a:cubicBezTo>
                  <a:cubicBezTo>
                    <a:pt x="58" y="740"/>
                    <a:pt x="0" y="929"/>
                    <a:pt x="92" y="1113"/>
                  </a:cubicBezTo>
                  <a:cubicBezTo>
                    <a:pt x="103" y="1135"/>
                    <a:pt x="120" y="1144"/>
                    <a:pt x="138" y="1144"/>
                  </a:cubicBezTo>
                  <a:cubicBezTo>
                    <a:pt x="176" y="1144"/>
                    <a:pt x="215" y="1102"/>
                    <a:pt x="192" y="1056"/>
                  </a:cubicBezTo>
                  <a:cubicBezTo>
                    <a:pt x="107" y="885"/>
                    <a:pt x="204" y="702"/>
                    <a:pt x="289" y="552"/>
                  </a:cubicBezTo>
                  <a:cubicBezTo>
                    <a:pt x="377" y="399"/>
                    <a:pt x="489" y="239"/>
                    <a:pt x="499" y="56"/>
                  </a:cubicBezTo>
                  <a:cubicBezTo>
                    <a:pt x="502" y="19"/>
                    <a:pt x="475" y="1"/>
                    <a:pt x="446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8800" lIns="91425" spcFirstLastPara="1" rIns="91425" wrap="square" tIns="28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43" name="Google Shape;2143;p14"/>
            <p:cNvSpPr/>
            <p:nvPr/>
          </p:nvSpPr>
          <p:spPr>
            <a:xfrm>
              <a:off x="636480" y="2364840"/>
              <a:ext cx="19800" cy="49320"/>
            </a:xfrm>
            <a:custGeom>
              <a:rect b="b" l="l" r="r" t="t"/>
              <a:pathLst>
                <a:path extrusionOk="0" h="987" w="402">
                  <a:moveTo>
                    <a:pt x="344" y="1"/>
                  </a:moveTo>
                  <a:cubicBezTo>
                    <a:pt x="315" y="1"/>
                    <a:pt x="285" y="19"/>
                    <a:pt x="284" y="56"/>
                  </a:cubicBezTo>
                  <a:cubicBezTo>
                    <a:pt x="273" y="358"/>
                    <a:pt x="113" y="637"/>
                    <a:pt x="15" y="918"/>
                  </a:cubicBezTo>
                  <a:cubicBezTo>
                    <a:pt x="0" y="959"/>
                    <a:pt x="35" y="986"/>
                    <a:pt x="71" y="986"/>
                  </a:cubicBezTo>
                  <a:cubicBezTo>
                    <a:pt x="94" y="986"/>
                    <a:pt x="117" y="975"/>
                    <a:pt x="127" y="947"/>
                  </a:cubicBezTo>
                  <a:cubicBezTo>
                    <a:pt x="229" y="657"/>
                    <a:pt x="389" y="369"/>
                    <a:pt x="399" y="56"/>
                  </a:cubicBezTo>
                  <a:cubicBezTo>
                    <a:pt x="401" y="19"/>
                    <a:pt x="373" y="1"/>
                    <a:pt x="344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4825" lIns="91425" spcFirstLastPara="1" rIns="91425" wrap="square" tIns="24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44" name="Google Shape;2144;p14"/>
            <p:cNvSpPr/>
            <p:nvPr/>
          </p:nvSpPr>
          <p:spPr>
            <a:xfrm>
              <a:off x="578160" y="2368440"/>
              <a:ext cx="17280" cy="41760"/>
            </a:xfrm>
            <a:custGeom>
              <a:rect b="b" l="l" r="r" t="t"/>
              <a:pathLst>
                <a:path extrusionOk="0" h="835" w="352">
                  <a:moveTo>
                    <a:pt x="81" y="1"/>
                  </a:moveTo>
                  <a:cubicBezTo>
                    <a:pt x="56" y="1"/>
                    <a:pt x="29" y="16"/>
                    <a:pt x="24" y="43"/>
                  </a:cubicBezTo>
                  <a:cubicBezTo>
                    <a:pt x="4" y="154"/>
                    <a:pt x="0" y="272"/>
                    <a:pt x="3" y="385"/>
                  </a:cubicBezTo>
                  <a:cubicBezTo>
                    <a:pt x="9" y="511"/>
                    <a:pt x="23" y="656"/>
                    <a:pt x="106" y="756"/>
                  </a:cubicBezTo>
                  <a:cubicBezTo>
                    <a:pt x="147" y="805"/>
                    <a:pt x="203" y="834"/>
                    <a:pt x="268" y="834"/>
                  </a:cubicBezTo>
                  <a:cubicBezTo>
                    <a:pt x="270" y="834"/>
                    <a:pt x="273" y="834"/>
                    <a:pt x="276" y="834"/>
                  </a:cubicBezTo>
                  <a:cubicBezTo>
                    <a:pt x="349" y="830"/>
                    <a:pt x="351" y="717"/>
                    <a:pt x="280" y="717"/>
                  </a:cubicBezTo>
                  <a:cubicBezTo>
                    <a:pt x="280" y="717"/>
                    <a:pt x="279" y="717"/>
                    <a:pt x="278" y="717"/>
                  </a:cubicBezTo>
                  <a:lnTo>
                    <a:pt x="258" y="717"/>
                  </a:lnTo>
                  <a:cubicBezTo>
                    <a:pt x="256" y="716"/>
                    <a:pt x="245" y="713"/>
                    <a:pt x="244" y="712"/>
                  </a:cubicBezTo>
                  <a:cubicBezTo>
                    <a:pt x="237" y="711"/>
                    <a:pt x="236" y="711"/>
                    <a:pt x="235" y="711"/>
                  </a:cubicBezTo>
                  <a:cubicBezTo>
                    <a:pt x="235" y="711"/>
                    <a:pt x="236" y="711"/>
                    <a:pt x="232" y="710"/>
                  </a:cubicBezTo>
                  <a:cubicBezTo>
                    <a:pt x="228" y="705"/>
                    <a:pt x="221" y="702"/>
                    <a:pt x="215" y="698"/>
                  </a:cubicBezTo>
                  <a:cubicBezTo>
                    <a:pt x="214" y="697"/>
                    <a:pt x="213" y="697"/>
                    <a:pt x="212" y="697"/>
                  </a:cubicBezTo>
                  <a:cubicBezTo>
                    <a:pt x="212" y="697"/>
                    <a:pt x="212" y="697"/>
                    <a:pt x="212" y="697"/>
                  </a:cubicBezTo>
                  <a:lnTo>
                    <a:pt x="212" y="697"/>
                  </a:lnTo>
                  <a:cubicBezTo>
                    <a:pt x="212" y="697"/>
                    <a:pt x="212" y="696"/>
                    <a:pt x="207" y="691"/>
                  </a:cubicBezTo>
                  <a:cubicBezTo>
                    <a:pt x="201" y="685"/>
                    <a:pt x="196" y="681"/>
                    <a:pt x="193" y="676"/>
                  </a:cubicBezTo>
                  <a:lnTo>
                    <a:pt x="193" y="676"/>
                  </a:lnTo>
                  <a:cubicBezTo>
                    <a:pt x="194" y="677"/>
                    <a:pt x="195" y="678"/>
                    <a:pt x="195" y="678"/>
                  </a:cubicBezTo>
                  <a:cubicBezTo>
                    <a:pt x="195" y="678"/>
                    <a:pt x="187" y="666"/>
                    <a:pt x="186" y="664"/>
                  </a:cubicBezTo>
                  <a:cubicBezTo>
                    <a:pt x="181" y="657"/>
                    <a:pt x="176" y="653"/>
                    <a:pt x="173" y="646"/>
                  </a:cubicBezTo>
                  <a:cubicBezTo>
                    <a:pt x="146" y="595"/>
                    <a:pt x="132" y="520"/>
                    <a:pt x="125" y="459"/>
                  </a:cubicBezTo>
                  <a:cubicBezTo>
                    <a:pt x="118" y="385"/>
                    <a:pt x="116" y="308"/>
                    <a:pt x="119" y="235"/>
                  </a:cubicBezTo>
                  <a:cubicBezTo>
                    <a:pt x="122" y="201"/>
                    <a:pt x="123" y="167"/>
                    <a:pt x="126" y="134"/>
                  </a:cubicBezTo>
                  <a:cubicBezTo>
                    <a:pt x="126" y="129"/>
                    <a:pt x="129" y="120"/>
                    <a:pt x="129" y="114"/>
                  </a:cubicBezTo>
                  <a:cubicBezTo>
                    <a:pt x="129" y="111"/>
                    <a:pt x="131" y="99"/>
                    <a:pt x="131" y="99"/>
                  </a:cubicBezTo>
                  <a:lnTo>
                    <a:pt x="131" y="99"/>
                  </a:lnTo>
                  <a:cubicBezTo>
                    <a:pt x="131" y="99"/>
                    <a:pt x="131" y="100"/>
                    <a:pt x="130" y="104"/>
                  </a:cubicBezTo>
                  <a:lnTo>
                    <a:pt x="136" y="73"/>
                  </a:lnTo>
                  <a:cubicBezTo>
                    <a:pt x="142" y="43"/>
                    <a:pt x="128" y="11"/>
                    <a:pt x="95" y="2"/>
                  </a:cubicBezTo>
                  <a:cubicBezTo>
                    <a:pt x="91" y="1"/>
                    <a:pt x="86" y="1"/>
                    <a:pt x="81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0875" lIns="91425" spcFirstLastPara="1" rIns="91425" wrap="square" tIns="20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45" name="Google Shape;2145;p14"/>
            <p:cNvSpPr/>
            <p:nvPr/>
          </p:nvSpPr>
          <p:spPr>
            <a:xfrm>
              <a:off x="504720" y="2388240"/>
              <a:ext cx="38521" cy="56521"/>
            </a:xfrm>
            <a:custGeom>
              <a:rect b="b" l="l" r="r" t="t"/>
              <a:pathLst>
                <a:path extrusionOk="0" h="1128" w="772">
                  <a:moveTo>
                    <a:pt x="121" y="113"/>
                  </a:moveTo>
                  <a:cubicBezTo>
                    <a:pt x="122" y="114"/>
                    <a:pt x="122" y="114"/>
                    <a:pt x="122" y="114"/>
                  </a:cubicBezTo>
                  <a:cubicBezTo>
                    <a:pt x="122" y="114"/>
                    <a:pt x="122" y="114"/>
                    <a:pt x="121" y="113"/>
                  </a:cubicBezTo>
                  <a:close/>
                  <a:moveTo>
                    <a:pt x="120" y="1"/>
                  </a:moveTo>
                  <a:cubicBezTo>
                    <a:pt x="101" y="1"/>
                    <a:pt x="81" y="5"/>
                    <a:pt x="60" y="15"/>
                  </a:cubicBezTo>
                  <a:cubicBezTo>
                    <a:pt x="1" y="42"/>
                    <a:pt x="37" y="121"/>
                    <a:pt x="92" y="121"/>
                  </a:cubicBezTo>
                  <a:cubicBezTo>
                    <a:pt x="100" y="121"/>
                    <a:pt x="109" y="119"/>
                    <a:pt x="118" y="115"/>
                  </a:cubicBezTo>
                  <a:cubicBezTo>
                    <a:pt x="119" y="114"/>
                    <a:pt x="120" y="114"/>
                    <a:pt x="121" y="113"/>
                  </a:cubicBezTo>
                  <a:lnTo>
                    <a:pt x="121" y="113"/>
                  </a:lnTo>
                  <a:cubicBezTo>
                    <a:pt x="126" y="117"/>
                    <a:pt x="131" y="120"/>
                    <a:pt x="133" y="124"/>
                  </a:cubicBezTo>
                  <a:cubicBezTo>
                    <a:pt x="154" y="154"/>
                    <a:pt x="169" y="188"/>
                    <a:pt x="181" y="224"/>
                  </a:cubicBezTo>
                  <a:cubicBezTo>
                    <a:pt x="214" y="320"/>
                    <a:pt x="232" y="421"/>
                    <a:pt x="257" y="518"/>
                  </a:cubicBezTo>
                  <a:cubicBezTo>
                    <a:pt x="275" y="598"/>
                    <a:pt x="292" y="688"/>
                    <a:pt x="334" y="761"/>
                  </a:cubicBezTo>
                  <a:cubicBezTo>
                    <a:pt x="411" y="894"/>
                    <a:pt x="553" y="979"/>
                    <a:pt x="643" y="1102"/>
                  </a:cubicBezTo>
                  <a:cubicBezTo>
                    <a:pt x="656" y="1120"/>
                    <a:pt x="673" y="1127"/>
                    <a:pt x="691" y="1127"/>
                  </a:cubicBezTo>
                  <a:cubicBezTo>
                    <a:pt x="732" y="1127"/>
                    <a:pt x="772" y="1087"/>
                    <a:pt x="741" y="1044"/>
                  </a:cubicBezTo>
                  <a:cubicBezTo>
                    <a:pt x="660" y="931"/>
                    <a:pt x="550" y="846"/>
                    <a:pt x="462" y="741"/>
                  </a:cubicBezTo>
                  <a:cubicBezTo>
                    <a:pt x="415" y="686"/>
                    <a:pt x="400" y="620"/>
                    <a:pt x="381" y="550"/>
                  </a:cubicBezTo>
                  <a:cubicBezTo>
                    <a:pt x="360" y="463"/>
                    <a:pt x="343" y="377"/>
                    <a:pt x="320" y="292"/>
                  </a:cubicBezTo>
                  <a:cubicBezTo>
                    <a:pt x="300" y="218"/>
                    <a:pt x="281" y="140"/>
                    <a:pt x="240" y="76"/>
                  </a:cubicBezTo>
                  <a:cubicBezTo>
                    <a:pt x="209" y="30"/>
                    <a:pt x="168" y="1"/>
                    <a:pt x="120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8425" lIns="91425" spcFirstLastPara="1" rIns="91425" wrap="square" tIns="28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2146" name="Google Shape;2146;p14"/>
          <p:cNvSpPr/>
          <p:nvPr/>
        </p:nvSpPr>
        <p:spPr>
          <a:xfrm>
            <a:off x="3408482" y="495820"/>
            <a:ext cx="23793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3C3C3B"/>
                </a:solidFill>
                <a:latin typeface="Barriecito"/>
                <a:ea typeface="Barriecito"/>
                <a:cs typeface="Barriecito"/>
                <a:sym typeface="Barriecito"/>
              </a:rPr>
              <a:t>Progress</a:t>
            </a:r>
            <a:endParaRPr b="0" i="0" sz="40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147" name="Google Shape;2147;p14"/>
          <p:cNvSpPr/>
          <p:nvPr/>
        </p:nvSpPr>
        <p:spPr>
          <a:xfrm>
            <a:off x="1603280" y="1324930"/>
            <a:ext cx="3714600" cy="1294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3C3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1"/>
                </a:solidFill>
                <a:latin typeface="Barriecito"/>
                <a:ea typeface="Barriecito"/>
                <a:cs typeface="Barriecito"/>
                <a:sym typeface="Barriecito"/>
              </a:rPr>
              <a:t>Planned out finished Admin page</a:t>
            </a:r>
            <a:endParaRPr sz="1200"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148" name="Google Shape;2148;p14"/>
          <p:cNvSpPr/>
          <p:nvPr/>
        </p:nvSpPr>
        <p:spPr>
          <a:xfrm>
            <a:off x="1603280" y="2897730"/>
            <a:ext cx="3714600" cy="1294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3C3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Barriecito"/>
                <a:ea typeface="Barriecito"/>
                <a:cs typeface="Barriecito"/>
                <a:sym typeface="Barriecito"/>
              </a:rPr>
              <a:t>Prepared and presented at Clarkfest</a:t>
            </a:r>
            <a:endParaRPr sz="1000"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2149" name="Google Shape;2149;p14"/>
          <p:cNvGrpSpPr/>
          <p:nvPr/>
        </p:nvGrpSpPr>
        <p:grpSpPr>
          <a:xfrm rot="2368230">
            <a:off x="6357118" y="1744498"/>
            <a:ext cx="1247259" cy="1746115"/>
            <a:chOff x="5634000" y="1806840"/>
            <a:chExt cx="943205" cy="1320452"/>
          </a:xfrm>
        </p:grpSpPr>
        <p:sp>
          <p:nvSpPr>
            <p:cNvPr id="2150" name="Google Shape;2150;p14"/>
            <p:cNvSpPr/>
            <p:nvPr/>
          </p:nvSpPr>
          <p:spPr>
            <a:xfrm>
              <a:off x="5636520" y="1905840"/>
              <a:ext cx="940685" cy="1221452"/>
            </a:xfrm>
            <a:custGeom>
              <a:rect b="b" l="l" r="r" t="t"/>
              <a:pathLst>
                <a:path extrusionOk="0" h="24252" w="18682">
                  <a:moveTo>
                    <a:pt x="11140" y="11690"/>
                  </a:moveTo>
                  <a:cubicBezTo>
                    <a:pt x="11313" y="11690"/>
                    <a:pt x="11487" y="11693"/>
                    <a:pt x="11661" y="11699"/>
                  </a:cubicBezTo>
                  <a:cubicBezTo>
                    <a:pt x="12033" y="11712"/>
                    <a:pt x="12418" y="11781"/>
                    <a:pt x="12793" y="11781"/>
                  </a:cubicBezTo>
                  <a:cubicBezTo>
                    <a:pt x="12905" y="11781"/>
                    <a:pt x="13017" y="11774"/>
                    <a:pt x="13128" y="11759"/>
                  </a:cubicBezTo>
                  <a:cubicBezTo>
                    <a:pt x="13140" y="11757"/>
                    <a:pt x="13149" y="11752"/>
                    <a:pt x="13160" y="11749"/>
                  </a:cubicBezTo>
                  <a:cubicBezTo>
                    <a:pt x="13162" y="11752"/>
                    <a:pt x="13163" y="11754"/>
                    <a:pt x="13166" y="11756"/>
                  </a:cubicBezTo>
                  <a:cubicBezTo>
                    <a:pt x="12637" y="12474"/>
                    <a:pt x="11878" y="12933"/>
                    <a:pt x="11071" y="13299"/>
                  </a:cubicBezTo>
                  <a:cubicBezTo>
                    <a:pt x="10099" y="13741"/>
                    <a:pt x="9085" y="14110"/>
                    <a:pt x="8064" y="14428"/>
                  </a:cubicBezTo>
                  <a:cubicBezTo>
                    <a:pt x="6077" y="15051"/>
                    <a:pt x="4062" y="15364"/>
                    <a:pt x="1988" y="15364"/>
                  </a:cubicBezTo>
                  <a:cubicBezTo>
                    <a:pt x="1942" y="15364"/>
                    <a:pt x="1896" y="15364"/>
                    <a:pt x="1850" y="15364"/>
                  </a:cubicBezTo>
                  <a:cubicBezTo>
                    <a:pt x="1864" y="15358"/>
                    <a:pt x="1879" y="15348"/>
                    <a:pt x="1890" y="15334"/>
                  </a:cubicBezTo>
                  <a:cubicBezTo>
                    <a:pt x="3178" y="13775"/>
                    <a:pt x="5006" y="12857"/>
                    <a:pt x="6921" y="12297"/>
                  </a:cubicBezTo>
                  <a:cubicBezTo>
                    <a:pt x="7938" y="12000"/>
                    <a:pt x="8987" y="11807"/>
                    <a:pt x="10044" y="11730"/>
                  </a:cubicBezTo>
                  <a:cubicBezTo>
                    <a:pt x="10409" y="11703"/>
                    <a:pt x="10774" y="11690"/>
                    <a:pt x="11140" y="11690"/>
                  </a:cubicBezTo>
                  <a:close/>
                  <a:moveTo>
                    <a:pt x="13437" y="12028"/>
                  </a:moveTo>
                  <a:cubicBezTo>
                    <a:pt x="14118" y="12712"/>
                    <a:pt x="14791" y="13402"/>
                    <a:pt x="15456" y="14107"/>
                  </a:cubicBezTo>
                  <a:cubicBezTo>
                    <a:pt x="15992" y="14675"/>
                    <a:pt x="16522" y="15249"/>
                    <a:pt x="17044" y="15830"/>
                  </a:cubicBezTo>
                  <a:cubicBezTo>
                    <a:pt x="17553" y="16393"/>
                    <a:pt x="18362" y="17054"/>
                    <a:pt x="18143" y="17902"/>
                  </a:cubicBezTo>
                  <a:cubicBezTo>
                    <a:pt x="17932" y="18721"/>
                    <a:pt x="17108" y="19138"/>
                    <a:pt x="16411" y="19485"/>
                  </a:cubicBezTo>
                  <a:cubicBezTo>
                    <a:pt x="15731" y="19825"/>
                    <a:pt x="15041" y="20152"/>
                    <a:pt x="14349" y="20470"/>
                  </a:cubicBezTo>
                  <a:cubicBezTo>
                    <a:pt x="11485" y="21776"/>
                    <a:pt x="8502" y="22867"/>
                    <a:pt x="5403" y="23460"/>
                  </a:cubicBezTo>
                  <a:cubicBezTo>
                    <a:pt x="4674" y="23597"/>
                    <a:pt x="3943" y="23709"/>
                    <a:pt x="3206" y="23787"/>
                  </a:cubicBezTo>
                  <a:cubicBezTo>
                    <a:pt x="2933" y="23816"/>
                    <a:pt x="2650" y="23841"/>
                    <a:pt x="2367" y="23841"/>
                  </a:cubicBezTo>
                  <a:cubicBezTo>
                    <a:pt x="2004" y="23841"/>
                    <a:pt x="1642" y="23799"/>
                    <a:pt x="1306" y="23669"/>
                  </a:cubicBezTo>
                  <a:cubicBezTo>
                    <a:pt x="430" y="23334"/>
                    <a:pt x="389" y="22506"/>
                    <a:pt x="507" y="21693"/>
                  </a:cubicBezTo>
                  <a:cubicBezTo>
                    <a:pt x="622" y="20899"/>
                    <a:pt x="763" y="20110"/>
                    <a:pt x="916" y="19323"/>
                  </a:cubicBezTo>
                  <a:cubicBezTo>
                    <a:pt x="1159" y="18073"/>
                    <a:pt x="1442" y="16833"/>
                    <a:pt x="1764" y="15603"/>
                  </a:cubicBezTo>
                  <a:cubicBezTo>
                    <a:pt x="2182" y="15649"/>
                    <a:pt x="2602" y="15671"/>
                    <a:pt x="3022" y="15671"/>
                  </a:cubicBezTo>
                  <a:cubicBezTo>
                    <a:pt x="4891" y="15671"/>
                    <a:pt x="6768" y="15247"/>
                    <a:pt x="8529" y="14675"/>
                  </a:cubicBezTo>
                  <a:cubicBezTo>
                    <a:pt x="10201" y="14132"/>
                    <a:pt x="12340" y="13520"/>
                    <a:pt x="13437" y="12028"/>
                  </a:cubicBezTo>
                  <a:close/>
                  <a:moveTo>
                    <a:pt x="6289" y="1"/>
                  </a:moveTo>
                  <a:lnTo>
                    <a:pt x="6021" y="8"/>
                  </a:lnTo>
                  <a:cubicBezTo>
                    <a:pt x="6021" y="11"/>
                    <a:pt x="6021" y="12"/>
                    <a:pt x="6024" y="15"/>
                  </a:cubicBezTo>
                  <a:cubicBezTo>
                    <a:pt x="6304" y="1305"/>
                    <a:pt x="6707" y="2573"/>
                    <a:pt x="7122" y="3824"/>
                  </a:cubicBezTo>
                  <a:cubicBezTo>
                    <a:pt x="7513" y="5007"/>
                    <a:pt x="7863" y="6293"/>
                    <a:pt x="8437" y="7400"/>
                  </a:cubicBezTo>
                  <a:cubicBezTo>
                    <a:pt x="8465" y="7452"/>
                    <a:pt x="8510" y="7474"/>
                    <a:pt x="8558" y="7474"/>
                  </a:cubicBezTo>
                  <a:cubicBezTo>
                    <a:pt x="8572" y="7474"/>
                    <a:pt x="8585" y="7472"/>
                    <a:pt x="8598" y="7469"/>
                  </a:cubicBezTo>
                  <a:cubicBezTo>
                    <a:pt x="10014" y="8720"/>
                    <a:pt x="11392" y="10013"/>
                    <a:pt x="12736" y="11335"/>
                  </a:cubicBezTo>
                  <a:cubicBezTo>
                    <a:pt x="12354" y="11268"/>
                    <a:pt x="11934" y="11281"/>
                    <a:pt x="11563" y="11271"/>
                  </a:cubicBezTo>
                  <a:cubicBezTo>
                    <a:pt x="11436" y="11268"/>
                    <a:pt x="11309" y="11266"/>
                    <a:pt x="11182" y="11266"/>
                  </a:cubicBezTo>
                  <a:cubicBezTo>
                    <a:pt x="10738" y="11266"/>
                    <a:pt x="10294" y="11287"/>
                    <a:pt x="9853" y="11326"/>
                  </a:cubicBezTo>
                  <a:cubicBezTo>
                    <a:pt x="8727" y="11428"/>
                    <a:pt x="7614" y="11648"/>
                    <a:pt x="6538" y="11992"/>
                  </a:cubicBezTo>
                  <a:cubicBezTo>
                    <a:pt x="4835" y="12539"/>
                    <a:pt x="3100" y="13387"/>
                    <a:pt x="1975" y="14818"/>
                  </a:cubicBezTo>
                  <a:cubicBezTo>
                    <a:pt x="2044" y="14569"/>
                    <a:pt x="2115" y="14317"/>
                    <a:pt x="2187" y="14067"/>
                  </a:cubicBezTo>
                  <a:cubicBezTo>
                    <a:pt x="2450" y="13169"/>
                    <a:pt x="2730" y="12279"/>
                    <a:pt x="3033" y="11393"/>
                  </a:cubicBezTo>
                  <a:cubicBezTo>
                    <a:pt x="3293" y="10629"/>
                    <a:pt x="3595" y="9881"/>
                    <a:pt x="3454" y="9070"/>
                  </a:cubicBezTo>
                  <a:lnTo>
                    <a:pt x="3454" y="9070"/>
                  </a:lnTo>
                  <a:lnTo>
                    <a:pt x="3256" y="9103"/>
                  </a:lnTo>
                  <a:cubicBezTo>
                    <a:pt x="2958" y="10823"/>
                    <a:pt x="2219" y="12474"/>
                    <a:pt x="1738" y="14151"/>
                  </a:cubicBezTo>
                  <a:cubicBezTo>
                    <a:pt x="1231" y="15918"/>
                    <a:pt x="809" y="17708"/>
                    <a:pt x="468" y="19512"/>
                  </a:cubicBezTo>
                  <a:cubicBezTo>
                    <a:pt x="314" y="20329"/>
                    <a:pt x="147" y="21156"/>
                    <a:pt x="62" y="21982"/>
                  </a:cubicBezTo>
                  <a:cubicBezTo>
                    <a:pt x="1" y="22584"/>
                    <a:pt x="69" y="23206"/>
                    <a:pt x="521" y="23648"/>
                  </a:cubicBezTo>
                  <a:cubicBezTo>
                    <a:pt x="999" y="24118"/>
                    <a:pt x="1666" y="24252"/>
                    <a:pt x="2349" y="24252"/>
                  </a:cubicBezTo>
                  <a:cubicBezTo>
                    <a:pt x="2927" y="24252"/>
                    <a:pt x="3516" y="24156"/>
                    <a:pt x="4014" y="24088"/>
                  </a:cubicBezTo>
                  <a:cubicBezTo>
                    <a:pt x="7363" y="23627"/>
                    <a:pt x="10591" y="22549"/>
                    <a:pt x="13680" y="21201"/>
                  </a:cubicBezTo>
                  <a:cubicBezTo>
                    <a:pt x="14498" y="20847"/>
                    <a:pt x="15303" y="20471"/>
                    <a:pt x="16102" y="20081"/>
                  </a:cubicBezTo>
                  <a:cubicBezTo>
                    <a:pt x="16779" y="19751"/>
                    <a:pt x="17535" y="19441"/>
                    <a:pt x="18048" y="18867"/>
                  </a:cubicBezTo>
                  <a:cubicBezTo>
                    <a:pt x="18428" y="18440"/>
                    <a:pt x="18681" y="17852"/>
                    <a:pt x="18552" y="17275"/>
                  </a:cubicBezTo>
                  <a:cubicBezTo>
                    <a:pt x="18404" y="16615"/>
                    <a:pt x="17830" y="16101"/>
                    <a:pt x="17392" y="15615"/>
                  </a:cubicBezTo>
                  <a:cubicBezTo>
                    <a:pt x="16160" y="14244"/>
                    <a:pt x="14889" y="12911"/>
                    <a:pt x="13581" y="11614"/>
                  </a:cubicBezTo>
                  <a:cubicBezTo>
                    <a:pt x="13571" y="11597"/>
                    <a:pt x="13556" y="11583"/>
                    <a:pt x="13539" y="11572"/>
                  </a:cubicBezTo>
                  <a:cubicBezTo>
                    <a:pt x="12019" y="10064"/>
                    <a:pt x="10448" y="8604"/>
                    <a:pt x="8831" y="7201"/>
                  </a:cubicBezTo>
                  <a:cubicBezTo>
                    <a:pt x="8794" y="7168"/>
                    <a:pt x="8752" y="7156"/>
                    <a:pt x="8712" y="7156"/>
                  </a:cubicBezTo>
                  <a:cubicBezTo>
                    <a:pt x="8700" y="7156"/>
                    <a:pt x="8689" y="7157"/>
                    <a:pt x="8678" y="7159"/>
                  </a:cubicBezTo>
                  <a:cubicBezTo>
                    <a:pt x="8348" y="5968"/>
                    <a:pt x="7823" y="4808"/>
                    <a:pt x="7435" y="3634"/>
                  </a:cubicBezTo>
                  <a:cubicBezTo>
                    <a:pt x="7037" y="2427"/>
                    <a:pt x="6687" y="1205"/>
                    <a:pt x="62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0900" lIns="120900" spcFirstLastPara="1" rIns="120900" wrap="square" tIns="120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38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51" name="Google Shape;2151;p14"/>
            <p:cNvSpPr/>
            <p:nvPr/>
          </p:nvSpPr>
          <p:spPr>
            <a:xfrm>
              <a:off x="5656320" y="2511720"/>
              <a:ext cx="905059" cy="594717"/>
            </a:xfrm>
            <a:custGeom>
              <a:rect b="b" l="l" r="r" t="t"/>
              <a:pathLst>
                <a:path extrusionOk="0" h="11814" w="17970">
                  <a:moveTo>
                    <a:pt x="13046" y="1"/>
                  </a:moveTo>
                  <a:cubicBezTo>
                    <a:pt x="11950" y="1493"/>
                    <a:pt x="9812" y="2105"/>
                    <a:pt x="8140" y="2648"/>
                  </a:cubicBezTo>
                  <a:cubicBezTo>
                    <a:pt x="6378" y="3220"/>
                    <a:pt x="4501" y="3644"/>
                    <a:pt x="2633" y="3644"/>
                  </a:cubicBezTo>
                  <a:cubicBezTo>
                    <a:pt x="2213" y="3644"/>
                    <a:pt x="1793" y="3622"/>
                    <a:pt x="1375" y="3576"/>
                  </a:cubicBezTo>
                  <a:cubicBezTo>
                    <a:pt x="1053" y="4805"/>
                    <a:pt x="770" y="6048"/>
                    <a:pt x="526" y="7296"/>
                  </a:cubicBezTo>
                  <a:cubicBezTo>
                    <a:pt x="375" y="8083"/>
                    <a:pt x="230" y="8872"/>
                    <a:pt x="118" y="9666"/>
                  </a:cubicBezTo>
                  <a:cubicBezTo>
                    <a:pt x="0" y="10480"/>
                    <a:pt x="41" y="11307"/>
                    <a:pt x="916" y="11642"/>
                  </a:cubicBezTo>
                  <a:cubicBezTo>
                    <a:pt x="1253" y="11772"/>
                    <a:pt x="1614" y="11814"/>
                    <a:pt x="1977" y="11814"/>
                  </a:cubicBezTo>
                  <a:cubicBezTo>
                    <a:pt x="2260" y="11814"/>
                    <a:pt x="2543" y="11789"/>
                    <a:pt x="2816" y="11760"/>
                  </a:cubicBezTo>
                  <a:cubicBezTo>
                    <a:pt x="3552" y="11682"/>
                    <a:pt x="4286" y="11570"/>
                    <a:pt x="5013" y="11433"/>
                  </a:cubicBezTo>
                  <a:cubicBezTo>
                    <a:pt x="8113" y="10840"/>
                    <a:pt x="11096" y="9749"/>
                    <a:pt x="13959" y="8443"/>
                  </a:cubicBezTo>
                  <a:cubicBezTo>
                    <a:pt x="14652" y="8125"/>
                    <a:pt x="15341" y="7798"/>
                    <a:pt x="16021" y="7458"/>
                  </a:cubicBezTo>
                  <a:cubicBezTo>
                    <a:pt x="16715" y="7108"/>
                    <a:pt x="17541" y="6694"/>
                    <a:pt x="17751" y="5875"/>
                  </a:cubicBezTo>
                  <a:cubicBezTo>
                    <a:pt x="17969" y="5027"/>
                    <a:pt x="17160" y="4364"/>
                    <a:pt x="16653" y="3803"/>
                  </a:cubicBezTo>
                  <a:cubicBezTo>
                    <a:pt x="16131" y="3222"/>
                    <a:pt x="15601" y="2648"/>
                    <a:pt x="15066" y="2080"/>
                  </a:cubicBezTo>
                  <a:cubicBezTo>
                    <a:pt x="14403" y="1375"/>
                    <a:pt x="13729" y="685"/>
                    <a:pt x="1304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0900" lIns="120900" spcFirstLastPara="1" rIns="120900" wrap="square" tIns="120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38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52" name="Google Shape;2152;p14"/>
            <p:cNvSpPr/>
            <p:nvPr/>
          </p:nvSpPr>
          <p:spPr>
            <a:xfrm>
              <a:off x="5729760" y="2494800"/>
              <a:ext cx="569506" cy="184683"/>
            </a:xfrm>
            <a:custGeom>
              <a:rect b="b" l="l" r="r" t="t"/>
              <a:pathLst>
                <a:path extrusionOk="0" h="3674" w="11316">
                  <a:moveTo>
                    <a:pt x="9308" y="1"/>
                  </a:moveTo>
                  <a:cubicBezTo>
                    <a:pt x="8936" y="1"/>
                    <a:pt x="8565" y="14"/>
                    <a:pt x="8194" y="41"/>
                  </a:cubicBezTo>
                  <a:cubicBezTo>
                    <a:pt x="7137" y="116"/>
                    <a:pt x="6090" y="310"/>
                    <a:pt x="5071" y="608"/>
                  </a:cubicBezTo>
                  <a:cubicBezTo>
                    <a:pt x="3156" y="1168"/>
                    <a:pt x="1328" y="2083"/>
                    <a:pt x="40" y="3643"/>
                  </a:cubicBezTo>
                  <a:cubicBezTo>
                    <a:pt x="29" y="3659"/>
                    <a:pt x="13" y="3669"/>
                    <a:pt x="0" y="3673"/>
                  </a:cubicBezTo>
                  <a:cubicBezTo>
                    <a:pt x="46" y="3673"/>
                    <a:pt x="92" y="3674"/>
                    <a:pt x="138" y="3674"/>
                  </a:cubicBezTo>
                  <a:cubicBezTo>
                    <a:pt x="2212" y="3674"/>
                    <a:pt x="4227" y="3360"/>
                    <a:pt x="6213" y="2738"/>
                  </a:cubicBezTo>
                  <a:cubicBezTo>
                    <a:pt x="7232" y="2419"/>
                    <a:pt x="8249" y="2051"/>
                    <a:pt x="9221" y="1608"/>
                  </a:cubicBezTo>
                  <a:cubicBezTo>
                    <a:pt x="10028" y="1241"/>
                    <a:pt x="10787" y="785"/>
                    <a:pt x="11316" y="65"/>
                  </a:cubicBezTo>
                  <a:cubicBezTo>
                    <a:pt x="11313" y="62"/>
                    <a:pt x="11312" y="60"/>
                    <a:pt x="11310" y="58"/>
                  </a:cubicBezTo>
                  <a:cubicBezTo>
                    <a:pt x="11299" y="62"/>
                    <a:pt x="11290" y="67"/>
                    <a:pt x="11278" y="69"/>
                  </a:cubicBezTo>
                  <a:cubicBezTo>
                    <a:pt x="11170" y="84"/>
                    <a:pt x="11061" y="90"/>
                    <a:pt x="10950" y="90"/>
                  </a:cubicBezTo>
                  <a:cubicBezTo>
                    <a:pt x="10573" y="90"/>
                    <a:pt x="10185" y="21"/>
                    <a:pt x="9811" y="9"/>
                  </a:cubicBezTo>
                  <a:cubicBezTo>
                    <a:pt x="9643" y="3"/>
                    <a:pt x="9475" y="1"/>
                    <a:pt x="93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0900" lIns="120900" spcFirstLastPara="1" rIns="120900" wrap="square" tIns="120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38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53" name="Google Shape;2153;p14"/>
            <p:cNvSpPr/>
            <p:nvPr/>
          </p:nvSpPr>
          <p:spPr>
            <a:xfrm>
              <a:off x="6068520" y="2378160"/>
              <a:ext cx="68041" cy="60119"/>
            </a:xfrm>
            <a:custGeom>
              <a:rect b="b" l="l" r="r" t="t"/>
              <a:pathLst>
                <a:path extrusionOk="0" h="1204" w="1356">
                  <a:moveTo>
                    <a:pt x="637" y="290"/>
                  </a:moveTo>
                  <a:cubicBezTo>
                    <a:pt x="729" y="290"/>
                    <a:pt x="824" y="325"/>
                    <a:pt x="893" y="385"/>
                  </a:cubicBezTo>
                  <a:cubicBezTo>
                    <a:pt x="1043" y="520"/>
                    <a:pt x="982" y="734"/>
                    <a:pt x="838" y="846"/>
                  </a:cubicBezTo>
                  <a:cubicBezTo>
                    <a:pt x="765" y="903"/>
                    <a:pt x="695" y="927"/>
                    <a:pt x="630" y="927"/>
                  </a:cubicBezTo>
                  <a:cubicBezTo>
                    <a:pt x="405" y="927"/>
                    <a:pt x="252" y="631"/>
                    <a:pt x="326" y="393"/>
                  </a:cubicBezTo>
                  <a:lnTo>
                    <a:pt x="326" y="393"/>
                  </a:lnTo>
                  <a:cubicBezTo>
                    <a:pt x="332" y="393"/>
                    <a:pt x="338" y="394"/>
                    <a:pt x="343" y="394"/>
                  </a:cubicBezTo>
                  <a:cubicBezTo>
                    <a:pt x="373" y="394"/>
                    <a:pt x="404" y="384"/>
                    <a:pt x="434" y="360"/>
                  </a:cubicBezTo>
                  <a:cubicBezTo>
                    <a:pt x="491" y="312"/>
                    <a:pt x="563" y="290"/>
                    <a:pt x="637" y="290"/>
                  </a:cubicBezTo>
                  <a:close/>
                  <a:moveTo>
                    <a:pt x="646" y="1"/>
                  </a:moveTo>
                  <a:cubicBezTo>
                    <a:pt x="503" y="1"/>
                    <a:pt x="362" y="48"/>
                    <a:pt x="253" y="150"/>
                  </a:cubicBezTo>
                  <a:cubicBezTo>
                    <a:pt x="247" y="156"/>
                    <a:pt x="241" y="157"/>
                    <a:pt x="233" y="164"/>
                  </a:cubicBezTo>
                  <a:cubicBezTo>
                    <a:pt x="15" y="377"/>
                    <a:pt x="0" y="730"/>
                    <a:pt x="179" y="974"/>
                  </a:cubicBezTo>
                  <a:cubicBezTo>
                    <a:pt x="293" y="1129"/>
                    <a:pt x="461" y="1203"/>
                    <a:pt x="633" y="1203"/>
                  </a:cubicBezTo>
                  <a:cubicBezTo>
                    <a:pt x="783" y="1203"/>
                    <a:pt x="937" y="1147"/>
                    <a:pt x="1059" y="1037"/>
                  </a:cubicBezTo>
                  <a:cubicBezTo>
                    <a:pt x="1318" y="805"/>
                    <a:pt x="1355" y="407"/>
                    <a:pt x="1087" y="167"/>
                  </a:cubicBezTo>
                  <a:cubicBezTo>
                    <a:pt x="966" y="60"/>
                    <a:pt x="805" y="1"/>
                    <a:pt x="6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9975" lIns="120900" spcFirstLastPara="1" rIns="120900" wrap="square" tIns="39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38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54" name="Google Shape;2154;p14"/>
            <p:cNvSpPr/>
            <p:nvPr/>
          </p:nvSpPr>
          <p:spPr>
            <a:xfrm>
              <a:off x="5941440" y="2298600"/>
              <a:ext cx="115200" cy="93599"/>
            </a:xfrm>
            <a:custGeom>
              <a:rect b="b" l="l" r="r" t="t"/>
              <a:pathLst>
                <a:path extrusionOk="0" h="1866" w="2297">
                  <a:moveTo>
                    <a:pt x="1227" y="287"/>
                  </a:moveTo>
                  <a:cubicBezTo>
                    <a:pt x="1301" y="287"/>
                    <a:pt x="1376" y="299"/>
                    <a:pt x="1451" y="325"/>
                  </a:cubicBezTo>
                  <a:cubicBezTo>
                    <a:pt x="1787" y="438"/>
                    <a:pt x="1942" y="815"/>
                    <a:pt x="1841" y="1146"/>
                  </a:cubicBezTo>
                  <a:cubicBezTo>
                    <a:pt x="1748" y="1450"/>
                    <a:pt x="1441" y="1573"/>
                    <a:pt x="1138" y="1573"/>
                  </a:cubicBezTo>
                  <a:cubicBezTo>
                    <a:pt x="1027" y="1573"/>
                    <a:pt x="917" y="1556"/>
                    <a:pt x="818" y="1526"/>
                  </a:cubicBezTo>
                  <a:cubicBezTo>
                    <a:pt x="442" y="1413"/>
                    <a:pt x="143" y="873"/>
                    <a:pt x="576" y="608"/>
                  </a:cubicBezTo>
                  <a:cubicBezTo>
                    <a:pt x="597" y="595"/>
                    <a:pt x="607" y="574"/>
                    <a:pt x="611" y="553"/>
                  </a:cubicBezTo>
                  <a:cubicBezTo>
                    <a:pt x="787" y="399"/>
                    <a:pt x="999" y="287"/>
                    <a:pt x="1227" y="287"/>
                  </a:cubicBezTo>
                  <a:close/>
                  <a:moveTo>
                    <a:pt x="1229" y="0"/>
                  </a:moveTo>
                  <a:cubicBezTo>
                    <a:pt x="871" y="0"/>
                    <a:pt x="507" y="174"/>
                    <a:pt x="342" y="495"/>
                  </a:cubicBezTo>
                  <a:cubicBezTo>
                    <a:pt x="333" y="513"/>
                    <a:pt x="329" y="534"/>
                    <a:pt x="332" y="556"/>
                  </a:cubicBezTo>
                  <a:cubicBezTo>
                    <a:pt x="0" y="813"/>
                    <a:pt x="66" y="1369"/>
                    <a:pt x="407" y="1634"/>
                  </a:cubicBezTo>
                  <a:cubicBezTo>
                    <a:pt x="603" y="1786"/>
                    <a:pt x="876" y="1866"/>
                    <a:pt x="1147" y="1866"/>
                  </a:cubicBezTo>
                  <a:cubicBezTo>
                    <a:pt x="1479" y="1866"/>
                    <a:pt x="1809" y="1746"/>
                    <a:pt x="1994" y="1489"/>
                  </a:cubicBezTo>
                  <a:cubicBezTo>
                    <a:pt x="2296" y="1073"/>
                    <a:pt x="2193" y="421"/>
                    <a:pt x="1752" y="143"/>
                  </a:cubicBezTo>
                  <a:cubicBezTo>
                    <a:pt x="1598" y="47"/>
                    <a:pt x="1414" y="0"/>
                    <a:pt x="12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1875" lIns="120900" spcFirstLastPara="1" rIns="120900" wrap="square" tIns="61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38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55" name="Google Shape;2155;p14"/>
            <p:cNvSpPr/>
            <p:nvPr/>
          </p:nvSpPr>
          <p:spPr>
            <a:xfrm>
              <a:off x="5960160" y="2206440"/>
              <a:ext cx="57599" cy="50401"/>
            </a:xfrm>
            <a:custGeom>
              <a:rect b="b" l="l" r="r" t="t"/>
              <a:pathLst>
                <a:path extrusionOk="0" h="1005" w="1154">
                  <a:moveTo>
                    <a:pt x="476" y="175"/>
                  </a:moveTo>
                  <a:cubicBezTo>
                    <a:pt x="618" y="175"/>
                    <a:pt x="759" y="271"/>
                    <a:pt x="806" y="408"/>
                  </a:cubicBezTo>
                  <a:cubicBezTo>
                    <a:pt x="853" y="555"/>
                    <a:pt x="737" y="684"/>
                    <a:pt x="603" y="725"/>
                  </a:cubicBezTo>
                  <a:cubicBezTo>
                    <a:pt x="575" y="734"/>
                    <a:pt x="547" y="738"/>
                    <a:pt x="520" y="738"/>
                  </a:cubicBezTo>
                  <a:cubicBezTo>
                    <a:pt x="415" y="738"/>
                    <a:pt x="328" y="672"/>
                    <a:pt x="297" y="556"/>
                  </a:cubicBezTo>
                  <a:cubicBezTo>
                    <a:pt x="276" y="490"/>
                    <a:pt x="279" y="412"/>
                    <a:pt x="306" y="344"/>
                  </a:cubicBezTo>
                  <a:cubicBezTo>
                    <a:pt x="333" y="279"/>
                    <a:pt x="395" y="242"/>
                    <a:pt x="425" y="179"/>
                  </a:cubicBezTo>
                  <a:cubicBezTo>
                    <a:pt x="442" y="177"/>
                    <a:pt x="459" y="175"/>
                    <a:pt x="476" y="175"/>
                  </a:cubicBezTo>
                  <a:close/>
                  <a:moveTo>
                    <a:pt x="563" y="1"/>
                  </a:moveTo>
                  <a:cubicBezTo>
                    <a:pt x="497" y="1"/>
                    <a:pt x="431" y="14"/>
                    <a:pt x="368" y="42"/>
                  </a:cubicBezTo>
                  <a:cubicBezTo>
                    <a:pt x="363" y="39"/>
                    <a:pt x="355" y="39"/>
                    <a:pt x="348" y="38"/>
                  </a:cubicBezTo>
                  <a:cubicBezTo>
                    <a:pt x="343" y="37"/>
                    <a:pt x="338" y="37"/>
                    <a:pt x="333" y="37"/>
                  </a:cubicBezTo>
                  <a:cubicBezTo>
                    <a:pt x="71" y="37"/>
                    <a:pt x="1" y="472"/>
                    <a:pt x="55" y="660"/>
                  </a:cubicBezTo>
                  <a:cubicBezTo>
                    <a:pt x="118" y="881"/>
                    <a:pt x="313" y="1004"/>
                    <a:pt x="522" y="1004"/>
                  </a:cubicBezTo>
                  <a:cubicBezTo>
                    <a:pt x="588" y="1004"/>
                    <a:pt x="655" y="992"/>
                    <a:pt x="720" y="967"/>
                  </a:cubicBezTo>
                  <a:cubicBezTo>
                    <a:pt x="986" y="865"/>
                    <a:pt x="1153" y="571"/>
                    <a:pt x="1029" y="298"/>
                  </a:cubicBezTo>
                  <a:cubicBezTo>
                    <a:pt x="943" y="113"/>
                    <a:pt x="755" y="1"/>
                    <a:pt x="5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3325" lIns="120900" spcFirstLastPara="1" rIns="120900" wrap="square" tIns="33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38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56" name="Google Shape;2156;p14"/>
            <p:cNvSpPr/>
            <p:nvPr/>
          </p:nvSpPr>
          <p:spPr>
            <a:xfrm>
              <a:off x="5634000" y="1806840"/>
              <a:ext cx="353159" cy="160203"/>
            </a:xfrm>
            <a:custGeom>
              <a:rect b="b" l="l" r="r" t="t"/>
              <a:pathLst>
                <a:path extrusionOk="0" h="3187" w="7020">
                  <a:moveTo>
                    <a:pt x="5583" y="1"/>
                  </a:moveTo>
                  <a:cubicBezTo>
                    <a:pt x="5392" y="1"/>
                    <a:pt x="5197" y="35"/>
                    <a:pt x="5000" y="86"/>
                  </a:cubicBezTo>
                  <a:cubicBezTo>
                    <a:pt x="4269" y="275"/>
                    <a:pt x="3542" y="491"/>
                    <a:pt x="2812" y="691"/>
                  </a:cubicBezTo>
                  <a:cubicBezTo>
                    <a:pt x="1948" y="926"/>
                    <a:pt x="470" y="1191"/>
                    <a:pt x="123" y="2178"/>
                  </a:cubicBezTo>
                  <a:cubicBezTo>
                    <a:pt x="1" y="2522"/>
                    <a:pt x="97" y="2896"/>
                    <a:pt x="429" y="3083"/>
                  </a:cubicBezTo>
                  <a:cubicBezTo>
                    <a:pt x="561" y="3157"/>
                    <a:pt x="691" y="3186"/>
                    <a:pt x="819" y="3186"/>
                  </a:cubicBezTo>
                  <a:cubicBezTo>
                    <a:pt x="983" y="3186"/>
                    <a:pt x="1143" y="3138"/>
                    <a:pt x="1300" y="3071"/>
                  </a:cubicBezTo>
                  <a:lnTo>
                    <a:pt x="1459" y="3007"/>
                  </a:lnTo>
                  <a:cubicBezTo>
                    <a:pt x="1487" y="3003"/>
                    <a:pt x="1519" y="3000"/>
                    <a:pt x="1548" y="2994"/>
                  </a:cubicBezTo>
                  <a:lnTo>
                    <a:pt x="1521" y="2790"/>
                  </a:lnTo>
                  <a:cubicBezTo>
                    <a:pt x="1356" y="2835"/>
                    <a:pt x="1181" y="2871"/>
                    <a:pt x="1008" y="2872"/>
                  </a:cubicBezTo>
                  <a:cubicBezTo>
                    <a:pt x="978" y="2876"/>
                    <a:pt x="949" y="2878"/>
                    <a:pt x="919" y="2878"/>
                  </a:cubicBezTo>
                  <a:cubicBezTo>
                    <a:pt x="809" y="2878"/>
                    <a:pt x="701" y="2851"/>
                    <a:pt x="595" y="2798"/>
                  </a:cubicBezTo>
                  <a:cubicBezTo>
                    <a:pt x="559" y="2589"/>
                    <a:pt x="524" y="2382"/>
                    <a:pt x="488" y="2172"/>
                  </a:cubicBezTo>
                  <a:cubicBezTo>
                    <a:pt x="572" y="1875"/>
                    <a:pt x="1048" y="1652"/>
                    <a:pt x="1306" y="1527"/>
                  </a:cubicBezTo>
                  <a:cubicBezTo>
                    <a:pt x="1903" y="1241"/>
                    <a:pt x="2564" y="1095"/>
                    <a:pt x="3199" y="915"/>
                  </a:cubicBezTo>
                  <a:cubicBezTo>
                    <a:pt x="3826" y="738"/>
                    <a:pt x="4452" y="541"/>
                    <a:pt x="5085" y="389"/>
                  </a:cubicBezTo>
                  <a:cubicBezTo>
                    <a:pt x="5252" y="349"/>
                    <a:pt x="5413" y="321"/>
                    <a:pt x="5570" y="321"/>
                  </a:cubicBezTo>
                  <a:cubicBezTo>
                    <a:pt x="5793" y="321"/>
                    <a:pt x="6007" y="378"/>
                    <a:pt x="6209" y="541"/>
                  </a:cubicBezTo>
                  <a:cubicBezTo>
                    <a:pt x="6622" y="873"/>
                    <a:pt x="6588" y="1447"/>
                    <a:pt x="6170" y="1746"/>
                  </a:cubicBezTo>
                  <a:lnTo>
                    <a:pt x="6076" y="1974"/>
                  </a:lnTo>
                  <a:lnTo>
                    <a:pt x="6342" y="1967"/>
                  </a:lnTo>
                  <a:cubicBezTo>
                    <a:pt x="7020" y="1567"/>
                    <a:pt x="6923" y="578"/>
                    <a:pt x="6272" y="185"/>
                  </a:cubicBezTo>
                  <a:cubicBezTo>
                    <a:pt x="6051" y="52"/>
                    <a:pt x="5820" y="1"/>
                    <a:pt x="55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06150" lIns="120900" spcFirstLastPara="1" rIns="120900" wrap="square" tIns="1061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38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57" name="Google Shape;2157;p14"/>
            <p:cNvSpPr/>
            <p:nvPr/>
          </p:nvSpPr>
          <p:spPr>
            <a:xfrm>
              <a:off x="5710680" y="1892520"/>
              <a:ext cx="233643" cy="64440"/>
            </a:xfrm>
            <a:custGeom>
              <a:rect b="b" l="l" r="r" t="t"/>
              <a:pathLst>
                <a:path extrusionOk="0" h="1289" w="4648">
                  <a:moveTo>
                    <a:pt x="4558" y="0"/>
                  </a:moveTo>
                  <a:cubicBezTo>
                    <a:pt x="4556" y="0"/>
                    <a:pt x="4555" y="0"/>
                    <a:pt x="4553" y="0"/>
                  </a:cubicBezTo>
                  <a:cubicBezTo>
                    <a:pt x="3004" y="125"/>
                    <a:pt x="1463" y="576"/>
                    <a:pt x="1" y="1085"/>
                  </a:cubicBezTo>
                  <a:lnTo>
                    <a:pt x="28" y="1289"/>
                  </a:lnTo>
                  <a:cubicBezTo>
                    <a:pt x="742" y="1189"/>
                    <a:pt x="1442" y="927"/>
                    <a:pt x="2139" y="759"/>
                  </a:cubicBezTo>
                  <a:cubicBezTo>
                    <a:pt x="2938" y="566"/>
                    <a:pt x="3752" y="444"/>
                    <a:pt x="4554" y="268"/>
                  </a:cubicBezTo>
                  <a:lnTo>
                    <a:pt x="4648" y="40"/>
                  </a:lnTo>
                  <a:cubicBezTo>
                    <a:pt x="4627" y="14"/>
                    <a:pt x="4598" y="0"/>
                    <a:pt x="45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2850" lIns="120900" spcFirstLastPara="1" rIns="120900" wrap="square" tIns="4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38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58" name="Google Shape;2158;p14"/>
            <p:cNvSpPr/>
            <p:nvPr/>
          </p:nvSpPr>
          <p:spPr>
            <a:xfrm>
              <a:off x="5799240" y="2080440"/>
              <a:ext cx="49681" cy="47521"/>
            </a:xfrm>
            <a:custGeom>
              <a:rect b="b" l="l" r="r" t="t"/>
              <a:pathLst>
                <a:path extrusionOk="0" h="948" w="990">
                  <a:moveTo>
                    <a:pt x="454" y="169"/>
                  </a:moveTo>
                  <a:cubicBezTo>
                    <a:pt x="463" y="175"/>
                    <a:pt x="474" y="178"/>
                    <a:pt x="487" y="178"/>
                  </a:cubicBezTo>
                  <a:cubicBezTo>
                    <a:pt x="633" y="189"/>
                    <a:pt x="756" y="329"/>
                    <a:pt x="753" y="474"/>
                  </a:cubicBezTo>
                  <a:cubicBezTo>
                    <a:pt x="752" y="617"/>
                    <a:pt x="623" y="699"/>
                    <a:pt x="491" y="701"/>
                  </a:cubicBezTo>
                  <a:cubicBezTo>
                    <a:pt x="488" y="701"/>
                    <a:pt x="486" y="701"/>
                    <a:pt x="483" y="701"/>
                  </a:cubicBezTo>
                  <a:cubicBezTo>
                    <a:pt x="175" y="701"/>
                    <a:pt x="186" y="265"/>
                    <a:pt x="446" y="175"/>
                  </a:cubicBezTo>
                  <a:cubicBezTo>
                    <a:pt x="447" y="173"/>
                    <a:pt x="451" y="171"/>
                    <a:pt x="454" y="169"/>
                  </a:cubicBezTo>
                  <a:close/>
                  <a:moveTo>
                    <a:pt x="495" y="0"/>
                  </a:moveTo>
                  <a:cubicBezTo>
                    <a:pt x="493" y="0"/>
                    <a:pt x="491" y="0"/>
                    <a:pt x="488" y="0"/>
                  </a:cubicBezTo>
                  <a:cubicBezTo>
                    <a:pt x="465" y="0"/>
                    <a:pt x="448" y="8"/>
                    <a:pt x="434" y="19"/>
                  </a:cubicBezTo>
                  <a:cubicBezTo>
                    <a:pt x="429" y="16"/>
                    <a:pt x="422" y="15"/>
                    <a:pt x="414" y="15"/>
                  </a:cubicBezTo>
                  <a:cubicBezTo>
                    <a:pt x="410" y="15"/>
                    <a:pt x="406" y="16"/>
                    <a:pt x="402" y="16"/>
                  </a:cubicBezTo>
                  <a:cubicBezTo>
                    <a:pt x="158" y="54"/>
                    <a:pt x="1" y="299"/>
                    <a:pt x="16" y="538"/>
                  </a:cubicBezTo>
                  <a:cubicBezTo>
                    <a:pt x="33" y="785"/>
                    <a:pt x="253" y="948"/>
                    <a:pt x="490" y="948"/>
                  </a:cubicBezTo>
                  <a:cubicBezTo>
                    <a:pt x="500" y="948"/>
                    <a:pt x="509" y="948"/>
                    <a:pt x="519" y="947"/>
                  </a:cubicBezTo>
                  <a:cubicBezTo>
                    <a:pt x="772" y="933"/>
                    <a:pt x="990" y="736"/>
                    <a:pt x="976" y="474"/>
                  </a:cubicBezTo>
                  <a:cubicBezTo>
                    <a:pt x="962" y="221"/>
                    <a:pt x="749" y="0"/>
                    <a:pt x="4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1400" lIns="120900" spcFirstLastPara="1" rIns="120900" wrap="square" tIns="31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38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59" name="Google Shape;2159;p14"/>
            <p:cNvSpPr/>
            <p:nvPr/>
          </p:nvSpPr>
          <p:spPr>
            <a:xfrm>
              <a:off x="5740560" y="1973160"/>
              <a:ext cx="85320" cy="73801"/>
            </a:xfrm>
            <a:custGeom>
              <a:rect b="b" l="l" r="r" t="t"/>
              <a:pathLst>
                <a:path extrusionOk="0" h="1470" w="1703">
                  <a:moveTo>
                    <a:pt x="904" y="221"/>
                  </a:moveTo>
                  <a:cubicBezTo>
                    <a:pt x="973" y="221"/>
                    <a:pt x="1044" y="237"/>
                    <a:pt x="1118" y="275"/>
                  </a:cubicBezTo>
                  <a:cubicBezTo>
                    <a:pt x="1362" y="402"/>
                    <a:pt x="1433" y="754"/>
                    <a:pt x="1298" y="987"/>
                  </a:cubicBezTo>
                  <a:cubicBezTo>
                    <a:pt x="1205" y="1148"/>
                    <a:pt x="1023" y="1231"/>
                    <a:pt x="841" y="1231"/>
                  </a:cubicBezTo>
                  <a:cubicBezTo>
                    <a:pt x="734" y="1231"/>
                    <a:pt x="627" y="1202"/>
                    <a:pt x="537" y="1144"/>
                  </a:cubicBezTo>
                  <a:cubicBezTo>
                    <a:pt x="299" y="988"/>
                    <a:pt x="240" y="669"/>
                    <a:pt x="335" y="417"/>
                  </a:cubicBezTo>
                  <a:lnTo>
                    <a:pt x="335" y="417"/>
                  </a:lnTo>
                  <a:cubicBezTo>
                    <a:pt x="348" y="429"/>
                    <a:pt x="364" y="436"/>
                    <a:pt x="380" y="436"/>
                  </a:cubicBezTo>
                  <a:cubicBezTo>
                    <a:pt x="390" y="436"/>
                    <a:pt x="401" y="433"/>
                    <a:pt x="411" y="427"/>
                  </a:cubicBezTo>
                  <a:cubicBezTo>
                    <a:pt x="570" y="328"/>
                    <a:pt x="728" y="221"/>
                    <a:pt x="904" y="221"/>
                  </a:cubicBezTo>
                  <a:close/>
                  <a:moveTo>
                    <a:pt x="886" y="1"/>
                  </a:moveTo>
                  <a:cubicBezTo>
                    <a:pt x="673" y="1"/>
                    <a:pt x="459" y="76"/>
                    <a:pt x="360" y="247"/>
                  </a:cubicBezTo>
                  <a:cubicBezTo>
                    <a:pt x="344" y="230"/>
                    <a:pt x="320" y="219"/>
                    <a:pt x="296" y="219"/>
                  </a:cubicBezTo>
                  <a:cubicBezTo>
                    <a:pt x="272" y="219"/>
                    <a:pt x="246" y="230"/>
                    <a:pt x="228" y="258"/>
                  </a:cubicBezTo>
                  <a:cubicBezTo>
                    <a:pt x="0" y="604"/>
                    <a:pt x="64" y="1107"/>
                    <a:pt x="420" y="1344"/>
                  </a:cubicBezTo>
                  <a:cubicBezTo>
                    <a:pt x="545" y="1428"/>
                    <a:pt x="696" y="1469"/>
                    <a:pt x="847" y="1469"/>
                  </a:cubicBezTo>
                  <a:cubicBezTo>
                    <a:pt x="1102" y="1469"/>
                    <a:pt x="1357" y="1352"/>
                    <a:pt x="1495" y="1131"/>
                  </a:cubicBezTo>
                  <a:cubicBezTo>
                    <a:pt x="1702" y="803"/>
                    <a:pt x="1621" y="311"/>
                    <a:pt x="1281" y="101"/>
                  </a:cubicBezTo>
                  <a:cubicBezTo>
                    <a:pt x="1176" y="36"/>
                    <a:pt x="1031" y="1"/>
                    <a:pt x="8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9025" lIns="120900" spcFirstLastPara="1" rIns="120900" wrap="square" tIns="49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38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60" name="Google Shape;2160;p14"/>
            <p:cNvSpPr/>
            <p:nvPr/>
          </p:nvSpPr>
          <p:spPr>
            <a:xfrm>
              <a:off x="5699520" y="1958040"/>
              <a:ext cx="110880" cy="405710"/>
            </a:xfrm>
            <a:custGeom>
              <a:rect b="b" l="l" r="r" t="t"/>
              <a:pathLst>
                <a:path extrusionOk="0" h="8061" w="2207">
                  <a:moveTo>
                    <a:pt x="160" y="0"/>
                  </a:moveTo>
                  <a:lnTo>
                    <a:pt x="2" y="64"/>
                  </a:lnTo>
                  <a:cubicBezTo>
                    <a:pt x="0" y="654"/>
                    <a:pt x="234" y="1259"/>
                    <a:pt x="376" y="1823"/>
                  </a:cubicBezTo>
                  <a:cubicBezTo>
                    <a:pt x="552" y="2520"/>
                    <a:pt x="726" y="3217"/>
                    <a:pt x="902" y="3914"/>
                  </a:cubicBezTo>
                  <a:cubicBezTo>
                    <a:pt x="1240" y="5255"/>
                    <a:pt x="1476" y="6689"/>
                    <a:pt x="1950" y="7989"/>
                  </a:cubicBezTo>
                  <a:cubicBezTo>
                    <a:pt x="1964" y="8024"/>
                    <a:pt x="1984" y="8045"/>
                    <a:pt x="2008" y="8061"/>
                  </a:cubicBezTo>
                  <a:lnTo>
                    <a:pt x="2207" y="8028"/>
                  </a:lnTo>
                  <a:cubicBezTo>
                    <a:pt x="2205" y="8013"/>
                    <a:pt x="2203" y="7996"/>
                    <a:pt x="2198" y="7980"/>
                  </a:cubicBezTo>
                  <a:cubicBezTo>
                    <a:pt x="2203" y="7963"/>
                    <a:pt x="2204" y="7943"/>
                    <a:pt x="2200" y="7919"/>
                  </a:cubicBezTo>
                  <a:cubicBezTo>
                    <a:pt x="2001" y="6550"/>
                    <a:pt x="1534" y="5174"/>
                    <a:pt x="1198" y="3831"/>
                  </a:cubicBezTo>
                  <a:cubicBezTo>
                    <a:pt x="1032" y="3168"/>
                    <a:pt x="866" y="2503"/>
                    <a:pt x="699" y="1840"/>
                  </a:cubicBezTo>
                  <a:cubicBezTo>
                    <a:pt x="549" y="1242"/>
                    <a:pt x="464" y="547"/>
                    <a:pt x="16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0900" lIns="120900" spcFirstLastPara="1" rIns="120900" wrap="square" tIns="120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38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4" name="Shape 2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5" name="Google Shape;2165;p15"/>
          <p:cNvSpPr/>
          <p:nvPr/>
        </p:nvSpPr>
        <p:spPr>
          <a:xfrm>
            <a:off x="1175155" y="1924355"/>
            <a:ext cx="3714600" cy="1294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3C3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chemeClr val="dk1"/>
                </a:solidFill>
                <a:latin typeface="Barriecito"/>
                <a:ea typeface="Barriecito"/>
                <a:cs typeface="Barriecito"/>
                <a:sym typeface="Barriecito"/>
              </a:rPr>
              <a:t>Forgot a </a:t>
            </a:r>
            <a:r>
              <a:rPr b="1" lang="en-US" sz="2300">
                <a:solidFill>
                  <a:schemeClr val="dk1"/>
                </a:solidFill>
                <a:latin typeface="Barriecito"/>
                <a:ea typeface="Barriecito"/>
                <a:cs typeface="Barriecito"/>
                <a:sym typeface="Barriecito"/>
              </a:rPr>
              <a:t>life size</a:t>
            </a:r>
            <a:r>
              <a:rPr b="1" lang="en-US" sz="2300">
                <a:solidFill>
                  <a:schemeClr val="dk1"/>
                </a:solidFill>
                <a:latin typeface="Barriecito"/>
                <a:ea typeface="Barriecito"/>
                <a:cs typeface="Barriecito"/>
                <a:sym typeface="Barriecito"/>
              </a:rPr>
              <a:t> picture of </a:t>
            </a:r>
            <a:r>
              <a:rPr b="1" lang="en-US" sz="2300">
                <a:solidFill>
                  <a:schemeClr val="dk1"/>
                </a:solidFill>
                <a:latin typeface="Barriecito"/>
                <a:ea typeface="Barriecito"/>
                <a:cs typeface="Barriecito"/>
                <a:sym typeface="Barriecito"/>
              </a:rPr>
              <a:t>cyanobacteria on poster</a:t>
            </a:r>
            <a:endParaRPr sz="500"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166" name="Google Shape;2166;p15"/>
          <p:cNvSpPr/>
          <p:nvPr/>
        </p:nvSpPr>
        <p:spPr>
          <a:xfrm>
            <a:off x="1234938" y="604800"/>
            <a:ext cx="2852400" cy="7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88575" lIns="177200" spcFirstLastPara="1" rIns="177200" wrap="square" tIns="88575">
            <a:noAutofit/>
          </a:bodyPr>
          <a:lstStyle/>
          <a:p>
            <a:pPr indent="0" lvl="0" marL="0" marR="0" rtl="0" algn="l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3C3C3B"/>
                </a:solidFill>
                <a:latin typeface="Barriecito"/>
                <a:ea typeface="Barriecito"/>
                <a:cs typeface="Barriecito"/>
                <a:sym typeface="Barriecito"/>
              </a:rPr>
              <a:t>Challenges</a:t>
            </a:r>
            <a:endParaRPr b="0" i="0" sz="40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pic>
        <p:nvPicPr>
          <p:cNvPr descr="Page not found linear icon (Provided by Getty Images)" id="2167" name="Google Shape;2167;p15"/>
          <p:cNvPicPr preferRelativeResize="0"/>
          <p:nvPr/>
        </p:nvPicPr>
        <p:blipFill rotWithShape="1">
          <a:blip r:embed="rId3">
            <a:alphaModFix/>
          </a:blip>
          <a:srcRect b="26777" l="14085" r="16048" t="15861"/>
          <a:stretch/>
        </p:blipFill>
        <p:spPr>
          <a:xfrm>
            <a:off x="5321825" y="1417963"/>
            <a:ext cx="2810424" cy="2307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1" name="Shape 2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72" name="Google Shape;2172;p16"/>
          <p:cNvGrpSpPr/>
          <p:nvPr/>
        </p:nvGrpSpPr>
        <p:grpSpPr>
          <a:xfrm>
            <a:off x="5698440" y="4092840"/>
            <a:ext cx="583201" cy="506160"/>
            <a:chOff x="5698440" y="4092840"/>
            <a:chExt cx="583201" cy="506160"/>
          </a:xfrm>
        </p:grpSpPr>
        <p:sp>
          <p:nvSpPr>
            <p:cNvPr id="2173" name="Google Shape;2173;p16"/>
            <p:cNvSpPr/>
            <p:nvPr/>
          </p:nvSpPr>
          <p:spPr>
            <a:xfrm>
              <a:off x="5752080" y="4127040"/>
              <a:ext cx="486011" cy="430192"/>
            </a:xfrm>
            <a:custGeom>
              <a:rect b="b" l="l" r="r" t="t"/>
              <a:pathLst>
                <a:path extrusionOk="0" h="8547" w="9656">
                  <a:moveTo>
                    <a:pt x="5182" y="238"/>
                  </a:moveTo>
                  <a:cubicBezTo>
                    <a:pt x="5298" y="238"/>
                    <a:pt x="5416" y="255"/>
                    <a:pt x="5534" y="294"/>
                  </a:cubicBezTo>
                  <a:cubicBezTo>
                    <a:pt x="6033" y="460"/>
                    <a:pt x="6288" y="955"/>
                    <a:pt x="6651" y="1295"/>
                  </a:cubicBezTo>
                  <a:cubicBezTo>
                    <a:pt x="7026" y="1646"/>
                    <a:pt x="7518" y="1826"/>
                    <a:pt x="7989" y="2036"/>
                  </a:cubicBezTo>
                  <a:cubicBezTo>
                    <a:pt x="8010" y="2046"/>
                    <a:pt x="8031" y="2054"/>
                    <a:pt x="8052" y="2066"/>
                  </a:cubicBezTo>
                  <a:cubicBezTo>
                    <a:pt x="8428" y="2236"/>
                    <a:pt x="8786" y="2428"/>
                    <a:pt x="9057" y="2747"/>
                  </a:cubicBezTo>
                  <a:cubicBezTo>
                    <a:pt x="9109" y="2810"/>
                    <a:pt x="9158" y="2875"/>
                    <a:pt x="9200" y="2940"/>
                  </a:cubicBezTo>
                  <a:cubicBezTo>
                    <a:pt x="9200" y="2943"/>
                    <a:pt x="9202" y="2943"/>
                    <a:pt x="9202" y="2944"/>
                  </a:cubicBezTo>
                  <a:cubicBezTo>
                    <a:pt x="9424" y="3287"/>
                    <a:pt x="9492" y="3683"/>
                    <a:pt x="9292" y="4077"/>
                  </a:cubicBezTo>
                  <a:cubicBezTo>
                    <a:pt x="9078" y="4497"/>
                    <a:pt x="8701" y="4821"/>
                    <a:pt x="8347" y="5122"/>
                  </a:cubicBezTo>
                  <a:cubicBezTo>
                    <a:pt x="8171" y="5274"/>
                    <a:pt x="7981" y="5416"/>
                    <a:pt x="7820" y="5580"/>
                  </a:cubicBezTo>
                  <a:cubicBezTo>
                    <a:pt x="7657" y="5746"/>
                    <a:pt x="7525" y="5941"/>
                    <a:pt x="7413" y="6147"/>
                  </a:cubicBezTo>
                  <a:cubicBezTo>
                    <a:pt x="7189" y="6561"/>
                    <a:pt x="7050" y="7013"/>
                    <a:pt x="6831" y="7428"/>
                  </a:cubicBezTo>
                  <a:cubicBezTo>
                    <a:pt x="6724" y="7631"/>
                    <a:pt x="6598" y="7826"/>
                    <a:pt x="6434" y="7989"/>
                  </a:cubicBezTo>
                  <a:cubicBezTo>
                    <a:pt x="6295" y="8125"/>
                    <a:pt x="6115" y="8274"/>
                    <a:pt x="5918" y="8317"/>
                  </a:cubicBezTo>
                  <a:cubicBezTo>
                    <a:pt x="5884" y="8324"/>
                    <a:pt x="5851" y="8327"/>
                    <a:pt x="5819" y="8327"/>
                  </a:cubicBezTo>
                  <a:cubicBezTo>
                    <a:pt x="5543" y="8327"/>
                    <a:pt x="5315" y="8086"/>
                    <a:pt x="5139" y="7897"/>
                  </a:cubicBezTo>
                  <a:cubicBezTo>
                    <a:pt x="4898" y="7638"/>
                    <a:pt x="4670" y="7339"/>
                    <a:pt x="4355" y="7167"/>
                  </a:cubicBezTo>
                  <a:cubicBezTo>
                    <a:pt x="4193" y="7079"/>
                    <a:pt x="4022" y="7044"/>
                    <a:pt x="3849" y="7044"/>
                  </a:cubicBezTo>
                  <a:cubicBezTo>
                    <a:pt x="3686" y="7044"/>
                    <a:pt x="3521" y="7075"/>
                    <a:pt x="3360" y="7120"/>
                  </a:cubicBezTo>
                  <a:cubicBezTo>
                    <a:pt x="2962" y="7234"/>
                    <a:pt x="2586" y="7418"/>
                    <a:pt x="2194" y="7551"/>
                  </a:cubicBezTo>
                  <a:cubicBezTo>
                    <a:pt x="1991" y="7619"/>
                    <a:pt x="1753" y="7694"/>
                    <a:pt x="1525" y="7694"/>
                  </a:cubicBezTo>
                  <a:cubicBezTo>
                    <a:pt x="1393" y="7694"/>
                    <a:pt x="1264" y="7669"/>
                    <a:pt x="1148" y="7602"/>
                  </a:cubicBezTo>
                  <a:cubicBezTo>
                    <a:pt x="748" y="7376"/>
                    <a:pt x="741" y="6894"/>
                    <a:pt x="825" y="6500"/>
                  </a:cubicBezTo>
                  <a:cubicBezTo>
                    <a:pt x="855" y="6360"/>
                    <a:pt x="893" y="6219"/>
                    <a:pt x="930" y="6079"/>
                  </a:cubicBezTo>
                  <a:cubicBezTo>
                    <a:pt x="936" y="6060"/>
                    <a:pt x="940" y="6042"/>
                    <a:pt x="945" y="6021"/>
                  </a:cubicBezTo>
                  <a:cubicBezTo>
                    <a:pt x="1021" y="5735"/>
                    <a:pt x="1089" y="5444"/>
                    <a:pt x="1066" y="5146"/>
                  </a:cubicBezTo>
                  <a:cubicBezTo>
                    <a:pt x="1028" y="4629"/>
                    <a:pt x="641" y="4257"/>
                    <a:pt x="393" y="3829"/>
                  </a:cubicBezTo>
                  <a:cubicBezTo>
                    <a:pt x="309" y="3683"/>
                    <a:pt x="237" y="3521"/>
                    <a:pt x="230" y="3355"/>
                  </a:cubicBezTo>
                  <a:cubicBezTo>
                    <a:pt x="228" y="3334"/>
                    <a:pt x="228" y="3314"/>
                    <a:pt x="230" y="3293"/>
                  </a:cubicBezTo>
                  <a:cubicBezTo>
                    <a:pt x="231" y="3252"/>
                    <a:pt x="238" y="3209"/>
                    <a:pt x="250" y="3165"/>
                  </a:cubicBezTo>
                  <a:cubicBezTo>
                    <a:pt x="287" y="3029"/>
                    <a:pt x="372" y="2909"/>
                    <a:pt x="468" y="2804"/>
                  </a:cubicBezTo>
                  <a:cubicBezTo>
                    <a:pt x="574" y="2689"/>
                    <a:pt x="676" y="2572"/>
                    <a:pt x="801" y="2475"/>
                  </a:cubicBezTo>
                  <a:cubicBezTo>
                    <a:pt x="1016" y="2305"/>
                    <a:pt x="1271" y="2189"/>
                    <a:pt x="1542" y="2146"/>
                  </a:cubicBezTo>
                  <a:cubicBezTo>
                    <a:pt x="1642" y="2159"/>
                    <a:pt x="1741" y="2166"/>
                    <a:pt x="1838" y="2166"/>
                  </a:cubicBezTo>
                  <a:cubicBezTo>
                    <a:pt x="2205" y="2166"/>
                    <a:pt x="2555" y="2071"/>
                    <a:pt x="2864" y="1847"/>
                  </a:cubicBezTo>
                  <a:cubicBezTo>
                    <a:pt x="3255" y="1564"/>
                    <a:pt x="3544" y="1169"/>
                    <a:pt x="3902" y="850"/>
                  </a:cubicBezTo>
                  <a:cubicBezTo>
                    <a:pt x="4257" y="535"/>
                    <a:pt x="4705" y="238"/>
                    <a:pt x="5182" y="238"/>
                  </a:cubicBezTo>
                  <a:close/>
                  <a:moveTo>
                    <a:pt x="5157" y="1"/>
                  </a:moveTo>
                  <a:cubicBezTo>
                    <a:pt x="5077" y="1"/>
                    <a:pt x="4995" y="9"/>
                    <a:pt x="4911" y="25"/>
                  </a:cubicBezTo>
                  <a:cubicBezTo>
                    <a:pt x="4828" y="41"/>
                    <a:pt x="4748" y="62"/>
                    <a:pt x="4670" y="92"/>
                  </a:cubicBezTo>
                  <a:lnTo>
                    <a:pt x="4667" y="92"/>
                  </a:lnTo>
                  <a:cubicBezTo>
                    <a:pt x="4630" y="104"/>
                    <a:pt x="4592" y="120"/>
                    <a:pt x="4553" y="136"/>
                  </a:cubicBezTo>
                  <a:cubicBezTo>
                    <a:pt x="4226" y="276"/>
                    <a:pt x="3930" y="508"/>
                    <a:pt x="3671" y="755"/>
                  </a:cubicBezTo>
                  <a:cubicBezTo>
                    <a:pt x="3642" y="779"/>
                    <a:pt x="3615" y="806"/>
                    <a:pt x="3587" y="834"/>
                  </a:cubicBezTo>
                  <a:cubicBezTo>
                    <a:pt x="3537" y="882"/>
                    <a:pt x="3489" y="932"/>
                    <a:pt x="3441" y="982"/>
                  </a:cubicBezTo>
                  <a:cubicBezTo>
                    <a:pt x="3114" y="1319"/>
                    <a:pt x="2782" y="1721"/>
                    <a:pt x="2319" y="1870"/>
                  </a:cubicBezTo>
                  <a:cubicBezTo>
                    <a:pt x="2168" y="1919"/>
                    <a:pt x="2013" y="1938"/>
                    <a:pt x="1857" y="1938"/>
                  </a:cubicBezTo>
                  <a:cubicBezTo>
                    <a:pt x="1748" y="1938"/>
                    <a:pt x="1640" y="1928"/>
                    <a:pt x="1532" y="1914"/>
                  </a:cubicBezTo>
                  <a:cubicBezTo>
                    <a:pt x="1528" y="1914"/>
                    <a:pt x="1523" y="1913"/>
                    <a:pt x="1519" y="1913"/>
                  </a:cubicBezTo>
                  <a:cubicBezTo>
                    <a:pt x="1500" y="1913"/>
                    <a:pt x="1485" y="1918"/>
                    <a:pt x="1471" y="1925"/>
                  </a:cubicBezTo>
                  <a:cubicBezTo>
                    <a:pt x="1283" y="1954"/>
                    <a:pt x="1100" y="2020"/>
                    <a:pt x="931" y="2114"/>
                  </a:cubicBezTo>
                  <a:cubicBezTo>
                    <a:pt x="896" y="2131"/>
                    <a:pt x="860" y="2151"/>
                    <a:pt x="826" y="2173"/>
                  </a:cubicBezTo>
                  <a:cubicBezTo>
                    <a:pt x="781" y="2202"/>
                    <a:pt x="737" y="2231"/>
                    <a:pt x="695" y="2264"/>
                  </a:cubicBezTo>
                  <a:cubicBezTo>
                    <a:pt x="583" y="2348"/>
                    <a:pt x="485" y="2443"/>
                    <a:pt x="393" y="2545"/>
                  </a:cubicBezTo>
                  <a:cubicBezTo>
                    <a:pt x="284" y="2666"/>
                    <a:pt x="167" y="2781"/>
                    <a:pt x="94" y="2930"/>
                  </a:cubicBezTo>
                  <a:cubicBezTo>
                    <a:pt x="31" y="3053"/>
                    <a:pt x="3" y="3174"/>
                    <a:pt x="2" y="3294"/>
                  </a:cubicBezTo>
                  <a:cubicBezTo>
                    <a:pt x="0" y="3337"/>
                    <a:pt x="3" y="3378"/>
                    <a:pt x="9" y="3420"/>
                  </a:cubicBezTo>
                  <a:cubicBezTo>
                    <a:pt x="44" y="3725"/>
                    <a:pt x="227" y="4013"/>
                    <a:pt x="406" y="4272"/>
                  </a:cubicBezTo>
                  <a:cubicBezTo>
                    <a:pt x="505" y="4418"/>
                    <a:pt x="620" y="4568"/>
                    <a:pt x="705" y="4728"/>
                  </a:cubicBezTo>
                  <a:cubicBezTo>
                    <a:pt x="723" y="4764"/>
                    <a:pt x="740" y="4796"/>
                    <a:pt x="756" y="4832"/>
                  </a:cubicBezTo>
                  <a:cubicBezTo>
                    <a:pt x="780" y="4887"/>
                    <a:pt x="798" y="4942"/>
                    <a:pt x="811" y="4999"/>
                  </a:cubicBezTo>
                  <a:cubicBezTo>
                    <a:pt x="866" y="5234"/>
                    <a:pt x="829" y="5484"/>
                    <a:pt x="777" y="5716"/>
                  </a:cubicBezTo>
                  <a:cubicBezTo>
                    <a:pt x="746" y="5865"/>
                    <a:pt x="703" y="6015"/>
                    <a:pt x="662" y="6165"/>
                  </a:cubicBezTo>
                  <a:cubicBezTo>
                    <a:pt x="649" y="6214"/>
                    <a:pt x="638" y="6263"/>
                    <a:pt x="625" y="6311"/>
                  </a:cubicBezTo>
                  <a:cubicBezTo>
                    <a:pt x="560" y="6579"/>
                    <a:pt x="515" y="6850"/>
                    <a:pt x="563" y="7120"/>
                  </a:cubicBezTo>
                  <a:cubicBezTo>
                    <a:pt x="591" y="7278"/>
                    <a:pt x="656" y="7429"/>
                    <a:pt x="753" y="7553"/>
                  </a:cubicBezTo>
                  <a:cubicBezTo>
                    <a:pt x="775" y="7582"/>
                    <a:pt x="801" y="7611"/>
                    <a:pt x="826" y="7639"/>
                  </a:cubicBezTo>
                  <a:cubicBezTo>
                    <a:pt x="960" y="7777"/>
                    <a:pt x="1134" y="7873"/>
                    <a:pt x="1330" y="7906"/>
                  </a:cubicBezTo>
                  <a:cubicBezTo>
                    <a:pt x="1396" y="7916"/>
                    <a:pt x="1462" y="7921"/>
                    <a:pt x="1528" y="7921"/>
                  </a:cubicBezTo>
                  <a:cubicBezTo>
                    <a:pt x="1656" y="7921"/>
                    <a:pt x="1783" y="7903"/>
                    <a:pt x="1911" y="7873"/>
                  </a:cubicBezTo>
                  <a:cubicBezTo>
                    <a:pt x="1956" y="7864"/>
                    <a:pt x="1998" y="7852"/>
                    <a:pt x="2042" y="7840"/>
                  </a:cubicBezTo>
                  <a:cubicBezTo>
                    <a:pt x="2212" y="7792"/>
                    <a:pt x="2378" y="7728"/>
                    <a:pt x="2538" y="7666"/>
                  </a:cubicBezTo>
                  <a:cubicBezTo>
                    <a:pt x="2810" y="7561"/>
                    <a:pt x="3087" y="7431"/>
                    <a:pt x="3374" y="7347"/>
                  </a:cubicBezTo>
                  <a:lnTo>
                    <a:pt x="3374" y="7346"/>
                  </a:lnTo>
                  <a:cubicBezTo>
                    <a:pt x="3423" y="7332"/>
                    <a:pt x="3468" y="7319"/>
                    <a:pt x="3518" y="7310"/>
                  </a:cubicBezTo>
                  <a:cubicBezTo>
                    <a:pt x="3588" y="7292"/>
                    <a:pt x="3659" y="7282"/>
                    <a:pt x="3730" y="7274"/>
                  </a:cubicBezTo>
                  <a:cubicBezTo>
                    <a:pt x="3764" y="7270"/>
                    <a:pt x="3796" y="7268"/>
                    <a:pt x="3828" y="7268"/>
                  </a:cubicBezTo>
                  <a:cubicBezTo>
                    <a:pt x="4160" y="7268"/>
                    <a:pt x="4411" y="7457"/>
                    <a:pt x="4643" y="7696"/>
                  </a:cubicBezTo>
                  <a:cubicBezTo>
                    <a:pt x="4674" y="7728"/>
                    <a:pt x="4705" y="7762"/>
                    <a:pt x="4735" y="7795"/>
                  </a:cubicBezTo>
                  <a:cubicBezTo>
                    <a:pt x="4770" y="7835"/>
                    <a:pt x="4806" y="7873"/>
                    <a:pt x="4841" y="7914"/>
                  </a:cubicBezTo>
                  <a:cubicBezTo>
                    <a:pt x="5021" y="8120"/>
                    <a:pt x="5208" y="8326"/>
                    <a:pt x="5446" y="8454"/>
                  </a:cubicBezTo>
                  <a:cubicBezTo>
                    <a:pt x="5567" y="8519"/>
                    <a:pt x="5686" y="8547"/>
                    <a:pt x="5801" y="8547"/>
                  </a:cubicBezTo>
                  <a:cubicBezTo>
                    <a:pt x="5882" y="8547"/>
                    <a:pt x="5961" y="8533"/>
                    <a:pt x="6039" y="8509"/>
                  </a:cubicBezTo>
                  <a:cubicBezTo>
                    <a:pt x="6074" y="8497"/>
                    <a:pt x="6109" y="8485"/>
                    <a:pt x="6146" y="8468"/>
                  </a:cubicBezTo>
                  <a:cubicBezTo>
                    <a:pt x="6254" y="8419"/>
                    <a:pt x="6357" y="8352"/>
                    <a:pt x="6457" y="8273"/>
                  </a:cubicBezTo>
                  <a:cubicBezTo>
                    <a:pt x="6705" y="8074"/>
                    <a:pt x="6876" y="7826"/>
                    <a:pt x="7018" y="7557"/>
                  </a:cubicBezTo>
                  <a:cubicBezTo>
                    <a:pt x="7036" y="7523"/>
                    <a:pt x="7053" y="7489"/>
                    <a:pt x="7072" y="7454"/>
                  </a:cubicBezTo>
                  <a:cubicBezTo>
                    <a:pt x="7243" y="7101"/>
                    <a:pt x="7371" y="6721"/>
                    <a:pt x="7548" y="6369"/>
                  </a:cubicBezTo>
                  <a:lnTo>
                    <a:pt x="7600" y="6269"/>
                  </a:lnTo>
                  <a:cubicBezTo>
                    <a:pt x="7698" y="6087"/>
                    <a:pt x="7813" y="5917"/>
                    <a:pt x="7955" y="5766"/>
                  </a:cubicBezTo>
                  <a:cubicBezTo>
                    <a:pt x="8150" y="5559"/>
                    <a:pt x="8373" y="5379"/>
                    <a:pt x="8591" y="5197"/>
                  </a:cubicBezTo>
                  <a:cubicBezTo>
                    <a:pt x="8662" y="5138"/>
                    <a:pt x="8733" y="5078"/>
                    <a:pt x="8802" y="5016"/>
                  </a:cubicBezTo>
                  <a:cubicBezTo>
                    <a:pt x="8903" y="4925"/>
                    <a:pt x="9002" y="4833"/>
                    <a:pt x="9094" y="4733"/>
                  </a:cubicBezTo>
                  <a:cubicBezTo>
                    <a:pt x="9277" y="4536"/>
                    <a:pt x="9445" y="4312"/>
                    <a:pt x="9547" y="4061"/>
                  </a:cubicBezTo>
                  <a:cubicBezTo>
                    <a:pt x="9573" y="4003"/>
                    <a:pt x="9591" y="3946"/>
                    <a:pt x="9608" y="3887"/>
                  </a:cubicBezTo>
                  <a:cubicBezTo>
                    <a:pt x="9641" y="3773"/>
                    <a:pt x="9655" y="3649"/>
                    <a:pt x="9648" y="3521"/>
                  </a:cubicBezTo>
                  <a:cubicBezTo>
                    <a:pt x="9632" y="3233"/>
                    <a:pt x="9512" y="2958"/>
                    <a:pt x="9336" y="2725"/>
                  </a:cubicBezTo>
                  <a:cubicBezTo>
                    <a:pt x="9314" y="2692"/>
                    <a:pt x="9289" y="2661"/>
                    <a:pt x="9263" y="2631"/>
                  </a:cubicBezTo>
                  <a:cubicBezTo>
                    <a:pt x="9149" y="2495"/>
                    <a:pt x="9020" y="2376"/>
                    <a:pt x="8883" y="2277"/>
                  </a:cubicBezTo>
                  <a:cubicBezTo>
                    <a:pt x="8625" y="2084"/>
                    <a:pt x="8334" y="1948"/>
                    <a:pt x="8038" y="1819"/>
                  </a:cubicBezTo>
                  <a:cubicBezTo>
                    <a:pt x="8003" y="1805"/>
                    <a:pt x="7967" y="1786"/>
                    <a:pt x="7932" y="1772"/>
                  </a:cubicBezTo>
                  <a:cubicBezTo>
                    <a:pt x="7797" y="1713"/>
                    <a:pt x="7661" y="1652"/>
                    <a:pt x="7528" y="1591"/>
                  </a:cubicBezTo>
                  <a:cubicBezTo>
                    <a:pt x="7386" y="1523"/>
                    <a:pt x="7246" y="1449"/>
                    <a:pt x="7114" y="1361"/>
                  </a:cubicBezTo>
                  <a:cubicBezTo>
                    <a:pt x="7066" y="1330"/>
                    <a:pt x="7018" y="1298"/>
                    <a:pt x="6972" y="1262"/>
                  </a:cubicBezTo>
                  <a:cubicBezTo>
                    <a:pt x="6937" y="1238"/>
                    <a:pt x="6904" y="1211"/>
                    <a:pt x="6870" y="1183"/>
                  </a:cubicBezTo>
                  <a:cubicBezTo>
                    <a:pt x="6679" y="1018"/>
                    <a:pt x="6530" y="811"/>
                    <a:pt x="6360" y="624"/>
                  </a:cubicBezTo>
                  <a:cubicBezTo>
                    <a:pt x="6190" y="437"/>
                    <a:pt x="5996" y="274"/>
                    <a:pt x="5778" y="161"/>
                  </a:cubicBezTo>
                  <a:cubicBezTo>
                    <a:pt x="5744" y="143"/>
                    <a:pt x="5711" y="126"/>
                    <a:pt x="5673" y="111"/>
                  </a:cubicBezTo>
                  <a:cubicBezTo>
                    <a:pt x="5512" y="41"/>
                    <a:pt x="5340" y="1"/>
                    <a:pt x="5157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74" name="Google Shape;2174;p16"/>
            <p:cNvSpPr/>
            <p:nvPr/>
          </p:nvSpPr>
          <p:spPr>
            <a:xfrm>
              <a:off x="5856120" y="4430160"/>
              <a:ext cx="14760" cy="11160"/>
            </a:xfrm>
            <a:custGeom>
              <a:rect b="b" l="l" r="r" t="t"/>
              <a:pathLst>
                <a:path extrusionOk="0" h="230" w="298">
                  <a:moveTo>
                    <a:pt x="149" y="0"/>
                  </a:moveTo>
                  <a:cubicBezTo>
                    <a:pt x="0" y="0"/>
                    <a:pt x="0" y="230"/>
                    <a:pt x="149" y="230"/>
                  </a:cubicBezTo>
                  <a:cubicBezTo>
                    <a:pt x="298" y="230"/>
                    <a:pt x="298" y="0"/>
                    <a:pt x="149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750" lIns="91425" spcFirstLastPara="1" rIns="91425" wrap="square" tIns="5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75" name="Google Shape;2175;p16"/>
            <p:cNvSpPr/>
            <p:nvPr/>
          </p:nvSpPr>
          <p:spPr>
            <a:xfrm>
              <a:off x="6040440" y="4428000"/>
              <a:ext cx="14760" cy="11160"/>
            </a:xfrm>
            <a:custGeom>
              <a:rect b="b" l="l" r="r" t="t"/>
              <a:pathLst>
                <a:path extrusionOk="0" h="232" w="298">
                  <a:moveTo>
                    <a:pt x="149" y="0"/>
                  </a:moveTo>
                  <a:cubicBezTo>
                    <a:pt x="0" y="0"/>
                    <a:pt x="0" y="231"/>
                    <a:pt x="149" y="231"/>
                  </a:cubicBezTo>
                  <a:cubicBezTo>
                    <a:pt x="298" y="231"/>
                    <a:pt x="298" y="0"/>
                    <a:pt x="149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750" lIns="91425" spcFirstLastPara="1" rIns="91425" wrap="square" tIns="5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76" name="Google Shape;2176;p16"/>
            <p:cNvSpPr/>
            <p:nvPr/>
          </p:nvSpPr>
          <p:spPr>
            <a:xfrm>
              <a:off x="6043680" y="4324680"/>
              <a:ext cx="14760" cy="11160"/>
            </a:xfrm>
            <a:custGeom>
              <a:rect b="b" l="l" r="r" t="t"/>
              <a:pathLst>
                <a:path extrusionOk="0" h="232" w="297">
                  <a:moveTo>
                    <a:pt x="147" y="1"/>
                  </a:moveTo>
                  <a:cubicBezTo>
                    <a:pt x="0" y="1"/>
                    <a:pt x="0" y="232"/>
                    <a:pt x="147" y="232"/>
                  </a:cubicBezTo>
                  <a:cubicBezTo>
                    <a:pt x="296" y="232"/>
                    <a:pt x="296" y="1"/>
                    <a:pt x="147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750" lIns="91425" spcFirstLastPara="1" rIns="91425" wrap="square" tIns="5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77" name="Google Shape;2177;p16"/>
            <p:cNvSpPr/>
            <p:nvPr/>
          </p:nvSpPr>
          <p:spPr>
            <a:xfrm>
              <a:off x="5964480" y="4366080"/>
              <a:ext cx="14760" cy="11160"/>
            </a:xfrm>
            <a:custGeom>
              <a:rect b="b" l="l" r="r" t="t"/>
              <a:pathLst>
                <a:path extrusionOk="0" h="231" w="297">
                  <a:moveTo>
                    <a:pt x="148" y="1"/>
                  </a:moveTo>
                  <a:cubicBezTo>
                    <a:pt x="0" y="1"/>
                    <a:pt x="0" y="231"/>
                    <a:pt x="148" y="231"/>
                  </a:cubicBezTo>
                  <a:cubicBezTo>
                    <a:pt x="297" y="231"/>
                    <a:pt x="297" y="1"/>
                    <a:pt x="148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750" lIns="91425" spcFirstLastPara="1" rIns="91425" wrap="square" tIns="5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78" name="Google Shape;2178;p16"/>
            <p:cNvSpPr/>
            <p:nvPr/>
          </p:nvSpPr>
          <p:spPr>
            <a:xfrm>
              <a:off x="5864040" y="4308840"/>
              <a:ext cx="12960" cy="13680"/>
            </a:xfrm>
            <a:custGeom>
              <a:rect b="b" l="l" r="r" t="t"/>
              <a:pathLst>
                <a:path extrusionOk="0" h="277" w="262">
                  <a:moveTo>
                    <a:pt x="119" y="0"/>
                  </a:moveTo>
                  <a:cubicBezTo>
                    <a:pt x="113" y="0"/>
                    <a:pt x="107" y="1"/>
                    <a:pt x="101" y="2"/>
                  </a:cubicBezTo>
                  <a:cubicBezTo>
                    <a:pt x="87" y="3"/>
                    <a:pt x="71" y="7"/>
                    <a:pt x="59" y="16"/>
                  </a:cubicBezTo>
                  <a:cubicBezTo>
                    <a:pt x="50" y="21"/>
                    <a:pt x="43" y="29"/>
                    <a:pt x="36" y="34"/>
                  </a:cubicBezTo>
                  <a:cubicBezTo>
                    <a:pt x="20" y="47"/>
                    <a:pt x="10" y="65"/>
                    <a:pt x="6" y="85"/>
                  </a:cubicBezTo>
                  <a:lnTo>
                    <a:pt x="1" y="116"/>
                  </a:lnTo>
                  <a:cubicBezTo>
                    <a:pt x="1" y="138"/>
                    <a:pt x="6" y="158"/>
                    <a:pt x="16" y="176"/>
                  </a:cubicBezTo>
                  <a:cubicBezTo>
                    <a:pt x="27" y="190"/>
                    <a:pt x="36" y="206"/>
                    <a:pt x="44" y="220"/>
                  </a:cubicBezTo>
                  <a:cubicBezTo>
                    <a:pt x="53" y="234"/>
                    <a:pt x="63" y="243"/>
                    <a:pt x="74" y="251"/>
                  </a:cubicBezTo>
                  <a:cubicBezTo>
                    <a:pt x="86" y="262"/>
                    <a:pt x="100" y="269"/>
                    <a:pt x="114" y="272"/>
                  </a:cubicBezTo>
                  <a:cubicBezTo>
                    <a:pt x="123" y="275"/>
                    <a:pt x="133" y="277"/>
                    <a:pt x="143" y="277"/>
                  </a:cubicBezTo>
                  <a:cubicBezTo>
                    <a:pt x="149" y="277"/>
                    <a:pt x="154" y="276"/>
                    <a:pt x="159" y="275"/>
                  </a:cubicBezTo>
                  <a:cubicBezTo>
                    <a:pt x="173" y="272"/>
                    <a:pt x="190" y="269"/>
                    <a:pt x="202" y="261"/>
                  </a:cubicBezTo>
                  <a:cubicBezTo>
                    <a:pt x="212" y="255"/>
                    <a:pt x="219" y="248"/>
                    <a:pt x="226" y="243"/>
                  </a:cubicBezTo>
                  <a:cubicBezTo>
                    <a:pt x="241" y="228"/>
                    <a:pt x="250" y="211"/>
                    <a:pt x="256" y="192"/>
                  </a:cubicBezTo>
                  <a:cubicBezTo>
                    <a:pt x="257" y="180"/>
                    <a:pt x="258" y="170"/>
                    <a:pt x="261" y="162"/>
                  </a:cubicBezTo>
                  <a:cubicBezTo>
                    <a:pt x="261" y="141"/>
                    <a:pt x="256" y="121"/>
                    <a:pt x="244" y="101"/>
                  </a:cubicBezTo>
                  <a:cubicBezTo>
                    <a:pt x="236" y="87"/>
                    <a:pt x="227" y="71"/>
                    <a:pt x="216" y="57"/>
                  </a:cubicBezTo>
                  <a:cubicBezTo>
                    <a:pt x="207" y="43"/>
                    <a:pt x="199" y="34"/>
                    <a:pt x="186" y="24"/>
                  </a:cubicBezTo>
                  <a:cubicBezTo>
                    <a:pt x="176" y="14"/>
                    <a:pt x="162" y="7"/>
                    <a:pt x="148" y="3"/>
                  </a:cubicBezTo>
                  <a:cubicBezTo>
                    <a:pt x="139" y="1"/>
                    <a:pt x="129" y="0"/>
                    <a:pt x="119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25" lIns="91425" spcFirstLastPara="1" rIns="91425" wrap="square" tIns="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79" name="Google Shape;2179;p16"/>
            <p:cNvSpPr/>
            <p:nvPr/>
          </p:nvSpPr>
          <p:spPr>
            <a:xfrm>
              <a:off x="6149160" y="4322880"/>
              <a:ext cx="14760" cy="11160"/>
            </a:xfrm>
            <a:custGeom>
              <a:rect b="b" l="l" r="r" t="t"/>
              <a:pathLst>
                <a:path extrusionOk="0" h="230" w="299">
                  <a:moveTo>
                    <a:pt x="149" y="0"/>
                  </a:moveTo>
                  <a:cubicBezTo>
                    <a:pt x="0" y="0"/>
                    <a:pt x="0" y="230"/>
                    <a:pt x="149" y="230"/>
                  </a:cubicBezTo>
                  <a:cubicBezTo>
                    <a:pt x="295" y="230"/>
                    <a:pt x="298" y="0"/>
                    <a:pt x="149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750" lIns="91425" spcFirstLastPara="1" rIns="91425" wrap="square" tIns="5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80" name="Google Shape;2180;p16"/>
            <p:cNvSpPr/>
            <p:nvPr/>
          </p:nvSpPr>
          <p:spPr>
            <a:xfrm>
              <a:off x="5906520" y="4436640"/>
              <a:ext cx="31320" cy="20880"/>
            </a:xfrm>
            <a:custGeom>
              <a:rect b="b" l="l" r="r" t="t"/>
              <a:pathLst>
                <a:path extrusionOk="0" h="425" w="631">
                  <a:moveTo>
                    <a:pt x="563" y="0"/>
                  </a:moveTo>
                  <a:cubicBezTo>
                    <a:pt x="554" y="0"/>
                    <a:pt x="544" y="3"/>
                    <a:pt x="536" y="8"/>
                  </a:cubicBezTo>
                  <a:cubicBezTo>
                    <a:pt x="376" y="119"/>
                    <a:pt x="199" y="207"/>
                    <a:pt x="37" y="317"/>
                  </a:cubicBezTo>
                  <a:cubicBezTo>
                    <a:pt x="10" y="334"/>
                    <a:pt x="0" y="367"/>
                    <a:pt x="16" y="395"/>
                  </a:cubicBezTo>
                  <a:cubicBezTo>
                    <a:pt x="26" y="413"/>
                    <a:pt x="47" y="424"/>
                    <a:pt x="67" y="424"/>
                  </a:cubicBezTo>
                  <a:cubicBezTo>
                    <a:pt x="77" y="424"/>
                    <a:pt x="86" y="422"/>
                    <a:pt x="94" y="416"/>
                  </a:cubicBezTo>
                  <a:cubicBezTo>
                    <a:pt x="255" y="305"/>
                    <a:pt x="430" y="218"/>
                    <a:pt x="593" y="108"/>
                  </a:cubicBezTo>
                  <a:cubicBezTo>
                    <a:pt x="618" y="91"/>
                    <a:pt x="631" y="57"/>
                    <a:pt x="614" y="30"/>
                  </a:cubicBezTo>
                  <a:cubicBezTo>
                    <a:pt x="604" y="11"/>
                    <a:pt x="584" y="0"/>
                    <a:pt x="563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425" lIns="91425" spcFirstLastPara="1" rIns="91425" wrap="square" tIns="10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81" name="Google Shape;2181;p16"/>
            <p:cNvSpPr/>
            <p:nvPr/>
          </p:nvSpPr>
          <p:spPr>
            <a:xfrm>
              <a:off x="6080040" y="4380480"/>
              <a:ext cx="24840" cy="27000"/>
            </a:xfrm>
            <a:custGeom>
              <a:rect b="b" l="l" r="r" t="t"/>
              <a:pathLst>
                <a:path extrusionOk="0" h="542" w="500">
                  <a:moveTo>
                    <a:pt x="72" y="1"/>
                  </a:moveTo>
                  <a:cubicBezTo>
                    <a:pt x="51" y="1"/>
                    <a:pt x="28" y="13"/>
                    <a:pt x="18" y="30"/>
                  </a:cubicBezTo>
                  <a:cubicBezTo>
                    <a:pt x="1" y="58"/>
                    <a:pt x="12" y="88"/>
                    <a:pt x="36" y="106"/>
                  </a:cubicBezTo>
                  <a:lnTo>
                    <a:pt x="36" y="108"/>
                  </a:lnTo>
                  <a:lnTo>
                    <a:pt x="38" y="110"/>
                  </a:lnTo>
                  <a:cubicBezTo>
                    <a:pt x="41" y="110"/>
                    <a:pt x="45" y="113"/>
                    <a:pt x="46" y="115"/>
                  </a:cubicBezTo>
                  <a:cubicBezTo>
                    <a:pt x="50" y="119"/>
                    <a:pt x="53" y="122"/>
                    <a:pt x="59" y="126"/>
                  </a:cubicBezTo>
                  <a:lnTo>
                    <a:pt x="83" y="150"/>
                  </a:lnTo>
                  <a:cubicBezTo>
                    <a:pt x="97" y="164"/>
                    <a:pt x="111" y="183"/>
                    <a:pt x="126" y="200"/>
                  </a:cubicBezTo>
                  <a:cubicBezTo>
                    <a:pt x="137" y="212"/>
                    <a:pt x="153" y="234"/>
                    <a:pt x="165" y="252"/>
                  </a:cubicBezTo>
                  <a:cubicBezTo>
                    <a:pt x="179" y="270"/>
                    <a:pt x="194" y="292"/>
                    <a:pt x="208" y="312"/>
                  </a:cubicBezTo>
                  <a:cubicBezTo>
                    <a:pt x="264" y="394"/>
                    <a:pt x="323" y="475"/>
                    <a:pt x="405" y="533"/>
                  </a:cubicBezTo>
                  <a:cubicBezTo>
                    <a:pt x="412" y="538"/>
                    <a:pt x="421" y="541"/>
                    <a:pt x="431" y="541"/>
                  </a:cubicBezTo>
                  <a:cubicBezTo>
                    <a:pt x="451" y="541"/>
                    <a:pt x="473" y="529"/>
                    <a:pt x="483" y="511"/>
                  </a:cubicBezTo>
                  <a:cubicBezTo>
                    <a:pt x="500" y="483"/>
                    <a:pt x="487" y="452"/>
                    <a:pt x="463" y="433"/>
                  </a:cubicBezTo>
                  <a:cubicBezTo>
                    <a:pt x="461" y="433"/>
                    <a:pt x="461" y="432"/>
                    <a:pt x="459" y="432"/>
                  </a:cubicBezTo>
                  <a:cubicBezTo>
                    <a:pt x="461" y="432"/>
                    <a:pt x="459" y="432"/>
                    <a:pt x="457" y="431"/>
                  </a:cubicBezTo>
                  <a:cubicBezTo>
                    <a:pt x="452" y="425"/>
                    <a:pt x="449" y="421"/>
                    <a:pt x="443" y="418"/>
                  </a:cubicBezTo>
                  <a:cubicBezTo>
                    <a:pt x="436" y="409"/>
                    <a:pt x="427" y="402"/>
                    <a:pt x="419" y="392"/>
                  </a:cubicBezTo>
                  <a:cubicBezTo>
                    <a:pt x="402" y="377"/>
                    <a:pt x="388" y="361"/>
                    <a:pt x="374" y="343"/>
                  </a:cubicBezTo>
                  <a:cubicBezTo>
                    <a:pt x="362" y="327"/>
                    <a:pt x="350" y="313"/>
                    <a:pt x="335" y="292"/>
                  </a:cubicBezTo>
                  <a:cubicBezTo>
                    <a:pt x="321" y="273"/>
                    <a:pt x="307" y="252"/>
                    <a:pt x="293" y="232"/>
                  </a:cubicBezTo>
                  <a:cubicBezTo>
                    <a:pt x="236" y="149"/>
                    <a:pt x="178" y="69"/>
                    <a:pt x="97" y="8"/>
                  </a:cubicBezTo>
                  <a:cubicBezTo>
                    <a:pt x="90" y="3"/>
                    <a:pt x="81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3675" lIns="91425" spcFirstLastPara="1" rIns="91425" wrap="square" tIns="13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82" name="Google Shape;2182;p16"/>
            <p:cNvSpPr/>
            <p:nvPr/>
          </p:nvSpPr>
          <p:spPr>
            <a:xfrm>
              <a:off x="6005520" y="4455000"/>
              <a:ext cx="26280" cy="22320"/>
            </a:xfrm>
            <a:custGeom>
              <a:rect b="b" l="l" r="r" t="t"/>
              <a:pathLst>
                <a:path extrusionOk="0" h="451" w="527">
                  <a:moveTo>
                    <a:pt x="59" y="0"/>
                  </a:moveTo>
                  <a:cubicBezTo>
                    <a:pt x="28" y="0"/>
                    <a:pt x="1" y="29"/>
                    <a:pt x="1" y="58"/>
                  </a:cubicBezTo>
                  <a:cubicBezTo>
                    <a:pt x="1" y="92"/>
                    <a:pt x="28" y="115"/>
                    <a:pt x="59" y="117"/>
                  </a:cubicBezTo>
                  <a:cubicBezTo>
                    <a:pt x="59" y="117"/>
                    <a:pt x="62" y="117"/>
                    <a:pt x="65" y="118"/>
                  </a:cubicBezTo>
                  <a:cubicBezTo>
                    <a:pt x="69" y="118"/>
                    <a:pt x="72" y="118"/>
                    <a:pt x="76" y="121"/>
                  </a:cubicBezTo>
                  <a:cubicBezTo>
                    <a:pt x="79" y="122"/>
                    <a:pt x="84" y="122"/>
                    <a:pt x="87" y="124"/>
                  </a:cubicBezTo>
                  <a:lnTo>
                    <a:pt x="90" y="126"/>
                  </a:lnTo>
                  <a:cubicBezTo>
                    <a:pt x="106" y="135"/>
                    <a:pt x="123" y="143"/>
                    <a:pt x="137" y="156"/>
                  </a:cubicBezTo>
                  <a:cubicBezTo>
                    <a:pt x="140" y="158"/>
                    <a:pt x="143" y="159"/>
                    <a:pt x="144" y="162"/>
                  </a:cubicBezTo>
                  <a:cubicBezTo>
                    <a:pt x="148" y="165"/>
                    <a:pt x="154" y="169"/>
                    <a:pt x="157" y="172"/>
                  </a:cubicBezTo>
                  <a:cubicBezTo>
                    <a:pt x="168" y="179"/>
                    <a:pt x="177" y="187"/>
                    <a:pt x="185" y="197"/>
                  </a:cubicBezTo>
                  <a:cubicBezTo>
                    <a:pt x="201" y="213"/>
                    <a:pt x="218" y="228"/>
                    <a:pt x="233" y="247"/>
                  </a:cubicBezTo>
                  <a:cubicBezTo>
                    <a:pt x="297" y="315"/>
                    <a:pt x="355" y="391"/>
                    <a:pt x="433" y="442"/>
                  </a:cubicBezTo>
                  <a:cubicBezTo>
                    <a:pt x="441" y="448"/>
                    <a:pt x="451" y="450"/>
                    <a:pt x="461" y="450"/>
                  </a:cubicBezTo>
                  <a:cubicBezTo>
                    <a:pt x="481" y="450"/>
                    <a:pt x="501" y="439"/>
                    <a:pt x="511" y="421"/>
                  </a:cubicBezTo>
                  <a:cubicBezTo>
                    <a:pt x="527" y="396"/>
                    <a:pt x="517" y="362"/>
                    <a:pt x="491" y="340"/>
                  </a:cubicBezTo>
                  <a:cubicBezTo>
                    <a:pt x="488" y="336"/>
                    <a:pt x="483" y="333"/>
                    <a:pt x="480" y="330"/>
                  </a:cubicBezTo>
                  <a:lnTo>
                    <a:pt x="480" y="329"/>
                  </a:lnTo>
                  <a:lnTo>
                    <a:pt x="477" y="329"/>
                  </a:lnTo>
                  <a:lnTo>
                    <a:pt x="476" y="328"/>
                  </a:lnTo>
                  <a:cubicBezTo>
                    <a:pt x="474" y="328"/>
                    <a:pt x="474" y="328"/>
                    <a:pt x="473" y="326"/>
                  </a:cubicBezTo>
                  <a:cubicBezTo>
                    <a:pt x="466" y="319"/>
                    <a:pt x="456" y="312"/>
                    <a:pt x="447" y="302"/>
                  </a:cubicBezTo>
                  <a:cubicBezTo>
                    <a:pt x="432" y="288"/>
                    <a:pt x="416" y="271"/>
                    <a:pt x="399" y="255"/>
                  </a:cubicBezTo>
                  <a:cubicBezTo>
                    <a:pt x="366" y="220"/>
                    <a:pt x="334" y="180"/>
                    <a:pt x="298" y="145"/>
                  </a:cubicBezTo>
                  <a:cubicBezTo>
                    <a:pt x="235" y="78"/>
                    <a:pt x="157" y="5"/>
                    <a:pt x="59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150" lIns="91425" spcFirstLastPara="1" rIns="91425" wrap="square" tIns="111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83" name="Google Shape;2183;p16"/>
            <p:cNvSpPr/>
            <p:nvPr/>
          </p:nvSpPr>
          <p:spPr>
            <a:xfrm>
              <a:off x="6011280" y="4272120"/>
              <a:ext cx="23040" cy="37800"/>
            </a:xfrm>
            <a:custGeom>
              <a:rect b="b" l="l" r="r" t="t"/>
              <a:pathLst>
                <a:path extrusionOk="0" h="759" w="463">
                  <a:moveTo>
                    <a:pt x="400" y="0"/>
                  </a:moveTo>
                  <a:cubicBezTo>
                    <a:pt x="380" y="0"/>
                    <a:pt x="359" y="10"/>
                    <a:pt x="350" y="28"/>
                  </a:cubicBezTo>
                  <a:cubicBezTo>
                    <a:pt x="298" y="139"/>
                    <a:pt x="250" y="252"/>
                    <a:pt x="196" y="363"/>
                  </a:cubicBezTo>
                  <a:cubicBezTo>
                    <a:pt x="149" y="465"/>
                    <a:pt x="95" y="571"/>
                    <a:pt x="25" y="660"/>
                  </a:cubicBezTo>
                  <a:cubicBezTo>
                    <a:pt x="5" y="683"/>
                    <a:pt x="0" y="717"/>
                    <a:pt x="25" y="741"/>
                  </a:cubicBezTo>
                  <a:cubicBezTo>
                    <a:pt x="36" y="752"/>
                    <a:pt x="53" y="758"/>
                    <a:pt x="70" y="758"/>
                  </a:cubicBezTo>
                  <a:cubicBezTo>
                    <a:pt x="84" y="758"/>
                    <a:pt x="98" y="753"/>
                    <a:pt x="107" y="741"/>
                  </a:cubicBezTo>
                  <a:cubicBezTo>
                    <a:pt x="260" y="548"/>
                    <a:pt x="348" y="309"/>
                    <a:pt x="450" y="87"/>
                  </a:cubicBezTo>
                  <a:cubicBezTo>
                    <a:pt x="462" y="60"/>
                    <a:pt x="457" y="24"/>
                    <a:pt x="428" y="7"/>
                  </a:cubicBezTo>
                  <a:cubicBezTo>
                    <a:pt x="420" y="2"/>
                    <a:pt x="410" y="0"/>
                    <a:pt x="400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9075" lIns="91425" spcFirstLastPara="1" rIns="91425" wrap="square" tIns="190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84" name="Google Shape;2184;p16"/>
            <p:cNvSpPr/>
            <p:nvPr/>
          </p:nvSpPr>
          <p:spPr>
            <a:xfrm>
              <a:off x="5883840" y="4343760"/>
              <a:ext cx="16560" cy="24840"/>
            </a:xfrm>
            <a:custGeom>
              <a:rect b="b" l="l" r="r" t="t"/>
              <a:pathLst>
                <a:path extrusionOk="0" h="500" w="337">
                  <a:moveTo>
                    <a:pt x="272" y="0"/>
                  </a:moveTo>
                  <a:cubicBezTo>
                    <a:pt x="257" y="0"/>
                    <a:pt x="243" y="6"/>
                    <a:pt x="233" y="17"/>
                  </a:cubicBezTo>
                  <a:cubicBezTo>
                    <a:pt x="126" y="128"/>
                    <a:pt x="98" y="284"/>
                    <a:pt x="16" y="411"/>
                  </a:cubicBezTo>
                  <a:cubicBezTo>
                    <a:pt x="0" y="438"/>
                    <a:pt x="10" y="475"/>
                    <a:pt x="37" y="492"/>
                  </a:cubicBezTo>
                  <a:cubicBezTo>
                    <a:pt x="46" y="497"/>
                    <a:pt x="55" y="499"/>
                    <a:pt x="64" y="499"/>
                  </a:cubicBezTo>
                  <a:cubicBezTo>
                    <a:pt x="84" y="499"/>
                    <a:pt x="104" y="488"/>
                    <a:pt x="115" y="471"/>
                  </a:cubicBezTo>
                  <a:cubicBezTo>
                    <a:pt x="156" y="407"/>
                    <a:pt x="184" y="338"/>
                    <a:pt x="213" y="270"/>
                  </a:cubicBezTo>
                  <a:cubicBezTo>
                    <a:pt x="227" y="239"/>
                    <a:pt x="241" y="209"/>
                    <a:pt x="258" y="176"/>
                  </a:cubicBezTo>
                  <a:cubicBezTo>
                    <a:pt x="268" y="161"/>
                    <a:pt x="277" y="146"/>
                    <a:pt x="285" y="132"/>
                  </a:cubicBezTo>
                  <a:cubicBezTo>
                    <a:pt x="287" y="128"/>
                    <a:pt x="291" y="125"/>
                    <a:pt x="292" y="124"/>
                  </a:cubicBezTo>
                  <a:cubicBezTo>
                    <a:pt x="292" y="124"/>
                    <a:pt x="292" y="121"/>
                    <a:pt x="294" y="121"/>
                  </a:cubicBezTo>
                  <a:lnTo>
                    <a:pt x="296" y="119"/>
                  </a:lnTo>
                  <a:cubicBezTo>
                    <a:pt x="301" y="112"/>
                    <a:pt x="308" y="105"/>
                    <a:pt x="313" y="98"/>
                  </a:cubicBezTo>
                  <a:cubicBezTo>
                    <a:pt x="335" y="77"/>
                    <a:pt x="336" y="40"/>
                    <a:pt x="313" y="17"/>
                  </a:cubicBezTo>
                  <a:cubicBezTo>
                    <a:pt x="302" y="6"/>
                    <a:pt x="287" y="0"/>
                    <a:pt x="272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600" lIns="91425" spcFirstLastPara="1" rIns="91425" wrap="square" tIns="12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85" name="Google Shape;2185;p16"/>
            <p:cNvSpPr/>
            <p:nvPr/>
          </p:nvSpPr>
          <p:spPr>
            <a:xfrm>
              <a:off x="5925960" y="4202280"/>
              <a:ext cx="101882" cy="89638"/>
            </a:xfrm>
            <a:custGeom>
              <a:rect b="b" l="l" r="r" t="t"/>
              <a:pathLst>
                <a:path extrusionOk="0" h="1789" w="2026">
                  <a:moveTo>
                    <a:pt x="1275" y="113"/>
                  </a:moveTo>
                  <a:cubicBezTo>
                    <a:pt x="1333" y="113"/>
                    <a:pt x="1391" y="121"/>
                    <a:pt x="1448" y="138"/>
                  </a:cubicBezTo>
                  <a:cubicBezTo>
                    <a:pt x="1667" y="205"/>
                    <a:pt x="1785" y="402"/>
                    <a:pt x="1842" y="613"/>
                  </a:cubicBezTo>
                  <a:cubicBezTo>
                    <a:pt x="1925" y="923"/>
                    <a:pt x="1738" y="1211"/>
                    <a:pt x="1501" y="1394"/>
                  </a:cubicBezTo>
                  <a:cubicBezTo>
                    <a:pt x="1298" y="1553"/>
                    <a:pt x="1024" y="1672"/>
                    <a:pt x="759" y="1672"/>
                  </a:cubicBezTo>
                  <a:cubicBezTo>
                    <a:pt x="754" y="1672"/>
                    <a:pt x="749" y="1672"/>
                    <a:pt x="745" y="1672"/>
                  </a:cubicBezTo>
                  <a:cubicBezTo>
                    <a:pt x="709" y="1672"/>
                    <a:pt x="674" y="1669"/>
                    <a:pt x="640" y="1663"/>
                  </a:cubicBezTo>
                  <a:cubicBezTo>
                    <a:pt x="629" y="1663"/>
                    <a:pt x="616" y="1662"/>
                    <a:pt x="604" y="1657"/>
                  </a:cubicBezTo>
                  <a:cubicBezTo>
                    <a:pt x="483" y="1635"/>
                    <a:pt x="368" y="1580"/>
                    <a:pt x="283" y="1487"/>
                  </a:cubicBezTo>
                  <a:lnTo>
                    <a:pt x="250" y="1451"/>
                  </a:lnTo>
                  <a:cubicBezTo>
                    <a:pt x="232" y="1424"/>
                    <a:pt x="213" y="1397"/>
                    <a:pt x="199" y="1368"/>
                  </a:cubicBezTo>
                  <a:cubicBezTo>
                    <a:pt x="144" y="1265"/>
                    <a:pt x="133" y="1152"/>
                    <a:pt x="141" y="1031"/>
                  </a:cubicBezTo>
                  <a:cubicBezTo>
                    <a:pt x="158" y="827"/>
                    <a:pt x="228" y="620"/>
                    <a:pt x="341" y="447"/>
                  </a:cubicBezTo>
                  <a:cubicBezTo>
                    <a:pt x="423" y="325"/>
                    <a:pt x="539" y="217"/>
                    <a:pt x="681" y="217"/>
                  </a:cubicBezTo>
                  <a:cubicBezTo>
                    <a:pt x="707" y="217"/>
                    <a:pt x="733" y="220"/>
                    <a:pt x="760" y="228"/>
                  </a:cubicBezTo>
                  <a:lnTo>
                    <a:pt x="760" y="230"/>
                  </a:lnTo>
                  <a:cubicBezTo>
                    <a:pt x="772" y="246"/>
                    <a:pt x="789" y="257"/>
                    <a:pt x="808" y="257"/>
                  </a:cubicBezTo>
                  <a:cubicBezTo>
                    <a:pt x="818" y="257"/>
                    <a:pt x="828" y="254"/>
                    <a:pt x="838" y="247"/>
                  </a:cubicBezTo>
                  <a:cubicBezTo>
                    <a:pt x="970" y="168"/>
                    <a:pt x="1122" y="113"/>
                    <a:pt x="1275" y="113"/>
                  </a:cubicBezTo>
                  <a:close/>
                  <a:moveTo>
                    <a:pt x="1278" y="0"/>
                  </a:moveTo>
                  <a:cubicBezTo>
                    <a:pt x="1120" y="0"/>
                    <a:pt x="962" y="50"/>
                    <a:pt x="821" y="127"/>
                  </a:cubicBezTo>
                  <a:lnTo>
                    <a:pt x="810" y="123"/>
                  </a:lnTo>
                  <a:cubicBezTo>
                    <a:pt x="763" y="107"/>
                    <a:pt x="718" y="100"/>
                    <a:pt x="675" y="100"/>
                  </a:cubicBezTo>
                  <a:cubicBezTo>
                    <a:pt x="331" y="100"/>
                    <a:pt x="124" y="552"/>
                    <a:pt x="56" y="847"/>
                  </a:cubicBezTo>
                  <a:cubicBezTo>
                    <a:pt x="15" y="1027"/>
                    <a:pt x="1" y="1215"/>
                    <a:pt x="79" y="1387"/>
                  </a:cubicBezTo>
                  <a:cubicBezTo>
                    <a:pt x="150" y="1544"/>
                    <a:pt x="276" y="1667"/>
                    <a:pt x="434" y="1730"/>
                  </a:cubicBezTo>
                  <a:cubicBezTo>
                    <a:pt x="536" y="1771"/>
                    <a:pt x="643" y="1789"/>
                    <a:pt x="752" y="1789"/>
                  </a:cubicBezTo>
                  <a:cubicBezTo>
                    <a:pt x="1008" y="1789"/>
                    <a:pt x="1270" y="1690"/>
                    <a:pt x="1476" y="1555"/>
                  </a:cubicBezTo>
                  <a:cubicBezTo>
                    <a:pt x="1771" y="1360"/>
                    <a:pt x="2026" y="1037"/>
                    <a:pt x="1969" y="664"/>
                  </a:cubicBezTo>
                  <a:cubicBezTo>
                    <a:pt x="1932" y="410"/>
                    <a:pt x="1791" y="158"/>
                    <a:pt x="1545" y="53"/>
                  </a:cubicBezTo>
                  <a:cubicBezTo>
                    <a:pt x="1459" y="17"/>
                    <a:pt x="1369" y="0"/>
                    <a:pt x="1278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000" lIns="91425" spcFirstLastPara="1" rIns="91425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86" name="Google Shape;2186;p16"/>
            <p:cNvSpPr/>
            <p:nvPr/>
          </p:nvSpPr>
          <p:spPr>
            <a:xfrm>
              <a:off x="5935320" y="4227840"/>
              <a:ext cx="74881" cy="49680"/>
            </a:xfrm>
            <a:custGeom>
              <a:rect b="b" l="l" r="r" t="t"/>
              <a:pathLst>
                <a:path extrusionOk="0" h="995" w="1495">
                  <a:moveTo>
                    <a:pt x="1423" y="0"/>
                  </a:moveTo>
                  <a:cubicBezTo>
                    <a:pt x="1400" y="0"/>
                    <a:pt x="1377" y="12"/>
                    <a:pt x="1367" y="39"/>
                  </a:cubicBezTo>
                  <a:cubicBezTo>
                    <a:pt x="1349" y="89"/>
                    <a:pt x="1314" y="105"/>
                    <a:pt x="1273" y="105"/>
                  </a:cubicBezTo>
                  <a:cubicBezTo>
                    <a:pt x="1216" y="105"/>
                    <a:pt x="1146" y="74"/>
                    <a:pt x="1095" y="63"/>
                  </a:cubicBezTo>
                  <a:cubicBezTo>
                    <a:pt x="1067" y="57"/>
                    <a:pt x="1040" y="54"/>
                    <a:pt x="1012" y="54"/>
                  </a:cubicBezTo>
                  <a:cubicBezTo>
                    <a:pt x="921" y="54"/>
                    <a:pt x="838" y="92"/>
                    <a:pt x="799" y="188"/>
                  </a:cubicBezTo>
                  <a:cubicBezTo>
                    <a:pt x="756" y="291"/>
                    <a:pt x="800" y="492"/>
                    <a:pt x="668" y="492"/>
                  </a:cubicBezTo>
                  <a:cubicBezTo>
                    <a:pt x="651" y="492"/>
                    <a:pt x="631" y="488"/>
                    <a:pt x="607" y="481"/>
                  </a:cubicBezTo>
                  <a:cubicBezTo>
                    <a:pt x="528" y="456"/>
                    <a:pt x="456" y="410"/>
                    <a:pt x="371" y="410"/>
                  </a:cubicBezTo>
                  <a:cubicBezTo>
                    <a:pt x="300" y="410"/>
                    <a:pt x="232" y="443"/>
                    <a:pt x="181" y="490"/>
                  </a:cubicBezTo>
                  <a:cubicBezTo>
                    <a:pt x="55" y="599"/>
                    <a:pt x="18" y="782"/>
                    <a:pt x="4" y="939"/>
                  </a:cubicBezTo>
                  <a:cubicBezTo>
                    <a:pt x="0" y="976"/>
                    <a:pt x="27" y="995"/>
                    <a:pt x="55" y="995"/>
                  </a:cubicBezTo>
                  <a:cubicBezTo>
                    <a:pt x="84" y="995"/>
                    <a:pt x="115" y="976"/>
                    <a:pt x="118" y="939"/>
                  </a:cubicBezTo>
                  <a:cubicBezTo>
                    <a:pt x="131" y="807"/>
                    <a:pt x="165" y="627"/>
                    <a:pt x="288" y="553"/>
                  </a:cubicBezTo>
                  <a:cubicBezTo>
                    <a:pt x="317" y="536"/>
                    <a:pt x="346" y="529"/>
                    <a:pt x="375" y="529"/>
                  </a:cubicBezTo>
                  <a:cubicBezTo>
                    <a:pt x="474" y="529"/>
                    <a:pt x="575" y="607"/>
                    <a:pt x="679" y="607"/>
                  </a:cubicBezTo>
                  <a:cubicBezTo>
                    <a:pt x="700" y="607"/>
                    <a:pt x="721" y="604"/>
                    <a:pt x="742" y="596"/>
                  </a:cubicBezTo>
                  <a:cubicBezTo>
                    <a:pt x="904" y="539"/>
                    <a:pt x="864" y="385"/>
                    <a:pt x="898" y="256"/>
                  </a:cubicBezTo>
                  <a:cubicBezTo>
                    <a:pt x="915" y="189"/>
                    <a:pt x="959" y="169"/>
                    <a:pt x="1010" y="169"/>
                  </a:cubicBezTo>
                  <a:cubicBezTo>
                    <a:pt x="1063" y="169"/>
                    <a:pt x="1124" y="190"/>
                    <a:pt x="1173" y="202"/>
                  </a:cubicBezTo>
                  <a:cubicBezTo>
                    <a:pt x="1209" y="211"/>
                    <a:pt x="1244" y="217"/>
                    <a:pt x="1277" y="217"/>
                  </a:cubicBezTo>
                  <a:cubicBezTo>
                    <a:pt x="1368" y="217"/>
                    <a:pt x="1440" y="176"/>
                    <a:pt x="1479" y="70"/>
                  </a:cubicBezTo>
                  <a:cubicBezTo>
                    <a:pt x="1494" y="28"/>
                    <a:pt x="1459" y="0"/>
                    <a:pt x="1423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4825" lIns="91425" spcFirstLastPara="1" rIns="91425" wrap="square" tIns="24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87" name="Google Shape;2187;p16"/>
            <p:cNvSpPr/>
            <p:nvPr/>
          </p:nvSpPr>
          <p:spPr>
            <a:xfrm>
              <a:off x="5958000" y="4247280"/>
              <a:ext cx="56520" cy="39959"/>
            </a:xfrm>
            <a:custGeom>
              <a:rect b="b" l="l" r="r" t="t"/>
              <a:pathLst>
                <a:path extrusionOk="0" h="803" w="1126">
                  <a:moveTo>
                    <a:pt x="1041" y="1"/>
                  </a:moveTo>
                  <a:cubicBezTo>
                    <a:pt x="1028" y="1"/>
                    <a:pt x="1015" y="6"/>
                    <a:pt x="1003" y="17"/>
                  </a:cubicBezTo>
                  <a:cubicBezTo>
                    <a:pt x="951" y="69"/>
                    <a:pt x="890" y="65"/>
                    <a:pt x="823" y="85"/>
                  </a:cubicBezTo>
                  <a:cubicBezTo>
                    <a:pt x="765" y="102"/>
                    <a:pt x="720" y="140"/>
                    <a:pt x="684" y="187"/>
                  </a:cubicBezTo>
                  <a:cubicBezTo>
                    <a:pt x="634" y="255"/>
                    <a:pt x="633" y="363"/>
                    <a:pt x="548" y="395"/>
                  </a:cubicBezTo>
                  <a:cubicBezTo>
                    <a:pt x="525" y="404"/>
                    <a:pt x="503" y="406"/>
                    <a:pt x="480" y="406"/>
                  </a:cubicBezTo>
                  <a:cubicBezTo>
                    <a:pt x="437" y="406"/>
                    <a:pt x="394" y="396"/>
                    <a:pt x="350" y="391"/>
                  </a:cubicBezTo>
                  <a:cubicBezTo>
                    <a:pt x="342" y="390"/>
                    <a:pt x="334" y="390"/>
                    <a:pt x="327" y="390"/>
                  </a:cubicBezTo>
                  <a:cubicBezTo>
                    <a:pt x="273" y="390"/>
                    <a:pt x="230" y="412"/>
                    <a:pt x="185" y="448"/>
                  </a:cubicBezTo>
                  <a:cubicBezTo>
                    <a:pt x="95" y="519"/>
                    <a:pt x="4" y="629"/>
                    <a:pt x="1" y="747"/>
                  </a:cubicBezTo>
                  <a:cubicBezTo>
                    <a:pt x="0" y="784"/>
                    <a:pt x="29" y="803"/>
                    <a:pt x="57" y="803"/>
                  </a:cubicBezTo>
                  <a:cubicBezTo>
                    <a:pt x="86" y="803"/>
                    <a:pt x="115" y="784"/>
                    <a:pt x="116" y="748"/>
                  </a:cubicBezTo>
                  <a:cubicBezTo>
                    <a:pt x="117" y="699"/>
                    <a:pt x="151" y="649"/>
                    <a:pt x="181" y="611"/>
                  </a:cubicBezTo>
                  <a:cubicBezTo>
                    <a:pt x="211" y="574"/>
                    <a:pt x="260" y="519"/>
                    <a:pt x="308" y="504"/>
                  </a:cubicBezTo>
                  <a:lnTo>
                    <a:pt x="308" y="504"/>
                  </a:lnTo>
                  <a:cubicBezTo>
                    <a:pt x="303" y="507"/>
                    <a:pt x="331" y="505"/>
                    <a:pt x="335" y="507"/>
                  </a:cubicBezTo>
                  <a:cubicBezTo>
                    <a:pt x="354" y="509"/>
                    <a:pt x="371" y="510"/>
                    <a:pt x="389" y="513"/>
                  </a:cubicBezTo>
                  <a:cubicBezTo>
                    <a:pt x="421" y="519"/>
                    <a:pt x="455" y="526"/>
                    <a:pt x="486" y="526"/>
                  </a:cubicBezTo>
                  <a:cubicBezTo>
                    <a:pt x="542" y="526"/>
                    <a:pt x="605" y="506"/>
                    <a:pt x="649" y="473"/>
                  </a:cubicBezTo>
                  <a:cubicBezTo>
                    <a:pt x="725" y="418"/>
                    <a:pt x="725" y="327"/>
                    <a:pt x="779" y="256"/>
                  </a:cubicBezTo>
                  <a:cubicBezTo>
                    <a:pt x="816" y="205"/>
                    <a:pt x="858" y="197"/>
                    <a:pt x="917" y="184"/>
                  </a:cubicBezTo>
                  <a:cubicBezTo>
                    <a:pt x="982" y="171"/>
                    <a:pt x="1037" y="147"/>
                    <a:pt x="1085" y="99"/>
                  </a:cubicBezTo>
                  <a:cubicBezTo>
                    <a:pt x="1126" y="59"/>
                    <a:pt x="1086" y="1"/>
                    <a:pt x="1041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0150" lIns="91425" spcFirstLastPara="1" rIns="91425" wrap="square" tIns="201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88" name="Google Shape;2188;p16"/>
            <p:cNvSpPr/>
            <p:nvPr/>
          </p:nvSpPr>
          <p:spPr>
            <a:xfrm>
              <a:off x="5851080" y="4158000"/>
              <a:ext cx="41400" cy="50040"/>
            </a:xfrm>
            <a:custGeom>
              <a:rect b="b" l="l" r="r" t="t"/>
              <a:pathLst>
                <a:path extrusionOk="0" h="1003" w="830">
                  <a:moveTo>
                    <a:pt x="80" y="1"/>
                  </a:moveTo>
                  <a:cubicBezTo>
                    <a:pt x="33" y="1"/>
                    <a:pt x="0" y="77"/>
                    <a:pt x="52" y="111"/>
                  </a:cubicBezTo>
                  <a:cubicBezTo>
                    <a:pt x="135" y="165"/>
                    <a:pt x="191" y="250"/>
                    <a:pt x="237" y="335"/>
                  </a:cubicBezTo>
                  <a:cubicBezTo>
                    <a:pt x="259" y="380"/>
                    <a:pt x="279" y="424"/>
                    <a:pt x="300" y="470"/>
                  </a:cubicBezTo>
                  <a:cubicBezTo>
                    <a:pt x="320" y="512"/>
                    <a:pt x="322" y="555"/>
                    <a:pt x="334" y="600"/>
                  </a:cubicBezTo>
                  <a:cubicBezTo>
                    <a:pt x="361" y="695"/>
                    <a:pt x="444" y="743"/>
                    <a:pt x="533" y="771"/>
                  </a:cubicBezTo>
                  <a:cubicBezTo>
                    <a:pt x="614" y="796"/>
                    <a:pt x="699" y="873"/>
                    <a:pt x="711" y="961"/>
                  </a:cubicBezTo>
                  <a:cubicBezTo>
                    <a:pt x="716" y="990"/>
                    <a:pt x="736" y="1003"/>
                    <a:pt x="759" y="1003"/>
                  </a:cubicBezTo>
                  <a:cubicBezTo>
                    <a:pt x="792" y="1003"/>
                    <a:pt x="829" y="974"/>
                    <a:pt x="823" y="930"/>
                  </a:cubicBezTo>
                  <a:cubicBezTo>
                    <a:pt x="808" y="828"/>
                    <a:pt x="717" y="735"/>
                    <a:pt x="628" y="686"/>
                  </a:cubicBezTo>
                  <a:cubicBezTo>
                    <a:pt x="592" y="667"/>
                    <a:pt x="554" y="661"/>
                    <a:pt x="517" y="645"/>
                  </a:cubicBezTo>
                  <a:cubicBezTo>
                    <a:pt x="468" y="624"/>
                    <a:pt x="446" y="583"/>
                    <a:pt x="437" y="533"/>
                  </a:cubicBezTo>
                  <a:cubicBezTo>
                    <a:pt x="421" y="436"/>
                    <a:pt x="370" y="341"/>
                    <a:pt x="322" y="256"/>
                  </a:cubicBezTo>
                  <a:cubicBezTo>
                    <a:pt x="269" y="162"/>
                    <a:pt x="200" y="73"/>
                    <a:pt x="109" y="10"/>
                  </a:cubicBezTo>
                  <a:cubicBezTo>
                    <a:pt x="99" y="4"/>
                    <a:pt x="90" y="1"/>
                    <a:pt x="80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5200" lIns="91425" spcFirstLastPara="1" rIns="91425" wrap="square" tIns="25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89" name="Google Shape;2189;p16"/>
            <p:cNvSpPr/>
            <p:nvPr/>
          </p:nvSpPr>
          <p:spPr>
            <a:xfrm>
              <a:off x="5761800" y="4205520"/>
              <a:ext cx="47519" cy="36719"/>
            </a:xfrm>
            <a:custGeom>
              <a:rect b="b" l="l" r="r" t="t"/>
              <a:pathLst>
                <a:path extrusionOk="0" h="738" w="952">
                  <a:moveTo>
                    <a:pt x="137" y="112"/>
                  </a:moveTo>
                  <a:lnTo>
                    <a:pt x="137" y="112"/>
                  </a:lnTo>
                  <a:cubicBezTo>
                    <a:pt x="137" y="112"/>
                    <a:pt x="137" y="112"/>
                    <a:pt x="137" y="112"/>
                  </a:cubicBezTo>
                  <a:lnTo>
                    <a:pt x="137" y="112"/>
                  </a:lnTo>
                  <a:cubicBezTo>
                    <a:pt x="137" y="112"/>
                    <a:pt x="137" y="112"/>
                    <a:pt x="137" y="112"/>
                  </a:cubicBezTo>
                  <a:close/>
                  <a:moveTo>
                    <a:pt x="139" y="112"/>
                  </a:moveTo>
                  <a:cubicBezTo>
                    <a:pt x="138" y="112"/>
                    <a:pt x="137" y="112"/>
                    <a:pt x="137" y="112"/>
                  </a:cubicBezTo>
                  <a:lnTo>
                    <a:pt x="137" y="112"/>
                  </a:lnTo>
                  <a:cubicBezTo>
                    <a:pt x="137" y="112"/>
                    <a:pt x="137" y="112"/>
                    <a:pt x="137" y="112"/>
                  </a:cubicBezTo>
                  <a:lnTo>
                    <a:pt x="137" y="112"/>
                  </a:lnTo>
                  <a:cubicBezTo>
                    <a:pt x="137" y="112"/>
                    <a:pt x="136" y="112"/>
                    <a:pt x="136" y="112"/>
                  </a:cubicBezTo>
                  <a:lnTo>
                    <a:pt x="136" y="112"/>
                  </a:lnTo>
                  <a:cubicBezTo>
                    <a:pt x="136" y="112"/>
                    <a:pt x="136" y="112"/>
                    <a:pt x="137" y="112"/>
                  </a:cubicBezTo>
                  <a:lnTo>
                    <a:pt x="132" y="112"/>
                  </a:lnTo>
                  <a:cubicBezTo>
                    <a:pt x="134" y="112"/>
                    <a:pt x="136" y="112"/>
                    <a:pt x="139" y="112"/>
                  </a:cubicBezTo>
                  <a:close/>
                  <a:moveTo>
                    <a:pt x="141" y="112"/>
                  </a:moveTo>
                  <a:cubicBezTo>
                    <a:pt x="141" y="112"/>
                    <a:pt x="146" y="115"/>
                    <a:pt x="147" y="115"/>
                  </a:cubicBezTo>
                  <a:cubicBezTo>
                    <a:pt x="147" y="115"/>
                    <a:pt x="146" y="114"/>
                    <a:pt x="142" y="112"/>
                  </a:cubicBezTo>
                  <a:cubicBezTo>
                    <a:pt x="142" y="112"/>
                    <a:pt x="142" y="112"/>
                    <a:pt x="141" y="112"/>
                  </a:cubicBezTo>
                  <a:close/>
                  <a:moveTo>
                    <a:pt x="136" y="113"/>
                  </a:moveTo>
                  <a:lnTo>
                    <a:pt x="136" y="113"/>
                  </a:lnTo>
                  <a:cubicBezTo>
                    <a:pt x="136" y="113"/>
                    <a:pt x="135" y="113"/>
                    <a:pt x="135" y="114"/>
                  </a:cubicBezTo>
                  <a:cubicBezTo>
                    <a:pt x="134" y="115"/>
                    <a:pt x="134" y="116"/>
                    <a:pt x="134" y="116"/>
                  </a:cubicBezTo>
                  <a:cubicBezTo>
                    <a:pt x="134" y="116"/>
                    <a:pt x="136" y="114"/>
                    <a:pt x="136" y="113"/>
                  </a:cubicBezTo>
                  <a:close/>
                  <a:moveTo>
                    <a:pt x="155" y="116"/>
                  </a:moveTo>
                  <a:cubicBezTo>
                    <a:pt x="155" y="116"/>
                    <a:pt x="157" y="116"/>
                    <a:pt x="160" y="117"/>
                  </a:cubicBezTo>
                  <a:lnTo>
                    <a:pt x="160" y="117"/>
                  </a:lnTo>
                  <a:cubicBezTo>
                    <a:pt x="156" y="116"/>
                    <a:pt x="155" y="116"/>
                    <a:pt x="155" y="116"/>
                  </a:cubicBezTo>
                  <a:close/>
                  <a:moveTo>
                    <a:pt x="143" y="1"/>
                  </a:moveTo>
                  <a:cubicBezTo>
                    <a:pt x="100" y="1"/>
                    <a:pt x="59" y="21"/>
                    <a:pt x="30" y="65"/>
                  </a:cubicBezTo>
                  <a:cubicBezTo>
                    <a:pt x="1" y="109"/>
                    <a:pt x="40" y="150"/>
                    <a:pt x="80" y="150"/>
                  </a:cubicBezTo>
                  <a:cubicBezTo>
                    <a:pt x="98" y="150"/>
                    <a:pt x="116" y="142"/>
                    <a:pt x="128" y="124"/>
                  </a:cubicBezTo>
                  <a:cubicBezTo>
                    <a:pt x="130" y="120"/>
                    <a:pt x="131" y="118"/>
                    <a:pt x="131" y="118"/>
                  </a:cubicBezTo>
                  <a:lnTo>
                    <a:pt x="131" y="118"/>
                  </a:lnTo>
                  <a:cubicBezTo>
                    <a:pt x="132" y="118"/>
                    <a:pt x="132" y="117"/>
                    <a:pt x="132" y="116"/>
                  </a:cubicBezTo>
                  <a:cubicBezTo>
                    <a:pt x="134" y="114"/>
                    <a:pt x="135" y="113"/>
                    <a:pt x="136" y="113"/>
                  </a:cubicBezTo>
                  <a:lnTo>
                    <a:pt x="136" y="113"/>
                  </a:lnTo>
                  <a:cubicBezTo>
                    <a:pt x="136" y="113"/>
                    <a:pt x="136" y="113"/>
                    <a:pt x="137" y="113"/>
                  </a:cubicBezTo>
                  <a:lnTo>
                    <a:pt x="137" y="113"/>
                  </a:lnTo>
                  <a:cubicBezTo>
                    <a:pt x="136" y="113"/>
                    <a:pt x="136" y="113"/>
                    <a:pt x="136" y="113"/>
                  </a:cubicBezTo>
                  <a:lnTo>
                    <a:pt x="136" y="113"/>
                  </a:lnTo>
                  <a:cubicBezTo>
                    <a:pt x="137" y="113"/>
                    <a:pt x="137" y="112"/>
                    <a:pt x="138" y="112"/>
                  </a:cubicBezTo>
                  <a:lnTo>
                    <a:pt x="138" y="112"/>
                  </a:lnTo>
                  <a:cubicBezTo>
                    <a:pt x="138" y="112"/>
                    <a:pt x="138" y="112"/>
                    <a:pt x="138" y="112"/>
                  </a:cubicBezTo>
                  <a:lnTo>
                    <a:pt x="138" y="112"/>
                  </a:lnTo>
                  <a:cubicBezTo>
                    <a:pt x="138" y="112"/>
                    <a:pt x="139" y="112"/>
                    <a:pt x="139" y="112"/>
                  </a:cubicBezTo>
                  <a:lnTo>
                    <a:pt x="139" y="112"/>
                  </a:lnTo>
                  <a:cubicBezTo>
                    <a:pt x="139" y="112"/>
                    <a:pt x="139" y="112"/>
                    <a:pt x="139" y="112"/>
                  </a:cubicBezTo>
                  <a:cubicBezTo>
                    <a:pt x="140" y="112"/>
                    <a:pt x="141" y="112"/>
                    <a:pt x="141" y="112"/>
                  </a:cubicBezTo>
                  <a:lnTo>
                    <a:pt x="141" y="112"/>
                  </a:lnTo>
                  <a:cubicBezTo>
                    <a:pt x="141" y="112"/>
                    <a:pt x="142" y="112"/>
                    <a:pt x="142" y="112"/>
                  </a:cubicBezTo>
                  <a:cubicBezTo>
                    <a:pt x="142" y="112"/>
                    <a:pt x="144" y="112"/>
                    <a:pt x="145" y="112"/>
                  </a:cubicBezTo>
                  <a:lnTo>
                    <a:pt x="160" y="117"/>
                  </a:lnTo>
                  <a:lnTo>
                    <a:pt x="160" y="117"/>
                  </a:lnTo>
                  <a:cubicBezTo>
                    <a:pt x="163" y="119"/>
                    <a:pt x="167" y="120"/>
                    <a:pt x="168" y="121"/>
                  </a:cubicBezTo>
                  <a:cubicBezTo>
                    <a:pt x="175" y="125"/>
                    <a:pt x="182" y="131"/>
                    <a:pt x="189" y="133"/>
                  </a:cubicBezTo>
                  <a:cubicBezTo>
                    <a:pt x="210" y="148"/>
                    <a:pt x="234" y="169"/>
                    <a:pt x="260" y="194"/>
                  </a:cubicBezTo>
                  <a:cubicBezTo>
                    <a:pt x="291" y="223"/>
                    <a:pt x="317" y="252"/>
                    <a:pt x="345" y="284"/>
                  </a:cubicBezTo>
                  <a:cubicBezTo>
                    <a:pt x="458" y="414"/>
                    <a:pt x="560" y="563"/>
                    <a:pt x="692" y="672"/>
                  </a:cubicBezTo>
                  <a:cubicBezTo>
                    <a:pt x="734" y="707"/>
                    <a:pt x="784" y="738"/>
                    <a:pt x="837" y="738"/>
                  </a:cubicBezTo>
                  <a:cubicBezTo>
                    <a:pt x="856" y="738"/>
                    <a:pt x="874" y="734"/>
                    <a:pt x="893" y="726"/>
                  </a:cubicBezTo>
                  <a:cubicBezTo>
                    <a:pt x="951" y="698"/>
                    <a:pt x="915" y="619"/>
                    <a:pt x="860" y="619"/>
                  </a:cubicBezTo>
                  <a:cubicBezTo>
                    <a:pt x="853" y="619"/>
                    <a:pt x="845" y="621"/>
                    <a:pt x="837" y="624"/>
                  </a:cubicBezTo>
                  <a:lnTo>
                    <a:pt x="837" y="624"/>
                  </a:lnTo>
                  <a:cubicBezTo>
                    <a:pt x="841" y="622"/>
                    <a:pt x="842" y="621"/>
                    <a:pt x="842" y="621"/>
                  </a:cubicBezTo>
                  <a:lnTo>
                    <a:pt x="842" y="621"/>
                  </a:lnTo>
                  <a:cubicBezTo>
                    <a:pt x="842" y="621"/>
                    <a:pt x="838" y="622"/>
                    <a:pt x="836" y="624"/>
                  </a:cubicBezTo>
                  <a:lnTo>
                    <a:pt x="836" y="624"/>
                  </a:lnTo>
                  <a:cubicBezTo>
                    <a:pt x="833" y="623"/>
                    <a:pt x="828" y="622"/>
                    <a:pt x="825" y="622"/>
                  </a:cubicBezTo>
                  <a:cubicBezTo>
                    <a:pt x="824" y="622"/>
                    <a:pt x="820" y="621"/>
                    <a:pt x="818" y="621"/>
                  </a:cubicBezTo>
                  <a:cubicBezTo>
                    <a:pt x="816" y="620"/>
                    <a:pt x="815" y="620"/>
                    <a:pt x="816" y="620"/>
                  </a:cubicBezTo>
                  <a:lnTo>
                    <a:pt x="816" y="620"/>
                  </a:lnTo>
                  <a:cubicBezTo>
                    <a:pt x="816" y="620"/>
                    <a:pt x="820" y="621"/>
                    <a:pt x="821" y="621"/>
                  </a:cubicBezTo>
                  <a:cubicBezTo>
                    <a:pt x="822" y="621"/>
                    <a:pt x="821" y="620"/>
                    <a:pt x="817" y="618"/>
                  </a:cubicBezTo>
                  <a:cubicBezTo>
                    <a:pt x="783" y="601"/>
                    <a:pt x="776" y="594"/>
                    <a:pt x="749" y="571"/>
                  </a:cubicBezTo>
                  <a:cubicBezTo>
                    <a:pt x="685" y="512"/>
                    <a:pt x="628" y="445"/>
                    <a:pt x="575" y="380"/>
                  </a:cubicBezTo>
                  <a:cubicBezTo>
                    <a:pt x="514" y="309"/>
                    <a:pt x="457" y="235"/>
                    <a:pt x="393" y="169"/>
                  </a:cubicBezTo>
                  <a:cubicBezTo>
                    <a:pt x="344" y="115"/>
                    <a:pt x="288" y="55"/>
                    <a:pt x="223" y="21"/>
                  </a:cubicBezTo>
                  <a:cubicBezTo>
                    <a:pt x="197" y="8"/>
                    <a:pt x="170" y="1"/>
                    <a:pt x="143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350" lIns="91425" spcFirstLastPara="1" rIns="91425" wrap="square" tIns="18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90" name="Google Shape;2190;p16"/>
            <p:cNvSpPr/>
            <p:nvPr/>
          </p:nvSpPr>
          <p:spPr>
            <a:xfrm>
              <a:off x="5698440" y="4282920"/>
              <a:ext cx="65161" cy="20880"/>
            </a:xfrm>
            <a:custGeom>
              <a:rect b="b" l="l" r="r" t="t"/>
              <a:pathLst>
                <a:path extrusionOk="0" h="420" w="1304">
                  <a:moveTo>
                    <a:pt x="618" y="1"/>
                  </a:moveTo>
                  <a:cubicBezTo>
                    <a:pt x="541" y="1"/>
                    <a:pt x="462" y="21"/>
                    <a:pt x="393" y="49"/>
                  </a:cubicBezTo>
                  <a:cubicBezTo>
                    <a:pt x="256" y="106"/>
                    <a:pt x="130" y="201"/>
                    <a:pt x="36" y="318"/>
                  </a:cubicBezTo>
                  <a:cubicBezTo>
                    <a:pt x="1" y="361"/>
                    <a:pt x="40" y="419"/>
                    <a:pt x="80" y="419"/>
                  </a:cubicBezTo>
                  <a:cubicBezTo>
                    <a:pt x="93" y="419"/>
                    <a:pt x="106" y="413"/>
                    <a:pt x="117" y="399"/>
                  </a:cubicBezTo>
                  <a:cubicBezTo>
                    <a:pt x="215" y="283"/>
                    <a:pt x="347" y="181"/>
                    <a:pt x="493" y="137"/>
                  </a:cubicBezTo>
                  <a:cubicBezTo>
                    <a:pt x="532" y="126"/>
                    <a:pt x="577" y="117"/>
                    <a:pt x="621" y="117"/>
                  </a:cubicBezTo>
                  <a:cubicBezTo>
                    <a:pt x="646" y="117"/>
                    <a:pt x="671" y="120"/>
                    <a:pt x="694" y="127"/>
                  </a:cubicBezTo>
                  <a:cubicBezTo>
                    <a:pt x="731" y="139"/>
                    <a:pt x="765" y="163"/>
                    <a:pt x="797" y="184"/>
                  </a:cubicBezTo>
                  <a:cubicBezTo>
                    <a:pt x="858" y="219"/>
                    <a:pt x="966" y="293"/>
                    <a:pt x="1071" y="327"/>
                  </a:cubicBezTo>
                  <a:cubicBezTo>
                    <a:pt x="1102" y="337"/>
                    <a:pt x="1132" y="343"/>
                    <a:pt x="1161" y="343"/>
                  </a:cubicBezTo>
                  <a:cubicBezTo>
                    <a:pt x="1215" y="343"/>
                    <a:pt x="1262" y="321"/>
                    <a:pt x="1290" y="262"/>
                  </a:cubicBezTo>
                  <a:cubicBezTo>
                    <a:pt x="1292" y="262"/>
                    <a:pt x="1292" y="258"/>
                    <a:pt x="1293" y="256"/>
                  </a:cubicBezTo>
                  <a:cubicBezTo>
                    <a:pt x="1303" y="235"/>
                    <a:pt x="1299" y="215"/>
                    <a:pt x="1290" y="195"/>
                  </a:cubicBezTo>
                  <a:cubicBezTo>
                    <a:pt x="1279" y="177"/>
                    <a:pt x="1257" y="165"/>
                    <a:pt x="1237" y="165"/>
                  </a:cubicBezTo>
                  <a:cubicBezTo>
                    <a:pt x="1220" y="165"/>
                    <a:pt x="1204" y="173"/>
                    <a:pt x="1194" y="194"/>
                  </a:cubicBezTo>
                  <a:cubicBezTo>
                    <a:pt x="1185" y="216"/>
                    <a:pt x="1167" y="224"/>
                    <a:pt x="1146" y="224"/>
                  </a:cubicBezTo>
                  <a:cubicBezTo>
                    <a:pt x="1121" y="224"/>
                    <a:pt x="1090" y="212"/>
                    <a:pt x="1064" y="199"/>
                  </a:cubicBezTo>
                  <a:cubicBezTo>
                    <a:pt x="1044" y="188"/>
                    <a:pt x="1024" y="178"/>
                    <a:pt x="1013" y="171"/>
                  </a:cubicBezTo>
                  <a:cubicBezTo>
                    <a:pt x="925" y="124"/>
                    <a:pt x="845" y="66"/>
                    <a:pt x="759" y="28"/>
                  </a:cubicBezTo>
                  <a:cubicBezTo>
                    <a:pt x="715" y="9"/>
                    <a:pt x="667" y="1"/>
                    <a:pt x="618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425" lIns="91425" spcFirstLastPara="1" rIns="91425" wrap="square" tIns="10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91" name="Google Shape;2191;p16"/>
            <p:cNvSpPr/>
            <p:nvPr/>
          </p:nvSpPr>
          <p:spPr>
            <a:xfrm>
              <a:off x="5722200" y="4362480"/>
              <a:ext cx="73799" cy="19080"/>
            </a:xfrm>
            <a:custGeom>
              <a:rect b="b" l="l" r="r" t="t"/>
              <a:pathLst>
                <a:path extrusionOk="0" h="389" w="1469">
                  <a:moveTo>
                    <a:pt x="1384" y="0"/>
                  </a:moveTo>
                  <a:cubicBezTo>
                    <a:pt x="1371" y="0"/>
                    <a:pt x="1358" y="5"/>
                    <a:pt x="1346" y="16"/>
                  </a:cubicBezTo>
                  <a:cubicBezTo>
                    <a:pt x="1255" y="105"/>
                    <a:pt x="1134" y="130"/>
                    <a:pt x="1008" y="130"/>
                  </a:cubicBezTo>
                  <a:cubicBezTo>
                    <a:pt x="883" y="130"/>
                    <a:pt x="752" y="106"/>
                    <a:pt x="641" y="94"/>
                  </a:cubicBezTo>
                  <a:cubicBezTo>
                    <a:pt x="586" y="88"/>
                    <a:pt x="530" y="84"/>
                    <a:pt x="474" y="84"/>
                  </a:cubicBezTo>
                  <a:cubicBezTo>
                    <a:pt x="295" y="84"/>
                    <a:pt x="123" y="128"/>
                    <a:pt x="26" y="301"/>
                  </a:cubicBezTo>
                  <a:cubicBezTo>
                    <a:pt x="1" y="346"/>
                    <a:pt x="40" y="388"/>
                    <a:pt x="79" y="388"/>
                  </a:cubicBezTo>
                  <a:cubicBezTo>
                    <a:pt x="97" y="388"/>
                    <a:pt x="114" y="380"/>
                    <a:pt x="125" y="359"/>
                  </a:cubicBezTo>
                  <a:cubicBezTo>
                    <a:pt x="199" y="229"/>
                    <a:pt x="330" y="196"/>
                    <a:pt x="468" y="196"/>
                  </a:cubicBezTo>
                  <a:cubicBezTo>
                    <a:pt x="563" y="196"/>
                    <a:pt x="661" y="211"/>
                    <a:pt x="746" y="222"/>
                  </a:cubicBezTo>
                  <a:cubicBezTo>
                    <a:pt x="831" y="232"/>
                    <a:pt x="921" y="242"/>
                    <a:pt x="1009" y="242"/>
                  </a:cubicBezTo>
                  <a:cubicBezTo>
                    <a:pt x="1162" y="242"/>
                    <a:pt x="1312" y="211"/>
                    <a:pt x="1428" y="97"/>
                  </a:cubicBezTo>
                  <a:cubicBezTo>
                    <a:pt x="1468" y="58"/>
                    <a:pt x="1429" y="0"/>
                    <a:pt x="1384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92" name="Google Shape;2192;p16"/>
            <p:cNvSpPr/>
            <p:nvPr/>
          </p:nvSpPr>
          <p:spPr>
            <a:xfrm>
              <a:off x="5742000" y="4428360"/>
              <a:ext cx="57240" cy="42841"/>
            </a:xfrm>
            <a:custGeom>
              <a:rect b="b" l="l" r="r" t="t"/>
              <a:pathLst>
                <a:path extrusionOk="0" h="856" w="1144">
                  <a:moveTo>
                    <a:pt x="1082" y="0"/>
                  </a:moveTo>
                  <a:cubicBezTo>
                    <a:pt x="1064" y="0"/>
                    <a:pt x="1046" y="8"/>
                    <a:pt x="1035" y="26"/>
                  </a:cubicBezTo>
                  <a:cubicBezTo>
                    <a:pt x="991" y="96"/>
                    <a:pt x="928" y="150"/>
                    <a:pt x="860" y="189"/>
                  </a:cubicBezTo>
                  <a:cubicBezTo>
                    <a:pt x="743" y="259"/>
                    <a:pt x="604" y="300"/>
                    <a:pt x="486" y="349"/>
                  </a:cubicBezTo>
                  <a:cubicBezTo>
                    <a:pt x="276" y="435"/>
                    <a:pt x="77" y="554"/>
                    <a:pt x="13" y="785"/>
                  </a:cubicBezTo>
                  <a:cubicBezTo>
                    <a:pt x="1" y="827"/>
                    <a:pt x="37" y="856"/>
                    <a:pt x="72" y="856"/>
                  </a:cubicBezTo>
                  <a:cubicBezTo>
                    <a:pt x="95" y="856"/>
                    <a:pt x="117" y="844"/>
                    <a:pt x="125" y="816"/>
                  </a:cubicBezTo>
                  <a:cubicBezTo>
                    <a:pt x="184" y="596"/>
                    <a:pt x="397" y="505"/>
                    <a:pt x="591" y="430"/>
                  </a:cubicBezTo>
                  <a:cubicBezTo>
                    <a:pt x="666" y="401"/>
                    <a:pt x="747" y="371"/>
                    <a:pt x="822" y="335"/>
                  </a:cubicBezTo>
                  <a:cubicBezTo>
                    <a:pt x="940" y="280"/>
                    <a:pt x="1049" y="209"/>
                    <a:pt x="1124" y="100"/>
                  </a:cubicBezTo>
                  <a:cubicBezTo>
                    <a:pt x="1127" y="96"/>
                    <a:pt x="1131" y="93"/>
                    <a:pt x="1132" y="87"/>
                  </a:cubicBezTo>
                  <a:cubicBezTo>
                    <a:pt x="1141" y="72"/>
                    <a:pt x="1144" y="58"/>
                    <a:pt x="1141" y="41"/>
                  </a:cubicBezTo>
                  <a:cubicBezTo>
                    <a:pt x="1134" y="17"/>
                    <a:pt x="1108" y="0"/>
                    <a:pt x="1082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93" name="Google Shape;2193;p16"/>
            <p:cNvSpPr/>
            <p:nvPr/>
          </p:nvSpPr>
          <p:spPr>
            <a:xfrm>
              <a:off x="5765400" y="4501440"/>
              <a:ext cx="36360" cy="40680"/>
            </a:xfrm>
            <a:custGeom>
              <a:rect b="b" l="l" r="r" t="t"/>
              <a:pathLst>
                <a:path extrusionOk="0" h="817" w="728">
                  <a:moveTo>
                    <a:pt x="643" y="1"/>
                  </a:moveTo>
                  <a:cubicBezTo>
                    <a:pt x="630" y="1"/>
                    <a:pt x="617" y="6"/>
                    <a:pt x="605" y="17"/>
                  </a:cubicBezTo>
                  <a:cubicBezTo>
                    <a:pt x="485" y="132"/>
                    <a:pt x="359" y="244"/>
                    <a:pt x="237" y="357"/>
                  </a:cubicBezTo>
                  <a:cubicBezTo>
                    <a:pt x="119" y="465"/>
                    <a:pt x="0" y="585"/>
                    <a:pt x="21" y="758"/>
                  </a:cubicBezTo>
                  <a:cubicBezTo>
                    <a:pt x="26" y="788"/>
                    <a:pt x="45" y="816"/>
                    <a:pt x="81" y="816"/>
                  </a:cubicBezTo>
                  <a:cubicBezTo>
                    <a:pt x="108" y="815"/>
                    <a:pt x="140" y="788"/>
                    <a:pt x="138" y="755"/>
                  </a:cubicBezTo>
                  <a:cubicBezTo>
                    <a:pt x="129" y="684"/>
                    <a:pt x="145" y="628"/>
                    <a:pt x="187" y="571"/>
                  </a:cubicBezTo>
                  <a:cubicBezTo>
                    <a:pt x="231" y="512"/>
                    <a:pt x="289" y="463"/>
                    <a:pt x="343" y="414"/>
                  </a:cubicBezTo>
                  <a:cubicBezTo>
                    <a:pt x="456" y="309"/>
                    <a:pt x="573" y="207"/>
                    <a:pt x="686" y="99"/>
                  </a:cubicBezTo>
                  <a:cubicBezTo>
                    <a:pt x="728" y="59"/>
                    <a:pt x="688" y="1"/>
                    <a:pt x="643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94" name="Google Shape;2194;p16"/>
            <p:cNvSpPr/>
            <p:nvPr/>
          </p:nvSpPr>
          <p:spPr>
            <a:xfrm>
              <a:off x="5832360" y="4514760"/>
              <a:ext cx="23400" cy="47519"/>
            </a:xfrm>
            <a:custGeom>
              <a:rect b="b" l="l" r="r" t="t"/>
              <a:pathLst>
                <a:path extrusionOk="0" h="951" w="471">
                  <a:moveTo>
                    <a:pt x="394" y="0"/>
                  </a:moveTo>
                  <a:cubicBezTo>
                    <a:pt x="366" y="0"/>
                    <a:pt x="334" y="27"/>
                    <a:pt x="336" y="59"/>
                  </a:cubicBezTo>
                  <a:cubicBezTo>
                    <a:pt x="345" y="127"/>
                    <a:pt x="319" y="186"/>
                    <a:pt x="287" y="243"/>
                  </a:cubicBezTo>
                  <a:cubicBezTo>
                    <a:pt x="246" y="316"/>
                    <a:pt x="196" y="383"/>
                    <a:pt x="154" y="452"/>
                  </a:cubicBezTo>
                  <a:cubicBezTo>
                    <a:pt x="63" y="596"/>
                    <a:pt x="1" y="757"/>
                    <a:pt x="76" y="922"/>
                  </a:cubicBezTo>
                  <a:cubicBezTo>
                    <a:pt x="86" y="942"/>
                    <a:pt x="103" y="951"/>
                    <a:pt x="120" y="951"/>
                  </a:cubicBezTo>
                  <a:cubicBezTo>
                    <a:pt x="159" y="951"/>
                    <a:pt x="199" y="908"/>
                    <a:pt x="178" y="863"/>
                  </a:cubicBezTo>
                  <a:cubicBezTo>
                    <a:pt x="111" y="722"/>
                    <a:pt x="213" y="573"/>
                    <a:pt x="287" y="460"/>
                  </a:cubicBezTo>
                  <a:cubicBezTo>
                    <a:pt x="363" y="345"/>
                    <a:pt x="471" y="206"/>
                    <a:pt x="454" y="59"/>
                  </a:cubicBezTo>
                  <a:cubicBezTo>
                    <a:pt x="450" y="27"/>
                    <a:pt x="430" y="3"/>
                    <a:pt x="394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3750" lIns="91425" spcFirstLastPara="1" rIns="91425" wrap="square" tIns="23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95" name="Google Shape;2195;p16"/>
            <p:cNvSpPr/>
            <p:nvPr/>
          </p:nvSpPr>
          <p:spPr>
            <a:xfrm>
              <a:off x="5912640" y="4489560"/>
              <a:ext cx="18000" cy="55080"/>
            </a:xfrm>
            <a:custGeom>
              <a:rect b="b" l="l" r="r" t="t"/>
              <a:pathLst>
                <a:path extrusionOk="0" h="1100" w="368">
                  <a:moveTo>
                    <a:pt x="290" y="1"/>
                  </a:moveTo>
                  <a:cubicBezTo>
                    <a:pt x="273" y="1"/>
                    <a:pt x="256" y="10"/>
                    <a:pt x="246" y="30"/>
                  </a:cubicBezTo>
                  <a:cubicBezTo>
                    <a:pt x="168" y="193"/>
                    <a:pt x="100" y="363"/>
                    <a:pt x="59" y="539"/>
                  </a:cubicBezTo>
                  <a:cubicBezTo>
                    <a:pt x="18" y="718"/>
                    <a:pt x="1" y="927"/>
                    <a:pt x="123" y="1079"/>
                  </a:cubicBezTo>
                  <a:cubicBezTo>
                    <a:pt x="134" y="1093"/>
                    <a:pt x="148" y="1099"/>
                    <a:pt x="161" y="1099"/>
                  </a:cubicBezTo>
                  <a:cubicBezTo>
                    <a:pt x="203" y="1099"/>
                    <a:pt x="240" y="1042"/>
                    <a:pt x="203" y="998"/>
                  </a:cubicBezTo>
                  <a:cubicBezTo>
                    <a:pt x="103" y="874"/>
                    <a:pt x="144" y="672"/>
                    <a:pt x="179" y="532"/>
                  </a:cubicBezTo>
                  <a:cubicBezTo>
                    <a:pt x="218" y="378"/>
                    <a:pt x="277" y="230"/>
                    <a:pt x="345" y="88"/>
                  </a:cubicBezTo>
                  <a:cubicBezTo>
                    <a:pt x="368" y="43"/>
                    <a:pt x="328" y="1"/>
                    <a:pt x="290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7700" lIns="91425" spcFirstLastPara="1" rIns="91425" wrap="square" tIns="27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96" name="Google Shape;2196;p16"/>
            <p:cNvSpPr/>
            <p:nvPr/>
          </p:nvSpPr>
          <p:spPr>
            <a:xfrm>
              <a:off x="5981040" y="4512240"/>
              <a:ext cx="15480" cy="47879"/>
            </a:xfrm>
            <a:custGeom>
              <a:rect b="b" l="l" r="r" t="t"/>
              <a:pathLst>
                <a:path extrusionOk="0" h="955" w="317">
                  <a:moveTo>
                    <a:pt x="239" y="0"/>
                  </a:moveTo>
                  <a:cubicBezTo>
                    <a:pt x="235" y="0"/>
                    <a:pt x="230" y="1"/>
                    <a:pt x="226" y="2"/>
                  </a:cubicBezTo>
                  <a:cubicBezTo>
                    <a:pt x="194" y="12"/>
                    <a:pt x="182" y="43"/>
                    <a:pt x="186" y="73"/>
                  </a:cubicBezTo>
                  <a:cubicBezTo>
                    <a:pt x="202" y="196"/>
                    <a:pt x="172" y="349"/>
                    <a:pt x="145" y="477"/>
                  </a:cubicBezTo>
                  <a:cubicBezTo>
                    <a:pt x="118" y="608"/>
                    <a:pt x="89" y="749"/>
                    <a:pt x="25" y="866"/>
                  </a:cubicBezTo>
                  <a:cubicBezTo>
                    <a:pt x="0" y="912"/>
                    <a:pt x="40" y="954"/>
                    <a:pt x="79" y="954"/>
                  </a:cubicBezTo>
                  <a:cubicBezTo>
                    <a:pt x="96" y="954"/>
                    <a:pt x="113" y="946"/>
                    <a:pt x="124" y="926"/>
                  </a:cubicBezTo>
                  <a:cubicBezTo>
                    <a:pt x="194" y="794"/>
                    <a:pt x="229" y="642"/>
                    <a:pt x="259" y="496"/>
                  </a:cubicBezTo>
                  <a:cubicBezTo>
                    <a:pt x="288" y="349"/>
                    <a:pt x="317" y="192"/>
                    <a:pt x="297" y="43"/>
                  </a:cubicBezTo>
                  <a:cubicBezTo>
                    <a:pt x="295" y="16"/>
                    <a:pt x="265" y="0"/>
                    <a:pt x="239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4100" lIns="91425" spcFirstLastPara="1" rIns="91425" wrap="square" tIns="24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97" name="Google Shape;2197;p16"/>
            <p:cNvSpPr/>
            <p:nvPr/>
          </p:nvSpPr>
          <p:spPr>
            <a:xfrm>
              <a:off x="6053040" y="4548600"/>
              <a:ext cx="21240" cy="50400"/>
            </a:xfrm>
            <a:custGeom>
              <a:rect b="b" l="l" r="r" t="t"/>
              <a:pathLst>
                <a:path extrusionOk="0" h="1007" w="426">
                  <a:moveTo>
                    <a:pt x="41" y="102"/>
                  </a:moveTo>
                  <a:cubicBezTo>
                    <a:pt x="41" y="102"/>
                    <a:pt x="42" y="103"/>
                    <a:pt x="43" y="104"/>
                  </a:cubicBezTo>
                  <a:lnTo>
                    <a:pt x="43" y="104"/>
                  </a:lnTo>
                  <a:cubicBezTo>
                    <a:pt x="42" y="104"/>
                    <a:pt x="41" y="102"/>
                    <a:pt x="41" y="102"/>
                  </a:cubicBezTo>
                  <a:close/>
                  <a:moveTo>
                    <a:pt x="43" y="104"/>
                  </a:moveTo>
                  <a:cubicBezTo>
                    <a:pt x="43" y="104"/>
                    <a:pt x="43" y="105"/>
                    <a:pt x="44" y="106"/>
                  </a:cubicBezTo>
                  <a:lnTo>
                    <a:pt x="44" y="106"/>
                  </a:lnTo>
                  <a:cubicBezTo>
                    <a:pt x="43" y="105"/>
                    <a:pt x="43" y="104"/>
                    <a:pt x="43" y="104"/>
                  </a:cubicBezTo>
                  <a:close/>
                  <a:moveTo>
                    <a:pt x="76" y="0"/>
                  </a:moveTo>
                  <a:cubicBezTo>
                    <a:pt x="75" y="0"/>
                    <a:pt x="74" y="1"/>
                    <a:pt x="73" y="1"/>
                  </a:cubicBezTo>
                  <a:cubicBezTo>
                    <a:pt x="9" y="3"/>
                    <a:pt x="0" y="90"/>
                    <a:pt x="47" y="112"/>
                  </a:cubicBezTo>
                  <a:lnTo>
                    <a:pt x="47" y="112"/>
                  </a:lnTo>
                  <a:cubicBezTo>
                    <a:pt x="49" y="115"/>
                    <a:pt x="50" y="118"/>
                    <a:pt x="51" y="120"/>
                  </a:cubicBezTo>
                  <a:cubicBezTo>
                    <a:pt x="64" y="142"/>
                    <a:pt x="65" y="148"/>
                    <a:pt x="75" y="173"/>
                  </a:cubicBezTo>
                  <a:cubicBezTo>
                    <a:pt x="99" y="239"/>
                    <a:pt x="121" y="308"/>
                    <a:pt x="141" y="375"/>
                  </a:cubicBezTo>
                  <a:cubicBezTo>
                    <a:pt x="184" y="523"/>
                    <a:pt x="224" y="677"/>
                    <a:pt x="264" y="827"/>
                  </a:cubicBezTo>
                  <a:cubicBezTo>
                    <a:pt x="277" y="872"/>
                    <a:pt x="288" y="920"/>
                    <a:pt x="302" y="966"/>
                  </a:cubicBezTo>
                  <a:cubicBezTo>
                    <a:pt x="311" y="994"/>
                    <a:pt x="333" y="1006"/>
                    <a:pt x="356" y="1006"/>
                  </a:cubicBezTo>
                  <a:cubicBezTo>
                    <a:pt x="391" y="1006"/>
                    <a:pt x="425" y="978"/>
                    <a:pt x="413" y="936"/>
                  </a:cubicBezTo>
                  <a:cubicBezTo>
                    <a:pt x="330" y="665"/>
                    <a:pt x="284" y="383"/>
                    <a:pt x="177" y="120"/>
                  </a:cubicBezTo>
                  <a:cubicBezTo>
                    <a:pt x="161" y="76"/>
                    <a:pt x="134" y="0"/>
                    <a:pt x="76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5200" lIns="91425" spcFirstLastPara="1" rIns="91425" wrap="square" tIns="25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98" name="Google Shape;2198;p16"/>
            <p:cNvSpPr/>
            <p:nvPr/>
          </p:nvSpPr>
          <p:spPr>
            <a:xfrm>
              <a:off x="6097320" y="4501800"/>
              <a:ext cx="45359" cy="21960"/>
            </a:xfrm>
            <a:custGeom>
              <a:rect b="b" l="l" r="r" t="t"/>
              <a:pathLst>
                <a:path extrusionOk="0" h="441" w="910">
                  <a:moveTo>
                    <a:pt x="123" y="0"/>
                  </a:moveTo>
                  <a:cubicBezTo>
                    <a:pt x="104" y="0"/>
                    <a:pt x="85" y="3"/>
                    <a:pt x="65" y="9"/>
                  </a:cubicBezTo>
                  <a:cubicBezTo>
                    <a:pt x="0" y="28"/>
                    <a:pt x="21" y="124"/>
                    <a:pt x="79" y="124"/>
                  </a:cubicBezTo>
                  <a:cubicBezTo>
                    <a:pt x="84" y="124"/>
                    <a:pt x="90" y="123"/>
                    <a:pt x="96" y="121"/>
                  </a:cubicBezTo>
                  <a:cubicBezTo>
                    <a:pt x="106" y="118"/>
                    <a:pt x="115" y="117"/>
                    <a:pt x="125" y="117"/>
                  </a:cubicBezTo>
                  <a:cubicBezTo>
                    <a:pt x="188" y="117"/>
                    <a:pt x="253" y="177"/>
                    <a:pt x="295" y="219"/>
                  </a:cubicBezTo>
                  <a:cubicBezTo>
                    <a:pt x="334" y="258"/>
                    <a:pt x="354" y="315"/>
                    <a:pt x="397" y="355"/>
                  </a:cubicBezTo>
                  <a:cubicBezTo>
                    <a:pt x="453" y="410"/>
                    <a:pt x="530" y="434"/>
                    <a:pt x="608" y="440"/>
                  </a:cubicBezTo>
                  <a:cubicBezTo>
                    <a:pt x="618" y="441"/>
                    <a:pt x="628" y="441"/>
                    <a:pt x="639" y="441"/>
                  </a:cubicBezTo>
                  <a:cubicBezTo>
                    <a:pt x="685" y="441"/>
                    <a:pt x="732" y="435"/>
                    <a:pt x="778" y="435"/>
                  </a:cubicBezTo>
                  <a:cubicBezTo>
                    <a:pt x="797" y="435"/>
                    <a:pt x="815" y="436"/>
                    <a:pt x="833" y="438"/>
                  </a:cubicBezTo>
                  <a:cubicBezTo>
                    <a:pt x="836" y="439"/>
                    <a:pt x="840" y="439"/>
                    <a:pt x="843" y="439"/>
                  </a:cubicBezTo>
                  <a:cubicBezTo>
                    <a:pt x="870" y="439"/>
                    <a:pt x="895" y="428"/>
                    <a:pt x="904" y="397"/>
                  </a:cubicBezTo>
                  <a:cubicBezTo>
                    <a:pt x="910" y="370"/>
                    <a:pt x="894" y="329"/>
                    <a:pt x="863" y="326"/>
                  </a:cubicBezTo>
                  <a:cubicBezTo>
                    <a:pt x="842" y="323"/>
                    <a:pt x="820" y="322"/>
                    <a:pt x="797" y="322"/>
                  </a:cubicBezTo>
                  <a:cubicBezTo>
                    <a:pt x="754" y="322"/>
                    <a:pt x="709" y="326"/>
                    <a:pt x="665" y="326"/>
                  </a:cubicBezTo>
                  <a:cubicBezTo>
                    <a:pt x="580" y="326"/>
                    <a:pt x="500" y="313"/>
                    <a:pt x="448" y="237"/>
                  </a:cubicBezTo>
                  <a:cubicBezTo>
                    <a:pt x="432" y="213"/>
                    <a:pt x="418" y="188"/>
                    <a:pt x="401" y="165"/>
                  </a:cubicBezTo>
                  <a:cubicBezTo>
                    <a:pt x="374" y="131"/>
                    <a:pt x="341" y="104"/>
                    <a:pt x="309" y="80"/>
                  </a:cubicBezTo>
                  <a:cubicBezTo>
                    <a:pt x="253" y="37"/>
                    <a:pt x="192" y="0"/>
                    <a:pt x="123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150" lIns="91425" spcFirstLastPara="1" rIns="91425" wrap="square" tIns="111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99" name="Google Shape;2199;p16"/>
            <p:cNvSpPr/>
            <p:nvPr/>
          </p:nvSpPr>
          <p:spPr>
            <a:xfrm>
              <a:off x="6122880" y="4441680"/>
              <a:ext cx="51481" cy="25920"/>
            </a:xfrm>
            <a:custGeom>
              <a:rect b="b" l="l" r="r" t="t"/>
              <a:pathLst>
                <a:path extrusionOk="0" h="524" w="1027">
                  <a:moveTo>
                    <a:pt x="94" y="1"/>
                  </a:moveTo>
                  <a:cubicBezTo>
                    <a:pt x="79" y="1"/>
                    <a:pt x="64" y="2"/>
                    <a:pt x="48" y="4"/>
                  </a:cubicBezTo>
                  <a:cubicBezTo>
                    <a:pt x="16" y="7"/>
                    <a:pt x="0" y="48"/>
                    <a:pt x="7" y="75"/>
                  </a:cubicBezTo>
                  <a:cubicBezTo>
                    <a:pt x="14" y="103"/>
                    <a:pt x="38" y="115"/>
                    <a:pt x="62" y="115"/>
                  </a:cubicBezTo>
                  <a:cubicBezTo>
                    <a:pt x="68" y="115"/>
                    <a:pt x="73" y="114"/>
                    <a:pt x="78" y="113"/>
                  </a:cubicBezTo>
                  <a:cubicBezTo>
                    <a:pt x="85" y="112"/>
                    <a:pt x="92" y="112"/>
                    <a:pt x="100" y="112"/>
                  </a:cubicBezTo>
                  <a:cubicBezTo>
                    <a:pt x="167" y="112"/>
                    <a:pt x="231" y="151"/>
                    <a:pt x="283" y="188"/>
                  </a:cubicBezTo>
                  <a:cubicBezTo>
                    <a:pt x="360" y="241"/>
                    <a:pt x="429" y="305"/>
                    <a:pt x="500" y="363"/>
                  </a:cubicBezTo>
                  <a:cubicBezTo>
                    <a:pt x="597" y="443"/>
                    <a:pt x="713" y="523"/>
                    <a:pt x="835" y="523"/>
                  </a:cubicBezTo>
                  <a:cubicBezTo>
                    <a:pt x="879" y="523"/>
                    <a:pt x="925" y="513"/>
                    <a:pt x="971" y="487"/>
                  </a:cubicBezTo>
                  <a:cubicBezTo>
                    <a:pt x="1026" y="457"/>
                    <a:pt x="993" y="380"/>
                    <a:pt x="941" y="380"/>
                  </a:cubicBezTo>
                  <a:cubicBezTo>
                    <a:pt x="932" y="380"/>
                    <a:pt x="922" y="383"/>
                    <a:pt x="913" y="388"/>
                  </a:cubicBezTo>
                  <a:cubicBezTo>
                    <a:pt x="885" y="403"/>
                    <a:pt x="857" y="410"/>
                    <a:pt x="830" y="410"/>
                  </a:cubicBezTo>
                  <a:cubicBezTo>
                    <a:pt x="712" y="410"/>
                    <a:pt x="596" y="294"/>
                    <a:pt x="514" y="225"/>
                  </a:cubicBezTo>
                  <a:cubicBezTo>
                    <a:pt x="394" y="123"/>
                    <a:pt x="259" y="1"/>
                    <a:pt x="94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950" lIns="91425" spcFirstLastPara="1" rIns="91425" wrap="square" tIns="12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00" name="Google Shape;2200;p16"/>
            <p:cNvSpPr/>
            <p:nvPr/>
          </p:nvSpPr>
          <p:spPr>
            <a:xfrm>
              <a:off x="6180840" y="4380120"/>
              <a:ext cx="53281" cy="13320"/>
            </a:xfrm>
            <a:custGeom>
              <a:rect b="b" l="l" r="r" t="t"/>
              <a:pathLst>
                <a:path extrusionOk="0" h="269" w="1062">
                  <a:moveTo>
                    <a:pt x="263" y="0"/>
                  </a:moveTo>
                  <a:cubicBezTo>
                    <a:pt x="184" y="0"/>
                    <a:pt x="109" y="23"/>
                    <a:pt x="42" y="86"/>
                  </a:cubicBezTo>
                  <a:cubicBezTo>
                    <a:pt x="0" y="125"/>
                    <a:pt x="40" y="182"/>
                    <a:pt x="85" y="182"/>
                  </a:cubicBezTo>
                  <a:cubicBezTo>
                    <a:pt x="98" y="182"/>
                    <a:pt x="111" y="177"/>
                    <a:pt x="123" y="166"/>
                  </a:cubicBezTo>
                  <a:cubicBezTo>
                    <a:pt x="165" y="125"/>
                    <a:pt x="215" y="111"/>
                    <a:pt x="267" y="111"/>
                  </a:cubicBezTo>
                  <a:cubicBezTo>
                    <a:pt x="358" y="111"/>
                    <a:pt x="457" y="157"/>
                    <a:pt x="538" y="188"/>
                  </a:cubicBezTo>
                  <a:cubicBezTo>
                    <a:pt x="636" y="228"/>
                    <a:pt x="741" y="269"/>
                    <a:pt x="845" y="269"/>
                  </a:cubicBezTo>
                  <a:cubicBezTo>
                    <a:pt x="900" y="269"/>
                    <a:pt x="953" y="258"/>
                    <a:pt x="1006" y="229"/>
                  </a:cubicBezTo>
                  <a:cubicBezTo>
                    <a:pt x="1061" y="199"/>
                    <a:pt x="1027" y="123"/>
                    <a:pt x="976" y="123"/>
                  </a:cubicBezTo>
                  <a:cubicBezTo>
                    <a:pt x="967" y="123"/>
                    <a:pt x="957" y="125"/>
                    <a:pt x="947" y="130"/>
                  </a:cubicBezTo>
                  <a:cubicBezTo>
                    <a:pt x="913" y="149"/>
                    <a:pt x="876" y="157"/>
                    <a:pt x="837" y="157"/>
                  </a:cubicBezTo>
                  <a:cubicBezTo>
                    <a:pt x="723" y="157"/>
                    <a:pt x="598" y="88"/>
                    <a:pt x="501" y="52"/>
                  </a:cubicBezTo>
                  <a:cubicBezTo>
                    <a:pt x="423" y="23"/>
                    <a:pt x="342" y="0"/>
                    <a:pt x="263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25" lIns="91425" spcFirstLastPara="1" rIns="91425" wrap="square" tIns="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01" name="Google Shape;2201;p16"/>
            <p:cNvSpPr/>
            <p:nvPr/>
          </p:nvSpPr>
          <p:spPr>
            <a:xfrm>
              <a:off x="6227280" y="4310640"/>
              <a:ext cx="54361" cy="21601"/>
            </a:xfrm>
            <a:custGeom>
              <a:rect b="b" l="l" r="r" t="t"/>
              <a:pathLst>
                <a:path extrusionOk="0" h="436" w="1083">
                  <a:moveTo>
                    <a:pt x="1020" y="0"/>
                  </a:moveTo>
                  <a:cubicBezTo>
                    <a:pt x="999" y="0"/>
                    <a:pt x="977" y="10"/>
                    <a:pt x="969" y="29"/>
                  </a:cubicBezTo>
                  <a:cubicBezTo>
                    <a:pt x="911" y="165"/>
                    <a:pt x="690" y="143"/>
                    <a:pt x="569" y="149"/>
                  </a:cubicBezTo>
                  <a:cubicBezTo>
                    <a:pt x="485" y="152"/>
                    <a:pt x="396" y="160"/>
                    <a:pt x="315" y="182"/>
                  </a:cubicBezTo>
                  <a:cubicBezTo>
                    <a:pt x="216" y="210"/>
                    <a:pt x="133" y="264"/>
                    <a:pt x="49" y="323"/>
                  </a:cubicBezTo>
                  <a:cubicBezTo>
                    <a:pt x="1" y="361"/>
                    <a:pt x="33" y="436"/>
                    <a:pt x="80" y="436"/>
                  </a:cubicBezTo>
                  <a:cubicBezTo>
                    <a:pt x="89" y="436"/>
                    <a:pt x="100" y="433"/>
                    <a:pt x="110" y="425"/>
                  </a:cubicBezTo>
                  <a:cubicBezTo>
                    <a:pt x="196" y="363"/>
                    <a:pt x="283" y="306"/>
                    <a:pt x="389" y="285"/>
                  </a:cubicBezTo>
                  <a:cubicBezTo>
                    <a:pt x="470" y="270"/>
                    <a:pt x="551" y="265"/>
                    <a:pt x="633" y="262"/>
                  </a:cubicBezTo>
                  <a:cubicBezTo>
                    <a:pt x="783" y="257"/>
                    <a:pt x="1001" y="251"/>
                    <a:pt x="1069" y="87"/>
                  </a:cubicBezTo>
                  <a:cubicBezTo>
                    <a:pt x="1082" y="58"/>
                    <a:pt x="1079" y="24"/>
                    <a:pt x="1048" y="7"/>
                  </a:cubicBezTo>
                  <a:cubicBezTo>
                    <a:pt x="1040" y="3"/>
                    <a:pt x="1030" y="0"/>
                    <a:pt x="1020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800" lIns="91425" spcFirstLastPara="1" rIns="91425" wrap="square" tIns="10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02" name="Google Shape;2202;p16"/>
            <p:cNvSpPr/>
            <p:nvPr/>
          </p:nvSpPr>
          <p:spPr>
            <a:xfrm>
              <a:off x="6213600" y="4231800"/>
              <a:ext cx="33120" cy="44280"/>
            </a:xfrm>
            <a:custGeom>
              <a:rect b="b" l="l" r="r" t="t"/>
              <a:pathLst>
                <a:path extrusionOk="0" h="888" w="662">
                  <a:moveTo>
                    <a:pt x="598" y="0"/>
                  </a:moveTo>
                  <a:cubicBezTo>
                    <a:pt x="578" y="0"/>
                    <a:pt x="556" y="10"/>
                    <a:pt x="548" y="29"/>
                  </a:cubicBezTo>
                  <a:cubicBezTo>
                    <a:pt x="518" y="100"/>
                    <a:pt x="464" y="153"/>
                    <a:pt x="413" y="209"/>
                  </a:cubicBezTo>
                  <a:cubicBezTo>
                    <a:pt x="350" y="274"/>
                    <a:pt x="280" y="336"/>
                    <a:pt x="216" y="401"/>
                  </a:cubicBezTo>
                  <a:cubicBezTo>
                    <a:pt x="174" y="448"/>
                    <a:pt x="129" y="498"/>
                    <a:pt x="93" y="553"/>
                  </a:cubicBezTo>
                  <a:cubicBezTo>
                    <a:pt x="36" y="640"/>
                    <a:pt x="1" y="739"/>
                    <a:pt x="25" y="846"/>
                  </a:cubicBezTo>
                  <a:cubicBezTo>
                    <a:pt x="26" y="852"/>
                    <a:pt x="29" y="856"/>
                    <a:pt x="32" y="862"/>
                  </a:cubicBezTo>
                  <a:cubicBezTo>
                    <a:pt x="32" y="863"/>
                    <a:pt x="32" y="863"/>
                    <a:pt x="34" y="866"/>
                  </a:cubicBezTo>
                  <a:cubicBezTo>
                    <a:pt x="44" y="881"/>
                    <a:pt x="59" y="887"/>
                    <a:pt x="76" y="887"/>
                  </a:cubicBezTo>
                  <a:cubicBezTo>
                    <a:pt x="110" y="887"/>
                    <a:pt x="147" y="858"/>
                    <a:pt x="137" y="815"/>
                  </a:cubicBezTo>
                  <a:cubicBezTo>
                    <a:pt x="124" y="756"/>
                    <a:pt x="138" y="699"/>
                    <a:pt x="167" y="647"/>
                  </a:cubicBezTo>
                  <a:cubicBezTo>
                    <a:pt x="208" y="570"/>
                    <a:pt x="279" y="503"/>
                    <a:pt x="334" y="448"/>
                  </a:cubicBezTo>
                  <a:cubicBezTo>
                    <a:pt x="443" y="338"/>
                    <a:pt x="585" y="231"/>
                    <a:pt x="649" y="85"/>
                  </a:cubicBezTo>
                  <a:cubicBezTo>
                    <a:pt x="661" y="57"/>
                    <a:pt x="657" y="24"/>
                    <a:pt x="626" y="7"/>
                  </a:cubicBezTo>
                  <a:cubicBezTo>
                    <a:pt x="618" y="3"/>
                    <a:pt x="609" y="0"/>
                    <a:pt x="598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2300" lIns="91425" spcFirstLastPara="1" rIns="91425" wrap="square" tIns="22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03" name="Google Shape;2203;p16"/>
            <p:cNvSpPr/>
            <p:nvPr/>
          </p:nvSpPr>
          <p:spPr>
            <a:xfrm>
              <a:off x="5763600" y="4139280"/>
              <a:ext cx="466211" cy="407170"/>
            </a:xfrm>
            <a:custGeom>
              <a:rect b="b" l="l" r="r" t="t"/>
              <a:pathLst>
                <a:path extrusionOk="0" h="8090" w="9264">
                  <a:moveTo>
                    <a:pt x="4505" y="1251"/>
                  </a:moveTo>
                  <a:cubicBezTo>
                    <a:pt x="4595" y="1251"/>
                    <a:pt x="4685" y="1267"/>
                    <a:pt x="4771" y="1304"/>
                  </a:cubicBezTo>
                  <a:cubicBezTo>
                    <a:pt x="5016" y="1407"/>
                    <a:pt x="5158" y="1661"/>
                    <a:pt x="5195" y="1915"/>
                  </a:cubicBezTo>
                  <a:cubicBezTo>
                    <a:pt x="5251" y="2286"/>
                    <a:pt x="4996" y="2610"/>
                    <a:pt x="4701" y="2803"/>
                  </a:cubicBezTo>
                  <a:cubicBezTo>
                    <a:pt x="4496" y="2939"/>
                    <a:pt x="4232" y="3039"/>
                    <a:pt x="3977" y="3039"/>
                  </a:cubicBezTo>
                  <a:cubicBezTo>
                    <a:pt x="3869" y="3039"/>
                    <a:pt x="3762" y="3021"/>
                    <a:pt x="3661" y="2980"/>
                  </a:cubicBezTo>
                  <a:cubicBezTo>
                    <a:pt x="3501" y="2917"/>
                    <a:pt x="3375" y="2795"/>
                    <a:pt x="3304" y="2637"/>
                  </a:cubicBezTo>
                  <a:cubicBezTo>
                    <a:pt x="3226" y="2463"/>
                    <a:pt x="3240" y="2277"/>
                    <a:pt x="3281" y="2097"/>
                  </a:cubicBezTo>
                  <a:cubicBezTo>
                    <a:pt x="3347" y="1802"/>
                    <a:pt x="3556" y="1350"/>
                    <a:pt x="3903" y="1350"/>
                  </a:cubicBezTo>
                  <a:cubicBezTo>
                    <a:pt x="3945" y="1350"/>
                    <a:pt x="3990" y="1357"/>
                    <a:pt x="4037" y="1372"/>
                  </a:cubicBezTo>
                  <a:cubicBezTo>
                    <a:pt x="4040" y="1375"/>
                    <a:pt x="4042" y="1375"/>
                    <a:pt x="4047" y="1378"/>
                  </a:cubicBezTo>
                  <a:cubicBezTo>
                    <a:pt x="4187" y="1301"/>
                    <a:pt x="4346" y="1251"/>
                    <a:pt x="4505" y="1251"/>
                  </a:cubicBezTo>
                  <a:close/>
                  <a:moveTo>
                    <a:pt x="5322" y="2643"/>
                  </a:moveTo>
                  <a:cubicBezTo>
                    <a:pt x="5332" y="2643"/>
                    <a:pt x="5342" y="2645"/>
                    <a:pt x="5350" y="2650"/>
                  </a:cubicBezTo>
                  <a:cubicBezTo>
                    <a:pt x="5379" y="2667"/>
                    <a:pt x="5384" y="2703"/>
                    <a:pt x="5372" y="2730"/>
                  </a:cubicBezTo>
                  <a:cubicBezTo>
                    <a:pt x="5270" y="2952"/>
                    <a:pt x="5182" y="3191"/>
                    <a:pt x="5029" y="3384"/>
                  </a:cubicBezTo>
                  <a:cubicBezTo>
                    <a:pt x="5020" y="3396"/>
                    <a:pt x="5006" y="3401"/>
                    <a:pt x="4992" y="3401"/>
                  </a:cubicBezTo>
                  <a:cubicBezTo>
                    <a:pt x="4975" y="3401"/>
                    <a:pt x="4958" y="3395"/>
                    <a:pt x="4947" y="3384"/>
                  </a:cubicBezTo>
                  <a:cubicBezTo>
                    <a:pt x="4922" y="3360"/>
                    <a:pt x="4927" y="3326"/>
                    <a:pt x="4947" y="3303"/>
                  </a:cubicBezTo>
                  <a:cubicBezTo>
                    <a:pt x="5017" y="3214"/>
                    <a:pt x="5071" y="3108"/>
                    <a:pt x="5118" y="3006"/>
                  </a:cubicBezTo>
                  <a:cubicBezTo>
                    <a:pt x="5172" y="2895"/>
                    <a:pt x="5220" y="2782"/>
                    <a:pt x="5272" y="2671"/>
                  </a:cubicBezTo>
                  <a:cubicBezTo>
                    <a:pt x="5281" y="2653"/>
                    <a:pt x="5302" y="2643"/>
                    <a:pt x="5322" y="2643"/>
                  </a:cubicBezTo>
                  <a:close/>
                  <a:moveTo>
                    <a:pt x="2116" y="3367"/>
                  </a:moveTo>
                  <a:cubicBezTo>
                    <a:pt x="2126" y="3367"/>
                    <a:pt x="2136" y="3368"/>
                    <a:pt x="2145" y="3370"/>
                  </a:cubicBezTo>
                  <a:cubicBezTo>
                    <a:pt x="2159" y="3374"/>
                    <a:pt x="2173" y="3381"/>
                    <a:pt x="2183" y="3391"/>
                  </a:cubicBezTo>
                  <a:cubicBezTo>
                    <a:pt x="2196" y="3401"/>
                    <a:pt x="2204" y="3410"/>
                    <a:pt x="2213" y="3424"/>
                  </a:cubicBezTo>
                  <a:cubicBezTo>
                    <a:pt x="2224" y="3438"/>
                    <a:pt x="2233" y="3454"/>
                    <a:pt x="2241" y="3468"/>
                  </a:cubicBezTo>
                  <a:cubicBezTo>
                    <a:pt x="2253" y="3486"/>
                    <a:pt x="2258" y="3505"/>
                    <a:pt x="2258" y="3526"/>
                  </a:cubicBezTo>
                  <a:lnTo>
                    <a:pt x="2253" y="3559"/>
                  </a:lnTo>
                  <a:cubicBezTo>
                    <a:pt x="2247" y="3578"/>
                    <a:pt x="2238" y="3595"/>
                    <a:pt x="2223" y="3610"/>
                  </a:cubicBezTo>
                  <a:cubicBezTo>
                    <a:pt x="2216" y="3615"/>
                    <a:pt x="2209" y="3622"/>
                    <a:pt x="2199" y="3628"/>
                  </a:cubicBezTo>
                  <a:cubicBezTo>
                    <a:pt x="2187" y="3636"/>
                    <a:pt x="2170" y="3639"/>
                    <a:pt x="2156" y="3642"/>
                  </a:cubicBezTo>
                  <a:cubicBezTo>
                    <a:pt x="2151" y="3643"/>
                    <a:pt x="2146" y="3644"/>
                    <a:pt x="2140" y="3644"/>
                  </a:cubicBezTo>
                  <a:cubicBezTo>
                    <a:pt x="2130" y="3644"/>
                    <a:pt x="2120" y="3642"/>
                    <a:pt x="2111" y="3639"/>
                  </a:cubicBezTo>
                  <a:cubicBezTo>
                    <a:pt x="2097" y="3636"/>
                    <a:pt x="2083" y="3629"/>
                    <a:pt x="2071" y="3618"/>
                  </a:cubicBezTo>
                  <a:cubicBezTo>
                    <a:pt x="2060" y="3610"/>
                    <a:pt x="2050" y="3601"/>
                    <a:pt x="2041" y="3587"/>
                  </a:cubicBezTo>
                  <a:cubicBezTo>
                    <a:pt x="2033" y="3573"/>
                    <a:pt x="2024" y="3557"/>
                    <a:pt x="2013" y="3543"/>
                  </a:cubicBezTo>
                  <a:cubicBezTo>
                    <a:pt x="2003" y="3525"/>
                    <a:pt x="1998" y="3505"/>
                    <a:pt x="1998" y="3483"/>
                  </a:cubicBezTo>
                  <a:lnTo>
                    <a:pt x="2003" y="3452"/>
                  </a:lnTo>
                  <a:cubicBezTo>
                    <a:pt x="2007" y="3432"/>
                    <a:pt x="2017" y="3414"/>
                    <a:pt x="2033" y="3401"/>
                  </a:cubicBezTo>
                  <a:cubicBezTo>
                    <a:pt x="2040" y="3396"/>
                    <a:pt x="2047" y="3388"/>
                    <a:pt x="2056" y="3383"/>
                  </a:cubicBezTo>
                  <a:cubicBezTo>
                    <a:pt x="2068" y="3374"/>
                    <a:pt x="2084" y="3370"/>
                    <a:pt x="2098" y="3369"/>
                  </a:cubicBezTo>
                  <a:cubicBezTo>
                    <a:pt x="2104" y="3368"/>
                    <a:pt x="2110" y="3367"/>
                    <a:pt x="2116" y="3367"/>
                  </a:cubicBezTo>
                  <a:close/>
                  <a:moveTo>
                    <a:pt x="7806" y="3649"/>
                  </a:moveTo>
                  <a:cubicBezTo>
                    <a:pt x="7955" y="3649"/>
                    <a:pt x="7952" y="3879"/>
                    <a:pt x="7806" y="3879"/>
                  </a:cubicBezTo>
                  <a:cubicBezTo>
                    <a:pt x="7657" y="3879"/>
                    <a:pt x="7657" y="3649"/>
                    <a:pt x="7806" y="3649"/>
                  </a:cubicBezTo>
                  <a:close/>
                  <a:moveTo>
                    <a:pt x="5710" y="3682"/>
                  </a:moveTo>
                  <a:cubicBezTo>
                    <a:pt x="5859" y="3682"/>
                    <a:pt x="5859" y="3913"/>
                    <a:pt x="5710" y="3913"/>
                  </a:cubicBezTo>
                  <a:cubicBezTo>
                    <a:pt x="5563" y="3913"/>
                    <a:pt x="5563" y="3682"/>
                    <a:pt x="5710" y="3682"/>
                  </a:cubicBezTo>
                  <a:close/>
                  <a:moveTo>
                    <a:pt x="2659" y="4064"/>
                  </a:moveTo>
                  <a:cubicBezTo>
                    <a:pt x="2674" y="4064"/>
                    <a:pt x="2689" y="4070"/>
                    <a:pt x="2700" y="4081"/>
                  </a:cubicBezTo>
                  <a:cubicBezTo>
                    <a:pt x="2723" y="4104"/>
                    <a:pt x="2722" y="4141"/>
                    <a:pt x="2700" y="4162"/>
                  </a:cubicBezTo>
                  <a:cubicBezTo>
                    <a:pt x="2695" y="4169"/>
                    <a:pt x="2688" y="4176"/>
                    <a:pt x="2683" y="4183"/>
                  </a:cubicBezTo>
                  <a:lnTo>
                    <a:pt x="2681" y="4185"/>
                  </a:lnTo>
                  <a:lnTo>
                    <a:pt x="2679" y="4188"/>
                  </a:lnTo>
                  <a:cubicBezTo>
                    <a:pt x="2678" y="4189"/>
                    <a:pt x="2674" y="4192"/>
                    <a:pt x="2672" y="4196"/>
                  </a:cubicBezTo>
                  <a:cubicBezTo>
                    <a:pt x="2664" y="4210"/>
                    <a:pt x="2655" y="4225"/>
                    <a:pt x="2645" y="4240"/>
                  </a:cubicBezTo>
                  <a:cubicBezTo>
                    <a:pt x="2628" y="4273"/>
                    <a:pt x="2614" y="4303"/>
                    <a:pt x="2600" y="4334"/>
                  </a:cubicBezTo>
                  <a:cubicBezTo>
                    <a:pt x="2571" y="4402"/>
                    <a:pt x="2543" y="4471"/>
                    <a:pt x="2502" y="4535"/>
                  </a:cubicBezTo>
                  <a:cubicBezTo>
                    <a:pt x="2491" y="4552"/>
                    <a:pt x="2471" y="4563"/>
                    <a:pt x="2451" y="4563"/>
                  </a:cubicBezTo>
                  <a:cubicBezTo>
                    <a:pt x="2442" y="4563"/>
                    <a:pt x="2433" y="4561"/>
                    <a:pt x="2424" y="4556"/>
                  </a:cubicBezTo>
                  <a:cubicBezTo>
                    <a:pt x="2397" y="4539"/>
                    <a:pt x="2387" y="4502"/>
                    <a:pt x="2403" y="4475"/>
                  </a:cubicBezTo>
                  <a:cubicBezTo>
                    <a:pt x="2485" y="4348"/>
                    <a:pt x="2513" y="4192"/>
                    <a:pt x="2620" y="4081"/>
                  </a:cubicBezTo>
                  <a:cubicBezTo>
                    <a:pt x="2630" y="4070"/>
                    <a:pt x="2644" y="4064"/>
                    <a:pt x="2659" y="4064"/>
                  </a:cubicBezTo>
                  <a:close/>
                  <a:moveTo>
                    <a:pt x="4139" y="4508"/>
                  </a:moveTo>
                  <a:cubicBezTo>
                    <a:pt x="4288" y="4508"/>
                    <a:pt x="4288" y="4738"/>
                    <a:pt x="4139" y="4738"/>
                  </a:cubicBezTo>
                  <a:cubicBezTo>
                    <a:pt x="3991" y="4738"/>
                    <a:pt x="3991" y="4508"/>
                    <a:pt x="4139" y="4508"/>
                  </a:cubicBezTo>
                  <a:close/>
                  <a:moveTo>
                    <a:pt x="6354" y="4794"/>
                  </a:moveTo>
                  <a:cubicBezTo>
                    <a:pt x="6363" y="4794"/>
                    <a:pt x="6372" y="4796"/>
                    <a:pt x="6379" y="4801"/>
                  </a:cubicBezTo>
                  <a:cubicBezTo>
                    <a:pt x="6460" y="4862"/>
                    <a:pt x="6518" y="4942"/>
                    <a:pt x="6575" y="5025"/>
                  </a:cubicBezTo>
                  <a:cubicBezTo>
                    <a:pt x="6589" y="5045"/>
                    <a:pt x="6603" y="5066"/>
                    <a:pt x="6617" y="5085"/>
                  </a:cubicBezTo>
                  <a:cubicBezTo>
                    <a:pt x="6632" y="5106"/>
                    <a:pt x="6644" y="5120"/>
                    <a:pt x="6656" y="5136"/>
                  </a:cubicBezTo>
                  <a:cubicBezTo>
                    <a:pt x="6670" y="5154"/>
                    <a:pt x="6684" y="5170"/>
                    <a:pt x="6701" y="5185"/>
                  </a:cubicBezTo>
                  <a:cubicBezTo>
                    <a:pt x="6709" y="5195"/>
                    <a:pt x="6718" y="5202"/>
                    <a:pt x="6725" y="5211"/>
                  </a:cubicBezTo>
                  <a:cubicBezTo>
                    <a:pt x="6731" y="5214"/>
                    <a:pt x="6734" y="5218"/>
                    <a:pt x="6739" y="5224"/>
                  </a:cubicBezTo>
                  <a:cubicBezTo>
                    <a:pt x="6741" y="5225"/>
                    <a:pt x="6743" y="5225"/>
                    <a:pt x="6741" y="5225"/>
                  </a:cubicBezTo>
                  <a:cubicBezTo>
                    <a:pt x="6743" y="5225"/>
                    <a:pt x="6743" y="5226"/>
                    <a:pt x="6745" y="5226"/>
                  </a:cubicBezTo>
                  <a:cubicBezTo>
                    <a:pt x="6769" y="5245"/>
                    <a:pt x="6782" y="5276"/>
                    <a:pt x="6765" y="5304"/>
                  </a:cubicBezTo>
                  <a:cubicBezTo>
                    <a:pt x="6755" y="5322"/>
                    <a:pt x="6733" y="5334"/>
                    <a:pt x="6713" y="5334"/>
                  </a:cubicBezTo>
                  <a:cubicBezTo>
                    <a:pt x="6703" y="5334"/>
                    <a:pt x="6694" y="5331"/>
                    <a:pt x="6687" y="5326"/>
                  </a:cubicBezTo>
                  <a:cubicBezTo>
                    <a:pt x="6605" y="5268"/>
                    <a:pt x="6546" y="5187"/>
                    <a:pt x="6490" y="5105"/>
                  </a:cubicBezTo>
                  <a:cubicBezTo>
                    <a:pt x="6476" y="5085"/>
                    <a:pt x="6461" y="5063"/>
                    <a:pt x="6447" y="5045"/>
                  </a:cubicBezTo>
                  <a:cubicBezTo>
                    <a:pt x="6435" y="5027"/>
                    <a:pt x="6419" y="5005"/>
                    <a:pt x="6408" y="4993"/>
                  </a:cubicBezTo>
                  <a:cubicBezTo>
                    <a:pt x="6393" y="4976"/>
                    <a:pt x="6379" y="4957"/>
                    <a:pt x="6365" y="4943"/>
                  </a:cubicBezTo>
                  <a:lnTo>
                    <a:pt x="6341" y="4919"/>
                  </a:lnTo>
                  <a:cubicBezTo>
                    <a:pt x="6335" y="4915"/>
                    <a:pt x="6332" y="4912"/>
                    <a:pt x="6328" y="4908"/>
                  </a:cubicBezTo>
                  <a:cubicBezTo>
                    <a:pt x="6327" y="4906"/>
                    <a:pt x="6323" y="4903"/>
                    <a:pt x="6320" y="4903"/>
                  </a:cubicBezTo>
                  <a:lnTo>
                    <a:pt x="6318" y="4901"/>
                  </a:lnTo>
                  <a:lnTo>
                    <a:pt x="6318" y="4899"/>
                  </a:lnTo>
                  <a:cubicBezTo>
                    <a:pt x="6294" y="4881"/>
                    <a:pt x="6283" y="4851"/>
                    <a:pt x="6300" y="4823"/>
                  </a:cubicBezTo>
                  <a:cubicBezTo>
                    <a:pt x="6310" y="4806"/>
                    <a:pt x="6333" y="4794"/>
                    <a:pt x="6354" y="4794"/>
                  </a:cubicBezTo>
                  <a:close/>
                  <a:moveTo>
                    <a:pt x="5648" y="5735"/>
                  </a:moveTo>
                  <a:cubicBezTo>
                    <a:pt x="5797" y="5735"/>
                    <a:pt x="5797" y="5966"/>
                    <a:pt x="5648" y="5966"/>
                  </a:cubicBezTo>
                  <a:cubicBezTo>
                    <a:pt x="5499" y="5966"/>
                    <a:pt x="5499" y="5735"/>
                    <a:pt x="5648" y="5735"/>
                  </a:cubicBezTo>
                  <a:close/>
                  <a:moveTo>
                    <a:pt x="1989" y="5776"/>
                  </a:moveTo>
                  <a:cubicBezTo>
                    <a:pt x="2138" y="5776"/>
                    <a:pt x="2138" y="6006"/>
                    <a:pt x="1989" y="6006"/>
                  </a:cubicBezTo>
                  <a:cubicBezTo>
                    <a:pt x="1840" y="6006"/>
                    <a:pt x="1840" y="5776"/>
                    <a:pt x="1989" y="5776"/>
                  </a:cubicBezTo>
                  <a:close/>
                  <a:moveTo>
                    <a:pt x="3402" y="5904"/>
                  </a:moveTo>
                  <a:cubicBezTo>
                    <a:pt x="3423" y="5904"/>
                    <a:pt x="3443" y="5915"/>
                    <a:pt x="3453" y="5934"/>
                  </a:cubicBezTo>
                  <a:cubicBezTo>
                    <a:pt x="3470" y="5961"/>
                    <a:pt x="3457" y="5995"/>
                    <a:pt x="3432" y="6012"/>
                  </a:cubicBezTo>
                  <a:cubicBezTo>
                    <a:pt x="3269" y="6122"/>
                    <a:pt x="3094" y="6209"/>
                    <a:pt x="2933" y="6320"/>
                  </a:cubicBezTo>
                  <a:cubicBezTo>
                    <a:pt x="2925" y="6326"/>
                    <a:pt x="2916" y="6328"/>
                    <a:pt x="2906" y="6328"/>
                  </a:cubicBezTo>
                  <a:cubicBezTo>
                    <a:pt x="2886" y="6328"/>
                    <a:pt x="2865" y="6317"/>
                    <a:pt x="2855" y="6299"/>
                  </a:cubicBezTo>
                  <a:cubicBezTo>
                    <a:pt x="2839" y="6271"/>
                    <a:pt x="2849" y="6238"/>
                    <a:pt x="2876" y="6221"/>
                  </a:cubicBezTo>
                  <a:cubicBezTo>
                    <a:pt x="3038" y="6111"/>
                    <a:pt x="3215" y="6023"/>
                    <a:pt x="3375" y="5912"/>
                  </a:cubicBezTo>
                  <a:cubicBezTo>
                    <a:pt x="3383" y="5907"/>
                    <a:pt x="3393" y="5904"/>
                    <a:pt x="3402" y="5904"/>
                  </a:cubicBezTo>
                  <a:close/>
                  <a:moveTo>
                    <a:pt x="4863" y="6272"/>
                  </a:moveTo>
                  <a:cubicBezTo>
                    <a:pt x="4961" y="6277"/>
                    <a:pt x="5039" y="6350"/>
                    <a:pt x="5102" y="6417"/>
                  </a:cubicBezTo>
                  <a:cubicBezTo>
                    <a:pt x="5138" y="6452"/>
                    <a:pt x="5170" y="6492"/>
                    <a:pt x="5203" y="6527"/>
                  </a:cubicBezTo>
                  <a:cubicBezTo>
                    <a:pt x="5220" y="6543"/>
                    <a:pt x="5236" y="6560"/>
                    <a:pt x="5251" y="6574"/>
                  </a:cubicBezTo>
                  <a:cubicBezTo>
                    <a:pt x="5260" y="6584"/>
                    <a:pt x="5270" y="6591"/>
                    <a:pt x="5277" y="6598"/>
                  </a:cubicBezTo>
                  <a:cubicBezTo>
                    <a:pt x="5278" y="6600"/>
                    <a:pt x="5278" y="6600"/>
                    <a:pt x="5280" y="6600"/>
                  </a:cubicBezTo>
                  <a:lnTo>
                    <a:pt x="5281" y="6601"/>
                  </a:lnTo>
                  <a:lnTo>
                    <a:pt x="5284" y="6601"/>
                  </a:lnTo>
                  <a:lnTo>
                    <a:pt x="5284" y="6602"/>
                  </a:lnTo>
                  <a:cubicBezTo>
                    <a:pt x="5287" y="6605"/>
                    <a:pt x="5292" y="6608"/>
                    <a:pt x="5295" y="6612"/>
                  </a:cubicBezTo>
                  <a:cubicBezTo>
                    <a:pt x="5321" y="6634"/>
                    <a:pt x="5331" y="6668"/>
                    <a:pt x="5315" y="6693"/>
                  </a:cubicBezTo>
                  <a:cubicBezTo>
                    <a:pt x="5305" y="6711"/>
                    <a:pt x="5285" y="6722"/>
                    <a:pt x="5265" y="6722"/>
                  </a:cubicBezTo>
                  <a:cubicBezTo>
                    <a:pt x="5255" y="6722"/>
                    <a:pt x="5245" y="6720"/>
                    <a:pt x="5237" y="6714"/>
                  </a:cubicBezTo>
                  <a:cubicBezTo>
                    <a:pt x="5159" y="6663"/>
                    <a:pt x="5101" y="6587"/>
                    <a:pt x="5037" y="6519"/>
                  </a:cubicBezTo>
                  <a:cubicBezTo>
                    <a:pt x="5022" y="6500"/>
                    <a:pt x="5005" y="6485"/>
                    <a:pt x="4989" y="6469"/>
                  </a:cubicBezTo>
                  <a:cubicBezTo>
                    <a:pt x="4981" y="6459"/>
                    <a:pt x="4972" y="6451"/>
                    <a:pt x="4961" y="6444"/>
                  </a:cubicBezTo>
                  <a:cubicBezTo>
                    <a:pt x="4958" y="6441"/>
                    <a:pt x="4952" y="6437"/>
                    <a:pt x="4948" y="6434"/>
                  </a:cubicBezTo>
                  <a:cubicBezTo>
                    <a:pt x="4947" y="6431"/>
                    <a:pt x="4944" y="6430"/>
                    <a:pt x="4941" y="6428"/>
                  </a:cubicBezTo>
                  <a:cubicBezTo>
                    <a:pt x="4927" y="6415"/>
                    <a:pt x="4910" y="6407"/>
                    <a:pt x="4894" y="6398"/>
                  </a:cubicBezTo>
                  <a:lnTo>
                    <a:pt x="4891" y="6396"/>
                  </a:lnTo>
                  <a:cubicBezTo>
                    <a:pt x="4888" y="6394"/>
                    <a:pt x="4883" y="6394"/>
                    <a:pt x="4880" y="6393"/>
                  </a:cubicBezTo>
                  <a:cubicBezTo>
                    <a:pt x="4876" y="6390"/>
                    <a:pt x="4873" y="6390"/>
                    <a:pt x="4869" y="6390"/>
                  </a:cubicBezTo>
                  <a:cubicBezTo>
                    <a:pt x="4866" y="6389"/>
                    <a:pt x="4863" y="6389"/>
                    <a:pt x="4863" y="6389"/>
                  </a:cubicBezTo>
                  <a:cubicBezTo>
                    <a:pt x="4832" y="6387"/>
                    <a:pt x="4805" y="6364"/>
                    <a:pt x="4805" y="6330"/>
                  </a:cubicBezTo>
                  <a:cubicBezTo>
                    <a:pt x="4805" y="6301"/>
                    <a:pt x="4832" y="6272"/>
                    <a:pt x="4863" y="6272"/>
                  </a:cubicBezTo>
                  <a:close/>
                  <a:moveTo>
                    <a:pt x="4950" y="1"/>
                  </a:moveTo>
                  <a:cubicBezTo>
                    <a:pt x="4474" y="1"/>
                    <a:pt x="4027" y="298"/>
                    <a:pt x="3673" y="614"/>
                  </a:cubicBezTo>
                  <a:cubicBezTo>
                    <a:pt x="3315" y="933"/>
                    <a:pt x="3026" y="1328"/>
                    <a:pt x="2635" y="1611"/>
                  </a:cubicBezTo>
                  <a:cubicBezTo>
                    <a:pt x="2326" y="1835"/>
                    <a:pt x="1976" y="1931"/>
                    <a:pt x="1611" y="1931"/>
                  </a:cubicBezTo>
                  <a:cubicBezTo>
                    <a:pt x="1512" y="1931"/>
                    <a:pt x="1413" y="1924"/>
                    <a:pt x="1313" y="1910"/>
                  </a:cubicBezTo>
                  <a:cubicBezTo>
                    <a:pt x="1042" y="1952"/>
                    <a:pt x="787" y="2066"/>
                    <a:pt x="571" y="2239"/>
                  </a:cubicBezTo>
                  <a:cubicBezTo>
                    <a:pt x="447" y="2336"/>
                    <a:pt x="344" y="2453"/>
                    <a:pt x="237" y="2568"/>
                  </a:cubicBezTo>
                  <a:cubicBezTo>
                    <a:pt x="143" y="2673"/>
                    <a:pt x="58" y="2792"/>
                    <a:pt x="21" y="2929"/>
                  </a:cubicBezTo>
                  <a:cubicBezTo>
                    <a:pt x="8" y="2972"/>
                    <a:pt x="2" y="3014"/>
                    <a:pt x="1" y="3057"/>
                  </a:cubicBezTo>
                  <a:cubicBezTo>
                    <a:pt x="9" y="3072"/>
                    <a:pt x="14" y="3092"/>
                    <a:pt x="4" y="3114"/>
                  </a:cubicBezTo>
                  <a:cubicBezTo>
                    <a:pt x="2" y="3115"/>
                    <a:pt x="2" y="3119"/>
                    <a:pt x="1" y="3119"/>
                  </a:cubicBezTo>
                  <a:cubicBezTo>
                    <a:pt x="9" y="3285"/>
                    <a:pt x="82" y="3447"/>
                    <a:pt x="164" y="3593"/>
                  </a:cubicBezTo>
                  <a:cubicBezTo>
                    <a:pt x="412" y="4022"/>
                    <a:pt x="797" y="4393"/>
                    <a:pt x="837" y="4910"/>
                  </a:cubicBezTo>
                  <a:cubicBezTo>
                    <a:pt x="860" y="5208"/>
                    <a:pt x="793" y="5497"/>
                    <a:pt x="716" y="5785"/>
                  </a:cubicBezTo>
                  <a:cubicBezTo>
                    <a:pt x="722" y="5799"/>
                    <a:pt x="719" y="5813"/>
                    <a:pt x="709" y="5829"/>
                  </a:cubicBezTo>
                  <a:cubicBezTo>
                    <a:pt x="708" y="5834"/>
                    <a:pt x="704" y="5837"/>
                    <a:pt x="701" y="5841"/>
                  </a:cubicBezTo>
                  <a:cubicBezTo>
                    <a:pt x="663" y="5982"/>
                    <a:pt x="626" y="6124"/>
                    <a:pt x="596" y="6261"/>
                  </a:cubicBezTo>
                  <a:cubicBezTo>
                    <a:pt x="512" y="6658"/>
                    <a:pt x="518" y="7138"/>
                    <a:pt x="918" y="7365"/>
                  </a:cubicBezTo>
                  <a:cubicBezTo>
                    <a:pt x="1035" y="7431"/>
                    <a:pt x="1165" y="7457"/>
                    <a:pt x="1299" y="7457"/>
                  </a:cubicBezTo>
                  <a:cubicBezTo>
                    <a:pt x="1527" y="7457"/>
                    <a:pt x="1764" y="7383"/>
                    <a:pt x="1965" y="7314"/>
                  </a:cubicBezTo>
                  <a:cubicBezTo>
                    <a:pt x="2356" y="7181"/>
                    <a:pt x="2732" y="6996"/>
                    <a:pt x="3131" y="6883"/>
                  </a:cubicBezTo>
                  <a:cubicBezTo>
                    <a:pt x="3291" y="6837"/>
                    <a:pt x="3456" y="6806"/>
                    <a:pt x="3620" y="6806"/>
                  </a:cubicBezTo>
                  <a:cubicBezTo>
                    <a:pt x="3793" y="6806"/>
                    <a:pt x="3964" y="6841"/>
                    <a:pt x="4126" y="6930"/>
                  </a:cubicBezTo>
                  <a:cubicBezTo>
                    <a:pt x="4442" y="7101"/>
                    <a:pt x="4669" y="7400"/>
                    <a:pt x="4910" y="7658"/>
                  </a:cubicBezTo>
                  <a:cubicBezTo>
                    <a:pt x="5087" y="7847"/>
                    <a:pt x="5315" y="8090"/>
                    <a:pt x="5589" y="8090"/>
                  </a:cubicBezTo>
                  <a:cubicBezTo>
                    <a:pt x="5622" y="8090"/>
                    <a:pt x="5655" y="8087"/>
                    <a:pt x="5689" y="8079"/>
                  </a:cubicBezTo>
                  <a:cubicBezTo>
                    <a:pt x="5885" y="8038"/>
                    <a:pt x="6066" y="7889"/>
                    <a:pt x="6204" y="7750"/>
                  </a:cubicBezTo>
                  <a:cubicBezTo>
                    <a:pt x="6369" y="7587"/>
                    <a:pt x="6494" y="7393"/>
                    <a:pt x="6600" y="7189"/>
                  </a:cubicBezTo>
                  <a:cubicBezTo>
                    <a:pt x="6820" y="6775"/>
                    <a:pt x="6960" y="6323"/>
                    <a:pt x="7184" y="5908"/>
                  </a:cubicBezTo>
                  <a:cubicBezTo>
                    <a:pt x="7293" y="5703"/>
                    <a:pt x="7427" y="5508"/>
                    <a:pt x="7591" y="5341"/>
                  </a:cubicBezTo>
                  <a:cubicBezTo>
                    <a:pt x="7752" y="5177"/>
                    <a:pt x="7942" y="5035"/>
                    <a:pt x="8117" y="4885"/>
                  </a:cubicBezTo>
                  <a:cubicBezTo>
                    <a:pt x="8471" y="4582"/>
                    <a:pt x="8849" y="4260"/>
                    <a:pt x="9063" y="3838"/>
                  </a:cubicBezTo>
                  <a:cubicBezTo>
                    <a:pt x="9263" y="3447"/>
                    <a:pt x="9195" y="3051"/>
                    <a:pt x="8975" y="2708"/>
                  </a:cubicBezTo>
                  <a:cubicBezTo>
                    <a:pt x="8973" y="2707"/>
                    <a:pt x="8973" y="2707"/>
                    <a:pt x="8973" y="2704"/>
                  </a:cubicBezTo>
                  <a:cubicBezTo>
                    <a:pt x="8930" y="2637"/>
                    <a:pt x="8882" y="2574"/>
                    <a:pt x="8829" y="2511"/>
                  </a:cubicBezTo>
                  <a:cubicBezTo>
                    <a:pt x="8559" y="2192"/>
                    <a:pt x="8200" y="1998"/>
                    <a:pt x="7825" y="1830"/>
                  </a:cubicBezTo>
                  <a:cubicBezTo>
                    <a:pt x="7821" y="1830"/>
                    <a:pt x="7817" y="1830"/>
                    <a:pt x="7813" y="1830"/>
                  </a:cubicBezTo>
                  <a:cubicBezTo>
                    <a:pt x="7796" y="1830"/>
                    <a:pt x="7778" y="1824"/>
                    <a:pt x="7765" y="1807"/>
                  </a:cubicBezTo>
                  <a:cubicBezTo>
                    <a:pt x="7762" y="1804"/>
                    <a:pt x="7761" y="1801"/>
                    <a:pt x="7760" y="1800"/>
                  </a:cubicBezTo>
                  <a:cubicBezTo>
                    <a:pt x="7290" y="1590"/>
                    <a:pt x="6797" y="1410"/>
                    <a:pt x="6422" y="1059"/>
                  </a:cubicBezTo>
                  <a:cubicBezTo>
                    <a:pt x="6058" y="720"/>
                    <a:pt x="5804" y="227"/>
                    <a:pt x="5304" y="58"/>
                  </a:cubicBezTo>
                  <a:cubicBezTo>
                    <a:pt x="5185" y="18"/>
                    <a:pt x="5066" y="1"/>
                    <a:pt x="4950" y="1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04" name="Google Shape;2204;p16"/>
            <p:cNvSpPr/>
            <p:nvPr/>
          </p:nvSpPr>
          <p:spPr>
            <a:xfrm>
              <a:off x="6150600" y="4175280"/>
              <a:ext cx="27001" cy="55439"/>
            </a:xfrm>
            <a:custGeom>
              <a:rect b="b" l="l" r="r" t="t"/>
              <a:pathLst>
                <a:path extrusionOk="0" h="1109" w="543">
                  <a:moveTo>
                    <a:pt x="486" y="0"/>
                  </a:moveTo>
                  <a:cubicBezTo>
                    <a:pt x="457" y="0"/>
                    <a:pt x="428" y="18"/>
                    <a:pt x="427" y="55"/>
                  </a:cubicBezTo>
                  <a:cubicBezTo>
                    <a:pt x="426" y="147"/>
                    <a:pt x="378" y="230"/>
                    <a:pt x="328" y="303"/>
                  </a:cubicBezTo>
                  <a:cubicBezTo>
                    <a:pt x="270" y="393"/>
                    <a:pt x="199" y="472"/>
                    <a:pt x="138" y="558"/>
                  </a:cubicBezTo>
                  <a:cubicBezTo>
                    <a:pt x="83" y="636"/>
                    <a:pt x="36" y="726"/>
                    <a:pt x="18" y="815"/>
                  </a:cubicBezTo>
                  <a:cubicBezTo>
                    <a:pt x="1" y="904"/>
                    <a:pt x="12" y="995"/>
                    <a:pt x="75" y="1077"/>
                  </a:cubicBezTo>
                  <a:cubicBezTo>
                    <a:pt x="76" y="1080"/>
                    <a:pt x="79" y="1083"/>
                    <a:pt x="80" y="1084"/>
                  </a:cubicBezTo>
                  <a:cubicBezTo>
                    <a:pt x="93" y="1102"/>
                    <a:pt x="112" y="1109"/>
                    <a:pt x="130" y="1109"/>
                  </a:cubicBezTo>
                  <a:cubicBezTo>
                    <a:pt x="133" y="1109"/>
                    <a:pt x="136" y="1109"/>
                    <a:pt x="140" y="1108"/>
                  </a:cubicBezTo>
                  <a:cubicBezTo>
                    <a:pt x="178" y="1101"/>
                    <a:pt x="208" y="1063"/>
                    <a:pt x="179" y="1026"/>
                  </a:cubicBezTo>
                  <a:cubicBezTo>
                    <a:pt x="138" y="975"/>
                    <a:pt x="118" y="921"/>
                    <a:pt x="124" y="863"/>
                  </a:cubicBezTo>
                  <a:cubicBezTo>
                    <a:pt x="124" y="843"/>
                    <a:pt x="130" y="822"/>
                    <a:pt x="137" y="801"/>
                  </a:cubicBezTo>
                  <a:cubicBezTo>
                    <a:pt x="165" y="713"/>
                    <a:pt x="225" y="635"/>
                    <a:pt x="280" y="558"/>
                  </a:cubicBezTo>
                  <a:cubicBezTo>
                    <a:pt x="392" y="411"/>
                    <a:pt x="541" y="252"/>
                    <a:pt x="542" y="55"/>
                  </a:cubicBezTo>
                  <a:cubicBezTo>
                    <a:pt x="543" y="18"/>
                    <a:pt x="515" y="0"/>
                    <a:pt x="486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7700" lIns="91425" spcFirstLastPara="1" rIns="91425" wrap="square" tIns="27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05" name="Google Shape;2205;p16"/>
            <p:cNvSpPr/>
            <p:nvPr/>
          </p:nvSpPr>
          <p:spPr>
            <a:xfrm>
              <a:off x="6100560" y="4142880"/>
              <a:ext cx="24840" cy="57240"/>
            </a:xfrm>
            <a:custGeom>
              <a:rect b="b" l="l" r="r" t="t"/>
              <a:pathLst>
                <a:path extrusionOk="0" h="1144" w="502">
                  <a:moveTo>
                    <a:pt x="446" y="1"/>
                  </a:moveTo>
                  <a:cubicBezTo>
                    <a:pt x="417" y="1"/>
                    <a:pt x="387" y="19"/>
                    <a:pt x="384" y="56"/>
                  </a:cubicBezTo>
                  <a:cubicBezTo>
                    <a:pt x="379" y="145"/>
                    <a:pt x="339" y="226"/>
                    <a:pt x="298" y="303"/>
                  </a:cubicBezTo>
                  <a:cubicBezTo>
                    <a:pt x="250" y="390"/>
                    <a:pt x="194" y="478"/>
                    <a:pt x="149" y="566"/>
                  </a:cubicBezTo>
                  <a:cubicBezTo>
                    <a:pt x="58" y="740"/>
                    <a:pt x="0" y="929"/>
                    <a:pt x="92" y="1113"/>
                  </a:cubicBezTo>
                  <a:cubicBezTo>
                    <a:pt x="103" y="1135"/>
                    <a:pt x="120" y="1144"/>
                    <a:pt x="138" y="1144"/>
                  </a:cubicBezTo>
                  <a:cubicBezTo>
                    <a:pt x="176" y="1144"/>
                    <a:pt x="215" y="1102"/>
                    <a:pt x="192" y="1056"/>
                  </a:cubicBezTo>
                  <a:cubicBezTo>
                    <a:pt x="107" y="885"/>
                    <a:pt x="204" y="702"/>
                    <a:pt x="289" y="552"/>
                  </a:cubicBezTo>
                  <a:cubicBezTo>
                    <a:pt x="377" y="399"/>
                    <a:pt x="489" y="239"/>
                    <a:pt x="499" y="56"/>
                  </a:cubicBezTo>
                  <a:cubicBezTo>
                    <a:pt x="502" y="19"/>
                    <a:pt x="475" y="1"/>
                    <a:pt x="446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8800" lIns="91425" spcFirstLastPara="1" rIns="91425" wrap="square" tIns="28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06" name="Google Shape;2206;p16"/>
            <p:cNvSpPr/>
            <p:nvPr/>
          </p:nvSpPr>
          <p:spPr>
            <a:xfrm>
              <a:off x="6034680" y="4092840"/>
              <a:ext cx="19800" cy="49320"/>
            </a:xfrm>
            <a:custGeom>
              <a:rect b="b" l="l" r="r" t="t"/>
              <a:pathLst>
                <a:path extrusionOk="0" h="987" w="402">
                  <a:moveTo>
                    <a:pt x="344" y="1"/>
                  </a:moveTo>
                  <a:cubicBezTo>
                    <a:pt x="315" y="1"/>
                    <a:pt x="285" y="19"/>
                    <a:pt x="284" y="56"/>
                  </a:cubicBezTo>
                  <a:cubicBezTo>
                    <a:pt x="273" y="358"/>
                    <a:pt x="113" y="637"/>
                    <a:pt x="15" y="918"/>
                  </a:cubicBezTo>
                  <a:cubicBezTo>
                    <a:pt x="0" y="959"/>
                    <a:pt x="35" y="986"/>
                    <a:pt x="71" y="986"/>
                  </a:cubicBezTo>
                  <a:cubicBezTo>
                    <a:pt x="94" y="986"/>
                    <a:pt x="117" y="975"/>
                    <a:pt x="127" y="947"/>
                  </a:cubicBezTo>
                  <a:cubicBezTo>
                    <a:pt x="229" y="657"/>
                    <a:pt x="389" y="369"/>
                    <a:pt x="399" y="56"/>
                  </a:cubicBezTo>
                  <a:cubicBezTo>
                    <a:pt x="401" y="19"/>
                    <a:pt x="373" y="1"/>
                    <a:pt x="344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4825" lIns="91425" spcFirstLastPara="1" rIns="91425" wrap="square" tIns="24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07" name="Google Shape;2207;p16"/>
            <p:cNvSpPr/>
            <p:nvPr/>
          </p:nvSpPr>
          <p:spPr>
            <a:xfrm>
              <a:off x="5976360" y="4096440"/>
              <a:ext cx="17280" cy="41760"/>
            </a:xfrm>
            <a:custGeom>
              <a:rect b="b" l="l" r="r" t="t"/>
              <a:pathLst>
                <a:path extrusionOk="0" h="835" w="352">
                  <a:moveTo>
                    <a:pt x="81" y="1"/>
                  </a:moveTo>
                  <a:cubicBezTo>
                    <a:pt x="56" y="1"/>
                    <a:pt x="29" y="16"/>
                    <a:pt x="24" y="43"/>
                  </a:cubicBezTo>
                  <a:cubicBezTo>
                    <a:pt x="4" y="154"/>
                    <a:pt x="0" y="272"/>
                    <a:pt x="3" y="385"/>
                  </a:cubicBezTo>
                  <a:cubicBezTo>
                    <a:pt x="9" y="511"/>
                    <a:pt x="23" y="656"/>
                    <a:pt x="106" y="756"/>
                  </a:cubicBezTo>
                  <a:cubicBezTo>
                    <a:pt x="147" y="805"/>
                    <a:pt x="203" y="834"/>
                    <a:pt x="268" y="834"/>
                  </a:cubicBezTo>
                  <a:cubicBezTo>
                    <a:pt x="270" y="834"/>
                    <a:pt x="273" y="834"/>
                    <a:pt x="276" y="834"/>
                  </a:cubicBezTo>
                  <a:cubicBezTo>
                    <a:pt x="349" y="830"/>
                    <a:pt x="351" y="717"/>
                    <a:pt x="280" y="717"/>
                  </a:cubicBezTo>
                  <a:cubicBezTo>
                    <a:pt x="280" y="717"/>
                    <a:pt x="279" y="717"/>
                    <a:pt x="278" y="717"/>
                  </a:cubicBezTo>
                  <a:lnTo>
                    <a:pt x="258" y="717"/>
                  </a:lnTo>
                  <a:cubicBezTo>
                    <a:pt x="256" y="716"/>
                    <a:pt x="245" y="713"/>
                    <a:pt x="244" y="712"/>
                  </a:cubicBezTo>
                  <a:cubicBezTo>
                    <a:pt x="237" y="711"/>
                    <a:pt x="236" y="711"/>
                    <a:pt x="235" y="711"/>
                  </a:cubicBezTo>
                  <a:cubicBezTo>
                    <a:pt x="235" y="711"/>
                    <a:pt x="236" y="711"/>
                    <a:pt x="232" y="710"/>
                  </a:cubicBezTo>
                  <a:cubicBezTo>
                    <a:pt x="228" y="705"/>
                    <a:pt x="221" y="702"/>
                    <a:pt x="215" y="698"/>
                  </a:cubicBezTo>
                  <a:cubicBezTo>
                    <a:pt x="214" y="697"/>
                    <a:pt x="213" y="697"/>
                    <a:pt x="212" y="697"/>
                  </a:cubicBezTo>
                  <a:cubicBezTo>
                    <a:pt x="212" y="697"/>
                    <a:pt x="212" y="697"/>
                    <a:pt x="212" y="697"/>
                  </a:cubicBezTo>
                  <a:lnTo>
                    <a:pt x="212" y="697"/>
                  </a:lnTo>
                  <a:cubicBezTo>
                    <a:pt x="212" y="697"/>
                    <a:pt x="212" y="696"/>
                    <a:pt x="207" y="691"/>
                  </a:cubicBezTo>
                  <a:cubicBezTo>
                    <a:pt x="201" y="685"/>
                    <a:pt x="196" y="681"/>
                    <a:pt x="193" y="676"/>
                  </a:cubicBezTo>
                  <a:lnTo>
                    <a:pt x="193" y="676"/>
                  </a:lnTo>
                  <a:cubicBezTo>
                    <a:pt x="194" y="677"/>
                    <a:pt x="195" y="678"/>
                    <a:pt x="195" y="678"/>
                  </a:cubicBezTo>
                  <a:cubicBezTo>
                    <a:pt x="195" y="678"/>
                    <a:pt x="187" y="666"/>
                    <a:pt x="186" y="664"/>
                  </a:cubicBezTo>
                  <a:cubicBezTo>
                    <a:pt x="181" y="657"/>
                    <a:pt x="176" y="653"/>
                    <a:pt x="173" y="646"/>
                  </a:cubicBezTo>
                  <a:cubicBezTo>
                    <a:pt x="146" y="595"/>
                    <a:pt x="132" y="520"/>
                    <a:pt x="125" y="459"/>
                  </a:cubicBezTo>
                  <a:cubicBezTo>
                    <a:pt x="118" y="385"/>
                    <a:pt x="116" y="308"/>
                    <a:pt x="119" y="235"/>
                  </a:cubicBezTo>
                  <a:cubicBezTo>
                    <a:pt x="122" y="201"/>
                    <a:pt x="123" y="167"/>
                    <a:pt x="126" y="134"/>
                  </a:cubicBezTo>
                  <a:cubicBezTo>
                    <a:pt x="126" y="129"/>
                    <a:pt x="129" y="120"/>
                    <a:pt x="129" y="114"/>
                  </a:cubicBezTo>
                  <a:cubicBezTo>
                    <a:pt x="129" y="111"/>
                    <a:pt x="131" y="99"/>
                    <a:pt x="131" y="99"/>
                  </a:cubicBezTo>
                  <a:lnTo>
                    <a:pt x="131" y="99"/>
                  </a:lnTo>
                  <a:cubicBezTo>
                    <a:pt x="131" y="99"/>
                    <a:pt x="131" y="100"/>
                    <a:pt x="130" y="104"/>
                  </a:cubicBezTo>
                  <a:lnTo>
                    <a:pt x="136" y="73"/>
                  </a:lnTo>
                  <a:cubicBezTo>
                    <a:pt x="142" y="43"/>
                    <a:pt x="128" y="11"/>
                    <a:pt x="95" y="2"/>
                  </a:cubicBezTo>
                  <a:cubicBezTo>
                    <a:pt x="91" y="1"/>
                    <a:pt x="86" y="1"/>
                    <a:pt x="81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0875" lIns="91425" spcFirstLastPara="1" rIns="91425" wrap="square" tIns="20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08" name="Google Shape;2208;p16"/>
            <p:cNvSpPr/>
            <p:nvPr/>
          </p:nvSpPr>
          <p:spPr>
            <a:xfrm>
              <a:off x="5902920" y="4116600"/>
              <a:ext cx="38521" cy="56521"/>
            </a:xfrm>
            <a:custGeom>
              <a:rect b="b" l="l" r="r" t="t"/>
              <a:pathLst>
                <a:path extrusionOk="0" h="1128" w="772">
                  <a:moveTo>
                    <a:pt x="121" y="113"/>
                  </a:moveTo>
                  <a:cubicBezTo>
                    <a:pt x="122" y="114"/>
                    <a:pt x="122" y="114"/>
                    <a:pt x="122" y="114"/>
                  </a:cubicBezTo>
                  <a:cubicBezTo>
                    <a:pt x="122" y="114"/>
                    <a:pt x="122" y="114"/>
                    <a:pt x="121" y="113"/>
                  </a:cubicBezTo>
                  <a:close/>
                  <a:moveTo>
                    <a:pt x="120" y="1"/>
                  </a:moveTo>
                  <a:cubicBezTo>
                    <a:pt x="101" y="1"/>
                    <a:pt x="81" y="5"/>
                    <a:pt x="60" y="15"/>
                  </a:cubicBezTo>
                  <a:cubicBezTo>
                    <a:pt x="1" y="42"/>
                    <a:pt x="37" y="121"/>
                    <a:pt x="92" y="121"/>
                  </a:cubicBezTo>
                  <a:cubicBezTo>
                    <a:pt x="100" y="121"/>
                    <a:pt x="109" y="119"/>
                    <a:pt x="118" y="115"/>
                  </a:cubicBezTo>
                  <a:cubicBezTo>
                    <a:pt x="119" y="114"/>
                    <a:pt x="120" y="114"/>
                    <a:pt x="121" y="113"/>
                  </a:cubicBezTo>
                  <a:lnTo>
                    <a:pt x="121" y="113"/>
                  </a:lnTo>
                  <a:cubicBezTo>
                    <a:pt x="126" y="117"/>
                    <a:pt x="131" y="120"/>
                    <a:pt x="133" y="124"/>
                  </a:cubicBezTo>
                  <a:cubicBezTo>
                    <a:pt x="154" y="154"/>
                    <a:pt x="169" y="188"/>
                    <a:pt x="181" y="224"/>
                  </a:cubicBezTo>
                  <a:cubicBezTo>
                    <a:pt x="214" y="320"/>
                    <a:pt x="232" y="421"/>
                    <a:pt x="257" y="518"/>
                  </a:cubicBezTo>
                  <a:cubicBezTo>
                    <a:pt x="275" y="598"/>
                    <a:pt x="292" y="688"/>
                    <a:pt x="334" y="761"/>
                  </a:cubicBezTo>
                  <a:cubicBezTo>
                    <a:pt x="411" y="894"/>
                    <a:pt x="553" y="979"/>
                    <a:pt x="643" y="1102"/>
                  </a:cubicBezTo>
                  <a:cubicBezTo>
                    <a:pt x="656" y="1120"/>
                    <a:pt x="673" y="1127"/>
                    <a:pt x="691" y="1127"/>
                  </a:cubicBezTo>
                  <a:cubicBezTo>
                    <a:pt x="732" y="1127"/>
                    <a:pt x="772" y="1087"/>
                    <a:pt x="741" y="1044"/>
                  </a:cubicBezTo>
                  <a:cubicBezTo>
                    <a:pt x="660" y="931"/>
                    <a:pt x="550" y="846"/>
                    <a:pt x="462" y="741"/>
                  </a:cubicBezTo>
                  <a:cubicBezTo>
                    <a:pt x="415" y="686"/>
                    <a:pt x="400" y="620"/>
                    <a:pt x="381" y="550"/>
                  </a:cubicBezTo>
                  <a:cubicBezTo>
                    <a:pt x="360" y="463"/>
                    <a:pt x="343" y="377"/>
                    <a:pt x="320" y="292"/>
                  </a:cubicBezTo>
                  <a:cubicBezTo>
                    <a:pt x="300" y="218"/>
                    <a:pt x="281" y="140"/>
                    <a:pt x="240" y="76"/>
                  </a:cubicBezTo>
                  <a:cubicBezTo>
                    <a:pt x="209" y="30"/>
                    <a:pt x="168" y="1"/>
                    <a:pt x="120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8425" lIns="91425" spcFirstLastPara="1" rIns="91425" wrap="square" tIns="28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2209" name="Google Shape;2209;p16"/>
          <p:cNvGrpSpPr/>
          <p:nvPr/>
        </p:nvGrpSpPr>
        <p:grpSpPr>
          <a:xfrm>
            <a:off x="8056800" y="1995480"/>
            <a:ext cx="801359" cy="942833"/>
            <a:chOff x="8056800" y="1995480"/>
            <a:chExt cx="801359" cy="942833"/>
          </a:xfrm>
        </p:grpSpPr>
        <p:sp>
          <p:nvSpPr>
            <p:cNvPr id="2210" name="Google Shape;2210;p16"/>
            <p:cNvSpPr/>
            <p:nvPr/>
          </p:nvSpPr>
          <p:spPr>
            <a:xfrm>
              <a:off x="8265600" y="1995480"/>
              <a:ext cx="373674" cy="942833"/>
            </a:xfrm>
            <a:custGeom>
              <a:rect b="b" l="l" r="r" t="t"/>
              <a:pathLst>
                <a:path extrusionOk="0" h="18720" w="7423">
                  <a:moveTo>
                    <a:pt x="837" y="0"/>
                  </a:moveTo>
                  <a:cubicBezTo>
                    <a:pt x="791" y="0"/>
                    <a:pt x="745" y="24"/>
                    <a:pt x="726" y="80"/>
                  </a:cubicBezTo>
                  <a:cubicBezTo>
                    <a:pt x="480" y="833"/>
                    <a:pt x="228" y="1597"/>
                    <a:pt x="99" y="2379"/>
                  </a:cubicBezTo>
                  <a:cubicBezTo>
                    <a:pt x="21" y="2852"/>
                    <a:pt x="1" y="3333"/>
                    <a:pt x="114" y="3800"/>
                  </a:cubicBezTo>
                  <a:cubicBezTo>
                    <a:pt x="230" y="4269"/>
                    <a:pt x="457" y="4704"/>
                    <a:pt x="678" y="5130"/>
                  </a:cubicBezTo>
                  <a:cubicBezTo>
                    <a:pt x="999" y="5749"/>
                    <a:pt x="1330" y="6348"/>
                    <a:pt x="1720" y="6927"/>
                  </a:cubicBezTo>
                  <a:cubicBezTo>
                    <a:pt x="2628" y="8276"/>
                    <a:pt x="3675" y="9524"/>
                    <a:pt x="4641" y="10832"/>
                  </a:cubicBezTo>
                  <a:cubicBezTo>
                    <a:pt x="5027" y="11355"/>
                    <a:pt x="5379" y="11895"/>
                    <a:pt x="5719" y="12449"/>
                  </a:cubicBezTo>
                  <a:cubicBezTo>
                    <a:pt x="6001" y="12907"/>
                    <a:pt x="6289" y="13363"/>
                    <a:pt x="6513" y="13852"/>
                  </a:cubicBezTo>
                  <a:cubicBezTo>
                    <a:pt x="7098" y="15119"/>
                    <a:pt x="7060" y="16498"/>
                    <a:pt x="6770" y="17838"/>
                  </a:cubicBezTo>
                  <a:cubicBezTo>
                    <a:pt x="6717" y="18086"/>
                    <a:pt x="6654" y="18333"/>
                    <a:pt x="6588" y="18577"/>
                  </a:cubicBezTo>
                  <a:cubicBezTo>
                    <a:pt x="6564" y="18663"/>
                    <a:pt x="6635" y="18719"/>
                    <a:pt x="6704" y="18719"/>
                  </a:cubicBezTo>
                  <a:cubicBezTo>
                    <a:pt x="6749" y="18719"/>
                    <a:pt x="6794" y="18695"/>
                    <a:pt x="6809" y="18639"/>
                  </a:cubicBezTo>
                  <a:cubicBezTo>
                    <a:pt x="7196" y="17228"/>
                    <a:pt x="7422" y="15698"/>
                    <a:pt x="6933" y="14281"/>
                  </a:cubicBezTo>
                  <a:cubicBezTo>
                    <a:pt x="6758" y="13773"/>
                    <a:pt x="6503" y="13298"/>
                    <a:pt x="6226" y="12837"/>
                  </a:cubicBezTo>
                  <a:cubicBezTo>
                    <a:pt x="5924" y="12336"/>
                    <a:pt x="5625" y="11831"/>
                    <a:pt x="5292" y="11349"/>
                  </a:cubicBezTo>
                  <a:cubicBezTo>
                    <a:pt x="4385" y="10036"/>
                    <a:pt x="3350" y="8813"/>
                    <a:pt x="2414" y="7517"/>
                  </a:cubicBezTo>
                  <a:cubicBezTo>
                    <a:pt x="1975" y="6910"/>
                    <a:pt x="1548" y="6289"/>
                    <a:pt x="1197" y="5624"/>
                  </a:cubicBezTo>
                  <a:cubicBezTo>
                    <a:pt x="940" y="5138"/>
                    <a:pt x="663" y="4653"/>
                    <a:pt x="466" y="4139"/>
                  </a:cubicBezTo>
                  <a:cubicBezTo>
                    <a:pt x="304" y="3720"/>
                    <a:pt x="240" y="3289"/>
                    <a:pt x="273" y="2841"/>
                  </a:cubicBezTo>
                  <a:cubicBezTo>
                    <a:pt x="323" y="2162"/>
                    <a:pt x="525" y="1495"/>
                    <a:pt x="722" y="849"/>
                  </a:cubicBezTo>
                  <a:cubicBezTo>
                    <a:pt x="794" y="610"/>
                    <a:pt x="871" y="374"/>
                    <a:pt x="948" y="139"/>
                  </a:cubicBezTo>
                  <a:cubicBezTo>
                    <a:pt x="976" y="55"/>
                    <a:pt x="907" y="0"/>
                    <a:pt x="837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11" name="Google Shape;2211;p16"/>
            <p:cNvSpPr/>
            <p:nvPr/>
          </p:nvSpPr>
          <p:spPr>
            <a:xfrm>
              <a:off x="8065080" y="2157840"/>
              <a:ext cx="779403" cy="618133"/>
            </a:xfrm>
            <a:custGeom>
              <a:rect b="b" l="l" r="r" t="t"/>
              <a:pathLst>
                <a:path extrusionOk="0" h="12281" w="15482">
                  <a:moveTo>
                    <a:pt x="15342" y="0"/>
                  </a:moveTo>
                  <a:cubicBezTo>
                    <a:pt x="15296" y="0"/>
                    <a:pt x="15252" y="25"/>
                    <a:pt x="15235" y="82"/>
                  </a:cubicBezTo>
                  <a:cubicBezTo>
                    <a:pt x="15024" y="817"/>
                    <a:pt x="14816" y="1564"/>
                    <a:pt x="14503" y="2263"/>
                  </a:cubicBezTo>
                  <a:cubicBezTo>
                    <a:pt x="14316" y="2678"/>
                    <a:pt x="14082" y="3072"/>
                    <a:pt x="13746" y="3384"/>
                  </a:cubicBezTo>
                  <a:cubicBezTo>
                    <a:pt x="13414" y="3691"/>
                    <a:pt x="13011" y="3911"/>
                    <a:pt x="12615" y="4128"/>
                  </a:cubicBezTo>
                  <a:cubicBezTo>
                    <a:pt x="12003" y="4462"/>
                    <a:pt x="11388" y="4782"/>
                    <a:pt x="10742" y="5047"/>
                  </a:cubicBezTo>
                  <a:cubicBezTo>
                    <a:pt x="9170" y="5686"/>
                    <a:pt x="7533" y="6147"/>
                    <a:pt x="5939" y="6722"/>
                  </a:cubicBezTo>
                  <a:cubicBezTo>
                    <a:pt x="5324" y="6943"/>
                    <a:pt x="4733" y="7204"/>
                    <a:pt x="4139" y="7475"/>
                  </a:cubicBezTo>
                  <a:cubicBezTo>
                    <a:pt x="3650" y="7697"/>
                    <a:pt x="3162" y="7921"/>
                    <a:pt x="2710" y="8215"/>
                  </a:cubicBezTo>
                  <a:cubicBezTo>
                    <a:pt x="1529" y="8974"/>
                    <a:pt x="796" y="10159"/>
                    <a:pt x="285" y="11441"/>
                  </a:cubicBezTo>
                  <a:cubicBezTo>
                    <a:pt x="193" y="11672"/>
                    <a:pt x="109" y="11903"/>
                    <a:pt x="30" y="12140"/>
                  </a:cubicBezTo>
                  <a:cubicBezTo>
                    <a:pt x="1" y="12224"/>
                    <a:pt x="71" y="12280"/>
                    <a:pt x="141" y="12280"/>
                  </a:cubicBezTo>
                  <a:cubicBezTo>
                    <a:pt x="187" y="12280"/>
                    <a:pt x="233" y="12256"/>
                    <a:pt x="251" y="12201"/>
                  </a:cubicBezTo>
                  <a:cubicBezTo>
                    <a:pt x="723" y="10815"/>
                    <a:pt x="1394" y="9422"/>
                    <a:pt x="2620" y="8552"/>
                  </a:cubicBezTo>
                  <a:cubicBezTo>
                    <a:pt x="3060" y="8243"/>
                    <a:pt x="3541" y="8003"/>
                    <a:pt x="4027" y="7779"/>
                  </a:cubicBezTo>
                  <a:cubicBezTo>
                    <a:pt x="4594" y="7520"/>
                    <a:pt x="5160" y="7259"/>
                    <a:pt x="5746" y="7040"/>
                  </a:cubicBezTo>
                  <a:cubicBezTo>
                    <a:pt x="7328" y="6449"/>
                    <a:pt x="8958" y="5994"/>
                    <a:pt x="10531" y="5377"/>
                  </a:cubicBezTo>
                  <a:cubicBezTo>
                    <a:pt x="11211" y="5111"/>
                    <a:pt x="11861" y="4799"/>
                    <a:pt x="12505" y="4451"/>
                  </a:cubicBezTo>
                  <a:cubicBezTo>
                    <a:pt x="12927" y="4223"/>
                    <a:pt x="13358" y="3997"/>
                    <a:pt x="13735" y="3697"/>
                  </a:cubicBezTo>
                  <a:cubicBezTo>
                    <a:pt x="14610" y="2998"/>
                    <a:pt x="14949" y="1840"/>
                    <a:pt x="15261" y="813"/>
                  </a:cubicBezTo>
                  <a:cubicBezTo>
                    <a:pt x="15327" y="592"/>
                    <a:pt x="15393" y="368"/>
                    <a:pt x="15456" y="145"/>
                  </a:cubicBezTo>
                  <a:cubicBezTo>
                    <a:pt x="15481" y="57"/>
                    <a:pt x="15411" y="0"/>
                    <a:pt x="15342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12" name="Google Shape;2212;p16"/>
            <p:cNvSpPr/>
            <p:nvPr/>
          </p:nvSpPr>
          <p:spPr>
            <a:xfrm>
              <a:off x="8290800" y="2057400"/>
              <a:ext cx="533532" cy="167760"/>
            </a:xfrm>
            <a:custGeom>
              <a:rect b="b" l="l" r="r" t="t"/>
              <a:pathLst>
                <a:path extrusionOk="0" h="3339" w="10597">
                  <a:moveTo>
                    <a:pt x="34" y="0"/>
                  </a:moveTo>
                  <a:lnTo>
                    <a:pt x="0" y="109"/>
                  </a:lnTo>
                  <a:lnTo>
                    <a:pt x="10563" y="3339"/>
                  </a:lnTo>
                  <a:lnTo>
                    <a:pt x="10596" y="3230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3875" lIns="91425" spcFirstLastPara="1" rIns="91425" wrap="square" tIns="83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13" name="Google Shape;2213;p16"/>
            <p:cNvSpPr/>
            <p:nvPr/>
          </p:nvSpPr>
          <p:spPr>
            <a:xfrm>
              <a:off x="8275320" y="2166840"/>
              <a:ext cx="490687" cy="154801"/>
            </a:xfrm>
            <a:custGeom>
              <a:rect b="b" l="l" r="r" t="t"/>
              <a:pathLst>
                <a:path extrusionOk="0" h="3080" w="9746">
                  <a:moveTo>
                    <a:pt x="33" y="0"/>
                  </a:moveTo>
                  <a:lnTo>
                    <a:pt x="0" y="111"/>
                  </a:lnTo>
                  <a:lnTo>
                    <a:pt x="9712" y="3080"/>
                  </a:lnTo>
                  <a:lnTo>
                    <a:pt x="9746" y="2969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7400" lIns="91425" spcFirstLastPara="1" rIns="91425" wrap="square" tIns="77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14" name="Google Shape;2214;p16"/>
            <p:cNvSpPr/>
            <p:nvPr/>
          </p:nvSpPr>
          <p:spPr>
            <a:xfrm>
              <a:off x="8335080" y="2305440"/>
              <a:ext cx="311400" cy="100078"/>
            </a:xfrm>
            <a:custGeom>
              <a:rect b="b" l="l" r="r" t="t"/>
              <a:pathLst>
                <a:path extrusionOk="0" h="1992" w="6189">
                  <a:moveTo>
                    <a:pt x="34" y="0"/>
                  </a:moveTo>
                  <a:lnTo>
                    <a:pt x="0" y="109"/>
                  </a:lnTo>
                  <a:lnTo>
                    <a:pt x="6155" y="1991"/>
                  </a:lnTo>
                  <a:lnTo>
                    <a:pt x="6189" y="1881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025" lIns="91425" spcFirstLastPara="1" rIns="91425" wrap="square" tIns="50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15" name="Google Shape;2215;p16"/>
            <p:cNvSpPr/>
            <p:nvPr/>
          </p:nvSpPr>
          <p:spPr>
            <a:xfrm>
              <a:off x="8097840" y="2705760"/>
              <a:ext cx="533156" cy="167760"/>
            </a:xfrm>
            <a:custGeom>
              <a:rect b="b" l="l" r="r" t="t"/>
              <a:pathLst>
                <a:path extrusionOk="0" h="3338" w="10589">
                  <a:moveTo>
                    <a:pt x="34" y="0"/>
                  </a:moveTo>
                  <a:lnTo>
                    <a:pt x="0" y="111"/>
                  </a:lnTo>
                  <a:lnTo>
                    <a:pt x="10556" y="3337"/>
                  </a:lnTo>
                  <a:lnTo>
                    <a:pt x="10589" y="3228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3875" lIns="91425" spcFirstLastPara="1" rIns="91425" wrap="square" tIns="83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16" name="Google Shape;2216;p16"/>
            <p:cNvSpPr/>
            <p:nvPr/>
          </p:nvSpPr>
          <p:spPr>
            <a:xfrm>
              <a:off x="8162280" y="2606760"/>
              <a:ext cx="460442" cy="145798"/>
            </a:xfrm>
            <a:custGeom>
              <a:rect b="b" l="l" r="r" t="t"/>
              <a:pathLst>
                <a:path extrusionOk="0" h="2899" w="9148">
                  <a:moveTo>
                    <a:pt x="34" y="0"/>
                  </a:moveTo>
                  <a:lnTo>
                    <a:pt x="0" y="111"/>
                  </a:lnTo>
                  <a:lnTo>
                    <a:pt x="9115" y="2898"/>
                  </a:lnTo>
                  <a:lnTo>
                    <a:pt x="9148" y="2788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3075" lIns="91425" spcFirstLastPara="1" rIns="91425" wrap="square" tIns="730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17" name="Google Shape;2217;p16"/>
            <p:cNvSpPr/>
            <p:nvPr/>
          </p:nvSpPr>
          <p:spPr>
            <a:xfrm>
              <a:off x="8300520" y="2525040"/>
              <a:ext cx="262084" cy="84962"/>
            </a:xfrm>
            <a:custGeom>
              <a:rect b="b" l="l" r="r" t="t"/>
              <a:pathLst>
                <a:path extrusionOk="0" h="1695" w="5213">
                  <a:moveTo>
                    <a:pt x="34" y="1"/>
                  </a:moveTo>
                  <a:lnTo>
                    <a:pt x="0" y="111"/>
                  </a:lnTo>
                  <a:lnTo>
                    <a:pt x="5178" y="1694"/>
                  </a:lnTo>
                  <a:lnTo>
                    <a:pt x="5212" y="1584"/>
                  </a:lnTo>
                  <a:lnTo>
                    <a:pt x="34" y="1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2475" lIns="91425" spcFirstLastPara="1" rIns="91425" wrap="square" tIns="42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18" name="Google Shape;2218;p16"/>
            <p:cNvSpPr/>
            <p:nvPr/>
          </p:nvSpPr>
          <p:spPr>
            <a:xfrm>
              <a:off x="8256600" y="2028600"/>
              <a:ext cx="69481" cy="62280"/>
            </a:xfrm>
            <a:custGeom>
              <a:rect b="b" l="l" r="r" t="t"/>
              <a:pathLst>
                <a:path extrusionOk="0" h="1242" w="1389">
                  <a:moveTo>
                    <a:pt x="694" y="1"/>
                  </a:moveTo>
                  <a:cubicBezTo>
                    <a:pt x="428" y="1"/>
                    <a:pt x="182" y="173"/>
                    <a:pt x="100" y="440"/>
                  </a:cubicBezTo>
                  <a:cubicBezTo>
                    <a:pt x="1" y="769"/>
                    <a:pt x="185" y="1113"/>
                    <a:pt x="513" y="1215"/>
                  </a:cubicBezTo>
                  <a:cubicBezTo>
                    <a:pt x="572" y="1233"/>
                    <a:pt x="633" y="1242"/>
                    <a:pt x="693" y="1242"/>
                  </a:cubicBezTo>
                  <a:cubicBezTo>
                    <a:pt x="958" y="1242"/>
                    <a:pt x="1204" y="1070"/>
                    <a:pt x="1286" y="801"/>
                  </a:cubicBezTo>
                  <a:cubicBezTo>
                    <a:pt x="1388" y="474"/>
                    <a:pt x="1204" y="127"/>
                    <a:pt x="874" y="28"/>
                  </a:cubicBezTo>
                  <a:cubicBezTo>
                    <a:pt x="814" y="9"/>
                    <a:pt x="753" y="1"/>
                    <a:pt x="694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1300" lIns="91425" spcFirstLastPara="1" rIns="91425" wrap="square" tIns="31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19" name="Google Shape;2219;p16"/>
            <p:cNvSpPr/>
            <p:nvPr/>
          </p:nvSpPr>
          <p:spPr>
            <a:xfrm>
              <a:off x="8241840" y="2135880"/>
              <a:ext cx="69480" cy="62280"/>
            </a:xfrm>
            <a:custGeom>
              <a:rect b="b" l="l" r="r" t="t"/>
              <a:pathLst>
                <a:path extrusionOk="0" h="1242" w="1388">
                  <a:moveTo>
                    <a:pt x="694" y="0"/>
                  </a:moveTo>
                  <a:cubicBezTo>
                    <a:pt x="428" y="0"/>
                    <a:pt x="183" y="172"/>
                    <a:pt x="99" y="440"/>
                  </a:cubicBezTo>
                  <a:cubicBezTo>
                    <a:pt x="0" y="768"/>
                    <a:pt x="184" y="1113"/>
                    <a:pt x="513" y="1215"/>
                  </a:cubicBezTo>
                  <a:cubicBezTo>
                    <a:pt x="573" y="1233"/>
                    <a:pt x="634" y="1242"/>
                    <a:pt x="693" y="1242"/>
                  </a:cubicBezTo>
                  <a:cubicBezTo>
                    <a:pt x="959" y="1242"/>
                    <a:pt x="1205" y="1070"/>
                    <a:pt x="1287" y="801"/>
                  </a:cubicBezTo>
                  <a:cubicBezTo>
                    <a:pt x="1388" y="474"/>
                    <a:pt x="1203" y="126"/>
                    <a:pt x="875" y="27"/>
                  </a:cubicBezTo>
                  <a:cubicBezTo>
                    <a:pt x="814" y="9"/>
                    <a:pt x="753" y="0"/>
                    <a:pt x="694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1300" lIns="91425" spcFirstLastPara="1" rIns="91425" wrap="square" tIns="31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20" name="Google Shape;2220;p16"/>
            <p:cNvSpPr/>
            <p:nvPr/>
          </p:nvSpPr>
          <p:spPr>
            <a:xfrm>
              <a:off x="8300880" y="2277000"/>
              <a:ext cx="69481" cy="62280"/>
            </a:xfrm>
            <a:custGeom>
              <a:rect b="b" l="l" r="r" t="t"/>
              <a:pathLst>
                <a:path extrusionOk="0" h="1242" w="1389">
                  <a:moveTo>
                    <a:pt x="694" y="1"/>
                  </a:moveTo>
                  <a:cubicBezTo>
                    <a:pt x="428" y="1"/>
                    <a:pt x="182" y="173"/>
                    <a:pt x="100" y="441"/>
                  </a:cubicBezTo>
                  <a:cubicBezTo>
                    <a:pt x="1" y="769"/>
                    <a:pt x="185" y="1114"/>
                    <a:pt x="513" y="1215"/>
                  </a:cubicBezTo>
                  <a:cubicBezTo>
                    <a:pt x="573" y="1233"/>
                    <a:pt x="634" y="1242"/>
                    <a:pt x="693" y="1242"/>
                  </a:cubicBezTo>
                  <a:cubicBezTo>
                    <a:pt x="959" y="1242"/>
                    <a:pt x="1204" y="1070"/>
                    <a:pt x="1288" y="803"/>
                  </a:cubicBezTo>
                  <a:cubicBezTo>
                    <a:pt x="1388" y="474"/>
                    <a:pt x="1204" y="127"/>
                    <a:pt x="874" y="27"/>
                  </a:cubicBezTo>
                  <a:cubicBezTo>
                    <a:pt x="814" y="9"/>
                    <a:pt x="753" y="1"/>
                    <a:pt x="694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1300" lIns="91425" spcFirstLastPara="1" rIns="91425" wrap="square" tIns="31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21" name="Google Shape;2221;p16"/>
            <p:cNvSpPr/>
            <p:nvPr/>
          </p:nvSpPr>
          <p:spPr>
            <a:xfrm>
              <a:off x="8260920" y="2495160"/>
              <a:ext cx="69481" cy="62280"/>
            </a:xfrm>
            <a:custGeom>
              <a:rect b="b" l="l" r="r" t="t"/>
              <a:pathLst>
                <a:path extrusionOk="0" h="1241" w="1389">
                  <a:moveTo>
                    <a:pt x="694" y="1"/>
                  </a:moveTo>
                  <a:cubicBezTo>
                    <a:pt x="428" y="1"/>
                    <a:pt x="183" y="173"/>
                    <a:pt x="100" y="440"/>
                  </a:cubicBezTo>
                  <a:cubicBezTo>
                    <a:pt x="1" y="767"/>
                    <a:pt x="185" y="1113"/>
                    <a:pt x="514" y="1214"/>
                  </a:cubicBezTo>
                  <a:cubicBezTo>
                    <a:pt x="574" y="1232"/>
                    <a:pt x="634" y="1241"/>
                    <a:pt x="694" y="1241"/>
                  </a:cubicBezTo>
                  <a:cubicBezTo>
                    <a:pt x="960" y="1241"/>
                    <a:pt x="1205" y="1069"/>
                    <a:pt x="1288" y="801"/>
                  </a:cubicBezTo>
                  <a:cubicBezTo>
                    <a:pt x="1388" y="474"/>
                    <a:pt x="1204" y="127"/>
                    <a:pt x="875" y="28"/>
                  </a:cubicBezTo>
                  <a:cubicBezTo>
                    <a:pt x="815" y="9"/>
                    <a:pt x="754" y="1"/>
                    <a:pt x="694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1300" lIns="91425" spcFirstLastPara="1" rIns="91425" wrap="square" tIns="31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22" name="Google Shape;2222;p16"/>
            <p:cNvSpPr/>
            <p:nvPr/>
          </p:nvSpPr>
          <p:spPr>
            <a:xfrm>
              <a:off x="8527320" y="2576520"/>
              <a:ext cx="69480" cy="62280"/>
            </a:xfrm>
            <a:custGeom>
              <a:rect b="b" l="l" r="r" t="t"/>
              <a:pathLst>
                <a:path extrusionOk="0" h="1241" w="1386">
                  <a:moveTo>
                    <a:pt x="693" y="0"/>
                  </a:moveTo>
                  <a:cubicBezTo>
                    <a:pt x="428" y="0"/>
                    <a:pt x="182" y="172"/>
                    <a:pt x="100" y="439"/>
                  </a:cubicBezTo>
                  <a:cubicBezTo>
                    <a:pt x="1" y="767"/>
                    <a:pt x="185" y="1113"/>
                    <a:pt x="512" y="1213"/>
                  </a:cubicBezTo>
                  <a:cubicBezTo>
                    <a:pt x="572" y="1231"/>
                    <a:pt x="633" y="1240"/>
                    <a:pt x="693" y="1240"/>
                  </a:cubicBezTo>
                  <a:cubicBezTo>
                    <a:pt x="958" y="1240"/>
                    <a:pt x="1204" y="1068"/>
                    <a:pt x="1286" y="801"/>
                  </a:cubicBezTo>
                  <a:cubicBezTo>
                    <a:pt x="1385" y="473"/>
                    <a:pt x="1201" y="126"/>
                    <a:pt x="874" y="27"/>
                  </a:cubicBezTo>
                  <a:cubicBezTo>
                    <a:pt x="814" y="9"/>
                    <a:pt x="753" y="0"/>
                    <a:pt x="693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1300" lIns="91425" spcFirstLastPara="1" rIns="91425" wrap="square" tIns="31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23" name="Google Shape;2223;p16"/>
            <p:cNvSpPr/>
            <p:nvPr/>
          </p:nvSpPr>
          <p:spPr>
            <a:xfrm>
              <a:off x="8128080" y="2577960"/>
              <a:ext cx="69479" cy="62280"/>
            </a:xfrm>
            <a:custGeom>
              <a:rect b="b" l="l" r="r" t="t"/>
              <a:pathLst>
                <a:path extrusionOk="0" h="1242" w="1385">
                  <a:moveTo>
                    <a:pt x="693" y="0"/>
                  </a:moveTo>
                  <a:cubicBezTo>
                    <a:pt x="427" y="0"/>
                    <a:pt x="181" y="172"/>
                    <a:pt x="99" y="440"/>
                  </a:cubicBezTo>
                  <a:cubicBezTo>
                    <a:pt x="0" y="768"/>
                    <a:pt x="184" y="1113"/>
                    <a:pt x="512" y="1215"/>
                  </a:cubicBezTo>
                  <a:cubicBezTo>
                    <a:pt x="572" y="1233"/>
                    <a:pt x="632" y="1242"/>
                    <a:pt x="692" y="1242"/>
                  </a:cubicBezTo>
                  <a:cubicBezTo>
                    <a:pt x="958" y="1242"/>
                    <a:pt x="1203" y="1070"/>
                    <a:pt x="1285" y="801"/>
                  </a:cubicBezTo>
                  <a:cubicBezTo>
                    <a:pt x="1385" y="474"/>
                    <a:pt x="1200" y="126"/>
                    <a:pt x="873" y="27"/>
                  </a:cubicBezTo>
                  <a:cubicBezTo>
                    <a:pt x="813" y="9"/>
                    <a:pt x="752" y="0"/>
                    <a:pt x="693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1300" lIns="91425" spcFirstLastPara="1" rIns="91425" wrap="square" tIns="31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24" name="Google Shape;2224;p16"/>
            <p:cNvSpPr/>
            <p:nvPr/>
          </p:nvSpPr>
          <p:spPr>
            <a:xfrm>
              <a:off x="8577720" y="2715480"/>
              <a:ext cx="69481" cy="62280"/>
            </a:xfrm>
            <a:custGeom>
              <a:rect b="b" l="l" r="r" t="t"/>
              <a:pathLst>
                <a:path extrusionOk="0" h="1242" w="1389">
                  <a:moveTo>
                    <a:pt x="694" y="1"/>
                  </a:moveTo>
                  <a:cubicBezTo>
                    <a:pt x="428" y="1"/>
                    <a:pt x="182" y="173"/>
                    <a:pt x="100" y="441"/>
                  </a:cubicBezTo>
                  <a:cubicBezTo>
                    <a:pt x="1" y="769"/>
                    <a:pt x="185" y="1115"/>
                    <a:pt x="513" y="1215"/>
                  </a:cubicBezTo>
                  <a:cubicBezTo>
                    <a:pt x="573" y="1233"/>
                    <a:pt x="633" y="1242"/>
                    <a:pt x="693" y="1242"/>
                  </a:cubicBezTo>
                  <a:cubicBezTo>
                    <a:pt x="958" y="1242"/>
                    <a:pt x="1204" y="1070"/>
                    <a:pt x="1286" y="803"/>
                  </a:cubicBezTo>
                  <a:cubicBezTo>
                    <a:pt x="1388" y="474"/>
                    <a:pt x="1204" y="127"/>
                    <a:pt x="874" y="28"/>
                  </a:cubicBezTo>
                  <a:cubicBezTo>
                    <a:pt x="814" y="9"/>
                    <a:pt x="753" y="1"/>
                    <a:pt x="694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1300" lIns="91425" spcFirstLastPara="1" rIns="91425" wrap="square" tIns="31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25" name="Google Shape;2225;p16"/>
            <p:cNvSpPr/>
            <p:nvPr/>
          </p:nvSpPr>
          <p:spPr>
            <a:xfrm>
              <a:off x="8056800" y="2675160"/>
              <a:ext cx="69481" cy="62280"/>
            </a:xfrm>
            <a:custGeom>
              <a:rect b="b" l="l" r="r" t="t"/>
              <a:pathLst>
                <a:path extrusionOk="0" h="1241" w="1389">
                  <a:moveTo>
                    <a:pt x="694" y="0"/>
                  </a:moveTo>
                  <a:cubicBezTo>
                    <a:pt x="428" y="0"/>
                    <a:pt x="183" y="172"/>
                    <a:pt x="100" y="439"/>
                  </a:cubicBezTo>
                  <a:cubicBezTo>
                    <a:pt x="1" y="767"/>
                    <a:pt x="185" y="1113"/>
                    <a:pt x="514" y="1213"/>
                  </a:cubicBezTo>
                  <a:cubicBezTo>
                    <a:pt x="574" y="1231"/>
                    <a:pt x="634" y="1240"/>
                    <a:pt x="694" y="1240"/>
                  </a:cubicBezTo>
                  <a:cubicBezTo>
                    <a:pt x="960" y="1240"/>
                    <a:pt x="1205" y="1068"/>
                    <a:pt x="1288" y="801"/>
                  </a:cubicBezTo>
                  <a:cubicBezTo>
                    <a:pt x="1388" y="474"/>
                    <a:pt x="1204" y="126"/>
                    <a:pt x="875" y="27"/>
                  </a:cubicBezTo>
                  <a:cubicBezTo>
                    <a:pt x="815" y="9"/>
                    <a:pt x="754" y="0"/>
                    <a:pt x="694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1300" lIns="91425" spcFirstLastPara="1" rIns="91425" wrap="square" tIns="31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26" name="Google Shape;2226;p16"/>
            <p:cNvSpPr/>
            <p:nvPr/>
          </p:nvSpPr>
          <p:spPr>
            <a:xfrm>
              <a:off x="8595360" y="2839680"/>
              <a:ext cx="69480" cy="62280"/>
            </a:xfrm>
            <a:custGeom>
              <a:rect b="b" l="l" r="r" t="t"/>
              <a:pathLst>
                <a:path extrusionOk="0" h="1242" w="1388">
                  <a:moveTo>
                    <a:pt x="693" y="0"/>
                  </a:moveTo>
                  <a:cubicBezTo>
                    <a:pt x="428" y="0"/>
                    <a:pt x="182" y="172"/>
                    <a:pt x="100" y="439"/>
                  </a:cubicBezTo>
                  <a:cubicBezTo>
                    <a:pt x="1" y="768"/>
                    <a:pt x="185" y="1112"/>
                    <a:pt x="512" y="1215"/>
                  </a:cubicBezTo>
                  <a:cubicBezTo>
                    <a:pt x="572" y="1233"/>
                    <a:pt x="633" y="1241"/>
                    <a:pt x="693" y="1241"/>
                  </a:cubicBezTo>
                  <a:cubicBezTo>
                    <a:pt x="959" y="1241"/>
                    <a:pt x="1204" y="1069"/>
                    <a:pt x="1287" y="801"/>
                  </a:cubicBezTo>
                  <a:cubicBezTo>
                    <a:pt x="1388" y="473"/>
                    <a:pt x="1204" y="126"/>
                    <a:pt x="874" y="27"/>
                  </a:cubicBezTo>
                  <a:cubicBezTo>
                    <a:pt x="813" y="9"/>
                    <a:pt x="753" y="0"/>
                    <a:pt x="693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1300" lIns="91425" spcFirstLastPara="1" rIns="91425" wrap="square" tIns="31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27" name="Google Shape;2227;p16"/>
            <p:cNvSpPr/>
            <p:nvPr/>
          </p:nvSpPr>
          <p:spPr>
            <a:xfrm>
              <a:off x="8788680" y="2191320"/>
              <a:ext cx="69479" cy="62280"/>
            </a:xfrm>
            <a:custGeom>
              <a:rect b="b" l="l" r="r" t="t"/>
              <a:pathLst>
                <a:path extrusionOk="0" h="1241" w="1385">
                  <a:moveTo>
                    <a:pt x="693" y="0"/>
                  </a:moveTo>
                  <a:cubicBezTo>
                    <a:pt x="427" y="0"/>
                    <a:pt x="181" y="172"/>
                    <a:pt x="99" y="440"/>
                  </a:cubicBezTo>
                  <a:cubicBezTo>
                    <a:pt x="0" y="767"/>
                    <a:pt x="184" y="1113"/>
                    <a:pt x="512" y="1213"/>
                  </a:cubicBezTo>
                  <a:cubicBezTo>
                    <a:pt x="572" y="1231"/>
                    <a:pt x="632" y="1240"/>
                    <a:pt x="692" y="1240"/>
                  </a:cubicBezTo>
                  <a:cubicBezTo>
                    <a:pt x="958" y="1240"/>
                    <a:pt x="1203" y="1068"/>
                    <a:pt x="1285" y="801"/>
                  </a:cubicBezTo>
                  <a:cubicBezTo>
                    <a:pt x="1385" y="474"/>
                    <a:pt x="1200" y="126"/>
                    <a:pt x="873" y="27"/>
                  </a:cubicBezTo>
                  <a:cubicBezTo>
                    <a:pt x="813" y="9"/>
                    <a:pt x="752" y="0"/>
                    <a:pt x="693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1300" lIns="91425" spcFirstLastPara="1" rIns="91425" wrap="square" tIns="31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28" name="Google Shape;2228;p16"/>
            <p:cNvSpPr/>
            <p:nvPr/>
          </p:nvSpPr>
          <p:spPr>
            <a:xfrm>
              <a:off x="8739360" y="2288160"/>
              <a:ext cx="69478" cy="62280"/>
            </a:xfrm>
            <a:custGeom>
              <a:rect b="b" l="l" r="r" t="t"/>
              <a:pathLst>
                <a:path extrusionOk="0" h="1242" w="1387">
                  <a:moveTo>
                    <a:pt x="694" y="0"/>
                  </a:moveTo>
                  <a:cubicBezTo>
                    <a:pt x="428" y="0"/>
                    <a:pt x="183" y="172"/>
                    <a:pt x="100" y="441"/>
                  </a:cubicBezTo>
                  <a:cubicBezTo>
                    <a:pt x="0" y="768"/>
                    <a:pt x="185" y="1114"/>
                    <a:pt x="513" y="1215"/>
                  </a:cubicBezTo>
                  <a:cubicBezTo>
                    <a:pt x="573" y="1233"/>
                    <a:pt x="634" y="1241"/>
                    <a:pt x="694" y="1241"/>
                  </a:cubicBezTo>
                  <a:cubicBezTo>
                    <a:pt x="959" y="1241"/>
                    <a:pt x="1205" y="1070"/>
                    <a:pt x="1287" y="802"/>
                  </a:cubicBezTo>
                  <a:cubicBezTo>
                    <a:pt x="1386" y="473"/>
                    <a:pt x="1202" y="126"/>
                    <a:pt x="875" y="27"/>
                  </a:cubicBezTo>
                  <a:cubicBezTo>
                    <a:pt x="815" y="9"/>
                    <a:pt x="754" y="0"/>
                    <a:pt x="694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1300" lIns="91425" spcFirstLastPara="1" rIns="91425" wrap="square" tIns="31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29" name="Google Shape;2229;p16"/>
            <p:cNvSpPr/>
            <p:nvPr/>
          </p:nvSpPr>
          <p:spPr>
            <a:xfrm>
              <a:off x="8611200" y="2371680"/>
              <a:ext cx="69480" cy="62280"/>
            </a:xfrm>
            <a:custGeom>
              <a:rect b="b" l="l" r="r" t="t"/>
              <a:pathLst>
                <a:path extrusionOk="0" h="1241" w="1386">
                  <a:moveTo>
                    <a:pt x="694" y="1"/>
                  </a:moveTo>
                  <a:cubicBezTo>
                    <a:pt x="428" y="1"/>
                    <a:pt x="182" y="172"/>
                    <a:pt x="100" y="440"/>
                  </a:cubicBezTo>
                  <a:cubicBezTo>
                    <a:pt x="1" y="767"/>
                    <a:pt x="185" y="1113"/>
                    <a:pt x="512" y="1213"/>
                  </a:cubicBezTo>
                  <a:cubicBezTo>
                    <a:pt x="572" y="1232"/>
                    <a:pt x="633" y="1240"/>
                    <a:pt x="693" y="1240"/>
                  </a:cubicBezTo>
                  <a:cubicBezTo>
                    <a:pt x="958" y="1240"/>
                    <a:pt x="1204" y="1068"/>
                    <a:pt x="1286" y="801"/>
                  </a:cubicBezTo>
                  <a:cubicBezTo>
                    <a:pt x="1385" y="474"/>
                    <a:pt x="1201" y="127"/>
                    <a:pt x="874" y="27"/>
                  </a:cubicBezTo>
                  <a:cubicBezTo>
                    <a:pt x="814" y="9"/>
                    <a:pt x="753" y="1"/>
                    <a:pt x="694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1300" lIns="91425" spcFirstLastPara="1" rIns="91425" wrap="square" tIns="31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2230" name="Google Shape;2230;p16"/>
          <p:cNvGrpSpPr/>
          <p:nvPr/>
        </p:nvGrpSpPr>
        <p:grpSpPr>
          <a:xfrm>
            <a:off x="5908320" y="41400"/>
            <a:ext cx="807845" cy="736927"/>
            <a:chOff x="5908320" y="41400"/>
            <a:chExt cx="807845" cy="736927"/>
          </a:xfrm>
        </p:grpSpPr>
        <p:sp>
          <p:nvSpPr>
            <p:cNvPr id="2231" name="Google Shape;2231;p16"/>
            <p:cNvSpPr/>
            <p:nvPr/>
          </p:nvSpPr>
          <p:spPr>
            <a:xfrm>
              <a:off x="5908320" y="41400"/>
              <a:ext cx="807845" cy="736927"/>
            </a:xfrm>
            <a:custGeom>
              <a:rect b="b" l="l" r="r" t="t"/>
              <a:pathLst>
                <a:path extrusionOk="0" h="14639" w="16043">
                  <a:moveTo>
                    <a:pt x="13422" y="1914"/>
                  </a:moveTo>
                  <a:cubicBezTo>
                    <a:pt x="13456" y="1985"/>
                    <a:pt x="13472" y="2063"/>
                    <a:pt x="13471" y="2141"/>
                  </a:cubicBezTo>
                  <a:cubicBezTo>
                    <a:pt x="13461" y="2092"/>
                    <a:pt x="13447" y="2045"/>
                    <a:pt x="13425" y="1998"/>
                  </a:cubicBezTo>
                  <a:cubicBezTo>
                    <a:pt x="13427" y="1971"/>
                    <a:pt x="13425" y="1943"/>
                    <a:pt x="13422" y="1914"/>
                  </a:cubicBezTo>
                  <a:close/>
                  <a:moveTo>
                    <a:pt x="8047" y="316"/>
                  </a:moveTo>
                  <a:cubicBezTo>
                    <a:pt x="8054" y="339"/>
                    <a:pt x="8066" y="363"/>
                    <a:pt x="8086" y="384"/>
                  </a:cubicBezTo>
                  <a:cubicBezTo>
                    <a:pt x="8699" y="1098"/>
                    <a:pt x="8893" y="2021"/>
                    <a:pt x="9011" y="2932"/>
                  </a:cubicBezTo>
                  <a:cubicBezTo>
                    <a:pt x="9034" y="3115"/>
                    <a:pt x="9054" y="3300"/>
                    <a:pt x="9072" y="3483"/>
                  </a:cubicBezTo>
                  <a:cubicBezTo>
                    <a:pt x="8827" y="3590"/>
                    <a:pt x="8583" y="3699"/>
                    <a:pt x="8342" y="3809"/>
                  </a:cubicBezTo>
                  <a:cubicBezTo>
                    <a:pt x="7679" y="3441"/>
                    <a:pt x="7007" y="3086"/>
                    <a:pt x="6320" y="2765"/>
                  </a:cubicBezTo>
                  <a:cubicBezTo>
                    <a:pt x="6449" y="1730"/>
                    <a:pt x="6802" y="404"/>
                    <a:pt x="8047" y="316"/>
                  </a:cubicBezTo>
                  <a:close/>
                  <a:moveTo>
                    <a:pt x="9110" y="3903"/>
                  </a:moveTo>
                  <a:cubicBezTo>
                    <a:pt x="9120" y="4025"/>
                    <a:pt x="9133" y="4145"/>
                    <a:pt x="9141" y="4267"/>
                  </a:cubicBezTo>
                  <a:cubicBezTo>
                    <a:pt x="9021" y="4195"/>
                    <a:pt x="8898" y="4125"/>
                    <a:pt x="8773" y="4054"/>
                  </a:cubicBezTo>
                  <a:cubicBezTo>
                    <a:pt x="8885" y="4003"/>
                    <a:pt x="8998" y="3954"/>
                    <a:pt x="9110" y="3903"/>
                  </a:cubicBezTo>
                  <a:close/>
                  <a:moveTo>
                    <a:pt x="6277" y="3137"/>
                  </a:moveTo>
                  <a:cubicBezTo>
                    <a:pt x="6843" y="3404"/>
                    <a:pt x="7394" y="3693"/>
                    <a:pt x="7941" y="3995"/>
                  </a:cubicBezTo>
                  <a:cubicBezTo>
                    <a:pt x="7319" y="4287"/>
                    <a:pt x="6705" y="4596"/>
                    <a:pt x="6100" y="4916"/>
                  </a:cubicBezTo>
                  <a:cubicBezTo>
                    <a:pt x="6153" y="4322"/>
                    <a:pt x="6212" y="3731"/>
                    <a:pt x="6277" y="3137"/>
                  </a:cubicBezTo>
                  <a:close/>
                  <a:moveTo>
                    <a:pt x="2775" y="1984"/>
                  </a:moveTo>
                  <a:cubicBezTo>
                    <a:pt x="3539" y="1984"/>
                    <a:pt x="4370" y="2336"/>
                    <a:pt x="5015" y="2590"/>
                  </a:cubicBezTo>
                  <a:cubicBezTo>
                    <a:pt x="5300" y="2704"/>
                    <a:pt x="5582" y="2821"/>
                    <a:pt x="5861" y="2948"/>
                  </a:cubicBezTo>
                  <a:cubicBezTo>
                    <a:pt x="5784" y="3592"/>
                    <a:pt x="5762" y="4216"/>
                    <a:pt x="5719" y="4671"/>
                  </a:cubicBezTo>
                  <a:cubicBezTo>
                    <a:pt x="5705" y="4831"/>
                    <a:pt x="5691" y="4988"/>
                    <a:pt x="5678" y="5150"/>
                  </a:cubicBezTo>
                  <a:cubicBezTo>
                    <a:pt x="5110" y="5463"/>
                    <a:pt x="4549" y="5787"/>
                    <a:pt x="3994" y="6128"/>
                  </a:cubicBezTo>
                  <a:cubicBezTo>
                    <a:pt x="3626" y="5837"/>
                    <a:pt x="3260" y="5541"/>
                    <a:pt x="2898" y="5243"/>
                  </a:cubicBezTo>
                  <a:cubicBezTo>
                    <a:pt x="2346" y="4791"/>
                    <a:pt x="1091" y="3908"/>
                    <a:pt x="1111" y="3055"/>
                  </a:cubicBezTo>
                  <a:lnTo>
                    <a:pt x="1111" y="3055"/>
                  </a:lnTo>
                  <a:cubicBezTo>
                    <a:pt x="1175" y="3068"/>
                    <a:pt x="1240" y="3074"/>
                    <a:pt x="1306" y="3074"/>
                  </a:cubicBezTo>
                  <a:cubicBezTo>
                    <a:pt x="1478" y="3074"/>
                    <a:pt x="1650" y="3030"/>
                    <a:pt x="1801" y="2938"/>
                  </a:cubicBezTo>
                  <a:cubicBezTo>
                    <a:pt x="2114" y="2746"/>
                    <a:pt x="2283" y="2392"/>
                    <a:pt x="2275" y="2042"/>
                  </a:cubicBezTo>
                  <a:cubicBezTo>
                    <a:pt x="2437" y="2002"/>
                    <a:pt x="2604" y="1984"/>
                    <a:pt x="2775" y="1984"/>
                  </a:cubicBezTo>
                  <a:close/>
                  <a:moveTo>
                    <a:pt x="13717" y="2694"/>
                  </a:moveTo>
                  <a:cubicBezTo>
                    <a:pt x="14420" y="2914"/>
                    <a:pt x="14599" y="3513"/>
                    <a:pt x="14413" y="4216"/>
                  </a:cubicBezTo>
                  <a:cubicBezTo>
                    <a:pt x="14162" y="5165"/>
                    <a:pt x="13547" y="5915"/>
                    <a:pt x="12790" y="6539"/>
                  </a:cubicBezTo>
                  <a:cubicBezTo>
                    <a:pt x="11746" y="5796"/>
                    <a:pt x="10628" y="5145"/>
                    <a:pt x="9525" y="4494"/>
                  </a:cubicBezTo>
                  <a:cubicBezTo>
                    <a:pt x="9510" y="4244"/>
                    <a:pt x="9490" y="3993"/>
                    <a:pt x="9466" y="3743"/>
                  </a:cubicBezTo>
                  <a:cubicBezTo>
                    <a:pt x="10238" y="3400"/>
                    <a:pt x="11028" y="3072"/>
                    <a:pt x="11831" y="2824"/>
                  </a:cubicBezTo>
                  <a:cubicBezTo>
                    <a:pt x="11891" y="2806"/>
                    <a:pt x="11950" y="2786"/>
                    <a:pt x="12011" y="2770"/>
                  </a:cubicBezTo>
                  <a:cubicBezTo>
                    <a:pt x="12180" y="3037"/>
                    <a:pt x="12463" y="3150"/>
                    <a:pt x="12758" y="3150"/>
                  </a:cubicBezTo>
                  <a:cubicBezTo>
                    <a:pt x="13070" y="3150"/>
                    <a:pt x="13396" y="3023"/>
                    <a:pt x="13611" y="2817"/>
                  </a:cubicBezTo>
                  <a:cubicBezTo>
                    <a:pt x="13652" y="2777"/>
                    <a:pt x="13685" y="2736"/>
                    <a:pt x="13717" y="2694"/>
                  </a:cubicBezTo>
                  <a:close/>
                  <a:moveTo>
                    <a:pt x="5638" y="5641"/>
                  </a:moveTo>
                  <a:cubicBezTo>
                    <a:pt x="5593" y="6194"/>
                    <a:pt x="5556" y="6751"/>
                    <a:pt x="5532" y="7305"/>
                  </a:cubicBezTo>
                  <a:cubicBezTo>
                    <a:pt x="5125" y="7008"/>
                    <a:pt x="4728" y="6703"/>
                    <a:pt x="4335" y="6395"/>
                  </a:cubicBezTo>
                  <a:cubicBezTo>
                    <a:pt x="4764" y="6137"/>
                    <a:pt x="5198" y="5887"/>
                    <a:pt x="5638" y="5641"/>
                  </a:cubicBezTo>
                  <a:close/>
                  <a:moveTo>
                    <a:pt x="1720" y="7659"/>
                  </a:moveTo>
                  <a:lnTo>
                    <a:pt x="1720" y="7659"/>
                  </a:lnTo>
                  <a:cubicBezTo>
                    <a:pt x="1755" y="7720"/>
                    <a:pt x="1801" y="7773"/>
                    <a:pt x="1856" y="7817"/>
                  </a:cubicBezTo>
                  <a:cubicBezTo>
                    <a:pt x="1843" y="7830"/>
                    <a:pt x="1835" y="7841"/>
                    <a:pt x="1822" y="7851"/>
                  </a:cubicBezTo>
                  <a:cubicBezTo>
                    <a:pt x="1808" y="7835"/>
                    <a:pt x="1794" y="7822"/>
                    <a:pt x="1785" y="7805"/>
                  </a:cubicBezTo>
                  <a:cubicBezTo>
                    <a:pt x="1753" y="7757"/>
                    <a:pt x="1731" y="7709"/>
                    <a:pt x="1720" y="7659"/>
                  </a:cubicBezTo>
                  <a:close/>
                  <a:moveTo>
                    <a:pt x="2740" y="7512"/>
                  </a:moveTo>
                  <a:cubicBezTo>
                    <a:pt x="2733" y="7633"/>
                    <a:pt x="2686" y="7750"/>
                    <a:pt x="2608" y="7848"/>
                  </a:cubicBezTo>
                  <a:cubicBezTo>
                    <a:pt x="2531" y="7873"/>
                    <a:pt x="2458" y="7923"/>
                    <a:pt x="2376" y="7949"/>
                  </a:cubicBezTo>
                  <a:cubicBezTo>
                    <a:pt x="2308" y="7968"/>
                    <a:pt x="2239" y="7977"/>
                    <a:pt x="2168" y="7978"/>
                  </a:cubicBezTo>
                  <a:lnTo>
                    <a:pt x="2185" y="7961"/>
                  </a:lnTo>
                  <a:cubicBezTo>
                    <a:pt x="2199" y="7963"/>
                    <a:pt x="2214" y="7963"/>
                    <a:pt x="2228" y="7963"/>
                  </a:cubicBezTo>
                  <a:cubicBezTo>
                    <a:pt x="2421" y="7963"/>
                    <a:pt x="2605" y="7851"/>
                    <a:pt x="2686" y="7685"/>
                  </a:cubicBezTo>
                  <a:cubicBezTo>
                    <a:pt x="2688" y="7679"/>
                    <a:pt x="2694" y="7674"/>
                    <a:pt x="2695" y="7668"/>
                  </a:cubicBezTo>
                  <a:cubicBezTo>
                    <a:pt x="2720" y="7618"/>
                    <a:pt x="2735" y="7566"/>
                    <a:pt x="2740" y="7512"/>
                  </a:cubicBezTo>
                  <a:close/>
                  <a:moveTo>
                    <a:pt x="9552" y="4924"/>
                  </a:moveTo>
                  <a:lnTo>
                    <a:pt x="9552" y="4924"/>
                  </a:lnTo>
                  <a:cubicBezTo>
                    <a:pt x="10148" y="5279"/>
                    <a:pt x="10736" y="5640"/>
                    <a:pt x="11324" y="6003"/>
                  </a:cubicBezTo>
                  <a:cubicBezTo>
                    <a:pt x="11721" y="6248"/>
                    <a:pt x="12116" y="6502"/>
                    <a:pt x="12500" y="6767"/>
                  </a:cubicBezTo>
                  <a:cubicBezTo>
                    <a:pt x="11767" y="7317"/>
                    <a:pt x="10938" y="7763"/>
                    <a:pt x="10189" y="8163"/>
                  </a:cubicBezTo>
                  <a:cubicBezTo>
                    <a:pt x="9983" y="8274"/>
                    <a:pt x="9773" y="8382"/>
                    <a:pt x="9565" y="8490"/>
                  </a:cubicBezTo>
                  <a:cubicBezTo>
                    <a:pt x="9579" y="8086"/>
                    <a:pt x="9589" y="7681"/>
                    <a:pt x="9595" y="7277"/>
                  </a:cubicBezTo>
                  <a:cubicBezTo>
                    <a:pt x="9606" y="6492"/>
                    <a:pt x="9591" y="5707"/>
                    <a:pt x="9552" y="4924"/>
                  </a:cubicBezTo>
                  <a:close/>
                  <a:moveTo>
                    <a:pt x="8378" y="4240"/>
                  </a:moveTo>
                  <a:cubicBezTo>
                    <a:pt x="8644" y="4392"/>
                    <a:pt x="8908" y="4543"/>
                    <a:pt x="9170" y="4698"/>
                  </a:cubicBezTo>
                  <a:cubicBezTo>
                    <a:pt x="9192" y="5085"/>
                    <a:pt x="9209" y="5470"/>
                    <a:pt x="9218" y="5858"/>
                  </a:cubicBezTo>
                  <a:cubicBezTo>
                    <a:pt x="9239" y="6799"/>
                    <a:pt x="9225" y="7739"/>
                    <a:pt x="9188" y="8680"/>
                  </a:cubicBezTo>
                  <a:cubicBezTo>
                    <a:pt x="8892" y="8830"/>
                    <a:pt x="8593" y="8976"/>
                    <a:pt x="8288" y="9119"/>
                  </a:cubicBezTo>
                  <a:cubicBezTo>
                    <a:pt x="7471" y="8654"/>
                    <a:pt x="6684" y="8137"/>
                    <a:pt x="5923" y="7594"/>
                  </a:cubicBezTo>
                  <a:cubicBezTo>
                    <a:pt x="5922" y="7590"/>
                    <a:pt x="5917" y="7589"/>
                    <a:pt x="5915" y="7587"/>
                  </a:cubicBezTo>
                  <a:cubicBezTo>
                    <a:pt x="5936" y="7127"/>
                    <a:pt x="5964" y="6663"/>
                    <a:pt x="5995" y="6205"/>
                  </a:cubicBezTo>
                  <a:cubicBezTo>
                    <a:pt x="6014" y="5940"/>
                    <a:pt x="6035" y="5677"/>
                    <a:pt x="6056" y="5413"/>
                  </a:cubicBezTo>
                  <a:cubicBezTo>
                    <a:pt x="6819" y="5001"/>
                    <a:pt x="7591" y="4607"/>
                    <a:pt x="8378" y="4240"/>
                  </a:cubicBezTo>
                  <a:close/>
                  <a:moveTo>
                    <a:pt x="9170" y="9113"/>
                  </a:moveTo>
                  <a:lnTo>
                    <a:pt x="9170" y="9113"/>
                  </a:lnTo>
                  <a:cubicBezTo>
                    <a:pt x="9163" y="9269"/>
                    <a:pt x="9156" y="9425"/>
                    <a:pt x="9147" y="9581"/>
                  </a:cubicBezTo>
                  <a:cubicBezTo>
                    <a:pt x="8994" y="9502"/>
                    <a:pt x="8842" y="9422"/>
                    <a:pt x="8689" y="9339"/>
                  </a:cubicBezTo>
                  <a:cubicBezTo>
                    <a:pt x="8743" y="9316"/>
                    <a:pt x="8794" y="9291"/>
                    <a:pt x="8848" y="9266"/>
                  </a:cubicBezTo>
                  <a:cubicBezTo>
                    <a:pt x="8954" y="9217"/>
                    <a:pt x="9062" y="9166"/>
                    <a:pt x="9170" y="9113"/>
                  </a:cubicBezTo>
                  <a:close/>
                  <a:moveTo>
                    <a:pt x="5900" y="8025"/>
                  </a:moveTo>
                  <a:cubicBezTo>
                    <a:pt x="6541" y="8480"/>
                    <a:pt x="7201" y="8912"/>
                    <a:pt x="7880" y="9309"/>
                  </a:cubicBezTo>
                  <a:cubicBezTo>
                    <a:pt x="7230" y="9602"/>
                    <a:pt x="6574" y="9881"/>
                    <a:pt x="5908" y="10132"/>
                  </a:cubicBezTo>
                  <a:cubicBezTo>
                    <a:pt x="5876" y="9431"/>
                    <a:pt x="5879" y="8727"/>
                    <a:pt x="5900" y="8025"/>
                  </a:cubicBezTo>
                  <a:close/>
                  <a:moveTo>
                    <a:pt x="3993" y="6598"/>
                  </a:moveTo>
                  <a:cubicBezTo>
                    <a:pt x="4139" y="6710"/>
                    <a:pt x="4286" y="6821"/>
                    <a:pt x="4428" y="6931"/>
                  </a:cubicBezTo>
                  <a:cubicBezTo>
                    <a:pt x="4785" y="7210"/>
                    <a:pt x="5147" y="7481"/>
                    <a:pt x="5514" y="7749"/>
                  </a:cubicBezTo>
                  <a:cubicBezTo>
                    <a:pt x="5485" y="8589"/>
                    <a:pt x="5485" y="9431"/>
                    <a:pt x="5529" y="10273"/>
                  </a:cubicBezTo>
                  <a:cubicBezTo>
                    <a:pt x="4996" y="10467"/>
                    <a:pt x="4458" y="10644"/>
                    <a:pt x="3915" y="10804"/>
                  </a:cubicBezTo>
                  <a:cubicBezTo>
                    <a:pt x="3477" y="10934"/>
                    <a:pt x="3012" y="11046"/>
                    <a:pt x="2551" y="11046"/>
                  </a:cubicBezTo>
                  <a:cubicBezTo>
                    <a:pt x="2313" y="11046"/>
                    <a:pt x="2077" y="11017"/>
                    <a:pt x="1846" y="10944"/>
                  </a:cubicBezTo>
                  <a:cubicBezTo>
                    <a:pt x="956" y="10665"/>
                    <a:pt x="843" y="9879"/>
                    <a:pt x="1254" y="9130"/>
                  </a:cubicBezTo>
                  <a:cubicBezTo>
                    <a:pt x="1403" y="8858"/>
                    <a:pt x="1594" y="8610"/>
                    <a:pt x="1801" y="8375"/>
                  </a:cubicBezTo>
                  <a:cubicBezTo>
                    <a:pt x="1931" y="8436"/>
                    <a:pt x="2075" y="8467"/>
                    <a:pt x="2218" y="8467"/>
                  </a:cubicBezTo>
                  <a:cubicBezTo>
                    <a:pt x="2457" y="8467"/>
                    <a:pt x="2697" y="8380"/>
                    <a:pt x="2878" y="8199"/>
                  </a:cubicBezTo>
                  <a:cubicBezTo>
                    <a:pt x="3160" y="7919"/>
                    <a:pt x="3245" y="7496"/>
                    <a:pt x="3117" y="7144"/>
                  </a:cubicBezTo>
                  <a:cubicBezTo>
                    <a:pt x="3408" y="6959"/>
                    <a:pt x="3700" y="6778"/>
                    <a:pt x="3993" y="6598"/>
                  </a:cubicBezTo>
                  <a:close/>
                  <a:moveTo>
                    <a:pt x="12844" y="7012"/>
                  </a:moveTo>
                  <a:cubicBezTo>
                    <a:pt x="13221" y="7288"/>
                    <a:pt x="13583" y="7582"/>
                    <a:pt x="13918" y="7906"/>
                  </a:cubicBezTo>
                  <a:cubicBezTo>
                    <a:pt x="14521" y="8486"/>
                    <a:pt x="16043" y="10200"/>
                    <a:pt x="14847" y="10937"/>
                  </a:cubicBezTo>
                  <a:cubicBezTo>
                    <a:pt x="14635" y="11068"/>
                    <a:pt x="14385" y="11112"/>
                    <a:pt x="14128" y="11112"/>
                  </a:cubicBezTo>
                  <a:cubicBezTo>
                    <a:pt x="14063" y="11112"/>
                    <a:pt x="13998" y="11109"/>
                    <a:pt x="13933" y="11104"/>
                  </a:cubicBezTo>
                  <a:cubicBezTo>
                    <a:pt x="13981" y="10881"/>
                    <a:pt x="13943" y="10644"/>
                    <a:pt x="13777" y="10448"/>
                  </a:cubicBezTo>
                  <a:cubicBezTo>
                    <a:pt x="13638" y="10283"/>
                    <a:pt x="13308" y="10143"/>
                    <a:pt x="13027" y="10143"/>
                  </a:cubicBezTo>
                  <a:cubicBezTo>
                    <a:pt x="12904" y="10143"/>
                    <a:pt x="12790" y="10169"/>
                    <a:pt x="12705" y="10233"/>
                  </a:cubicBezTo>
                  <a:cubicBezTo>
                    <a:pt x="12592" y="10246"/>
                    <a:pt x="12477" y="10294"/>
                    <a:pt x="12395" y="10346"/>
                  </a:cubicBezTo>
                  <a:cubicBezTo>
                    <a:pt x="12252" y="10441"/>
                    <a:pt x="12144" y="10583"/>
                    <a:pt x="12086" y="10740"/>
                  </a:cubicBezTo>
                  <a:cubicBezTo>
                    <a:pt x="11956" y="10705"/>
                    <a:pt x="11828" y="10667"/>
                    <a:pt x="11701" y="10628"/>
                  </a:cubicBezTo>
                  <a:cubicBezTo>
                    <a:pt x="10947" y="10394"/>
                    <a:pt x="10217" y="10101"/>
                    <a:pt x="9508" y="9758"/>
                  </a:cubicBezTo>
                  <a:cubicBezTo>
                    <a:pt x="9523" y="9485"/>
                    <a:pt x="9535" y="9210"/>
                    <a:pt x="9547" y="8935"/>
                  </a:cubicBezTo>
                  <a:cubicBezTo>
                    <a:pt x="10652" y="8405"/>
                    <a:pt x="11854" y="7801"/>
                    <a:pt x="12844" y="7012"/>
                  </a:cubicBezTo>
                  <a:close/>
                  <a:moveTo>
                    <a:pt x="8276" y="9534"/>
                  </a:moveTo>
                  <a:cubicBezTo>
                    <a:pt x="8555" y="9692"/>
                    <a:pt x="8838" y="9842"/>
                    <a:pt x="9126" y="9984"/>
                  </a:cubicBezTo>
                  <a:cubicBezTo>
                    <a:pt x="9092" y="10601"/>
                    <a:pt x="9051" y="11221"/>
                    <a:pt x="9007" y="11837"/>
                  </a:cubicBezTo>
                  <a:cubicBezTo>
                    <a:pt x="8947" y="12692"/>
                    <a:pt x="8827" y="13932"/>
                    <a:pt x="7825" y="14219"/>
                  </a:cubicBezTo>
                  <a:cubicBezTo>
                    <a:pt x="7713" y="14251"/>
                    <a:pt x="7609" y="14265"/>
                    <a:pt x="7511" y="14265"/>
                  </a:cubicBezTo>
                  <a:cubicBezTo>
                    <a:pt x="7334" y="14265"/>
                    <a:pt x="7178" y="14218"/>
                    <a:pt x="7038" y="14137"/>
                  </a:cubicBezTo>
                  <a:cubicBezTo>
                    <a:pt x="7169" y="13970"/>
                    <a:pt x="7237" y="13760"/>
                    <a:pt x="7207" y="13525"/>
                  </a:cubicBezTo>
                  <a:cubicBezTo>
                    <a:pt x="7150" y="13071"/>
                    <a:pt x="6775" y="12779"/>
                    <a:pt x="6365" y="12779"/>
                  </a:cubicBezTo>
                  <a:cubicBezTo>
                    <a:pt x="6316" y="12779"/>
                    <a:pt x="6266" y="12784"/>
                    <a:pt x="6216" y="12792"/>
                  </a:cubicBezTo>
                  <a:cubicBezTo>
                    <a:pt x="6174" y="12632"/>
                    <a:pt x="6143" y="12478"/>
                    <a:pt x="6122" y="12337"/>
                  </a:cubicBezTo>
                  <a:cubicBezTo>
                    <a:pt x="6025" y="11734"/>
                    <a:pt x="5966" y="11123"/>
                    <a:pt x="5929" y="10512"/>
                  </a:cubicBezTo>
                  <a:cubicBezTo>
                    <a:pt x="6722" y="10212"/>
                    <a:pt x="7505" y="9886"/>
                    <a:pt x="8276" y="9534"/>
                  </a:cubicBezTo>
                  <a:close/>
                  <a:moveTo>
                    <a:pt x="7929" y="0"/>
                  </a:moveTo>
                  <a:cubicBezTo>
                    <a:pt x="6589" y="0"/>
                    <a:pt x="6115" y="1274"/>
                    <a:pt x="5915" y="2579"/>
                  </a:cubicBezTo>
                  <a:cubicBezTo>
                    <a:pt x="5648" y="2460"/>
                    <a:pt x="5383" y="2345"/>
                    <a:pt x="5111" y="2239"/>
                  </a:cubicBezTo>
                  <a:cubicBezTo>
                    <a:pt x="4405" y="1960"/>
                    <a:pt x="3571" y="1635"/>
                    <a:pt x="2779" y="1635"/>
                  </a:cubicBezTo>
                  <a:cubicBezTo>
                    <a:pt x="2587" y="1635"/>
                    <a:pt x="2398" y="1654"/>
                    <a:pt x="2213" y="1698"/>
                  </a:cubicBezTo>
                  <a:cubicBezTo>
                    <a:pt x="2175" y="1594"/>
                    <a:pt x="2115" y="1495"/>
                    <a:pt x="2040" y="1409"/>
                  </a:cubicBezTo>
                  <a:cubicBezTo>
                    <a:pt x="1886" y="1234"/>
                    <a:pt x="1578" y="1116"/>
                    <a:pt x="1297" y="1116"/>
                  </a:cubicBezTo>
                  <a:cubicBezTo>
                    <a:pt x="1061" y="1116"/>
                    <a:pt x="845" y="1199"/>
                    <a:pt x="755" y="1403"/>
                  </a:cubicBezTo>
                  <a:cubicBezTo>
                    <a:pt x="666" y="1424"/>
                    <a:pt x="575" y="1492"/>
                    <a:pt x="511" y="1570"/>
                  </a:cubicBezTo>
                  <a:cubicBezTo>
                    <a:pt x="320" y="1800"/>
                    <a:pt x="277" y="2127"/>
                    <a:pt x="361" y="2410"/>
                  </a:cubicBezTo>
                  <a:cubicBezTo>
                    <a:pt x="432" y="2650"/>
                    <a:pt x="596" y="2833"/>
                    <a:pt x="802" y="2945"/>
                  </a:cubicBezTo>
                  <a:cubicBezTo>
                    <a:pt x="751" y="3452"/>
                    <a:pt x="1024" y="4026"/>
                    <a:pt x="1378" y="4407"/>
                  </a:cubicBezTo>
                  <a:cubicBezTo>
                    <a:pt x="2033" y="5107"/>
                    <a:pt x="2830" y="5719"/>
                    <a:pt x="3615" y="6312"/>
                  </a:cubicBezTo>
                  <a:cubicBezTo>
                    <a:pt x="3481" y="6405"/>
                    <a:pt x="3324" y="6520"/>
                    <a:pt x="3150" y="6658"/>
                  </a:cubicBezTo>
                  <a:cubicBezTo>
                    <a:pt x="3069" y="6710"/>
                    <a:pt x="2990" y="6764"/>
                    <a:pt x="2909" y="6816"/>
                  </a:cubicBezTo>
                  <a:cubicBezTo>
                    <a:pt x="2872" y="6778"/>
                    <a:pt x="2831" y="6740"/>
                    <a:pt x="2784" y="6709"/>
                  </a:cubicBezTo>
                  <a:cubicBezTo>
                    <a:pt x="2652" y="6615"/>
                    <a:pt x="2483" y="6569"/>
                    <a:pt x="2311" y="6569"/>
                  </a:cubicBezTo>
                  <a:cubicBezTo>
                    <a:pt x="2066" y="6569"/>
                    <a:pt x="1818" y="6663"/>
                    <a:pt x="1673" y="6842"/>
                  </a:cubicBezTo>
                  <a:cubicBezTo>
                    <a:pt x="1278" y="7076"/>
                    <a:pt x="1163" y="7664"/>
                    <a:pt x="1418" y="8049"/>
                  </a:cubicBezTo>
                  <a:cubicBezTo>
                    <a:pt x="1451" y="8096"/>
                    <a:pt x="1486" y="8138"/>
                    <a:pt x="1523" y="8177"/>
                  </a:cubicBezTo>
                  <a:cubicBezTo>
                    <a:pt x="554" y="9295"/>
                    <a:pt x="1" y="10570"/>
                    <a:pt x="1529" y="11229"/>
                  </a:cubicBezTo>
                  <a:cubicBezTo>
                    <a:pt x="1863" y="11374"/>
                    <a:pt x="2212" y="11431"/>
                    <a:pt x="2566" y="11431"/>
                  </a:cubicBezTo>
                  <a:cubicBezTo>
                    <a:pt x="3427" y="11431"/>
                    <a:pt x="4317" y="11088"/>
                    <a:pt x="5096" y="10814"/>
                  </a:cubicBezTo>
                  <a:cubicBezTo>
                    <a:pt x="5250" y="10762"/>
                    <a:pt x="5402" y="10705"/>
                    <a:pt x="5555" y="10650"/>
                  </a:cubicBezTo>
                  <a:cubicBezTo>
                    <a:pt x="5589" y="11126"/>
                    <a:pt x="5633" y="11599"/>
                    <a:pt x="5696" y="12072"/>
                  </a:cubicBezTo>
                  <a:cubicBezTo>
                    <a:pt x="5735" y="12357"/>
                    <a:pt x="5781" y="12653"/>
                    <a:pt x="5854" y="12942"/>
                  </a:cubicBezTo>
                  <a:cubicBezTo>
                    <a:pt x="5451" y="13212"/>
                    <a:pt x="5188" y="13766"/>
                    <a:pt x="5450" y="14218"/>
                  </a:cubicBezTo>
                  <a:cubicBezTo>
                    <a:pt x="5578" y="14439"/>
                    <a:pt x="5910" y="14638"/>
                    <a:pt x="6199" y="14638"/>
                  </a:cubicBezTo>
                  <a:cubicBezTo>
                    <a:pt x="6337" y="14638"/>
                    <a:pt x="6465" y="14593"/>
                    <a:pt x="6557" y="14483"/>
                  </a:cubicBezTo>
                  <a:cubicBezTo>
                    <a:pt x="6627" y="14459"/>
                    <a:pt x="6695" y="14425"/>
                    <a:pt x="6759" y="14388"/>
                  </a:cubicBezTo>
                  <a:cubicBezTo>
                    <a:pt x="6795" y="14411"/>
                    <a:pt x="6831" y="14435"/>
                    <a:pt x="6871" y="14456"/>
                  </a:cubicBezTo>
                  <a:cubicBezTo>
                    <a:pt x="7088" y="14577"/>
                    <a:pt x="7314" y="14632"/>
                    <a:pt x="7536" y="14632"/>
                  </a:cubicBezTo>
                  <a:cubicBezTo>
                    <a:pt x="8016" y="14632"/>
                    <a:pt x="8479" y="14376"/>
                    <a:pt x="8794" y="13974"/>
                  </a:cubicBezTo>
                  <a:cubicBezTo>
                    <a:pt x="9426" y="13166"/>
                    <a:pt x="9374" y="11996"/>
                    <a:pt x="9436" y="11027"/>
                  </a:cubicBezTo>
                  <a:cubicBezTo>
                    <a:pt x="9453" y="10739"/>
                    <a:pt x="9473" y="10448"/>
                    <a:pt x="9489" y="10158"/>
                  </a:cubicBezTo>
                  <a:cubicBezTo>
                    <a:pt x="10016" y="10407"/>
                    <a:pt x="10558" y="10633"/>
                    <a:pt x="11113" y="10824"/>
                  </a:cubicBezTo>
                  <a:cubicBezTo>
                    <a:pt x="11417" y="10927"/>
                    <a:pt x="11728" y="11024"/>
                    <a:pt x="12039" y="11109"/>
                  </a:cubicBezTo>
                  <a:cubicBezTo>
                    <a:pt x="12093" y="11579"/>
                    <a:pt x="12548" y="11893"/>
                    <a:pt x="12999" y="11893"/>
                  </a:cubicBezTo>
                  <a:cubicBezTo>
                    <a:pt x="13113" y="11893"/>
                    <a:pt x="13227" y="11873"/>
                    <a:pt x="13335" y="11830"/>
                  </a:cubicBezTo>
                  <a:cubicBezTo>
                    <a:pt x="13515" y="11755"/>
                    <a:pt x="13670" y="11620"/>
                    <a:pt x="13782" y="11457"/>
                  </a:cubicBezTo>
                  <a:cubicBezTo>
                    <a:pt x="13891" y="11468"/>
                    <a:pt x="14001" y="11475"/>
                    <a:pt x="14110" y="11475"/>
                  </a:cubicBezTo>
                  <a:cubicBezTo>
                    <a:pt x="14321" y="11475"/>
                    <a:pt x="14529" y="11450"/>
                    <a:pt x="14729" y="11385"/>
                  </a:cubicBezTo>
                  <a:cubicBezTo>
                    <a:pt x="15696" y="11072"/>
                    <a:pt x="15751" y="10035"/>
                    <a:pt x="15384" y="9232"/>
                  </a:cubicBezTo>
                  <a:cubicBezTo>
                    <a:pt x="14927" y="8226"/>
                    <a:pt x="14008" y="7430"/>
                    <a:pt x="13125" y="6778"/>
                  </a:cubicBezTo>
                  <a:cubicBezTo>
                    <a:pt x="13690" y="6283"/>
                    <a:pt x="14169" y="5718"/>
                    <a:pt x="14498" y="5060"/>
                  </a:cubicBezTo>
                  <a:cubicBezTo>
                    <a:pt x="14892" y="4270"/>
                    <a:pt x="15200" y="3061"/>
                    <a:pt x="14277" y="2508"/>
                  </a:cubicBezTo>
                  <a:cubicBezTo>
                    <a:pt x="14149" y="2435"/>
                    <a:pt x="14018" y="2374"/>
                    <a:pt x="13883" y="2328"/>
                  </a:cubicBezTo>
                  <a:cubicBezTo>
                    <a:pt x="13961" y="1968"/>
                    <a:pt x="13831" y="1580"/>
                    <a:pt x="13489" y="1360"/>
                  </a:cubicBezTo>
                  <a:cubicBezTo>
                    <a:pt x="13361" y="1278"/>
                    <a:pt x="13188" y="1237"/>
                    <a:pt x="13010" y="1237"/>
                  </a:cubicBezTo>
                  <a:cubicBezTo>
                    <a:pt x="12707" y="1237"/>
                    <a:pt x="12391" y="1356"/>
                    <a:pt x="12265" y="1600"/>
                  </a:cubicBezTo>
                  <a:cubicBezTo>
                    <a:pt x="12010" y="1778"/>
                    <a:pt x="11859" y="2083"/>
                    <a:pt x="11885" y="2395"/>
                  </a:cubicBezTo>
                  <a:cubicBezTo>
                    <a:pt x="11528" y="2498"/>
                    <a:pt x="11181" y="2627"/>
                    <a:pt x="10862" y="2749"/>
                  </a:cubicBezTo>
                  <a:cubicBezTo>
                    <a:pt x="10380" y="2935"/>
                    <a:pt x="9900" y="3129"/>
                    <a:pt x="9425" y="3330"/>
                  </a:cubicBezTo>
                  <a:cubicBezTo>
                    <a:pt x="9413" y="3231"/>
                    <a:pt x="9405" y="3130"/>
                    <a:pt x="9394" y="3031"/>
                  </a:cubicBezTo>
                  <a:cubicBezTo>
                    <a:pt x="9266" y="1988"/>
                    <a:pt x="9058" y="939"/>
                    <a:pt x="8345" y="126"/>
                  </a:cubicBezTo>
                  <a:cubicBezTo>
                    <a:pt x="8308" y="84"/>
                    <a:pt x="8266" y="66"/>
                    <a:pt x="8224" y="66"/>
                  </a:cubicBezTo>
                  <a:cubicBezTo>
                    <a:pt x="8211" y="66"/>
                    <a:pt x="8199" y="68"/>
                    <a:pt x="8186" y="71"/>
                  </a:cubicBezTo>
                  <a:cubicBezTo>
                    <a:pt x="8164" y="34"/>
                    <a:pt x="8122" y="7"/>
                    <a:pt x="8064" y="4"/>
                  </a:cubicBezTo>
                  <a:cubicBezTo>
                    <a:pt x="8018" y="1"/>
                    <a:pt x="7973" y="0"/>
                    <a:pt x="79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32" name="Google Shape;2232;p16"/>
            <p:cNvSpPr/>
            <p:nvPr/>
          </p:nvSpPr>
          <p:spPr>
            <a:xfrm>
              <a:off x="6249960" y="331920"/>
              <a:ext cx="88201" cy="82801"/>
            </a:xfrm>
            <a:custGeom>
              <a:rect b="b" l="l" r="r" t="t"/>
              <a:pathLst>
                <a:path extrusionOk="0" h="1650" w="1757">
                  <a:moveTo>
                    <a:pt x="975" y="0"/>
                  </a:moveTo>
                  <a:cubicBezTo>
                    <a:pt x="972" y="0"/>
                    <a:pt x="969" y="0"/>
                    <a:pt x="966" y="0"/>
                  </a:cubicBezTo>
                  <a:cubicBezTo>
                    <a:pt x="732" y="2"/>
                    <a:pt x="506" y="121"/>
                    <a:pt x="355" y="298"/>
                  </a:cubicBezTo>
                  <a:cubicBezTo>
                    <a:pt x="148" y="435"/>
                    <a:pt x="0" y="757"/>
                    <a:pt x="36" y="972"/>
                  </a:cubicBezTo>
                  <a:cubicBezTo>
                    <a:pt x="102" y="1389"/>
                    <a:pt x="503" y="1650"/>
                    <a:pt x="904" y="1650"/>
                  </a:cubicBezTo>
                  <a:cubicBezTo>
                    <a:pt x="938" y="1650"/>
                    <a:pt x="972" y="1648"/>
                    <a:pt x="1007" y="1644"/>
                  </a:cubicBezTo>
                  <a:cubicBezTo>
                    <a:pt x="1440" y="1594"/>
                    <a:pt x="1756" y="1242"/>
                    <a:pt x="1738" y="801"/>
                  </a:cubicBezTo>
                  <a:cubicBezTo>
                    <a:pt x="1721" y="387"/>
                    <a:pt x="1407" y="0"/>
                    <a:pt x="9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1400" lIns="91425" spcFirstLastPara="1" rIns="91425" wrap="square" tIns="41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2233" name="Google Shape;2233;p16"/>
          <p:cNvGrpSpPr/>
          <p:nvPr/>
        </p:nvGrpSpPr>
        <p:grpSpPr>
          <a:xfrm>
            <a:off x="5634000" y="1806840"/>
            <a:ext cx="943205" cy="1320452"/>
            <a:chOff x="5634000" y="1806840"/>
            <a:chExt cx="943205" cy="1320452"/>
          </a:xfrm>
        </p:grpSpPr>
        <p:sp>
          <p:nvSpPr>
            <p:cNvPr id="2234" name="Google Shape;2234;p16"/>
            <p:cNvSpPr/>
            <p:nvPr/>
          </p:nvSpPr>
          <p:spPr>
            <a:xfrm>
              <a:off x="5636520" y="1905840"/>
              <a:ext cx="940685" cy="1221452"/>
            </a:xfrm>
            <a:custGeom>
              <a:rect b="b" l="l" r="r" t="t"/>
              <a:pathLst>
                <a:path extrusionOk="0" h="24252" w="18682">
                  <a:moveTo>
                    <a:pt x="11140" y="11690"/>
                  </a:moveTo>
                  <a:cubicBezTo>
                    <a:pt x="11313" y="11690"/>
                    <a:pt x="11487" y="11693"/>
                    <a:pt x="11661" y="11699"/>
                  </a:cubicBezTo>
                  <a:cubicBezTo>
                    <a:pt x="12033" y="11712"/>
                    <a:pt x="12418" y="11781"/>
                    <a:pt x="12793" y="11781"/>
                  </a:cubicBezTo>
                  <a:cubicBezTo>
                    <a:pt x="12905" y="11781"/>
                    <a:pt x="13017" y="11774"/>
                    <a:pt x="13128" y="11759"/>
                  </a:cubicBezTo>
                  <a:cubicBezTo>
                    <a:pt x="13140" y="11757"/>
                    <a:pt x="13149" y="11752"/>
                    <a:pt x="13160" y="11749"/>
                  </a:cubicBezTo>
                  <a:cubicBezTo>
                    <a:pt x="13162" y="11752"/>
                    <a:pt x="13163" y="11754"/>
                    <a:pt x="13166" y="11756"/>
                  </a:cubicBezTo>
                  <a:cubicBezTo>
                    <a:pt x="12637" y="12474"/>
                    <a:pt x="11878" y="12933"/>
                    <a:pt x="11071" y="13299"/>
                  </a:cubicBezTo>
                  <a:cubicBezTo>
                    <a:pt x="10099" y="13741"/>
                    <a:pt x="9085" y="14110"/>
                    <a:pt x="8064" y="14428"/>
                  </a:cubicBezTo>
                  <a:cubicBezTo>
                    <a:pt x="6077" y="15051"/>
                    <a:pt x="4062" y="15364"/>
                    <a:pt x="1988" y="15364"/>
                  </a:cubicBezTo>
                  <a:cubicBezTo>
                    <a:pt x="1942" y="15364"/>
                    <a:pt x="1896" y="15364"/>
                    <a:pt x="1850" y="15364"/>
                  </a:cubicBezTo>
                  <a:cubicBezTo>
                    <a:pt x="1864" y="15358"/>
                    <a:pt x="1879" y="15348"/>
                    <a:pt x="1890" y="15334"/>
                  </a:cubicBezTo>
                  <a:cubicBezTo>
                    <a:pt x="3178" y="13775"/>
                    <a:pt x="5006" y="12857"/>
                    <a:pt x="6921" y="12297"/>
                  </a:cubicBezTo>
                  <a:cubicBezTo>
                    <a:pt x="7938" y="12000"/>
                    <a:pt x="8987" y="11807"/>
                    <a:pt x="10044" y="11730"/>
                  </a:cubicBezTo>
                  <a:cubicBezTo>
                    <a:pt x="10409" y="11703"/>
                    <a:pt x="10774" y="11690"/>
                    <a:pt x="11140" y="11690"/>
                  </a:cubicBezTo>
                  <a:close/>
                  <a:moveTo>
                    <a:pt x="13437" y="12028"/>
                  </a:moveTo>
                  <a:cubicBezTo>
                    <a:pt x="14118" y="12712"/>
                    <a:pt x="14791" y="13402"/>
                    <a:pt x="15456" y="14107"/>
                  </a:cubicBezTo>
                  <a:cubicBezTo>
                    <a:pt x="15992" y="14675"/>
                    <a:pt x="16522" y="15249"/>
                    <a:pt x="17044" y="15830"/>
                  </a:cubicBezTo>
                  <a:cubicBezTo>
                    <a:pt x="17553" y="16393"/>
                    <a:pt x="18362" y="17054"/>
                    <a:pt x="18143" y="17902"/>
                  </a:cubicBezTo>
                  <a:cubicBezTo>
                    <a:pt x="17932" y="18721"/>
                    <a:pt x="17108" y="19138"/>
                    <a:pt x="16411" y="19485"/>
                  </a:cubicBezTo>
                  <a:cubicBezTo>
                    <a:pt x="15731" y="19825"/>
                    <a:pt x="15041" y="20152"/>
                    <a:pt x="14349" y="20470"/>
                  </a:cubicBezTo>
                  <a:cubicBezTo>
                    <a:pt x="11485" y="21776"/>
                    <a:pt x="8502" y="22867"/>
                    <a:pt x="5403" y="23460"/>
                  </a:cubicBezTo>
                  <a:cubicBezTo>
                    <a:pt x="4674" y="23597"/>
                    <a:pt x="3943" y="23709"/>
                    <a:pt x="3206" y="23787"/>
                  </a:cubicBezTo>
                  <a:cubicBezTo>
                    <a:pt x="2933" y="23816"/>
                    <a:pt x="2650" y="23841"/>
                    <a:pt x="2367" y="23841"/>
                  </a:cubicBezTo>
                  <a:cubicBezTo>
                    <a:pt x="2004" y="23841"/>
                    <a:pt x="1642" y="23799"/>
                    <a:pt x="1306" y="23669"/>
                  </a:cubicBezTo>
                  <a:cubicBezTo>
                    <a:pt x="430" y="23334"/>
                    <a:pt x="389" y="22506"/>
                    <a:pt x="507" y="21693"/>
                  </a:cubicBezTo>
                  <a:cubicBezTo>
                    <a:pt x="622" y="20899"/>
                    <a:pt x="763" y="20110"/>
                    <a:pt x="916" y="19323"/>
                  </a:cubicBezTo>
                  <a:cubicBezTo>
                    <a:pt x="1159" y="18073"/>
                    <a:pt x="1442" y="16833"/>
                    <a:pt x="1764" y="15603"/>
                  </a:cubicBezTo>
                  <a:cubicBezTo>
                    <a:pt x="2182" y="15649"/>
                    <a:pt x="2602" y="15671"/>
                    <a:pt x="3022" y="15671"/>
                  </a:cubicBezTo>
                  <a:cubicBezTo>
                    <a:pt x="4891" y="15671"/>
                    <a:pt x="6768" y="15247"/>
                    <a:pt x="8529" y="14675"/>
                  </a:cubicBezTo>
                  <a:cubicBezTo>
                    <a:pt x="10201" y="14132"/>
                    <a:pt x="12340" y="13520"/>
                    <a:pt x="13437" y="12028"/>
                  </a:cubicBezTo>
                  <a:close/>
                  <a:moveTo>
                    <a:pt x="6289" y="1"/>
                  </a:moveTo>
                  <a:lnTo>
                    <a:pt x="6021" y="8"/>
                  </a:lnTo>
                  <a:cubicBezTo>
                    <a:pt x="6021" y="11"/>
                    <a:pt x="6021" y="12"/>
                    <a:pt x="6024" y="15"/>
                  </a:cubicBezTo>
                  <a:cubicBezTo>
                    <a:pt x="6304" y="1305"/>
                    <a:pt x="6707" y="2573"/>
                    <a:pt x="7122" y="3824"/>
                  </a:cubicBezTo>
                  <a:cubicBezTo>
                    <a:pt x="7513" y="5007"/>
                    <a:pt x="7863" y="6293"/>
                    <a:pt x="8437" y="7400"/>
                  </a:cubicBezTo>
                  <a:cubicBezTo>
                    <a:pt x="8465" y="7452"/>
                    <a:pt x="8510" y="7474"/>
                    <a:pt x="8558" y="7474"/>
                  </a:cubicBezTo>
                  <a:cubicBezTo>
                    <a:pt x="8572" y="7474"/>
                    <a:pt x="8585" y="7472"/>
                    <a:pt x="8598" y="7469"/>
                  </a:cubicBezTo>
                  <a:cubicBezTo>
                    <a:pt x="10014" y="8720"/>
                    <a:pt x="11392" y="10013"/>
                    <a:pt x="12736" y="11335"/>
                  </a:cubicBezTo>
                  <a:cubicBezTo>
                    <a:pt x="12354" y="11268"/>
                    <a:pt x="11934" y="11281"/>
                    <a:pt x="11563" y="11271"/>
                  </a:cubicBezTo>
                  <a:cubicBezTo>
                    <a:pt x="11436" y="11268"/>
                    <a:pt x="11309" y="11266"/>
                    <a:pt x="11182" y="11266"/>
                  </a:cubicBezTo>
                  <a:cubicBezTo>
                    <a:pt x="10738" y="11266"/>
                    <a:pt x="10294" y="11287"/>
                    <a:pt x="9853" y="11326"/>
                  </a:cubicBezTo>
                  <a:cubicBezTo>
                    <a:pt x="8727" y="11428"/>
                    <a:pt x="7614" y="11648"/>
                    <a:pt x="6538" y="11992"/>
                  </a:cubicBezTo>
                  <a:cubicBezTo>
                    <a:pt x="4835" y="12539"/>
                    <a:pt x="3100" y="13387"/>
                    <a:pt x="1975" y="14818"/>
                  </a:cubicBezTo>
                  <a:cubicBezTo>
                    <a:pt x="2044" y="14569"/>
                    <a:pt x="2115" y="14317"/>
                    <a:pt x="2187" y="14067"/>
                  </a:cubicBezTo>
                  <a:cubicBezTo>
                    <a:pt x="2450" y="13169"/>
                    <a:pt x="2730" y="12279"/>
                    <a:pt x="3033" y="11393"/>
                  </a:cubicBezTo>
                  <a:cubicBezTo>
                    <a:pt x="3293" y="10629"/>
                    <a:pt x="3595" y="9881"/>
                    <a:pt x="3454" y="9070"/>
                  </a:cubicBezTo>
                  <a:lnTo>
                    <a:pt x="3454" y="9070"/>
                  </a:lnTo>
                  <a:lnTo>
                    <a:pt x="3256" y="9103"/>
                  </a:lnTo>
                  <a:cubicBezTo>
                    <a:pt x="2958" y="10823"/>
                    <a:pt x="2219" y="12474"/>
                    <a:pt x="1738" y="14151"/>
                  </a:cubicBezTo>
                  <a:cubicBezTo>
                    <a:pt x="1231" y="15918"/>
                    <a:pt x="809" y="17708"/>
                    <a:pt x="468" y="19512"/>
                  </a:cubicBezTo>
                  <a:cubicBezTo>
                    <a:pt x="314" y="20329"/>
                    <a:pt x="147" y="21156"/>
                    <a:pt x="62" y="21982"/>
                  </a:cubicBezTo>
                  <a:cubicBezTo>
                    <a:pt x="1" y="22584"/>
                    <a:pt x="69" y="23206"/>
                    <a:pt x="521" y="23648"/>
                  </a:cubicBezTo>
                  <a:cubicBezTo>
                    <a:pt x="999" y="24118"/>
                    <a:pt x="1666" y="24252"/>
                    <a:pt x="2349" y="24252"/>
                  </a:cubicBezTo>
                  <a:cubicBezTo>
                    <a:pt x="2927" y="24252"/>
                    <a:pt x="3516" y="24156"/>
                    <a:pt x="4014" y="24088"/>
                  </a:cubicBezTo>
                  <a:cubicBezTo>
                    <a:pt x="7363" y="23627"/>
                    <a:pt x="10591" y="22549"/>
                    <a:pt x="13680" y="21201"/>
                  </a:cubicBezTo>
                  <a:cubicBezTo>
                    <a:pt x="14498" y="20847"/>
                    <a:pt x="15303" y="20471"/>
                    <a:pt x="16102" y="20081"/>
                  </a:cubicBezTo>
                  <a:cubicBezTo>
                    <a:pt x="16779" y="19751"/>
                    <a:pt x="17535" y="19441"/>
                    <a:pt x="18048" y="18867"/>
                  </a:cubicBezTo>
                  <a:cubicBezTo>
                    <a:pt x="18428" y="18440"/>
                    <a:pt x="18681" y="17852"/>
                    <a:pt x="18552" y="17275"/>
                  </a:cubicBezTo>
                  <a:cubicBezTo>
                    <a:pt x="18404" y="16615"/>
                    <a:pt x="17830" y="16101"/>
                    <a:pt x="17392" y="15615"/>
                  </a:cubicBezTo>
                  <a:cubicBezTo>
                    <a:pt x="16160" y="14244"/>
                    <a:pt x="14889" y="12911"/>
                    <a:pt x="13581" y="11614"/>
                  </a:cubicBezTo>
                  <a:cubicBezTo>
                    <a:pt x="13571" y="11597"/>
                    <a:pt x="13556" y="11583"/>
                    <a:pt x="13539" y="11572"/>
                  </a:cubicBezTo>
                  <a:cubicBezTo>
                    <a:pt x="12019" y="10064"/>
                    <a:pt x="10448" y="8604"/>
                    <a:pt x="8831" y="7201"/>
                  </a:cubicBezTo>
                  <a:cubicBezTo>
                    <a:pt x="8794" y="7168"/>
                    <a:pt x="8752" y="7156"/>
                    <a:pt x="8712" y="7156"/>
                  </a:cubicBezTo>
                  <a:cubicBezTo>
                    <a:pt x="8700" y="7156"/>
                    <a:pt x="8689" y="7157"/>
                    <a:pt x="8678" y="7159"/>
                  </a:cubicBezTo>
                  <a:cubicBezTo>
                    <a:pt x="8348" y="5968"/>
                    <a:pt x="7823" y="4808"/>
                    <a:pt x="7435" y="3634"/>
                  </a:cubicBezTo>
                  <a:cubicBezTo>
                    <a:pt x="7037" y="2427"/>
                    <a:pt x="6687" y="1205"/>
                    <a:pt x="62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35" name="Google Shape;2235;p16"/>
            <p:cNvSpPr/>
            <p:nvPr/>
          </p:nvSpPr>
          <p:spPr>
            <a:xfrm>
              <a:off x="5656320" y="2511720"/>
              <a:ext cx="905059" cy="594717"/>
            </a:xfrm>
            <a:custGeom>
              <a:rect b="b" l="l" r="r" t="t"/>
              <a:pathLst>
                <a:path extrusionOk="0" h="11814" w="17970">
                  <a:moveTo>
                    <a:pt x="13046" y="1"/>
                  </a:moveTo>
                  <a:cubicBezTo>
                    <a:pt x="11950" y="1493"/>
                    <a:pt x="9812" y="2105"/>
                    <a:pt x="8140" y="2648"/>
                  </a:cubicBezTo>
                  <a:cubicBezTo>
                    <a:pt x="6378" y="3220"/>
                    <a:pt x="4501" y="3644"/>
                    <a:pt x="2633" y="3644"/>
                  </a:cubicBezTo>
                  <a:cubicBezTo>
                    <a:pt x="2213" y="3644"/>
                    <a:pt x="1793" y="3622"/>
                    <a:pt x="1375" y="3576"/>
                  </a:cubicBezTo>
                  <a:cubicBezTo>
                    <a:pt x="1053" y="4805"/>
                    <a:pt x="770" y="6048"/>
                    <a:pt x="526" y="7296"/>
                  </a:cubicBezTo>
                  <a:cubicBezTo>
                    <a:pt x="375" y="8083"/>
                    <a:pt x="230" y="8872"/>
                    <a:pt x="118" y="9666"/>
                  </a:cubicBezTo>
                  <a:cubicBezTo>
                    <a:pt x="0" y="10480"/>
                    <a:pt x="41" y="11307"/>
                    <a:pt x="916" y="11642"/>
                  </a:cubicBezTo>
                  <a:cubicBezTo>
                    <a:pt x="1253" y="11772"/>
                    <a:pt x="1614" y="11814"/>
                    <a:pt x="1977" y="11814"/>
                  </a:cubicBezTo>
                  <a:cubicBezTo>
                    <a:pt x="2260" y="11814"/>
                    <a:pt x="2543" y="11789"/>
                    <a:pt x="2816" y="11760"/>
                  </a:cubicBezTo>
                  <a:cubicBezTo>
                    <a:pt x="3552" y="11682"/>
                    <a:pt x="4286" y="11570"/>
                    <a:pt x="5013" y="11433"/>
                  </a:cubicBezTo>
                  <a:cubicBezTo>
                    <a:pt x="8113" y="10840"/>
                    <a:pt x="11096" y="9749"/>
                    <a:pt x="13959" y="8443"/>
                  </a:cubicBezTo>
                  <a:cubicBezTo>
                    <a:pt x="14652" y="8125"/>
                    <a:pt x="15341" y="7798"/>
                    <a:pt x="16021" y="7458"/>
                  </a:cubicBezTo>
                  <a:cubicBezTo>
                    <a:pt x="16715" y="7108"/>
                    <a:pt x="17541" y="6694"/>
                    <a:pt x="17751" y="5875"/>
                  </a:cubicBezTo>
                  <a:cubicBezTo>
                    <a:pt x="17969" y="5027"/>
                    <a:pt x="17160" y="4364"/>
                    <a:pt x="16653" y="3803"/>
                  </a:cubicBezTo>
                  <a:cubicBezTo>
                    <a:pt x="16131" y="3222"/>
                    <a:pt x="15601" y="2648"/>
                    <a:pt x="15066" y="2080"/>
                  </a:cubicBezTo>
                  <a:cubicBezTo>
                    <a:pt x="14403" y="1375"/>
                    <a:pt x="13729" y="685"/>
                    <a:pt x="1304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36" name="Google Shape;2236;p16"/>
            <p:cNvSpPr/>
            <p:nvPr/>
          </p:nvSpPr>
          <p:spPr>
            <a:xfrm>
              <a:off x="5729760" y="2494800"/>
              <a:ext cx="569506" cy="184683"/>
            </a:xfrm>
            <a:custGeom>
              <a:rect b="b" l="l" r="r" t="t"/>
              <a:pathLst>
                <a:path extrusionOk="0" h="3674" w="11316">
                  <a:moveTo>
                    <a:pt x="9308" y="1"/>
                  </a:moveTo>
                  <a:cubicBezTo>
                    <a:pt x="8936" y="1"/>
                    <a:pt x="8565" y="14"/>
                    <a:pt x="8194" y="41"/>
                  </a:cubicBezTo>
                  <a:cubicBezTo>
                    <a:pt x="7137" y="116"/>
                    <a:pt x="6090" y="310"/>
                    <a:pt x="5071" y="608"/>
                  </a:cubicBezTo>
                  <a:cubicBezTo>
                    <a:pt x="3156" y="1168"/>
                    <a:pt x="1328" y="2083"/>
                    <a:pt x="40" y="3643"/>
                  </a:cubicBezTo>
                  <a:cubicBezTo>
                    <a:pt x="29" y="3659"/>
                    <a:pt x="13" y="3669"/>
                    <a:pt x="0" y="3673"/>
                  </a:cubicBezTo>
                  <a:cubicBezTo>
                    <a:pt x="46" y="3673"/>
                    <a:pt x="92" y="3674"/>
                    <a:pt x="138" y="3674"/>
                  </a:cubicBezTo>
                  <a:cubicBezTo>
                    <a:pt x="2212" y="3674"/>
                    <a:pt x="4227" y="3360"/>
                    <a:pt x="6213" y="2738"/>
                  </a:cubicBezTo>
                  <a:cubicBezTo>
                    <a:pt x="7232" y="2419"/>
                    <a:pt x="8249" y="2051"/>
                    <a:pt x="9221" y="1608"/>
                  </a:cubicBezTo>
                  <a:cubicBezTo>
                    <a:pt x="10028" y="1241"/>
                    <a:pt x="10787" y="785"/>
                    <a:pt x="11316" y="65"/>
                  </a:cubicBezTo>
                  <a:cubicBezTo>
                    <a:pt x="11313" y="62"/>
                    <a:pt x="11312" y="60"/>
                    <a:pt x="11310" y="58"/>
                  </a:cubicBezTo>
                  <a:cubicBezTo>
                    <a:pt x="11299" y="62"/>
                    <a:pt x="11290" y="67"/>
                    <a:pt x="11278" y="69"/>
                  </a:cubicBezTo>
                  <a:cubicBezTo>
                    <a:pt x="11170" y="84"/>
                    <a:pt x="11061" y="90"/>
                    <a:pt x="10950" y="90"/>
                  </a:cubicBezTo>
                  <a:cubicBezTo>
                    <a:pt x="10573" y="90"/>
                    <a:pt x="10185" y="21"/>
                    <a:pt x="9811" y="9"/>
                  </a:cubicBezTo>
                  <a:cubicBezTo>
                    <a:pt x="9643" y="3"/>
                    <a:pt x="9475" y="1"/>
                    <a:pt x="93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37" name="Google Shape;2237;p16"/>
            <p:cNvSpPr/>
            <p:nvPr/>
          </p:nvSpPr>
          <p:spPr>
            <a:xfrm>
              <a:off x="6068520" y="2378160"/>
              <a:ext cx="68041" cy="60119"/>
            </a:xfrm>
            <a:custGeom>
              <a:rect b="b" l="l" r="r" t="t"/>
              <a:pathLst>
                <a:path extrusionOk="0" h="1204" w="1356">
                  <a:moveTo>
                    <a:pt x="637" y="290"/>
                  </a:moveTo>
                  <a:cubicBezTo>
                    <a:pt x="729" y="290"/>
                    <a:pt x="824" y="325"/>
                    <a:pt x="893" y="385"/>
                  </a:cubicBezTo>
                  <a:cubicBezTo>
                    <a:pt x="1043" y="520"/>
                    <a:pt x="982" y="734"/>
                    <a:pt x="838" y="846"/>
                  </a:cubicBezTo>
                  <a:cubicBezTo>
                    <a:pt x="765" y="903"/>
                    <a:pt x="695" y="927"/>
                    <a:pt x="630" y="927"/>
                  </a:cubicBezTo>
                  <a:cubicBezTo>
                    <a:pt x="405" y="927"/>
                    <a:pt x="252" y="631"/>
                    <a:pt x="326" y="393"/>
                  </a:cubicBezTo>
                  <a:lnTo>
                    <a:pt x="326" y="393"/>
                  </a:lnTo>
                  <a:cubicBezTo>
                    <a:pt x="332" y="393"/>
                    <a:pt x="338" y="394"/>
                    <a:pt x="343" y="394"/>
                  </a:cubicBezTo>
                  <a:cubicBezTo>
                    <a:pt x="373" y="394"/>
                    <a:pt x="404" y="384"/>
                    <a:pt x="434" y="360"/>
                  </a:cubicBezTo>
                  <a:cubicBezTo>
                    <a:pt x="491" y="312"/>
                    <a:pt x="563" y="290"/>
                    <a:pt x="637" y="290"/>
                  </a:cubicBezTo>
                  <a:close/>
                  <a:moveTo>
                    <a:pt x="646" y="1"/>
                  </a:moveTo>
                  <a:cubicBezTo>
                    <a:pt x="503" y="1"/>
                    <a:pt x="362" y="48"/>
                    <a:pt x="253" y="150"/>
                  </a:cubicBezTo>
                  <a:cubicBezTo>
                    <a:pt x="247" y="156"/>
                    <a:pt x="241" y="157"/>
                    <a:pt x="233" y="164"/>
                  </a:cubicBezTo>
                  <a:cubicBezTo>
                    <a:pt x="15" y="377"/>
                    <a:pt x="0" y="730"/>
                    <a:pt x="179" y="974"/>
                  </a:cubicBezTo>
                  <a:cubicBezTo>
                    <a:pt x="293" y="1129"/>
                    <a:pt x="461" y="1203"/>
                    <a:pt x="633" y="1203"/>
                  </a:cubicBezTo>
                  <a:cubicBezTo>
                    <a:pt x="783" y="1203"/>
                    <a:pt x="937" y="1147"/>
                    <a:pt x="1059" y="1037"/>
                  </a:cubicBezTo>
                  <a:cubicBezTo>
                    <a:pt x="1318" y="805"/>
                    <a:pt x="1355" y="407"/>
                    <a:pt x="1087" y="167"/>
                  </a:cubicBezTo>
                  <a:cubicBezTo>
                    <a:pt x="966" y="60"/>
                    <a:pt x="805" y="1"/>
                    <a:pt x="6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0225" lIns="91425" spcFirstLastPara="1" rIns="91425" wrap="square" tIns="30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38" name="Google Shape;2238;p16"/>
            <p:cNvSpPr/>
            <p:nvPr/>
          </p:nvSpPr>
          <p:spPr>
            <a:xfrm>
              <a:off x="5941440" y="2298600"/>
              <a:ext cx="115200" cy="93599"/>
            </a:xfrm>
            <a:custGeom>
              <a:rect b="b" l="l" r="r" t="t"/>
              <a:pathLst>
                <a:path extrusionOk="0" h="1866" w="2297">
                  <a:moveTo>
                    <a:pt x="1227" y="287"/>
                  </a:moveTo>
                  <a:cubicBezTo>
                    <a:pt x="1301" y="287"/>
                    <a:pt x="1376" y="299"/>
                    <a:pt x="1451" y="325"/>
                  </a:cubicBezTo>
                  <a:cubicBezTo>
                    <a:pt x="1787" y="438"/>
                    <a:pt x="1942" y="815"/>
                    <a:pt x="1841" y="1146"/>
                  </a:cubicBezTo>
                  <a:cubicBezTo>
                    <a:pt x="1748" y="1450"/>
                    <a:pt x="1441" y="1573"/>
                    <a:pt x="1138" y="1573"/>
                  </a:cubicBezTo>
                  <a:cubicBezTo>
                    <a:pt x="1027" y="1573"/>
                    <a:pt x="917" y="1556"/>
                    <a:pt x="818" y="1526"/>
                  </a:cubicBezTo>
                  <a:cubicBezTo>
                    <a:pt x="442" y="1413"/>
                    <a:pt x="143" y="873"/>
                    <a:pt x="576" y="608"/>
                  </a:cubicBezTo>
                  <a:cubicBezTo>
                    <a:pt x="597" y="595"/>
                    <a:pt x="607" y="574"/>
                    <a:pt x="611" y="553"/>
                  </a:cubicBezTo>
                  <a:cubicBezTo>
                    <a:pt x="787" y="399"/>
                    <a:pt x="999" y="287"/>
                    <a:pt x="1227" y="287"/>
                  </a:cubicBezTo>
                  <a:close/>
                  <a:moveTo>
                    <a:pt x="1229" y="0"/>
                  </a:moveTo>
                  <a:cubicBezTo>
                    <a:pt x="871" y="0"/>
                    <a:pt x="507" y="174"/>
                    <a:pt x="342" y="495"/>
                  </a:cubicBezTo>
                  <a:cubicBezTo>
                    <a:pt x="333" y="513"/>
                    <a:pt x="329" y="534"/>
                    <a:pt x="332" y="556"/>
                  </a:cubicBezTo>
                  <a:cubicBezTo>
                    <a:pt x="0" y="813"/>
                    <a:pt x="66" y="1369"/>
                    <a:pt x="407" y="1634"/>
                  </a:cubicBezTo>
                  <a:cubicBezTo>
                    <a:pt x="603" y="1786"/>
                    <a:pt x="876" y="1866"/>
                    <a:pt x="1147" y="1866"/>
                  </a:cubicBezTo>
                  <a:cubicBezTo>
                    <a:pt x="1479" y="1866"/>
                    <a:pt x="1809" y="1746"/>
                    <a:pt x="1994" y="1489"/>
                  </a:cubicBezTo>
                  <a:cubicBezTo>
                    <a:pt x="2296" y="1073"/>
                    <a:pt x="2193" y="421"/>
                    <a:pt x="1752" y="143"/>
                  </a:cubicBezTo>
                  <a:cubicBezTo>
                    <a:pt x="1598" y="47"/>
                    <a:pt x="1414" y="0"/>
                    <a:pt x="12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6800" lIns="91425" spcFirstLastPara="1" rIns="91425" wrap="square" tIns="46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39" name="Google Shape;2239;p16"/>
            <p:cNvSpPr/>
            <p:nvPr/>
          </p:nvSpPr>
          <p:spPr>
            <a:xfrm>
              <a:off x="5960160" y="2206440"/>
              <a:ext cx="57599" cy="50401"/>
            </a:xfrm>
            <a:custGeom>
              <a:rect b="b" l="l" r="r" t="t"/>
              <a:pathLst>
                <a:path extrusionOk="0" h="1005" w="1154">
                  <a:moveTo>
                    <a:pt x="476" y="175"/>
                  </a:moveTo>
                  <a:cubicBezTo>
                    <a:pt x="618" y="175"/>
                    <a:pt x="759" y="271"/>
                    <a:pt x="806" y="408"/>
                  </a:cubicBezTo>
                  <a:cubicBezTo>
                    <a:pt x="853" y="555"/>
                    <a:pt x="737" y="684"/>
                    <a:pt x="603" y="725"/>
                  </a:cubicBezTo>
                  <a:cubicBezTo>
                    <a:pt x="575" y="734"/>
                    <a:pt x="547" y="738"/>
                    <a:pt x="520" y="738"/>
                  </a:cubicBezTo>
                  <a:cubicBezTo>
                    <a:pt x="415" y="738"/>
                    <a:pt x="328" y="672"/>
                    <a:pt x="297" y="556"/>
                  </a:cubicBezTo>
                  <a:cubicBezTo>
                    <a:pt x="276" y="490"/>
                    <a:pt x="279" y="412"/>
                    <a:pt x="306" y="344"/>
                  </a:cubicBezTo>
                  <a:cubicBezTo>
                    <a:pt x="333" y="279"/>
                    <a:pt x="395" y="242"/>
                    <a:pt x="425" y="179"/>
                  </a:cubicBezTo>
                  <a:cubicBezTo>
                    <a:pt x="442" y="177"/>
                    <a:pt x="459" y="175"/>
                    <a:pt x="476" y="175"/>
                  </a:cubicBezTo>
                  <a:close/>
                  <a:moveTo>
                    <a:pt x="563" y="1"/>
                  </a:moveTo>
                  <a:cubicBezTo>
                    <a:pt x="497" y="1"/>
                    <a:pt x="431" y="14"/>
                    <a:pt x="368" y="42"/>
                  </a:cubicBezTo>
                  <a:cubicBezTo>
                    <a:pt x="363" y="39"/>
                    <a:pt x="355" y="39"/>
                    <a:pt x="348" y="38"/>
                  </a:cubicBezTo>
                  <a:cubicBezTo>
                    <a:pt x="343" y="37"/>
                    <a:pt x="338" y="37"/>
                    <a:pt x="333" y="37"/>
                  </a:cubicBezTo>
                  <a:cubicBezTo>
                    <a:pt x="71" y="37"/>
                    <a:pt x="1" y="472"/>
                    <a:pt x="55" y="660"/>
                  </a:cubicBezTo>
                  <a:cubicBezTo>
                    <a:pt x="118" y="881"/>
                    <a:pt x="313" y="1004"/>
                    <a:pt x="522" y="1004"/>
                  </a:cubicBezTo>
                  <a:cubicBezTo>
                    <a:pt x="588" y="1004"/>
                    <a:pt x="655" y="992"/>
                    <a:pt x="720" y="967"/>
                  </a:cubicBezTo>
                  <a:cubicBezTo>
                    <a:pt x="986" y="865"/>
                    <a:pt x="1153" y="571"/>
                    <a:pt x="1029" y="298"/>
                  </a:cubicBezTo>
                  <a:cubicBezTo>
                    <a:pt x="943" y="113"/>
                    <a:pt x="755" y="1"/>
                    <a:pt x="5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5200" lIns="91425" spcFirstLastPara="1" rIns="91425" wrap="square" tIns="25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40" name="Google Shape;2240;p16"/>
            <p:cNvSpPr/>
            <p:nvPr/>
          </p:nvSpPr>
          <p:spPr>
            <a:xfrm>
              <a:off x="5634000" y="1806840"/>
              <a:ext cx="353159" cy="160203"/>
            </a:xfrm>
            <a:custGeom>
              <a:rect b="b" l="l" r="r" t="t"/>
              <a:pathLst>
                <a:path extrusionOk="0" h="3187" w="7020">
                  <a:moveTo>
                    <a:pt x="5583" y="1"/>
                  </a:moveTo>
                  <a:cubicBezTo>
                    <a:pt x="5392" y="1"/>
                    <a:pt x="5197" y="35"/>
                    <a:pt x="5000" y="86"/>
                  </a:cubicBezTo>
                  <a:cubicBezTo>
                    <a:pt x="4269" y="275"/>
                    <a:pt x="3542" y="491"/>
                    <a:pt x="2812" y="691"/>
                  </a:cubicBezTo>
                  <a:cubicBezTo>
                    <a:pt x="1948" y="926"/>
                    <a:pt x="470" y="1191"/>
                    <a:pt x="123" y="2178"/>
                  </a:cubicBezTo>
                  <a:cubicBezTo>
                    <a:pt x="1" y="2522"/>
                    <a:pt x="97" y="2896"/>
                    <a:pt x="429" y="3083"/>
                  </a:cubicBezTo>
                  <a:cubicBezTo>
                    <a:pt x="561" y="3157"/>
                    <a:pt x="691" y="3186"/>
                    <a:pt x="819" y="3186"/>
                  </a:cubicBezTo>
                  <a:cubicBezTo>
                    <a:pt x="983" y="3186"/>
                    <a:pt x="1143" y="3138"/>
                    <a:pt x="1300" y="3071"/>
                  </a:cubicBezTo>
                  <a:lnTo>
                    <a:pt x="1459" y="3007"/>
                  </a:lnTo>
                  <a:cubicBezTo>
                    <a:pt x="1487" y="3003"/>
                    <a:pt x="1519" y="3000"/>
                    <a:pt x="1548" y="2994"/>
                  </a:cubicBezTo>
                  <a:lnTo>
                    <a:pt x="1521" y="2790"/>
                  </a:lnTo>
                  <a:cubicBezTo>
                    <a:pt x="1356" y="2835"/>
                    <a:pt x="1181" y="2871"/>
                    <a:pt x="1008" y="2872"/>
                  </a:cubicBezTo>
                  <a:cubicBezTo>
                    <a:pt x="978" y="2876"/>
                    <a:pt x="949" y="2878"/>
                    <a:pt x="919" y="2878"/>
                  </a:cubicBezTo>
                  <a:cubicBezTo>
                    <a:pt x="809" y="2878"/>
                    <a:pt x="701" y="2851"/>
                    <a:pt x="595" y="2798"/>
                  </a:cubicBezTo>
                  <a:cubicBezTo>
                    <a:pt x="559" y="2589"/>
                    <a:pt x="524" y="2382"/>
                    <a:pt x="488" y="2172"/>
                  </a:cubicBezTo>
                  <a:cubicBezTo>
                    <a:pt x="572" y="1875"/>
                    <a:pt x="1048" y="1652"/>
                    <a:pt x="1306" y="1527"/>
                  </a:cubicBezTo>
                  <a:cubicBezTo>
                    <a:pt x="1903" y="1241"/>
                    <a:pt x="2564" y="1095"/>
                    <a:pt x="3199" y="915"/>
                  </a:cubicBezTo>
                  <a:cubicBezTo>
                    <a:pt x="3826" y="738"/>
                    <a:pt x="4452" y="541"/>
                    <a:pt x="5085" y="389"/>
                  </a:cubicBezTo>
                  <a:cubicBezTo>
                    <a:pt x="5252" y="349"/>
                    <a:pt x="5413" y="321"/>
                    <a:pt x="5570" y="321"/>
                  </a:cubicBezTo>
                  <a:cubicBezTo>
                    <a:pt x="5793" y="321"/>
                    <a:pt x="6007" y="378"/>
                    <a:pt x="6209" y="541"/>
                  </a:cubicBezTo>
                  <a:cubicBezTo>
                    <a:pt x="6622" y="873"/>
                    <a:pt x="6588" y="1447"/>
                    <a:pt x="6170" y="1746"/>
                  </a:cubicBezTo>
                  <a:lnTo>
                    <a:pt x="6076" y="1974"/>
                  </a:lnTo>
                  <a:lnTo>
                    <a:pt x="6342" y="1967"/>
                  </a:lnTo>
                  <a:cubicBezTo>
                    <a:pt x="7020" y="1567"/>
                    <a:pt x="6923" y="578"/>
                    <a:pt x="6272" y="185"/>
                  </a:cubicBezTo>
                  <a:cubicBezTo>
                    <a:pt x="6051" y="52"/>
                    <a:pt x="5820" y="1"/>
                    <a:pt x="55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80275" lIns="91425" spcFirstLastPara="1" rIns="91425" wrap="square" tIns="80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41" name="Google Shape;2241;p16"/>
            <p:cNvSpPr/>
            <p:nvPr/>
          </p:nvSpPr>
          <p:spPr>
            <a:xfrm>
              <a:off x="5710680" y="1892520"/>
              <a:ext cx="233643" cy="64440"/>
            </a:xfrm>
            <a:custGeom>
              <a:rect b="b" l="l" r="r" t="t"/>
              <a:pathLst>
                <a:path extrusionOk="0" h="1289" w="4648">
                  <a:moveTo>
                    <a:pt x="4558" y="0"/>
                  </a:moveTo>
                  <a:cubicBezTo>
                    <a:pt x="4556" y="0"/>
                    <a:pt x="4555" y="0"/>
                    <a:pt x="4553" y="0"/>
                  </a:cubicBezTo>
                  <a:cubicBezTo>
                    <a:pt x="3004" y="125"/>
                    <a:pt x="1463" y="576"/>
                    <a:pt x="1" y="1085"/>
                  </a:cubicBezTo>
                  <a:lnTo>
                    <a:pt x="28" y="1289"/>
                  </a:lnTo>
                  <a:cubicBezTo>
                    <a:pt x="742" y="1189"/>
                    <a:pt x="1442" y="927"/>
                    <a:pt x="2139" y="759"/>
                  </a:cubicBezTo>
                  <a:cubicBezTo>
                    <a:pt x="2938" y="566"/>
                    <a:pt x="3752" y="444"/>
                    <a:pt x="4554" y="268"/>
                  </a:cubicBezTo>
                  <a:lnTo>
                    <a:pt x="4648" y="40"/>
                  </a:lnTo>
                  <a:cubicBezTo>
                    <a:pt x="4627" y="14"/>
                    <a:pt x="4598" y="0"/>
                    <a:pt x="45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2400" lIns="91425" spcFirstLastPara="1" rIns="91425" wrap="square" tIns="3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42" name="Google Shape;2242;p16"/>
            <p:cNvSpPr/>
            <p:nvPr/>
          </p:nvSpPr>
          <p:spPr>
            <a:xfrm>
              <a:off x="5799240" y="2080440"/>
              <a:ext cx="49681" cy="47521"/>
            </a:xfrm>
            <a:custGeom>
              <a:rect b="b" l="l" r="r" t="t"/>
              <a:pathLst>
                <a:path extrusionOk="0" h="948" w="990">
                  <a:moveTo>
                    <a:pt x="454" y="169"/>
                  </a:moveTo>
                  <a:cubicBezTo>
                    <a:pt x="463" y="175"/>
                    <a:pt x="474" y="178"/>
                    <a:pt x="487" y="178"/>
                  </a:cubicBezTo>
                  <a:cubicBezTo>
                    <a:pt x="633" y="189"/>
                    <a:pt x="756" y="329"/>
                    <a:pt x="753" y="474"/>
                  </a:cubicBezTo>
                  <a:cubicBezTo>
                    <a:pt x="752" y="617"/>
                    <a:pt x="623" y="699"/>
                    <a:pt x="491" y="701"/>
                  </a:cubicBezTo>
                  <a:cubicBezTo>
                    <a:pt x="488" y="701"/>
                    <a:pt x="486" y="701"/>
                    <a:pt x="483" y="701"/>
                  </a:cubicBezTo>
                  <a:cubicBezTo>
                    <a:pt x="175" y="701"/>
                    <a:pt x="186" y="265"/>
                    <a:pt x="446" y="175"/>
                  </a:cubicBezTo>
                  <a:cubicBezTo>
                    <a:pt x="447" y="173"/>
                    <a:pt x="451" y="171"/>
                    <a:pt x="454" y="169"/>
                  </a:cubicBezTo>
                  <a:close/>
                  <a:moveTo>
                    <a:pt x="495" y="0"/>
                  </a:moveTo>
                  <a:cubicBezTo>
                    <a:pt x="493" y="0"/>
                    <a:pt x="491" y="0"/>
                    <a:pt x="488" y="0"/>
                  </a:cubicBezTo>
                  <a:cubicBezTo>
                    <a:pt x="465" y="0"/>
                    <a:pt x="448" y="8"/>
                    <a:pt x="434" y="19"/>
                  </a:cubicBezTo>
                  <a:cubicBezTo>
                    <a:pt x="429" y="16"/>
                    <a:pt x="422" y="15"/>
                    <a:pt x="414" y="15"/>
                  </a:cubicBezTo>
                  <a:cubicBezTo>
                    <a:pt x="410" y="15"/>
                    <a:pt x="406" y="16"/>
                    <a:pt x="402" y="16"/>
                  </a:cubicBezTo>
                  <a:cubicBezTo>
                    <a:pt x="158" y="54"/>
                    <a:pt x="1" y="299"/>
                    <a:pt x="16" y="538"/>
                  </a:cubicBezTo>
                  <a:cubicBezTo>
                    <a:pt x="33" y="785"/>
                    <a:pt x="253" y="948"/>
                    <a:pt x="490" y="948"/>
                  </a:cubicBezTo>
                  <a:cubicBezTo>
                    <a:pt x="500" y="948"/>
                    <a:pt x="509" y="948"/>
                    <a:pt x="519" y="947"/>
                  </a:cubicBezTo>
                  <a:cubicBezTo>
                    <a:pt x="772" y="933"/>
                    <a:pt x="990" y="736"/>
                    <a:pt x="976" y="474"/>
                  </a:cubicBezTo>
                  <a:cubicBezTo>
                    <a:pt x="962" y="221"/>
                    <a:pt x="749" y="0"/>
                    <a:pt x="4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3750" lIns="91425" spcFirstLastPara="1" rIns="91425" wrap="square" tIns="23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43" name="Google Shape;2243;p16"/>
            <p:cNvSpPr/>
            <p:nvPr/>
          </p:nvSpPr>
          <p:spPr>
            <a:xfrm>
              <a:off x="5740560" y="1973160"/>
              <a:ext cx="85320" cy="73801"/>
            </a:xfrm>
            <a:custGeom>
              <a:rect b="b" l="l" r="r" t="t"/>
              <a:pathLst>
                <a:path extrusionOk="0" h="1470" w="1703">
                  <a:moveTo>
                    <a:pt x="904" y="221"/>
                  </a:moveTo>
                  <a:cubicBezTo>
                    <a:pt x="973" y="221"/>
                    <a:pt x="1044" y="237"/>
                    <a:pt x="1118" y="275"/>
                  </a:cubicBezTo>
                  <a:cubicBezTo>
                    <a:pt x="1362" y="402"/>
                    <a:pt x="1433" y="754"/>
                    <a:pt x="1298" y="987"/>
                  </a:cubicBezTo>
                  <a:cubicBezTo>
                    <a:pt x="1205" y="1148"/>
                    <a:pt x="1023" y="1231"/>
                    <a:pt x="841" y="1231"/>
                  </a:cubicBezTo>
                  <a:cubicBezTo>
                    <a:pt x="734" y="1231"/>
                    <a:pt x="627" y="1202"/>
                    <a:pt x="537" y="1144"/>
                  </a:cubicBezTo>
                  <a:cubicBezTo>
                    <a:pt x="299" y="988"/>
                    <a:pt x="240" y="669"/>
                    <a:pt x="335" y="417"/>
                  </a:cubicBezTo>
                  <a:lnTo>
                    <a:pt x="335" y="417"/>
                  </a:lnTo>
                  <a:cubicBezTo>
                    <a:pt x="348" y="429"/>
                    <a:pt x="364" y="436"/>
                    <a:pt x="380" y="436"/>
                  </a:cubicBezTo>
                  <a:cubicBezTo>
                    <a:pt x="390" y="436"/>
                    <a:pt x="401" y="433"/>
                    <a:pt x="411" y="427"/>
                  </a:cubicBezTo>
                  <a:cubicBezTo>
                    <a:pt x="570" y="328"/>
                    <a:pt x="728" y="221"/>
                    <a:pt x="904" y="221"/>
                  </a:cubicBezTo>
                  <a:close/>
                  <a:moveTo>
                    <a:pt x="886" y="1"/>
                  </a:moveTo>
                  <a:cubicBezTo>
                    <a:pt x="673" y="1"/>
                    <a:pt x="459" y="76"/>
                    <a:pt x="360" y="247"/>
                  </a:cubicBezTo>
                  <a:cubicBezTo>
                    <a:pt x="344" y="230"/>
                    <a:pt x="320" y="219"/>
                    <a:pt x="296" y="219"/>
                  </a:cubicBezTo>
                  <a:cubicBezTo>
                    <a:pt x="272" y="219"/>
                    <a:pt x="246" y="230"/>
                    <a:pt x="228" y="258"/>
                  </a:cubicBezTo>
                  <a:cubicBezTo>
                    <a:pt x="0" y="604"/>
                    <a:pt x="64" y="1107"/>
                    <a:pt x="420" y="1344"/>
                  </a:cubicBezTo>
                  <a:cubicBezTo>
                    <a:pt x="545" y="1428"/>
                    <a:pt x="696" y="1469"/>
                    <a:pt x="847" y="1469"/>
                  </a:cubicBezTo>
                  <a:cubicBezTo>
                    <a:pt x="1102" y="1469"/>
                    <a:pt x="1357" y="1352"/>
                    <a:pt x="1495" y="1131"/>
                  </a:cubicBezTo>
                  <a:cubicBezTo>
                    <a:pt x="1702" y="803"/>
                    <a:pt x="1621" y="311"/>
                    <a:pt x="1281" y="101"/>
                  </a:cubicBezTo>
                  <a:cubicBezTo>
                    <a:pt x="1176" y="36"/>
                    <a:pt x="1031" y="1"/>
                    <a:pt x="8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7075" lIns="91425" spcFirstLastPara="1" rIns="91425" wrap="square" tIns="370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44" name="Google Shape;2244;p16"/>
            <p:cNvSpPr/>
            <p:nvPr/>
          </p:nvSpPr>
          <p:spPr>
            <a:xfrm>
              <a:off x="5699520" y="1958040"/>
              <a:ext cx="110880" cy="405710"/>
            </a:xfrm>
            <a:custGeom>
              <a:rect b="b" l="l" r="r" t="t"/>
              <a:pathLst>
                <a:path extrusionOk="0" h="8061" w="2207">
                  <a:moveTo>
                    <a:pt x="160" y="0"/>
                  </a:moveTo>
                  <a:lnTo>
                    <a:pt x="2" y="64"/>
                  </a:lnTo>
                  <a:cubicBezTo>
                    <a:pt x="0" y="654"/>
                    <a:pt x="234" y="1259"/>
                    <a:pt x="376" y="1823"/>
                  </a:cubicBezTo>
                  <a:cubicBezTo>
                    <a:pt x="552" y="2520"/>
                    <a:pt x="726" y="3217"/>
                    <a:pt x="902" y="3914"/>
                  </a:cubicBezTo>
                  <a:cubicBezTo>
                    <a:pt x="1240" y="5255"/>
                    <a:pt x="1476" y="6689"/>
                    <a:pt x="1950" y="7989"/>
                  </a:cubicBezTo>
                  <a:cubicBezTo>
                    <a:pt x="1964" y="8024"/>
                    <a:pt x="1984" y="8045"/>
                    <a:pt x="2008" y="8061"/>
                  </a:cubicBezTo>
                  <a:lnTo>
                    <a:pt x="2207" y="8028"/>
                  </a:lnTo>
                  <a:cubicBezTo>
                    <a:pt x="2205" y="8013"/>
                    <a:pt x="2203" y="7996"/>
                    <a:pt x="2198" y="7980"/>
                  </a:cubicBezTo>
                  <a:cubicBezTo>
                    <a:pt x="2203" y="7963"/>
                    <a:pt x="2204" y="7943"/>
                    <a:pt x="2200" y="7919"/>
                  </a:cubicBezTo>
                  <a:cubicBezTo>
                    <a:pt x="2001" y="6550"/>
                    <a:pt x="1534" y="5174"/>
                    <a:pt x="1198" y="3831"/>
                  </a:cubicBezTo>
                  <a:cubicBezTo>
                    <a:pt x="1032" y="3168"/>
                    <a:pt x="866" y="2503"/>
                    <a:pt x="699" y="1840"/>
                  </a:cubicBezTo>
                  <a:cubicBezTo>
                    <a:pt x="549" y="1242"/>
                    <a:pt x="464" y="547"/>
                    <a:pt x="16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2245" name="Google Shape;2245;p16"/>
          <p:cNvGrpSpPr/>
          <p:nvPr/>
        </p:nvGrpSpPr>
        <p:grpSpPr>
          <a:xfrm>
            <a:off x="8111520" y="686160"/>
            <a:ext cx="499680" cy="648360"/>
            <a:chOff x="8111520" y="686160"/>
            <a:chExt cx="499680" cy="648360"/>
          </a:xfrm>
        </p:grpSpPr>
        <p:sp>
          <p:nvSpPr>
            <p:cNvPr id="2246" name="Google Shape;2246;p16"/>
            <p:cNvSpPr/>
            <p:nvPr/>
          </p:nvSpPr>
          <p:spPr>
            <a:xfrm>
              <a:off x="8146440" y="733680"/>
              <a:ext cx="406797" cy="551511"/>
            </a:xfrm>
            <a:custGeom>
              <a:rect b="b" l="l" r="r" t="t"/>
              <a:pathLst>
                <a:path extrusionOk="0" h="10953" w="8085">
                  <a:moveTo>
                    <a:pt x="2625" y="237"/>
                  </a:moveTo>
                  <a:cubicBezTo>
                    <a:pt x="2859" y="237"/>
                    <a:pt x="3095" y="292"/>
                    <a:pt x="3323" y="418"/>
                  </a:cubicBezTo>
                  <a:cubicBezTo>
                    <a:pt x="4330" y="976"/>
                    <a:pt x="4477" y="2208"/>
                    <a:pt x="4741" y="3212"/>
                  </a:cubicBezTo>
                  <a:cubicBezTo>
                    <a:pt x="4881" y="3748"/>
                    <a:pt x="5075" y="4254"/>
                    <a:pt x="5422" y="4691"/>
                  </a:cubicBezTo>
                  <a:cubicBezTo>
                    <a:pt x="5774" y="5134"/>
                    <a:pt x="6223" y="5477"/>
                    <a:pt x="6657" y="5831"/>
                  </a:cubicBezTo>
                  <a:cubicBezTo>
                    <a:pt x="7038" y="6142"/>
                    <a:pt x="7388" y="6452"/>
                    <a:pt x="7605" y="6900"/>
                  </a:cubicBezTo>
                  <a:cubicBezTo>
                    <a:pt x="7785" y="7273"/>
                    <a:pt x="7864" y="7688"/>
                    <a:pt x="7851" y="8099"/>
                  </a:cubicBezTo>
                  <a:cubicBezTo>
                    <a:pt x="7829" y="8928"/>
                    <a:pt x="7423" y="9755"/>
                    <a:pt x="6746" y="10244"/>
                  </a:cubicBezTo>
                  <a:cubicBezTo>
                    <a:pt x="6318" y="10552"/>
                    <a:pt x="5775" y="10727"/>
                    <a:pt x="5238" y="10727"/>
                  </a:cubicBezTo>
                  <a:cubicBezTo>
                    <a:pt x="4846" y="10727"/>
                    <a:pt x="4458" y="10634"/>
                    <a:pt x="4118" y="10434"/>
                  </a:cubicBezTo>
                  <a:cubicBezTo>
                    <a:pt x="3754" y="10217"/>
                    <a:pt x="3423" y="9826"/>
                    <a:pt x="3427" y="9383"/>
                  </a:cubicBezTo>
                  <a:cubicBezTo>
                    <a:pt x="3428" y="8916"/>
                    <a:pt x="3604" y="8457"/>
                    <a:pt x="3640" y="7990"/>
                  </a:cubicBezTo>
                  <a:cubicBezTo>
                    <a:pt x="3662" y="7698"/>
                    <a:pt x="3644" y="7404"/>
                    <a:pt x="3591" y="7115"/>
                  </a:cubicBezTo>
                  <a:cubicBezTo>
                    <a:pt x="3587" y="7095"/>
                    <a:pt x="3579" y="7077"/>
                    <a:pt x="3569" y="7064"/>
                  </a:cubicBezTo>
                  <a:lnTo>
                    <a:pt x="3566" y="7063"/>
                  </a:lnTo>
                  <a:cubicBezTo>
                    <a:pt x="3168" y="6247"/>
                    <a:pt x="2367" y="5769"/>
                    <a:pt x="1656" y="5256"/>
                  </a:cubicBezTo>
                  <a:cubicBezTo>
                    <a:pt x="950" y="4744"/>
                    <a:pt x="284" y="4092"/>
                    <a:pt x="244" y="3166"/>
                  </a:cubicBezTo>
                  <a:cubicBezTo>
                    <a:pt x="207" y="2323"/>
                    <a:pt x="622" y="1468"/>
                    <a:pt x="1215" y="886"/>
                  </a:cubicBezTo>
                  <a:cubicBezTo>
                    <a:pt x="1600" y="509"/>
                    <a:pt x="2107" y="237"/>
                    <a:pt x="2625" y="237"/>
                  </a:cubicBezTo>
                  <a:close/>
                  <a:moveTo>
                    <a:pt x="2614" y="1"/>
                  </a:moveTo>
                  <a:cubicBezTo>
                    <a:pt x="2321" y="1"/>
                    <a:pt x="2031" y="78"/>
                    <a:pt x="1768" y="208"/>
                  </a:cubicBezTo>
                  <a:cubicBezTo>
                    <a:pt x="1732" y="224"/>
                    <a:pt x="1699" y="244"/>
                    <a:pt x="1664" y="262"/>
                  </a:cubicBezTo>
                  <a:cubicBezTo>
                    <a:pt x="1658" y="265"/>
                    <a:pt x="1654" y="268"/>
                    <a:pt x="1650" y="269"/>
                  </a:cubicBezTo>
                  <a:cubicBezTo>
                    <a:pt x="1456" y="380"/>
                    <a:pt x="1276" y="513"/>
                    <a:pt x="1109" y="666"/>
                  </a:cubicBezTo>
                  <a:cubicBezTo>
                    <a:pt x="1077" y="697"/>
                    <a:pt x="1045" y="727"/>
                    <a:pt x="1015" y="758"/>
                  </a:cubicBezTo>
                  <a:cubicBezTo>
                    <a:pt x="829" y="945"/>
                    <a:pt x="665" y="1155"/>
                    <a:pt x="526" y="1384"/>
                  </a:cubicBezTo>
                  <a:cubicBezTo>
                    <a:pt x="499" y="1424"/>
                    <a:pt x="475" y="1465"/>
                    <a:pt x="454" y="1508"/>
                  </a:cubicBezTo>
                  <a:cubicBezTo>
                    <a:pt x="348" y="1693"/>
                    <a:pt x="258" y="1890"/>
                    <a:pt x="192" y="2090"/>
                  </a:cubicBezTo>
                  <a:cubicBezTo>
                    <a:pt x="177" y="2128"/>
                    <a:pt x="165" y="2165"/>
                    <a:pt x="155" y="2201"/>
                  </a:cubicBezTo>
                  <a:cubicBezTo>
                    <a:pt x="138" y="2252"/>
                    <a:pt x="124" y="2303"/>
                    <a:pt x="109" y="2355"/>
                  </a:cubicBezTo>
                  <a:cubicBezTo>
                    <a:pt x="36" y="2639"/>
                    <a:pt x="0" y="2938"/>
                    <a:pt x="22" y="3231"/>
                  </a:cubicBezTo>
                  <a:cubicBezTo>
                    <a:pt x="23" y="3273"/>
                    <a:pt x="29" y="3316"/>
                    <a:pt x="34" y="3358"/>
                  </a:cubicBezTo>
                  <a:cubicBezTo>
                    <a:pt x="44" y="3446"/>
                    <a:pt x="61" y="3533"/>
                    <a:pt x="83" y="3616"/>
                  </a:cubicBezTo>
                  <a:cubicBezTo>
                    <a:pt x="155" y="3900"/>
                    <a:pt x="275" y="4162"/>
                    <a:pt x="437" y="4399"/>
                  </a:cubicBezTo>
                  <a:cubicBezTo>
                    <a:pt x="460" y="4434"/>
                    <a:pt x="484" y="4469"/>
                    <a:pt x="509" y="4503"/>
                  </a:cubicBezTo>
                  <a:cubicBezTo>
                    <a:pt x="590" y="4613"/>
                    <a:pt x="679" y="4717"/>
                    <a:pt x="777" y="4817"/>
                  </a:cubicBezTo>
                  <a:cubicBezTo>
                    <a:pt x="968" y="5014"/>
                    <a:pt x="1178" y="5185"/>
                    <a:pt x="1398" y="5347"/>
                  </a:cubicBezTo>
                  <a:cubicBezTo>
                    <a:pt x="1437" y="5378"/>
                    <a:pt x="1476" y="5405"/>
                    <a:pt x="1515" y="5433"/>
                  </a:cubicBezTo>
                  <a:cubicBezTo>
                    <a:pt x="1770" y="5617"/>
                    <a:pt x="2034" y="5794"/>
                    <a:pt x="2288" y="5984"/>
                  </a:cubicBezTo>
                  <a:cubicBezTo>
                    <a:pt x="2324" y="6013"/>
                    <a:pt x="2364" y="6042"/>
                    <a:pt x="2401" y="6071"/>
                  </a:cubicBezTo>
                  <a:cubicBezTo>
                    <a:pt x="2616" y="6237"/>
                    <a:pt x="2822" y="6418"/>
                    <a:pt x="3003" y="6626"/>
                  </a:cubicBezTo>
                  <a:cubicBezTo>
                    <a:pt x="3041" y="6672"/>
                    <a:pt x="3080" y="6717"/>
                    <a:pt x="3115" y="6764"/>
                  </a:cubicBezTo>
                  <a:cubicBezTo>
                    <a:pt x="3141" y="6799"/>
                    <a:pt x="3166" y="6835"/>
                    <a:pt x="3189" y="6870"/>
                  </a:cubicBezTo>
                  <a:cubicBezTo>
                    <a:pt x="3257" y="6969"/>
                    <a:pt x="3318" y="7073"/>
                    <a:pt x="3372" y="7182"/>
                  </a:cubicBezTo>
                  <a:cubicBezTo>
                    <a:pt x="3380" y="7229"/>
                    <a:pt x="3386" y="7275"/>
                    <a:pt x="3393" y="7321"/>
                  </a:cubicBezTo>
                  <a:cubicBezTo>
                    <a:pt x="3399" y="7362"/>
                    <a:pt x="3401" y="7404"/>
                    <a:pt x="3406" y="7447"/>
                  </a:cubicBezTo>
                  <a:cubicBezTo>
                    <a:pt x="3423" y="7666"/>
                    <a:pt x="3414" y="7880"/>
                    <a:pt x="3387" y="8096"/>
                  </a:cubicBezTo>
                  <a:cubicBezTo>
                    <a:pt x="3384" y="8131"/>
                    <a:pt x="3379" y="8167"/>
                    <a:pt x="3373" y="8204"/>
                  </a:cubicBezTo>
                  <a:cubicBezTo>
                    <a:pt x="3359" y="8320"/>
                    <a:pt x="3339" y="8436"/>
                    <a:pt x="3318" y="8551"/>
                  </a:cubicBezTo>
                  <a:lnTo>
                    <a:pt x="3297" y="8664"/>
                  </a:lnTo>
                  <a:cubicBezTo>
                    <a:pt x="3281" y="8751"/>
                    <a:pt x="3264" y="8840"/>
                    <a:pt x="3247" y="8928"/>
                  </a:cubicBezTo>
                  <a:cubicBezTo>
                    <a:pt x="3226" y="9041"/>
                    <a:pt x="3207" y="9156"/>
                    <a:pt x="3200" y="9272"/>
                  </a:cubicBezTo>
                  <a:cubicBezTo>
                    <a:pt x="3196" y="9316"/>
                    <a:pt x="3195" y="9360"/>
                    <a:pt x="3195" y="9404"/>
                  </a:cubicBezTo>
                  <a:cubicBezTo>
                    <a:pt x="3196" y="9452"/>
                    <a:pt x="3200" y="9503"/>
                    <a:pt x="3204" y="9551"/>
                  </a:cubicBezTo>
                  <a:cubicBezTo>
                    <a:pt x="3223" y="9692"/>
                    <a:pt x="3274" y="9828"/>
                    <a:pt x="3342" y="9954"/>
                  </a:cubicBezTo>
                  <a:cubicBezTo>
                    <a:pt x="3360" y="9989"/>
                    <a:pt x="3382" y="10025"/>
                    <a:pt x="3403" y="10059"/>
                  </a:cubicBezTo>
                  <a:cubicBezTo>
                    <a:pt x="3428" y="10098"/>
                    <a:pt x="3455" y="10138"/>
                    <a:pt x="3484" y="10175"/>
                  </a:cubicBezTo>
                  <a:cubicBezTo>
                    <a:pt x="3577" y="10299"/>
                    <a:pt x="3686" y="10409"/>
                    <a:pt x="3805" y="10499"/>
                  </a:cubicBezTo>
                  <a:cubicBezTo>
                    <a:pt x="3838" y="10528"/>
                    <a:pt x="3871" y="10550"/>
                    <a:pt x="3906" y="10573"/>
                  </a:cubicBezTo>
                  <a:cubicBezTo>
                    <a:pt x="4130" y="10726"/>
                    <a:pt x="4385" y="10828"/>
                    <a:pt x="4654" y="10889"/>
                  </a:cubicBezTo>
                  <a:cubicBezTo>
                    <a:pt x="4691" y="10897"/>
                    <a:pt x="4728" y="10906"/>
                    <a:pt x="4768" y="10912"/>
                  </a:cubicBezTo>
                  <a:cubicBezTo>
                    <a:pt x="4921" y="10939"/>
                    <a:pt x="5078" y="10953"/>
                    <a:pt x="5233" y="10953"/>
                  </a:cubicBezTo>
                  <a:cubicBezTo>
                    <a:pt x="5284" y="10953"/>
                    <a:pt x="5335" y="10951"/>
                    <a:pt x="5385" y="10948"/>
                  </a:cubicBezTo>
                  <a:cubicBezTo>
                    <a:pt x="5426" y="10947"/>
                    <a:pt x="5469" y="10944"/>
                    <a:pt x="5510" y="10940"/>
                  </a:cubicBezTo>
                  <a:cubicBezTo>
                    <a:pt x="5745" y="10919"/>
                    <a:pt x="5975" y="10869"/>
                    <a:pt x="6187" y="10793"/>
                  </a:cubicBezTo>
                  <a:cubicBezTo>
                    <a:pt x="6236" y="10776"/>
                    <a:pt x="6284" y="10757"/>
                    <a:pt x="6329" y="10736"/>
                  </a:cubicBezTo>
                  <a:cubicBezTo>
                    <a:pt x="6365" y="10722"/>
                    <a:pt x="6400" y="10706"/>
                    <a:pt x="6435" y="10689"/>
                  </a:cubicBezTo>
                  <a:cubicBezTo>
                    <a:pt x="6780" y="10526"/>
                    <a:pt x="7077" y="10294"/>
                    <a:pt x="7321" y="10013"/>
                  </a:cubicBezTo>
                  <a:cubicBezTo>
                    <a:pt x="7354" y="9976"/>
                    <a:pt x="7384" y="9940"/>
                    <a:pt x="7413" y="9903"/>
                  </a:cubicBezTo>
                  <a:cubicBezTo>
                    <a:pt x="7573" y="9700"/>
                    <a:pt x="7709" y="9479"/>
                    <a:pt x="7813" y="9241"/>
                  </a:cubicBezTo>
                  <a:cubicBezTo>
                    <a:pt x="7829" y="9205"/>
                    <a:pt x="7844" y="9170"/>
                    <a:pt x="7857" y="9133"/>
                  </a:cubicBezTo>
                  <a:cubicBezTo>
                    <a:pt x="7979" y="8830"/>
                    <a:pt x="8054" y="8508"/>
                    <a:pt x="8072" y="8182"/>
                  </a:cubicBezTo>
                  <a:cubicBezTo>
                    <a:pt x="8077" y="8136"/>
                    <a:pt x="8078" y="8092"/>
                    <a:pt x="8078" y="8046"/>
                  </a:cubicBezTo>
                  <a:cubicBezTo>
                    <a:pt x="8085" y="7835"/>
                    <a:pt x="8065" y="7621"/>
                    <a:pt x="8021" y="7411"/>
                  </a:cubicBezTo>
                  <a:cubicBezTo>
                    <a:pt x="8014" y="7373"/>
                    <a:pt x="8006" y="7333"/>
                    <a:pt x="7994" y="7297"/>
                  </a:cubicBezTo>
                  <a:cubicBezTo>
                    <a:pt x="7923" y="7022"/>
                    <a:pt x="7813" y="6757"/>
                    <a:pt x="7649" y="6512"/>
                  </a:cubicBezTo>
                  <a:cubicBezTo>
                    <a:pt x="7630" y="6479"/>
                    <a:pt x="7607" y="6446"/>
                    <a:pt x="7583" y="6415"/>
                  </a:cubicBezTo>
                  <a:cubicBezTo>
                    <a:pt x="7578" y="6405"/>
                    <a:pt x="7573" y="6401"/>
                    <a:pt x="7568" y="6391"/>
                  </a:cubicBezTo>
                  <a:cubicBezTo>
                    <a:pt x="7446" y="6225"/>
                    <a:pt x="7301" y="6079"/>
                    <a:pt x="7150" y="5942"/>
                  </a:cubicBezTo>
                  <a:cubicBezTo>
                    <a:pt x="7116" y="5909"/>
                    <a:pt x="7082" y="5879"/>
                    <a:pt x="7045" y="5851"/>
                  </a:cubicBezTo>
                  <a:cubicBezTo>
                    <a:pt x="6837" y="5671"/>
                    <a:pt x="6611" y="5503"/>
                    <a:pt x="6399" y="5325"/>
                  </a:cubicBezTo>
                  <a:lnTo>
                    <a:pt x="6345" y="5283"/>
                  </a:lnTo>
                  <a:cubicBezTo>
                    <a:pt x="6333" y="5270"/>
                    <a:pt x="6319" y="5262"/>
                    <a:pt x="6307" y="5249"/>
                  </a:cubicBezTo>
                  <a:cubicBezTo>
                    <a:pt x="6067" y="5045"/>
                    <a:pt x="5837" y="4831"/>
                    <a:pt x="5639" y="4590"/>
                  </a:cubicBezTo>
                  <a:cubicBezTo>
                    <a:pt x="5614" y="4562"/>
                    <a:pt x="5591" y="4532"/>
                    <a:pt x="5568" y="4499"/>
                  </a:cubicBezTo>
                  <a:cubicBezTo>
                    <a:pt x="5429" y="4321"/>
                    <a:pt x="5309" y="4127"/>
                    <a:pt x="5215" y="3914"/>
                  </a:cubicBezTo>
                  <a:cubicBezTo>
                    <a:pt x="5194" y="3864"/>
                    <a:pt x="5173" y="3812"/>
                    <a:pt x="5153" y="3762"/>
                  </a:cubicBezTo>
                  <a:cubicBezTo>
                    <a:pt x="5139" y="3727"/>
                    <a:pt x="5125" y="3690"/>
                    <a:pt x="5112" y="3653"/>
                  </a:cubicBezTo>
                  <a:cubicBezTo>
                    <a:pt x="5024" y="3404"/>
                    <a:pt x="4956" y="3146"/>
                    <a:pt x="4892" y="2888"/>
                  </a:cubicBezTo>
                  <a:cubicBezTo>
                    <a:pt x="4881" y="2834"/>
                    <a:pt x="4868" y="2780"/>
                    <a:pt x="4855" y="2728"/>
                  </a:cubicBezTo>
                  <a:cubicBezTo>
                    <a:pt x="4807" y="2525"/>
                    <a:pt x="4760" y="2320"/>
                    <a:pt x="4705" y="2118"/>
                  </a:cubicBezTo>
                  <a:cubicBezTo>
                    <a:pt x="4692" y="2073"/>
                    <a:pt x="4680" y="2025"/>
                    <a:pt x="4666" y="1980"/>
                  </a:cubicBezTo>
                  <a:cubicBezTo>
                    <a:pt x="4606" y="1770"/>
                    <a:pt x="4535" y="1566"/>
                    <a:pt x="4446" y="1372"/>
                  </a:cubicBezTo>
                  <a:cubicBezTo>
                    <a:pt x="4425" y="1321"/>
                    <a:pt x="4401" y="1271"/>
                    <a:pt x="4374" y="1221"/>
                  </a:cubicBezTo>
                  <a:cubicBezTo>
                    <a:pt x="4283" y="1041"/>
                    <a:pt x="4172" y="871"/>
                    <a:pt x="4035" y="713"/>
                  </a:cubicBezTo>
                  <a:cubicBezTo>
                    <a:pt x="4025" y="699"/>
                    <a:pt x="4012" y="684"/>
                    <a:pt x="3999" y="670"/>
                  </a:cubicBezTo>
                  <a:cubicBezTo>
                    <a:pt x="3984" y="652"/>
                    <a:pt x="3968" y="635"/>
                    <a:pt x="3953" y="619"/>
                  </a:cubicBezTo>
                  <a:cubicBezTo>
                    <a:pt x="3720" y="374"/>
                    <a:pt x="3430" y="180"/>
                    <a:pt x="3110" y="78"/>
                  </a:cubicBezTo>
                  <a:cubicBezTo>
                    <a:pt x="3071" y="66"/>
                    <a:pt x="3033" y="55"/>
                    <a:pt x="2993" y="47"/>
                  </a:cubicBezTo>
                  <a:cubicBezTo>
                    <a:pt x="2937" y="32"/>
                    <a:pt x="2880" y="21"/>
                    <a:pt x="2820" y="14"/>
                  </a:cubicBezTo>
                  <a:cubicBezTo>
                    <a:pt x="2751" y="5"/>
                    <a:pt x="2682" y="1"/>
                    <a:pt x="2614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47" name="Google Shape;2247;p16"/>
            <p:cNvSpPr/>
            <p:nvPr/>
          </p:nvSpPr>
          <p:spPr>
            <a:xfrm>
              <a:off x="8211600" y="1032120"/>
              <a:ext cx="63000" cy="28080"/>
            </a:xfrm>
            <a:custGeom>
              <a:rect b="b" l="l" r="r" t="t"/>
              <a:pathLst>
                <a:path extrusionOk="0" h="564" w="1260">
                  <a:moveTo>
                    <a:pt x="1191" y="0"/>
                  </a:moveTo>
                  <a:cubicBezTo>
                    <a:pt x="1185" y="0"/>
                    <a:pt x="1178" y="2"/>
                    <a:pt x="1170" y="5"/>
                  </a:cubicBezTo>
                  <a:cubicBezTo>
                    <a:pt x="1050" y="56"/>
                    <a:pt x="917" y="74"/>
                    <a:pt x="793" y="124"/>
                  </a:cubicBezTo>
                  <a:cubicBezTo>
                    <a:pt x="693" y="163"/>
                    <a:pt x="606" y="224"/>
                    <a:pt x="500" y="254"/>
                  </a:cubicBezTo>
                  <a:cubicBezTo>
                    <a:pt x="449" y="268"/>
                    <a:pt x="394" y="282"/>
                    <a:pt x="338" y="287"/>
                  </a:cubicBezTo>
                  <a:cubicBezTo>
                    <a:pt x="295" y="288"/>
                    <a:pt x="248" y="289"/>
                    <a:pt x="205" y="302"/>
                  </a:cubicBezTo>
                  <a:cubicBezTo>
                    <a:pt x="109" y="328"/>
                    <a:pt x="47" y="399"/>
                    <a:pt x="14" y="494"/>
                  </a:cubicBezTo>
                  <a:cubicBezTo>
                    <a:pt x="0" y="536"/>
                    <a:pt x="35" y="564"/>
                    <a:pt x="70" y="564"/>
                  </a:cubicBezTo>
                  <a:cubicBezTo>
                    <a:pt x="93" y="564"/>
                    <a:pt x="116" y="552"/>
                    <a:pt x="126" y="523"/>
                  </a:cubicBezTo>
                  <a:cubicBezTo>
                    <a:pt x="154" y="438"/>
                    <a:pt x="219" y="406"/>
                    <a:pt x="307" y="401"/>
                  </a:cubicBezTo>
                  <a:cubicBezTo>
                    <a:pt x="404" y="396"/>
                    <a:pt x="500" y="377"/>
                    <a:pt x="591" y="346"/>
                  </a:cubicBezTo>
                  <a:cubicBezTo>
                    <a:pt x="684" y="312"/>
                    <a:pt x="768" y="253"/>
                    <a:pt x="861" y="220"/>
                  </a:cubicBezTo>
                  <a:cubicBezTo>
                    <a:pt x="973" y="182"/>
                    <a:pt x="1090" y="162"/>
                    <a:pt x="1200" y="115"/>
                  </a:cubicBezTo>
                  <a:cubicBezTo>
                    <a:pt x="1259" y="91"/>
                    <a:pt x="1242" y="0"/>
                    <a:pt x="1191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4025" lIns="91425" spcFirstLastPara="1" rIns="91425" wrap="square" tIns="14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48" name="Google Shape;2248;p16"/>
            <p:cNvSpPr/>
            <p:nvPr/>
          </p:nvSpPr>
          <p:spPr>
            <a:xfrm>
              <a:off x="8254800" y="1073880"/>
              <a:ext cx="61560" cy="21600"/>
            </a:xfrm>
            <a:custGeom>
              <a:rect b="b" l="l" r="r" t="t"/>
              <a:pathLst>
                <a:path extrusionOk="0" h="433" w="1232">
                  <a:moveTo>
                    <a:pt x="1029" y="1"/>
                  </a:moveTo>
                  <a:cubicBezTo>
                    <a:pt x="909" y="1"/>
                    <a:pt x="780" y="67"/>
                    <a:pt x="675" y="109"/>
                  </a:cubicBezTo>
                  <a:cubicBezTo>
                    <a:pt x="475" y="190"/>
                    <a:pt x="275" y="263"/>
                    <a:pt x="66" y="319"/>
                  </a:cubicBezTo>
                  <a:cubicBezTo>
                    <a:pt x="0" y="337"/>
                    <a:pt x="22" y="433"/>
                    <a:pt x="81" y="433"/>
                  </a:cubicBezTo>
                  <a:cubicBezTo>
                    <a:pt x="86" y="433"/>
                    <a:pt x="91" y="432"/>
                    <a:pt x="97" y="430"/>
                  </a:cubicBezTo>
                  <a:cubicBezTo>
                    <a:pt x="278" y="382"/>
                    <a:pt x="455" y="319"/>
                    <a:pt x="631" y="249"/>
                  </a:cubicBezTo>
                  <a:cubicBezTo>
                    <a:pt x="717" y="215"/>
                    <a:pt x="802" y="177"/>
                    <a:pt x="890" y="148"/>
                  </a:cubicBezTo>
                  <a:cubicBezTo>
                    <a:pt x="931" y="135"/>
                    <a:pt x="985" y="113"/>
                    <a:pt x="1034" y="113"/>
                  </a:cubicBezTo>
                  <a:cubicBezTo>
                    <a:pt x="1059" y="113"/>
                    <a:pt x="1083" y="119"/>
                    <a:pt x="1103" y="134"/>
                  </a:cubicBezTo>
                  <a:cubicBezTo>
                    <a:pt x="1115" y="143"/>
                    <a:pt x="1128" y="147"/>
                    <a:pt x="1140" y="147"/>
                  </a:cubicBezTo>
                  <a:cubicBezTo>
                    <a:pt x="1189" y="147"/>
                    <a:pt x="1231" y="88"/>
                    <a:pt x="1185" y="52"/>
                  </a:cubicBezTo>
                  <a:cubicBezTo>
                    <a:pt x="1137" y="15"/>
                    <a:pt x="1084" y="1"/>
                    <a:pt x="1029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800" lIns="91425" spcFirstLastPara="1" rIns="91425" wrap="square" tIns="10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49" name="Google Shape;2249;p16"/>
            <p:cNvSpPr/>
            <p:nvPr/>
          </p:nvSpPr>
          <p:spPr>
            <a:xfrm>
              <a:off x="8272800" y="1098000"/>
              <a:ext cx="52919" cy="21240"/>
            </a:xfrm>
            <a:custGeom>
              <a:rect b="b" l="l" r="r" t="t"/>
              <a:pathLst>
                <a:path extrusionOk="0" h="431" w="1057">
                  <a:moveTo>
                    <a:pt x="979" y="1"/>
                  </a:moveTo>
                  <a:cubicBezTo>
                    <a:pt x="961" y="1"/>
                    <a:pt x="944" y="10"/>
                    <a:pt x="933" y="30"/>
                  </a:cubicBezTo>
                  <a:cubicBezTo>
                    <a:pt x="898" y="97"/>
                    <a:pt x="827" y="120"/>
                    <a:pt x="757" y="140"/>
                  </a:cubicBezTo>
                  <a:cubicBezTo>
                    <a:pt x="689" y="159"/>
                    <a:pt x="620" y="176"/>
                    <a:pt x="552" y="203"/>
                  </a:cubicBezTo>
                  <a:cubicBezTo>
                    <a:pt x="460" y="240"/>
                    <a:pt x="334" y="316"/>
                    <a:pt x="223" y="316"/>
                  </a:cubicBezTo>
                  <a:cubicBezTo>
                    <a:pt x="181" y="316"/>
                    <a:pt x="142" y="305"/>
                    <a:pt x="107" y="278"/>
                  </a:cubicBezTo>
                  <a:cubicBezTo>
                    <a:pt x="96" y="270"/>
                    <a:pt x="86" y="267"/>
                    <a:pt x="76" y="267"/>
                  </a:cubicBezTo>
                  <a:cubicBezTo>
                    <a:pt x="32" y="267"/>
                    <a:pt x="1" y="340"/>
                    <a:pt x="49" y="378"/>
                  </a:cubicBezTo>
                  <a:cubicBezTo>
                    <a:pt x="99" y="416"/>
                    <a:pt x="154" y="431"/>
                    <a:pt x="211" y="431"/>
                  </a:cubicBezTo>
                  <a:cubicBezTo>
                    <a:pt x="338" y="431"/>
                    <a:pt x="474" y="359"/>
                    <a:pt x="584" y="314"/>
                  </a:cubicBezTo>
                  <a:cubicBezTo>
                    <a:pt x="735" y="251"/>
                    <a:pt x="951" y="247"/>
                    <a:pt x="1034" y="87"/>
                  </a:cubicBezTo>
                  <a:cubicBezTo>
                    <a:pt x="1057" y="42"/>
                    <a:pt x="1017" y="1"/>
                    <a:pt x="979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800" lIns="91425" spcFirstLastPara="1" rIns="91425" wrap="square" tIns="10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50" name="Google Shape;2250;p16"/>
            <p:cNvSpPr/>
            <p:nvPr/>
          </p:nvSpPr>
          <p:spPr>
            <a:xfrm>
              <a:off x="8264160" y="1136160"/>
              <a:ext cx="55439" cy="10440"/>
            </a:xfrm>
            <a:custGeom>
              <a:rect b="b" l="l" r="r" t="t"/>
              <a:pathLst>
                <a:path extrusionOk="0" h="213" w="1110">
                  <a:moveTo>
                    <a:pt x="359" y="0"/>
                  </a:moveTo>
                  <a:cubicBezTo>
                    <a:pt x="258" y="0"/>
                    <a:pt x="157" y="13"/>
                    <a:pt x="63" y="49"/>
                  </a:cubicBezTo>
                  <a:cubicBezTo>
                    <a:pt x="1" y="73"/>
                    <a:pt x="18" y="165"/>
                    <a:pt x="72" y="165"/>
                  </a:cubicBezTo>
                  <a:cubicBezTo>
                    <a:pt x="78" y="165"/>
                    <a:pt x="85" y="164"/>
                    <a:pt x="93" y="161"/>
                  </a:cubicBezTo>
                  <a:cubicBezTo>
                    <a:pt x="178" y="128"/>
                    <a:pt x="268" y="117"/>
                    <a:pt x="358" y="117"/>
                  </a:cubicBezTo>
                  <a:cubicBezTo>
                    <a:pt x="424" y="117"/>
                    <a:pt x="489" y="123"/>
                    <a:pt x="553" y="131"/>
                  </a:cubicBezTo>
                  <a:cubicBezTo>
                    <a:pt x="706" y="148"/>
                    <a:pt x="857" y="184"/>
                    <a:pt x="1008" y="212"/>
                  </a:cubicBezTo>
                  <a:cubicBezTo>
                    <a:pt x="1012" y="213"/>
                    <a:pt x="1015" y="213"/>
                    <a:pt x="1019" y="213"/>
                  </a:cubicBezTo>
                  <a:cubicBezTo>
                    <a:pt x="1086" y="213"/>
                    <a:pt x="1110" y="112"/>
                    <a:pt x="1041" y="99"/>
                  </a:cubicBezTo>
                  <a:cubicBezTo>
                    <a:pt x="879" y="70"/>
                    <a:pt x="718" y="33"/>
                    <a:pt x="555" y="14"/>
                  </a:cubicBezTo>
                  <a:cubicBezTo>
                    <a:pt x="490" y="6"/>
                    <a:pt x="424" y="0"/>
                    <a:pt x="359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00" lIns="91425" spcFirstLastPara="1" rIns="91425" wrap="square" tIns="5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51" name="Google Shape;2251;p16"/>
            <p:cNvSpPr/>
            <p:nvPr/>
          </p:nvSpPr>
          <p:spPr>
            <a:xfrm>
              <a:off x="8249400" y="1162800"/>
              <a:ext cx="70198" cy="19080"/>
            </a:xfrm>
            <a:custGeom>
              <a:rect b="b" l="l" r="r" t="t"/>
              <a:pathLst>
                <a:path extrusionOk="0" h="387" w="1399">
                  <a:moveTo>
                    <a:pt x="883" y="0"/>
                  </a:moveTo>
                  <a:cubicBezTo>
                    <a:pt x="577" y="0"/>
                    <a:pt x="276" y="71"/>
                    <a:pt x="43" y="289"/>
                  </a:cubicBezTo>
                  <a:cubicBezTo>
                    <a:pt x="0" y="328"/>
                    <a:pt x="40" y="386"/>
                    <a:pt x="85" y="386"/>
                  </a:cubicBezTo>
                  <a:cubicBezTo>
                    <a:pt x="98" y="386"/>
                    <a:pt x="112" y="381"/>
                    <a:pt x="124" y="370"/>
                  </a:cubicBezTo>
                  <a:cubicBezTo>
                    <a:pt x="332" y="176"/>
                    <a:pt x="604" y="113"/>
                    <a:pt x="879" y="113"/>
                  </a:cubicBezTo>
                  <a:cubicBezTo>
                    <a:pt x="1020" y="113"/>
                    <a:pt x="1163" y="130"/>
                    <a:pt x="1299" y="154"/>
                  </a:cubicBezTo>
                  <a:cubicBezTo>
                    <a:pt x="1303" y="155"/>
                    <a:pt x="1306" y="155"/>
                    <a:pt x="1310" y="155"/>
                  </a:cubicBezTo>
                  <a:cubicBezTo>
                    <a:pt x="1373" y="155"/>
                    <a:pt x="1398" y="54"/>
                    <a:pt x="1329" y="42"/>
                  </a:cubicBezTo>
                  <a:cubicBezTo>
                    <a:pt x="1184" y="17"/>
                    <a:pt x="1033" y="0"/>
                    <a:pt x="883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52" name="Google Shape;2252;p16"/>
            <p:cNvSpPr/>
            <p:nvPr/>
          </p:nvSpPr>
          <p:spPr>
            <a:xfrm>
              <a:off x="8256960" y="1198080"/>
              <a:ext cx="61201" cy="27359"/>
            </a:xfrm>
            <a:custGeom>
              <a:rect b="b" l="l" r="r" t="t"/>
              <a:pathLst>
                <a:path extrusionOk="0" h="549" w="1222">
                  <a:moveTo>
                    <a:pt x="1142" y="1"/>
                  </a:moveTo>
                  <a:cubicBezTo>
                    <a:pt x="1137" y="1"/>
                    <a:pt x="1132" y="1"/>
                    <a:pt x="1126" y="3"/>
                  </a:cubicBezTo>
                  <a:cubicBezTo>
                    <a:pt x="998" y="36"/>
                    <a:pt x="895" y="126"/>
                    <a:pt x="782" y="190"/>
                  </a:cubicBezTo>
                  <a:cubicBezTo>
                    <a:pt x="732" y="220"/>
                    <a:pt x="680" y="248"/>
                    <a:pt x="620" y="252"/>
                  </a:cubicBezTo>
                  <a:cubicBezTo>
                    <a:pt x="598" y="254"/>
                    <a:pt x="576" y="254"/>
                    <a:pt x="553" y="254"/>
                  </a:cubicBezTo>
                  <a:cubicBezTo>
                    <a:pt x="531" y="254"/>
                    <a:pt x="508" y="254"/>
                    <a:pt x="485" y="254"/>
                  </a:cubicBezTo>
                  <a:cubicBezTo>
                    <a:pt x="303" y="254"/>
                    <a:pt x="73" y="267"/>
                    <a:pt x="12" y="478"/>
                  </a:cubicBezTo>
                  <a:cubicBezTo>
                    <a:pt x="0" y="520"/>
                    <a:pt x="35" y="549"/>
                    <a:pt x="70" y="549"/>
                  </a:cubicBezTo>
                  <a:cubicBezTo>
                    <a:pt x="93" y="549"/>
                    <a:pt x="116" y="536"/>
                    <a:pt x="124" y="508"/>
                  </a:cubicBezTo>
                  <a:cubicBezTo>
                    <a:pt x="158" y="383"/>
                    <a:pt x="300" y="366"/>
                    <a:pt x="427" y="366"/>
                  </a:cubicBezTo>
                  <a:cubicBezTo>
                    <a:pt x="473" y="366"/>
                    <a:pt x="517" y="369"/>
                    <a:pt x="553" y="369"/>
                  </a:cubicBezTo>
                  <a:cubicBezTo>
                    <a:pt x="593" y="369"/>
                    <a:pt x="634" y="369"/>
                    <a:pt x="672" y="362"/>
                  </a:cubicBezTo>
                  <a:cubicBezTo>
                    <a:pt x="728" y="352"/>
                    <a:pt x="783" y="322"/>
                    <a:pt x="830" y="295"/>
                  </a:cubicBezTo>
                  <a:cubicBezTo>
                    <a:pt x="936" y="234"/>
                    <a:pt x="1035" y="145"/>
                    <a:pt x="1154" y="114"/>
                  </a:cubicBezTo>
                  <a:cubicBezTo>
                    <a:pt x="1222" y="95"/>
                    <a:pt x="1201" y="1"/>
                    <a:pt x="1142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3675" lIns="91425" spcFirstLastPara="1" rIns="91425" wrap="square" tIns="13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53" name="Google Shape;2253;p16"/>
            <p:cNvSpPr/>
            <p:nvPr/>
          </p:nvSpPr>
          <p:spPr>
            <a:xfrm>
              <a:off x="8267040" y="1230120"/>
              <a:ext cx="56160" cy="30600"/>
            </a:xfrm>
            <a:custGeom>
              <a:rect b="b" l="l" r="r" t="t"/>
              <a:pathLst>
                <a:path extrusionOk="0" h="614" w="1120">
                  <a:moveTo>
                    <a:pt x="1041" y="1"/>
                  </a:moveTo>
                  <a:cubicBezTo>
                    <a:pt x="1023" y="1"/>
                    <a:pt x="1006" y="9"/>
                    <a:pt x="995" y="29"/>
                  </a:cubicBezTo>
                  <a:cubicBezTo>
                    <a:pt x="956" y="95"/>
                    <a:pt x="898" y="147"/>
                    <a:pt x="841" y="195"/>
                  </a:cubicBezTo>
                  <a:cubicBezTo>
                    <a:pt x="762" y="263"/>
                    <a:pt x="676" y="321"/>
                    <a:pt x="585" y="372"/>
                  </a:cubicBezTo>
                  <a:cubicBezTo>
                    <a:pt x="500" y="421"/>
                    <a:pt x="409" y="462"/>
                    <a:pt x="314" y="484"/>
                  </a:cubicBezTo>
                  <a:cubicBezTo>
                    <a:pt x="286" y="491"/>
                    <a:pt x="252" y="497"/>
                    <a:pt x="220" y="497"/>
                  </a:cubicBezTo>
                  <a:cubicBezTo>
                    <a:pt x="185" y="497"/>
                    <a:pt x="151" y="490"/>
                    <a:pt x="127" y="472"/>
                  </a:cubicBezTo>
                  <a:cubicBezTo>
                    <a:pt x="116" y="462"/>
                    <a:pt x="103" y="458"/>
                    <a:pt x="90" y="458"/>
                  </a:cubicBezTo>
                  <a:cubicBezTo>
                    <a:pt x="43" y="458"/>
                    <a:pt x="0" y="517"/>
                    <a:pt x="46" y="554"/>
                  </a:cubicBezTo>
                  <a:cubicBezTo>
                    <a:pt x="99" y="597"/>
                    <a:pt x="162" y="613"/>
                    <a:pt x="227" y="613"/>
                  </a:cubicBezTo>
                  <a:cubicBezTo>
                    <a:pt x="361" y="613"/>
                    <a:pt x="508" y="544"/>
                    <a:pt x="613" y="489"/>
                  </a:cubicBezTo>
                  <a:cubicBezTo>
                    <a:pt x="717" y="433"/>
                    <a:pt x="817" y="365"/>
                    <a:pt x="907" y="292"/>
                  </a:cubicBezTo>
                  <a:cubicBezTo>
                    <a:pt x="978" y="232"/>
                    <a:pt x="1048" y="167"/>
                    <a:pt x="1094" y="88"/>
                  </a:cubicBezTo>
                  <a:cubicBezTo>
                    <a:pt x="1119" y="43"/>
                    <a:pt x="1080" y="1"/>
                    <a:pt x="1041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5475" lIns="91425" spcFirstLastPara="1" rIns="91425" wrap="square" tIns="15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54" name="Google Shape;2254;p16"/>
            <p:cNvSpPr/>
            <p:nvPr/>
          </p:nvSpPr>
          <p:spPr>
            <a:xfrm>
              <a:off x="8302320" y="1258560"/>
              <a:ext cx="46441" cy="35639"/>
            </a:xfrm>
            <a:custGeom>
              <a:rect b="b" l="l" r="r" t="t"/>
              <a:pathLst>
                <a:path extrusionOk="0" h="713" w="931">
                  <a:moveTo>
                    <a:pt x="869" y="1"/>
                  </a:moveTo>
                  <a:cubicBezTo>
                    <a:pt x="859" y="1"/>
                    <a:pt x="848" y="3"/>
                    <a:pt x="839" y="7"/>
                  </a:cubicBezTo>
                  <a:cubicBezTo>
                    <a:pt x="742" y="50"/>
                    <a:pt x="657" y="112"/>
                    <a:pt x="572" y="169"/>
                  </a:cubicBezTo>
                  <a:cubicBezTo>
                    <a:pt x="532" y="196"/>
                    <a:pt x="491" y="228"/>
                    <a:pt x="446" y="248"/>
                  </a:cubicBezTo>
                  <a:cubicBezTo>
                    <a:pt x="413" y="264"/>
                    <a:pt x="378" y="274"/>
                    <a:pt x="343" y="288"/>
                  </a:cubicBezTo>
                  <a:cubicBezTo>
                    <a:pt x="265" y="319"/>
                    <a:pt x="187" y="359"/>
                    <a:pt x="124" y="418"/>
                  </a:cubicBezTo>
                  <a:cubicBezTo>
                    <a:pt x="96" y="447"/>
                    <a:pt x="69" y="481"/>
                    <a:pt x="58" y="518"/>
                  </a:cubicBezTo>
                  <a:cubicBezTo>
                    <a:pt x="45" y="553"/>
                    <a:pt x="48" y="597"/>
                    <a:pt x="29" y="628"/>
                  </a:cubicBezTo>
                  <a:cubicBezTo>
                    <a:pt x="1" y="671"/>
                    <a:pt x="41" y="713"/>
                    <a:pt x="82" y="713"/>
                  </a:cubicBezTo>
                  <a:cubicBezTo>
                    <a:pt x="99" y="713"/>
                    <a:pt x="117" y="705"/>
                    <a:pt x="129" y="686"/>
                  </a:cubicBezTo>
                  <a:cubicBezTo>
                    <a:pt x="150" y="652"/>
                    <a:pt x="153" y="615"/>
                    <a:pt x="160" y="579"/>
                  </a:cubicBezTo>
                  <a:cubicBezTo>
                    <a:pt x="167" y="540"/>
                    <a:pt x="187" y="518"/>
                    <a:pt x="214" y="492"/>
                  </a:cubicBezTo>
                  <a:cubicBezTo>
                    <a:pt x="267" y="441"/>
                    <a:pt x="341" y="410"/>
                    <a:pt x="409" y="383"/>
                  </a:cubicBezTo>
                  <a:cubicBezTo>
                    <a:pt x="445" y="370"/>
                    <a:pt x="480" y="360"/>
                    <a:pt x="513" y="342"/>
                  </a:cubicBezTo>
                  <a:cubicBezTo>
                    <a:pt x="557" y="318"/>
                    <a:pt x="599" y="287"/>
                    <a:pt x="640" y="261"/>
                  </a:cubicBezTo>
                  <a:cubicBezTo>
                    <a:pt x="721" y="206"/>
                    <a:pt x="803" y="148"/>
                    <a:pt x="895" y="107"/>
                  </a:cubicBezTo>
                  <a:cubicBezTo>
                    <a:pt x="924" y="94"/>
                    <a:pt x="931" y="53"/>
                    <a:pt x="916" y="27"/>
                  </a:cubicBezTo>
                  <a:cubicBezTo>
                    <a:pt x="905" y="9"/>
                    <a:pt x="888" y="1"/>
                    <a:pt x="869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55" name="Google Shape;2255;p16"/>
            <p:cNvSpPr/>
            <p:nvPr/>
          </p:nvSpPr>
          <p:spPr>
            <a:xfrm>
              <a:off x="8356320" y="1279080"/>
              <a:ext cx="30239" cy="50400"/>
            </a:xfrm>
            <a:custGeom>
              <a:rect b="b" l="l" r="r" t="t"/>
              <a:pathLst>
                <a:path extrusionOk="0" h="1008" w="606">
                  <a:moveTo>
                    <a:pt x="549" y="0"/>
                  </a:moveTo>
                  <a:cubicBezTo>
                    <a:pt x="521" y="0"/>
                    <a:pt x="492" y="19"/>
                    <a:pt x="489" y="55"/>
                  </a:cubicBezTo>
                  <a:cubicBezTo>
                    <a:pt x="488" y="77"/>
                    <a:pt x="480" y="111"/>
                    <a:pt x="473" y="143"/>
                  </a:cubicBezTo>
                  <a:cubicBezTo>
                    <a:pt x="465" y="186"/>
                    <a:pt x="452" y="228"/>
                    <a:pt x="439" y="268"/>
                  </a:cubicBezTo>
                  <a:cubicBezTo>
                    <a:pt x="411" y="364"/>
                    <a:pt x="378" y="458"/>
                    <a:pt x="339" y="548"/>
                  </a:cubicBezTo>
                  <a:cubicBezTo>
                    <a:pt x="302" y="635"/>
                    <a:pt x="257" y="721"/>
                    <a:pt x="201" y="798"/>
                  </a:cubicBezTo>
                  <a:cubicBezTo>
                    <a:pt x="183" y="823"/>
                    <a:pt x="155" y="853"/>
                    <a:pt x="135" y="869"/>
                  </a:cubicBezTo>
                  <a:lnTo>
                    <a:pt x="119" y="880"/>
                  </a:lnTo>
                  <a:cubicBezTo>
                    <a:pt x="118" y="881"/>
                    <a:pt x="106" y="887"/>
                    <a:pt x="104" y="888"/>
                  </a:cubicBezTo>
                  <a:lnTo>
                    <a:pt x="104" y="888"/>
                  </a:lnTo>
                  <a:cubicBezTo>
                    <a:pt x="98" y="889"/>
                    <a:pt x="92" y="891"/>
                    <a:pt x="85" y="891"/>
                  </a:cubicBezTo>
                  <a:cubicBezTo>
                    <a:pt x="89" y="891"/>
                    <a:pt x="90" y="891"/>
                    <a:pt x="89" y="891"/>
                  </a:cubicBezTo>
                  <a:cubicBezTo>
                    <a:pt x="87" y="891"/>
                    <a:pt x="77" y="891"/>
                    <a:pt x="75" y="891"/>
                  </a:cubicBezTo>
                  <a:cubicBezTo>
                    <a:pt x="74" y="891"/>
                    <a:pt x="73" y="891"/>
                    <a:pt x="72" y="891"/>
                  </a:cubicBezTo>
                  <a:cubicBezTo>
                    <a:pt x="0" y="891"/>
                    <a:pt x="1" y="1003"/>
                    <a:pt x="75" y="1008"/>
                  </a:cubicBezTo>
                  <a:cubicBezTo>
                    <a:pt x="78" y="1008"/>
                    <a:pt x="81" y="1008"/>
                    <a:pt x="84" y="1008"/>
                  </a:cubicBezTo>
                  <a:cubicBezTo>
                    <a:pt x="214" y="1008"/>
                    <a:pt x="306" y="857"/>
                    <a:pt x="361" y="760"/>
                  </a:cubicBezTo>
                  <a:cubicBezTo>
                    <a:pt x="446" y="608"/>
                    <a:pt x="510" y="442"/>
                    <a:pt x="557" y="275"/>
                  </a:cubicBezTo>
                  <a:cubicBezTo>
                    <a:pt x="575" y="204"/>
                    <a:pt x="594" y="132"/>
                    <a:pt x="601" y="58"/>
                  </a:cubicBezTo>
                  <a:cubicBezTo>
                    <a:pt x="605" y="20"/>
                    <a:pt x="578" y="0"/>
                    <a:pt x="549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5200" lIns="91425" spcFirstLastPara="1" rIns="91425" wrap="square" tIns="25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56" name="Google Shape;2256;p16"/>
            <p:cNvSpPr/>
            <p:nvPr/>
          </p:nvSpPr>
          <p:spPr>
            <a:xfrm>
              <a:off x="8414280" y="1278000"/>
              <a:ext cx="12240" cy="56520"/>
            </a:xfrm>
            <a:custGeom>
              <a:rect b="b" l="l" r="r" t="t"/>
              <a:pathLst>
                <a:path extrusionOk="0" h="1126" w="248">
                  <a:moveTo>
                    <a:pt x="82" y="1"/>
                  </a:moveTo>
                  <a:cubicBezTo>
                    <a:pt x="40" y="1"/>
                    <a:pt x="1" y="59"/>
                    <a:pt x="37" y="102"/>
                  </a:cubicBezTo>
                  <a:cubicBezTo>
                    <a:pt x="151" y="232"/>
                    <a:pt x="127" y="429"/>
                    <a:pt x="111" y="586"/>
                  </a:cubicBezTo>
                  <a:cubicBezTo>
                    <a:pt x="93" y="749"/>
                    <a:pt x="59" y="929"/>
                    <a:pt x="118" y="1087"/>
                  </a:cubicBezTo>
                  <a:cubicBezTo>
                    <a:pt x="128" y="1114"/>
                    <a:pt x="152" y="1125"/>
                    <a:pt x="175" y="1125"/>
                  </a:cubicBezTo>
                  <a:cubicBezTo>
                    <a:pt x="211" y="1125"/>
                    <a:pt x="245" y="1098"/>
                    <a:pt x="229" y="1057"/>
                  </a:cubicBezTo>
                  <a:cubicBezTo>
                    <a:pt x="166" y="894"/>
                    <a:pt x="216" y="700"/>
                    <a:pt x="232" y="531"/>
                  </a:cubicBezTo>
                  <a:cubicBezTo>
                    <a:pt x="247" y="353"/>
                    <a:pt x="243" y="163"/>
                    <a:pt x="120" y="20"/>
                  </a:cubicBezTo>
                  <a:cubicBezTo>
                    <a:pt x="108" y="6"/>
                    <a:pt x="95" y="1"/>
                    <a:pt x="82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8425" lIns="91425" spcFirstLastPara="1" rIns="91425" wrap="square" tIns="28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57" name="Google Shape;2257;p16"/>
            <p:cNvSpPr/>
            <p:nvPr/>
          </p:nvSpPr>
          <p:spPr>
            <a:xfrm>
              <a:off x="8464680" y="1270080"/>
              <a:ext cx="28080" cy="58679"/>
            </a:xfrm>
            <a:custGeom>
              <a:rect b="b" l="l" r="r" t="t"/>
              <a:pathLst>
                <a:path extrusionOk="0" h="1172" w="568">
                  <a:moveTo>
                    <a:pt x="73" y="1"/>
                  </a:moveTo>
                  <a:cubicBezTo>
                    <a:pt x="38" y="1"/>
                    <a:pt x="0" y="30"/>
                    <a:pt x="9" y="74"/>
                  </a:cubicBezTo>
                  <a:cubicBezTo>
                    <a:pt x="22" y="136"/>
                    <a:pt x="56" y="190"/>
                    <a:pt x="84" y="245"/>
                  </a:cubicBezTo>
                  <a:cubicBezTo>
                    <a:pt x="108" y="295"/>
                    <a:pt x="142" y="334"/>
                    <a:pt x="186" y="367"/>
                  </a:cubicBezTo>
                  <a:cubicBezTo>
                    <a:pt x="226" y="395"/>
                    <a:pt x="271" y="415"/>
                    <a:pt x="308" y="445"/>
                  </a:cubicBezTo>
                  <a:cubicBezTo>
                    <a:pt x="342" y="472"/>
                    <a:pt x="369" y="513"/>
                    <a:pt x="386" y="551"/>
                  </a:cubicBezTo>
                  <a:cubicBezTo>
                    <a:pt x="455" y="720"/>
                    <a:pt x="400" y="927"/>
                    <a:pt x="370" y="1098"/>
                  </a:cubicBezTo>
                  <a:cubicBezTo>
                    <a:pt x="362" y="1142"/>
                    <a:pt x="399" y="1171"/>
                    <a:pt x="433" y="1171"/>
                  </a:cubicBezTo>
                  <a:cubicBezTo>
                    <a:pt x="455" y="1171"/>
                    <a:pt x="476" y="1159"/>
                    <a:pt x="482" y="1129"/>
                  </a:cubicBezTo>
                  <a:cubicBezTo>
                    <a:pt x="515" y="941"/>
                    <a:pt x="567" y="733"/>
                    <a:pt x="506" y="543"/>
                  </a:cubicBezTo>
                  <a:cubicBezTo>
                    <a:pt x="476" y="449"/>
                    <a:pt x="415" y="371"/>
                    <a:pt x="333" y="319"/>
                  </a:cubicBezTo>
                  <a:cubicBezTo>
                    <a:pt x="289" y="293"/>
                    <a:pt x="240" y="268"/>
                    <a:pt x="207" y="224"/>
                  </a:cubicBezTo>
                  <a:cubicBezTo>
                    <a:pt x="172" y="173"/>
                    <a:pt x="135" y="99"/>
                    <a:pt x="124" y="40"/>
                  </a:cubicBezTo>
                  <a:cubicBezTo>
                    <a:pt x="117" y="12"/>
                    <a:pt x="96" y="1"/>
                    <a:pt x="73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9500" lIns="91425" spcFirstLastPara="1" rIns="91425" wrap="square" tIns="29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58" name="Google Shape;2258;p16"/>
            <p:cNvSpPr/>
            <p:nvPr/>
          </p:nvSpPr>
          <p:spPr>
            <a:xfrm>
              <a:off x="8508960" y="1231920"/>
              <a:ext cx="61920" cy="39600"/>
            </a:xfrm>
            <a:custGeom>
              <a:rect b="b" l="l" r="r" t="t"/>
              <a:pathLst>
                <a:path extrusionOk="0" h="792" w="1235">
                  <a:moveTo>
                    <a:pt x="77" y="1"/>
                  </a:moveTo>
                  <a:cubicBezTo>
                    <a:pt x="20" y="1"/>
                    <a:pt x="0" y="95"/>
                    <a:pt x="66" y="113"/>
                  </a:cubicBezTo>
                  <a:cubicBezTo>
                    <a:pt x="99" y="122"/>
                    <a:pt x="131" y="125"/>
                    <a:pt x="164" y="125"/>
                  </a:cubicBezTo>
                  <a:cubicBezTo>
                    <a:pt x="216" y="125"/>
                    <a:pt x="268" y="117"/>
                    <a:pt x="321" y="117"/>
                  </a:cubicBezTo>
                  <a:cubicBezTo>
                    <a:pt x="332" y="117"/>
                    <a:pt x="344" y="118"/>
                    <a:pt x="355" y="118"/>
                  </a:cubicBezTo>
                  <a:cubicBezTo>
                    <a:pt x="461" y="127"/>
                    <a:pt x="558" y="218"/>
                    <a:pt x="633" y="287"/>
                  </a:cubicBezTo>
                  <a:cubicBezTo>
                    <a:pt x="802" y="441"/>
                    <a:pt x="942" y="623"/>
                    <a:pt x="1109" y="776"/>
                  </a:cubicBezTo>
                  <a:cubicBezTo>
                    <a:pt x="1121" y="787"/>
                    <a:pt x="1134" y="791"/>
                    <a:pt x="1147" y="791"/>
                  </a:cubicBezTo>
                  <a:cubicBezTo>
                    <a:pt x="1194" y="791"/>
                    <a:pt x="1235" y="733"/>
                    <a:pt x="1191" y="694"/>
                  </a:cubicBezTo>
                  <a:cubicBezTo>
                    <a:pt x="1013" y="535"/>
                    <a:pt x="868" y="342"/>
                    <a:pt x="688" y="184"/>
                  </a:cubicBezTo>
                  <a:cubicBezTo>
                    <a:pt x="609" y="116"/>
                    <a:pt x="512" y="33"/>
                    <a:pt x="406" y="12"/>
                  </a:cubicBezTo>
                  <a:cubicBezTo>
                    <a:pt x="383" y="7"/>
                    <a:pt x="359" y="6"/>
                    <a:pt x="336" y="6"/>
                  </a:cubicBezTo>
                  <a:cubicBezTo>
                    <a:pt x="284" y="6"/>
                    <a:pt x="232" y="14"/>
                    <a:pt x="180" y="14"/>
                  </a:cubicBezTo>
                  <a:cubicBezTo>
                    <a:pt x="152" y="14"/>
                    <a:pt x="123" y="11"/>
                    <a:pt x="94" y="4"/>
                  </a:cubicBezTo>
                  <a:cubicBezTo>
                    <a:pt x="88" y="2"/>
                    <a:pt x="83" y="1"/>
                    <a:pt x="77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9800" lIns="91425" spcFirstLastPara="1" rIns="91425" wrap="square" tIns="19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59" name="Google Shape;2259;p16"/>
            <p:cNvSpPr/>
            <p:nvPr/>
          </p:nvSpPr>
          <p:spPr>
            <a:xfrm>
              <a:off x="8537040" y="1193760"/>
              <a:ext cx="68399" cy="42479"/>
            </a:xfrm>
            <a:custGeom>
              <a:rect b="b" l="l" r="r" t="t"/>
              <a:pathLst>
                <a:path extrusionOk="0" h="847" w="1366">
                  <a:moveTo>
                    <a:pt x="91" y="1"/>
                  </a:moveTo>
                  <a:cubicBezTo>
                    <a:pt x="26" y="1"/>
                    <a:pt x="1" y="102"/>
                    <a:pt x="71" y="113"/>
                  </a:cubicBezTo>
                  <a:cubicBezTo>
                    <a:pt x="191" y="134"/>
                    <a:pt x="324" y="145"/>
                    <a:pt x="435" y="202"/>
                  </a:cubicBezTo>
                  <a:cubicBezTo>
                    <a:pt x="551" y="261"/>
                    <a:pt x="616" y="372"/>
                    <a:pt x="690" y="477"/>
                  </a:cubicBezTo>
                  <a:cubicBezTo>
                    <a:pt x="813" y="650"/>
                    <a:pt x="976" y="847"/>
                    <a:pt x="1197" y="847"/>
                  </a:cubicBezTo>
                  <a:cubicBezTo>
                    <a:pt x="1230" y="847"/>
                    <a:pt x="1265" y="842"/>
                    <a:pt x="1301" y="832"/>
                  </a:cubicBezTo>
                  <a:cubicBezTo>
                    <a:pt x="1366" y="814"/>
                    <a:pt x="1346" y="718"/>
                    <a:pt x="1287" y="718"/>
                  </a:cubicBezTo>
                  <a:cubicBezTo>
                    <a:pt x="1282" y="718"/>
                    <a:pt x="1277" y="719"/>
                    <a:pt x="1271" y="720"/>
                  </a:cubicBezTo>
                  <a:cubicBezTo>
                    <a:pt x="1245" y="728"/>
                    <a:pt x="1219" y="731"/>
                    <a:pt x="1195" y="731"/>
                  </a:cubicBezTo>
                  <a:cubicBezTo>
                    <a:pt x="981" y="731"/>
                    <a:pt x="833" y="479"/>
                    <a:pt x="723" y="322"/>
                  </a:cubicBezTo>
                  <a:cubicBezTo>
                    <a:pt x="655" y="223"/>
                    <a:pt x="574" y="138"/>
                    <a:pt x="463" y="88"/>
                  </a:cubicBezTo>
                  <a:cubicBezTo>
                    <a:pt x="350" y="37"/>
                    <a:pt x="224" y="23"/>
                    <a:pt x="102" y="2"/>
                  </a:cubicBezTo>
                  <a:cubicBezTo>
                    <a:pt x="98" y="1"/>
                    <a:pt x="94" y="1"/>
                    <a:pt x="91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60" name="Google Shape;2260;p16"/>
            <p:cNvSpPr/>
            <p:nvPr/>
          </p:nvSpPr>
          <p:spPr>
            <a:xfrm>
              <a:off x="8547840" y="1136880"/>
              <a:ext cx="63360" cy="19080"/>
            </a:xfrm>
            <a:custGeom>
              <a:rect b="b" l="l" r="r" t="t"/>
              <a:pathLst>
                <a:path extrusionOk="0" h="383" w="1266">
                  <a:moveTo>
                    <a:pt x="313" y="1"/>
                  </a:moveTo>
                  <a:cubicBezTo>
                    <a:pt x="220" y="1"/>
                    <a:pt x="130" y="21"/>
                    <a:pt x="50" y="78"/>
                  </a:cubicBezTo>
                  <a:cubicBezTo>
                    <a:pt x="0" y="117"/>
                    <a:pt x="31" y="190"/>
                    <a:pt x="77" y="190"/>
                  </a:cubicBezTo>
                  <a:cubicBezTo>
                    <a:pt x="87" y="190"/>
                    <a:pt x="98" y="187"/>
                    <a:pt x="109" y="179"/>
                  </a:cubicBezTo>
                  <a:cubicBezTo>
                    <a:pt x="172" y="133"/>
                    <a:pt x="243" y="116"/>
                    <a:pt x="317" y="116"/>
                  </a:cubicBezTo>
                  <a:cubicBezTo>
                    <a:pt x="426" y="116"/>
                    <a:pt x="540" y="153"/>
                    <a:pt x="640" y="189"/>
                  </a:cubicBezTo>
                  <a:cubicBezTo>
                    <a:pt x="818" y="252"/>
                    <a:pt x="991" y="347"/>
                    <a:pt x="1180" y="381"/>
                  </a:cubicBezTo>
                  <a:cubicBezTo>
                    <a:pt x="1184" y="382"/>
                    <a:pt x="1187" y="382"/>
                    <a:pt x="1191" y="382"/>
                  </a:cubicBezTo>
                  <a:cubicBezTo>
                    <a:pt x="1217" y="382"/>
                    <a:pt x="1246" y="370"/>
                    <a:pt x="1251" y="340"/>
                  </a:cubicBezTo>
                  <a:cubicBezTo>
                    <a:pt x="1252" y="328"/>
                    <a:pt x="1256" y="315"/>
                    <a:pt x="1258" y="303"/>
                  </a:cubicBezTo>
                  <a:cubicBezTo>
                    <a:pt x="1265" y="259"/>
                    <a:pt x="1229" y="230"/>
                    <a:pt x="1195" y="230"/>
                  </a:cubicBezTo>
                  <a:cubicBezTo>
                    <a:pt x="1177" y="230"/>
                    <a:pt x="1160" y="238"/>
                    <a:pt x="1151" y="257"/>
                  </a:cubicBezTo>
                  <a:lnTo>
                    <a:pt x="1151" y="257"/>
                  </a:lnTo>
                  <a:cubicBezTo>
                    <a:pt x="972" y="212"/>
                    <a:pt x="804" y="117"/>
                    <a:pt x="627" y="60"/>
                  </a:cubicBezTo>
                  <a:cubicBezTo>
                    <a:pt x="529" y="28"/>
                    <a:pt x="419" y="1"/>
                    <a:pt x="313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61" name="Google Shape;2261;p16"/>
            <p:cNvSpPr/>
            <p:nvPr/>
          </p:nvSpPr>
          <p:spPr>
            <a:xfrm>
              <a:off x="8544600" y="1094400"/>
              <a:ext cx="55800" cy="12600"/>
            </a:xfrm>
            <a:custGeom>
              <a:rect b="b" l="l" r="r" t="t"/>
              <a:pathLst>
                <a:path extrusionOk="0" h="259" w="1112">
                  <a:moveTo>
                    <a:pt x="1041" y="0"/>
                  </a:moveTo>
                  <a:cubicBezTo>
                    <a:pt x="1018" y="0"/>
                    <a:pt x="996" y="13"/>
                    <a:pt x="988" y="42"/>
                  </a:cubicBezTo>
                  <a:cubicBezTo>
                    <a:pt x="972" y="103"/>
                    <a:pt x="924" y="124"/>
                    <a:pt x="864" y="133"/>
                  </a:cubicBezTo>
                  <a:cubicBezTo>
                    <a:pt x="837" y="136"/>
                    <a:pt x="810" y="138"/>
                    <a:pt x="782" y="138"/>
                  </a:cubicBezTo>
                  <a:cubicBezTo>
                    <a:pt x="717" y="138"/>
                    <a:pt x="651" y="130"/>
                    <a:pt x="590" y="123"/>
                  </a:cubicBezTo>
                  <a:cubicBezTo>
                    <a:pt x="498" y="113"/>
                    <a:pt x="394" y="94"/>
                    <a:pt x="293" y="94"/>
                  </a:cubicBezTo>
                  <a:cubicBezTo>
                    <a:pt x="208" y="94"/>
                    <a:pt x="125" y="107"/>
                    <a:pt x="54" y="151"/>
                  </a:cubicBezTo>
                  <a:cubicBezTo>
                    <a:pt x="0" y="183"/>
                    <a:pt x="32" y="259"/>
                    <a:pt x="82" y="259"/>
                  </a:cubicBezTo>
                  <a:cubicBezTo>
                    <a:pt x="91" y="259"/>
                    <a:pt x="101" y="256"/>
                    <a:pt x="111" y="250"/>
                  </a:cubicBezTo>
                  <a:cubicBezTo>
                    <a:pt x="162" y="220"/>
                    <a:pt x="224" y="213"/>
                    <a:pt x="285" y="213"/>
                  </a:cubicBezTo>
                  <a:cubicBezTo>
                    <a:pt x="309" y="213"/>
                    <a:pt x="333" y="214"/>
                    <a:pt x="356" y="215"/>
                  </a:cubicBezTo>
                  <a:cubicBezTo>
                    <a:pt x="458" y="219"/>
                    <a:pt x="561" y="235"/>
                    <a:pt x="663" y="245"/>
                  </a:cubicBezTo>
                  <a:cubicBezTo>
                    <a:pt x="701" y="248"/>
                    <a:pt x="741" y="251"/>
                    <a:pt x="783" y="251"/>
                  </a:cubicBezTo>
                  <a:cubicBezTo>
                    <a:pt x="919" y="251"/>
                    <a:pt x="1061" y="220"/>
                    <a:pt x="1100" y="73"/>
                  </a:cubicBezTo>
                  <a:cubicBezTo>
                    <a:pt x="1112" y="29"/>
                    <a:pt x="1076" y="0"/>
                    <a:pt x="1041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475" lIns="91425" spcFirstLastPara="1" rIns="91425" wrap="square" tIns="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62" name="Google Shape;2262;p16"/>
            <p:cNvSpPr/>
            <p:nvPr/>
          </p:nvSpPr>
          <p:spPr>
            <a:xfrm>
              <a:off x="8521560" y="1044360"/>
              <a:ext cx="39960" cy="19440"/>
            </a:xfrm>
            <a:custGeom>
              <a:rect b="b" l="l" r="r" t="t"/>
              <a:pathLst>
                <a:path extrusionOk="0" h="391" w="800">
                  <a:moveTo>
                    <a:pt x="719" y="0"/>
                  </a:moveTo>
                  <a:cubicBezTo>
                    <a:pt x="702" y="0"/>
                    <a:pt x="684" y="8"/>
                    <a:pt x="671" y="27"/>
                  </a:cubicBezTo>
                  <a:cubicBezTo>
                    <a:pt x="666" y="35"/>
                    <a:pt x="650" y="48"/>
                    <a:pt x="637" y="55"/>
                  </a:cubicBezTo>
                  <a:cubicBezTo>
                    <a:pt x="619" y="65"/>
                    <a:pt x="599" y="75"/>
                    <a:pt x="578" y="84"/>
                  </a:cubicBezTo>
                  <a:cubicBezTo>
                    <a:pt x="527" y="101"/>
                    <a:pt x="473" y="113"/>
                    <a:pt x="422" y="129"/>
                  </a:cubicBezTo>
                  <a:cubicBezTo>
                    <a:pt x="294" y="164"/>
                    <a:pt x="175" y="225"/>
                    <a:pt x="59" y="285"/>
                  </a:cubicBezTo>
                  <a:cubicBezTo>
                    <a:pt x="1" y="313"/>
                    <a:pt x="35" y="391"/>
                    <a:pt x="89" y="391"/>
                  </a:cubicBezTo>
                  <a:cubicBezTo>
                    <a:pt x="97" y="391"/>
                    <a:pt x="107" y="389"/>
                    <a:pt x="116" y="384"/>
                  </a:cubicBezTo>
                  <a:cubicBezTo>
                    <a:pt x="234" y="325"/>
                    <a:pt x="353" y="268"/>
                    <a:pt x="482" y="232"/>
                  </a:cubicBezTo>
                  <a:cubicBezTo>
                    <a:pt x="584" y="205"/>
                    <a:pt x="708" y="179"/>
                    <a:pt x="771" y="85"/>
                  </a:cubicBezTo>
                  <a:cubicBezTo>
                    <a:pt x="799" y="42"/>
                    <a:pt x="760" y="0"/>
                    <a:pt x="719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63" name="Google Shape;2263;p16"/>
            <p:cNvSpPr/>
            <p:nvPr/>
          </p:nvSpPr>
          <p:spPr>
            <a:xfrm>
              <a:off x="8489520" y="1017000"/>
              <a:ext cx="55079" cy="17640"/>
            </a:xfrm>
            <a:custGeom>
              <a:rect b="b" l="l" r="r" t="t"/>
              <a:pathLst>
                <a:path extrusionOk="0" h="354" w="1099">
                  <a:moveTo>
                    <a:pt x="132" y="236"/>
                  </a:moveTo>
                  <a:cubicBezTo>
                    <a:pt x="132" y="236"/>
                    <a:pt x="133" y="236"/>
                    <a:pt x="136" y="237"/>
                  </a:cubicBezTo>
                  <a:lnTo>
                    <a:pt x="136" y="237"/>
                  </a:lnTo>
                  <a:cubicBezTo>
                    <a:pt x="135" y="236"/>
                    <a:pt x="133" y="236"/>
                    <a:pt x="132" y="236"/>
                  </a:cubicBezTo>
                  <a:close/>
                  <a:moveTo>
                    <a:pt x="1042" y="0"/>
                  </a:moveTo>
                  <a:cubicBezTo>
                    <a:pt x="1014" y="0"/>
                    <a:pt x="984" y="19"/>
                    <a:pt x="983" y="55"/>
                  </a:cubicBezTo>
                  <a:cubicBezTo>
                    <a:pt x="980" y="91"/>
                    <a:pt x="977" y="138"/>
                    <a:pt x="943" y="159"/>
                  </a:cubicBezTo>
                  <a:cubicBezTo>
                    <a:pt x="925" y="170"/>
                    <a:pt x="903" y="173"/>
                    <a:pt x="881" y="173"/>
                  </a:cubicBezTo>
                  <a:cubicBezTo>
                    <a:pt x="870" y="173"/>
                    <a:pt x="859" y="172"/>
                    <a:pt x="850" y="172"/>
                  </a:cubicBezTo>
                  <a:cubicBezTo>
                    <a:pt x="760" y="166"/>
                    <a:pt x="672" y="132"/>
                    <a:pt x="583" y="132"/>
                  </a:cubicBezTo>
                  <a:cubicBezTo>
                    <a:pt x="497" y="132"/>
                    <a:pt x="409" y="172"/>
                    <a:pt x="328" y="196"/>
                  </a:cubicBezTo>
                  <a:cubicBezTo>
                    <a:pt x="284" y="210"/>
                    <a:pt x="239" y="223"/>
                    <a:pt x="193" y="231"/>
                  </a:cubicBezTo>
                  <a:cubicBezTo>
                    <a:pt x="179" y="235"/>
                    <a:pt x="164" y="237"/>
                    <a:pt x="150" y="237"/>
                  </a:cubicBezTo>
                  <a:cubicBezTo>
                    <a:pt x="147" y="237"/>
                    <a:pt x="144" y="237"/>
                    <a:pt x="141" y="237"/>
                  </a:cubicBezTo>
                  <a:cubicBezTo>
                    <a:pt x="139" y="237"/>
                    <a:pt x="137" y="237"/>
                    <a:pt x="136" y="237"/>
                  </a:cubicBezTo>
                  <a:lnTo>
                    <a:pt x="136" y="237"/>
                  </a:lnTo>
                  <a:cubicBezTo>
                    <a:pt x="137" y="237"/>
                    <a:pt x="136" y="237"/>
                    <a:pt x="128" y="237"/>
                  </a:cubicBezTo>
                  <a:cubicBezTo>
                    <a:pt x="124" y="237"/>
                    <a:pt x="123" y="235"/>
                    <a:pt x="123" y="235"/>
                  </a:cubicBezTo>
                  <a:lnTo>
                    <a:pt x="123" y="235"/>
                  </a:lnTo>
                  <a:cubicBezTo>
                    <a:pt x="123" y="235"/>
                    <a:pt x="123" y="236"/>
                    <a:pt x="124" y="237"/>
                  </a:cubicBezTo>
                  <a:cubicBezTo>
                    <a:pt x="112" y="225"/>
                    <a:pt x="98" y="221"/>
                    <a:pt x="85" y="221"/>
                  </a:cubicBezTo>
                  <a:cubicBezTo>
                    <a:pt x="40" y="221"/>
                    <a:pt x="0" y="278"/>
                    <a:pt x="43" y="318"/>
                  </a:cubicBezTo>
                  <a:cubicBezTo>
                    <a:pt x="72" y="345"/>
                    <a:pt x="109" y="354"/>
                    <a:pt x="148" y="354"/>
                  </a:cubicBezTo>
                  <a:cubicBezTo>
                    <a:pt x="205" y="354"/>
                    <a:pt x="268" y="334"/>
                    <a:pt x="317" y="320"/>
                  </a:cubicBezTo>
                  <a:cubicBezTo>
                    <a:pt x="400" y="296"/>
                    <a:pt x="495" y="249"/>
                    <a:pt x="582" y="249"/>
                  </a:cubicBezTo>
                  <a:cubicBezTo>
                    <a:pt x="592" y="249"/>
                    <a:pt x="602" y="250"/>
                    <a:pt x="611" y="251"/>
                  </a:cubicBezTo>
                  <a:cubicBezTo>
                    <a:pt x="698" y="262"/>
                    <a:pt x="784" y="288"/>
                    <a:pt x="870" y="288"/>
                  </a:cubicBezTo>
                  <a:cubicBezTo>
                    <a:pt x="887" y="288"/>
                    <a:pt x="904" y="287"/>
                    <a:pt x="920" y="285"/>
                  </a:cubicBezTo>
                  <a:cubicBezTo>
                    <a:pt x="1042" y="268"/>
                    <a:pt x="1092" y="169"/>
                    <a:pt x="1098" y="55"/>
                  </a:cubicBezTo>
                  <a:cubicBezTo>
                    <a:pt x="1099" y="19"/>
                    <a:pt x="1071" y="0"/>
                    <a:pt x="1042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000" lIns="91425" spcFirstLastPara="1" rIns="91425" wrap="square" tIns="9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64" name="Google Shape;2264;p16"/>
            <p:cNvSpPr/>
            <p:nvPr/>
          </p:nvSpPr>
          <p:spPr>
            <a:xfrm>
              <a:off x="8459640" y="965160"/>
              <a:ext cx="63719" cy="38521"/>
            </a:xfrm>
            <a:custGeom>
              <a:rect b="b" l="l" r="r" t="t"/>
              <a:pathLst>
                <a:path extrusionOk="0" h="772" w="1274">
                  <a:moveTo>
                    <a:pt x="1218" y="0"/>
                  </a:moveTo>
                  <a:cubicBezTo>
                    <a:pt x="1189" y="0"/>
                    <a:pt x="1159" y="19"/>
                    <a:pt x="1156" y="56"/>
                  </a:cubicBezTo>
                  <a:cubicBezTo>
                    <a:pt x="1142" y="268"/>
                    <a:pt x="854" y="238"/>
                    <a:pt x="704" y="247"/>
                  </a:cubicBezTo>
                  <a:cubicBezTo>
                    <a:pt x="585" y="254"/>
                    <a:pt x="479" y="294"/>
                    <a:pt x="384" y="365"/>
                  </a:cubicBezTo>
                  <a:cubicBezTo>
                    <a:pt x="327" y="407"/>
                    <a:pt x="276" y="457"/>
                    <a:pt x="228" y="508"/>
                  </a:cubicBezTo>
                  <a:cubicBezTo>
                    <a:pt x="185" y="553"/>
                    <a:pt x="131" y="644"/>
                    <a:pt x="66" y="658"/>
                  </a:cubicBezTo>
                  <a:cubicBezTo>
                    <a:pt x="0" y="673"/>
                    <a:pt x="22" y="771"/>
                    <a:pt x="85" y="771"/>
                  </a:cubicBezTo>
                  <a:cubicBezTo>
                    <a:pt x="89" y="771"/>
                    <a:pt x="94" y="771"/>
                    <a:pt x="99" y="770"/>
                  </a:cubicBezTo>
                  <a:cubicBezTo>
                    <a:pt x="180" y="751"/>
                    <a:pt x="226" y="679"/>
                    <a:pt x="279" y="623"/>
                  </a:cubicBezTo>
                  <a:cubicBezTo>
                    <a:pt x="334" y="563"/>
                    <a:pt x="389" y="502"/>
                    <a:pt x="455" y="454"/>
                  </a:cubicBezTo>
                  <a:cubicBezTo>
                    <a:pt x="557" y="380"/>
                    <a:pt x="659" y="363"/>
                    <a:pt x="780" y="359"/>
                  </a:cubicBezTo>
                  <a:cubicBezTo>
                    <a:pt x="885" y="355"/>
                    <a:pt x="996" y="352"/>
                    <a:pt x="1094" y="311"/>
                  </a:cubicBezTo>
                  <a:cubicBezTo>
                    <a:pt x="1204" y="265"/>
                    <a:pt x="1262" y="173"/>
                    <a:pt x="1271" y="56"/>
                  </a:cubicBezTo>
                  <a:cubicBezTo>
                    <a:pt x="1274" y="19"/>
                    <a:pt x="1246" y="0"/>
                    <a:pt x="1218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9425" lIns="91425" spcFirstLastPara="1" rIns="91425" wrap="square" tIns="19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65" name="Google Shape;2265;p16"/>
            <p:cNvSpPr/>
            <p:nvPr/>
          </p:nvSpPr>
          <p:spPr>
            <a:xfrm>
              <a:off x="8423280" y="932040"/>
              <a:ext cx="63719" cy="33841"/>
            </a:xfrm>
            <a:custGeom>
              <a:rect b="b" l="l" r="r" t="t"/>
              <a:pathLst>
                <a:path extrusionOk="0" h="678" w="1270">
                  <a:moveTo>
                    <a:pt x="1212" y="0"/>
                  </a:moveTo>
                  <a:cubicBezTo>
                    <a:pt x="1183" y="0"/>
                    <a:pt x="1154" y="19"/>
                    <a:pt x="1152" y="56"/>
                  </a:cubicBezTo>
                  <a:cubicBezTo>
                    <a:pt x="1148" y="133"/>
                    <a:pt x="1055" y="169"/>
                    <a:pt x="992" y="189"/>
                  </a:cubicBezTo>
                  <a:cubicBezTo>
                    <a:pt x="889" y="223"/>
                    <a:pt x="777" y="237"/>
                    <a:pt x="669" y="251"/>
                  </a:cubicBezTo>
                  <a:cubicBezTo>
                    <a:pt x="580" y="264"/>
                    <a:pt x="488" y="272"/>
                    <a:pt x="404" y="311"/>
                  </a:cubicBezTo>
                  <a:cubicBezTo>
                    <a:pt x="337" y="342"/>
                    <a:pt x="279" y="389"/>
                    <a:pt x="223" y="437"/>
                  </a:cubicBezTo>
                  <a:cubicBezTo>
                    <a:pt x="173" y="479"/>
                    <a:pt x="123" y="535"/>
                    <a:pt x="61" y="561"/>
                  </a:cubicBezTo>
                  <a:cubicBezTo>
                    <a:pt x="1" y="587"/>
                    <a:pt x="17" y="678"/>
                    <a:pt x="70" y="678"/>
                  </a:cubicBezTo>
                  <a:cubicBezTo>
                    <a:pt x="76" y="678"/>
                    <a:pt x="83" y="677"/>
                    <a:pt x="91" y="673"/>
                  </a:cubicBezTo>
                  <a:cubicBezTo>
                    <a:pt x="234" y="612"/>
                    <a:pt x="323" y="465"/>
                    <a:pt x="471" y="407"/>
                  </a:cubicBezTo>
                  <a:cubicBezTo>
                    <a:pt x="560" y="372"/>
                    <a:pt x="663" y="369"/>
                    <a:pt x="757" y="355"/>
                  </a:cubicBezTo>
                  <a:cubicBezTo>
                    <a:pt x="935" y="328"/>
                    <a:pt x="1254" y="292"/>
                    <a:pt x="1267" y="56"/>
                  </a:cubicBezTo>
                  <a:cubicBezTo>
                    <a:pt x="1269" y="19"/>
                    <a:pt x="1241" y="0"/>
                    <a:pt x="1212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6900" lIns="91425" spcFirstLastPara="1" rIns="91425" wrap="square" tIns="16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66" name="Google Shape;2266;p16"/>
            <p:cNvSpPr/>
            <p:nvPr/>
          </p:nvSpPr>
          <p:spPr>
            <a:xfrm>
              <a:off x="8395920" y="902520"/>
              <a:ext cx="51120" cy="21960"/>
            </a:xfrm>
            <a:custGeom>
              <a:rect b="b" l="l" r="r" t="t"/>
              <a:pathLst>
                <a:path extrusionOk="0" h="443" w="1020">
                  <a:moveTo>
                    <a:pt x="964" y="0"/>
                  </a:moveTo>
                  <a:cubicBezTo>
                    <a:pt x="935" y="0"/>
                    <a:pt x="903" y="19"/>
                    <a:pt x="900" y="56"/>
                  </a:cubicBezTo>
                  <a:cubicBezTo>
                    <a:pt x="896" y="105"/>
                    <a:pt x="822" y="108"/>
                    <a:pt x="772" y="108"/>
                  </a:cubicBezTo>
                  <a:cubicBezTo>
                    <a:pt x="768" y="108"/>
                    <a:pt x="765" y="108"/>
                    <a:pt x="761" y="108"/>
                  </a:cubicBezTo>
                  <a:cubicBezTo>
                    <a:pt x="684" y="108"/>
                    <a:pt x="606" y="96"/>
                    <a:pt x="529" y="96"/>
                  </a:cubicBezTo>
                  <a:cubicBezTo>
                    <a:pt x="495" y="96"/>
                    <a:pt x="459" y="96"/>
                    <a:pt x="428" y="108"/>
                  </a:cubicBezTo>
                  <a:cubicBezTo>
                    <a:pt x="380" y="127"/>
                    <a:pt x="339" y="159"/>
                    <a:pt x="298" y="190"/>
                  </a:cubicBezTo>
                  <a:cubicBezTo>
                    <a:pt x="255" y="222"/>
                    <a:pt x="215" y="257"/>
                    <a:pt x="170" y="287"/>
                  </a:cubicBezTo>
                  <a:cubicBezTo>
                    <a:pt x="141" y="308"/>
                    <a:pt x="109" y="329"/>
                    <a:pt x="73" y="329"/>
                  </a:cubicBezTo>
                  <a:cubicBezTo>
                    <a:pt x="68" y="329"/>
                    <a:pt x="64" y="329"/>
                    <a:pt x="60" y="328"/>
                  </a:cubicBezTo>
                  <a:cubicBezTo>
                    <a:pt x="58" y="328"/>
                    <a:pt x="57" y="328"/>
                    <a:pt x="56" y="328"/>
                  </a:cubicBezTo>
                  <a:cubicBezTo>
                    <a:pt x="25" y="328"/>
                    <a:pt x="3" y="359"/>
                    <a:pt x="0" y="386"/>
                  </a:cubicBezTo>
                  <a:cubicBezTo>
                    <a:pt x="4" y="419"/>
                    <a:pt x="31" y="438"/>
                    <a:pt x="62" y="441"/>
                  </a:cubicBezTo>
                  <a:cubicBezTo>
                    <a:pt x="70" y="442"/>
                    <a:pt x="77" y="443"/>
                    <a:pt x="84" y="443"/>
                  </a:cubicBezTo>
                  <a:cubicBezTo>
                    <a:pt x="185" y="443"/>
                    <a:pt x="276" y="355"/>
                    <a:pt x="349" y="298"/>
                  </a:cubicBezTo>
                  <a:cubicBezTo>
                    <a:pt x="387" y="268"/>
                    <a:pt x="431" y="224"/>
                    <a:pt x="479" y="213"/>
                  </a:cubicBezTo>
                  <a:cubicBezTo>
                    <a:pt x="489" y="211"/>
                    <a:pt x="503" y="210"/>
                    <a:pt x="518" y="210"/>
                  </a:cubicBezTo>
                  <a:cubicBezTo>
                    <a:pt x="539" y="210"/>
                    <a:pt x="563" y="212"/>
                    <a:pt x="581" y="213"/>
                  </a:cubicBezTo>
                  <a:cubicBezTo>
                    <a:pt x="633" y="216"/>
                    <a:pt x="697" y="223"/>
                    <a:pt x="761" y="223"/>
                  </a:cubicBezTo>
                  <a:cubicBezTo>
                    <a:pt x="883" y="223"/>
                    <a:pt x="1002" y="196"/>
                    <a:pt x="1016" y="56"/>
                  </a:cubicBezTo>
                  <a:cubicBezTo>
                    <a:pt x="1020" y="18"/>
                    <a:pt x="993" y="0"/>
                    <a:pt x="964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150" lIns="91425" spcFirstLastPara="1" rIns="91425" wrap="square" tIns="111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67" name="Google Shape;2267;p16"/>
            <p:cNvSpPr/>
            <p:nvPr/>
          </p:nvSpPr>
          <p:spPr>
            <a:xfrm>
              <a:off x="8386560" y="845640"/>
              <a:ext cx="61200" cy="34920"/>
            </a:xfrm>
            <a:custGeom>
              <a:rect b="b" l="l" r="r" t="t"/>
              <a:pathLst>
                <a:path extrusionOk="0" h="701" w="1221">
                  <a:moveTo>
                    <a:pt x="1151" y="1"/>
                  </a:moveTo>
                  <a:cubicBezTo>
                    <a:pt x="1128" y="1"/>
                    <a:pt x="1104" y="13"/>
                    <a:pt x="1095" y="41"/>
                  </a:cubicBezTo>
                  <a:cubicBezTo>
                    <a:pt x="1057" y="155"/>
                    <a:pt x="1020" y="274"/>
                    <a:pt x="928" y="355"/>
                  </a:cubicBezTo>
                  <a:cubicBezTo>
                    <a:pt x="884" y="394"/>
                    <a:pt x="831" y="407"/>
                    <a:pt x="775" y="407"/>
                  </a:cubicBezTo>
                  <a:cubicBezTo>
                    <a:pt x="693" y="407"/>
                    <a:pt x="604" y="380"/>
                    <a:pt x="529" y="374"/>
                  </a:cubicBezTo>
                  <a:cubicBezTo>
                    <a:pt x="493" y="371"/>
                    <a:pt x="456" y="369"/>
                    <a:pt x="420" y="369"/>
                  </a:cubicBezTo>
                  <a:cubicBezTo>
                    <a:pt x="352" y="369"/>
                    <a:pt x="284" y="377"/>
                    <a:pt x="220" y="404"/>
                  </a:cubicBezTo>
                  <a:cubicBezTo>
                    <a:pt x="118" y="447"/>
                    <a:pt x="55" y="530"/>
                    <a:pt x="16" y="631"/>
                  </a:cubicBezTo>
                  <a:cubicBezTo>
                    <a:pt x="0" y="673"/>
                    <a:pt x="34" y="700"/>
                    <a:pt x="70" y="700"/>
                  </a:cubicBezTo>
                  <a:cubicBezTo>
                    <a:pt x="93" y="700"/>
                    <a:pt x="117" y="688"/>
                    <a:pt x="127" y="661"/>
                  </a:cubicBezTo>
                  <a:cubicBezTo>
                    <a:pt x="183" y="520"/>
                    <a:pt x="299" y="484"/>
                    <a:pt x="426" y="484"/>
                  </a:cubicBezTo>
                  <a:cubicBezTo>
                    <a:pt x="523" y="484"/>
                    <a:pt x="627" y="505"/>
                    <a:pt x="716" y="516"/>
                  </a:cubicBezTo>
                  <a:cubicBezTo>
                    <a:pt x="736" y="518"/>
                    <a:pt x="755" y="520"/>
                    <a:pt x="775" y="520"/>
                  </a:cubicBezTo>
                  <a:cubicBezTo>
                    <a:pt x="885" y="520"/>
                    <a:pt x="981" y="480"/>
                    <a:pt x="1056" y="389"/>
                  </a:cubicBezTo>
                  <a:cubicBezTo>
                    <a:pt x="1132" y="296"/>
                    <a:pt x="1170" y="183"/>
                    <a:pt x="1206" y="71"/>
                  </a:cubicBezTo>
                  <a:cubicBezTo>
                    <a:pt x="1220" y="29"/>
                    <a:pt x="1186" y="1"/>
                    <a:pt x="1151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7625" lIns="91425" spcFirstLastPara="1" rIns="91425" wrap="square" tIns="176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68" name="Google Shape;2268;p16"/>
            <p:cNvSpPr/>
            <p:nvPr/>
          </p:nvSpPr>
          <p:spPr>
            <a:xfrm>
              <a:off x="8376480" y="818280"/>
              <a:ext cx="45359" cy="24119"/>
            </a:xfrm>
            <a:custGeom>
              <a:rect b="b" l="l" r="r" t="t"/>
              <a:pathLst>
                <a:path extrusionOk="0" h="488" w="907">
                  <a:moveTo>
                    <a:pt x="836" y="0"/>
                  </a:moveTo>
                  <a:cubicBezTo>
                    <a:pt x="813" y="0"/>
                    <a:pt x="791" y="13"/>
                    <a:pt x="786" y="42"/>
                  </a:cubicBezTo>
                  <a:cubicBezTo>
                    <a:pt x="774" y="101"/>
                    <a:pt x="739" y="109"/>
                    <a:pt x="680" y="109"/>
                  </a:cubicBezTo>
                  <a:cubicBezTo>
                    <a:pt x="621" y="109"/>
                    <a:pt x="561" y="96"/>
                    <a:pt x="501" y="96"/>
                  </a:cubicBezTo>
                  <a:cubicBezTo>
                    <a:pt x="493" y="96"/>
                    <a:pt x="485" y="97"/>
                    <a:pt x="477" y="97"/>
                  </a:cubicBezTo>
                  <a:cubicBezTo>
                    <a:pt x="389" y="101"/>
                    <a:pt x="301" y="141"/>
                    <a:pt x="229" y="186"/>
                  </a:cubicBezTo>
                  <a:cubicBezTo>
                    <a:pt x="145" y="240"/>
                    <a:pt x="69" y="311"/>
                    <a:pt x="23" y="399"/>
                  </a:cubicBezTo>
                  <a:cubicBezTo>
                    <a:pt x="1" y="445"/>
                    <a:pt x="41" y="487"/>
                    <a:pt x="80" y="487"/>
                  </a:cubicBezTo>
                  <a:cubicBezTo>
                    <a:pt x="97" y="487"/>
                    <a:pt x="114" y="479"/>
                    <a:pt x="124" y="459"/>
                  </a:cubicBezTo>
                  <a:cubicBezTo>
                    <a:pt x="168" y="369"/>
                    <a:pt x="247" y="304"/>
                    <a:pt x="332" y="260"/>
                  </a:cubicBezTo>
                  <a:cubicBezTo>
                    <a:pt x="396" y="227"/>
                    <a:pt x="449" y="212"/>
                    <a:pt x="512" y="212"/>
                  </a:cubicBezTo>
                  <a:cubicBezTo>
                    <a:pt x="522" y="212"/>
                    <a:pt x="533" y="213"/>
                    <a:pt x="543" y="213"/>
                  </a:cubicBezTo>
                  <a:cubicBezTo>
                    <a:pt x="590" y="217"/>
                    <a:pt x="637" y="224"/>
                    <a:pt x="684" y="224"/>
                  </a:cubicBezTo>
                  <a:cubicBezTo>
                    <a:pt x="707" y="224"/>
                    <a:pt x="731" y="222"/>
                    <a:pt x="755" y="218"/>
                  </a:cubicBezTo>
                  <a:cubicBezTo>
                    <a:pt x="831" y="203"/>
                    <a:pt x="882" y="147"/>
                    <a:pt x="898" y="72"/>
                  </a:cubicBezTo>
                  <a:cubicBezTo>
                    <a:pt x="906" y="28"/>
                    <a:pt x="869" y="0"/>
                    <a:pt x="836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225" lIns="91425" spcFirstLastPara="1" rIns="91425" wrap="square" tIns="12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69" name="Google Shape;2269;p16"/>
            <p:cNvSpPr/>
            <p:nvPr/>
          </p:nvSpPr>
          <p:spPr>
            <a:xfrm>
              <a:off x="8365320" y="778320"/>
              <a:ext cx="38520" cy="24839"/>
            </a:xfrm>
            <a:custGeom>
              <a:rect b="b" l="l" r="r" t="t"/>
              <a:pathLst>
                <a:path extrusionOk="0" h="503" w="774">
                  <a:moveTo>
                    <a:pt x="612" y="151"/>
                  </a:moveTo>
                  <a:cubicBezTo>
                    <a:pt x="612" y="151"/>
                    <a:pt x="612" y="152"/>
                    <a:pt x="611" y="152"/>
                  </a:cubicBezTo>
                  <a:lnTo>
                    <a:pt x="611" y="152"/>
                  </a:lnTo>
                  <a:cubicBezTo>
                    <a:pt x="612" y="152"/>
                    <a:pt x="612" y="151"/>
                    <a:pt x="612" y="151"/>
                  </a:cubicBezTo>
                  <a:close/>
                  <a:moveTo>
                    <a:pt x="186" y="332"/>
                  </a:moveTo>
                  <a:lnTo>
                    <a:pt x="186" y="332"/>
                  </a:lnTo>
                  <a:cubicBezTo>
                    <a:pt x="185" y="333"/>
                    <a:pt x="184" y="333"/>
                    <a:pt x="182" y="334"/>
                  </a:cubicBezTo>
                  <a:cubicBezTo>
                    <a:pt x="183" y="334"/>
                    <a:pt x="185" y="333"/>
                    <a:pt x="186" y="332"/>
                  </a:cubicBezTo>
                  <a:close/>
                  <a:moveTo>
                    <a:pt x="127" y="385"/>
                  </a:moveTo>
                  <a:cubicBezTo>
                    <a:pt x="127" y="386"/>
                    <a:pt x="127" y="387"/>
                    <a:pt x="127" y="387"/>
                  </a:cubicBezTo>
                  <a:cubicBezTo>
                    <a:pt x="127" y="387"/>
                    <a:pt x="127" y="386"/>
                    <a:pt x="127" y="385"/>
                  </a:cubicBezTo>
                  <a:close/>
                  <a:moveTo>
                    <a:pt x="717" y="1"/>
                  </a:moveTo>
                  <a:cubicBezTo>
                    <a:pt x="688" y="1"/>
                    <a:pt x="658" y="19"/>
                    <a:pt x="655" y="56"/>
                  </a:cubicBezTo>
                  <a:cubicBezTo>
                    <a:pt x="654" y="79"/>
                    <a:pt x="647" y="104"/>
                    <a:pt x="637" y="124"/>
                  </a:cubicBezTo>
                  <a:cubicBezTo>
                    <a:pt x="634" y="127"/>
                    <a:pt x="633" y="128"/>
                    <a:pt x="631" y="132"/>
                  </a:cubicBezTo>
                  <a:cubicBezTo>
                    <a:pt x="634" y="129"/>
                    <a:pt x="635" y="128"/>
                    <a:pt x="635" y="128"/>
                  </a:cubicBezTo>
                  <a:lnTo>
                    <a:pt x="635" y="128"/>
                  </a:lnTo>
                  <a:cubicBezTo>
                    <a:pt x="635" y="128"/>
                    <a:pt x="632" y="131"/>
                    <a:pt x="631" y="132"/>
                  </a:cubicBezTo>
                  <a:cubicBezTo>
                    <a:pt x="627" y="138"/>
                    <a:pt x="623" y="141"/>
                    <a:pt x="618" y="147"/>
                  </a:cubicBezTo>
                  <a:cubicBezTo>
                    <a:pt x="618" y="147"/>
                    <a:pt x="617" y="148"/>
                    <a:pt x="615" y="149"/>
                  </a:cubicBezTo>
                  <a:lnTo>
                    <a:pt x="615" y="149"/>
                  </a:lnTo>
                  <a:cubicBezTo>
                    <a:pt x="615" y="148"/>
                    <a:pt x="615" y="148"/>
                    <a:pt x="615" y="148"/>
                  </a:cubicBezTo>
                  <a:lnTo>
                    <a:pt x="615" y="148"/>
                  </a:lnTo>
                  <a:cubicBezTo>
                    <a:pt x="615" y="148"/>
                    <a:pt x="614" y="149"/>
                    <a:pt x="612" y="151"/>
                  </a:cubicBezTo>
                  <a:lnTo>
                    <a:pt x="612" y="151"/>
                  </a:lnTo>
                  <a:cubicBezTo>
                    <a:pt x="613" y="150"/>
                    <a:pt x="614" y="149"/>
                    <a:pt x="615" y="149"/>
                  </a:cubicBezTo>
                  <a:lnTo>
                    <a:pt x="615" y="149"/>
                  </a:lnTo>
                  <a:cubicBezTo>
                    <a:pt x="615" y="149"/>
                    <a:pt x="614" y="150"/>
                    <a:pt x="611" y="152"/>
                  </a:cubicBezTo>
                  <a:cubicBezTo>
                    <a:pt x="606" y="155"/>
                    <a:pt x="599" y="159"/>
                    <a:pt x="594" y="162"/>
                  </a:cubicBezTo>
                  <a:cubicBezTo>
                    <a:pt x="589" y="164"/>
                    <a:pt x="583" y="168"/>
                    <a:pt x="580" y="169"/>
                  </a:cubicBezTo>
                  <a:cubicBezTo>
                    <a:pt x="583" y="168"/>
                    <a:pt x="584" y="167"/>
                    <a:pt x="583" y="167"/>
                  </a:cubicBezTo>
                  <a:lnTo>
                    <a:pt x="583" y="167"/>
                  </a:lnTo>
                  <a:cubicBezTo>
                    <a:pt x="582" y="167"/>
                    <a:pt x="573" y="171"/>
                    <a:pt x="570" y="173"/>
                  </a:cubicBezTo>
                  <a:cubicBezTo>
                    <a:pt x="556" y="178"/>
                    <a:pt x="542" y="182"/>
                    <a:pt x="528" y="183"/>
                  </a:cubicBezTo>
                  <a:cubicBezTo>
                    <a:pt x="521" y="185"/>
                    <a:pt x="513" y="185"/>
                    <a:pt x="506" y="188"/>
                  </a:cubicBezTo>
                  <a:cubicBezTo>
                    <a:pt x="499" y="188"/>
                    <a:pt x="500" y="188"/>
                    <a:pt x="501" y="188"/>
                  </a:cubicBezTo>
                  <a:cubicBezTo>
                    <a:pt x="501" y="188"/>
                    <a:pt x="502" y="188"/>
                    <a:pt x="495" y="189"/>
                  </a:cubicBezTo>
                  <a:cubicBezTo>
                    <a:pt x="478" y="190"/>
                    <a:pt x="462" y="192"/>
                    <a:pt x="447" y="192"/>
                  </a:cubicBezTo>
                  <a:cubicBezTo>
                    <a:pt x="331" y="199"/>
                    <a:pt x="193" y="185"/>
                    <a:pt x="94" y="254"/>
                  </a:cubicBezTo>
                  <a:cubicBezTo>
                    <a:pt x="29" y="301"/>
                    <a:pt x="2" y="373"/>
                    <a:pt x="0" y="450"/>
                  </a:cubicBezTo>
                  <a:cubicBezTo>
                    <a:pt x="0" y="485"/>
                    <a:pt x="28" y="502"/>
                    <a:pt x="57" y="502"/>
                  </a:cubicBezTo>
                  <a:cubicBezTo>
                    <a:pt x="86" y="502"/>
                    <a:pt x="116" y="484"/>
                    <a:pt x="117" y="446"/>
                  </a:cubicBezTo>
                  <a:cubicBezTo>
                    <a:pt x="117" y="424"/>
                    <a:pt x="117" y="423"/>
                    <a:pt x="121" y="407"/>
                  </a:cubicBezTo>
                  <a:cubicBezTo>
                    <a:pt x="122" y="400"/>
                    <a:pt x="124" y="393"/>
                    <a:pt x="127" y="387"/>
                  </a:cubicBezTo>
                  <a:cubicBezTo>
                    <a:pt x="127" y="386"/>
                    <a:pt x="128" y="382"/>
                    <a:pt x="128" y="382"/>
                  </a:cubicBezTo>
                  <a:lnTo>
                    <a:pt x="128" y="382"/>
                  </a:lnTo>
                  <a:cubicBezTo>
                    <a:pt x="129" y="382"/>
                    <a:pt x="128" y="383"/>
                    <a:pt x="127" y="385"/>
                  </a:cubicBezTo>
                  <a:lnTo>
                    <a:pt x="127" y="385"/>
                  </a:lnTo>
                  <a:cubicBezTo>
                    <a:pt x="128" y="383"/>
                    <a:pt x="129" y="381"/>
                    <a:pt x="129" y="379"/>
                  </a:cubicBezTo>
                  <a:lnTo>
                    <a:pt x="141" y="362"/>
                  </a:lnTo>
                  <a:lnTo>
                    <a:pt x="141" y="362"/>
                  </a:lnTo>
                  <a:cubicBezTo>
                    <a:pt x="139" y="365"/>
                    <a:pt x="138" y="366"/>
                    <a:pt x="138" y="366"/>
                  </a:cubicBezTo>
                  <a:cubicBezTo>
                    <a:pt x="139" y="366"/>
                    <a:pt x="144" y="359"/>
                    <a:pt x="145" y="358"/>
                  </a:cubicBezTo>
                  <a:cubicBezTo>
                    <a:pt x="147" y="356"/>
                    <a:pt x="154" y="350"/>
                    <a:pt x="155" y="349"/>
                  </a:cubicBezTo>
                  <a:lnTo>
                    <a:pt x="155" y="349"/>
                  </a:lnTo>
                  <a:cubicBezTo>
                    <a:pt x="159" y="346"/>
                    <a:pt x="164" y="344"/>
                    <a:pt x="169" y="341"/>
                  </a:cubicBezTo>
                  <a:cubicBezTo>
                    <a:pt x="173" y="338"/>
                    <a:pt x="178" y="335"/>
                    <a:pt x="182" y="334"/>
                  </a:cubicBezTo>
                  <a:cubicBezTo>
                    <a:pt x="185" y="332"/>
                    <a:pt x="187" y="332"/>
                    <a:pt x="187" y="332"/>
                  </a:cubicBezTo>
                  <a:lnTo>
                    <a:pt x="187" y="332"/>
                  </a:lnTo>
                  <a:cubicBezTo>
                    <a:pt x="187" y="332"/>
                    <a:pt x="187" y="332"/>
                    <a:pt x="186" y="332"/>
                  </a:cubicBezTo>
                  <a:lnTo>
                    <a:pt x="186" y="332"/>
                  </a:lnTo>
                  <a:cubicBezTo>
                    <a:pt x="188" y="332"/>
                    <a:pt x="189" y="332"/>
                    <a:pt x="192" y="331"/>
                  </a:cubicBezTo>
                  <a:cubicBezTo>
                    <a:pt x="206" y="326"/>
                    <a:pt x="217" y="322"/>
                    <a:pt x="231" y="319"/>
                  </a:cubicBezTo>
                  <a:cubicBezTo>
                    <a:pt x="239" y="318"/>
                    <a:pt x="246" y="318"/>
                    <a:pt x="253" y="317"/>
                  </a:cubicBezTo>
                  <a:cubicBezTo>
                    <a:pt x="260" y="315"/>
                    <a:pt x="259" y="315"/>
                    <a:pt x="258" y="315"/>
                  </a:cubicBezTo>
                  <a:cubicBezTo>
                    <a:pt x="258" y="315"/>
                    <a:pt x="257" y="315"/>
                    <a:pt x="264" y="314"/>
                  </a:cubicBezTo>
                  <a:cubicBezTo>
                    <a:pt x="280" y="312"/>
                    <a:pt x="295" y="311"/>
                    <a:pt x="311" y="311"/>
                  </a:cubicBezTo>
                  <a:cubicBezTo>
                    <a:pt x="427" y="304"/>
                    <a:pt x="566" y="318"/>
                    <a:pt x="668" y="249"/>
                  </a:cubicBezTo>
                  <a:cubicBezTo>
                    <a:pt x="736" y="205"/>
                    <a:pt x="766" y="134"/>
                    <a:pt x="771" y="56"/>
                  </a:cubicBezTo>
                  <a:cubicBezTo>
                    <a:pt x="774" y="19"/>
                    <a:pt x="746" y="1"/>
                    <a:pt x="717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600" lIns="91425" spcFirstLastPara="1" rIns="91425" wrap="square" tIns="12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70" name="Google Shape;2270;p16"/>
            <p:cNvSpPr/>
            <p:nvPr/>
          </p:nvSpPr>
          <p:spPr>
            <a:xfrm>
              <a:off x="8339400" y="718560"/>
              <a:ext cx="36000" cy="57599"/>
            </a:xfrm>
            <a:custGeom>
              <a:rect b="b" l="l" r="r" t="t"/>
              <a:pathLst>
                <a:path extrusionOk="0" h="1149" w="721">
                  <a:moveTo>
                    <a:pt x="643" y="0"/>
                  </a:moveTo>
                  <a:cubicBezTo>
                    <a:pt x="609" y="0"/>
                    <a:pt x="572" y="29"/>
                    <a:pt x="581" y="73"/>
                  </a:cubicBezTo>
                  <a:cubicBezTo>
                    <a:pt x="599" y="169"/>
                    <a:pt x="603" y="271"/>
                    <a:pt x="549" y="358"/>
                  </a:cubicBezTo>
                  <a:cubicBezTo>
                    <a:pt x="503" y="430"/>
                    <a:pt x="426" y="484"/>
                    <a:pt x="362" y="538"/>
                  </a:cubicBezTo>
                  <a:cubicBezTo>
                    <a:pt x="280" y="607"/>
                    <a:pt x="205" y="678"/>
                    <a:pt x="163" y="779"/>
                  </a:cubicBezTo>
                  <a:cubicBezTo>
                    <a:pt x="126" y="864"/>
                    <a:pt x="113" y="987"/>
                    <a:pt x="44" y="1052"/>
                  </a:cubicBezTo>
                  <a:cubicBezTo>
                    <a:pt x="0" y="1091"/>
                    <a:pt x="41" y="1148"/>
                    <a:pt x="87" y="1148"/>
                  </a:cubicBezTo>
                  <a:cubicBezTo>
                    <a:pt x="100" y="1148"/>
                    <a:pt x="114" y="1144"/>
                    <a:pt x="126" y="1133"/>
                  </a:cubicBezTo>
                  <a:cubicBezTo>
                    <a:pt x="205" y="1059"/>
                    <a:pt x="224" y="940"/>
                    <a:pt x="260" y="842"/>
                  </a:cubicBezTo>
                  <a:cubicBezTo>
                    <a:pt x="304" y="733"/>
                    <a:pt x="395" y="662"/>
                    <a:pt x="483" y="587"/>
                  </a:cubicBezTo>
                  <a:cubicBezTo>
                    <a:pt x="552" y="529"/>
                    <a:pt x="627" y="467"/>
                    <a:pt x="667" y="385"/>
                  </a:cubicBezTo>
                  <a:cubicBezTo>
                    <a:pt x="721" y="276"/>
                    <a:pt x="715" y="158"/>
                    <a:pt x="693" y="42"/>
                  </a:cubicBezTo>
                  <a:cubicBezTo>
                    <a:pt x="687" y="13"/>
                    <a:pt x="666" y="0"/>
                    <a:pt x="643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8800" lIns="91425" spcFirstLastPara="1" rIns="91425" wrap="square" tIns="28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71" name="Google Shape;2271;p16"/>
            <p:cNvSpPr/>
            <p:nvPr/>
          </p:nvSpPr>
          <p:spPr>
            <a:xfrm>
              <a:off x="8296200" y="686160"/>
              <a:ext cx="13320" cy="60839"/>
            </a:xfrm>
            <a:custGeom>
              <a:rect b="b" l="l" r="r" t="t"/>
              <a:pathLst>
                <a:path extrusionOk="0" h="1212" w="269">
                  <a:moveTo>
                    <a:pt x="128" y="1"/>
                  </a:moveTo>
                  <a:cubicBezTo>
                    <a:pt x="87" y="1"/>
                    <a:pt x="47" y="41"/>
                    <a:pt x="78" y="84"/>
                  </a:cubicBezTo>
                  <a:cubicBezTo>
                    <a:pt x="132" y="155"/>
                    <a:pt x="158" y="229"/>
                    <a:pt x="141" y="316"/>
                  </a:cubicBezTo>
                  <a:cubicBezTo>
                    <a:pt x="126" y="397"/>
                    <a:pt x="90" y="475"/>
                    <a:pt x="57" y="552"/>
                  </a:cubicBezTo>
                  <a:cubicBezTo>
                    <a:pt x="20" y="644"/>
                    <a:pt x="0" y="730"/>
                    <a:pt x="6" y="832"/>
                  </a:cubicBezTo>
                  <a:cubicBezTo>
                    <a:pt x="9" y="934"/>
                    <a:pt x="30" y="1038"/>
                    <a:pt x="14" y="1140"/>
                  </a:cubicBezTo>
                  <a:cubicBezTo>
                    <a:pt x="9" y="1183"/>
                    <a:pt x="45" y="1212"/>
                    <a:pt x="79" y="1212"/>
                  </a:cubicBezTo>
                  <a:cubicBezTo>
                    <a:pt x="101" y="1212"/>
                    <a:pt x="121" y="1199"/>
                    <a:pt x="126" y="1170"/>
                  </a:cubicBezTo>
                  <a:cubicBezTo>
                    <a:pt x="143" y="1059"/>
                    <a:pt x="128" y="953"/>
                    <a:pt x="122" y="841"/>
                  </a:cubicBezTo>
                  <a:cubicBezTo>
                    <a:pt x="119" y="786"/>
                    <a:pt x="119" y="729"/>
                    <a:pt x="135" y="675"/>
                  </a:cubicBezTo>
                  <a:cubicBezTo>
                    <a:pt x="149" y="625"/>
                    <a:pt x="170" y="580"/>
                    <a:pt x="190" y="532"/>
                  </a:cubicBezTo>
                  <a:cubicBezTo>
                    <a:pt x="221" y="453"/>
                    <a:pt x="254" y="373"/>
                    <a:pt x="261" y="285"/>
                  </a:cubicBezTo>
                  <a:cubicBezTo>
                    <a:pt x="268" y="190"/>
                    <a:pt x="234" y="103"/>
                    <a:pt x="177" y="26"/>
                  </a:cubicBezTo>
                  <a:cubicBezTo>
                    <a:pt x="164" y="8"/>
                    <a:pt x="146" y="1"/>
                    <a:pt x="128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0600" lIns="91425" spcFirstLastPara="1" rIns="91425" wrap="square" tIns="30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72" name="Google Shape;2272;p16"/>
            <p:cNvSpPr/>
            <p:nvPr/>
          </p:nvSpPr>
          <p:spPr>
            <a:xfrm>
              <a:off x="8208720" y="691560"/>
              <a:ext cx="30240" cy="58679"/>
            </a:xfrm>
            <a:custGeom>
              <a:rect b="b" l="l" r="r" t="t"/>
              <a:pathLst>
                <a:path extrusionOk="0" h="1174" w="611">
                  <a:moveTo>
                    <a:pt x="66" y="0"/>
                  </a:moveTo>
                  <a:cubicBezTo>
                    <a:pt x="0" y="0"/>
                    <a:pt x="3" y="107"/>
                    <a:pt x="73" y="115"/>
                  </a:cubicBezTo>
                  <a:lnTo>
                    <a:pt x="73" y="115"/>
                  </a:lnTo>
                  <a:cubicBezTo>
                    <a:pt x="72" y="115"/>
                    <a:pt x="72" y="115"/>
                    <a:pt x="71" y="115"/>
                  </a:cubicBezTo>
                  <a:cubicBezTo>
                    <a:pt x="67" y="115"/>
                    <a:pt x="84" y="120"/>
                    <a:pt x="87" y="121"/>
                  </a:cubicBezTo>
                  <a:cubicBezTo>
                    <a:pt x="85" y="121"/>
                    <a:pt x="84" y="121"/>
                    <a:pt x="84" y="121"/>
                  </a:cubicBezTo>
                  <a:lnTo>
                    <a:pt x="84" y="121"/>
                  </a:lnTo>
                  <a:cubicBezTo>
                    <a:pt x="81" y="121"/>
                    <a:pt x="95" y="128"/>
                    <a:pt x="96" y="128"/>
                  </a:cubicBezTo>
                  <a:cubicBezTo>
                    <a:pt x="98" y="128"/>
                    <a:pt x="115" y="148"/>
                    <a:pt x="119" y="154"/>
                  </a:cubicBezTo>
                  <a:cubicBezTo>
                    <a:pt x="145" y="186"/>
                    <a:pt x="159" y="226"/>
                    <a:pt x="172" y="267"/>
                  </a:cubicBezTo>
                  <a:cubicBezTo>
                    <a:pt x="207" y="373"/>
                    <a:pt x="225" y="484"/>
                    <a:pt x="248" y="595"/>
                  </a:cubicBezTo>
                  <a:cubicBezTo>
                    <a:pt x="272" y="708"/>
                    <a:pt x="296" y="821"/>
                    <a:pt x="337" y="930"/>
                  </a:cubicBezTo>
                  <a:cubicBezTo>
                    <a:pt x="371" y="1021"/>
                    <a:pt x="417" y="1112"/>
                    <a:pt x="500" y="1164"/>
                  </a:cubicBezTo>
                  <a:cubicBezTo>
                    <a:pt x="511" y="1171"/>
                    <a:pt x="521" y="1174"/>
                    <a:pt x="531" y="1174"/>
                  </a:cubicBezTo>
                  <a:cubicBezTo>
                    <a:pt x="580" y="1174"/>
                    <a:pt x="610" y="1100"/>
                    <a:pt x="558" y="1066"/>
                  </a:cubicBezTo>
                  <a:cubicBezTo>
                    <a:pt x="503" y="1031"/>
                    <a:pt x="473" y="964"/>
                    <a:pt x="451" y="905"/>
                  </a:cubicBezTo>
                  <a:cubicBezTo>
                    <a:pt x="417" y="818"/>
                    <a:pt x="395" y="728"/>
                    <a:pt x="376" y="637"/>
                  </a:cubicBezTo>
                  <a:cubicBezTo>
                    <a:pt x="339" y="468"/>
                    <a:pt x="319" y="283"/>
                    <a:pt x="238" y="127"/>
                  </a:cubicBezTo>
                  <a:cubicBezTo>
                    <a:pt x="203" y="59"/>
                    <a:pt x="149" y="9"/>
                    <a:pt x="74" y="1"/>
                  </a:cubicBezTo>
                  <a:cubicBezTo>
                    <a:pt x="71" y="0"/>
                    <a:pt x="69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9500" lIns="91425" spcFirstLastPara="1" rIns="91425" wrap="square" tIns="29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73" name="Google Shape;2273;p16"/>
            <p:cNvSpPr/>
            <p:nvPr/>
          </p:nvSpPr>
          <p:spPr>
            <a:xfrm>
              <a:off x="8169480" y="733680"/>
              <a:ext cx="34200" cy="41041"/>
            </a:xfrm>
            <a:custGeom>
              <a:rect b="b" l="l" r="r" t="t"/>
              <a:pathLst>
                <a:path extrusionOk="0" h="820" w="683">
                  <a:moveTo>
                    <a:pt x="55" y="1"/>
                  </a:moveTo>
                  <a:cubicBezTo>
                    <a:pt x="27" y="1"/>
                    <a:pt x="1" y="31"/>
                    <a:pt x="1" y="60"/>
                  </a:cubicBezTo>
                  <a:cubicBezTo>
                    <a:pt x="1" y="93"/>
                    <a:pt x="28" y="113"/>
                    <a:pt x="59" y="118"/>
                  </a:cubicBezTo>
                  <a:cubicBezTo>
                    <a:pt x="194" y="134"/>
                    <a:pt x="306" y="267"/>
                    <a:pt x="376" y="372"/>
                  </a:cubicBezTo>
                  <a:cubicBezTo>
                    <a:pt x="460" y="494"/>
                    <a:pt x="528" y="634"/>
                    <a:pt x="562" y="779"/>
                  </a:cubicBezTo>
                  <a:cubicBezTo>
                    <a:pt x="568" y="807"/>
                    <a:pt x="589" y="819"/>
                    <a:pt x="611" y="819"/>
                  </a:cubicBezTo>
                  <a:cubicBezTo>
                    <a:pt x="645" y="819"/>
                    <a:pt x="682" y="791"/>
                    <a:pt x="673" y="748"/>
                  </a:cubicBezTo>
                  <a:cubicBezTo>
                    <a:pt x="634" y="585"/>
                    <a:pt x="555" y="425"/>
                    <a:pt x="460" y="289"/>
                  </a:cubicBezTo>
                  <a:cubicBezTo>
                    <a:pt x="362" y="152"/>
                    <a:pt x="233" y="21"/>
                    <a:pt x="59" y="1"/>
                  </a:cubicBezTo>
                  <a:cubicBezTo>
                    <a:pt x="58" y="1"/>
                    <a:pt x="56" y="1"/>
                    <a:pt x="55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74" name="Google Shape;2274;p16"/>
            <p:cNvSpPr/>
            <p:nvPr/>
          </p:nvSpPr>
          <p:spPr>
            <a:xfrm>
              <a:off x="8125200" y="779040"/>
              <a:ext cx="55441" cy="30240"/>
            </a:xfrm>
            <a:custGeom>
              <a:rect b="b" l="l" r="r" t="t"/>
              <a:pathLst>
                <a:path extrusionOk="0" h="608" w="1106">
                  <a:moveTo>
                    <a:pt x="222" y="1"/>
                  </a:moveTo>
                  <a:cubicBezTo>
                    <a:pt x="164" y="1"/>
                    <a:pt x="106" y="22"/>
                    <a:pt x="54" y="52"/>
                  </a:cubicBezTo>
                  <a:cubicBezTo>
                    <a:pt x="0" y="84"/>
                    <a:pt x="33" y="160"/>
                    <a:pt x="83" y="160"/>
                  </a:cubicBezTo>
                  <a:cubicBezTo>
                    <a:pt x="92" y="160"/>
                    <a:pt x="102" y="157"/>
                    <a:pt x="112" y="151"/>
                  </a:cubicBezTo>
                  <a:cubicBezTo>
                    <a:pt x="149" y="130"/>
                    <a:pt x="184" y="116"/>
                    <a:pt x="218" y="116"/>
                  </a:cubicBezTo>
                  <a:cubicBezTo>
                    <a:pt x="246" y="116"/>
                    <a:pt x="274" y="126"/>
                    <a:pt x="299" y="150"/>
                  </a:cubicBezTo>
                  <a:cubicBezTo>
                    <a:pt x="359" y="203"/>
                    <a:pt x="396" y="278"/>
                    <a:pt x="438" y="347"/>
                  </a:cubicBezTo>
                  <a:cubicBezTo>
                    <a:pt x="488" y="424"/>
                    <a:pt x="544" y="498"/>
                    <a:pt x="622" y="551"/>
                  </a:cubicBezTo>
                  <a:cubicBezTo>
                    <a:pt x="679" y="587"/>
                    <a:pt x="749" y="603"/>
                    <a:pt x="817" y="607"/>
                  </a:cubicBezTo>
                  <a:cubicBezTo>
                    <a:pt x="826" y="608"/>
                    <a:pt x="835" y="608"/>
                    <a:pt x="844" y="608"/>
                  </a:cubicBezTo>
                  <a:cubicBezTo>
                    <a:pt x="874" y="608"/>
                    <a:pt x="902" y="606"/>
                    <a:pt x="933" y="602"/>
                  </a:cubicBezTo>
                  <a:lnTo>
                    <a:pt x="964" y="596"/>
                  </a:lnTo>
                  <a:cubicBezTo>
                    <a:pt x="981" y="596"/>
                    <a:pt x="987" y="595"/>
                    <a:pt x="977" y="590"/>
                  </a:cubicBezTo>
                  <a:cubicBezTo>
                    <a:pt x="977" y="590"/>
                    <a:pt x="978" y="590"/>
                    <a:pt x="979" y="590"/>
                  </a:cubicBezTo>
                  <a:lnTo>
                    <a:pt x="979" y="590"/>
                  </a:lnTo>
                  <a:cubicBezTo>
                    <a:pt x="982" y="591"/>
                    <a:pt x="986" y="592"/>
                    <a:pt x="989" y="593"/>
                  </a:cubicBezTo>
                  <a:cubicBezTo>
                    <a:pt x="992" y="594"/>
                    <a:pt x="994" y="594"/>
                    <a:pt x="997" y="594"/>
                  </a:cubicBezTo>
                  <a:lnTo>
                    <a:pt x="997" y="594"/>
                  </a:lnTo>
                  <a:cubicBezTo>
                    <a:pt x="999" y="595"/>
                    <a:pt x="1001" y="596"/>
                    <a:pt x="1004" y="596"/>
                  </a:cubicBezTo>
                  <a:cubicBezTo>
                    <a:pt x="1004" y="596"/>
                    <a:pt x="1004" y="596"/>
                    <a:pt x="1004" y="596"/>
                  </a:cubicBezTo>
                  <a:lnTo>
                    <a:pt x="1004" y="596"/>
                  </a:lnTo>
                  <a:cubicBezTo>
                    <a:pt x="1004" y="596"/>
                    <a:pt x="1005" y="596"/>
                    <a:pt x="1005" y="596"/>
                  </a:cubicBezTo>
                  <a:cubicBezTo>
                    <a:pt x="1009" y="597"/>
                    <a:pt x="1013" y="597"/>
                    <a:pt x="1016" y="597"/>
                  </a:cubicBezTo>
                  <a:cubicBezTo>
                    <a:pt x="1081" y="597"/>
                    <a:pt x="1106" y="497"/>
                    <a:pt x="1035" y="484"/>
                  </a:cubicBezTo>
                  <a:cubicBezTo>
                    <a:pt x="1033" y="484"/>
                    <a:pt x="1032" y="484"/>
                    <a:pt x="1031" y="483"/>
                  </a:cubicBezTo>
                  <a:lnTo>
                    <a:pt x="1031" y="483"/>
                  </a:lnTo>
                  <a:cubicBezTo>
                    <a:pt x="1026" y="483"/>
                    <a:pt x="1021" y="482"/>
                    <a:pt x="1018" y="481"/>
                  </a:cubicBezTo>
                  <a:cubicBezTo>
                    <a:pt x="1014" y="480"/>
                    <a:pt x="1010" y="480"/>
                    <a:pt x="1007" y="480"/>
                  </a:cubicBezTo>
                  <a:cubicBezTo>
                    <a:pt x="1006" y="480"/>
                    <a:pt x="1005" y="480"/>
                    <a:pt x="1005" y="480"/>
                  </a:cubicBezTo>
                  <a:lnTo>
                    <a:pt x="1005" y="480"/>
                  </a:lnTo>
                  <a:cubicBezTo>
                    <a:pt x="997" y="479"/>
                    <a:pt x="989" y="479"/>
                    <a:pt x="981" y="479"/>
                  </a:cubicBezTo>
                  <a:cubicBezTo>
                    <a:pt x="972" y="479"/>
                    <a:pt x="962" y="480"/>
                    <a:pt x="951" y="481"/>
                  </a:cubicBezTo>
                  <a:cubicBezTo>
                    <a:pt x="918" y="487"/>
                    <a:pt x="884" y="491"/>
                    <a:pt x="851" y="491"/>
                  </a:cubicBezTo>
                  <a:cubicBezTo>
                    <a:pt x="840" y="491"/>
                    <a:pt x="830" y="491"/>
                    <a:pt x="819" y="490"/>
                  </a:cubicBezTo>
                  <a:cubicBezTo>
                    <a:pt x="758" y="487"/>
                    <a:pt x="703" y="468"/>
                    <a:pt x="658" y="432"/>
                  </a:cubicBezTo>
                  <a:cubicBezTo>
                    <a:pt x="587" y="373"/>
                    <a:pt x="540" y="290"/>
                    <a:pt x="493" y="213"/>
                  </a:cubicBezTo>
                  <a:cubicBezTo>
                    <a:pt x="448" y="144"/>
                    <a:pt x="401" y="66"/>
                    <a:pt x="325" y="26"/>
                  </a:cubicBezTo>
                  <a:cubicBezTo>
                    <a:pt x="291" y="8"/>
                    <a:pt x="256" y="1"/>
                    <a:pt x="222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5100" lIns="91425" spcFirstLastPara="1" rIns="91425" wrap="square" tIns="15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75" name="Google Shape;2275;p16"/>
            <p:cNvSpPr/>
            <p:nvPr/>
          </p:nvSpPr>
          <p:spPr>
            <a:xfrm>
              <a:off x="8119800" y="823320"/>
              <a:ext cx="42841" cy="20520"/>
            </a:xfrm>
            <a:custGeom>
              <a:rect b="b" l="l" r="r" t="t"/>
              <a:pathLst>
                <a:path extrusionOk="0" h="418" w="856">
                  <a:moveTo>
                    <a:pt x="203" y="1"/>
                  </a:moveTo>
                  <a:cubicBezTo>
                    <a:pt x="152" y="1"/>
                    <a:pt x="101" y="15"/>
                    <a:pt x="55" y="42"/>
                  </a:cubicBezTo>
                  <a:cubicBezTo>
                    <a:pt x="1" y="73"/>
                    <a:pt x="33" y="149"/>
                    <a:pt x="84" y="149"/>
                  </a:cubicBezTo>
                  <a:cubicBezTo>
                    <a:pt x="93" y="149"/>
                    <a:pt x="103" y="146"/>
                    <a:pt x="113" y="141"/>
                  </a:cubicBezTo>
                  <a:cubicBezTo>
                    <a:pt x="143" y="124"/>
                    <a:pt x="173" y="116"/>
                    <a:pt x="202" y="116"/>
                  </a:cubicBezTo>
                  <a:cubicBezTo>
                    <a:pt x="227" y="116"/>
                    <a:pt x="252" y="122"/>
                    <a:pt x="276" y="132"/>
                  </a:cubicBezTo>
                  <a:cubicBezTo>
                    <a:pt x="339" y="161"/>
                    <a:pt x="392" y="204"/>
                    <a:pt x="443" y="251"/>
                  </a:cubicBezTo>
                  <a:cubicBezTo>
                    <a:pt x="521" y="319"/>
                    <a:pt x="622" y="417"/>
                    <a:pt x="734" y="417"/>
                  </a:cubicBezTo>
                  <a:cubicBezTo>
                    <a:pt x="754" y="417"/>
                    <a:pt x="775" y="414"/>
                    <a:pt x="796" y="407"/>
                  </a:cubicBezTo>
                  <a:cubicBezTo>
                    <a:pt x="856" y="385"/>
                    <a:pt x="837" y="293"/>
                    <a:pt x="782" y="293"/>
                  </a:cubicBezTo>
                  <a:cubicBezTo>
                    <a:pt x="776" y="293"/>
                    <a:pt x="770" y="294"/>
                    <a:pt x="763" y="297"/>
                  </a:cubicBezTo>
                  <a:cubicBezTo>
                    <a:pt x="756" y="298"/>
                    <a:pt x="750" y="299"/>
                    <a:pt x="743" y="302"/>
                  </a:cubicBezTo>
                  <a:lnTo>
                    <a:pt x="733" y="302"/>
                  </a:lnTo>
                  <a:cubicBezTo>
                    <a:pt x="731" y="302"/>
                    <a:pt x="725" y="302"/>
                    <a:pt x="722" y="301"/>
                  </a:cubicBezTo>
                  <a:lnTo>
                    <a:pt x="722" y="301"/>
                  </a:lnTo>
                  <a:cubicBezTo>
                    <a:pt x="716" y="299"/>
                    <a:pt x="710" y="298"/>
                    <a:pt x="705" y="297"/>
                  </a:cubicBezTo>
                  <a:cubicBezTo>
                    <a:pt x="685" y="291"/>
                    <a:pt x="658" y="275"/>
                    <a:pt x="631" y="258"/>
                  </a:cubicBezTo>
                  <a:cubicBezTo>
                    <a:pt x="580" y="223"/>
                    <a:pt x="528" y="170"/>
                    <a:pt x="477" y="128"/>
                  </a:cubicBezTo>
                  <a:cubicBezTo>
                    <a:pt x="417" y="81"/>
                    <a:pt x="358" y="36"/>
                    <a:pt x="286" y="13"/>
                  </a:cubicBezTo>
                  <a:cubicBezTo>
                    <a:pt x="258" y="5"/>
                    <a:pt x="231" y="1"/>
                    <a:pt x="203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425" lIns="91425" spcFirstLastPara="1" rIns="91425" wrap="square" tIns="10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76" name="Google Shape;2276;p16"/>
            <p:cNvSpPr/>
            <p:nvPr/>
          </p:nvSpPr>
          <p:spPr>
            <a:xfrm>
              <a:off x="8111520" y="893880"/>
              <a:ext cx="45001" cy="12960"/>
            </a:xfrm>
            <a:custGeom>
              <a:rect b="b" l="l" r="r" t="t"/>
              <a:pathLst>
                <a:path extrusionOk="0" h="267" w="898">
                  <a:moveTo>
                    <a:pt x="57" y="114"/>
                  </a:moveTo>
                  <a:cubicBezTo>
                    <a:pt x="56" y="115"/>
                    <a:pt x="55" y="116"/>
                    <a:pt x="54" y="117"/>
                  </a:cubicBezTo>
                  <a:cubicBezTo>
                    <a:pt x="55" y="116"/>
                    <a:pt x="56" y="115"/>
                    <a:pt x="57" y="114"/>
                  </a:cubicBezTo>
                  <a:close/>
                  <a:moveTo>
                    <a:pt x="337" y="0"/>
                  </a:moveTo>
                  <a:cubicBezTo>
                    <a:pt x="296" y="0"/>
                    <a:pt x="256" y="3"/>
                    <a:pt x="216" y="11"/>
                  </a:cubicBezTo>
                  <a:cubicBezTo>
                    <a:pt x="173" y="20"/>
                    <a:pt x="141" y="37"/>
                    <a:pt x="109" y="65"/>
                  </a:cubicBezTo>
                  <a:cubicBezTo>
                    <a:pt x="99" y="75"/>
                    <a:pt x="89" y="84"/>
                    <a:pt x="79" y="94"/>
                  </a:cubicBezTo>
                  <a:lnTo>
                    <a:pt x="79" y="94"/>
                  </a:lnTo>
                  <a:cubicBezTo>
                    <a:pt x="77" y="93"/>
                    <a:pt x="74" y="93"/>
                    <a:pt x="71" y="93"/>
                  </a:cubicBezTo>
                  <a:cubicBezTo>
                    <a:pt x="37" y="93"/>
                    <a:pt x="0" y="121"/>
                    <a:pt x="9" y="164"/>
                  </a:cubicBezTo>
                  <a:cubicBezTo>
                    <a:pt x="16" y="197"/>
                    <a:pt x="41" y="225"/>
                    <a:pt x="76" y="225"/>
                  </a:cubicBezTo>
                  <a:cubicBezTo>
                    <a:pt x="76" y="225"/>
                    <a:pt x="77" y="225"/>
                    <a:pt x="78" y="225"/>
                  </a:cubicBezTo>
                  <a:cubicBezTo>
                    <a:pt x="111" y="224"/>
                    <a:pt x="136" y="198"/>
                    <a:pt x="158" y="177"/>
                  </a:cubicBezTo>
                  <a:cubicBezTo>
                    <a:pt x="180" y="154"/>
                    <a:pt x="200" y="132"/>
                    <a:pt x="233" y="125"/>
                  </a:cubicBezTo>
                  <a:cubicBezTo>
                    <a:pt x="268" y="116"/>
                    <a:pt x="305" y="114"/>
                    <a:pt x="341" y="114"/>
                  </a:cubicBezTo>
                  <a:cubicBezTo>
                    <a:pt x="354" y="114"/>
                    <a:pt x="367" y="114"/>
                    <a:pt x="380" y="115"/>
                  </a:cubicBezTo>
                  <a:cubicBezTo>
                    <a:pt x="465" y="120"/>
                    <a:pt x="551" y="134"/>
                    <a:pt x="635" y="153"/>
                  </a:cubicBezTo>
                  <a:cubicBezTo>
                    <a:pt x="668" y="160"/>
                    <a:pt x="699" y="167"/>
                    <a:pt x="729" y="178"/>
                  </a:cubicBezTo>
                  <a:cubicBezTo>
                    <a:pt x="741" y="184"/>
                    <a:pt x="756" y="191"/>
                    <a:pt x="767" y="200"/>
                  </a:cubicBezTo>
                  <a:cubicBezTo>
                    <a:pt x="769" y="203"/>
                    <a:pt x="773" y="209"/>
                    <a:pt x="775" y="209"/>
                  </a:cubicBezTo>
                  <a:cubicBezTo>
                    <a:pt x="775" y="209"/>
                    <a:pt x="775" y="208"/>
                    <a:pt x="775" y="207"/>
                  </a:cubicBezTo>
                  <a:cubicBezTo>
                    <a:pt x="778" y="238"/>
                    <a:pt x="798" y="266"/>
                    <a:pt x="833" y="266"/>
                  </a:cubicBezTo>
                  <a:cubicBezTo>
                    <a:pt x="863" y="263"/>
                    <a:pt x="897" y="238"/>
                    <a:pt x="893" y="207"/>
                  </a:cubicBezTo>
                  <a:cubicBezTo>
                    <a:pt x="873" y="49"/>
                    <a:pt x="648" y="35"/>
                    <a:pt x="526" y="18"/>
                  </a:cubicBezTo>
                  <a:cubicBezTo>
                    <a:pt x="463" y="8"/>
                    <a:pt x="400" y="0"/>
                    <a:pt x="337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475" lIns="91425" spcFirstLastPara="1" rIns="91425" wrap="square" tIns="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77" name="Google Shape;2277;p16"/>
            <p:cNvSpPr/>
            <p:nvPr/>
          </p:nvSpPr>
          <p:spPr>
            <a:xfrm>
              <a:off x="8132400" y="954720"/>
              <a:ext cx="42479" cy="10800"/>
            </a:xfrm>
            <a:custGeom>
              <a:rect b="b" l="l" r="r" t="t"/>
              <a:pathLst>
                <a:path extrusionOk="0" h="222" w="853">
                  <a:moveTo>
                    <a:pt x="783" y="0"/>
                  </a:moveTo>
                  <a:cubicBezTo>
                    <a:pt x="781" y="0"/>
                    <a:pt x="780" y="0"/>
                    <a:pt x="778" y="0"/>
                  </a:cubicBezTo>
                  <a:cubicBezTo>
                    <a:pt x="655" y="12"/>
                    <a:pt x="534" y="61"/>
                    <a:pt x="414" y="88"/>
                  </a:cubicBezTo>
                  <a:cubicBezTo>
                    <a:pt x="364" y="97"/>
                    <a:pt x="312" y="107"/>
                    <a:pt x="262" y="107"/>
                  </a:cubicBezTo>
                  <a:cubicBezTo>
                    <a:pt x="250" y="107"/>
                    <a:pt x="239" y="106"/>
                    <a:pt x="228" y="105"/>
                  </a:cubicBezTo>
                  <a:cubicBezTo>
                    <a:pt x="210" y="104"/>
                    <a:pt x="178" y="97"/>
                    <a:pt x="163" y="88"/>
                  </a:cubicBezTo>
                  <a:cubicBezTo>
                    <a:pt x="144" y="75"/>
                    <a:pt x="134" y="67"/>
                    <a:pt x="123" y="41"/>
                  </a:cubicBezTo>
                  <a:cubicBezTo>
                    <a:pt x="113" y="21"/>
                    <a:pt x="96" y="12"/>
                    <a:pt x="79" y="12"/>
                  </a:cubicBezTo>
                  <a:cubicBezTo>
                    <a:pt x="41" y="12"/>
                    <a:pt x="1" y="54"/>
                    <a:pt x="24" y="99"/>
                  </a:cubicBezTo>
                  <a:cubicBezTo>
                    <a:pt x="70" y="195"/>
                    <a:pt x="166" y="221"/>
                    <a:pt x="264" y="221"/>
                  </a:cubicBezTo>
                  <a:cubicBezTo>
                    <a:pt x="308" y="221"/>
                    <a:pt x="353" y="216"/>
                    <a:pt x="394" y="209"/>
                  </a:cubicBezTo>
                  <a:cubicBezTo>
                    <a:pt x="466" y="196"/>
                    <a:pt x="540" y="175"/>
                    <a:pt x="612" y="155"/>
                  </a:cubicBezTo>
                  <a:cubicBezTo>
                    <a:pt x="645" y="146"/>
                    <a:pt x="677" y="138"/>
                    <a:pt x="711" y="128"/>
                  </a:cubicBezTo>
                  <a:cubicBezTo>
                    <a:pt x="725" y="125"/>
                    <a:pt x="740" y="122"/>
                    <a:pt x="754" y="119"/>
                  </a:cubicBezTo>
                  <a:cubicBezTo>
                    <a:pt x="758" y="118"/>
                    <a:pt x="764" y="118"/>
                    <a:pt x="769" y="116"/>
                  </a:cubicBezTo>
                  <a:cubicBezTo>
                    <a:pt x="770" y="116"/>
                    <a:pt x="771" y="116"/>
                    <a:pt x="771" y="116"/>
                  </a:cubicBezTo>
                  <a:lnTo>
                    <a:pt x="771" y="116"/>
                  </a:lnTo>
                  <a:cubicBezTo>
                    <a:pt x="772" y="116"/>
                    <a:pt x="773" y="116"/>
                    <a:pt x="778" y="116"/>
                  </a:cubicBezTo>
                  <a:cubicBezTo>
                    <a:pt x="850" y="110"/>
                    <a:pt x="853" y="0"/>
                    <a:pt x="783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00" lIns="91425" spcFirstLastPara="1" rIns="91425" wrap="square" tIns="5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78" name="Google Shape;2278;p16"/>
            <p:cNvSpPr/>
            <p:nvPr/>
          </p:nvSpPr>
          <p:spPr>
            <a:xfrm>
              <a:off x="8172360" y="1001880"/>
              <a:ext cx="52919" cy="14400"/>
            </a:xfrm>
            <a:custGeom>
              <a:rect b="b" l="l" r="r" t="t"/>
              <a:pathLst>
                <a:path extrusionOk="0" h="296" w="1056">
                  <a:moveTo>
                    <a:pt x="966" y="0"/>
                  </a:moveTo>
                  <a:cubicBezTo>
                    <a:pt x="963" y="0"/>
                    <a:pt x="959" y="0"/>
                    <a:pt x="956" y="1"/>
                  </a:cubicBezTo>
                  <a:cubicBezTo>
                    <a:pt x="814" y="24"/>
                    <a:pt x="699" y="117"/>
                    <a:pt x="563" y="154"/>
                  </a:cubicBezTo>
                  <a:cubicBezTo>
                    <a:pt x="492" y="173"/>
                    <a:pt x="421" y="181"/>
                    <a:pt x="349" y="181"/>
                  </a:cubicBezTo>
                  <a:cubicBezTo>
                    <a:pt x="266" y="181"/>
                    <a:pt x="182" y="171"/>
                    <a:pt x="100" y="157"/>
                  </a:cubicBezTo>
                  <a:cubicBezTo>
                    <a:pt x="96" y="156"/>
                    <a:pt x="92" y="156"/>
                    <a:pt x="88" y="156"/>
                  </a:cubicBezTo>
                  <a:cubicBezTo>
                    <a:pt x="24" y="156"/>
                    <a:pt x="0" y="257"/>
                    <a:pt x="70" y="267"/>
                  </a:cubicBezTo>
                  <a:cubicBezTo>
                    <a:pt x="163" y="284"/>
                    <a:pt x="257" y="295"/>
                    <a:pt x="351" y="295"/>
                  </a:cubicBezTo>
                  <a:cubicBezTo>
                    <a:pt x="421" y="295"/>
                    <a:pt x="491" y="289"/>
                    <a:pt x="560" y="273"/>
                  </a:cubicBezTo>
                  <a:cubicBezTo>
                    <a:pt x="712" y="239"/>
                    <a:pt x="835" y="137"/>
                    <a:pt x="985" y="112"/>
                  </a:cubicBezTo>
                  <a:cubicBezTo>
                    <a:pt x="1055" y="101"/>
                    <a:pt x="1032" y="0"/>
                    <a:pt x="966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200" lIns="91425" spcFirstLastPara="1" rIns="91425" wrap="square" tIns="7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79" name="Google Shape;2279;p16"/>
            <p:cNvSpPr/>
            <p:nvPr/>
          </p:nvSpPr>
          <p:spPr>
            <a:xfrm>
              <a:off x="8181720" y="864720"/>
              <a:ext cx="63362" cy="87120"/>
            </a:xfrm>
            <a:custGeom>
              <a:rect b="b" l="l" r="r" t="t"/>
              <a:pathLst>
                <a:path extrusionOk="0" h="1734" w="1263">
                  <a:moveTo>
                    <a:pt x="391" y="116"/>
                  </a:moveTo>
                  <a:cubicBezTo>
                    <a:pt x="424" y="116"/>
                    <a:pt x="459" y="121"/>
                    <a:pt x="495" y="130"/>
                  </a:cubicBezTo>
                  <a:cubicBezTo>
                    <a:pt x="635" y="165"/>
                    <a:pt x="785" y="242"/>
                    <a:pt x="894" y="340"/>
                  </a:cubicBezTo>
                  <a:cubicBezTo>
                    <a:pt x="1093" y="520"/>
                    <a:pt x="1144" y="789"/>
                    <a:pt x="1101" y="1044"/>
                  </a:cubicBezTo>
                  <a:cubicBezTo>
                    <a:pt x="1070" y="1231"/>
                    <a:pt x="1003" y="1509"/>
                    <a:pt x="814" y="1594"/>
                  </a:cubicBezTo>
                  <a:cubicBezTo>
                    <a:pt x="777" y="1610"/>
                    <a:pt x="742" y="1618"/>
                    <a:pt x="707" y="1618"/>
                  </a:cubicBezTo>
                  <a:cubicBezTo>
                    <a:pt x="515" y="1618"/>
                    <a:pt x="355" y="1390"/>
                    <a:pt x="285" y="1235"/>
                  </a:cubicBezTo>
                  <a:cubicBezTo>
                    <a:pt x="145" y="931"/>
                    <a:pt x="152" y="590"/>
                    <a:pt x="118" y="263"/>
                  </a:cubicBezTo>
                  <a:cubicBezTo>
                    <a:pt x="189" y="165"/>
                    <a:pt x="283" y="116"/>
                    <a:pt x="391" y="116"/>
                  </a:cubicBezTo>
                  <a:close/>
                  <a:moveTo>
                    <a:pt x="394" y="0"/>
                  </a:moveTo>
                  <a:cubicBezTo>
                    <a:pt x="243" y="0"/>
                    <a:pt x="117" y="74"/>
                    <a:pt x="24" y="201"/>
                  </a:cubicBezTo>
                  <a:cubicBezTo>
                    <a:pt x="14" y="206"/>
                    <a:pt x="7" y="215"/>
                    <a:pt x="4" y="229"/>
                  </a:cubicBezTo>
                  <a:lnTo>
                    <a:pt x="4" y="232"/>
                  </a:lnTo>
                  <a:cubicBezTo>
                    <a:pt x="0" y="243"/>
                    <a:pt x="2" y="256"/>
                    <a:pt x="7" y="267"/>
                  </a:cubicBezTo>
                  <a:cubicBezTo>
                    <a:pt x="43" y="609"/>
                    <a:pt x="38" y="957"/>
                    <a:pt x="180" y="1278"/>
                  </a:cubicBezTo>
                  <a:cubicBezTo>
                    <a:pt x="271" y="1484"/>
                    <a:pt x="466" y="1733"/>
                    <a:pt x="712" y="1733"/>
                  </a:cubicBezTo>
                  <a:cubicBezTo>
                    <a:pt x="748" y="1733"/>
                    <a:pt x="786" y="1728"/>
                    <a:pt x="825" y="1716"/>
                  </a:cubicBezTo>
                  <a:cubicBezTo>
                    <a:pt x="1071" y="1638"/>
                    <a:pt x="1171" y="1326"/>
                    <a:pt x="1210" y="1099"/>
                  </a:cubicBezTo>
                  <a:cubicBezTo>
                    <a:pt x="1263" y="800"/>
                    <a:pt x="1216" y="487"/>
                    <a:pt x="989" y="270"/>
                  </a:cubicBezTo>
                  <a:cubicBezTo>
                    <a:pt x="923" y="206"/>
                    <a:pt x="845" y="155"/>
                    <a:pt x="761" y="114"/>
                  </a:cubicBezTo>
                  <a:cubicBezTo>
                    <a:pt x="675" y="73"/>
                    <a:pt x="584" y="29"/>
                    <a:pt x="489" y="9"/>
                  </a:cubicBezTo>
                  <a:cubicBezTo>
                    <a:pt x="456" y="3"/>
                    <a:pt x="424" y="0"/>
                    <a:pt x="394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3550" lIns="91425" spcFirstLastPara="1" rIns="91425" wrap="square" tIns="435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80" name="Google Shape;2280;p16"/>
            <p:cNvSpPr/>
            <p:nvPr/>
          </p:nvSpPr>
          <p:spPr>
            <a:xfrm>
              <a:off x="8259120" y="774360"/>
              <a:ext cx="97202" cy="169200"/>
            </a:xfrm>
            <a:custGeom>
              <a:rect b="b" l="l" r="r" t="t"/>
              <a:pathLst>
                <a:path extrusionOk="0" h="3367" w="1936">
                  <a:moveTo>
                    <a:pt x="764" y="114"/>
                  </a:moveTo>
                  <a:cubicBezTo>
                    <a:pt x="946" y="114"/>
                    <a:pt x="1120" y="252"/>
                    <a:pt x="1248" y="364"/>
                  </a:cubicBezTo>
                  <a:cubicBezTo>
                    <a:pt x="1616" y="688"/>
                    <a:pt x="1762" y="1200"/>
                    <a:pt x="1805" y="1674"/>
                  </a:cubicBezTo>
                  <a:cubicBezTo>
                    <a:pt x="1822" y="1917"/>
                    <a:pt x="1822" y="2165"/>
                    <a:pt x="1785" y="2404"/>
                  </a:cubicBezTo>
                  <a:cubicBezTo>
                    <a:pt x="1744" y="2661"/>
                    <a:pt x="1672" y="2963"/>
                    <a:pt x="1487" y="3157"/>
                  </a:cubicBezTo>
                  <a:cubicBezTo>
                    <a:pt x="1435" y="3210"/>
                    <a:pt x="1375" y="3248"/>
                    <a:pt x="1314" y="3248"/>
                  </a:cubicBezTo>
                  <a:cubicBezTo>
                    <a:pt x="1275" y="3248"/>
                    <a:pt x="1236" y="3232"/>
                    <a:pt x="1198" y="3195"/>
                  </a:cubicBezTo>
                  <a:cubicBezTo>
                    <a:pt x="1099" y="3093"/>
                    <a:pt x="1062" y="2936"/>
                    <a:pt x="1025" y="2803"/>
                  </a:cubicBezTo>
                  <a:cubicBezTo>
                    <a:pt x="943" y="2522"/>
                    <a:pt x="889" y="2214"/>
                    <a:pt x="722" y="1968"/>
                  </a:cubicBezTo>
                  <a:cubicBezTo>
                    <a:pt x="639" y="1845"/>
                    <a:pt x="532" y="1740"/>
                    <a:pt x="430" y="1632"/>
                  </a:cubicBezTo>
                  <a:cubicBezTo>
                    <a:pt x="332" y="1531"/>
                    <a:pt x="218" y="1419"/>
                    <a:pt x="171" y="1285"/>
                  </a:cubicBezTo>
                  <a:cubicBezTo>
                    <a:pt x="134" y="1170"/>
                    <a:pt x="133" y="1040"/>
                    <a:pt x="150" y="922"/>
                  </a:cubicBezTo>
                  <a:cubicBezTo>
                    <a:pt x="164" y="811"/>
                    <a:pt x="195" y="685"/>
                    <a:pt x="269" y="597"/>
                  </a:cubicBezTo>
                  <a:cubicBezTo>
                    <a:pt x="270" y="596"/>
                    <a:pt x="274" y="592"/>
                    <a:pt x="276" y="589"/>
                  </a:cubicBezTo>
                  <a:cubicBezTo>
                    <a:pt x="280" y="585"/>
                    <a:pt x="281" y="582"/>
                    <a:pt x="284" y="576"/>
                  </a:cubicBezTo>
                  <a:cubicBezTo>
                    <a:pt x="287" y="575"/>
                    <a:pt x="287" y="571"/>
                    <a:pt x="288" y="569"/>
                  </a:cubicBezTo>
                  <a:cubicBezTo>
                    <a:pt x="372" y="391"/>
                    <a:pt x="497" y="150"/>
                    <a:pt x="715" y="117"/>
                  </a:cubicBezTo>
                  <a:cubicBezTo>
                    <a:pt x="731" y="115"/>
                    <a:pt x="748" y="114"/>
                    <a:pt x="764" y="114"/>
                  </a:cubicBezTo>
                  <a:close/>
                  <a:moveTo>
                    <a:pt x="764" y="0"/>
                  </a:moveTo>
                  <a:cubicBezTo>
                    <a:pt x="755" y="0"/>
                    <a:pt x="746" y="0"/>
                    <a:pt x="738" y="1"/>
                  </a:cubicBezTo>
                  <a:cubicBezTo>
                    <a:pt x="457" y="15"/>
                    <a:pt x="288" y="290"/>
                    <a:pt x="182" y="518"/>
                  </a:cubicBezTo>
                  <a:lnTo>
                    <a:pt x="182" y="520"/>
                  </a:lnTo>
                  <a:cubicBezTo>
                    <a:pt x="35" y="698"/>
                    <a:pt x="1" y="973"/>
                    <a:pt x="32" y="1194"/>
                  </a:cubicBezTo>
                  <a:cubicBezTo>
                    <a:pt x="72" y="1478"/>
                    <a:pt x="304" y="1662"/>
                    <a:pt x="487" y="1860"/>
                  </a:cubicBezTo>
                  <a:cubicBezTo>
                    <a:pt x="602" y="1986"/>
                    <a:pt x="687" y="2122"/>
                    <a:pt x="748" y="2282"/>
                  </a:cubicBezTo>
                  <a:cubicBezTo>
                    <a:pt x="807" y="2441"/>
                    <a:pt x="848" y="2607"/>
                    <a:pt x="894" y="2771"/>
                  </a:cubicBezTo>
                  <a:cubicBezTo>
                    <a:pt x="950" y="2968"/>
                    <a:pt x="1044" y="3367"/>
                    <a:pt x="1308" y="3367"/>
                  </a:cubicBezTo>
                  <a:cubicBezTo>
                    <a:pt x="1324" y="3367"/>
                    <a:pt x="1341" y="3365"/>
                    <a:pt x="1358" y="3362"/>
                  </a:cubicBezTo>
                  <a:cubicBezTo>
                    <a:pt x="1489" y="3338"/>
                    <a:pt x="1587" y="3226"/>
                    <a:pt x="1657" y="3120"/>
                  </a:cubicBezTo>
                  <a:cubicBezTo>
                    <a:pt x="1740" y="2997"/>
                    <a:pt x="1793" y="2856"/>
                    <a:pt x="1835" y="2715"/>
                  </a:cubicBezTo>
                  <a:cubicBezTo>
                    <a:pt x="1913" y="2441"/>
                    <a:pt x="1935" y="2155"/>
                    <a:pt x="1928" y="1873"/>
                  </a:cubicBezTo>
                  <a:cubicBezTo>
                    <a:pt x="1913" y="1343"/>
                    <a:pt x="1789" y="759"/>
                    <a:pt x="1411" y="364"/>
                  </a:cubicBezTo>
                  <a:cubicBezTo>
                    <a:pt x="1251" y="194"/>
                    <a:pt x="1012" y="0"/>
                    <a:pt x="764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4600" lIns="91425" spcFirstLastPara="1" rIns="91425" wrap="square" tIns="84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81" name="Google Shape;2281;p16"/>
            <p:cNvSpPr/>
            <p:nvPr/>
          </p:nvSpPr>
          <p:spPr>
            <a:xfrm>
              <a:off x="8287920" y="973440"/>
              <a:ext cx="129601" cy="161998"/>
            </a:xfrm>
            <a:custGeom>
              <a:rect b="b" l="l" r="r" t="t"/>
              <a:pathLst>
                <a:path extrusionOk="0" h="3224" w="2579">
                  <a:moveTo>
                    <a:pt x="833" y="122"/>
                  </a:moveTo>
                  <a:cubicBezTo>
                    <a:pt x="867" y="122"/>
                    <a:pt x="902" y="124"/>
                    <a:pt x="936" y="126"/>
                  </a:cubicBezTo>
                  <a:cubicBezTo>
                    <a:pt x="1226" y="152"/>
                    <a:pt x="1508" y="272"/>
                    <a:pt x="1736" y="452"/>
                  </a:cubicBezTo>
                  <a:cubicBezTo>
                    <a:pt x="1986" y="651"/>
                    <a:pt x="2174" y="926"/>
                    <a:pt x="2288" y="1222"/>
                  </a:cubicBezTo>
                  <a:cubicBezTo>
                    <a:pt x="2343" y="1366"/>
                    <a:pt x="2383" y="1517"/>
                    <a:pt x="2408" y="1671"/>
                  </a:cubicBezTo>
                  <a:cubicBezTo>
                    <a:pt x="2426" y="1799"/>
                    <a:pt x="2443" y="1939"/>
                    <a:pt x="2425" y="2068"/>
                  </a:cubicBezTo>
                  <a:cubicBezTo>
                    <a:pt x="2401" y="2261"/>
                    <a:pt x="2339" y="2458"/>
                    <a:pt x="2259" y="2636"/>
                  </a:cubicBezTo>
                  <a:cubicBezTo>
                    <a:pt x="2187" y="2799"/>
                    <a:pt x="2082" y="3007"/>
                    <a:pt x="1911" y="3085"/>
                  </a:cubicBezTo>
                  <a:cubicBezTo>
                    <a:pt x="1873" y="3103"/>
                    <a:pt x="1837" y="3110"/>
                    <a:pt x="1802" y="3110"/>
                  </a:cubicBezTo>
                  <a:cubicBezTo>
                    <a:pt x="1622" y="3110"/>
                    <a:pt x="1482" y="2904"/>
                    <a:pt x="1419" y="2750"/>
                  </a:cubicBezTo>
                  <a:cubicBezTo>
                    <a:pt x="1297" y="2445"/>
                    <a:pt x="1273" y="2109"/>
                    <a:pt x="1168" y="1796"/>
                  </a:cubicBezTo>
                  <a:cubicBezTo>
                    <a:pt x="1104" y="1606"/>
                    <a:pt x="1021" y="1422"/>
                    <a:pt x="907" y="1257"/>
                  </a:cubicBezTo>
                  <a:cubicBezTo>
                    <a:pt x="829" y="1147"/>
                    <a:pt x="743" y="1063"/>
                    <a:pt x="638" y="978"/>
                  </a:cubicBezTo>
                  <a:cubicBezTo>
                    <a:pt x="528" y="892"/>
                    <a:pt x="413" y="805"/>
                    <a:pt x="315" y="702"/>
                  </a:cubicBezTo>
                  <a:cubicBezTo>
                    <a:pt x="237" y="621"/>
                    <a:pt x="159" y="516"/>
                    <a:pt x="194" y="401"/>
                  </a:cubicBezTo>
                  <a:cubicBezTo>
                    <a:pt x="194" y="401"/>
                    <a:pt x="197" y="401"/>
                    <a:pt x="197" y="400"/>
                  </a:cubicBezTo>
                  <a:cubicBezTo>
                    <a:pt x="346" y="196"/>
                    <a:pt x="590" y="122"/>
                    <a:pt x="833" y="122"/>
                  </a:cubicBezTo>
                  <a:close/>
                  <a:moveTo>
                    <a:pt x="810" y="1"/>
                  </a:moveTo>
                  <a:cubicBezTo>
                    <a:pt x="534" y="1"/>
                    <a:pt x="274" y="97"/>
                    <a:pt x="94" y="340"/>
                  </a:cubicBezTo>
                  <a:cubicBezTo>
                    <a:pt x="87" y="350"/>
                    <a:pt x="85" y="359"/>
                    <a:pt x="85" y="366"/>
                  </a:cubicBezTo>
                  <a:cubicBezTo>
                    <a:pt x="84" y="367"/>
                    <a:pt x="84" y="369"/>
                    <a:pt x="84" y="370"/>
                  </a:cubicBezTo>
                  <a:cubicBezTo>
                    <a:pt x="0" y="615"/>
                    <a:pt x="271" y="834"/>
                    <a:pt x="438" y="967"/>
                  </a:cubicBezTo>
                  <a:cubicBezTo>
                    <a:pt x="530" y="1041"/>
                    <a:pt x="631" y="1110"/>
                    <a:pt x="715" y="1195"/>
                  </a:cubicBezTo>
                  <a:cubicBezTo>
                    <a:pt x="845" y="1330"/>
                    <a:pt x="940" y="1517"/>
                    <a:pt x="1008" y="1688"/>
                  </a:cubicBezTo>
                  <a:cubicBezTo>
                    <a:pt x="1143" y="2028"/>
                    <a:pt x="1171" y="2397"/>
                    <a:pt x="1294" y="2740"/>
                  </a:cubicBezTo>
                  <a:cubicBezTo>
                    <a:pt x="1372" y="2959"/>
                    <a:pt x="1537" y="3223"/>
                    <a:pt x="1798" y="3223"/>
                  </a:cubicBezTo>
                  <a:cubicBezTo>
                    <a:pt x="1814" y="3223"/>
                    <a:pt x="1830" y="3222"/>
                    <a:pt x="1847" y="3220"/>
                  </a:cubicBezTo>
                  <a:cubicBezTo>
                    <a:pt x="2055" y="3195"/>
                    <a:pt x="2201" y="2996"/>
                    <a:pt x="2293" y="2825"/>
                  </a:cubicBezTo>
                  <a:cubicBezTo>
                    <a:pt x="2402" y="2623"/>
                    <a:pt x="2479" y="2402"/>
                    <a:pt x="2521" y="2180"/>
                  </a:cubicBezTo>
                  <a:cubicBezTo>
                    <a:pt x="2578" y="1902"/>
                    <a:pt x="2528" y="1600"/>
                    <a:pt x="2445" y="1331"/>
                  </a:cubicBezTo>
                  <a:cubicBezTo>
                    <a:pt x="2346" y="1009"/>
                    <a:pt x="2173" y="702"/>
                    <a:pt x="1926" y="467"/>
                  </a:cubicBezTo>
                  <a:cubicBezTo>
                    <a:pt x="1658" y="210"/>
                    <a:pt x="1217" y="1"/>
                    <a:pt x="810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1000" lIns="91425" spcFirstLastPara="1" rIns="91425" wrap="square" tIns="81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82" name="Google Shape;2282;p16"/>
            <p:cNvSpPr/>
            <p:nvPr/>
          </p:nvSpPr>
          <p:spPr>
            <a:xfrm>
              <a:off x="8445600" y="1041120"/>
              <a:ext cx="70199" cy="106559"/>
            </a:xfrm>
            <a:custGeom>
              <a:rect b="b" l="l" r="r" t="t"/>
              <a:pathLst>
                <a:path extrusionOk="0" h="2123" w="1403">
                  <a:moveTo>
                    <a:pt x="527" y="118"/>
                  </a:moveTo>
                  <a:cubicBezTo>
                    <a:pt x="536" y="118"/>
                    <a:pt x="544" y="119"/>
                    <a:pt x="553" y="119"/>
                  </a:cubicBezTo>
                  <a:cubicBezTo>
                    <a:pt x="720" y="131"/>
                    <a:pt x="883" y="240"/>
                    <a:pt x="995" y="357"/>
                  </a:cubicBezTo>
                  <a:cubicBezTo>
                    <a:pt x="1226" y="601"/>
                    <a:pt x="1287" y="961"/>
                    <a:pt x="1259" y="1284"/>
                  </a:cubicBezTo>
                  <a:cubicBezTo>
                    <a:pt x="1239" y="1508"/>
                    <a:pt x="1201" y="1806"/>
                    <a:pt x="1019" y="1962"/>
                  </a:cubicBezTo>
                  <a:cubicBezTo>
                    <a:pt x="983" y="1993"/>
                    <a:pt x="945" y="2006"/>
                    <a:pt x="908" y="2006"/>
                  </a:cubicBezTo>
                  <a:cubicBezTo>
                    <a:pt x="852" y="2006"/>
                    <a:pt x="797" y="1976"/>
                    <a:pt x="747" y="1933"/>
                  </a:cubicBezTo>
                  <a:cubicBezTo>
                    <a:pt x="630" y="1828"/>
                    <a:pt x="538" y="1694"/>
                    <a:pt x="458" y="1560"/>
                  </a:cubicBezTo>
                  <a:cubicBezTo>
                    <a:pt x="248" y="1205"/>
                    <a:pt x="110" y="771"/>
                    <a:pt x="180" y="356"/>
                  </a:cubicBezTo>
                  <a:cubicBezTo>
                    <a:pt x="257" y="226"/>
                    <a:pt x="370" y="118"/>
                    <a:pt x="527" y="118"/>
                  </a:cubicBezTo>
                  <a:close/>
                  <a:moveTo>
                    <a:pt x="526" y="1"/>
                  </a:moveTo>
                  <a:cubicBezTo>
                    <a:pt x="331" y="1"/>
                    <a:pt x="183" y="130"/>
                    <a:pt x="84" y="291"/>
                  </a:cubicBezTo>
                  <a:cubicBezTo>
                    <a:pt x="76" y="298"/>
                    <a:pt x="71" y="305"/>
                    <a:pt x="70" y="318"/>
                  </a:cubicBezTo>
                  <a:lnTo>
                    <a:pt x="70" y="319"/>
                  </a:lnTo>
                  <a:cubicBezTo>
                    <a:pt x="69" y="325"/>
                    <a:pt x="69" y="328"/>
                    <a:pt x="69" y="333"/>
                  </a:cubicBezTo>
                  <a:cubicBezTo>
                    <a:pt x="0" y="757"/>
                    <a:pt x="124" y="1192"/>
                    <a:pt x="329" y="1563"/>
                  </a:cubicBezTo>
                  <a:cubicBezTo>
                    <a:pt x="416" y="1719"/>
                    <a:pt x="522" y="1875"/>
                    <a:pt x="652" y="2000"/>
                  </a:cubicBezTo>
                  <a:cubicBezTo>
                    <a:pt x="724" y="2069"/>
                    <a:pt x="817" y="2122"/>
                    <a:pt x="912" y="2122"/>
                  </a:cubicBezTo>
                  <a:cubicBezTo>
                    <a:pt x="948" y="2122"/>
                    <a:pt x="985" y="2115"/>
                    <a:pt x="1021" y="2098"/>
                  </a:cubicBezTo>
                  <a:cubicBezTo>
                    <a:pt x="1146" y="2039"/>
                    <a:pt x="1218" y="1906"/>
                    <a:pt x="1269" y="1786"/>
                  </a:cubicBezTo>
                  <a:cubicBezTo>
                    <a:pt x="1324" y="1653"/>
                    <a:pt x="1352" y="1514"/>
                    <a:pt x="1367" y="1368"/>
                  </a:cubicBezTo>
                  <a:cubicBezTo>
                    <a:pt x="1402" y="994"/>
                    <a:pt x="1358" y="600"/>
                    <a:pt x="1104" y="303"/>
                  </a:cubicBezTo>
                  <a:cubicBezTo>
                    <a:pt x="970" y="148"/>
                    <a:pt x="764" y="14"/>
                    <a:pt x="556" y="2"/>
                  </a:cubicBezTo>
                  <a:cubicBezTo>
                    <a:pt x="546" y="1"/>
                    <a:pt x="536" y="1"/>
                    <a:pt x="526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275" lIns="91425" spcFirstLastPara="1" rIns="91425" wrap="square" tIns="53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83" name="Google Shape;2283;p16"/>
            <p:cNvSpPr/>
            <p:nvPr/>
          </p:nvSpPr>
          <p:spPr>
            <a:xfrm>
              <a:off x="8156880" y="745560"/>
              <a:ext cx="385561" cy="528115"/>
            </a:xfrm>
            <a:custGeom>
              <a:rect b="b" l="l" r="r" t="t"/>
              <a:pathLst>
                <a:path extrusionOk="0" h="10492" w="7658">
                  <a:moveTo>
                    <a:pt x="2797" y="574"/>
                  </a:moveTo>
                  <a:cubicBezTo>
                    <a:pt x="3046" y="574"/>
                    <a:pt x="3284" y="768"/>
                    <a:pt x="3444" y="938"/>
                  </a:cubicBezTo>
                  <a:cubicBezTo>
                    <a:pt x="3821" y="1333"/>
                    <a:pt x="3945" y="1917"/>
                    <a:pt x="3960" y="2447"/>
                  </a:cubicBezTo>
                  <a:cubicBezTo>
                    <a:pt x="3969" y="2729"/>
                    <a:pt x="3945" y="3015"/>
                    <a:pt x="3867" y="3289"/>
                  </a:cubicBezTo>
                  <a:cubicBezTo>
                    <a:pt x="3825" y="3430"/>
                    <a:pt x="3772" y="3569"/>
                    <a:pt x="3689" y="3694"/>
                  </a:cubicBezTo>
                  <a:cubicBezTo>
                    <a:pt x="3620" y="3800"/>
                    <a:pt x="3524" y="3914"/>
                    <a:pt x="3390" y="3936"/>
                  </a:cubicBezTo>
                  <a:cubicBezTo>
                    <a:pt x="3373" y="3940"/>
                    <a:pt x="3355" y="3941"/>
                    <a:pt x="3339" y="3941"/>
                  </a:cubicBezTo>
                  <a:cubicBezTo>
                    <a:pt x="3075" y="3941"/>
                    <a:pt x="2982" y="3543"/>
                    <a:pt x="2926" y="3345"/>
                  </a:cubicBezTo>
                  <a:cubicBezTo>
                    <a:pt x="2880" y="3182"/>
                    <a:pt x="2841" y="3015"/>
                    <a:pt x="2780" y="2856"/>
                  </a:cubicBezTo>
                  <a:cubicBezTo>
                    <a:pt x="2719" y="2696"/>
                    <a:pt x="2634" y="2560"/>
                    <a:pt x="2519" y="2434"/>
                  </a:cubicBezTo>
                  <a:cubicBezTo>
                    <a:pt x="2337" y="2236"/>
                    <a:pt x="2107" y="2052"/>
                    <a:pt x="2065" y="1768"/>
                  </a:cubicBezTo>
                  <a:cubicBezTo>
                    <a:pt x="2033" y="1547"/>
                    <a:pt x="2067" y="1272"/>
                    <a:pt x="2216" y="1094"/>
                  </a:cubicBezTo>
                  <a:lnTo>
                    <a:pt x="2216" y="1092"/>
                  </a:lnTo>
                  <a:cubicBezTo>
                    <a:pt x="2320" y="863"/>
                    <a:pt x="2488" y="589"/>
                    <a:pt x="2771" y="575"/>
                  </a:cubicBezTo>
                  <a:cubicBezTo>
                    <a:pt x="2780" y="574"/>
                    <a:pt x="2788" y="574"/>
                    <a:pt x="2797" y="574"/>
                  </a:cubicBezTo>
                  <a:close/>
                  <a:moveTo>
                    <a:pt x="889" y="2367"/>
                  </a:moveTo>
                  <a:cubicBezTo>
                    <a:pt x="920" y="2367"/>
                    <a:pt x="952" y="2370"/>
                    <a:pt x="984" y="2376"/>
                  </a:cubicBezTo>
                  <a:cubicBezTo>
                    <a:pt x="1082" y="2393"/>
                    <a:pt x="1171" y="2438"/>
                    <a:pt x="1258" y="2481"/>
                  </a:cubicBezTo>
                  <a:cubicBezTo>
                    <a:pt x="1341" y="2521"/>
                    <a:pt x="1419" y="2573"/>
                    <a:pt x="1486" y="2637"/>
                  </a:cubicBezTo>
                  <a:cubicBezTo>
                    <a:pt x="1714" y="2855"/>
                    <a:pt x="1761" y="3168"/>
                    <a:pt x="1707" y="3466"/>
                  </a:cubicBezTo>
                  <a:cubicBezTo>
                    <a:pt x="1667" y="3693"/>
                    <a:pt x="1568" y="4004"/>
                    <a:pt x="1321" y="4082"/>
                  </a:cubicBezTo>
                  <a:cubicBezTo>
                    <a:pt x="1283" y="4094"/>
                    <a:pt x="1245" y="4100"/>
                    <a:pt x="1208" y="4100"/>
                  </a:cubicBezTo>
                  <a:cubicBezTo>
                    <a:pt x="964" y="4100"/>
                    <a:pt x="768" y="3851"/>
                    <a:pt x="677" y="3644"/>
                  </a:cubicBezTo>
                  <a:cubicBezTo>
                    <a:pt x="534" y="3324"/>
                    <a:pt x="536" y="2977"/>
                    <a:pt x="502" y="2633"/>
                  </a:cubicBezTo>
                  <a:cubicBezTo>
                    <a:pt x="498" y="2623"/>
                    <a:pt x="498" y="2610"/>
                    <a:pt x="501" y="2597"/>
                  </a:cubicBezTo>
                  <a:lnTo>
                    <a:pt x="501" y="2596"/>
                  </a:lnTo>
                  <a:cubicBezTo>
                    <a:pt x="502" y="2583"/>
                    <a:pt x="509" y="2574"/>
                    <a:pt x="521" y="2567"/>
                  </a:cubicBezTo>
                  <a:cubicBezTo>
                    <a:pt x="614" y="2439"/>
                    <a:pt x="740" y="2367"/>
                    <a:pt x="889" y="2367"/>
                  </a:cubicBezTo>
                  <a:close/>
                  <a:moveTo>
                    <a:pt x="3415" y="4525"/>
                  </a:moveTo>
                  <a:cubicBezTo>
                    <a:pt x="3821" y="4525"/>
                    <a:pt x="4262" y="4734"/>
                    <a:pt x="4531" y="4991"/>
                  </a:cubicBezTo>
                  <a:cubicBezTo>
                    <a:pt x="4776" y="5226"/>
                    <a:pt x="4951" y="5533"/>
                    <a:pt x="5050" y="5855"/>
                  </a:cubicBezTo>
                  <a:cubicBezTo>
                    <a:pt x="5133" y="6124"/>
                    <a:pt x="5183" y="6426"/>
                    <a:pt x="5128" y="6705"/>
                  </a:cubicBezTo>
                  <a:cubicBezTo>
                    <a:pt x="5084" y="6929"/>
                    <a:pt x="5007" y="7150"/>
                    <a:pt x="4900" y="7350"/>
                  </a:cubicBezTo>
                  <a:cubicBezTo>
                    <a:pt x="4805" y="7522"/>
                    <a:pt x="4662" y="7719"/>
                    <a:pt x="4453" y="7745"/>
                  </a:cubicBezTo>
                  <a:cubicBezTo>
                    <a:pt x="4437" y="7747"/>
                    <a:pt x="4421" y="7748"/>
                    <a:pt x="4406" y="7748"/>
                  </a:cubicBezTo>
                  <a:cubicBezTo>
                    <a:pt x="4143" y="7748"/>
                    <a:pt x="3977" y="7483"/>
                    <a:pt x="3898" y="7264"/>
                  </a:cubicBezTo>
                  <a:cubicBezTo>
                    <a:pt x="3774" y="6922"/>
                    <a:pt x="3748" y="6554"/>
                    <a:pt x="3613" y="6214"/>
                  </a:cubicBezTo>
                  <a:cubicBezTo>
                    <a:pt x="3543" y="6039"/>
                    <a:pt x="3450" y="5854"/>
                    <a:pt x="3320" y="5719"/>
                  </a:cubicBezTo>
                  <a:cubicBezTo>
                    <a:pt x="3236" y="5634"/>
                    <a:pt x="3137" y="5565"/>
                    <a:pt x="3043" y="5491"/>
                  </a:cubicBezTo>
                  <a:cubicBezTo>
                    <a:pt x="2876" y="5358"/>
                    <a:pt x="2605" y="5139"/>
                    <a:pt x="2689" y="4896"/>
                  </a:cubicBezTo>
                  <a:cubicBezTo>
                    <a:pt x="2689" y="4893"/>
                    <a:pt x="2689" y="4891"/>
                    <a:pt x="2690" y="4890"/>
                  </a:cubicBezTo>
                  <a:cubicBezTo>
                    <a:pt x="2690" y="4881"/>
                    <a:pt x="2692" y="4874"/>
                    <a:pt x="2699" y="4864"/>
                  </a:cubicBezTo>
                  <a:cubicBezTo>
                    <a:pt x="2879" y="4621"/>
                    <a:pt x="3139" y="4525"/>
                    <a:pt x="3415" y="4525"/>
                  </a:cubicBezTo>
                  <a:close/>
                  <a:moveTo>
                    <a:pt x="6254" y="5870"/>
                  </a:moveTo>
                  <a:cubicBezTo>
                    <a:pt x="6264" y="5870"/>
                    <a:pt x="6274" y="5870"/>
                    <a:pt x="6284" y="5871"/>
                  </a:cubicBezTo>
                  <a:cubicBezTo>
                    <a:pt x="6494" y="5883"/>
                    <a:pt x="6699" y="6018"/>
                    <a:pt x="6834" y="6172"/>
                  </a:cubicBezTo>
                  <a:cubicBezTo>
                    <a:pt x="7089" y="6469"/>
                    <a:pt x="7133" y="6863"/>
                    <a:pt x="7096" y="7237"/>
                  </a:cubicBezTo>
                  <a:cubicBezTo>
                    <a:pt x="7082" y="7380"/>
                    <a:pt x="7054" y="7520"/>
                    <a:pt x="6998" y="7655"/>
                  </a:cubicBezTo>
                  <a:cubicBezTo>
                    <a:pt x="6947" y="7775"/>
                    <a:pt x="6874" y="7910"/>
                    <a:pt x="6750" y="7967"/>
                  </a:cubicBezTo>
                  <a:cubicBezTo>
                    <a:pt x="6714" y="7984"/>
                    <a:pt x="6677" y="7992"/>
                    <a:pt x="6640" y="7992"/>
                  </a:cubicBezTo>
                  <a:cubicBezTo>
                    <a:pt x="6545" y="7992"/>
                    <a:pt x="6454" y="7939"/>
                    <a:pt x="6382" y="7869"/>
                  </a:cubicBezTo>
                  <a:cubicBezTo>
                    <a:pt x="6252" y="7744"/>
                    <a:pt x="6145" y="7588"/>
                    <a:pt x="6057" y="7432"/>
                  </a:cubicBezTo>
                  <a:cubicBezTo>
                    <a:pt x="5852" y="7061"/>
                    <a:pt x="5730" y="6626"/>
                    <a:pt x="5798" y="6202"/>
                  </a:cubicBezTo>
                  <a:cubicBezTo>
                    <a:pt x="5798" y="6197"/>
                    <a:pt x="5800" y="6194"/>
                    <a:pt x="5800" y="6188"/>
                  </a:cubicBezTo>
                  <a:lnTo>
                    <a:pt x="5800" y="6187"/>
                  </a:lnTo>
                  <a:cubicBezTo>
                    <a:pt x="5801" y="6174"/>
                    <a:pt x="5805" y="6167"/>
                    <a:pt x="5814" y="6160"/>
                  </a:cubicBezTo>
                  <a:cubicBezTo>
                    <a:pt x="5911" y="5999"/>
                    <a:pt x="6060" y="5870"/>
                    <a:pt x="6254" y="5870"/>
                  </a:cubicBezTo>
                  <a:close/>
                  <a:moveTo>
                    <a:pt x="5517" y="8018"/>
                  </a:moveTo>
                  <a:cubicBezTo>
                    <a:pt x="5551" y="8018"/>
                    <a:pt x="5587" y="8023"/>
                    <a:pt x="5624" y="8032"/>
                  </a:cubicBezTo>
                  <a:cubicBezTo>
                    <a:pt x="5753" y="8064"/>
                    <a:pt x="5873" y="8137"/>
                    <a:pt x="5985" y="8209"/>
                  </a:cubicBezTo>
                  <a:cubicBezTo>
                    <a:pt x="6090" y="8278"/>
                    <a:pt x="6178" y="8366"/>
                    <a:pt x="6243" y="8475"/>
                  </a:cubicBezTo>
                  <a:cubicBezTo>
                    <a:pt x="6468" y="8852"/>
                    <a:pt x="6388" y="9375"/>
                    <a:pt x="6124" y="9710"/>
                  </a:cubicBezTo>
                  <a:cubicBezTo>
                    <a:pt x="5972" y="9901"/>
                    <a:pt x="5763" y="10051"/>
                    <a:pt x="5540" y="10149"/>
                  </a:cubicBezTo>
                  <a:cubicBezTo>
                    <a:pt x="5380" y="10220"/>
                    <a:pt x="5197" y="10274"/>
                    <a:pt x="5016" y="10274"/>
                  </a:cubicBezTo>
                  <a:cubicBezTo>
                    <a:pt x="4963" y="10274"/>
                    <a:pt x="4910" y="10270"/>
                    <a:pt x="4859" y="10259"/>
                  </a:cubicBezTo>
                  <a:cubicBezTo>
                    <a:pt x="4467" y="10181"/>
                    <a:pt x="4662" y="9653"/>
                    <a:pt x="4754" y="9419"/>
                  </a:cubicBezTo>
                  <a:cubicBezTo>
                    <a:pt x="4813" y="9272"/>
                    <a:pt x="4894" y="9127"/>
                    <a:pt x="4921" y="8970"/>
                  </a:cubicBezTo>
                  <a:cubicBezTo>
                    <a:pt x="4958" y="8753"/>
                    <a:pt x="4945" y="8497"/>
                    <a:pt x="5077" y="8308"/>
                  </a:cubicBezTo>
                  <a:cubicBezTo>
                    <a:pt x="5187" y="8148"/>
                    <a:pt x="5329" y="8018"/>
                    <a:pt x="5517" y="8018"/>
                  </a:cubicBezTo>
                  <a:close/>
                  <a:moveTo>
                    <a:pt x="2417" y="1"/>
                  </a:moveTo>
                  <a:cubicBezTo>
                    <a:pt x="1900" y="1"/>
                    <a:pt x="1393" y="273"/>
                    <a:pt x="1010" y="651"/>
                  </a:cubicBezTo>
                  <a:cubicBezTo>
                    <a:pt x="417" y="1234"/>
                    <a:pt x="1" y="2087"/>
                    <a:pt x="39" y="2930"/>
                  </a:cubicBezTo>
                  <a:cubicBezTo>
                    <a:pt x="79" y="3855"/>
                    <a:pt x="743" y="4509"/>
                    <a:pt x="1449" y="5020"/>
                  </a:cubicBezTo>
                  <a:cubicBezTo>
                    <a:pt x="2159" y="5535"/>
                    <a:pt x="2961" y="6012"/>
                    <a:pt x="3361" y="6827"/>
                  </a:cubicBezTo>
                  <a:lnTo>
                    <a:pt x="3362" y="6830"/>
                  </a:lnTo>
                  <a:cubicBezTo>
                    <a:pt x="3372" y="6841"/>
                    <a:pt x="3382" y="6860"/>
                    <a:pt x="3385" y="6881"/>
                  </a:cubicBezTo>
                  <a:cubicBezTo>
                    <a:pt x="3437" y="7170"/>
                    <a:pt x="3456" y="7462"/>
                    <a:pt x="3433" y="7754"/>
                  </a:cubicBezTo>
                  <a:cubicBezTo>
                    <a:pt x="3396" y="8222"/>
                    <a:pt x="3222" y="8681"/>
                    <a:pt x="3220" y="9148"/>
                  </a:cubicBezTo>
                  <a:cubicBezTo>
                    <a:pt x="3216" y="9591"/>
                    <a:pt x="3548" y="9985"/>
                    <a:pt x="3913" y="10199"/>
                  </a:cubicBezTo>
                  <a:cubicBezTo>
                    <a:pt x="4252" y="10399"/>
                    <a:pt x="4641" y="10491"/>
                    <a:pt x="5033" y="10491"/>
                  </a:cubicBezTo>
                  <a:cubicBezTo>
                    <a:pt x="5570" y="10491"/>
                    <a:pt x="6112" y="10317"/>
                    <a:pt x="6539" y="10009"/>
                  </a:cubicBezTo>
                  <a:cubicBezTo>
                    <a:pt x="7217" y="9520"/>
                    <a:pt x="7621" y="8695"/>
                    <a:pt x="7647" y="7866"/>
                  </a:cubicBezTo>
                  <a:cubicBezTo>
                    <a:pt x="7657" y="7454"/>
                    <a:pt x="7578" y="7037"/>
                    <a:pt x="7399" y="6664"/>
                  </a:cubicBezTo>
                  <a:cubicBezTo>
                    <a:pt x="7180" y="6216"/>
                    <a:pt x="6833" y="5906"/>
                    <a:pt x="6451" y="5597"/>
                  </a:cubicBezTo>
                  <a:cubicBezTo>
                    <a:pt x="6018" y="5243"/>
                    <a:pt x="5566" y="4898"/>
                    <a:pt x="5216" y="4456"/>
                  </a:cubicBezTo>
                  <a:cubicBezTo>
                    <a:pt x="4871" y="4018"/>
                    <a:pt x="4674" y="3511"/>
                    <a:pt x="4534" y="2977"/>
                  </a:cubicBezTo>
                  <a:cubicBezTo>
                    <a:pt x="4270" y="1972"/>
                    <a:pt x="4123" y="741"/>
                    <a:pt x="3117" y="184"/>
                  </a:cubicBezTo>
                  <a:cubicBezTo>
                    <a:pt x="2888" y="57"/>
                    <a:pt x="2652" y="1"/>
                    <a:pt x="2417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84" name="Google Shape;2284;p16"/>
            <p:cNvSpPr/>
            <p:nvPr/>
          </p:nvSpPr>
          <p:spPr>
            <a:xfrm>
              <a:off x="8381880" y="1149480"/>
              <a:ext cx="100440" cy="113398"/>
            </a:xfrm>
            <a:custGeom>
              <a:rect b="b" l="l" r="r" t="t"/>
              <a:pathLst>
                <a:path extrusionOk="0" h="2256" w="2002">
                  <a:moveTo>
                    <a:pt x="1050" y="115"/>
                  </a:moveTo>
                  <a:cubicBezTo>
                    <a:pt x="1077" y="115"/>
                    <a:pt x="1106" y="119"/>
                    <a:pt x="1136" y="127"/>
                  </a:cubicBezTo>
                  <a:cubicBezTo>
                    <a:pt x="1236" y="155"/>
                    <a:pt x="1328" y="209"/>
                    <a:pt x="1418" y="263"/>
                  </a:cubicBezTo>
                  <a:cubicBezTo>
                    <a:pt x="1511" y="323"/>
                    <a:pt x="1595" y="391"/>
                    <a:pt x="1657" y="483"/>
                  </a:cubicBezTo>
                  <a:cubicBezTo>
                    <a:pt x="1872" y="804"/>
                    <a:pt x="1816" y="1269"/>
                    <a:pt x="1600" y="1577"/>
                  </a:cubicBezTo>
                  <a:cubicBezTo>
                    <a:pt x="1376" y="1896"/>
                    <a:pt x="947" y="2141"/>
                    <a:pt x="548" y="2141"/>
                  </a:cubicBezTo>
                  <a:cubicBezTo>
                    <a:pt x="524" y="2141"/>
                    <a:pt x="499" y="2140"/>
                    <a:pt x="475" y="2138"/>
                  </a:cubicBezTo>
                  <a:cubicBezTo>
                    <a:pt x="414" y="2132"/>
                    <a:pt x="348" y="2120"/>
                    <a:pt x="308" y="2067"/>
                  </a:cubicBezTo>
                  <a:cubicBezTo>
                    <a:pt x="273" y="2019"/>
                    <a:pt x="271" y="1954"/>
                    <a:pt x="273" y="1897"/>
                  </a:cubicBezTo>
                  <a:cubicBezTo>
                    <a:pt x="280" y="1743"/>
                    <a:pt x="336" y="1588"/>
                    <a:pt x="393" y="1446"/>
                  </a:cubicBezTo>
                  <a:cubicBezTo>
                    <a:pt x="448" y="1303"/>
                    <a:pt x="530" y="1160"/>
                    <a:pt x="560" y="1010"/>
                  </a:cubicBezTo>
                  <a:cubicBezTo>
                    <a:pt x="603" y="797"/>
                    <a:pt x="577" y="534"/>
                    <a:pt x="709" y="348"/>
                  </a:cubicBezTo>
                  <a:cubicBezTo>
                    <a:pt x="796" y="224"/>
                    <a:pt x="903" y="115"/>
                    <a:pt x="1050" y="115"/>
                  </a:cubicBezTo>
                  <a:close/>
                  <a:moveTo>
                    <a:pt x="1049" y="0"/>
                  </a:moveTo>
                  <a:cubicBezTo>
                    <a:pt x="862" y="0"/>
                    <a:pt x="720" y="129"/>
                    <a:pt x="610" y="290"/>
                  </a:cubicBezTo>
                  <a:cubicBezTo>
                    <a:pt x="478" y="479"/>
                    <a:pt x="492" y="735"/>
                    <a:pt x="454" y="952"/>
                  </a:cubicBezTo>
                  <a:cubicBezTo>
                    <a:pt x="426" y="1109"/>
                    <a:pt x="346" y="1254"/>
                    <a:pt x="287" y="1401"/>
                  </a:cubicBezTo>
                  <a:cubicBezTo>
                    <a:pt x="195" y="1635"/>
                    <a:pt x="0" y="2165"/>
                    <a:pt x="392" y="2241"/>
                  </a:cubicBezTo>
                  <a:cubicBezTo>
                    <a:pt x="443" y="2251"/>
                    <a:pt x="495" y="2256"/>
                    <a:pt x="547" y="2256"/>
                  </a:cubicBezTo>
                  <a:cubicBezTo>
                    <a:pt x="728" y="2256"/>
                    <a:pt x="912" y="2202"/>
                    <a:pt x="1073" y="2131"/>
                  </a:cubicBezTo>
                  <a:cubicBezTo>
                    <a:pt x="1297" y="2033"/>
                    <a:pt x="1505" y="1883"/>
                    <a:pt x="1657" y="1692"/>
                  </a:cubicBezTo>
                  <a:cubicBezTo>
                    <a:pt x="1921" y="1357"/>
                    <a:pt x="2001" y="834"/>
                    <a:pt x="1777" y="457"/>
                  </a:cubicBezTo>
                  <a:cubicBezTo>
                    <a:pt x="1714" y="348"/>
                    <a:pt x="1623" y="260"/>
                    <a:pt x="1518" y="191"/>
                  </a:cubicBezTo>
                  <a:cubicBezTo>
                    <a:pt x="1409" y="119"/>
                    <a:pt x="1286" y="48"/>
                    <a:pt x="1157" y="14"/>
                  </a:cubicBezTo>
                  <a:cubicBezTo>
                    <a:pt x="1119" y="5"/>
                    <a:pt x="1084" y="0"/>
                    <a:pt x="1049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875" lIns="91425" spcFirstLastPara="1" rIns="91425" wrap="square" tIns="56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85" name="Google Shape;2285;p16"/>
            <p:cNvSpPr/>
            <p:nvPr/>
          </p:nvSpPr>
          <p:spPr>
            <a:xfrm>
              <a:off x="8362800" y="1073520"/>
              <a:ext cx="30960" cy="19440"/>
            </a:xfrm>
            <a:custGeom>
              <a:rect b="b" l="l" r="r" t="t"/>
              <a:pathLst>
                <a:path extrusionOk="0" h="394" w="623">
                  <a:moveTo>
                    <a:pt x="64" y="0"/>
                  </a:moveTo>
                  <a:cubicBezTo>
                    <a:pt x="45" y="0"/>
                    <a:pt x="27" y="8"/>
                    <a:pt x="15" y="28"/>
                  </a:cubicBezTo>
                  <a:cubicBezTo>
                    <a:pt x="1" y="53"/>
                    <a:pt x="8" y="93"/>
                    <a:pt x="36" y="107"/>
                  </a:cubicBezTo>
                  <a:cubicBezTo>
                    <a:pt x="213" y="188"/>
                    <a:pt x="359" y="324"/>
                    <a:pt x="543" y="390"/>
                  </a:cubicBezTo>
                  <a:cubicBezTo>
                    <a:pt x="549" y="393"/>
                    <a:pt x="554" y="393"/>
                    <a:pt x="560" y="393"/>
                  </a:cubicBezTo>
                  <a:cubicBezTo>
                    <a:pt x="585" y="393"/>
                    <a:pt x="608" y="374"/>
                    <a:pt x="614" y="351"/>
                  </a:cubicBezTo>
                  <a:cubicBezTo>
                    <a:pt x="623" y="317"/>
                    <a:pt x="603" y="288"/>
                    <a:pt x="573" y="279"/>
                  </a:cubicBezTo>
                  <a:cubicBezTo>
                    <a:pt x="400" y="216"/>
                    <a:pt x="261" y="83"/>
                    <a:pt x="94" y="6"/>
                  </a:cubicBezTo>
                  <a:cubicBezTo>
                    <a:pt x="84" y="2"/>
                    <a:pt x="74" y="0"/>
                    <a:pt x="64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86" name="Google Shape;2286;p16"/>
            <p:cNvSpPr/>
            <p:nvPr/>
          </p:nvSpPr>
          <p:spPr>
            <a:xfrm>
              <a:off x="8378280" y="1049400"/>
              <a:ext cx="17280" cy="14040"/>
            </a:xfrm>
            <a:custGeom>
              <a:rect b="b" l="l" r="r" t="t"/>
              <a:pathLst>
                <a:path extrusionOk="0" h="283" w="351">
                  <a:moveTo>
                    <a:pt x="228" y="48"/>
                  </a:moveTo>
                  <a:lnTo>
                    <a:pt x="228" y="48"/>
                  </a:lnTo>
                  <a:cubicBezTo>
                    <a:pt x="228" y="48"/>
                    <a:pt x="225" y="50"/>
                    <a:pt x="223" y="51"/>
                  </a:cubicBezTo>
                  <a:lnTo>
                    <a:pt x="223" y="51"/>
                  </a:lnTo>
                  <a:cubicBezTo>
                    <a:pt x="226" y="48"/>
                    <a:pt x="228" y="48"/>
                    <a:pt x="228" y="48"/>
                  </a:cubicBezTo>
                  <a:close/>
                  <a:moveTo>
                    <a:pt x="291" y="1"/>
                  </a:moveTo>
                  <a:cubicBezTo>
                    <a:pt x="287" y="1"/>
                    <a:pt x="282" y="1"/>
                    <a:pt x="277" y="3"/>
                  </a:cubicBezTo>
                  <a:cubicBezTo>
                    <a:pt x="262" y="9"/>
                    <a:pt x="252" y="17"/>
                    <a:pt x="243" y="30"/>
                  </a:cubicBezTo>
                  <a:lnTo>
                    <a:pt x="243" y="30"/>
                  </a:lnTo>
                  <a:cubicBezTo>
                    <a:pt x="242" y="32"/>
                    <a:pt x="240" y="34"/>
                    <a:pt x="239" y="36"/>
                  </a:cubicBezTo>
                  <a:cubicBezTo>
                    <a:pt x="235" y="39"/>
                    <a:pt x="229" y="43"/>
                    <a:pt x="226" y="47"/>
                  </a:cubicBezTo>
                  <a:lnTo>
                    <a:pt x="222" y="51"/>
                  </a:lnTo>
                  <a:lnTo>
                    <a:pt x="222" y="51"/>
                  </a:lnTo>
                  <a:lnTo>
                    <a:pt x="206" y="61"/>
                  </a:lnTo>
                  <a:cubicBezTo>
                    <a:pt x="185" y="74"/>
                    <a:pt x="164" y="85"/>
                    <a:pt x="143" y="95"/>
                  </a:cubicBezTo>
                  <a:cubicBezTo>
                    <a:pt x="121" y="107"/>
                    <a:pt x="100" y="117"/>
                    <a:pt x="79" y="131"/>
                  </a:cubicBezTo>
                  <a:cubicBezTo>
                    <a:pt x="52" y="149"/>
                    <a:pt x="29" y="170"/>
                    <a:pt x="9" y="196"/>
                  </a:cubicBezTo>
                  <a:cubicBezTo>
                    <a:pt x="1" y="207"/>
                    <a:pt x="1" y="229"/>
                    <a:pt x="5" y="241"/>
                  </a:cubicBezTo>
                  <a:cubicBezTo>
                    <a:pt x="8" y="255"/>
                    <a:pt x="19" y="270"/>
                    <a:pt x="31" y="274"/>
                  </a:cubicBezTo>
                  <a:cubicBezTo>
                    <a:pt x="40" y="279"/>
                    <a:pt x="51" y="282"/>
                    <a:pt x="62" y="282"/>
                  </a:cubicBezTo>
                  <a:cubicBezTo>
                    <a:pt x="67" y="282"/>
                    <a:pt x="72" y="281"/>
                    <a:pt x="76" y="280"/>
                  </a:cubicBezTo>
                  <a:cubicBezTo>
                    <a:pt x="89" y="274"/>
                    <a:pt x="99" y="266"/>
                    <a:pt x="107" y="255"/>
                  </a:cubicBezTo>
                  <a:lnTo>
                    <a:pt x="107" y="255"/>
                  </a:lnTo>
                  <a:cubicBezTo>
                    <a:pt x="105" y="257"/>
                    <a:pt x="105" y="258"/>
                    <a:pt x="105" y="258"/>
                  </a:cubicBezTo>
                  <a:cubicBezTo>
                    <a:pt x="106" y="258"/>
                    <a:pt x="112" y="250"/>
                    <a:pt x="114" y="247"/>
                  </a:cubicBezTo>
                  <a:cubicBezTo>
                    <a:pt x="119" y="244"/>
                    <a:pt x="123" y="241"/>
                    <a:pt x="127" y="236"/>
                  </a:cubicBezTo>
                  <a:lnTo>
                    <a:pt x="133" y="230"/>
                  </a:lnTo>
                  <a:lnTo>
                    <a:pt x="133" y="230"/>
                  </a:lnTo>
                  <a:cubicBezTo>
                    <a:pt x="128" y="234"/>
                    <a:pt x="126" y="236"/>
                    <a:pt x="125" y="236"/>
                  </a:cubicBezTo>
                  <a:cubicBezTo>
                    <a:pt x="125" y="236"/>
                    <a:pt x="128" y="232"/>
                    <a:pt x="130" y="231"/>
                  </a:cubicBezTo>
                  <a:lnTo>
                    <a:pt x="146" y="221"/>
                  </a:lnTo>
                  <a:cubicBezTo>
                    <a:pt x="168" y="209"/>
                    <a:pt x="188" y="197"/>
                    <a:pt x="209" y="187"/>
                  </a:cubicBezTo>
                  <a:cubicBezTo>
                    <a:pt x="232" y="176"/>
                    <a:pt x="252" y="166"/>
                    <a:pt x="274" y="152"/>
                  </a:cubicBezTo>
                  <a:cubicBezTo>
                    <a:pt x="300" y="135"/>
                    <a:pt x="323" y="114"/>
                    <a:pt x="343" y="87"/>
                  </a:cubicBezTo>
                  <a:cubicBezTo>
                    <a:pt x="351" y="75"/>
                    <a:pt x="351" y="54"/>
                    <a:pt x="348" y="43"/>
                  </a:cubicBezTo>
                  <a:cubicBezTo>
                    <a:pt x="344" y="29"/>
                    <a:pt x="334" y="15"/>
                    <a:pt x="321" y="9"/>
                  </a:cubicBezTo>
                  <a:cubicBezTo>
                    <a:pt x="312" y="4"/>
                    <a:pt x="301" y="1"/>
                    <a:pt x="291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200" lIns="91425" spcFirstLastPara="1" rIns="91425" wrap="square" tIns="7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87" name="Google Shape;2287;p16"/>
            <p:cNvSpPr/>
            <p:nvPr/>
          </p:nvSpPr>
          <p:spPr>
            <a:xfrm>
              <a:off x="8358480" y="1009440"/>
              <a:ext cx="15840" cy="14760"/>
            </a:xfrm>
            <a:custGeom>
              <a:rect b="b" l="l" r="r" t="t"/>
              <a:pathLst>
                <a:path extrusionOk="0" h="301" w="320">
                  <a:moveTo>
                    <a:pt x="111" y="121"/>
                  </a:moveTo>
                  <a:cubicBezTo>
                    <a:pt x="111" y="121"/>
                    <a:pt x="110" y="122"/>
                    <a:pt x="110" y="122"/>
                  </a:cubicBezTo>
                  <a:cubicBezTo>
                    <a:pt x="109" y="123"/>
                    <a:pt x="108" y="123"/>
                    <a:pt x="108" y="123"/>
                  </a:cubicBezTo>
                  <a:cubicBezTo>
                    <a:pt x="108" y="123"/>
                    <a:pt x="110" y="122"/>
                    <a:pt x="111" y="121"/>
                  </a:cubicBezTo>
                  <a:close/>
                  <a:moveTo>
                    <a:pt x="165" y="227"/>
                  </a:moveTo>
                  <a:cubicBezTo>
                    <a:pt x="165" y="227"/>
                    <a:pt x="164" y="228"/>
                    <a:pt x="164" y="228"/>
                  </a:cubicBezTo>
                  <a:cubicBezTo>
                    <a:pt x="164" y="228"/>
                    <a:pt x="165" y="227"/>
                    <a:pt x="165" y="227"/>
                  </a:cubicBezTo>
                  <a:close/>
                  <a:moveTo>
                    <a:pt x="255" y="0"/>
                  </a:moveTo>
                  <a:cubicBezTo>
                    <a:pt x="235" y="0"/>
                    <a:pt x="215" y="9"/>
                    <a:pt x="205" y="28"/>
                  </a:cubicBezTo>
                  <a:cubicBezTo>
                    <a:pt x="201" y="34"/>
                    <a:pt x="199" y="40"/>
                    <a:pt x="195" y="43"/>
                  </a:cubicBezTo>
                  <a:cubicBezTo>
                    <a:pt x="194" y="44"/>
                    <a:pt x="192" y="48"/>
                    <a:pt x="191" y="50"/>
                  </a:cubicBezTo>
                  <a:cubicBezTo>
                    <a:pt x="188" y="51"/>
                    <a:pt x="188" y="54"/>
                    <a:pt x="187" y="55"/>
                  </a:cubicBezTo>
                  <a:cubicBezTo>
                    <a:pt x="188" y="54"/>
                    <a:pt x="191" y="50"/>
                    <a:pt x="192" y="48"/>
                  </a:cubicBezTo>
                  <a:lnTo>
                    <a:pt x="192" y="48"/>
                  </a:lnTo>
                  <a:cubicBezTo>
                    <a:pt x="187" y="57"/>
                    <a:pt x="178" y="65"/>
                    <a:pt x="169" y="72"/>
                  </a:cubicBezTo>
                  <a:cubicBezTo>
                    <a:pt x="152" y="89"/>
                    <a:pt x="135" y="103"/>
                    <a:pt x="117" y="118"/>
                  </a:cubicBezTo>
                  <a:cubicBezTo>
                    <a:pt x="117" y="118"/>
                    <a:pt x="116" y="118"/>
                    <a:pt x="116" y="119"/>
                  </a:cubicBezTo>
                  <a:lnTo>
                    <a:pt x="116" y="119"/>
                  </a:lnTo>
                  <a:cubicBezTo>
                    <a:pt x="116" y="119"/>
                    <a:pt x="116" y="118"/>
                    <a:pt x="116" y="118"/>
                  </a:cubicBezTo>
                  <a:lnTo>
                    <a:pt x="116" y="118"/>
                  </a:lnTo>
                  <a:cubicBezTo>
                    <a:pt x="115" y="118"/>
                    <a:pt x="113" y="120"/>
                    <a:pt x="111" y="121"/>
                  </a:cubicBezTo>
                  <a:lnTo>
                    <a:pt x="111" y="121"/>
                  </a:lnTo>
                  <a:cubicBezTo>
                    <a:pt x="113" y="120"/>
                    <a:pt x="115" y="120"/>
                    <a:pt x="116" y="119"/>
                  </a:cubicBezTo>
                  <a:lnTo>
                    <a:pt x="116" y="119"/>
                  </a:lnTo>
                  <a:cubicBezTo>
                    <a:pt x="116" y="119"/>
                    <a:pt x="115" y="119"/>
                    <a:pt x="114" y="120"/>
                  </a:cubicBezTo>
                  <a:cubicBezTo>
                    <a:pt x="109" y="125"/>
                    <a:pt x="106" y="128"/>
                    <a:pt x="100" y="132"/>
                  </a:cubicBezTo>
                  <a:cubicBezTo>
                    <a:pt x="87" y="140"/>
                    <a:pt x="75" y="149"/>
                    <a:pt x="65" y="160"/>
                  </a:cubicBezTo>
                  <a:cubicBezTo>
                    <a:pt x="49" y="174"/>
                    <a:pt x="32" y="188"/>
                    <a:pt x="18" y="204"/>
                  </a:cubicBezTo>
                  <a:cubicBezTo>
                    <a:pt x="8" y="217"/>
                    <a:pt x="1" y="228"/>
                    <a:pt x="1" y="245"/>
                  </a:cubicBezTo>
                  <a:cubicBezTo>
                    <a:pt x="1" y="259"/>
                    <a:pt x="8" y="276"/>
                    <a:pt x="18" y="286"/>
                  </a:cubicBezTo>
                  <a:cubicBezTo>
                    <a:pt x="30" y="295"/>
                    <a:pt x="46" y="300"/>
                    <a:pt x="62" y="300"/>
                  </a:cubicBezTo>
                  <a:cubicBezTo>
                    <a:pt x="76" y="300"/>
                    <a:pt x="91" y="295"/>
                    <a:pt x="101" y="283"/>
                  </a:cubicBezTo>
                  <a:cubicBezTo>
                    <a:pt x="116" y="268"/>
                    <a:pt x="131" y="252"/>
                    <a:pt x="150" y="240"/>
                  </a:cubicBezTo>
                  <a:cubicBezTo>
                    <a:pt x="155" y="237"/>
                    <a:pt x="158" y="232"/>
                    <a:pt x="164" y="228"/>
                  </a:cubicBezTo>
                  <a:cubicBezTo>
                    <a:pt x="165" y="227"/>
                    <a:pt x="167" y="225"/>
                    <a:pt x="171" y="224"/>
                  </a:cubicBezTo>
                  <a:lnTo>
                    <a:pt x="171" y="224"/>
                  </a:lnTo>
                  <a:cubicBezTo>
                    <a:pt x="170" y="225"/>
                    <a:pt x="167" y="226"/>
                    <a:pt x="165" y="227"/>
                  </a:cubicBezTo>
                  <a:lnTo>
                    <a:pt x="165" y="227"/>
                  </a:lnTo>
                  <a:cubicBezTo>
                    <a:pt x="166" y="227"/>
                    <a:pt x="168" y="226"/>
                    <a:pt x="169" y="225"/>
                  </a:cubicBezTo>
                  <a:cubicBezTo>
                    <a:pt x="181" y="217"/>
                    <a:pt x="194" y="205"/>
                    <a:pt x="205" y="197"/>
                  </a:cubicBezTo>
                  <a:cubicBezTo>
                    <a:pt x="243" y="167"/>
                    <a:pt x="280" y="132"/>
                    <a:pt x="306" y="86"/>
                  </a:cubicBezTo>
                  <a:cubicBezTo>
                    <a:pt x="320" y="61"/>
                    <a:pt x="313" y="23"/>
                    <a:pt x="284" y="7"/>
                  </a:cubicBezTo>
                  <a:cubicBezTo>
                    <a:pt x="275" y="2"/>
                    <a:pt x="265" y="0"/>
                    <a:pt x="255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550" lIns="91425" spcFirstLastPara="1" rIns="91425" wrap="square" tIns="75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88" name="Google Shape;2288;p16"/>
            <p:cNvSpPr/>
            <p:nvPr/>
          </p:nvSpPr>
          <p:spPr>
            <a:xfrm>
              <a:off x="8327160" y="994320"/>
              <a:ext cx="12960" cy="16920"/>
            </a:xfrm>
            <a:custGeom>
              <a:rect b="b" l="l" r="r" t="t"/>
              <a:pathLst>
                <a:path extrusionOk="0" h="345" w="266">
                  <a:moveTo>
                    <a:pt x="208" y="208"/>
                  </a:moveTo>
                  <a:lnTo>
                    <a:pt x="208" y="208"/>
                  </a:lnTo>
                  <a:cubicBezTo>
                    <a:pt x="210" y="210"/>
                    <a:pt x="210" y="210"/>
                    <a:pt x="210" y="210"/>
                  </a:cubicBezTo>
                  <a:cubicBezTo>
                    <a:pt x="210" y="210"/>
                    <a:pt x="210" y="209"/>
                    <a:pt x="208" y="208"/>
                  </a:cubicBezTo>
                  <a:close/>
                  <a:moveTo>
                    <a:pt x="66" y="0"/>
                  </a:moveTo>
                  <a:cubicBezTo>
                    <a:pt x="61" y="0"/>
                    <a:pt x="56" y="1"/>
                    <a:pt x="52" y="3"/>
                  </a:cubicBezTo>
                  <a:cubicBezTo>
                    <a:pt x="25" y="12"/>
                    <a:pt x="1" y="44"/>
                    <a:pt x="11" y="74"/>
                  </a:cubicBezTo>
                  <a:cubicBezTo>
                    <a:pt x="46" y="165"/>
                    <a:pt x="87" y="262"/>
                    <a:pt x="162" y="328"/>
                  </a:cubicBezTo>
                  <a:cubicBezTo>
                    <a:pt x="174" y="338"/>
                    <a:pt x="190" y="344"/>
                    <a:pt x="205" y="344"/>
                  </a:cubicBezTo>
                  <a:cubicBezTo>
                    <a:pt x="219" y="344"/>
                    <a:pt x="233" y="339"/>
                    <a:pt x="243" y="328"/>
                  </a:cubicBezTo>
                  <a:cubicBezTo>
                    <a:pt x="263" y="302"/>
                    <a:pt x="266" y="265"/>
                    <a:pt x="242" y="244"/>
                  </a:cubicBezTo>
                  <a:lnTo>
                    <a:pt x="220" y="223"/>
                  </a:lnTo>
                  <a:cubicBezTo>
                    <a:pt x="216" y="220"/>
                    <a:pt x="213" y="214"/>
                    <a:pt x="209" y="210"/>
                  </a:cubicBezTo>
                  <a:cubicBezTo>
                    <a:pt x="208" y="208"/>
                    <a:pt x="206" y="207"/>
                    <a:pt x="206" y="206"/>
                  </a:cubicBezTo>
                  <a:lnTo>
                    <a:pt x="206" y="206"/>
                  </a:lnTo>
                  <a:cubicBezTo>
                    <a:pt x="207" y="206"/>
                    <a:pt x="208" y="207"/>
                    <a:pt x="208" y="208"/>
                  </a:cubicBezTo>
                  <a:lnTo>
                    <a:pt x="208" y="208"/>
                  </a:lnTo>
                  <a:cubicBezTo>
                    <a:pt x="208" y="208"/>
                    <a:pt x="208" y="207"/>
                    <a:pt x="208" y="207"/>
                  </a:cubicBezTo>
                  <a:cubicBezTo>
                    <a:pt x="195" y="189"/>
                    <a:pt x="184" y="170"/>
                    <a:pt x="172" y="150"/>
                  </a:cubicBezTo>
                  <a:cubicBezTo>
                    <a:pt x="162" y="131"/>
                    <a:pt x="152" y="111"/>
                    <a:pt x="144" y="92"/>
                  </a:cubicBezTo>
                  <a:cubicBezTo>
                    <a:pt x="143" y="89"/>
                    <a:pt x="139" y="79"/>
                    <a:pt x="139" y="79"/>
                  </a:cubicBezTo>
                  <a:lnTo>
                    <a:pt x="139" y="79"/>
                  </a:lnTo>
                  <a:cubicBezTo>
                    <a:pt x="139" y="79"/>
                    <a:pt x="139" y="81"/>
                    <a:pt x="141" y="87"/>
                  </a:cubicBezTo>
                  <a:cubicBezTo>
                    <a:pt x="138" y="81"/>
                    <a:pt x="137" y="78"/>
                    <a:pt x="135" y="72"/>
                  </a:cubicBezTo>
                  <a:cubicBezTo>
                    <a:pt x="131" y="61"/>
                    <a:pt x="127" y="53"/>
                    <a:pt x="123" y="43"/>
                  </a:cubicBezTo>
                  <a:cubicBezTo>
                    <a:pt x="117" y="29"/>
                    <a:pt x="110" y="16"/>
                    <a:pt x="96" y="9"/>
                  </a:cubicBezTo>
                  <a:cubicBezTo>
                    <a:pt x="88" y="4"/>
                    <a:pt x="77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625" lIns="91425" spcFirstLastPara="1" rIns="91425" wrap="square" tIns="86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89" name="Google Shape;2289;p16"/>
            <p:cNvSpPr/>
            <p:nvPr/>
          </p:nvSpPr>
          <p:spPr>
            <a:xfrm>
              <a:off x="8313480" y="888480"/>
              <a:ext cx="18000" cy="8280"/>
            </a:xfrm>
            <a:custGeom>
              <a:rect b="b" l="l" r="r" t="t"/>
              <a:pathLst>
                <a:path extrusionOk="0" h="172" w="365">
                  <a:moveTo>
                    <a:pt x="68" y="1"/>
                  </a:moveTo>
                  <a:cubicBezTo>
                    <a:pt x="41" y="1"/>
                    <a:pt x="13" y="15"/>
                    <a:pt x="7" y="43"/>
                  </a:cubicBezTo>
                  <a:cubicBezTo>
                    <a:pt x="0" y="71"/>
                    <a:pt x="16" y="108"/>
                    <a:pt x="48" y="113"/>
                  </a:cubicBezTo>
                  <a:cubicBezTo>
                    <a:pt x="129" y="128"/>
                    <a:pt x="206" y="156"/>
                    <a:pt x="286" y="170"/>
                  </a:cubicBezTo>
                  <a:cubicBezTo>
                    <a:pt x="291" y="171"/>
                    <a:pt x="295" y="171"/>
                    <a:pt x="300" y="171"/>
                  </a:cubicBezTo>
                  <a:cubicBezTo>
                    <a:pt x="326" y="171"/>
                    <a:pt x="351" y="157"/>
                    <a:pt x="357" y="129"/>
                  </a:cubicBezTo>
                  <a:cubicBezTo>
                    <a:pt x="364" y="101"/>
                    <a:pt x="349" y="64"/>
                    <a:pt x="318" y="58"/>
                  </a:cubicBezTo>
                  <a:cubicBezTo>
                    <a:pt x="235" y="44"/>
                    <a:pt x="159" y="17"/>
                    <a:pt x="78" y="1"/>
                  </a:cubicBezTo>
                  <a:cubicBezTo>
                    <a:pt x="75" y="1"/>
                    <a:pt x="71" y="1"/>
                    <a:pt x="68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300" lIns="91425" spcFirstLastPara="1" rIns="91425" wrap="square" tIns="4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90" name="Google Shape;2290;p16"/>
            <p:cNvSpPr/>
            <p:nvPr/>
          </p:nvSpPr>
          <p:spPr>
            <a:xfrm>
              <a:off x="8326080" y="837000"/>
              <a:ext cx="12600" cy="24479"/>
            </a:xfrm>
            <a:custGeom>
              <a:rect b="b" l="l" r="r" t="t"/>
              <a:pathLst>
                <a:path extrusionOk="0" h="492" w="257">
                  <a:moveTo>
                    <a:pt x="68" y="1"/>
                  </a:moveTo>
                  <a:cubicBezTo>
                    <a:pt x="63" y="1"/>
                    <a:pt x="58" y="2"/>
                    <a:pt x="53" y="3"/>
                  </a:cubicBezTo>
                  <a:cubicBezTo>
                    <a:pt x="27" y="12"/>
                    <a:pt x="0" y="44"/>
                    <a:pt x="13" y="74"/>
                  </a:cubicBezTo>
                  <a:cubicBezTo>
                    <a:pt x="62" y="196"/>
                    <a:pt x="99" y="322"/>
                    <a:pt x="136" y="448"/>
                  </a:cubicBezTo>
                  <a:cubicBezTo>
                    <a:pt x="143" y="472"/>
                    <a:pt x="168" y="491"/>
                    <a:pt x="193" y="491"/>
                  </a:cubicBezTo>
                  <a:cubicBezTo>
                    <a:pt x="198" y="491"/>
                    <a:pt x="202" y="491"/>
                    <a:pt x="207" y="489"/>
                  </a:cubicBezTo>
                  <a:cubicBezTo>
                    <a:pt x="237" y="479"/>
                    <a:pt x="257" y="450"/>
                    <a:pt x="248" y="418"/>
                  </a:cubicBezTo>
                  <a:cubicBezTo>
                    <a:pt x="211" y="292"/>
                    <a:pt x="172" y="166"/>
                    <a:pt x="123" y="44"/>
                  </a:cubicBezTo>
                  <a:cubicBezTo>
                    <a:pt x="115" y="21"/>
                    <a:pt x="94" y="1"/>
                    <a:pt x="68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225" lIns="91425" spcFirstLastPara="1" rIns="91425" wrap="square" tIns="12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91" name="Google Shape;2291;p16"/>
            <p:cNvSpPr/>
            <p:nvPr/>
          </p:nvSpPr>
          <p:spPr>
            <a:xfrm>
              <a:off x="8300520" y="812520"/>
              <a:ext cx="19440" cy="22320"/>
            </a:xfrm>
            <a:custGeom>
              <a:rect b="b" l="l" r="r" t="t"/>
              <a:pathLst>
                <a:path extrusionOk="0" h="452" w="395">
                  <a:moveTo>
                    <a:pt x="326" y="1"/>
                  </a:moveTo>
                  <a:cubicBezTo>
                    <a:pt x="307" y="1"/>
                    <a:pt x="289" y="12"/>
                    <a:pt x="276" y="30"/>
                  </a:cubicBezTo>
                  <a:cubicBezTo>
                    <a:pt x="275" y="31"/>
                    <a:pt x="270" y="37"/>
                    <a:pt x="270" y="37"/>
                  </a:cubicBezTo>
                  <a:cubicBezTo>
                    <a:pt x="270" y="37"/>
                    <a:pt x="270" y="37"/>
                    <a:pt x="271" y="37"/>
                  </a:cubicBezTo>
                  <a:lnTo>
                    <a:pt x="271" y="37"/>
                  </a:lnTo>
                  <a:cubicBezTo>
                    <a:pt x="270" y="38"/>
                    <a:pt x="269" y="39"/>
                    <a:pt x="269" y="40"/>
                  </a:cubicBezTo>
                  <a:cubicBezTo>
                    <a:pt x="263" y="47"/>
                    <a:pt x="259" y="54"/>
                    <a:pt x="252" y="61"/>
                  </a:cubicBezTo>
                  <a:cubicBezTo>
                    <a:pt x="239" y="75"/>
                    <a:pt x="227" y="88"/>
                    <a:pt x="216" y="102"/>
                  </a:cubicBezTo>
                  <a:lnTo>
                    <a:pt x="141" y="182"/>
                  </a:lnTo>
                  <a:cubicBezTo>
                    <a:pt x="91" y="237"/>
                    <a:pt x="42" y="295"/>
                    <a:pt x="14" y="364"/>
                  </a:cubicBezTo>
                  <a:cubicBezTo>
                    <a:pt x="1" y="393"/>
                    <a:pt x="5" y="428"/>
                    <a:pt x="35" y="444"/>
                  </a:cubicBezTo>
                  <a:cubicBezTo>
                    <a:pt x="42" y="449"/>
                    <a:pt x="52" y="451"/>
                    <a:pt x="63" y="451"/>
                  </a:cubicBezTo>
                  <a:cubicBezTo>
                    <a:pt x="82" y="451"/>
                    <a:pt x="103" y="442"/>
                    <a:pt x="111" y="424"/>
                  </a:cubicBezTo>
                  <a:cubicBezTo>
                    <a:pt x="125" y="393"/>
                    <a:pt x="142" y="363"/>
                    <a:pt x="164" y="335"/>
                  </a:cubicBezTo>
                  <a:cubicBezTo>
                    <a:pt x="167" y="330"/>
                    <a:pt x="168" y="329"/>
                    <a:pt x="171" y="325"/>
                  </a:cubicBezTo>
                  <a:cubicBezTo>
                    <a:pt x="174" y="321"/>
                    <a:pt x="175" y="320"/>
                    <a:pt x="175" y="320"/>
                  </a:cubicBezTo>
                  <a:lnTo>
                    <a:pt x="175" y="320"/>
                  </a:lnTo>
                  <a:cubicBezTo>
                    <a:pt x="175" y="320"/>
                    <a:pt x="171" y="325"/>
                    <a:pt x="171" y="325"/>
                  </a:cubicBezTo>
                  <a:cubicBezTo>
                    <a:pt x="171" y="325"/>
                    <a:pt x="172" y="324"/>
                    <a:pt x="175" y="320"/>
                  </a:cubicBezTo>
                  <a:cubicBezTo>
                    <a:pt x="181" y="313"/>
                    <a:pt x="185" y="305"/>
                    <a:pt x="192" y="299"/>
                  </a:cubicBezTo>
                  <a:lnTo>
                    <a:pt x="230" y="257"/>
                  </a:lnTo>
                  <a:cubicBezTo>
                    <a:pt x="280" y="201"/>
                    <a:pt x="332" y="148"/>
                    <a:pt x="376" y="88"/>
                  </a:cubicBezTo>
                  <a:cubicBezTo>
                    <a:pt x="395" y="63"/>
                    <a:pt x="382" y="23"/>
                    <a:pt x="355" y="9"/>
                  </a:cubicBezTo>
                  <a:cubicBezTo>
                    <a:pt x="345" y="3"/>
                    <a:pt x="336" y="1"/>
                    <a:pt x="326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150" lIns="91425" spcFirstLastPara="1" rIns="91425" wrap="square" tIns="111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92" name="Google Shape;2292;p16"/>
            <p:cNvSpPr/>
            <p:nvPr/>
          </p:nvSpPr>
          <p:spPr>
            <a:xfrm>
              <a:off x="8208360" y="911880"/>
              <a:ext cx="18720" cy="10080"/>
            </a:xfrm>
            <a:custGeom>
              <a:rect b="b" l="l" r="r" t="t"/>
              <a:pathLst>
                <a:path extrusionOk="0" h="204" w="376">
                  <a:moveTo>
                    <a:pt x="68" y="118"/>
                  </a:moveTo>
                  <a:cubicBezTo>
                    <a:pt x="69" y="118"/>
                    <a:pt x="70" y="118"/>
                    <a:pt x="71" y="118"/>
                  </a:cubicBezTo>
                  <a:lnTo>
                    <a:pt x="71" y="118"/>
                  </a:lnTo>
                  <a:cubicBezTo>
                    <a:pt x="69" y="118"/>
                    <a:pt x="68" y="119"/>
                    <a:pt x="69" y="119"/>
                  </a:cubicBezTo>
                  <a:lnTo>
                    <a:pt x="69" y="119"/>
                  </a:lnTo>
                  <a:cubicBezTo>
                    <a:pt x="59" y="119"/>
                    <a:pt x="63" y="118"/>
                    <a:pt x="68" y="118"/>
                  </a:cubicBezTo>
                  <a:close/>
                  <a:moveTo>
                    <a:pt x="74" y="119"/>
                  </a:moveTo>
                  <a:lnTo>
                    <a:pt x="74" y="119"/>
                  </a:lnTo>
                  <a:cubicBezTo>
                    <a:pt x="75" y="119"/>
                    <a:pt x="75" y="119"/>
                    <a:pt x="75" y="119"/>
                  </a:cubicBezTo>
                  <a:lnTo>
                    <a:pt x="75" y="119"/>
                  </a:lnTo>
                  <a:cubicBezTo>
                    <a:pt x="74" y="119"/>
                    <a:pt x="74" y="119"/>
                    <a:pt x="73" y="119"/>
                  </a:cubicBezTo>
                  <a:lnTo>
                    <a:pt x="73" y="119"/>
                  </a:lnTo>
                  <a:cubicBezTo>
                    <a:pt x="74" y="119"/>
                    <a:pt x="74" y="119"/>
                    <a:pt x="74" y="119"/>
                  </a:cubicBezTo>
                  <a:close/>
                  <a:moveTo>
                    <a:pt x="74" y="1"/>
                  </a:moveTo>
                  <a:cubicBezTo>
                    <a:pt x="66" y="1"/>
                    <a:pt x="58" y="2"/>
                    <a:pt x="50" y="4"/>
                  </a:cubicBezTo>
                  <a:cubicBezTo>
                    <a:pt x="22" y="11"/>
                    <a:pt x="0" y="45"/>
                    <a:pt x="9" y="75"/>
                  </a:cubicBezTo>
                  <a:cubicBezTo>
                    <a:pt x="18" y="103"/>
                    <a:pt x="39" y="120"/>
                    <a:pt x="64" y="120"/>
                  </a:cubicBezTo>
                  <a:cubicBezTo>
                    <a:pt x="67" y="120"/>
                    <a:pt x="70" y="120"/>
                    <a:pt x="73" y="119"/>
                  </a:cubicBezTo>
                  <a:lnTo>
                    <a:pt x="75" y="119"/>
                  </a:lnTo>
                  <a:cubicBezTo>
                    <a:pt x="81" y="121"/>
                    <a:pt x="88" y="123"/>
                    <a:pt x="94" y="125"/>
                  </a:cubicBezTo>
                  <a:cubicBezTo>
                    <a:pt x="118" y="132"/>
                    <a:pt x="142" y="140"/>
                    <a:pt x="165" y="149"/>
                  </a:cubicBezTo>
                  <a:cubicBezTo>
                    <a:pt x="177" y="154"/>
                    <a:pt x="190" y="160"/>
                    <a:pt x="203" y="163"/>
                  </a:cubicBezTo>
                  <a:cubicBezTo>
                    <a:pt x="206" y="166"/>
                    <a:pt x="210" y="167"/>
                    <a:pt x="213" y="167"/>
                  </a:cubicBezTo>
                  <a:cubicBezTo>
                    <a:pt x="214" y="168"/>
                    <a:pt x="215" y="168"/>
                    <a:pt x="215" y="168"/>
                  </a:cubicBezTo>
                  <a:cubicBezTo>
                    <a:pt x="215" y="168"/>
                    <a:pt x="214" y="167"/>
                    <a:pt x="213" y="167"/>
                  </a:cubicBezTo>
                  <a:lnTo>
                    <a:pt x="213" y="167"/>
                  </a:lnTo>
                  <a:cubicBezTo>
                    <a:pt x="217" y="168"/>
                    <a:pt x="222" y="171"/>
                    <a:pt x="227" y="173"/>
                  </a:cubicBezTo>
                  <a:cubicBezTo>
                    <a:pt x="247" y="181"/>
                    <a:pt x="264" y="188"/>
                    <a:pt x="284" y="197"/>
                  </a:cubicBezTo>
                  <a:cubicBezTo>
                    <a:pt x="293" y="201"/>
                    <a:pt x="304" y="204"/>
                    <a:pt x="314" y="204"/>
                  </a:cubicBezTo>
                  <a:cubicBezTo>
                    <a:pt x="334" y="204"/>
                    <a:pt x="353" y="195"/>
                    <a:pt x="363" y="176"/>
                  </a:cubicBezTo>
                  <a:cubicBezTo>
                    <a:pt x="376" y="152"/>
                    <a:pt x="373" y="111"/>
                    <a:pt x="342" y="96"/>
                  </a:cubicBezTo>
                  <a:cubicBezTo>
                    <a:pt x="292" y="75"/>
                    <a:pt x="245" y="54"/>
                    <a:pt x="196" y="34"/>
                  </a:cubicBezTo>
                  <a:cubicBezTo>
                    <a:pt x="172" y="25"/>
                    <a:pt x="148" y="17"/>
                    <a:pt x="122" y="10"/>
                  </a:cubicBezTo>
                  <a:cubicBezTo>
                    <a:pt x="107" y="5"/>
                    <a:pt x="91" y="1"/>
                    <a:pt x="74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93" name="Google Shape;2293;p16"/>
            <p:cNvSpPr/>
            <p:nvPr/>
          </p:nvSpPr>
          <p:spPr>
            <a:xfrm>
              <a:off x="8203680" y="883440"/>
              <a:ext cx="20520" cy="11160"/>
            </a:xfrm>
            <a:custGeom>
              <a:rect b="b" l="l" r="r" t="t"/>
              <a:pathLst>
                <a:path extrusionOk="0" h="227" w="414">
                  <a:moveTo>
                    <a:pt x="346" y="0"/>
                  </a:moveTo>
                  <a:cubicBezTo>
                    <a:pt x="337" y="0"/>
                    <a:pt x="327" y="2"/>
                    <a:pt x="318" y="7"/>
                  </a:cubicBezTo>
                  <a:cubicBezTo>
                    <a:pt x="305" y="15"/>
                    <a:pt x="293" y="22"/>
                    <a:pt x="278" y="27"/>
                  </a:cubicBezTo>
                  <a:cubicBezTo>
                    <a:pt x="273" y="29"/>
                    <a:pt x="269" y="33"/>
                    <a:pt x="263" y="34"/>
                  </a:cubicBezTo>
                  <a:cubicBezTo>
                    <a:pt x="261" y="36"/>
                    <a:pt x="257" y="36"/>
                    <a:pt x="256" y="37"/>
                  </a:cubicBezTo>
                  <a:cubicBezTo>
                    <a:pt x="233" y="47"/>
                    <a:pt x="209" y="56"/>
                    <a:pt x="185" y="63"/>
                  </a:cubicBezTo>
                  <a:cubicBezTo>
                    <a:pt x="134" y="78"/>
                    <a:pt x="84" y="97"/>
                    <a:pt x="36" y="118"/>
                  </a:cubicBezTo>
                  <a:cubicBezTo>
                    <a:pt x="8" y="129"/>
                    <a:pt x="1" y="172"/>
                    <a:pt x="15" y="197"/>
                  </a:cubicBezTo>
                  <a:cubicBezTo>
                    <a:pt x="26" y="217"/>
                    <a:pt x="43" y="226"/>
                    <a:pt x="63" y="226"/>
                  </a:cubicBezTo>
                  <a:cubicBezTo>
                    <a:pt x="72" y="226"/>
                    <a:pt x="83" y="224"/>
                    <a:pt x="93" y="220"/>
                  </a:cubicBezTo>
                  <a:cubicBezTo>
                    <a:pt x="96" y="219"/>
                    <a:pt x="100" y="217"/>
                    <a:pt x="103" y="217"/>
                  </a:cubicBezTo>
                  <a:cubicBezTo>
                    <a:pt x="110" y="214"/>
                    <a:pt x="116" y="212"/>
                    <a:pt x="123" y="210"/>
                  </a:cubicBezTo>
                  <a:cubicBezTo>
                    <a:pt x="134" y="206"/>
                    <a:pt x="144" y="203"/>
                    <a:pt x="155" y="197"/>
                  </a:cubicBezTo>
                  <a:cubicBezTo>
                    <a:pt x="178" y="190"/>
                    <a:pt x="201" y="182"/>
                    <a:pt x="223" y="175"/>
                  </a:cubicBezTo>
                  <a:cubicBezTo>
                    <a:pt x="274" y="156"/>
                    <a:pt x="327" y="136"/>
                    <a:pt x="376" y="108"/>
                  </a:cubicBezTo>
                  <a:cubicBezTo>
                    <a:pt x="403" y="94"/>
                    <a:pt x="413" y="56"/>
                    <a:pt x="398" y="29"/>
                  </a:cubicBezTo>
                  <a:cubicBezTo>
                    <a:pt x="385" y="11"/>
                    <a:pt x="366" y="0"/>
                    <a:pt x="346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750" lIns="91425" spcFirstLastPara="1" rIns="91425" wrap="square" tIns="5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94" name="Google Shape;2294;p16"/>
            <p:cNvSpPr/>
            <p:nvPr/>
          </p:nvSpPr>
          <p:spPr>
            <a:xfrm>
              <a:off x="8439840" y="1182600"/>
              <a:ext cx="13680" cy="16200"/>
            </a:xfrm>
            <a:custGeom>
              <a:rect b="b" l="l" r="r" t="t"/>
              <a:pathLst>
                <a:path extrusionOk="0" h="331" w="276">
                  <a:moveTo>
                    <a:pt x="70" y="1"/>
                  </a:moveTo>
                  <a:cubicBezTo>
                    <a:pt x="59" y="1"/>
                    <a:pt x="49" y="3"/>
                    <a:pt x="40" y="8"/>
                  </a:cubicBezTo>
                  <a:cubicBezTo>
                    <a:pt x="14" y="23"/>
                    <a:pt x="0" y="60"/>
                    <a:pt x="19" y="87"/>
                  </a:cubicBezTo>
                  <a:cubicBezTo>
                    <a:pt x="67" y="157"/>
                    <a:pt x="106" y="233"/>
                    <a:pt x="156" y="301"/>
                  </a:cubicBezTo>
                  <a:cubicBezTo>
                    <a:pt x="165" y="314"/>
                    <a:pt x="176" y="325"/>
                    <a:pt x="190" y="328"/>
                  </a:cubicBezTo>
                  <a:cubicBezTo>
                    <a:pt x="195" y="329"/>
                    <a:pt x="199" y="330"/>
                    <a:pt x="204" y="330"/>
                  </a:cubicBezTo>
                  <a:cubicBezTo>
                    <a:pt x="215" y="330"/>
                    <a:pt x="225" y="327"/>
                    <a:pt x="234" y="322"/>
                  </a:cubicBezTo>
                  <a:cubicBezTo>
                    <a:pt x="259" y="307"/>
                    <a:pt x="275" y="270"/>
                    <a:pt x="255" y="243"/>
                  </a:cubicBezTo>
                  <a:cubicBezTo>
                    <a:pt x="207" y="174"/>
                    <a:pt x="167" y="99"/>
                    <a:pt x="118" y="29"/>
                  </a:cubicBezTo>
                  <a:cubicBezTo>
                    <a:pt x="109" y="16"/>
                    <a:pt x="98" y="5"/>
                    <a:pt x="84" y="2"/>
                  </a:cubicBezTo>
                  <a:cubicBezTo>
                    <a:pt x="79" y="1"/>
                    <a:pt x="74" y="1"/>
                    <a:pt x="70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275" lIns="91425" spcFirstLastPara="1" rIns="91425" wrap="square" tIns="8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95" name="Google Shape;2295;p16"/>
            <p:cNvSpPr/>
            <p:nvPr/>
          </p:nvSpPr>
          <p:spPr>
            <a:xfrm>
              <a:off x="8421480" y="1214640"/>
              <a:ext cx="20520" cy="9000"/>
            </a:xfrm>
            <a:custGeom>
              <a:rect b="b" l="l" r="r" t="t"/>
              <a:pathLst>
                <a:path extrusionOk="0" h="183" w="417">
                  <a:moveTo>
                    <a:pt x="351" y="1"/>
                  </a:moveTo>
                  <a:cubicBezTo>
                    <a:pt x="346" y="1"/>
                    <a:pt x="341" y="1"/>
                    <a:pt x="337" y="2"/>
                  </a:cubicBezTo>
                  <a:cubicBezTo>
                    <a:pt x="289" y="9"/>
                    <a:pt x="245" y="29"/>
                    <a:pt x="201" y="44"/>
                  </a:cubicBezTo>
                  <a:cubicBezTo>
                    <a:pt x="178" y="53"/>
                    <a:pt x="154" y="60"/>
                    <a:pt x="131" y="64"/>
                  </a:cubicBezTo>
                  <a:cubicBezTo>
                    <a:pt x="131" y="64"/>
                    <a:pt x="130" y="64"/>
                    <a:pt x="128" y="65"/>
                  </a:cubicBezTo>
                  <a:lnTo>
                    <a:pt x="128" y="65"/>
                  </a:lnTo>
                  <a:cubicBezTo>
                    <a:pt x="121" y="53"/>
                    <a:pt x="109" y="44"/>
                    <a:pt x="96" y="41"/>
                  </a:cubicBezTo>
                  <a:cubicBezTo>
                    <a:pt x="91" y="40"/>
                    <a:pt x="86" y="40"/>
                    <a:pt x="82" y="40"/>
                  </a:cubicBezTo>
                  <a:cubicBezTo>
                    <a:pt x="61" y="40"/>
                    <a:pt x="41" y="50"/>
                    <a:pt x="30" y="69"/>
                  </a:cubicBezTo>
                  <a:lnTo>
                    <a:pt x="30" y="69"/>
                  </a:lnTo>
                  <a:cubicBezTo>
                    <a:pt x="29" y="70"/>
                    <a:pt x="29" y="71"/>
                    <a:pt x="28" y="73"/>
                  </a:cubicBezTo>
                  <a:cubicBezTo>
                    <a:pt x="17" y="81"/>
                    <a:pt x="11" y="94"/>
                    <a:pt x="8" y="108"/>
                  </a:cubicBezTo>
                  <a:cubicBezTo>
                    <a:pt x="1" y="136"/>
                    <a:pt x="17" y="173"/>
                    <a:pt x="49" y="179"/>
                  </a:cubicBezTo>
                  <a:cubicBezTo>
                    <a:pt x="65" y="181"/>
                    <a:pt x="80" y="182"/>
                    <a:pt x="95" y="182"/>
                  </a:cubicBezTo>
                  <a:cubicBezTo>
                    <a:pt x="138" y="182"/>
                    <a:pt x="180" y="174"/>
                    <a:pt x="222" y="159"/>
                  </a:cubicBezTo>
                  <a:cubicBezTo>
                    <a:pt x="270" y="144"/>
                    <a:pt x="317" y="121"/>
                    <a:pt x="368" y="114"/>
                  </a:cubicBezTo>
                  <a:cubicBezTo>
                    <a:pt x="398" y="108"/>
                    <a:pt x="416" y="68"/>
                    <a:pt x="408" y="43"/>
                  </a:cubicBezTo>
                  <a:cubicBezTo>
                    <a:pt x="399" y="15"/>
                    <a:pt x="377" y="1"/>
                    <a:pt x="351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96" name="Google Shape;2296;p16"/>
            <p:cNvSpPr/>
            <p:nvPr/>
          </p:nvSpPr>
          <p:spPr>
            <a:xfrm>
              <a:off x="8475120" y="1109520"/>
              <a:ext cx="20520" cy="10440"/>
            </a:xfrm>
            <a:custGeom>
              <a:rect b="b" l="l" r="r" t="t"/>
              <a:pathLst>
                <a:path extrusionOk="0" h="212" w="417">
                  <a:moveTo>
                    <a:pt x="128" y="172"/>
                  </a:moveTo>
                  <a:lnTo>
                    <a:pt x="128" y="172"/>
                  </a:lnTo>
                  <a:cubicBezTo>
                    <a:pt x="127" y="173"/>
                    <a:pt x="127" y="175"/>
                    <a:pt x="126" y="176"/>
                  </a:cubicBezTo>
                  <a:lnTo>
                    <a:pt x="126" y="176"/>
                  </a:lnTo>
                  <a:cubicBezTo>
                    <a:pt x="126" y="176"/>
                    <a:pt x="126" y="177"/>
                    <a:pt x="125" y="177"/>
                  </a:cubicBezTo>
                  <a:lnTo>
                    <a:pt x="125" y="177"/>
                  </a:lnTo>
                  <a:cubicBezTo>
                    <a:pt x="126" y="175"/>
                    <a:pt x="127" y="173"/>
                    <a:pt x="128" y="172"/>
                  </a:cubicBezTo>
                  <a:close/>
                  <a:moveTo>
                    <a:pt x="351" y="0"/>
                  </a:moveTo>
                  <a:cubicBezTo>
                    <a:pt x="342" y="0"/>
                    <a:pt x="332" y="3"/>
                    <a:pt x="322" y="7"/>
                  </a:cubicBezTo>
                  <a:cubicBezTo>
                    <a:pt x="323" y="7"/>
                    <a:pt x="324" y="6"/>
                    <a:pt x="325" y="6"/>
                  </a:cubicBezTo>
                  <a:lnTo>
                    <a:pt x="325" y="6"/>
                  </a:lnTo>
                  <a:cubicBezTo>
                    <a:pt x="323" y="6"/>
                    <a:pt x="322" y="7"/>
                    <a:pt x="317" y="7"/>
                  </a:cubicBezTo>
                  <a:cubicBezTo>
                    <a:pt x="312" y="9"/>
                    <a:pt x="308" y="10"/>
                    <a:pt x="300" y="13"/>
                  </a:cubicBezTo>
                  <a:cubicBezTo>
                    <a:pt x="288" y="16"/>
                    <a:pt x="274" y="17"/>
                    <a:pt x="259" y="21"/>
                  </a:cubicBezTo>
                  <a:cubicBezTo>
                    <a:pt x="230" y="27"/>
                    <a:pt x="198" y="31"/>
                    <a:pt x="170" y="37"/>
                  </a:cubicBezTo>
                  <a:cubicBezTo>
                    <a:pt x="139" y="44"/>
                    <a:pt x="109" y="53"/>
                    <a:pt x="81" y="65"/>
                  </a:cubicBezTo>
                  <a:cubicBezTo>
                    <a:pt x="48" y="81"/>
                    <a:pt x="26" y="105"/>
                    <a:pt x="13" y="136"/>
                  </a:cubicBezTo>
                  <a:cubicBezTo>
                    <a:pt x="0" y="165"/>
                    <a:pt x="26" y="200"/>
                    <a:pt x="54" y="207"/>
                  </a:cubicBezTo>
                  <a:cubicBezTo>
                    <a:pt x="62" y="210"/>
                    <a:pt x="70" y="211"/>
                    <a:pt x="76" y="211"/>
                  </a:cubicBezTo>
                  <a:cubicBezTo>
                    <a:pt x="98" y="211"/>
                    <a:pt x="115" y="198"/>
                    <a:pt x="124" y="179"/>
                  </a:cubicBezTo>
                  <a:lnTo>
                    <a:pt x="124" y="179"/>
                  </a:lnTo>
                  <a:lnTo>
                    <a:pt x="126" y="178"/>
                  </a:lnTo>
                  <a:lnTo>
                    <a:pt x="126" y="178"/>
                  </a:lnTo>
                  <a:cubicBezTo>
                    <a:pt x="125" y="182"/>
                    <a:pt x="124" y="184"/>
                    <a:pt x="124" y="184"/>
                  </a:cubicBezTo>
                  <a:cubicBezTo>
                    <a:pt x="124" y="184"/>
                    <a:pt x="125" y="180"/>
                    <a:pt x="126" y="177"/>
                  </a:cubicBezTo>
                  <a:lnTo>
                    <a:pt x="126" y="177"/>
                  </a:lnTo>
                  <a:cubicBezTo>
                    <a:pt x="130" y="175"/>
                    <a:pt x="134" y="171"/>
                    <a:pt x="137" y="170"/>
                  </a:cubicBezTo>
                  <a:cubicBezTo>
                    <a:pt x="139" y="168"/>
                    <a:pt x="140" y="168"/>
                    <a:pt x="143" y="167"/>
                  </a:cubicBezTo>
                  <a:lnTo>
                    <a:pt x="143" y="167"/>
                  </a:lnTo>
                  <a:cubicBezTo>
                    <a:pt x="140" y="168"/>
                    <a:pt x="138" y="169"/>
                    <a:pt x="138" y="169"/>
                  </a:cubicBezTo>
                  <a:cubicBezTo>
                    <a:pt x="139" y="169"/>
                    <a:pt x="139" y="169"/>
                    <a:pt x="140" y="169"/>
                  </a:cubicBezTo>
                  <a:cubicBezTo>
                    <a:pt x="167" y="159"/>
                    <a:pt x="194" y="152"/>
                    <a:pt x="220" y="148"/>
                  </a:cubicBezTo>
                  <a:cubicBezTo>
                    <a:pt x="274" y="136"/>
                    <a:pt x="330" y="133"/>
                    <a:pt x="380" y="108"/>
                  </a:cubicBezTo>
                  <a:cubicBezTo>
                    <a:pt x="407" y="94"/>
                    <a:pt x="417" y="55"/>
                    <a:pt x="401" y="29"/>
                  </a:cubicBezTo>
                  <a:cubicBezTo>
                    <a:pt x="389" y="10"/>
                    <a:pt x="371" y="0"/>
                    <a:pt x="351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00" lIns="91425" spcFirstLastPara="1" rIns="91425" wrap="square" tIns="5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97" name="Google Shape;2297;p16"/>
            <p:cNvSpPr/>
            <p:nvPr/>
          </p:nvSpPr>
          <p:spPr>
            <a:xfrm>
              <a:off x="8473680" y="1066320"/>
              <a:ext cx="19080" cy="24840"/>
            </a:xfrm>
            <a:custGeom>
              <a:rect b="b" l="l" r="r" t="t"/>
              <a:pathLst>
                <a:path extrusionOk="0" h="497" w="383">
                  <a:moveTo>
                    <a:pt x="65" y="0"/>
                  </a:moveTo>
                  <a:cubicBezTo>
                    <a:pt x="55" y="0"/>
                    <a:pt x="45" y="3"/>
                    <a:pt x="36" y="8"/>
                  </a:cubicBezTo>
                  <a:cubicBezTo>
                    <a:pt x="7" y="23"/>
                    <a:pt x="0" y="59"/>
                    <a:pt x="14" y="87"/>
                  </a:cubicBezTo>
                  <a:cubicBezTo>
                    <a:pt x="85" y="227"/>
                    <a:pt x="163" y="369"/>
                    <a:pt x="278" y="479"/>
                  </a:cubicBezTo>
                  <a:cubicBezTo>
                    <a:pt x="290" y="490"/>
                    <a:pt x="306" y="496"/>
                    <a:pt x="321" y="496"/>
                  </a:cubicBezTo>
                  <a:cubicBezTo>
                    <a:pt x="335" y="496"/>
                    <a:pt x="349" y="491"/>
                    <a:pt x="360" y="479"/>
                  </a:cubicBezTo>
                  <a:cubicBezTo>
                    <a:pt x="383" y="458"/>
                    <a:pt x="383" y="421"/>
                    <a:pt x="362" y="399"/>
                  </a:cubicBezTo>
                  <a:cubicBezTo>
                    <a:pt x="255" y="295"/>
                    <a:pt x="184" y="163"/>
                    <a:pt x="116" y="29"/>
                  </a:cubicBezTo>
                  <a:cubicBezTo>
                    <a:pt x="107" y="10"/>
                    <a:pt x="86" y="0"/>
                    <a:pt x="65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600" lIns="91425" spcFirstLastPara="1" rIns="91425" wrap="square" tIns="12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98" name="Google Shape;2298;p16"/>
            <p:cNvSpPr/>
            <p:nvPr/>
          </p:nvSpPr>
          <p:spPr>
            <a:xfrm>
              <a:off x="8371800" y="1103760"/>
              <a:ext cx="14760" cy="11160"/>
            </a:xfrm>
            <a:custGeom>
              <a:rect b="b" l="l" r="r" t="t"/>
              <a:pathLst>
                <a:path extrusionOk="0" h="232" w="298">
                  <a:moveTo>
                    <a:pt x="149" y="1"/>
                  </a:moveTo>
                  <a:cubicBezTo>
                    <a:pt x="0" y="1"/>
                    <a:pt x="0" y="232"/>
                    <a:pt x="149" y="232"/>
                  </a:cubicBezTo>
                  <a:cubicBezTo>
                    <a:pt x="298" y="232"/>
                    <a:pt x="298" y="1"/>
                    <a:pt x="149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750" lIns="91425" spcFirstLastPara="1" rIns="91425" wrap="square" tIns="5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99" name="Google Shape;2299;p16"/>
            <p:cNvSpPr/>
            <p:nvPr/>
          </p:nvSpPr>
          <p:spPr>
            <a:xfrm>
              <a:off x="8368920" y="1036440"/>
              <a:ext cx="12240" cy="11520"/>
            </a:xfrm>
            <a:custGeom>
              <a:rect b="b" l="l" r="r" t="t"/>
              <a:pathLst>
                <a:path extrusionOk="0" h="236" w="247">
                  <a:moveTo>
                    <a:pt x="88" y="226"/>
                  </a:moveTo>
                  <a:cubicBezTo>
                    <a:pt x="88" y="226"/>
                    <a:pt x="88" y="226"/>
                    <a:pt x="88" y="226"/>
                  </a:cubicBezTo>
                  <a:lnTo>
                    <a:pt x="88" y="226"/>
                  </a:lnTo>
                  <a:cubicBezTo>
                    <a:pt x="87" y="226"/>
                    <a:pt x="86" y="226"/>
                    <a:pt x="85" y="226"/>
                  </a:cubicBezTo>
                  <a:close/>
                  <a:moveTo>
                    <a:pt x="136" y="227"/>
                  </a:moveTo>
                  <a:lnTo>
                    <a:pt x="136" y="227"/>
                  </a:lnTo>
                  <a:cubicBezTo>
                    <a:pt x="134" y="228"/>
                    <a:pt x="132" y="228"/>
                    <a:pt x="130" y="228"/>
                  </a:cubicBezTo>
                  <a:lnTo>
                    <a:pt x="130" y="228"/>
                  </a:lnTo>
                  <a:cubicBezTo>
                    <a:pt x="131" y="228"/>
                    <a:pt x="133" y="228"/>
                    <a:pt x="135" y="227"/>
                  </a:cubicBezTo>
                  <a:cubicBezTo>
                    <a:pt x="135" y="227"/>
                    <a:pt x="136" y="227"/>
                    <a:pt x="136" y="227"/>
                  </a:cubicBezTo>
                  <a:close/>
                  <a:moveTo>
                    <a:pt x="115" y="1"/>
                  </a:moveTo>
                  <a:cubicBezTo>
                    <a:pt x="104" y="1"/>
                    <a:pt x="94" y="1"/>
                    <a:pt x="85" y="5"/>
                  </a:cubicBezTo>
                  <a:cubicBezTo>
                    <a:pt x="75" y="8"/>
                    <a:pt x="67" y="12"/>
                    <a:pt x="57" y="18"/>
                  </a:cubicBezTo>
                  <a:cubicBezTo>
                    <a:pt x="43" y="23"/>
                    <a:pt x="32" y="35"/>
                    <a:pt x="24" y="47"/>
                  </a:cubicBezTo>
                  <a:cubicBezTo>
                    <a:pt x="17" y="54"/>
                    <a:pt x="12" y="63"/>
                    <a:pt x="10" y="71"/>
                  </a:cubicBezTo>
                  <a:cubicBezTo>
                    <a:pt x="3" y="86"/>
                    <a:pt x="0" y="100"/>
                    <a:pt x="0" y="115"/>
                  </a:cubicBezTo>
                  <a:cubicBezTo>
                    <a:pt x="2" y="127"/>
                    <a:pt x="3" y="137"/>
                    <a:pt x="3" y="146"/>
                  </a:cubicBezTo>
                  <a:cubicBezTo>
                    <a:pt x="7" y="155"/>
                    <a:pt x="10" y="163"/>
                    <a:pt x="16" y="175"/>
                  </a:cubicBezTo>
                  <a:cubicBezTo>
                    <a:pt x="23" y="189"/>
                    <a:pt x="34" y="199"/>
                    <a:pt x="46" y="206"/>
                  </a:cubicBezTo>
                  <a:cubicBezTo>
                    <a:pt x="57" y="217"/>
                    <a:pt x="71" y="224"/>
                    <a:pt x="85" y="227"/>
                  </a:cubicBezTo>
                  <a:cubicBezTo>
                    <a:pt x="87" y="227"/>
                    <a:pt x="88" y="227"/>
                    <a:pt x="91" y="230"/>
                  </a:cubicBezTo>
                  <a:cubicBezTo>
                    <a:pt x="94" y="230"/>
                    <a:pt x="98" y="232"/>
                    <a:pt x="100" y="232"/>
                  </a:cubicBezTo>
                  <a:lnTo>
                    <a:pt x="101" y="232"/>
                  </a:lnTo>
                  <a:cubicBezTo>
                    <a:pt x="109" y="235"/>
                    <a:pt x="117" y="236"/>
                    <a:pt x="125" y="236"/>
                  </a:cubicBezTo>
                  <a:cubicBezTo>
                    <a:pt x="133" y="236"/>
                    <a:pt x="140" y="235"/>
                    <a:pt x="148" y="233"/>
                  </a:cubicBezTo>
                  <a:cubicBezTo>
                    <a:pt x="163" y="233"/>
                    <a:pt x="177" y="227"/>
                    <a:pt x="190" y="219"/>
                  </a:cubicBezTo>
                  <a:cubicBezTo>
                    <a:pt x="204" y="212"/>
                    <a:pt x="214" y="202"/>
                    <a:pt x="221" y="189"/>
                  </a:cubicBezTo>
                  <a:cubicBezTo>
                    <a:pt x="233" y="178"/>
                    <a:pt x="240" y="163"/>
                    <a:pt x="243" y="149"/>
                  </a:cubicBezTo>
                  <a:cubicBezTo>
                    <a:pt x="244" y="139"/>
                    <a:pt x="247" y="128"/>
                    <a:pt x="247" y="120"/>
                  </a:cubicBezTo>
                  <a:cubicBezTo>
                    <a:pt x="247" y="98"/>
                    <a:pt x="241" y="78"/>
                    <a:pt x="230" y="61"/>
                  </a:cubicBezTo>
                  <a:cubicBezTo>
                    <a:pt x="226" y="54"/>
                    <a:pt x="219" y="46"/>
                    <a:pt x="213" y="39"/>
                  </a:cubicBezTo>
                  <a:cubicBezTo>
                    <a:pt x="199" y="25"/>
                    <a:pt x="180" y="13"/>
                    <a:pt x="162" y="8"/>
                  </a:cubicBezTo>
                  <a:cubicBezTo>
                    <a:pt x="158" y="6"/>
                    <a:pt x="154" y="6"/>
                    <a:pt x="151" y="5"/>
                  </a:cubicBezTo>
                  <a:lnTo>
                    <a:pt x="151" y="5"/>
                  </a:lnTo>
                  <a:cubicBezTo>
                    <a:pt x="150" y="5"/>
                    <a:pt x="150" y="5"/>
                    <a:pt x="149" y="5"/>
                  </a:cubicBezTo>
                  <a:lnTo>
                    <a:pt x="145" y="5"/>
                  </a:lnTo>
                  <a:lnTo>
                    <a:pt x="115" y="1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750" lIns="91425" spcFirstLastPara="1" rIns="91425" wrap="square" tIns="5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00" name="Google Shape;2300;p16"/>
            <p:cNvSpPr/>
            <p:nvPr/>
          </p:nvSpPr>
          <p:spPr>
            <a:xfrm>
              <a:off x="8334720" y="1019520"/>
              <a:ext cx="11880" cy="12600"/>
            </a:xfrm>
            <a:custGeom>
              <a:rect b="b" l="l" r="r" t="t"/>
              <a:pathLst>
                <a:path extrusionOk="0" h="259" w="241">
                  <a:moveTo>
                    <a:pt x="123" y="1"/>
                  </a:moveTo>
                  <a:cubicBezTo>
                    <a:pt x="102" y="1"/>
                    <a:pt x="83" y="6"/>
                    <a:pt x="65" y="16"/>
                  </a:cubicBezTo>
                  <a:cubicBezTo>
                    <a:pt x="58" y="22"/>
                    <a:pt x="49" y="29"/>
                    <a:pt x="42" y="35"/>
                  </a:cubicBezTo>
                  <a:cubicBezTo>
                    <a:pt x="28" y="49"/>
                    <a:pt x="18" y="66"/>
                    <a:pt x="12" y="86"/>
                  </a:cubicBezTo>
                  <a:cubicBezTo>
                    <a:pt x="9" y="94"/>
                    <a:pt x="8" y="106"/>
                    <a:pt x="7" y="114"/>
                  </a:cubicBezTo>
                  <a:cubicBezTo>
                    <a:pt x="1" y="130"/>
                    <a:pt x="1" y="144"/>
                    <a:pt x="5" y="159"/>
                  </a:cubicBezTo>
                  <a:cubicBezTo>
                    <a:pt x="5" y="176"/>
                    <a:pt x="9" y="191"/>
                    <a:pt x="19" y="202"/>
                  </a:cubicBezTo>
                  <a:cubicBezTo>
                    <a:pt x="26" y="216"/>
                    <a:pt x="36" y="227"/>
                    <a:pt x="49" y="234"/>
                  </a:cubicBezTo>
                  <a:cubicBezTo>
                    <a:pt x="60" y="244"/>
                    <a:pt x="75" y="251"/>
                    <a:pt x="89" y="256"/>
                  </a:cubicBezTo>
                  <a:cubicBezTo>
                    <a:pt x="99" y="257"/>
                    <a:pt x="110" y="259"/>
                    <a:pt x="119" y="259"/>
                  </a:cubicBezTo>
                  <a:cubicBezTo>
                    <a:pt x="140" y="259"/>
                    <a:pt x="160" y="253"/>
                    <a:pt x="177" y="243"/>
                  </a:cubicBezTo>
                  <a:cubicBezTo>
                    <a:pt x="184" y="237"/>
                    <a:pt x="192" y="230"/>
                    <a:pt x="199" y="226"/>
                  </a:cubicBezTo>
                  <a:cubicBezTo>
                    <a:pt x="216" y="209"/>
                    <a:pt x="225" y="193"/>
                    <a:pt x="231" y="174"/>
                  </a:cubicBezTo>
                  <a:cubicBezTo>
                    <a:pt x="232" y="165"/>
                    <a:pt x="233" y="155"/>
                    <a:pt x="235" y="145"/>
                  </a:cubicBezTo>
                  <a:cubicBezTo>
                    <a:pt x="240" y="130"/>
                    <a:pt x="240" y="115"/>
                    <a:pt x="238" y="100"/>
                  </a:cubicBezTo>
                  <a:cubicBezTo>
                    <a:pt x="238" y="84"/>
                    <a:pt x="232" y="70"/>
                    <a:pt x="223" y="57"/>
                  </a:cubicBezTo>
                  <a:cubicBezTo>
                    <a:pt x="216" y="43"/>
                    <a:pt x="205" y="32"/>
                    <a:pt x="192" y="25"/>
                  </a:cubicBezTo>
                  <a:cubicBezTo>
                    <a:pt x="182" y="15"/>
                    <a:pt x="168" y="8"/>
                    <a:pt x="154" y="3"/>
                  </a:cubicBezTo>
                  <a:cubicBezTo>
                    <a:pt x="143" y="2"/>
                    <a:pt x="133" y="1"/>
                    <a:pt x="123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475" lIns="91425" spcFirstLastPara="1" rIns="91425" wrap="square" tIns="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01" name="Google Shape;2301;p16"/>
            <p:cNvSpPr/>
            <p:nvPr/>
          </p:nvSpPr>
          <p:spPr>
            <a:xfrm>
              <a:off x="8423280" y="1163160"/>
              <a:ext cx="12960" cy="13680"/>
            </a:xfrm>
            <a:custGeom>
              <a:rect b="b" l="l" r="r" t="t"/>
              <a:pathLst>
                <a:path extrusionOk="0" h="282" w="267">
                  <a:moveTo>
                    <a:pt x="122" y="1"/>
                  </a:moveTo>
                  <a:cubicBezTo>
                    <a:pt x="115" y="1"/>
                    <a:pt x="107" y="2"/>
                    <a:pt x="99" y="4"/>
                  </a:cubicBezTo>
                  <a:cubicBezTo>
                    <a:pt x="84" y="4"/>
                    <a:pt x="70" y="8"/>
                    <a:pt x="57" y="18"/>
                  </a:cubicBezTo>
                  <a:cubicBezTo>
                    <a:pt x="50" y="22"/>
                    <a:pt x="41" y="29"/>
                    <a:pt x="34" y="35"/>
                  </a:cubicBezTo>
                  <a:cubicBezTo>
                    <a:pt x="20" y="49"/>
                    <a:pt x="10" y="68"/>
                    <a:pt x="4" y="86"/>
                  </a:cubicBezTo>
                  <a:cubicBezTo>
                    <a:pt x="3" y="97"/>
                    <a:pt x="0" y="107"/>
                    <a:pt x="0" y="117"/>
                  </a:cubicBezTo>
                  <a:cubicBezTo>
                    <a:pt x="0" y="138"/>
                    <a:pt x="6" y="157"/>
                    <a:pt x="17" y="175"/>
                  </a:cubicBezTo>
                  <a:cubicBezTo>
                    <a:pt x="29" y="191"/>
                    <a:pt x="40" y="209"/>
                    <a:pt x="53" y="225"/>
                  </a:cubicBezTo>
                  <a:cubicBezTo>
                    <a:pt x="58" y="239"/>
                    <a:pt x="70" y="249"/>
                    <a:pt x="82" y="256"/>
                  </a:cubicBezTo>
                  <a:cubicBezTo>
                    <a:pt x="92" y="267"/>
                    <a:pt x="106" y="274"/>
                    <a:pt x="121" y="277"/>
                  </a:cubicBezTo>
                  <a:cubicBezTo>
                    <a:pt x="131" y="281"/>
                    <a:pt x="140" y="282"/>
                    <a:pt x="148" y="282"/>
                  </a:cubicBezTo>
                  <a:cubicBezTo>
                    <a:pt x="155" y="282"/>
                    <a:pt x="161" y="281"/>
                    <a:pt x="167" y="280"/>
                  </a:cubicBezTo>
                  <a:cubicBezTo>
                    <a:pt x="183" y="280"/>
                    <a:pt x="197" y="274"/>
                    <a:pt x="210" y="266"/>
                  </a:cubicBezTo>
                  <a:cubicBezTo>
                    <a:pt x="217" y="260"/>
                    <a:pt x="226" y="253"/>
                    <a:pt x="233" y="247"/>
                  </a:cubicBezTo>
                  <a:cubicBezTo>
                    <a:pt x="247" y="233"/>
                    <a:pt x="258" y="216"/>
                    <a:pt x="262" y="196"/>
                  </a:cubicBezTo>
                  <a:cubicBezTo>
                    <a:pt x="265" y="185"/>
                    <a:pt x="267" y="175"/>
                    <a:pt x="267" y="167"/>
                  </a:cubicBezTo>
                  <a:cubicBezTo>
                    <a:pt x="267" y="145"/>
                    <a:pt x="261" y="126"/>
                    <a:pt x="251" y="107"/>
                  </a:cubicBezTo>
                  <a:cubicBezTo>
                    <a:pt x="238" y="92"/>
                    <a:pt x="227" y="75"/>
                    <a:pt x="216" y="58"/>
                  </a:cubicBezTo>
                  <a:cubicBezTo>
                    <a:pt x="209" y="43"/>
                    <a:pt x="197" y="33"/>
                    <a:pt x="184" y="26"/>
                  </a:cubicBezTo>
                  <a:cubicBezTo>
                    <a:pt x="174" y="15"/>
                    <a:pt x="160" y="8"/>
                    <a:pt x="146" y="5"/>
                  </a:cubicBezTo>
                  <a:cubicBezTo>
                    <a:pt x="138" y="2"/>
                    <a:pt x="130" y="1"/>
                    <a:pt x="122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25" lIns="91425" spcFirstLastPara="1" rIns="91425" wrap="square" tIns="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02" name="Google Shape;2302;p16"/>
            <p:cNvSpPr/>
            <p:nvPr/>
          </p:nvSpPr>
          <p:spPr>
            <a:xfrm>
              <a:off x="8449200" y="1208520"/>
              <a:ext cx="11880" cy="12240"/>
            </a:xfrm>
            <a:custGeom>
              <a:rect b="b" l="l" r="r" t="t"/>
              <a:pathLst>
                <a:path extrusionOk="0" h="248" w="241">
                  <a:moveTo>
                    <a:pt x="14" y="98"/>
                  </a:moveTo>
                  <a:cubicBezTo>
                    <a:pt x="14" y="98"/>
                    <a:pt x="14" y="98"/>
                    <a:pt x="14" y="98"/>
                  </a:cubicBezTo>
                  <a:lnTo>
                    <a:pt x="14" y="98"/>
                  </a:lnTo>
                  <a:cubicBezTo>
                    <a:pt x="14" y="98"/>
                    <a:pt x="14" y="98"/>
                    <a:pt x="14" y="98"/>
                  </a:cubicBezTo>
                  <a:close/>
                  <a:moveTo>
                    <a:pt x="120" y="1"/>
                  </a:moveTo>
                  <a:cubicBezTo>
                    <a:pt x="113" y="1"/>
                    <a:pt x="106" y="2"/>
                    <a:pt x="99" y="4"/>
                  </a:cubicBezTo>
                  <a:cubicBezTo>
                    <a:pt x="84" y="4"/>
                    <a:pt x="69" y="8"/>
                    <a:pt x="57" y="18"/>
                  </a:cubicBezTo>
                  <a:cubicBezTo>
                    <a:pt x="43" y="25"/>
                    <a:pt x="33" y="35"/>
                    <a:pt x="26" y="48"/>
                  </a:cubicBezTo>
                  <a:cubicBezTo>
                    <a:pt x="14" y="58"/>
                    <a:pt x="7" y="72"/>
                    <a:pt x="3" y="86"/>
                  </a:cubicBezTo>
                  <a:cubicBezTo>
                    <a:pt x="1" y="98"/>
                    <a:pt x="0" y="107"/>
                    <a:pt x="0" y="117"/>
                  </a:cubicBezTo>
                  <a:cubicBezTo>
                    <a:pt x="0" y="138"/>
                    <a:pt x="5" y="156"/>
                    <a:pt x="15" y="174"/>
                  </a:cubicBezTo>
                  <a:lnTo>
                    <a:pt x="15" y="174"/>
                  </a:lnTo>
                  <a:cubicBezTo>
                    <a:pt x="17" y="180"/>
                    <a:pt x="20" y="186"/>
                    <a:pt x="24" y="191"/>
                  </a:cubicBezTo>
                  <a:cubicBezTo>
                    <a:pt x="31" y="205"/>
                    <a:pt x="43" y="217"/>
                    <a:pt x="55" y="224"/>
                  </a:cubicBezTo>
                  <a:cubicBezTo>
                    <a:pt x="65" y="234"/>
                    <a:pt x="79" y="241"/>
                    <a:pt x="94" y="245"/>
                  </a:cubicBezTo>
                  <a:cubicBezTo>
                    <a:pt x="105" y="246"/>
                    <a:pt x="115" y="248"/>
                    <a:pt x="123" y="248"/>
                  </a:cubicBezTo>
                  <a:cubicBezTo>
                    <a:pt x="145" y="248"/>
                    <a:pt x="164" y="242"/>
                    <a:pt x="183" y="232"/>
                  </a:cubicBezTo>
                  <a:cubicBezTo>
                    <a:pt x="190" y="227"/>
                    <a:pt x="198" y="219"/>
                    <a:pt x="205" y="215"/>
                  </a:cubicBezTo>
                  <a:cubicBezTo>
                    <a:pt x="221" y="195"/>
                    <a:pt x="232" y="180"/>
                    <a:pt x="238" y="160"/>
                  </a:cubicBezTo>
                  <a:lnTo>
                    <a:pt x="238" y="156"/>
                  </a:lnTo>
                  <a:lnTo>
                    <a:pt x="238" y="154"/>
                  </a:lnTo>
                  <a:cubicBezTo>
                    <a:pt x="240" y="144"/>
                    <a:pt x="241" y="133"/>
                    <a:pt x="241" y="123"/>
                  </a:cubicBezTo>
                  <a:lnTo>
                    <a:pt x="241" y="120"/>
                  </a:lnTo>
                  <a:lnTo>
                    <a:pt x="241" y="119"/>
                  </a:lnTo>
                  <a:lnTo>
                    <a:pt x="238" y="89"/>
                  </a:lnTo>
                  <a:lnTo>
                    <a:pt x="225" y="61"/>
                  </a:lnTo>
                  <a:lnTo>
                    <a:pt x="207" y="37"/>
                  </a:lnTo>
                  <a:lnTo>
                    <a:pt x="184" y="20"/>
                  </a:lnTo>
                  <a:lnTo>
                    <a:pt x="183" y="20"/>
                  </a:lnTo>
                  <a:cubicBezTo>
                    <a:pt x="180" y="20"/>
                    <a:pt x="156" y="8"/>
                    <a:pt x="154" y="7"/>
                  </a:cubicBezTo>
                  <a:lnTo>
                    <a:pt x="152" y="7"/>
                  </a:lnTo>
                  <a:cubicBezTo>
                    <a:pt x="150" y="7"/>
                    <a:pt x="147" y="5"/>
                    <a:pt x="145" y="5"/>
                  </a:cubicBezTo>
                  <a:cubicBezTo>
                    <a:pt x="136" y="2"/>
                    <a:pt x="128" y="1"/>
                    <a:pt x="120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100" lIns="91425" spcFirstLastPara="1" rIns="91425" wrap="square" tIns="6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03" name="Google Shape;2303;p16"/>
            <p:cNvSpPr/>
            <p:nvPr/>
          </p:nvSpPr>
          <p:spPr>
            <a:xfrm>
              <a:off x="8406000" y="1234800"/>
              <a:ext cx="11520" cy="11880"/>
            </a:xfrm>
            <a:custGeom>
              <a:rect b="b" l="l" r="r" t="t"/>
              <a:pathLst>
                <a:path extrusionOk="0" h="246" w="236">
                  <a:moveTo>
                    <a:pt x="120" y="0"/>
                  </a:moveTo>
                  <a:cubicBezTo>
                    <a:pt x="98" y="0"/>
                    <a:pt x="79" y="6"/>
                    <a:pt x="62" y="17"/>
                  </a:cubicBezTo>
                  <a:cubicBezTo>
                    <a:pt x="55" y="22"/>
                    <a:pt x="45" y="29"/>
                    <a:pt x="38" y="34"/>
                  </a:cubicBezTo>
                  <a:cubicBezTo>
                    <a:pt x="23" y="49"/>
                    <a:pt x="13" y="67"/>
                    <a:pt x="8" y="85"/>
                  </a:cubicBezTo>
                  <a:cubicBezTo>
                    <a:pt x="8" y="91"/>
                    <a:pt x="6" y="95"/>
                    <a:pt x="6" y="100"/>
                  </a:cubicBezTo>
                  <a:cubicBezTo>
                    <a:pt x="1" y="117"/>
                    <a:pt x="1" y="131"/>
                    <a:pt x="5" y="146"/>
                  </a:cubicBezTo>
                  <a:cubicBezTo>
                    <a:pt x="5" y="162"/>
                    <a:pt x="9" y="176"/>
                    <a:pt x="18" y="189"/>
                  </a:cubicBezTo>
                  <a:cubicBezTo>
                    <a:pt x="25" y="203"/>
                    <a:pt x="36" y="213"/>
                    <a:pt x="49" y="220"/>
                  </a:cubicBezTo>
                  <a:cubicBezTo>
                    <a:pt x="59" y="231"/>
                    <a:pt x="73" y="239"/>
                    <a:pt x="87" y="241"/>
                  </a:cubicBezTo>
                  <a:cubicBezTo>
                    <a:pt x="98" y="244"/>
                    <a:pt x="108" y="246"/>
                    <a:pt x="118" y="246"/>
                  </a:cubicBezTo>
                  <a:cubicBezTo>
                    <a:pt x="140" y="246"/>
                    <a:pt x="158" y="240"/>
                    <a:pt x="176" y="230"/>
                  </a:cubicBezTo>
                  <a:cubicBezTo>
                    <a:pt x="183" y="224"/>
                    <a:pt x="192" y="217"/>
                    <a:pt x="199" y="212"/>
                  </a:cubicBezTo>
                  <a:cubicBezTo>
                    <a:pt x="213" y="197"/>
                    <a:pt x="222" y="180"/>
                    <a:pt x="229" y="161"/>
                  </a:cubicBezTo>
                  <a:cubicBezTo>
                    <a:pt x="229" y="155"/>
                    <a:pt x="232" y="152"/>
                    <a:pt x="232" y="146"/>
                  </a:cubicBezTo>
                  <a:cubicBezTo>
                    <a:pt x="236" y="131"/>
                    <a:pt x="236" y="117"/>
                    <a:pt x="233" y="100"/>
                  </a:cubicBezTo>
                  <a:cubicBezTo>
                    <a:pt x="233" y="84"/>
                    <a:pt x="227" y="70"/>
                    <a:pt x="219" y="57"/>
                  </a:cubicBezTo>
                  <a:cubicBezTo>
                    <a:pt x="212" y="43"/>
                    <a:pt x="200" y="33"/>
                    <a:pt x="189" y="26"/>
                  </a:cubicBezTo>
                  <a:cubicBezTo>
                    <a:pt x="178" y="15"/>
                    <a:pt x="164" y="8"/>
                    <a:pt x="149" y="5"/>
                  </a:cubicBezTo>
                  <a:cubicBezTo>
                    <a:pt x="140" y="3"/>
                    <a:pt x="128" y="0"/>
                    <a:pt x="120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100" lIns="91425" spcFirstLastPara="1" rIns="91425" wrap="square" tIns="6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04" name="Google Shape;2304;p16"/>
            <p:cNvSpPr/>
            <p:nvPr/>
          </p:nvSpPr>
          <p:spPr>
            <a:xfrm>
              <a:off x="8469360" y="1085400"/>
              <a:ext cx="11520" cy="11880"/>
            </a:xfrm>
            <a:custGeom>
              <a:rect b="b" l="l" r="r" t="t"/>
              <a:pathLst>
                <a:path extrusionOk="0" h="245" w="237">
                  <a:moveTo>
                    <a:pt x="120" y="0"/>
                  </a:moveTo>
                  <a:cubicBezTo>
                    <a:pt x="99" y="0"/>
                    <a:pt x="79" y="6"/>
                    <a:pt x="62" y="16"/>
                  </a:cubicBezTo>
                  <a:cubicBezTo>
                    <a:pt x="55" y="22"/>
                    <a:pt x="45" y="29"/>
                    <a:pt x="38" y="33"/>
                  </a:cubicBezTo>
                  <a:cubicBezTo>
                    <a:pt x="23" y="47"/>
                    <a:pt x="14" y="66"/>
                    <a:pt x="8" y="85"/>
                  </a:cubicBezTo>
                  <a:cubicBezTo>
                    <a:pt x="8" y="90"/>
                    <a:pt x="6" y="94"/>
                    <a:pt x="6" y="100"/>
                  </a:cubicBezTo>
                  <a:cubicBezTo>
                    <a:pt x="1" y="115"/>
                    <a:pt x="1" y="129"/>
                    <a:pt x="4" y="145"/>
                  </a:cubicBezTo>
                  <a:cubicBezTo>
                    <a:pt x="4" y="161"/>
                    <a:pt x="9" y="175"/>
                    <a:pt x="18" y="187"/>
                  </a:cubicBezTo>
                  <a:cubicBezTo>
                    <a:pt x="25" y="202"/>
                    <a:pt x="36" y="213"/>
                    <a:pt x="49" y="220"/>
                  </a:cubicBezTo>
                  <a:cubicBezTo>
                    <a:pt x="59" y="230"/>
                    <a:pt x="73" y="237"/>
                    <a:pt x="87" y="241"/>
                  </a:cubicBezTo>
                  <a:cubicBezTo>
                    <a:pt x="99" y="243"/>
                    <a:pt x="109" y="244"/>
                    <a:pt x="118" y="244"/>
                  </a:cubicBezTo>
                  <a:cubicBezTo>
                    <a:pt x="140" y="244"/>
                    <a:pt x="158" y="238"/>
                    <a:pt x="177" y="229"/>
                  </a:cubicBezTo>
                  <a:cubicBezTo>
                    <a:pt x="184" y="223"/>
                    <a:pt x="192" y="216"/>
                    <a:pt x="199" y="210"/>
                  </a:cubicBezTo>
                  <a:cubicBezTo>
                    <a:pt x="213" y="197"/>
                    <a:pt x="225" y="179"/>
                    <a:pt x="229" y="159"/>
                  </a:cubicBezTo>
                  <a:cubicBezTo>
                    <a:pt x="229" y="153"/>
                    <a:pt x="232" y="151"/>
                    <a:pt x="232" y="145"/>
                  </a:cubicBezTo>
                  <a:cubicBezTo>
                    <a:pt x="236" y="129"/>
                    <a:pt x="236" y="115"/>
                    <a:pt x="233" y="100"/>
                  </a:cubicBezTo>
                  <a:cubicBezTo>
                    <a:pt x="233" y="83"/>
                    <a:pt x="228" y="68"/>
                    <a:pt x="219" y="57"/>
                  </a:cubicBezTo>
                  <a:cubicBezTo>
                    <a:pt x="212" y="43"/>
                    <a:pt x="201" y="32"/>
                    <a:pt x="189" y="25"/>
                  </a:cubicBezTo>
                  <a:cubicBezTo>
                    <a:pt x="178" y="15"/>
                    <a:pt x="164" y="7"/>
                    <a:pt x="150" y="3"/>
                  </a:cubicBezTo>
                  <a:cubicBezTo>
                    <a:pt x="138" y="2"/>
                    <a:pt x="128" y="0"/>
                    <a:pt x="120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100" lIns="91425" spcFirstLastPara="1" rIns="91425" wrap="square" tIns="6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05" name="Google Shape;2305;p16"/>
            <p:cNvSpPr/>
            <p:nvPr/>
          </p:nvSpPr>
          <p:spPr>
            <a:xfrm>
              <a:off x="8305200" y="853920"/>
              <a:ext cx="14400" cy="11160"/>
            </a:xfrm>
            <a:custGeom>
              <a:rect b="b" l="l" r="r" t="t"/>
              <a:pathLst>
                <a:path extrusionOk="0" h="231" w="296">
                  <a:moveTo>
                    <a:pt x="147" y="1"/>
                  </a:moveTo>
                  <a:cubicBezTo>
                    <a:pt x="1" y="1"/>
                    <a:pt x="1" y="230"/>
                    <a:pt x="147" y="230"/>
                  </a:cubicBezTo>
                  <a:cubicBezTo>
                    <a:pt x="295" y="230"/>
                    <a:pt x="295" y="1"/>
                    <a:pt x="147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750" lIns="91425" spcFirstLastPara="1" rIns="91425" wrap="square" tIns="5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06" name="Google Shape;2306;p16"/>
            <p:cNvSpPr/>
            <p:nvPr/>
          </p:nvSpPr>
          <p:spPr>
            <a:xfrm>
              <a:off x="8320680" y="903960"/>
              <a:ext cx="14760" cy="11160"/>
            </a:xfrm>
            <a:custGeom>
              <a:rect b="b" l="l" r="r" t="t"/>
              <a:pathLst>
                <a:path extrusionOk="0" h="232" w="299">
                  <a:moveTo>
                    <a:pt x="150" y="1"/>
                  </a:moveTo>
                  <a:cubicBezTo>
                    <a:pt x="2" y="1"/>
                    <a:pt x="1" y="232"/>
                    <a:pt x="150" y="232"/>
                  </a:cubicBezTo>
                  <a:cubicBezTo>
                    <a:pt x="298" y="232"/>
                    <a:pt x="298" y="1"/>
                    <a:pt x="150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750" lIns="91425" spcFirstLastPara="1" rIns="91425" wrap="square" tIns="5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07" name="Google Shape;2307;p16"/>
            <p:cNvSpPr/>
            <p:nvPr/>
          </p:nvSpPr>
          <p:spPr>
            <a:xfrm>
              <a:off x="8287560" y="784080"/>
              <a:ext cx="11880" cy="12240"/>
            </a:xfrm>
            <a:custGeom>
              <a:rect b="b" l="l" r="r" t="t"/>
              <a:pathLst>
                <a:path extrusionOk="0" h="249" w="244">
                  <a:moveTo>
                    <a:pt x="121" y="1"/>
                  </a:moveTo>
                  <a:cubicBezTo>
                    <a:pt x="114" y="1"/>
                    <a:pt x="107" y="2"/>
                    <a:pt x="100" y="4"/>
                  </a:cubicBezTo>
                  <a:cubicBezTo>
                    <a:pt x="84" y="4"/>
                    <a:pt x="70" y="8"/>
                    <a:pt x="58" y="18"/>
                  </a:cubicBezTo>
                  <a:cubicBezTo>
                    <a:pt x="50" y="22"/>
                    <a:pt x="42" y="29"/>
                    <a:pt x="35" y="35"/>
                  </a:cubicBezTo>
                  <a:cubicBezTo>
                    <a:pt x="21" y="49"/>
                    <a:pt x="9" y="68"/>
                    <a:pt x="4" y="86"/>
                  </a:cubicBezTo>
                  <a:cubicBezTo>
                    <a:pt x="2" y="97"/>
                    <a:pt x="1" y="107"/>
                    <a:pt x="1" y="117"/>
                  </a:cubicBezTo>
                  <a:cubicBezTo>
                    <a:pt x="1" y="136"/>
                    <a:pt x="7" y="155"/>
                    <a:pt x="16" y="175"/>
                  </a:cubicBezTo>
                  <a:cubicBezTo>
                    <a:pt x="21" y="181"/>
                    <a:pt x="24" y="184"/>
                    <a:pt x="28" y="189"/>
                  </a:cubicBezTo>
                  <a:lnTo>
                    <a:pt x="29" y="191"/>
                  </a:lnTo>
                  <a:cubicBezTo>
                    <a:pt x="36" y="205"/>
                    <a:pt x="46" y="216"/>
                    <a:pt x="59" y="224"/>
                  </a:cubicBezTo>
                  <a:cubicBezTo>
                    <a:pt x="70" y="233"/>
                    <a:pt x="84" y="241"/>
                    <a:pt x="99" y="245"/>
                  </a:cubicBezTo>
                  <a:cubicBezTo>
                    <a:pt x="107" y="247"/>
                    <a:pt x="115" y="248"/>
                    <a:pt x="124" y="248"/>
                  </a:cubicBezTo>
                  <a:cubicBezTo>
                    <a:pt x="130" y="248"/>
                    <a:pt x="137" y="247"/>
                    <a:pt x="144" y="246"/>
                  </a:cubicBezTo>
                  <a:cubicBezTo>
                    <a:pt x="160" y="246"/>
                    <a:pt x="174" y="241"/>
                    <a:pt x="186" y="232"/>
                  </a:cubicBezTo>
                  <a:cubicBezTo>
                    <a:pt x="194" y="226"/>
                    <a:pt x="202" y="219"/>
                    <a:pt x="209" y="214"/>
                  </a:cubicBezTo>
                  <a:cubicBezTo>
                    <a:pt x="223" y="199"/>
                    <a:pt x="235" y="182"/>
                    <a:pt x="240" y="163"/>
                  </a:cubicBezTo>
                  <a:cubicBezTo>
                    <a:pt x="242" y="153"/>
                    <a:pt x="243" y="141"/>
                    <a:pt x="243" y="133"/>
                  </a:cubicBezTo>
                  <a:cubicBezTo>
                    <a:pt x="243" y="112"/>
                    <a:pt x="237" y="92"/>
                    <a:pt x="228" y="75"/>
                  </a:cubicBezTo>
                  <a:cubicBezTo>
                    <a:pt x="223" y="69"/>
                    <a:pt x="220" y="65"/>
                    <a:pt x="216" y="61"/>
                  </a:cubicBezTo>
                  <a:lnTo>
                    <a:pt x="215" y="58"/>
                  </a:lnTo>
                  <a:cubicBezTo>
                    <a:pt x="208" y="44"/>
                    <a:pt x="198" y="34"/>
                    <a:pt x="185" y="27"/>
                  </a:cubicBezTo>
                  <a:cubicBezTo>
                    <a:pt x="174" y="15"/>
                    <a:pt x="160" y="8"/>
                    <a:pt x="145" y="5"/>
                  </a:cubicBezTo>
                  <a:cubicBezTo>
                    <a:pt x="137" y="2"/>
                    <a:pt x="129" y="1"/>
                    <a:pt x="121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100" lIns="91425" spcFirstLastPara="1" rIns="91425" wrap="square" tIns="6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08" name="Google Shape;2308;p16"/>
            <p:cNvSpPr/>
            <p:nvPr/>
          </p:nvSpPr>
          <p:spPr>
            <a:xfrm>
              <a:off x="8272440" y="828360"/>
              <a:ext cx="11880" cy="12240"/>
            </a:xfrm>
            <a:custGeom>
              <a:rect b="b" l="l" r="r" t="t"/>
              <a:pathLst>
                <a:path extrusionOk="0" h="248" w="243">
                  <a:moveTo>
                    <a:pt x="15" y="97"/>
                  </a:moveTo>
                  <a:cubicBezTo>
                    <a:pt x="15" y="97"/>
                    <a:pt x="15" y="98"/>
                    <a:pt x="15" y="98"/>
                  </a:cubicBezTo>
                  <a:lnTo>
                    <a:pt x="15" y="98"/>
                  </a:lnTo>
                  <a:cubicBezTo>
                    <a:pt x="15" y="98"/>
                    <a:pt x="15" y="97"/>
                    <a:pt x="15" y="97"/>
                  </a:cubicBezTo>
                  <a:close/>
                  <a:moveTo>
                    <a:pt x="122" y="1"/>
                  </a:moveTo>
                  <a:cubicBezTo>
                    <a:pt x="115" y="1"/>
                    <a:pt x="107" y="2"/>
                    <a:pt x="100" y="4"/>
                  </a:cubicBezTo>
                  <a:cubicBezTo>
                    <a:pt x="84" y="4"/>
                    <a:pt x="70" y="8"/>
                    <a:pt x="57" y="18"/>
                  </a:cubicBezTo>
                  <a:cubicBezTo>
                    <a:pt x="43" y="25"/>
                    <a:pt x="33" y="35"/>
                    <a:pt x="26" y="48"/>
                  </a:cubicBezTo>
                  <a:cubicBezTo>
                    <a:pt x="15" y="58"/>
                    <a:pt x="7" y="72"/>
                    <a:pt x="5" y="86"/>
                  </a:cubicBezTo>
                  <a:cubicBezTo>
                    <a:pt x="3" y="97"/>
                    <a:pt x="0" y="107"/>
                    <a:pt x="0" y="117"/>
                  </a:cubicBezTo>
                  <a:cubicBezTo>
                    <a:pt x="0" y="138"/>
                    <a:pt x="6" y="157"/>
                    <a:pt x="17" y="175"/>
                  </a:cubicBezTo>
                  <a:cubicBezTo>
                    <a:pt x="17" y="175"/>
                    <a:pt x="17" y="175"/>
                    <a:pt x="17" y="175"/>
                  </a:cubicBezTo>
                  <a:lnTo>
                    <a:pt x="17" y="175"/>
                  </a:lnTo>
                  <a:cubicBezTo>
                    <a:pt x="20" y="181"/>
                    <a:pt x="23" y="186"/>
                    <a:pt x="26" y="191"/>
                  </a:cubicBezTo>
                  <a:cubicBezTo>
                    <a:pt x="33" y="205"/>
                    <a:pt x="43" y="216"/>
                    <a:pt x="56" y="223"/>
                  </a:cubicBezTo>
                  <a:cubicBezTo>
                    <a:pt x="67" y="233"/>
                    <a:pt x="81" y="240"/>
                    <a:pt x="95" y="245"/>
                  </a:cubicBezTo>
                  <a:cubicBezTo>
                    <a:pt x="105" y="246"/>
                    <a:pt x="117" y="248"/>
                    <a:pt x="125" y="248"/>
                  </a:cubicBezTo>
                  <a:cubicBezTo>
                    <a:pt x="146" y="248"/>
                    <a:pt x="166" y="242"/>
                    <a:pt x="183" y="232"/>
                  </a:cubicBezTo>
                  <a:cubicBezTo>
                    <a:pt x="190" y="226"/>
                    <a:pt x="199" y="219"/>
                    <a:pt x="206" y="214"/>
                  </a:cubicBezTo>
                  <a:cubicBezTo>
                    <a:pt x="224" y="195"/>
                    <a:pt x="233" y="180"/>
                    <a:pt x="238" y="160"/>
                  </a:cubicBezTo>
                  <a:lnTo>
                    <a:pt x="238" y="155"/>
                  </a:lnTo>
                  <a:lnTo>
                    <a:pt x="238" y="154"/>
                  </a:lnTo>
                  <a:cubicBezTo>
                    <a:pt x="240" y="143"/>
                    <a:pt x="243" y="133"/>
                    <a:pt x="243" y="121"/>
                  </a:cubicBezTo>
                  <a:lnTo>
                    <a:pt x="243" y="120"/>
                  </a:lnTo>
                  <a:lnTo>
                    <a:pt x="243" y="119"/>
                  </a:lnTo>
                  <a:lnTo>
                    <a:pt x="238" y="89"/>
                  </a:lnTo>
                  <a:lnTo>
                    <a:pt x="226" y="60"/>
                  </a:lnTo>
                  <a:lnTo>
                    <a:pt x="209" y="36"/>
                  </a:lnTo>
                  <a:lnTo>
                    <a:pt x="185" y="19"/>
                  </a:lnTo>
                  <a:lnTo>
                    <a:pt x="183" y="19"/>
                  </a:lnTo>
                  <a:cubicBezTo>
                    <a:pt x="182" y="19"/>
                    <a:pt x="156" y="8"/>
                    <a:pt x="155" y="7"/>
                  </a:cubicBezTo>
                  <a:lnTo>
                    <a:pt x="153" y="7"/>
                  </a:lnTo>
                  <a:cubicBezTo>
                    <a:pt x="152" y="7"/>
                    <a:pt x="148" y="5"/>
                    <a:pt x="146" y="5"/>
                  </a:cubicBezTo>
                  <a:cubicBezTo>
                    <a:pt x="138" y="2"/>
                    <a:pt x="130" y="1"/>
                    <a:pt x="122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100" lIns="91425" spcFirstLastPara="1" rIns="91425" wrap="square" tIns="6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09" name="Google Shape;2309;p16"/>
            <p:cNvSpPr/>
            <p:nvPr/>
          </p:nvSpPr>
          <p:spPr>
            <a:xfrm>
              <a:off x="8202960" y="923760"/>
              <a:ext cx="14760" cy="11160"/>
            </a:xfrm>
            <a:custGeom>
              <a:rect b="b" l="l" r="r" t="t"/>
              <a:pathLst>
                <a:path extrusionOk="0" h="231" w="299">
                  <a:moveTo>
                    <a:pt x="150" y="1"/>
                  </a:moveTo>
                  <a:cubicBezTo>
                    <a:pt x="1" y="1"/>
                    <a:pt x="1" y="230"/>
                    <a:pt x="150" y="230"/>
                  </a:cubicBezTo>
                  <a:cubicBezTo>
                    <a:pt x="299" y="230"/>
                    <a:pt x="299" y="1"/>
                    <a:pt x="150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750" lIns="91425" spcFirstLastPara="1" rIns="91425" wrap="square" tIns="5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10" name="Google Shape;2310;p16"/>
            <p:cNvSpPr/>
            <p:nvPr/>
          </p:nvSpPr>
          <p:spPr>
            <a:xfrm>
              <a:off x="8223120" y="894600"/>
              <a:ext cx="14760" cy="11160"/>
            </a:xfrm>
            <a:custGeom>
              <a:rect b="b" l="l" r="r" t="t"/>
              <a:pathLst>
                <a:path extrusionOk="0" h="231" w="297">
                  <a:moveTo>
                    <a:pt x="148" y="1"/>
                  </a:moveTo>
                  <a:cubicBezTo>
                    <a:pt x="0" y="1"/>
                    <a:pt x="0" y="230"/>
                    <a:pt x="148" y="230"/>
                  </a:cubicBezTo>
                  <a:cubicBezTo>
                    <a:pt x="297" y="230"/>
                    <a:pt x="297" y="1"/>
                    <a:pt x="148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750" lIns="91425" spcFirstLastPara="1" rIns="91425" wrap="square" tIns="5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2311" name="Google Shape;2311;p16"/>
          <p:cNvGrpSpPr/>
          <p:nvPr/>
        </p:nvGrpSpPr>
        <p:grpSpPr>
          <a:xfrm>
            <a:off x="7003440" y="3144600"/>
            <a:ext cx="2419876" cy="1969520"/>
            <a:chOff x="7003440" y="3144600"/>
            <a:chExt cx="2419876" cy="1969520"/>
          </a:xfrm>
        </p:grpSpPr>
        <p:sp>
          <p:nvSpPr>
            <p:cNvPr id="2312" name="Google Shape;2312;p16"/>
            <p:cNvSpPr/>
            <p:nvPr/>
          </p:nvSpPr>
          <p:spPr>
            <a:xfrm>
              <a:off x="7101720" y="3226320"/>
              <a:ext cx="2267243" cy="1809374"/>
            </a:xfrm>
            <a:custGeom>
              <a:rect b="b" l="l" r="r" t="t"/>
              <a:pathLst>
                <a:path extrusionOk="0" h="35927" w="45014">
                  <a:moveTo>
                    <a:pt x="10013" y="1282"/>
                  </a:moveTo>
                  <a:cubicBezTo>
                    <a:pt x="10696" y="1282"/>
                    <a:pt x="11378" y="1339"/>
                    <a:pt x="12052" y="1463"/>
                  </a:cubicBezTo>
                  <a:cubicBezTo>
                    <a:pt x="15828" y="2159"/>
                    <a:pt x="18593" y="5009"/>
                    <a:pt x="20690" y="8047"/>
                  </a:cubicBezTo>
                  <a:cubicBezTo>
                    <a:pt x="21986" y="9923"/>
                    <a:pt x="23109" y="11911"/>
                    <a:pt x="24433" y="13769"/>
                  </a:cubicBezTo>
                  <a:cubicBezTo>
                    <a:pt x="25698" y="15541"/>
                    <a:pt x="27182" y="17109"/>
                    <a:pt x="28870" y="18481"/>
                  </a:cubicBezTo>
                  <a:cubicBezTo>
                    <a:pt x="32100" y="21103"/>
                    <a:pt x="35821" y="22854"/>
                    <a:pt x="39409" y="24902"/>
                  </a:cubicBezTo>
                  <a:cubicBezTo>
                    <a:pt x="40955" y="25785"/>
                    <a:pt x="42505" y="26904"/>
                    <a:pt x="43188" y="28616"/>
                  </a:cubicBezTo>
                  <a:cubicBezTo>
                    <a:pt x="43745" y="30009"/>
                    <a:pt x="43699" y="31703"/>
                    <a:pt x="42610" y="32825"/>
                  </a:cubicBezTo>
                  <a:cubicBezTo>
                    <a:pt x="41421" y="34052"/>
                    <a:pt x="39430" y="34400"/>
                    <a:pt x="37777" y="34400"/>
                  </a:cubicBezTo>
                  <a:cubicBezTo>
                    <a:pt x="37730" y="34400"/>
                    <a:pt x="37684" y="34400"/>
                    <a:pt x="37638" y="34400"/>
                  </a:cubicBezTo>
                  <a:cubicBezTo>
                    <a:pt x="35839" y="34381"/>
                    <a:pt x="34076" y="33880"/>
                    <a:pt x="32537" y="32954"/>
                  </a:cubicBezTo>
                  <a:cubicBezTo>
                    <a:pt x="29540" y="31150"/>
                    <a:pt x="27604" y="28105"/>
                    <a:pt x="25228" y="25625"/>
                  </a:cubicBezTo>
                  <a:cubicBezTo>
                    <a:pt x="23951" y="24291"/>
                    <a:pt x="22503" y="23108"/>
                    <a:pt x="20782" y="22395"/>
                  </a:cubicBezTo>
                  <a:cubicBezTo>
                    <a:pt x="18974" y="21648"/>
                    <a:pt x="17004" y="21407"/>
                    <a:pt x="15072" y="21218"/>
                  </a:cubicBezTo>
                  <a:cubicBezTo>
                    <a:pt x="11578" y="20876"/>
                    <a:pt x="7603" y="20576"/>
                    <a:pt x="4983" y="17926"/>
                  </a:cubicBezTo>
                  <a:cubicBezTo>
                    <a:pt x="3499" y="16426"/>
                    <a:pt x="3103" y="14400"/>
                    <a:pt x="2594" y="12426"/>
                  </a:cubicBezTo>
                  <a:cubicBezTo>
                    <a:pt x="2021" y="10207"/>
                    <a:pt x="1432" y="7989"/>
                    <a:pt x="895" y="5760"/>
                  </a:cubicBezTo>
                  <a:cubicBezTo>
                    <a:pt x="866" y="5734"/>
                    <a:pt x="849" y="5695"/>
                    <a:pt x="854" y="5643"/>
                  </a:cubicBezTo>
                  <a:cubicBezTo>
                    <a:pt x="946" y="4928"/>
                    <a:pt x="1333" y="4343"/>
                    <a:pt x="1863" y="3865"/>
                  </a:cubicBezTo>
                  <a:cubicBezTo>
                    <a:pt x="3135" y="2719"/>
                    <a:pt x="5041" y="2113"/>
                    <a:pt x="6671" y="1710"/>
                  </a:cubicBezTo>
                  <a:cubicBezTo>
                    <a:pt x="7762" y="1438"/>
                    <a:pt x="8888" y="1282"/>
                    <a:pt x="10013" y="1282"/>
                  </a:cubicBezTo>
                  <a:close/>
                  <a:moveTo>
                    <a:pt x="10205" y="1"/>
                  </a:moveTo>
                  <a:cubicBezTo>
                    <a:pt x="10082" y="1"/>
                    <a:pt x="9958" y="2"/>
                    <a:pt x="9835" y="6"/>
                  </a:cubicBezTo>
                  <a:cubicBezTo>
                    <a:pt x="7610" y="74"/>
                    <a:pt x="5421" y="708"/>
                    <a:pt x="3460" y="1754"/>
                  </a:cubicBezTo>
                  <a:cubicBezTo>
                    <a:pt x="2560" y="2232"/>
                    <a:pt x="1352" y="2925"/>
                    <a:pt x="618" y="3847"/>
                  </a:cubicBezTo>
                  <a:cubicBezTo>
                    <a:pt x="624" y="3854"/>
                    <a:pt x="627" y="3865"/>
                    <a:pt x="633" y="3874"/>
                  </a:cubicBezTo>
                  <a:cubicBezTo>
                    <a:pt x="662" y="3930"/>
                    <a:pt x="609" y="3979"/>
                    <a:pt x="557" y="3979"/>
                  </a:cubicBezTo>
                  <a:cubicBezTo>
                    <a:pt x="545" y="3979"/>
                    <a:pt x="534" y="3976"/>
                    <a:pt x="523" y="3971"/>
                  </a:cubicBezTo>
                  <a:cubicBezTo>
                    <a:pt x="257" y="4334"/>
                    <a:pt x="67" y="4731"/>
                    <a:pt x="0" y="5162"/>
                  </a:cubicBezTo>
                  <a:cubicBezTo>
                    <a:pt x="169" y="5652"/>
                    <a:pt x="305" y="6149"/>
                    <a:pt x="420" y="6652"/>
                  </a:cubicBezTo>
                  <a:cubicBezTo>
                    <a:pt x="488" y="6672"/>
                    <a:pt x="513" y="6764"/>
                    <a:pt x="457" y="6817"/>
                  </a:cubicBezTo>
                  <a:cubicBezTo>
                    <a:pt x="539" y="7192"/>
                    <a:pt x="608" y="7574"/>
                    <a:pt x="667" y="7956"/>
                  </a:cubicBezTo>
                  <a:cubicBezTo>
                    <a:pt x="998" y="10126"/>
                    <a:pt x="1043" y="12356"/>
                    <a:pt x="1664" y="14475"/>
                  </a:cubicBezTo>
                  <a:cubicBezTo>
                    <a:pt x="1990" y="15593"/>
                    <a:pt x="2496" y="16642"/>
                    <a:pt x="3159" y="17584"/>
                  </a:cubicBezTo>
                  <a:cubicBezTo>
                    <a:pt x="3168" y="17578"/>
                    <a:pt x="3175" y="17571"/>
                    <a:pt x="3183" y="17566"/>
                  </a:cubicBezTo>
                  <a:cubicBezTo>
                    <a:pt x="3199" y="17555"/>
                    <a:pt x="3215" y="17550"/>
                    <a:pt x="3230" y="17550"/>
                  </a:cubicBezTo>
                  <a:cubicBezTo>
                    <a:pt x="3295" y="17550"/>
                    <a:pt x="3344" y="17642"/>
                    <a:pt x="3280" y="17696"/>
                  </a:cubicBezTo>
                  <a:lnTo>
                    <a:pt x="3253" y="17717"/>
                  </a:lnTo>
                  <a:cubicBezTo>
                    <a:pt x="3786" y="18451"/>
                    <a:pt x="4416" y="19116"/>
                    <a:pt x="5132" y="19690"/>
                  </a:cubicBezTo>
                  <a:cubicBezTo>
                    <a:pt x="5320" y="19839"/>
                    <a:pt x="5512" y="19980"/>
                    <a:pt x="5706" y="20115"/>
                  </a:cubicBezTo>
                  <a:cubicBezTo>
                    <a:pt x="5719" y="20107"/>
                    <a:pt x="5734" y="20103"/>
                    <a:pt x="5749" y="20103"/>
                  </a:cubicBezTo>
                  <a:cubicBezTo>
                    <a:pt x="5799" y="20103"/>
                    <a:pt x="5850" y="20145"/>
                    <a:pt x="5838" y="20204"/>
                  </a:cubicBezTo>
                  <a:cubicBezTo>
                    <a:pt x="6688" y="20768"/>
                    <a:pt x="7616" y="21196"/>
                    <a:pt x="8584" y="21511"/>
                  </a:cubicBezTo>
                  <a:cubicBezTo>
                    <a:pt x="8598" y="21504"/>
                    <a:pt x="8614" y="21501"/>
                    <a:pt x="8629" y="21501"/>
                  </a:cubicBezTo>
                  <a:cubicBezTo>
                    <a:pt x="8663" y="21501"/>
                    <a:pt x="8696" y="21517"/>
                    <a:pt x="8711" y="21551"/>
                  </a:cubicBezTo>
                  <a:cubicBezTo>
                    <a:pt x="9420" y="21773"/>
                    <a:pt x="10150" y="21936"/>
                    <a:pt x="10887" y="22051"/>
                  </a:cubicBezTo>
                  <a:cubicBezTo>
                    <a:pt x="11380" y="22127"/>
                    <a:pt x="11874" y="22174"/>
                    <a:pt x="12366" y="22202"/>
                  </a:cubicBezTo>
                  <a:cubicBezTo>
                    <a:pt x="12368" y="22197"/>
                    <a:pt x="12368" y="22190"/>
                    <a:pt x="12370" y="22184"/>
                  </a:cubicBezTo>
                  <a:cubicBezTo>
                    <a:pt x="12380" y="22141"/>
                    <a:pt x="12415" y="22121"/>
                    <a:pt x="12449" y="22121"/>
                  </a:cubicBezTo>
                  <a:cubicBezTo>
                    <a:pt x="12493" y="22121"/>
                    <a:pt x="12536" y="22153"/>
                    <a:pt x="12526" y="22210"/>
                  </a:cubicBezTo>
                  <a:lnTo>
                    <a:pt x="12526" y="22212"/>
                  </a:lnTo>
                  <a:cubicBezTo>
                    <a:pt x="14054" y="22292"/>
                    <a:pt x="15589" y="22221"/>
                    <a:pt x="17115" y="22377"/>
                  </a:cubicBezTo>
                  <a:cubicBezTo>
                    <a:pt x="18651" y="22535"/>
                    <a:pt x="19985" y="23014"/>
                    <a:pt x="21186" y="23706"/>
                  </a:cubicBezTo>
                  <a:cubicBezTo>
                    <a:pt x="21199" y="23698"/>
                    <a:pt x="21214" y="23694"/>
                    <a:pt x="21229" y="23694"/>
                  </a:cubicBezTo>
                  <a:cubicBezTo>
                    <a:pt x="21273" y="23694"/>
                    <a:pt x="21319" y="23730"/>
                    <a:pt x="21315" y="23780"/>
                  </a:cubicBezTo>
                  <a:cubicBezTo>
                    <a:pt x="26552" y="26880"/>
                    <a:pt x="29314" y="33974"/>
                    <a:pt x="35563" y="35611"/>
                  </a:cubicBezTo>
                  <a:cubicBezTo>
                    <a:pt x="36327" y="35811"/>
                    <a:pt x="37253" y="35926"/>
                    <a:pt x="38217" y="35926"/>
                  </a:cubicBezTo>
                  <a:cubicBezTo>
                    <a:pt x="41404" y="35926"/>
                    <a:pt x="45014" y="34670"/>
                    <a:pt x="44620" y="31078"/>
                  </a:cubicBezTo>
                  <a:cubicBezTo>
                    <a:pt x="44414" y="29217"/>
                    <a:pt x="43291" y="27568"/>
                    <a:pt x="42043" y="26229"/>
                  </a:cubicBezTo>
                  <a:cubicBezTo>
                    <a:pt x="40707" y="24797"/>
                    <a:pt x="39099" y="23647"/>
                    <a:pt x="37456" y="22592"/>
                  </a:cubicBezTo>
                  <a:cubicBezTo>
                    <a:pt x="35807" y="21532"/>
                    <a:pt x="34102" y="20566"/>
                    <a:pt x="32468" y="19482"/>
                  </a:cubicBezTo>
                  <a:cubicBezTo>
                    <a:pt x="31609" y="18909"/>
                    <a:pt x="30779" y="18298"/>
                    <a:pt x="29980" y="17646"/>
                  </a:cubicBezTo>
                  <a:cubicBezTo>
                    <a:pt x="29978" y="17647"/>
                    <a:pt x="29976" y="17647"/>
                    <a:pt x="29975" y="17647"/>
                  </a:cubicBezTo>
                  <a:cubicBezTo>
                    <a:pt x="29943" y="17647"/>
                    <a:pt x="29913" y="17619"/>
                    <a:pt x="29904" y="17586"/>
                  </a:cubicBezTo>
                  <a:cubicBezTo>
                    <a:pt x="29114" y="16934"/>
                    <a:pt x="28351" y="16245"/>
                    <a:pt x="27626" y="15517"/>
                  </a:cubicBezTo>
                  <a:cubicBezTo>
                    <a:pt x="26139" y="14029"/>
                    <a:pt x="24793" y="12405"/>
                    <a:pt x="23581" y="10684"/>
                  </a:cubicBezTo>
                  <a:cubicBezTo>
                    <a:pt x="22320" y="8893"/>
                    <a:pt x="21287" y="6951"/>
                    <a:pt x="20013" y="5170"/>
                  </a:cubicBezTo>
                  <a:cubicBezTo>
                    <a:pt x="18806" y="3482"/>
                    <a:pt x="17326" y="2072"/>
                    <a:pt x="15440" y="1174"/>
                  </a:cubicBezTo>
                  <a:cubicBezTo>
                    <a:pt x="13811" y="398"/>
                    <a:pt x="12008" y="1"/>
                    <a:pt x="1020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13" name="Google Shape;2313;p16"/>
            <p:cNvSpPr/>
            <p:nvPr/>
          </p:nvSpPr>
          <p:spPr>
            <a:xfrm>
              <a:off x="7593480" y="3896640"/>
              <a:ext cx="233276" cy="214197"/>
            </a:xfrm>
            <a:custGeom>
              <a:rect b="b" l="l" r="r" t="t"/>
              <a:pathLst>
                <a:path extrusionOk="0" h="4262" w="4640">
                  <a:moveTo>
                    <a:pt x="2553" y="219"/>
                  </a:moveTo>
                  <a:cubicBezTo>
                    <a:pt x="2711" y="219"/>
                    <a:pt x="2858" y="271"/>
                    <a:pt x="2975" y="399"/>
                  </a:cubicBezTo>
                  <a:cubicBezTo>
                    <a:pt x="2994" y="416"/>
                    <a:pt x="3001" y="442"/>
                    <a:pt x="3001" y="466"/>
                  </a:cubicBezTo>
                  <a:cubicBezTo>
                    <a:pt x="3396" y="645"/>
                    <a:pt x="3637" y="1065"/>
                    <a:pt x="3654" y="1557"/>
                  </a:cubicBezTo>
                  <a:cubicBezTo>
                    <a:pt x="3681" y="2303"/>
                    <a:pt x="3342" y="3184"/>
                    <a:pt x="2645" y="3531"/>
                  </a:cubicBezTo>
                  <a:cubicBezTo>
                    <a:pt x="2445" y="3629"/>
                    <a:pt x="2233" y="3678"/>
                    <a:pt x="2025" y="3678"/>
                  </a:cubicBezTo>
                  <a:cubicBezTo>
                    <a:pt x="1579" y="3678"/>
                    <a:pt x="1157" y="3453"/>
                    <a:pt x="940" y="3010"/>
                  </a:cubicBezTo>
                  <a:cubicBezTo>
                    <a:pt x="600" y="2308"/>
                    <a:pt x="841" y="1431"/>
                    <a:pt x="1345" y="877"/>
                  </a:cubicBezTo>
                  <a:cubicBezTo>
                    <a:pt x="1589" y="612"/>
                    <a:pt x="2116" y="219"/>
                    <a:pt x="2553" y="219"/>
                  </a:cubicBezTo>
                  <a:close/>
                  <a:moveTo>
                    <a:pt x="2543" y="1"/>
                  </a:moveTo>
                  <a:cubicBezTo>
                    <a:pt x="1758" y="1"/>
                    <a:pt x="983" y="424"/>
                    <a:pt x="558" y="1111"/>
                  </a:cubicBezTo>
                  <a:cubicBezTo>
                    <a:pt x="1" y="2012"/>
                    <a:pt x="69" y="3571"/>
                    <a:pt x="1146" y="4077"/>
                  </a:cubicBezTo>
                  <a:cubicBezTo>
                    <a:pt x="1417" y="4204"/>
                    <a:pt x="1679" y="4262"/>
                    <a:pt x="1927" y="4262"/>
                  </a:cubicBezTo>
                  <a:cubicBezTo>
                    <a:pt x="3632" y="4262"/>
                    <a:pt x="4639" y="1533"/>
                    <a:pt x="3332" y="288"/>
                  </a:cubicBezTo>
                  <a:cubicBezTo>
                    <a:pt x="3286" y="244"/>
                    <a:pt x="3277" y="187"/>
                    <a:pt x="3290" y="137"/>
                  </a:cubicBezTo>
                  <a:cubicBezTo>
                    <a:pt x="3047" y="45"/>
                    <a:pt x="2794" y="1"/>
                    <a:pt x="25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14" name="Google Shape;2314;p16"/>
            <p:cNvSpPr/>
            <p:nvPr/>
          </p:nvSpPr>
          <p:spPr>
            <a:xfrm>
              <a:off x="7914600" y="3864240"/>
              <a:ext cx="244803" cy="327955"/>
            </a:xfrm>
            <a:custGeom>
              <a:rect b="b" l="l" r="r" t="t"/>
              <a:pathLst>
                <a:path extrusionOk="0" h="6519" w="4870">
                  <a:moveTo>
                    <a:pt x="2029" y="328"/>
                  </a:moveTo>
                  <a:cubicBezTo>
                    <a:pt x="2068" y="328"/>
                    <a:pt x="2107" y="330"/>
                    <a:pt x="2146" y="333"/>
                  </a:cubicBezTo>
                  <a:cubicBezTo>
                    <a:pt x="2854" y="400"/>
                    <a:pt x="3410" y="991"/>
                    <a:pt x="3733" y="1580"/>
                  </a:cubicBezTo>
                  <a:cubicBezTo>
                    <a:pt x="4379" y="2764"/>
                    <a:pt x="4316" y="4457"/>
                    <a:pt x="3265" y="5398"/>
                  </a:cubicBezTo>
                  <a:cubicBezTo>
                    <a:pt x="2946" y="5685"/>
                    <a:pt x="2537" y="5826"/>
                    <a:pt x="2160" y="5826"/>
                  </a:cubicBezTo>
                  <a:cubicBezTo>
                    <a:pt x="1469" y="5826"/>
                    <a:pt x="886" y="5348"/>
                    <a:pt x="1164" y="4410"/>
                  </a:cubicBezTo>
                  <a:cubicBezTo>
                    <a:pt x="1281" y="4011"/>
                    <a:pt x="1559" y="3645"/>
                    <a:pt x="1588" y="3223"/>
                  </a:cubicBezTo>
                  <a:cubicBezTo>
                    <a:pt x="1620" y="2746"/>
                    <a:pt x="1290" y="2367"/>
                    <a:pt x="1120" y="1947"/>
                  </a:cubicBezTo>
                  <a:cubicBezTo>
                    <a:pt x="1041" y="1753"/>
                    <a:pt x="997" y="1542"/>
                    <a:pt x="999" y="1339"/>
                  </a:cubicBezTo>
                  <a:cubicBezTo>
                    <a:pt x="929" y="1322"/>
                    <a:pt x="871" y="1261"/>
                    <a:pt x="892" y="1181"/>
                  </a:cubicBezTo>
                  <a:cubicBezTo>
                    <a:pt x="1033" y="660"/>
                    <a:pt x="1497" y="328"/>
                    <a:pt x="2029" y="328"/>
                  </a:cubicBezTo>
                  <a:close/>
                  <a:moveTo>
                    <a:pt x="1859" y="1"/>
                  </a:moveTo>
                  <a:cubicBezTo>
                    <a:pt x="1507" y="1"/>
                    <a:pt x="1145" y="94"/>
                    <a:pt x="793" y="303"/>
                  </a:cubicBezTo>
                  <a:cubicBezTo>
                    <a:pt x="821" y="359"/>
                    <a:pt x="817" y="425"/>
                    <a:pt x="750" y="473"/>
                  </a:cubicBezTo>
                  <a:cubicBezTo>
                    <a:pt x="0" y="999"/>
                    <a:pt x="725" y="2000"/>
                    <a:pt x="872" y="2642"/>
                  </a:cubicBezTo>
                  <a:cubicBezTo>
                    <a:pt x="1012" y="3257"/>
                    <a:pt x="700" y="3784"/>
                    <a:pt x="625" y="4383"/>
                  </a:cubicBezTo>
                  <a:cubicBezTo>
                    <a:pt x="529" y="5191"/>
                    <a:pt x="781" y="6067"/>
                    <a:pt x="1595" y="6391"/>
                  </a:cubicBezTo>
                  <a:cubicBezTo>
                    <a:pt x="1810" y="6478"/>
                    <a:pt x="2039" y="6519"/>
                    <a:pt x="2269" y="6519"/>
                  </a:cubicBezTo>
                  <a:cubicBezTo>
                    <a:pt x="2730" y="6519"/>
                    <a:pt x="3193" y="6353"/>
                    <a:pt x="3550" y="6061"/>
                  </a:cubicBezTo>
                  <a:cubicBezTo>
                    <a:pt x="4766" y="5069"/>
                    <a:pt x="4870" y="3177"/>
                    <a:pt x="4286" y="1821"/>
                  </a:cubicBezTo>
                  <a:cubicBezTo>
                    <a:pt x="3847" y="798"/>
                    <a:pt x="2890" y="1"/>
                    <a:pt x="18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15" name="Google Shape;2315;p16"/>
            <p:cNvSpPr/>
            <p:nvPr/>
          </p:nvSpPr>
          <p:spPr>
            <a:xfrm>
              <a:off x="8462160" y="4312800"/>
              <a:ext cx="168840" cy="222841"/>
            </a:xfrm>
            <a:custGeom>
              <a:rect b="b" l="l" r="r" t="t"/>
              <a:pathLst>
                <a:path extrusionOk="0" h="4432" w="3357">
                  <a:moveTo>
                    <a:pt x="1663" y="168"/>
                  </a:moveTo>
                  <a:cubicBezTo>
                    <a:pt x="1676" y="168"/>
                    <a:pt x="1689" y="170"/>
                    <a:pt x="1703" y="174"/>
                  </a:cubicBezTo>
                  <a:cubicBezTo>
                    <a:pt x="2054" y="262"/>
                    <a:pt x="2175" y="576"/>
                    <a:pt x="2097" y="924"/>
                  </a:cubicBezTo>
                  <a:cubicBezTo>
                    <a:pt x="2025" y="1250"/>
                    <a:pt x="1755" y="1456"/>
                    <a:pt x="2016" y="1806"/>
                  </a:cubicBezTo>
                  <a:cubicBezTo>
                    <a:pt x="2158" y="1996"/>
                    <a:pt x="2387" y="2115"/>
                    <a:pt x="2555" y="2280"/>
                  </a:cubicBezTo>
                  <a:cubicBezTo>
                    <a:pt x="3122" y="2852"/>
                    <a:pt x="2773" y="3752"/>
                    <a:pt x="1951" y="3752"/>
                  </a:cubicBezTo>
                  <a:cubicBezTo>
                    <a:pt x="1942" y="3752"/>
                    <a:pt x="1933" y="3752"/>
                    <a:pt x="1924" y="3752"/>
                  </a:cubicBezTo>
                  <a:cubicBezTo>
                    <a:pt x="922" y="3729"/>
                    <a:pt x="294" y="2600"/>
                    <a:pt x="317" y="1704"/>
                  </a:cubicBezTo>
                  <a:cubicBezTo>
                    <a:pt x="337" y="1083"/>
                    <a:pt x="771" y="173"/>
                    <a:pt x="1443" y="173"/>
                  </a:cubicBezTo>
                  <a:cubicBezTo>
                    <a:pt x="1492" y="173"/>
                    <a:pt x="1541" y="178"/>
                    <a:pt x="1592" y="188"/>
                  </a:cubicBezTo>
                  <a:cubicBezTo>
                    <a:pt x="1614" y="176"/>
                    <a:pt x="1637" y="168"/>
                    <a:pt x="1663" y="168"/>
                  </a:cubicBezTo>
                  <a:close/>
                  <a:moveTo>
                    <a:pt x="1561" y="0"/>
                  </a:moveTo>
                  <a:cubicBezTo>
                    <a:pt x="647" y="0"/>
                    <a:pt x="1" y="878"/>
                    <a:pt x="22" y="1846"/>
                  </a:cubicBezTo>
                  <a:cubicBezTo>
                    <a:pt x="45" y="2861"/>
                    <a:pt x="579" y="4237"/>
                    <a:pt x="1711" y="4420"/>
                  </a:cubicBezTo>
                  <a:cubicBezTo>
                    <a:pt x="1761" y="4428"/>
                    <a:pt x="1815" y="4432"/>
                    <a:pt x="1870" y="4432"/>
                  </a:cubicBezTo>
                  <a:cubicBezTo>
                    <a:pt x="2466" y="4432"/>
                    <a:pt x="3321" y="3972"/>
                    <a:pt x="3340" y="3354"/>
                  </a:cubicBezTo>
                  <a:cubicBezTo>
                    <a:pt x="3357" y="2760"/>
                    <a:pt x="2875" y="2383"/>
                    <a:pt x="2478" y="2039"/>
                  </a:cubicBezTo>
                  <a:cubicBezTo>
                    <a:pt x="2284" y="1870"/>
                    <a:pt x="2155" y="1670"/>
                    <a:pt x="2183" y="1403"/>
                  </a:cubicBezTo>
                  <a:cubicBezTo>
                    <a:pt x="2199" y="1251"/>
                    <a:pt x="2287" y="1123"/>
                    <a:pt x="2335" y="983"/>
                  </a:cubicBezTo>
                  <a:cubicBezTo>
                    <a:pt x="2462" y="617"/>
                    <a:pt x="2397" y="326"/>
                    <a:pt x="2112" y="97"/>
                  </a:cubicBezTo>
                  <a:cubicBezTo>
                    <a:pt x="2104" y="97"/>
                    <a:pt x="2098" y="96"/>
                    <a:pt x="2091" y="95"/>
                  </a:cubicBezTo>
                  <a:cubicBezTo>
                    <a:pt x="1907" y="30"/>
                    <a:pt x="1729" y="0"/>
                    <a:pt x="156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16" name="Google Shape;2316;p16"/>
            <p:cNvSpPr/>
            <p:nvPr/>
          </p:nvSpPr>
          <p:spPr>
            <a:xfrm>
              <a:off x="8762400" y="4462920"/>
              <a:ext cx="146881" cy="195115"/>
            </a:xfrm>
            <a:custGeom>
              <a:rect b="b" l="l" r="r" t="t"/>
              <a:pathLst>
                <a:path extrusionOk="0" h="3880" w="2923">
                  <a:moveTo>
                    <a:pt x="940" y="305"/>
                  </a:moveTo>
                  <a:cubicBezTo>
                    <a:pt x="999" y="305"/>
                    <a:pt x="1057" y="317"/>
                    <a:pt x="1113" y="344"/>
                  </a:cubicBezTo>
                  <a:cubicBezTo>
                    <a:pt x="1179" y="378"/>
                    <a:pt x="1240" y="442"/>
                    <a:pt x="1276" y="516"/>
                  </a:cubicBezTo>
                  <a:cubicBezTo>
                    <a:pt x="2248" y="870"/>
                    <a:pt x="2922" y="2087"/>
                    <a:pt x="2062" y="2948"/>
                  </a:cubicBezTo>
                  <a:cubicBezTo>
                    <a:pt x="1878" y="3133"/>
                    <a:pt x="1601" y="3269"/>
                    <a:pt x="1334" y="3269"/>
                  </a:cubicBezTo>
                  <a:cubicBezTo>
                    <a:pt x="1168" y="3269"/>
                    <a:pt x="1007" y="3216"/>
                    <a:pt x="875" y="3089"/>
                  </a:cubicBezTo>
                  <a:cubicBezTo>
                    <a:pt x="678" y="2899"/>
                    <a:pt x="655" y="2640"/>
                    <a:pt x="683" y="2381"/>
                  </a:cubicBezTo>
                  <a:cubicBezTo>
                    <a:pt x="740" y="1830"/>
                    <a:pt x="870" y="1416"/>
                    <a:pt x="544" y="903"/>
                  </a:cubicBezTo>
                  <a:cubicBezTo>
                    <a:pt x="510" y="852"/>
                    <a:pt x="499" y="777"/>
                    <a:pt x="518" y="713"/>
                  </a:cubicBezTo>
                  <a:cubicBezTo>
                    <a:pt x="512" y="699"/>
                    <a:pt x="506" y="686"/>
                    <a:pt x="503" y="672"/>
                  </a:cubicBezTo>
                  <a:cubicBezTo>
                    <a:pt x="482" y="590"/>
                    <a:pt x="498" y="526"/>
                    <a:pt x="561" y="466"/>
                  </a:cubicBezTo>
                  <a:cubicBezTo>
                    <a:pt x="662" y="372"/>
                    <a:pt x="801" y="305"/>
                    <a:pt x="940" y="305"/>
                  </a:cubicBezTo>
                  <a:close/>
                  <a:moveTo>
                    <a:pt x="786" y="0"/>
                  </a:moveTo>
                  <a:cubicBezTo>
                    <a:pt x="604" y="0"/>
                    <a:pt x="419" y="55"/>
                    <a:pt x="235" y="183"/>
                  </a:cubicBezTo>
                  <a:cubicBezTo>
                    <a:pt x="278" y="225"/>
                    <a:pt x="298" y="295"/>
                    <a:pt x="253" y="359"/>
                  </a:cubicBezTo>
                  <a:cubicBezTo>
                    <a:pt x="0" y="730"/>
                    <a:pt x="415" y="1200"/>
                    <a:pt x="458" y="1577"/>
                  </a:cubicBezTo>
                  <a:cubicBezTo>
                    <a:pt x="489" y="1847"/>
                    <a:pt x="418" y="2114"/>
                    <a:pt x="370" y="2377"/>
                  </a:cubicBezTo>
                  <a:cubicBezTo>
                    <a:pt x="284" y="2861"/>
                    <a:pt x="298" y="3370"/>
                    <a:pt x="734" y="3689"/>
                  </a:cubicBezTo>
                  <a:cubicBezTo>
                    <a:pt x="916" y="3821"/>
                    <a:pt x="1110" y="3879"/>
                    <a:pt x="1301" y="3879"/>
                  </a:cubicBezTo>
                  <a:cubicBezTo>
                    <a:pt x="1663" y="3879"/>
                    <a:pt x="2015" y="3671"/>
                    <a:pt x="2255" y="3370"/>
                  </a:cubicBezTo>
                  <a:cubicBezTo>
                    <a:pt x="2883" y="2585"/>
                    <a:pt x="2714" y="1780"/>
                    <a:pt x="2190" y="998"/>
                  </a:cubicBezTo>
                  <a:cubicBezTo>
                    <a:pt x="1865" y="513"/>
                    <a:pt x="1342" y="0"/>
                    <a:pt x="78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17" name="Google Shape;2317;p16"/>
            <p:cNvSpPr/>
            <p:nvPr/>
          </p:nvSpPr>
          <p:spPr>
            <a:xfrm>
              <a:off x="8982000" y="4681800"/>
              <a:ext cx="165239" cy="190080"/>
            </a:xfrm>
            <a:custGeom>
              <a:rect b="b" l="l" r="r" t="t"/>
              <a:pathLst>
                <a:path extrusionOk="0" h="3781" w="3289">
                  <a:moveTo>
                    <a:pt x="1995" y="323"/>
                  </a:moveTo>
                  <a:cubicBezTo>
                    <a:pt x="2307" y="323"/>
                    <a:pt x="2614" y="427"/>
                    <a:pt x="2675" y="764"/>
                  </a:cubicBezTo>
                  <a:cubicBezTo>
                    <a:pt x="2678" y="791"/>
                    <a:pt x="2669" y="813"/>
                    <a:pt x="2654" y="831"/>
                  </a:cubicBezTo>
                  <a:cubicBezTo>
                    <a:pt x="3167" y="1487"/>
                    <a:pt x="2875" y="2666"/>
                    <a:pt x="2068" y="2975"/>
                  </a:cubicBezTo>
                  <a:cubicBezTo>
                    <a:pt x="1926" y="3030"/>
                    <a:pt x="1786" y="3055"/>
                    <a:pt x="1651" y="3055"/>
                  </a:cubicBezTo>
                  <a:cubicBezTo>
                    <a:pt x="843" y="3055"/>
                    <a:pt x="225" y="2157"/>
                    <a:pt x="500" y="1343"/>
                  </a:cubicBezTo>
                  <a:cubicBezTo>
                    <a:pt x="664" y="854"/>
                    <a:pt x="1117" y="491"/>
                    <a:pt x="1609" y="370"/>
                  </a:cubicBezTo>
                  <a:cubicBezTo>
                    <a:pt x="1726" y="342"/>
                    <a:pt x="1861" y="323"/>
                    <a:pt x="1995" y="323"/>
                  </a:cubicBezTo>
                  <a:close/>
                  <a:moveTo>
                    <a:pt x="1804" y="1"/>
                  </a:moveTo>
                  <a:cubicBezTo>
                    <a:pt x="1625" y="1"/>
                    <a:pt x="1438" y="37"/>
                    <a:pt x="1246" y="117"/>
                  </a:cubicBezTo>
                  <a:cubicBezTo>
                    <a:pt x="1236" y="121"/>
                    <a:pt x="1225" y="123"/>
                    <a:pt x="1216" y="123"/>
                  </a:cubicBezTo>
                  <a:cubicBezTo>
                    <a:pt x="1206" y="123"/>
                    <a:pt x="1196" y="121"/>
                    <a:pt x="1187" y="118"/>
                  </a:cubicBezTo>
                  <a:cubicBezTo>
                    <a:pt x="354" y="421"/>
                    <a:pt x="1" y="1443"/>
                    <a:pt x="108" y="2278"/>
                  </a:cubicBezTo>
                  <a:cubicBezTo>
                    <a:pt x="206" y="3022"/>
                    <a:pt x="822" y="3780"/>
                    <a:pt x="1584" y="3780"/>
                  </a:cubicBezTo>
                  <a:cubicBezTo>
                    <a:pt x="1736" y="3780"/>
                    <a:pt x="1893" y="3750"/>
                    <a:pt x="2054" y="3684"/>
                  </a:cubicBezTo>
                  <a:cubicBezTo>
                    <a:pt x="2824" y="3369"/>
                    <a:pt x="3288" y="2200"/>
                    <a:pt x="3209" y="1420"/>
                  </a:cubicBezTo>
                  <a:cubicBezTo>
                    <a:pt x="3127" y="618"/>
                    <a:pt x="2540" y="1"/>
                    <a:pt x="180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18" name="Google Shape;2318;p16"/>
            <p:cNvSpPr/>
            <p:nvPr/>
          </p:nvSpPr>
          <p:spPr>
            <a:xfrm>
              <a:off x="9072720" y="4590360"/>
              <a:ext cx="30600" cy="20520"/>
            </a:xfrm>
            <a:custGeom>
              <a:rect b="b" l="l" r="r" t="t"/>
              <a:pathLst>
                <a:path extrusionOk="0" h="412" w="612">
                  <a:moveTo>
                    <a:pt x="487" y="1"/>
                  </a:moveTo>
                  <a:cubicBezTo>
                    <a:pt x="461" y="1"/>
                    <a:pt x="434" y="3"/>
                    <a:pt x="407" y="6"/>
                  </a:cubicBezTo>
                  <a:cubicBezTo>
                    <a:pt x="284" y="23"/>
                    <a:pt x="1" y="130"/>
                    <a:pt x="53" y="298"/>
                  </a:cubicBezTo>
                  <a:cubicBezTo>
                    <a:pt x="80" y="381"/>
                    <a:pt x="141" y="412"/>
                    <a:pt x="210" y="412"/>
                  </a:cubicBezTo>
                  <a:cubicBezTo>
                    <a:pt x="307" y="412"/>
                    <a:pt x="419" y="350"/>
                    <a:pt x="471" y="286"/>
                  </a:cubicBezTo>
                  <a:cubicBezTo>
                    <a:pt x="539" y="205"/>
                    <a:pt x="566" y="101"/>
                    <a:pt x="611" y="14"/>
                  </a:cubicBezTo>
                  <a:cubicBezTo>
                    <a:pt x="571" y="6"/>
                    <a:pt x="529" y="1"/>
                    <a:pt x="4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0425" lIns="91425" spcFirstLastPara="1" rIns="91425" wrap="square" tIns="10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19" name="Google Shape;2319;p16"/>
            <p:cNvSpPr/>
            <p:nvPr/>
          </p:nvSpPr>
          <p:spPr>
            <a:xfrm>
              <a:off x="8938440" y="4668120"/>
              <a:ext cx="28440" cy="14040"/>
            </a:xfrm>
            <a:custGeom>
              <a:rect b="b" l="l" r="r" t="t"/>
              <a:pathLst>
                <a:path extrusionOk="0" h="289" w="575">
                  <a:moveTo>
                    <a:pt x="250" y="0"/>
                  </a:moveTo>
                  <a:cubicBezTo>
                    <a:pt x="202" y="0"/>
                    <a:pt x="154" y="15"/>
                    <a:pt x="109" y="49"/>
                  </a:cubicBezTo>
                  <a:cubicBezTo>
                    <a:pt x="0" y="129"/>
                    <a:pt x="58" y="250"/>
                    <a:pt x="179" y="281"/>
                  </a:cubicBezTo>
                  <a:cubicBezTo>
                    <a:pt x="198" y="286"/>
                    <a:pt x="218" y="288"/>
                    <a:pt x="237" y="288"/>
                  </a:cubicBezTo>
                  <a:cubicBezTo>
                    <a:pt x="356" y="288"/>
                    <a:pt x="467" y="204"/>
                    <a:pt x="574" y="156"/>
                  </a:cubicBezTo>
                  <a:cubicBezTo>
                    <a:pt x="478" y="77"/>
                    <a:pt x="362" y="0"/>
                    <a:pt x="2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7200" lIns="91425" spcFirstLastPara="1" rIns="91425" wrap="square" tIns="7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20" name="Google Shape;2320;p16"/>
            <p:cNvSpPr/>
            <p:nvPr/>
          </p:nvSpPr>
          <p:spPr>
            <a:xfrm>
              <a:off x="8901360" y="4874760"/>
              <a:ext cx="36719" cy="10080"/>
            </a:xfrm>
            <a:custGeom>
              <a:rect b="b" l="l" r="r" t="t"/>
              <a:pathLst>
                <a:path extrusionOk="0" h="207" w="738">
                  <a:moveTo>
                    <a:pt x="579" y="1"/>
                  </a:moveTo>
                  <a:cubicBezTo>
                    <a:pt x="373" y="1"/>
                    <a:pt x="172" y="68"/>
                    <a:pt x="1" y="188"/>
                  </a:cubicBezTo>
                  <a:cubicBezTo>
                    <a:pt x="59" y="201"/>
                    <a:pt x="116" y="207"/>
                    <a:pt x="171" y="207"/>
                  </a:cubicBezTo>
                  <a:cubicBezTo>
                    <a:pt x="370" y="207"/>
                    <a:pt x="548" y="130"/>
                    <a:pt x="738" y="14"/>
                  </a:cubicBezTo>
                  <a:cubicBezTo>
                    <a:pt x="684" y="5"/>
                    <a:pt x="631" y="1"/>
                    <a:pt x="5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21" name="Google Shape;2321;p16"/>
            <p:cNvSpPr/>
            <p:nvPr/>
          </p:nvSpPr>
          <p:spPr>
            <a:xfrm>
              <a:off x="8632080" y="4653360"/>
              <a:ext cx="29160" cy="37080"/>
            </a:xfrm>
            <a:custGeom>
              <a:rect b="b" l="l" r="r" t="t"/>
              <a:pathLst>
                <a:path extrusionOk="0" h="746" w="588">
                  <a:moveTo>
                    <a:pt x="43" y="1"/>
                  </a:moveTo>
                  <a:cubicBezTo>
                    <a:pt x="46" y="8"/>
                    <a:pt x="49" y="15"/>
                    <a:pt x="49" y="23"/>
                  </a:cubicBezTo>
                  <a:cubicBezTo>
                    <a:pt x="49" y="188"/>
                    <a:pt x="1" y="355"/>
                    <a:pt x="49" y="518"/>
                  </a:cubicBezTo>
                  <a:cubicBezTo>
                    <a:pt x="80" y="622"/>
                    <a:pt x="192" y="746"/>
                    <a:pt x="304" y="746"/>
                  </a:cubicBezTo>
                  <a:cubicBezTo>
                    <a:pt x="343" y="746"/>
                    <a:pt x="383" y="730"/>
                    <a:pt x="419" y="692"/>
                  </a:cubicBezTo>
                  <a:cubicBezTo>
                    <a:pt x="588" y="518"/>
                    <a:pt x="223" y="178"/>
                    <a:pt x="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8700" lIns="91425" spcFirstLastPara="1" rIns="91425" wrap="square" tIns="18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22" name="Google Shape;2322;p16"/>
            <p:cNvSpPr/>
            <p:nvPr/>
          </p:nvSpPr>
          <p:spPr>
            <a:xfrm>
              <a:off x="8664120" y="4575960"/>
              <a:ext cx="38521" cy="19440"/>
            </a:xfrm>
            <a:custGeom>
              <a:rect b="b" l="l" r="r" t="t"/>
              <a:pathLst>
                <a:path extrusionOk="0" h="394" w="773">
                  <a:moveTo>
                    <a:pt x="773" y="5"/>
                  </a:moveTo>
                  <a:lnTo>
                    <a:pt x="773" y="5"/>
                  </a:lnTo>
                  <a:cubicBezTo>
                    <a:pt x="506" y="12"/>
                    <a:pt x="203" y="0"/>
                    <a:pt x="88" y="196"/>
                  </a:cubicBezTo>
                  <a:cubicBezTo>
                    <a:pt x="1" y="348"/>
                    <a:pt x="79" y="394"/>
                    <a:pt x="187" y="394"/>
                  </a:cubicBezTo>
                  <a:cubicBezTo>
                    <a:pt x="255" y="394"/>
                    <a:pt x="336" y="375"/>
                    <a:pt x="394" y="353"/>
                  </a:cubicBezTo>
                  <a:cubicBezTo>
                    <a:pt x="557" y="291"/>
                    <a:pt x="668" y="177"/>
                    <a:pt x="753" y="29"/>
                  </a:cubicBezTo>
                  <a:cubicBezTo>
                    <a:pt x="760" y="19"/>
                    <a:pt x="767" y="12"/>
                    <a:pt x="773" y="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23" name="Google Shape;2323;p16"/>
            <p:cNvSpPr/>
            <p:nvPr/>
          </p:nvSpPr>
          <p:spPr>
            <a:xfrm>
              <a:off x="8693280" y="4358880"/>
              <a:ext cx="25920" cy="24479"/>
            </a:xfrm>
            <a:custGeom>
              <a:rect b="b" l="l" r="r" t="t"/>
              <a:pathLst>
                <a:path extrusionOk="0" h="492" w="524">
                  <a:moveTo>
                    <a:pt x="524" y="0"/>
                  </a:moveTo>
                  <a:cubicBezTo>
                    <a:pt x="385" y="2"/>
                    <a:pt x="237" y="22"/>
                    <a:pt x="137" y="111"/>
                  </a:cubicBezTo>
                  <a:cubicBezTo>
                    <a:pt x="57" y="186"/>
                    <a:pt x="1" y="335"/>
                    <a:pt x="73" y="433"/>
                  </a:cubicBezTo>
                  <a:cubicBezTo>
                    <a:pt x="104" y="475"/>
                    <a:pt x="143" y="492"/>
                    <a:pt x="184" y="492"/>
                  </a:cubicBezTo>
                  <a:cubicBezTo>
                    <a:pt x="280" y="492"/>
                    <a:pt x="387" y="397"/>
                    <a:pt x="429" y="321"/>
                  </a:cubicBezTo>
                  <a:cubicBezTo>
                    <a:pt x="483" y="222"/>
                    <a:pt x="491" y="108"/>
                    <a:pt x="52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2225" lIns="91425" spcFirstLastPara="1" rIns="91425" wrap="square" tIns="12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24" name="Google Shape;2324;p16"/>
            <p:cNvSpPr/>
            <p:nvPr/>
          </p:nvSpPr>
          <p:spPr>
            <a:xfrm>
              <a:off x="8398800" y="4155120"/>
              <a:ext cx="37800" cy="24839"/>
            </a:xfrm>
            <a:custGeom>
              <a:rect b="b" l="l" r="r" t="t"/>
              <a:pathLst>
                <a:path extrusionOk="0" h="503" w="759">
                  <a:moveTo>
                    <a:pt x="112" y="1"/>
                  </a:moveTo>
                  <a:cubicBezTo>
                    <a:pt x="44" y="1"/>
                    <a:pt x="0" y="34"/>
                    <a:pt x="25" y="136"/>
                  </a:cubicBezTo>
                  <a:cubicBezTo>
                    <a:pt x="86" y="391"/>
                    <a:pt x="320" y="503"/>
                    <a:pt x="555" y="503"/>
                  </a:cubicBezTo>
                  <a:cubicBezTo>
                    <a:pt x="624" y="503"/>
                    <a:pt x="694" y="493"/>
                    <a:pt x="759" y="475"/>
                  </a:cubicBezTo>
                  <a:cubicBezTo>
                    <a:pt x="675" y="326"/>
                    <a:pt x="558" y="194"/>
                    <a:pt x="412" y="105"/>
                  </a:cubicBezTo>
                  <a:cubicBezTo>
                    <a:pt x="350" y="68"/>
                    <a:pt x="207" y="1"/>
                    <a:pt x="11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2600" lIns="91425" spcFirstLastPara="1" rIns="91425" wrap="square" tIns="12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25" name="Google Shape;2325;p16"/>
            <p:cNvSpPr/>
            <p:nvPr/>
          </p:nvSpPr>
          <p:spPr>
            <a:xfrm>
              <a:off x="8361720" y="4384080"/>
              <a:ext cx="32400" cy="30600"/>
            </a:xfrm>
            <a:custGeom>
              <a:rect b="b" l="l" r="r" t="t"/>
              <a:pathLst>
                <a:path extrusionOk="0" h="617" w="652">
                  <a:moveTo>
                    <a:pt x="26" y="1"/>
                  </a:moveTo>
                  <a:cubicBezTo>
                    <a:pt x="1" y="155"/>
                    <a:pt x="7" y="317"/>
                    <a:pt x="96" y="451"/>
                  </a:cubicBezTo>
                  <a:cubicBezTo>
                    <a:pt x="164" y="553"/>
                    <a:pt x="284" y="617"/>
                    <a:pt x="401" y="617"/>
                  </a:cubicBezTo>
                  <a:cubicBezTo>
                    <a:pt x="479" y="617"/>
                    <a:pt x="557" y="589"/>
                    <a:pt x="617" y="525"/>
                  </a:cubicBezTo>
                  <a:cubicBezTo>
                    <a:pt x="627" y="515"/>
                    <a:pt x="637" y="508"/>
                    <a:pt x="651" y="502"/>
                  </a:cubicBezTo>
                  <a:cubicBezTo>
                    <a:pt x="538" y="246"/>
                    <a:pt x="306" y="55"/>
                    <a:pt x="2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5475" lIns="91425" spcFirstLastPara="1" rIns="91425" wrap="square" tIns="15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26" name="Google Shape;2326;p16"/>
            <p:cNvSpPr/>
            <p:nvPr/>
          </p:nvSpPr>
          <p:spPr>
            <a:xfrm>
              <a:off x="8170920" y="4244400"/>
              <a:ext cx="21960" cy="46080"/>
            </a:xfrm>
            <a:custGeom>
              <a:rect b="b" l="l" r="r" t="t"/>
              <a:pathLst>
                <a:path extrusionOk="0" h="924" w="440">
                  <a:moveTo>
                    <a:pt x="0" y="0"/>
                  </a:moveTo>
                  <a:lnTo>
                    <a:pt x="0" y="106"/>
                  </a:lnTo>
                  <a:cubicBezTo>
                    <a:pt x="3" y="184"/>
                    <a:pt x="10" y="262"/>
                    <a:pt x="23" y="340"/>
                  </a:cubicBezTo>
                  <a:cubicBezTo>
                    <a:pt x="50" y="493"/>
                    <a:pt x="82" y="670"/>
                    <a:pt x="160" y="809"/>
                  </a:cubicBezTo>
                  <a:cubicBezTo>
                    <a:pt x="202" y="884"/>
                    <a:pt x="251" y="923"/>
                    <a:pt x="298" y="923"/>
                  </a:cubicBezTo>
                  <a:cubicBezTo>
                    <a:pt x="339" y="923"/>
                    <a:pt x="378" y="893"/>
                    <a:pt x="407" y="832"/>
                  </a:cubicBezTo>
                  <a:cubicBezTo>
                    <a:pt x="439" y="762"/>
                    <a:pt x="425" y="616"/>
                    <a:pt x="414" y="541"/>
                  </a:cubicBezTo>
                  <a:cubicBezTo>
                    <a:pt x="391" y="306"/>
                    <a:pt x="271" y="186"/>
                    <a:pt x="78" y="72"/>
                  </a:cubicBezTo>
                  <a:cubicBezTo>
                    <a:pt x="51" y="57"/>
                    <a:pt x="37" y="28"/>
                    <a:pt x="3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23025" lIns="91425" spcFirstLastPara="1" rIns="91425" wrap="square" tIns="23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27" name="Google Shape;2327;p16"/>
            <p:cNvSpPr/>
            <p:nvPr/>
          </p:nvSpPr>
          <p:spPr>
            <a:xfrm>
              <a:off x="8236440" y="4203720"/>
              <a:ext cx="45001" cy="37079"/>
            </a:xfrm>
            <a:custGeom>
              <a:rect b="b" l="l" r="r" t="t"/>
              <a:pathLst>
                <a:path extrusionOk="0" h="743" w="903">
                  <a:moveTo>
                    <a:pt x="559" y="1"/>
                  </a:moveTo>
                  <a:cubicBezTo>
                    <a:pt x="432" y="1"/>
                    <a:pt x="295" y="86"/>
                    <a:pt x="215" y="171"/>
                  </a:cubicBezTo>
                  <a:cubicBezTo>
                    <a:pt x="96" y="295"/>
                    <a:pt x="36" y="463"/>
                    <a:pt x="38" y="633"/>
                  </a:cubicBezTo>
                  <a:cubicBezTo>
                    <a:pt x="39" y="667"/>
                    <a:pt x="23" y="690"/>
                    <a:pt x="1" y="700"/>
                  </a:cubicBezTo>
                  <a:lnTo>
                    <a:pt x="25" y="742"/>
                  </a:lnTo>
                  <a:cubicBezTo>
                    <a:pt x="32" y="740"/>
                    <a:pt x="38" y="735"/>
                    <a:pt x="45" y="732"/>
                  </a:cubicBezTo>
                  <a:cubicBezTo>
                    <a:pt x="203" y="670"/>
                    <a:pt x="358" y="626"/>
                    <a:pt x="498" y="520"/>
                  </a:cubicBezTo>
                  <a:cubicBezTo>
                    <a:pt x="624" y="422"/>
                    <a:pt x="902" y="171"/>
                    <a:pt x="688" y="37"/>
                  </a:cubicBezTo>
                  <a:cubicBezTo>
                    <a:pt x="648" y="12"/>
                    <a:pt x="604" y="1"/>
                    <a:pt x="5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8700" lIns="91425" spcFirstLastPara="1" rIns="91425" wrap="square" tIns="18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28" name="Google Shape;2328;p16"/>
            <p:cNvSpPr/>
            <p:nvPr/>
          </p:nvSpPr>
          <p:spPr>
            <a:xfrm>
              <a:off x="8241120" y="4004640"/>
              <a:ext cx="35280" cy="18000"/>
            </a:xfrm>
            <a:custGeom>
              <a:rect b="b" l="l" r="r" t="t"/>
              <a:pathLst>
                <a:path extrusionOk="0" h="368" w="708">
                  <a:moveTo>
                    <a:pt x="707" y="1"/>
                  </a:moveTo>
                  <a:cubicBezTo>
                    <a:pt x="695" y="10"/>
                    <a:pt x="680" y="18"/>
                    <a:pt x="661" y="18"/>
                  </a:cubicBezTo>
                  <a:cubicBezTo>
                    <a:pt x="659" y="18"/>
                    <a:pt x="656" y="18"/>
                    <a:pt x="654" y="18"/>
                  </a:cubicBezTo>
                  <a:cubicBezTo>
                    <a:pt x="595" y="17"/>
                    <a:pt x="529" y="13"/>
                    <a:pt x="462" y="13"/>
                  </a:cubicBezTo>
                  <a:cubicBezTo>
                    <a:pt x="335" y="13"/>
                    <a:pt x="207" y="30"/>
                    <a:pt x="128" y="130"/>
                  </a:cubicBezTo>
                  <a:cubicBezTo>
                    <a:pt x="0" y="288"/>
                    <a:pt x="139" y="367"/>
                    <a:pt x="282" y="367"/>
                  </a:cubicBezTo>
                  <a:cubicBezTo>
                    <a:pt x="330" y="367"/>
                    <a:pt x="378" y="358"/>
                    <a:pt x="417" y="341"/>
                  </a:cubicBezTo>
                  <a:cubicBezTo>
                    <a:pt x="539" y="287"/>
                    <a:pt x="638" y="185"/>
                    <a:pt x="689" y="60"/>
                  </a:cubicBezTo>
                  <a:cubicBezTo>
                    <a:pt x="698" y="39"/>
                    <a:pt x="703" y="21"/>
                    <a:pt x="7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000" lIns="91425" spcFirstLastPara="1" rIns="91425" wrap="square" tIns="9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29" name="Google Shape;2329;p16"/>
            <p:cNvSpPr/>
            <p:nvPr/>
          </p:nvSpPr>
          <p:spPr>
            <a:xfrm>
              <a:off x="7003440" y="3144600"/>
              <a:ext cx="2419876" cy="1969520"/>
            </a:xfrm>
            <a:custGeom>
              <a:rect b="b" l="l" r="r" t="t"/>
              <a:pathLst>
                <a:path extrusionOk="0" h="39103" w="48042">
                  <a:moveTo>
                    <a:pt x="12145" y="1624"/>
                  </a:moveTo>
                  <a:cubicBezTo>
                    <a:pt x="13951" y="1624"/>
                    <a:pt x="15757" y="2020"/>
                    <a:pt x="17387" y="2797"/>
                  </a:cubicBezTo>
                  <a:cubicBezTo>
                    <a:pt x="19273" y="3695"/>
                    <a:pt x="20753" y="5105"/>
                    <a:pt x="21961" y="6793"/>
                  </a:cubicBezTo>
                  <a:cubicBezTo>
                    <a:pt x="23234" y="8576"/>
                    <a:pt x="24267" y="10517"/>
                    <a:pt x="25528" y="12307"/>
                  </a:cubicBezTo>
                  <a:cubicBezTo>
                    <a:pt x="26740" y="14028"/>
                    <a:pt x="28086" y="15652"/>
                    <a:pt x="29573" y="17140"/>
                  </a:cubicBezTo>
                  <a:cubicBezTo>
                    <a:pt x="30298" y="17869"/>
                    <a:pt x="31061" y="18557"/>
                    <a:pt x="31853" y="19209"/>
                  </a:cubicBezTo>
                  <a:cubicBezTo>
                    <a:pt x="31860" y="19243"/>
                    <a:pt x="31891" y="19270"/>
                    <a:pt x="31924" y="19270"/>
                  </a:cubicBezTo>
                  <a:cubicBezTo>
                    <a:pt x="31925" y="19270"/>
                    <a:pt x="31926" y="19269"/>
                    <a:pt x="31927" y="19269"/>
                  </a:cubicBezTo>
                  <a:cubicBezTo>
                    <a:pt x="32724" y="19921"/>
                    <a:pt x="33555" y="20534"/>
                    <a:pt x="34415" y="21105"/>
                  </a:cubicBezTo>
                  <a:cubicBezTo>
                    <a:pt x="36049" y="22189"/>
                    <a:pt x="37755" y="23155"/>
                    <a:pt x="39403" y="24215"/>
                  </a:cubicBezTo>
                  <a:cubicBezTo>
                    <a:pt x="41046" y="25270"/>
                    <a:pt x="42654" y="26419"/>
                    <a:pt x="43990" y="27852"/>
                  </a:cubicBezTo>
                  <a:cubicBezTo>
                    <a:pt x="45238" y="29189"/>
                    <a:pt x="46361" y="30839"/>
                    <a:pt x="46567" y="32699"/>
                  </a:cubicBezTo>
                  <a:cubicBezTo>
                    <a:pt x="46961" y="36292"/>
                    <a:pt x="43351" y="37548"/>
                    <a:pt x="40165" y="37548"/>
                  </a:cubicBezTo>
                  <a:cubicBezTo>
                    <a:pt x="39200" y="37548"/>
                    <a:pt x="38274" y="37433"/>
                    <a:pt x="37510" y="37233"/>
                  </a:cubicBezTo>
                  <a:cubicBezTo>
                    <a:pt x="31261" y="35596"/>
                    <a:pt x="28499" y="28503"/>
                    <a:pt x="23262" y="25403"/>
                  </a:cubicBezTo>
                  <a:cubicBezTo>
                    <a:pt x="23266" y="25353"/>
                    <a:pt x="23221" y="25318"/>
                    <a:pt x="23175" y="25318"/>
                  </a:cubicBezTo>
                  <a:cubicBezTo>
                    <a:pt x="23161" y="25318"/>
                    <a:pt x="23146" y="25321"/>
                    <a:pt x="23133" y="25329"/>
                  </a:cubicBezTo>
                  <a:cubicBezTo>
                    <a:pt x="21930" y="24639"/>
                    <a:pt x="20598" y="24157"/>
                    <a:pt x="19063" y="24001"/>
                  </a:cubicBezTo>
                  <a:cubicBezTo>
                    <a:pt x="17536" y="23844"/>
                    <a:pt x="16002" y="23915"/>
                    <a:pt x="14473" y="23835"/>
                  </a:cubicBezTo>
                  <a:lnTo>
                    <a:pt x="14473" y="23833"/>
                  </a:lnTo>
                  <a:cubicBezTo>
                    <a:pt x="14484" y="23776"/>
                    <a:pt x="14441" y="23743"/>
                    <a:pt x="14397" y="23743"/>
                  </a:cubicBezTo>
                  <a:cubicBezTo>
                    <a:pt x="14362" y="23743"/>
                    <a:pt x="14327" y="23763"/>
                    <a:pt x="14317" y="23807"/>
                  </a:cubicBezTo>
                  <a:cubicBezTo>
                    <a:pt x="14317" y="23813"/>
                    <a:pt x="14316" y="23818"/>
                    <a:pt x="14313" y="23825"/>
                  </a:cubicBezTo>
                  <a:cubicBezTo>
                    <a:pt x="13821" y="23797"/>
                    <a:pt x="13327" y="23750"/>
                    <a:pt x="12835" y="23675"/>
                  </a:cubicBezTo>
                  <a:cubicBezTo>
                    <a:pt x="12098" y="23560"/>
                    <a:pt x="11368" y="23396"/>
                    <a:pt x="10660" y="23174"/>
                  </a:cubicBezTo>
                  <a:cubicBezTo>
                    <a:pt x="10643" y="23140"/>
                    <a:pt x="10610" y="23124"/>
                    <a:pt x="10576" y="23124"/>
                  </a:cubicBezTo>
                  <a:cubicBezTo>
                    <a:pt x="10561" y="23124"/>
                    <a:pt x="10546" y="23127"/>
                    <a:pt x="10532" y="23134"/>
                  </a:cubicBezTo>
                  <a:cubicBezTo>
                    <a:pt x="9563" y="22819"/>
                    <a:pt x="8635" y="22391"/>
                    <a:pt x="7785" y="21827"/>
                  </a:cubicBezTo>
                  <a:cubicBezTo>
                    <a:pt x="7797" y="21769"/>
                    <a:pt x="7747" y="21726"/>
                    <a:pt x="7697" y="21726"/>
                  </a:cubicBezTo>
                  <a:cubicBezTo>
                    <a:pt x="7682" y="21726"/>
                    <a:pt x="7667" y="21730"/>
                    <a:pt x="7653" y="21738"/>
                  </a:cubicBezTo>
                  <a:cubicBezTo>
                    <a:pt x="7457" y="21603"/>
                    <a:pt x="7266" y="21462"/>
                    <a:pt x="7079" y="21313"/>
                  </a:cubicBezTo>
                  <a:cubicBezTo>
                    <a:pt x="6363" y="20739"/>
                    <a:pt x="5733" y="20074"/>
                    <a:pt x="5200" y="19340"/>
                  </a:cubicBezTo>
                  <a:lnTo>
                    <a:pt x="5227" y="19319"/>
                  </a:lnTo>
                  <a:cubicBezTo>
                    <a:pt x="5291" y="19265"/>
                    <a:pt x="5243" y="19173"/>
                    <a:pt x="5177" y="19173"/>
                  </a:cubicBezTo>
                  <a:cubicBezTo>
                    <a:pt x="5162" y="19173"/>
                    <a:pt x="5146" y="19178"/>
                    <a:pt x="5130" y="19189"/>
                  </a:cubicBezTo>
                  <a:cubicBezTo>
                    <a:pt x="5122" y="19194"/>
                    <a:pt x="5115" y="19201"/>
                    <a:pt x="5106" y="19207"/>
                  </a:cubicBezTo>
                  <a:cubicBezTo>
                    <a:pt x="4443" y="18265"/>
                    <a:pt x="3937" y="17215"/>
                    <a:pt x="3611" y="16098"/>
                  </a:cubicBezTo>
                  <a:cubicBezTo>
                    <a:pt x="2993" y="13979"/>
                    <a:pt x="2947" y="11749"/>
                    <a:pt x="2614" y="9579"/>
                  </a:cubicBezTo>
                  <a:cubicBezTo>
                    <a:pt x="2555" y="9197"/>
                    <a:pt x="2486" y="8818"/>
                    <a:pt x="2405" y="8440"/>
                  </a:cubicBezTo>
                  <a:cubicBezTo>
                    <a:pt x="2459" y="8389"/>
                    <a:pt x="2434" y="8295"/>
                    <a:pt x="2367" y="8275"/>
                  </a:cubicBezTo>
                  <a:cubicBezTo>
                    <a:pt x="2254" y="7772"/>
                    <a:pt x="2116" y="7275"/>
                    <a:pt x="1947" y="6785"/>
                  </a:cubicBezTo>
                  <a:cubicBezTo>
                    <a:pt x="2016" y="6354"/>
                    <a:pt x="2204" y="5957"/>
                    <a:pt x="2470" y="5594"/>
                  </a:cubicBezTo>
                  <a:cubicBezTo>
                    <a:pt x="2480" y="5599"/>
                    <a:pt x="2491" y="5601"/>
                    <a:pt x="2502" y="5601"/>
                  </a:cubicBezTo>
                  <a:cubicBezTo>
                    <a:pt x="2555" y="5601"/>
                    <a:pt x="2609" y="5552"/>
                    <a:pt x="2580" y="5497"/>
                  </a:cubicBezTo>
                  <a:cubicBezTo>
                    <a:pt x="2577" y="5488"/>
                    <a:pt x="2571" y="5478"/>
                    <a:pt x="2565" y="5470"/>
                  </a:cubicBezTo>
                  <a:cubicBezTo>
                    <a:pt x="3298" y="4548"/>
                    <a:pt x="4507" y="3855"/>
                    <a:pt x="5407" y="3377"/>
                  </a:cubicBezTo>
                  <a:cubicBezTo>
                    <a:pt x="7368" y="2331"/>
                    <a:pt x="9557" y="1694"/>
                    <a:pt x="11782" y="1629"/>
                  </a:cubicBezTo>
                  <a:cubicBezTo>
                    <a:pt x="11903" y="1626"/>
                    <a:pt x="12024" y="1624"/>
                    <a:pt x="12145" y="1624"/>
                  </a:cubicBezTo>
                  <a:close/>
                  <a:moveTo>
                    <a:pt x="12043" y="1"/>
                  </a:moveTo>
                  <a:cubicBezTo>
                    <a:pt x="12019" y="1"/>
                    <a:pt x="11996" y="14"/>
                    <a:pt x="11986" y="43"/>
                  </a:cubicBezTo>
                  <a:cubicBezTo>
                    <a:pt x="11856" y="423"/>
                    <a:pt x="11771" y="819"/>
                    <a:pt x="11693" y="1210"/>
                  </a:cubicBezTo>
                  <a:cubicBezTo>
                    <a:pt x="11309" y="1224"/>
                    <a:pt x="10926" y="1252"/>
                    <a:pt x="10545" y="1296"/>
                  </a:cubicBezTo>
                  <a:cubicBezTo>
                    <a:pt x="10556" y="982"/>
                    <a:pt x="10588" y="678"/>
                    <a:pt x="10670" y="361"/>
                  </a:cubicBezTo>
                  <a:cubicBezTo>
                    <a:pt x="10684" y="304"/>
                    <a:pt x="10633" y="267"/>
                    <a:pt x="10584" y="267"/>
                  </a:cubicBezTo>
                  <a:cubicBezTo>
                    <a:pt x="10553" y="267"/>
                    <a:pt x="10523" y="282"/>
                    <a:pt x="10510" y="316"/>
                  </a:cubicBezTo>
                  <a:cubicBezTo>
                    <a:pt x="10389" y="629"/>
                    <a:pt x="10321" y="982"/>
                    <a:pt x="10342" y="1325"/>
                  </a:cubicBezTo>
                  <a:cubicBezTo>
                    <a:pt x="10130" y="1353"/>
                    <a:pt x="9917" y="1383"/>
                    <a:pt x="9705" y="1422"/>
                  </a:cubicBezTo>
                  <a:cubicBezTo>
                    <a:pt x="9706" y="1415"/>
                    <a:pt x="9709" y="1410"/>
                    <a:pt x="9712" y="1402"/>
                  </a:cubicBezTo>
                  <a:cubicBezTo>
                    <a:pt x="9757" y="1098"/>
                    <a:pt x="9749" y="779"/>
                    <a:pt x="9742" y="473"/>
                  </a:cubicBezTo>
                  <a:cubicBezTo>
                    <a:pt x="9739" y="421"/>
                    <a:pt x="9695" y="394"/>
                    <a:pt x="9650" y="394"/>
                  </a:cubicBezTo>
                  <a:cubicBezTo>
                    <a:pt x="9609" y="394"/>
                    <a:pt x="9568" y="418"/>
                    <a:pt x="9564" y="467"/>
                  </a:cubicBezTo>
                  <a:cubicBezTo>
                    <a:pt x="9539" y="773"/>
                    <a:pt x="9509" y="1091"/>
                    <a:pt x="9538" y="1397"/>
                  </a:cubicBezTo>
                  <a:cubicBezTo>
                    <a:pt x="9539" y="1418"/>
                    <a:pt x="9549" y="1435"/>
                    <a:pt x="9560" y="1446"/>
                  </a:cubicBezTo>
                  <a:cubicBezTo>
                    <a:pt x="9261" y="1503"/>
                    <a:pt x="8964" y="1571"/>
                    <a:pt x="8667" y="1645"/>
                  </a:cubicBezTo>
                  <a:cubicBezTo>
                    <a:pt x="8652" y="1404"/>
                    <a:pt x="8631" y="1167"/>
                    <a:pt x="8597" y="928"/>
                  </a:cubicBezTo>
                  <a:cubicBezTo>
                    <a:pt x="8588" y="868"/>
                    <a:pt x="8543" y="840"/>
                    <a:pt x="8498" y="840"/>
                  </a:cubicBezTo>
                  <a:cubicBezTo>
                    <a:pt x="8445" y="840"/>
                    <a:pt x="8391" y="879"/>
                    <a:pt x="8394" y="949"/>
                  </a:cubicBezTo>
                  <a:cubicBezTo>
                    <a:pt x="8405" y="1201"/>
                    <a:pt x="8431" y="1451"/>
                    <a:pt x="8462" y="1699"/>
                  </a:cubicBezTo>
                  <a:cubicBezTo>
                    <a:pt x="8207" y="1769"/>
                    <a:pt x="7955" y="1843"/>
                    <a:pt x="7704" y="1925"/>
                  </a:cubicBezTo>
                  <a:cubicBezTo>
                    <a:pt x="7581" y="1594"/>
                    <a:pt x="7477" y="1262"/>
                    <a:pt x="7388" y="921"/>
                  </a:cubicBezTo>
                  <a:cubicBezTo>
                    <a:pt x="7377" y="878"/>
                    <a:pt x="7344" y="860"/>
                    <a:pt x="7309" y="860"/>
                  </a:cubicBezTo>
                  <a:cubicBezTo>
                    <a:pt x="7254" y="860"/>
                    <a:pt x="7194" y="904"/>
                    <a:pt x="7199" y="967"/>
                  </a:cubicBezTo>
                  <a:cubicBezTo>
                    <a:pt x="7229" y="1325"/>
                    <a:pt x="7340" y="1677"/>
                    <a:pt x="7508" y="1995"/>
                  </a:cubicBezTo>
                  <a:cubicBezTo>
                    <a:pt x="7320" y="2059"/>
                    <a:pt x="7130" y="2125"/>
                    <a:pt x="6944" y="2197"/>
                  </a:cubicBezTo>
                  <a:cubicBezTo>
                    <a:pt x="6886" y="2222"/>
                    <a:pt x="6825" y="2246"/>
                    <a:pt x="6766" y="2268"/>
                  </a:cubicBezTo>
                  <a:cubicBezTo>
                    <a:pt x="6702" y="1935"/>
                    <a:pt x="6608" y="1584"/>
                    <a:pt x="6462" y="1283"/>
                  </a:cubicBezTo>
                  <a:cubicBezTo>
                    <a:pt x="6445" y="1248"/>
                    <a:pt x="6412" y="1232"/>
                    <a:pt x="6379" y="1232"/>
                  </a:cubicBezTo>
                  <a:cubicBezTo>
                    <a:pt x="6332" y="1232"/>
                    <a:pt x="6287" y="1265"/>
                    <a:pt x="6294" y="1325"/>
                  </a:cubicBezTo>
                  <a:cubicBezTo>
                    <a:pt x="6335" y="1666"/>
                    <a:pt x="6450" y="2020"/>
                    <a:pt x="6581" y="2343"/>
                  </a:cubicBezTo>
                  <a:cubicBezTo>
                    <a:pt x="6070" y="2550"/>
                    <a:pt x="5541" y="2786"/>
                    <a:pt x="5023" y="3058"/>
                  </a:cubicBezTo>
                  <a:cubicBezTo>
                    <a:pt x="4887" y="2732"/>
                    <a:pt x="4790" y="2393"/>
                    <a:pt x="4685" y="2054"/>
                  </a:cubicBezTo>
                  <a:cubicBezTo>
                    <a:pt x="4671" y="2009"/>
                    <a:pt x="4635" y="1990"/>
                    <a:pt x="4598" y="1990"/>
                  </a:cubicBezTo>
                  <a:cubicBezTo>
                    <a:pt x="4541" y="1990"/>
                    <a:pt x="4480" y="2035"/>
                    <a:pt x="4486" y="2104"/>
                  </a:cubicBezTo>
                  <a:cubicBezTo>
                    <a:pt x="4511" y="2484"/>
                    <a:pt x="4647" y="2834"/>
                    <a:pt x="4827" y="3164"/>
                  </a:cubicBezTo>
                  <a:cubicBezTo>
                    <a:pt x="4556" y="3310"/>
                    <a:pt x="4291" y="3466"/>
                    <a:pt x="4033" y="3634"/>
                  </a:cubicBezTo>
                  <a:cubicBezTo>
                    <a:pt x="3951" y="3293"/>
                    <a:pt x="3802" y="2961"/>
                    <a:pt x="3604" y="2672"/>
                  </a:cubicBezTo>
                  <a:cubicBezTo>
                    <a:pt x="3579" y="2636"/>
                    <a:pt x="3547" y="2621"/>
                    <a:pt x="3515" y="2621"/>
                  </a:cubicBezTo>
                  <a:cubicBezTo>
                    <a:pt x="3432" y="2621"/>
                    <a:pt x="3350" y="2723"/>
                    <a:pt x="3409" y="2818"/>
                  </a:cubicBezTo>
                  <a:cubicBezTo>
                    <a:pt x="3591" y="3112"/>
                    <a:pt x="3736" y="3408"/>
                    <a:pt x="3866" y="3728"/>
                  </a:cubicBezTo>
                  <a:cubicBezTo>
                    <a:pt x="3868" y="3734"/>
                    <a:pt x="3871" y="3735"/>
                    <a:pt x="3875" y="3741"/>
                  </a:cubicBezTo>
                  <a:cubicBezTo>
                    <a:pt x="3614" y="3918"/>
                    <a:pt x="3363" y="4108"/>
                    <a:pt x="3129" y="4309"/>
                  </a:cubicBezTo>
                  <a:cubicBezTo>
                    <a:pt x="3005" y="3969"/>
                    <a:pt x="2825" y="3647"/>
                    <a:pt x="2594" y="3369"/>
                  </a:cubicBezTo>
                  <a:cubicBezTo>
                    <a:pt x="2568" y="3339"/>
                    <a:pt x="2537" y="3326"/>
                    <a:pt x="2507" y="3326"/>
                  </a:cubicBezTo>
                  <a:cubicBezTo>
                    <a:pt x="2429" y="3326"/>
                    <a:pt x="2359" y="3415"/>
                    <a:pt x="2414" y="3504"/>
                  </a:cubicBezTo>
                  <a:cubicBezTo>
                    <a:pt x="2608" y="3823"/>
                    <a:pt x="2779" y="4145"/>
                    <a:pt x="2934" y="4482"/>
                  </a:cubicBezTo>
                  <a:cubicBezTo>
                    <a:pt x="2720" y="4680"/>
                    <a:pt x="2520" y="4890"/>
                    <a:pt x="2339" y="5114"/>
                  </a:cubicBezTo>
                  <a:cubicBezTo>
                    <a:pt x="2161" y="4857"/>
                    <a:pt x="1960" y="4612"/>
                    <a:pt x="1776" y="4366"/>
                  </a:cubicBezTo>
                  <a:cubicBezTo>
                    <a:pt x="1755" y="4339"/>
                    <a:pt x="1726" y="4328"/>
                    <a:pt x="1697" y="4328"/>
                  </a:cubicBezTo>
                  <a:cubicBezTo>
                    <a:pt x="1628" y="4328"/>
                    <a:pt x="1558" y="4390"/>
                    <a:pt x="1596" y="4465"/>
                  </a:cubicBezTo>
                  <a:cubicBezTo>
                    <a:pt x="1752" y="4770"/>
                    <a:pt x="1933" y="5081"/>
                    <a:pt x="2169" y="5339"/>
                  </a:cubicBezTo>
                  <a:cubicBezTo>
                    <a:pt x="2127" y="5393"/>
                    <a:pt x="2088" y="5448"/>
                    <a:pt x="2050" y="5505"/>
                  </a:cubicBezTo>
                  <a:cubicBezTo>
                    <a:pt x="1943" y="5667"/>
                    <a:pt x="1851" y="5832"/>
                    <a:pt x="1777" y="6005"/>
                  </a:cubicBezTo>
                  <a:cubicBezTo>
                    <a:pt x="1400" y="5722"/>
                    <a:pt x="1065" y="5403"/>
                    <a:pt x="723" y="5067"/>
                  </a:cubicBezTo>
                  <a:cubicBezTo>
                    <a:pt x="707" y="5051"/>
                    <a:pt x="689" y="5044"/>
                    <a:pt x="673" y="5044"/>
                  </a:cubicBezTo>
                  <a:cubicBezTo>
                    <a:pt x="615" y="5044"/>
                    <a:pt x="569" y="5127"/>
                    <a:pt x="603" y="5186"/>
                  </a:cubicBezTo>
                  <a:cubicBezTo>
                    <a:pt x="855" y="5617"/>
                    <a:pt x="1259" y="5963"/>
                    <a:pt x="1705" y="6192"/>
                  </a:cubicBezTo>
                  <a:cubicBezTo>
                    <a:pt x="1658" y="6317"/>
                    <a:pt x="1623" y="6442"/>
                    <a:pt x="1599" y="6569"/>
                  </a:cubicBezTo>
                  <a:cubicBezTo>
                    <a:pt x="1593" y="6572"/>
                    <a:pt x="1592" y="6575"/>
                    <a:pt x="1586" y="6579"/>
                  </a:cubicBezTo>
                  <a:cubicBezTo>
                    <a:pt x="1319" y="6535"/>
                    <a:pt x="1032" y="6502"/>
                    <a:pt x="750" y="6502"/>
                  </a:cubicBezTo>
                  <a:cubicBezTo>
                    <a:pt x="546" y="6502"/>
                    <a:pt x="345" y="6519"/>
                    <a:pt x="156" y="6561"/>
                  </a:cubicBezTo>
                  <a:cubicBezTo>
                    <a:pt x="36" y="6588"/>
                    <a:pt x="0" y="6795"/>
                    <a:pt x="149" y="6800"/>
                  </a:cubicBezTo>
                  <a:cubicBezTo>
                    <a:pt x="246" y="6804"/>
                    <a:pt x="343" y="6805"/>
                    <a:pt x="440" y="6805"/>
                  </a:cubicBezTo>
                  <a:cubicBezTo>
                    <a:pt x="789" y="6805"/>
                    <a:pt x="1138" y="6786"/>
                    <a:pt x="1487" y="6782"/>
                  </a:cubicBezTo>
                  <a:cubicBezTo>
                    <a:pt x="1488" y="6796"/>
                    <a:pt x="1493" y="6813"/>
                    <a:pt x="1497" y="6829"/>
                  </a:cubicBezTo>
                  <a:cubicBezTo>
                    <a:pt x="1515" y="6880"/>
                    <a:pt x="1531" y="6935"/>
                    <a:pt x="1549" y="6987"/>
                  </a:cubicBezTo>
                  <a:cubicBezTo>
                    <a:pt x="1545" y="7082"/>
                    <a:pt x="1549" y="7177"/>
                    <a:pt x="1558" y="7275"/>
                  </a:cubicBezTo>
                  <a:cubicBezTo>
                    <a:pt x="1246" y="7302"/>
                    <a:pt x="935" y="7303"/>
                    <a:pt x="617" y="7303"/>
                  </a:cubicBezTo>
                  <a:cubicBezTo>
                    <a:pt x="587" y="7303"/>
                    <a:pt x="557" y="7303"/>
                    <a:pt x="526" y="7303"/>
                  </a:cubicBezTo>
                  <a:cubicBezTo>
                    <a:pt x="391" y="7303"/>
                    <a:pt x="399" y="7507"/>
                    <a:pt x="522" y="7531"/>
                  </a:cubicBezTo>
                  <a:cubicBezTo>
                    <a:pt x="696" y="7567"/>
                    <a:pt x="873" y="7582"/>
                    <a:pt x="1051" y="7582"/>
                  </a:cubicBezTo>
                  <a:cubicBezTo>
                    <a:pt x="1233" y="7582"/>
                    <a:pt x="1416" y="7566"/>
                    <a:pt x="1596" y="7537"/>
                  </a:cubicBezTo>
                  <a:cubicBezTo>
                    <a:pt x="1600" y="7551"/>
                    <a:pt x="1602" y="7564"/>
                    <a:pt x="1603" y="7575"/>
                  </a:cubicBezTo>
                  <a:cubicBezTo>
                    <a:pt x="1623" y="7666"/>
                    <a:pt x="1694" y="7713"/>
                    <a:pt x="1766" y="7720"/>
                  </a:cubicBezTo>
                  <a:cubicBezTo>
                    <a:pt x="1827" y="7948"/>
                    <a:pt x="1879" y="8176"/>
                    <a:pt x="1929" y="8407"/>
                  </a:cubicBezTo>
                  <a:cubicBezTo>
                    <a:pt x="1500" y="8546"/>
                    <a:pt x="1063" y="8679"/>
                    <a:pt x="639" y="8837"/>
                  </a:cubicBezTo>
                  <a:cubicBezTo>
                    <a:pt x="531" y="8877"/>
                    <a:pt x="563" y="9055"/>
                    <a:pt x="673" y="9055"/>
                  </a:cubicBezTo>
                  <a:cubicBezTo>
                    <a:pt x="679" y="9055"/>
                    <a:pt x="686" y="9055"/>
                    <a:pt x="693" y="9053"/>
                  </a:cubicBezTo>
                  <a:cubicBezTo>
                    <a:pt x="1133" y="8968"/>
                    <a:pt x="1565" y="8818"/>
                    <a:pt x="1981" y="8643"/>
                  </a:cubicBezTo>
                  <a:cubicBezTo>
                    <a:pt x="2061" y="9038"/>
                    <a:pt x="2126" y="9436"/>
                    <a:pt x="2184" y="9836"/>
                  </a:cubicBezTo>
                  <a:cubicBezTo>
                    <a:pt x="1756" y="9905"/>
                    <a:pt x="1325" y="9976"/>
                    <a:pt x="906" y="10094"/>
                  </a:cubicBezTo>
                  <a:cubicBezTo>
                    <a:pt x="785" y="10128"/>
                    <a:pt x="833" y="10310"/>
                    <a:pt x="947" y="10310"/>
                  </a:cubicBezTo>
                  <a:cubicBezTo>
                    <a:pt x="951" y="10310"/>
                    <a:pt x="954" y="10309"/>
                    <a:pt x="958" y="10309"/>
                  </a:cubicBezTo>
                  <a:cubicBezTo>
                    <a:pt x="1383" y="10267"/>
                    <a:pt x="1804" y="10174"/>
                    <a:pt x="2220" y="10084"/>
                  </a:cubicBezTo>
                  <a:cubicBezTo>
                    <a:pt x="2252" y="10318"/>
                    <a:pt x="2282" y="10551"/>
                    <a:pt x="2310" y="10788"/>
                  </a:cubicBezTo>
                  <a:cubicBezTo>
                    <a:pt x="1928" y="10883"/>
                    <a:pt x="1546" y="10951"/>
                    <a:pt x="1160" y="11022"/>
                  </a:cubicBezTo>
                  <a:cubicBezTo>
                    <a:pt x="993" y="11052"/>
                    <a:pt x="1019" y="11280"/>
                    <a:pt x="1184" y="11280"/>
                  </a:cubicBezTo>
                  <a:cubicBezTo>
                    <a:pt x="1184" y="11280"/>
                    <a:pt x="1185" y="11280"/>
                    <a:pt x="1185" y="11280"/>
                  </a:cubicBezTo>
                  <a:cubicBezTo>
                    <a:pt x="1568" y="11278"/>
                    <a:pt x="1974" y="11189"/>
                    <a:pt x="2343" y="11057"/>
                  </a:cubicBezTo>
                  <a:cubicBezTo>
                    <a:pt x="2368" y="11271"/>
                    <a:pt x="2392" y="11485"/>
                    <a:pt x="2417" y="11702"/>
                  </a:cubicBezTo>
                  <a:cubicBezTo>
                    <a:pt x="2042" y="11804"/>
                    <a:pt x="1653" y="11893"/>
                    <a:pt x="1296" y="12035"/>
                  </a:cubicBezTo>
                  <a:cubicBezTo>
                    <a:pt x="1178" y="12079"/>
                    <a:pt x="1232" y="12235"/>
                    <a:pt x="1344" y="12235"/>
                  </a:cubicBezTo>
                  <a:cubicBezTo>
                    <a:pt x="1712" y="12235"/>
                    <a:pt x="2106" y="12107"/>
                    <a:pt x="2445" y="11947"/>
                  </a:cubicBezTo>
                  <a:cubicBezTo>
                    <a:pt x="2473" y="12205"/>
                    <a:pt x="2503" y="12463"/>
                    <a:pt x="2534" y="12722"/>
                  </a:cubicBezTo>
                  <a:cubicBezTo>
                    <a:pt x="2052" y="12868"/>
                    <a:pt x="1586" y="13053"/>
                    <a:pt x="1171" y="13343"/>
                  </a:cubicBezTo>
                  <a:cubicBezTo>
                    <a:pt x="1080" y="13408"/>
                    <a:pt x="1142" y="13545"/>
                    <a:pt x="1238" y="13545"/>
                  </a:cubicBezTo>
                  <a:cubicBezTo>
                    <a:pt x="1250" y="13545"/>
                    <a:pt x="1264" y="13543"/>
                    <a:pt x="1277" y="13537"/>
                  </a:cubicBezTo>
                  <a:cubicBezTo>
                    <a:pt x="1709" y="13362"/>
                    <a:pt x="2132" y="13169"/>
                    <a:pt x="2570" y="13010"/>
                  </a:cubicBezTo>
                  <a:cubicBezTo>
                    <a:pt x="2598" y="13237"/>
                    <a:pt x="2623" y="13462"/>
                    <a:pt x="2656" y="13689"/>
                  </a:cubicBezTo>
                  <a:cubicBezTo>
                    <a:pt x="2670" y="13789"/>
                    <a:pt x="2686" y="13889"/>
                    <a:pt x="2701" y="13991"/>
                  </a:cubicBezTo>
                  <a:cubicBezTo>
                    <a:pt x="2687" y="13991"/>
                    <a:pt x="2676" y="13991"/>
                    <a:pt x="2662" y="13995"/>
                  </a:cubicBezTo>
                  <a:cubicBezTo>
                    <a:pt x="2266" y="14127"/>
                    <a:pt x="1861" y="14257"/>
                    <a:pt x="1480" y="14426"/>
                  </a:cubicBezTo>
                  <a:cubicBezTo>
                    <a:pt x="1375" y="14473"/>
                    <a:pt x="1400" y="14641"/>
                    <a:pt x="1513" y="14641"/>
                  </a:cubicBezTo>
                  <a:cubicBezTo>
                    <a:pt x="1519" y="14641"/>
                    <a:pt x="1526" y="14641"/>
                    <a:pt x="1532" y="14640"/>
                  </a:cubicBezTo>
                  <a:cubicBezTo>
                    <a:pt x="1950" y="14580"/>
                    <a:pt x="2367" y="14423"/>
                    <a:pt x="2741" y="14227"/>
                  </a:cubicBezTo>
                  <a:cubicBezTo>
                    <a:pt x="2782" y="14481"/>
                    <a:pt x="2828" y="14730"/>
                    <a:pt x="2881" y="14980"/>
                  </a:cubicBezTo>
                  <a:cubicBezTo>
                    <a:pt x="2557" y="15112"/>
                    <a:pt x="2215" y="15263"/>
                    <a:pt x="1929" y="15462"/>
                  </a:cubicBezTo>
                  <a:cubicBezTo>
                    <a:pt x="1839" y="15525"/>
                    <a:pt x="1905" y="15650"/>
                    <a:pt x="1998" y="15650"/>
                  </a:cubicBezTo>
                  <a:cubicBezTo>
                    <a:pt x="2008" y="15650"/>
                    <a:pt x="2020" y="15648"/>
                    <a:pt x="2031" y="15644"/>
                  </a:cubicBezTo>
                  <a:cubicBezTo>
                    <a:pt x="2339" y="15542"/>
                    <a:pt x="2643" y="15374"/>
                    <a:pt x="2928" y="15205"/>
                  </a:cubicBezTo>
                  <a:cubicBezTo>
                    <a:pt x="3006" y="15551"/>
                    <a:pt x="3095" y="15891"/>
                    <a:pt x="3195" y="16225"/>
                  </a:cubicBezTo>
                  <a:cubicBezTo>
                    <a:pt x="2833" y="16332"/>
                    <a:pt x="2517" y="16523"/>
                    <a:pt x="2296" y="16842"/>
                  </a:cubicBezTo>
                  <a:cubicBezTo>
                    <a:pt x="2253" y="16904"/>
                    <a:pt x="2307" y="16997"/>
                    <a:pt x="2371" y="16997"/>
                  </a:cubicBezTo>
                  <a:cubicBezTo>
                    <a:pt x="2389" y="16997"/>
                    <a:pt x="2407" y="16990"/>
                    <a:pt x="2424" y="16974"/>
                  </a:cubicBezTo>
                  <a:cubicBezTo>
                    <a:pt x="2669" y="16734"/>
                    <a:pt x="2939" y="16543"/>
                    <a:pt x="3258" y="16435"/>
                  </a:cubicBezTo>
                  <a:cubicBezTo>
                    <a:pt x="3314" y="16607"/>
                    <a:pt x="3372" y="16777"/>
                    <a:pt x="3434" y="16947"/>
                  </a:cubicBezTo>
                  <a:cubicBezTo>
                    <a:pt x="3111" y="17052"/>
                    <a:pt x="2728" y="17223"/>
                    <a:pt x="2543" y="17484"/>
                  </a:cubicBezTo>
                  <a:cubicBezTo>
                    <a:pt x="2489" y="17558"/>
                    <a:pt x="2544" y="17666"/>
                    <a:pt x="2629" y="17666"/>
                  </a:cubicBezTo>
                  <a:cubicBezTo>
                    <a:pt x="2642" y="17666"/>
                    <a:pt x="2657" y="17663"/>
                    <a:pt x="2672" y="17657"/>
                  </a:cubicBezTo>
                  <a:cubicBezTo>
                    <a:pt x="2829" y="17590"/>
                    <a:pt x="2961" y="17471"/>
                    <a:pt x="3110" y="17385"/>
                  </a:cubicBezTo>
                  <a:cubicBezTo>
                    <a:pt x="3243" y="17307"/>
                    <a:pt x="3380" y="17243"/>
                    <a:pt x="3522" y="17183"/>
                  </a:cubicBezTo>
                  <a:cubicBezTo>
                    <a:pt x="3598" y="17380"/>
                    <a:pt x="3679" y="17576"/>
                    <a:pt x="3767" y="17769"/>
                  </a:cubicBezTo>
                  <a:cubicBezTo>
                    <a:pt x="3750" y="17769"/>
                    <a:pt x="3732" y="17770"/>
                    <a:pt x="3712" y="17774"/>
                  </a:cubicBezTo>
                  <a:cubicBezTo>
                    <a:pt x="3604" y="17796"/>
                    <a:pt x="3491" y="17845"/>
                    <a:pt x="3393" y="17896"/>
                  </a:cubicBezTo>
                  <a:cubicBezTo>
                    <a:pt x="3216" y="17984"/>
                    <a:pt x="3066" y="18105"/>
                    <a:pt x="2928" y="18246"/>
                  </a:cubicBezTo>
                  <a:cubicBezTo>
                    <a:pt x="2874" y="18303"/>
                    <a:pt x="2935" y="18389"/>
                    <a:pt x="3001" y="18389"/>
                  </a:cubicBezTo>
                  <a:cubicBezTo>
                    <a:pt x="3017" y="18389"/>
                    <a:pt x="3034" y="18383"/>
                    <a:pt x="3049" y="18371"/>
                  </a:cubicBezTo>
                  <a:cubicBezTo>
                    <a:pt x="3202" y="18249"/>
                    <a:pt x="3360" y="18137"/>
                    <a:pt x="3533" y="18045"/>
                  </a:cubicBezTo>
                  <a:cubicBezTo>
                    <a:pt x="3601" y="18010"/>
                    <a:pt x="3669" y="17977"/>
                    <a:pt x="3740" y="17946"/>
                  </a:cubicBezTo>
                  <a:cubicBezTo>
                    <a:pt x="3781" y="17926"/>
                    <a:pt x="3804" y="17910"/>
                    <a:pt x="3825" y="17892"/>
                  </a:cubicBezTo>
                  <a:cubicBezTo>
                    <a:pt x="3939" y="18136"/>
                    <a:pt x="4060" y="18374"/>
                    <a:pt x="4192" y="18610"/>
                  </a:cubicBezTo>
                  <a:cubicBezTo>
                    <a:pt x="3946" y="18788"/>
                    <a:pt x="3689" y="18961"/>
                    <a:pt x="3464" y="19163"/>
                  </a:cubicBezTo>
                  <a:cubicBezTo>
                    <a:pt x="3403" y="19217"/>
                    <a:pt x="3447" y="19303"/>
                    <a:pt x="3511" y="19303"/>
                  </a:cubicBezTo>
                  <a:cubicBezTo>
                    <a:pt x="3526" y="19303"/>
                    <a:pt x="3542" y="19298"/>
                    <a:pt x="3557" y="19288"/>
                  </a:cubicBezTo>
                  <a:cubicBezTo>
                    <a:pt x="3807" y="19129"/>
                    <a:pt x="4038" y="18934"/>
                    <a:pt x="4270" y="18748"/>
                  </a:cubicBezTo>
                  <a:cubicBezTo>
                    <a:pt x="4413" y="18996"/>
                    <a:pt x="4569" y="19238"/>
                    <a:pt x="4735" y="19476"/>
                  </a:cubicBezTo>
                  <a:cubicBezTo>
                    <a:pt x="4477" y="19670"/>
                    <a:pt x="4225" y="19886"/>
                    <a:pt x="4048" y="20138"/>
                  </a:cubicBezTo>
                  <a:cubicBezTo>
                    <a:pt x="4007" y="20194"/>
                    <a:pt x="4052" y="20262"/>
                    <a:pt x="4108" y="20262"/>
                  </a:cubicBezTo>
                  <a:cubicBezTo>
                    <a:pt x="4122" y="20262"/>
                    <a:pt x="4138" y="20258"/>
                    <a:pt x="4153" y="20247"/>
                  </a:cubicBezTo>
                  <a:cubicBezTo>
                    <a:pt x="4402" y="20073"/>
                    <a:pt x="4627" y="19855"/>
                    <a:pt x="4855" y="19645"/>
                  </a:cubicBezTo>
                  <a:cubicBezTo>
                    <a:pt x="4860" y="19649"/>
                    <a:pt x="4862" y="19653"/>
                    <a:pt x="4867" y="19659"/>
                  </a:cubicBezTo>
                  <a:cubicBezTo>
                    <a:pt x="5014" y="19855"/>
                    <a:pt x="5164" y="20045"/>
                    <a:pt x="5322" y="20227"/>
                  </a:cubicBezTo>
                  <a:cubicBezTo>
                    <a:pt x="5127" y="20433"/>
                    <a:pt x="4926" y="20645"/>
                    <a:pt x="4773" y="20879"/>
                  </a:cubicBezTo>
                  <a:cubicBezTo>
                    <a:pt x="4732" y="20941"/>
                    <a:pt x="4783" y="21033"/>
                    <a:pt x="4846" y="21033"/>
                  </a:cubicBezTo>
                  <a:cubicBezTo>
                    <a:pt x="4864" y="21033"/>
                    <a:pt x="4883" y="21025"/>
                    <a:pt x="4901" y="21008"/>
                  </a:cubicBezTo>
                  <a:cubicBezTo>
                    <a:pt x="5102" y="20818"/>
                    <a:pt x="5276" y="20592"/>
                    <a:pt x="5444" y="20368"/>
                  </a:cubicBezTo>
                  <a:cubicBezTo>
                    <a:pt x="5663" y="20616"/>
                    <a:pt x="5894" y="20850"/>
                    <a:pt x="6131" y="21071"/>
                  </a:cubicBezTo>
                  <a:cubicBezTo>
                    <a:pt x="5979" y="21307"/>
                    <a:pt x="5825" y="21560"/>
                    <a:pt x="5730" y="21813"/>
                  </a:cubicBezTo>
                  <a:cubicBezTo>
                    <a:pt x="5707" y="21871"/>
                    <a:pt x="5756" y="21927"/>
                    <a:pt x="5807" y="21927"/>
                  </a:cubicBezTo>
                  <a:cubicBezTo>
                    <a:pt x="5828" y="21927"/>
                    <a:pt x="5849" y="21918"/>
                    <a:pt x="5866" y="21895"/>
                  </a:cubicBezTo>
                  <a:cubicBezTo>
                    <a:pt x="6023" y="21688"/>
                    <a:pt x="6151" y="21440"/>
                    <a:pt x="6268" y="21197"/>
                  </a:cubicBezTo>
                  <a:cubicBezTo>
                    <a:pt x="6399" y="21313"/>
                    <a:pt x="6533" y="21425"/>
                    <a:pt x="6668" y="21534"/>
                  </a:cubicBezTo>
                  <a:cubicBezTo>
                    <a:pt x="6502" y="21739"/>
                    <a:pt x="6329" y="21978"/>
                    <a:pt x="6280" y="22235"/>
                  </a:cubicBezTo>
                  <a:cubicBezTo>
                    <a:pt x="6270" y="22280"/>
                    <a:pt x="6308" y="22312"/>
                    <a:pt x="6347" y="22312"/>
                  </a:cubicBezTo>
                  <a:cubicBezTo>
                    <a:pt x="6365" y="22312"/>
                    <a:pt x="6384" y="22305"/>
                    <a:pt x="6397" y="22288"/>
                  </a:cubicBezTo>
                  <a:cubicBezTo>
                    <a:pt x="6553" y="22087"/>
                    <a:pt x="6662" y="21857"/>
                    <a:pt x="6814" y="21652"/>
                  </a:cubicBezTo>
                  <a:cubicBezTo>
                    <a:pt x="7017" y="21810"/>
                    <a:pt x="7228" y="21962"/>
                    <a:pt x="7442" y="22105"/>
                  </a:cubicBezTo>
                  <a:cubicBezTo>
                    <a:pt x="7286" y="22389"/>
                    <a:pt x="7121" y="22672"/>
                    <a:pt x="7012" y="22970"/>
                  </a:cubicBezTo>
                  <a:cubicBezTo>
                    <a:pt x="6992" y="23025"/>
                    <a:pt x="7036" y="23073"/>
                    <a:pt x="7083" y="23073"/>
                  </a:cubicBezTo>
                  <a:cubicBezTo>
                    <a:pt x="7102" y="23073"/>
                    <a:pt x="7121" y="23065"/>
                    <a:pt x="7137" y="23046"/>
                  </a:cubicBezTo>
                  <a:cubicBezTo>
                    <a:pt x="7335" y="22808"/>
                    <a:pt x="7484" y="22512"/>
                    <a:pt x="7615" y="22218"/>
                  </a:cubicBezTo>
                  <a:cubicBezTo>
                    <a:pt x="7780" y="22325"/>
                    <a:pt x="7949" y="22425"/>
                    <a:pt x="8119" y="22522"/>
                  </a:cubicBezTo>
                  <a:cubicBezTo>
                    <a:pt x="7940" y="22877"/>
                    <a:pt x="7738" y="23235"/>
                    <a:pt x="7617" y="23613"/>
                  </a:cubicBezTo>
                  <a:cubicBezTo>
                    <a:pt x="7602" y="23664"/>
                    <a:pt x="7647" y="23717"/>
                    <a:pt x="7692" y="23717"/>
                  </a:cubicBezTo>
                  <a:cubicBezTo>
                    <a:pt x="7710" y="23717"/>
                    <a:pt x="7728" y="23708"/>
                    <a:pt x="7742" y="23687"/>
                  </a:cubicBezTo>
                  <a:cubicBezTo>
                    <a:pt x="7957" y="23352"/>
                    <a:pt x="8108" y="22970"/>
                    <a:pt x="8269" y="22604"/>
                  </a:cubicBezTo>
                  <a:cubicBezTo>
                    <a:pt x="8445" y="22702"/>
                    <a:pt x="8624" y="22792"/>
                    <a:pt x="8805" y="22879"/>
                  </a:cubicBezTo>
                  <a:cubicBezTo>
                    <a:pt x="8638" y="23242"/>
                    <a:pt x="8458" y="23631"/>
                    <a:pt x="8397" y="24028"/>
                  </a:cubicBezTo>
                  <a:cubicBezTo>
                    <a:pt x="8388" y="24078"/>
                    <a:pt x="8427" y="24109"/>
                    <a:pt x="8467" y="24109"/>
                  </a:cubicBezTo>
                  <a:cubicBezTo>
                    <a:pt x="8493" y="24109"/>
                    <a:pt x="8519" y="24096"/>
                    <a:pt x="8533" y="24068"/>
                  </a:cubicBezTo>
                  <a:cubicBezTo>
                    <a:pt x="8706" y="23712"/>
                    <a:pt x="8809" y="23317"/>
                    <a:pt x="8949" y="22947"/>
                  </a:cubicBezTo>
                  <a:cubicBezTo>
                    <a:pt x="9121" y="23028"/>
                    <a:pt x="9297" y="23103"/>
                    <a:pt x="9474" y="23175"/>
                  </a:cubicBezTo>
                  <a:cubicBezTo>
                    <a:pt x="9451" y="23185"/>
                    <a:pt x="9436" y="23209"/>
                    <a:pt x="9430" y="23242"/>
                  </a:cubicBezTo>
                  <a:cubicBezTo>
                    <a:pt x="9380" y="23575"/>
                    <a:pt x="9256" y="23892"/>
                    <a:pt x="9209" y="24224"/>
                  </a:cubicBezTo>
                  <a:cubicBezTo>
                    <a:pt x="9201" y="24276"/>
                    <a:pt x="9250" y="24319"/>
                    <a:pt x="9296" y="24319"/>
                  </a:cubicBezTo>
                  <a:cubicBezTo>
                    <a:pt x="9317" y="24319"/>
                    <a:pt x="9338" y="24310"/>
                    <a:pt x="9352" y="24287"/>
                  </a:cubicBezTo>
                  <a:cubicBezTo>
                    <a:pt x="9539" y="23993"/>
                    <a:pt x="9587" y="23613"/>
                    <a:pt x="9621" y="23273"/>
                  </a:cubicBezTo>
                  <a:cubicBezTo>
                    <a:pt x="9623" y="23259"/>
                    <a:pt x="9621" y="23244"/>
                    <a:pt x="9617" y="23233"/>
                  </a:cubicBezTo>
                  <a:lnTo>
                    <a:pt x="9617" y="23233"/>
                  </a:lnTo>
                  <a:cubicBezTo>
                    <a:pt x="9896" y="23345"/>
                    <a:pt x="10180" y="23446"/>
                    <a:pt x="10464" y="23538"/>
                  </a:cubicBezTo>
                  <a:cubicBezTo>
                    <a:pt x="10445" y="23825"/>
                    <a:pt x="10385" y="24105"/>
                    <a:pt x="10307" y="24387"/>
                  </a:cubicBezTo>
                  <a:cubicBezTo>
                    <a:pt x="10290" y="24451"/>
                    <a:pt x="10345" y="24492"/>
                    <a:pt x="10400" y="24492"/>
                  </a:cubicBezTo>
                  <a:cubicBezTo>
                    <a:pt x="10435" y="24492"/>
                    <a:pt x="10471" y="24476"/>
                    <a:pt x="10487" y="24438"/>
                  </a:cubicBezTo>
                  <a:cubicBezTo>
                    <a:pt x="10605" y="24170"/>
                    <a:pt x="10657" y="23889"/>
                    <a:pt x="10670" y="23602"/>
                  </a:cubicBezTo>
                  <a:cubicBezTo>
                    <a:pt x="10960" y="23691"/>
                    <a:pt x="11257" y="23769"/>
                    <a:pt x="11554" y="23841"/>
                  </a:cubicBezTo>
                  <a:cubicBezTo>
                    <a:pt x="11541" y="23984"/>
                    <a:pt x="11527" y="24130"/>
                    <a:pt x="11506" y="24275"/>
                  </a:cubicBezTo>
                  <a:cubicBezTo>
                    <a:pt x="11466" y="24521"/>
                    <a:pt x="11402" y="24764"/>
                    <a:pt x="11370" y="25012"/>
                  </a:cubicBezTo>
                  <a:cubicBezTo>
                    <a:pt x="11362" y="25069"/>
                    <a:pt x="11412" y="25109"/>
                    <a:pt x="11460" y="25109"/>
                  </a:cubicBezTo>
                  <a:cubicBezTo>
                    <a:pt x="11489" y="25109"/>
                    <a:pt x="11517" y="25095"/>
                    <a:pt x="11530" y="25060"/>
                  </a:cubicBezTo>
                  <a:cubicBezTo>
                    <a:pt x="11662" y="24704"/>
                    <a:pt x="11727" y="24282"/>
                    <a:pt x="11735" y="23884"/>
                  </a:cubicBezTo>
                  <a:cubicBezTo>
                    <a:pt x="12008" y="23946"/>
                    <a:pt x="12278" y="24000"/>
                    <a:pt x="12553" y="24048"/>
                  </a:cubicBezTo>
                  <a:cubicBezTo>
                    <a:pt x="12455" y="24527"/>
                    <a:pt x="12406" y="25054"/>
                    <a:pt x="12484" y="25515"/>
                  </a:cubicBezTo>
                  <a:cubicBezTo>
                    <a:pt x="12492" y="25567"/>
                    <a:pt x="12541" y="25596"/>
                    <a:pt x="12586" y="25596"/>
                  </a:cubicBezTo>
                  <a:cubicBezTo>
                    <a:pt x="12626" y="25596"/>
                    <a:pt x="12664" y="25573"/>
                    <a:pt x="12668" y="25520"/>
                  </a:cubicBezTo>
                  <a:cubicBezTo>
                    <a:pt x="12689" y="25224"/>
                    <a:pt x="12661" y="24927"/>
                    <a:pt x="12674" y="24629"/>
                  </a:cubicBezTo>
                  <a:cubicBezTo>
                    <a:pt x="12682" y="24445"/>
                    <a:pt x="12699" y="24261"/>
                    <a:pt x="12719" y="24078"/>
                  </a:cubicBezTo>
                  <a:cubicBezTo>
                    <a:pt x="13021" y="24130"/>
                    <a:pt x="13321" y="24173"/>
                    <a:pt x="13626" y="24208"/>
                  </a:cubicBezTo>
                  <a:cubicBezTo>
                    <a:pt x="13556" y="24579"/>
                    <a:pt x="13510" y="24956"/>
                    <a:pt x="13481" y="25335"/>
                  </a:cubicBezTo>
                  <a:cubicBezTo>
                    <a:pt x="13477" y="25383"/>
                    <a:pt x="13515" y="25412"/>
                    <a:pt x="13552" y="25412"/>
                  </a:cubicBezTo>
                  <a:cubicBezTo>
                    <a:pt x="13581" y="25412"/>
                    <a:pt x="13609" y="25394"/>
                    <a:pt x="13617" y="25356"/>
                  </a:cubicBezTo>
                  <a:cubicBezTo>
                    <a:pt x="13691" y="24983"/>
                    <a:pt x="13745" y="24605"/>
                    <a:pt x="13776" y="24225"/>
                  </a:cubicBezTo>
                  <a:cubicBezTo>
                    <a:pt x="13924" y="24241"/>
                    <a:pt x="14072" y="24258"/>
                    <a:pt x="14220" y="24269"/>
                  </a:cubicBezTo>
                  <a:cubicBezTo>
                    <a:pt x="14157" y="24637"/>
                    <a:pt x="14121" y="25012"/>
                    <a:pt x="14140" y="25384"/>
                  </a:cubicBezTo>
                  <a:cubicBezTo>
                    <a:pt x="14143" y="25434"/>
                    <a:pt x="14185" y="25459"/>
                    <a:pt x="14227" y="25459"/>
                  </a:cubicBezTo>
                  <a:cubicBezTo>
                    <a:pt x="14267" y="25459"/>
                    <a:pt x="14307" y="25436"/>
                    <a:pt x="14310" y="25389"/>
                  </a:cubicBezTo>
                  <a:cubicBezTo>
                    <a:pt x="14340" y="25019"/>
                    <a:pt x="14360" y="24652"/>
                    <a:pt x="14403" y="24286"/>
                  </a:cubicBezTo>
                  <a:cubicBezTo>
                    <a:pt x="14689" y="24309"/>
                    <a:pt x="14974" y="24324"/>
                    <a:pt x="15261" y="24336"/>
                  </a:cubicBezTo>
                  <a:cubicBezTo>
                    <a:pt x="15239" y="24507"/>
                    <a:pt x="15217" y="24677"/>
                    <a:pt x="15196" y="24847"/>
                  </a:cubicBezTo>
                  <a:cubicBezTo>
                    <a:pt x="15168" y="25073"/>
                    <a:pt x="15108" y="25309"/>
                    <a:pt x="15139" y="25536"/>
                  </a:cubicBezTo>
                  <a:cubicBezTo>
                    <a:pt x="15144" y="25578"/>
                    <a:pt x="15183" y="25604"/>
                    <a:pt x="15220" y="25604"/>
                  </a:cubicBezTo>
                  <a:cubicBezTo>
                    <a:pt x="15247" y="25604"/>
                    <a:pt x="15273" y="25590"/>
                    <a:pt x="15284" y="25559"/>
                  </a:cubicBezTo>
                  <a:cubicBezTo>
                    <a:pt x="15362" y="25345"/>
                    <a:pt x="15360" y="25102"/>
                    <a:pt x="15382" y="24877"/>
                  </a:cubicBezTo>
                  <a:cubicBezTo>
                    <a:pt x="15397" y="24698"/>
                    <a:pt x="15416" y="24521"/>
                    <a:pt x="15431" y="24343"/>
                  </a:cubicBezTo>
                  <a:cubicBezTo>
                    <a:pt x="15569" y="24347"/>
                    <a:pt x="15711" y="24353"/>
                    <a:pt x="15849" y="24354"/>
                  </a:cubicBezTo>
                  <a:cubicBezTo>
                    <a:pt x="15977" y="24357"/>
                    <a:pt x="16103" y="24357"/>
                    <a:pt x="16228" y="24358"/>
                  </a:cubicBezTo>
                  <a:cubicBezTo>
                    <a:pt x="16058" y="24704"/>
                    <a:pt x="15959" y="25104"/>
                    <a:pt x="16028" y="25486"/>
                  </a:cubicBezTo>
                  <a:cubicBezTo>
                    <a:pt x="16035" y="25522"/>
                    <a:pt x="16069" y="25543"/>
                    <a:pt x="16101" y="25543"/>
                  </a:cubicBezTo>
                  <a:cubicBezTo>
                    <a:pt x="16129" y="25543"/>
                    <a:pt x="16154" y="25527"/>
                    <a:pt x="16155" y="25491"/>
                  </a:cubicBezTo>
                  <a:cubicBezTo>
                    <a:pt x="16177" y="25094"/>
                    <a:pt x="16218" y="24725"/>
                    <a:pt x="16377" y="24358"/>
                  </a:cubicBezTo>
                  <a:cubicBezTo>
                    <a:pt x="16680" y="24358"/>
                    <a:pt x="16983" y="24360"/>
                    <a:pt x="17286" y="24361"/>
                  </a:cubicBezTo>
                  <a:cubicBezTo>
                    <a:pt x="17187" y="24669"/>
                    <a:pt x="17112" y="24997"/>
                    <a:pt x="17135" y="25316"/>
                  </a:cubicBezTo>
                  <a:cubicBezTo>
                    <a:pt x="17138" y="25372"/>
                    <a:pt x="17183" y="25400"/>
                    <a:pt x="17229" y="25400"/>
                  </a:cubicBezTo>
                  <a:cubicBezTo>
                    <a:pt x="17273" y="25400"/>
                    <a:pt x="17317" y="25374"/>
                    <a:pt x="17325" y="25322"/>
                  </a:cubicBezTo>
                  <a:cubicBezTo>
                    <a:pt x="17376" y="24999"/>
                    <a:pt x="17407" y="24683"/>
                    <a:pt x="17486" y="24365"/>
                  </a:cubicBezTo>
                  <a:cubicBezTo>
                    <a:pt x="17700" y="24368"/>
                    <a:pt x="17917" y="24374"/>
                    <a:pt x="18131" y="24382"/>
                  </a:cubicBezTo>
                  <a:cubicBezTo>
                    <a:pt x="18056" y="24708"/>
                    <a:pt x="17952" y="25058"/>
                    <a:pt x="17967" y="25384"/>
                  </a:cubicBezTo>
                  <a:cubicBezTo>
                    <a:pt x="17967" y="25432"/>
                    <a:pt x="18007" y="25457"/>
                    <a:pt x="18047" y="25457"/>
                  </a:cubicBezTo>
                  <a:cubicBezTo>
                    <a:pt x="18079" y="25457"/>
                    <a:pt x="18111" y="25441"/>
                    <a:pt x="18124" y="25408"/>
                  </a:cubicBezTo>
                  <a:cubicBezTo>
                    <a:pt x="18253" y="25102"/>
                    <a:pt x="18273" y="24728"/>
                    <a:pt x="18317" y="24389"/>
                  </a:cubicBezTo>
                  <a:cubicBezTo>
                    <a:pt x="18514" y="24401"/>
                    <a:pt x="18711" y="24414"/>
                    <a:pt x="18906" y="24432"/>
                  </a:cubicBezTo>
                  <a:cubicBezTo>
                    <a:pt x="18788" y="24758"/>
                    <a:pt x="18672" y="25115"/>
                    <a:pt x="18662" y="25457"/>
                  </a:cubicBezTo>
                  <a:cubicBezTo>
                    <a:pt x="18662" y="25519"/>
                    <a:pt x="18708" y="25555"/>
                    <a:pt x="18753" y="25555"/>
                  </a:cubicBezTo>
                  <a:cubicBezTo>
                    <a:pt x="18790" y="25555"/>
                    <a:pt x="18826" y="25532"/>
                    <a:pt x="18838" y="25484"/>
                  </a:cubicBezTo>
                  <a:cubicBezTo>
                    <a:pt x="18926" y="25138"/>
                    <a:pt x="18973" y="24791"/>
                    <a:pt x="19075" y="24449"/>
                  </a:cubicBezTo>
                  <a:cubicBezTo>
                    <a:pt x="19201" y="24460"/>
                    <a:pt x="19327" y="24477"/>
                    <a:pt x="19452" y="24494"/>
                  </a:cubicBezTo>
                  <a:cubicBezTo>
                    <a:pt x="19551" y="24509"/>
                    <a:pt x="19650" y="24527"/>
                    <a:pt x="19748" y="24544"/>
                  </a:cubicBezTo>
                  <a:cubicBezTo>
                    <a:pt x="19615" y="24912"/>
                    <a:pt x="19487" y="25301"/>
                    <a:pt x="19426" y="25678"/>
                  </a:cubicBezTo>
                  <a:cubicBezTo>
                    <a:pt x="19415" y="25741"/>
                    <a:pt x="19468" y="25783"/>
                    <a:pt x="19520" y="25783"/>
                  </a:cubicBezTo>
                  <a:cubicBezTo>
                    <a:pt x="19553" y="25783"/>
                    <a:pt x="19585" y="25766"/>
                    <a:pt x="19600" y="25729"/>
                  </a:cubicBezTo>
                  <a:cubicBezTo>
                    <a:pt x="19752" y="25372"/>
                    <a:pt x="19853" y="24969"/>
                    <a:pt x="19939" y="24581"/>
                  </a:cubicBezTo>
                  <a:cubicBezTo>
                    <a:pt x="20376" y="24670"/>
                    <a:pt x="20802" y="24792"/>
                    <a:pt x="21220" y="24941"/>
                  </a:cubicBezTo>
                  <a:cubicBezTo>
                    <a:pt x="21056" y="25335"/>
                    <a:pt x="20859" y="25733"/>
                    <a:pt x="20768" y="26150"/>
                  </a:cubicBezTo>
                  <a:cubicBezTo>
                    <a:pt x="20756" y="26198"/>
                    <a:pt x="20791" y="26224"/>
                    <a:pt x="20829" y="26224"/>
                  </a:cubicBezTo>
                  <a:cubicBezTo>
                    <a:pt x="20855" y="26224"/>
                    <a:pt x="20882" y="26212"/>
                    <a:pt x="20897" y="26186"/>
                  </a:cubicBezTo>
                  <a:cubicBezTo>
                    <a:pt x="21113" y="25824"/>
                    <a:pt x="21240" y="25400"/>
                    <a:pt x="21386" y="25003"/>
                  </a:cubicBezTo>
                  <a:cubicBezTo>
                    <a:pt x="21627" y="25095"/>
                    <a:pt x="21865" y="25201"/>
                    <a:pt x="22100" y="25311"/>
                  </a:cubicBezTo>
                  <a:cubicBezTo>
                    <a:pt x="21951" y="25591"/>
                    <a:pt x="21804" y="25903"/>
                    <a:pt x="21762" y="26209"/>
                  </a:cubicBezTo>
                  <a:cubicBezTo>
                    <a:pt x="21755" y="26268"/>
                    <a:pt x="21798" y="26302"/>
                    <a:pt x="21843" y="26302"/>
                  </a:cubicBezTo>
                  <a:cubicBezTo>
                    <a:pt x="21872" y="26302"/>
                    <a:pt x="21902" y="26288"/>
                    <a:pt x="21920" y="26256"/>
                  </a:cubicBezTo>
                  <a:cubicBezTo>
                    <a:pt x="22007" y="26094"/>
                    <a:pt x="22058" y="25920"/>
                    <a:pt x="22126" y="25753"/>
                  </a:cubicBezTo>
                  <a:cubicBezTo>
                    <a:pt x="22175" y="25632"/>
                    <a:pt x="22226" y="25513"/>
                    <a:pt x="22279" y="25394"/>
                  </a:cubicBezTo>
                  <a:cubicBezTo>
                    <a:pt x="22319" y="25414"/>
                    <a:pt x="22357" y="25430"/>
                    <a:pt x="22396" y="25449"/>
                  </a:cubicBezTo>
                  <a:cubicBezTo>
                    <a:pt x="22574" y="25537"/>
                    <a:pt x="22745" y="25635"/>
                    <a:pt x="22917" y="25734"/>
                  </a:cubicBezTo>
                  <a:cubicBezTo>
                    <a:pt x="22789" y="25998"/>
                    <a:pt x="22664" y="26264"/>
                    <a:pt x="22579" y="26541"/>
                  </a:cubicBezTo>
                  <a:cubicBezTo>
                    <a:pt x="22557" y="26609"/>
                    <a:pt x="22606" y="26659"/>
                    <a:pt x="22658" y="26659"/>
                  </a:cubicBezTo>
                  <a:cubicBezTo>
                    <a:pt x="22686" y="26659"/>
                    <a:pt x="22716" y="26644"/>
                    <a:pt x="22735" y="26610"/>
                  </a:cubicBezTo>
                  <a:cubicBezTo>
                    <a:pt x="22877" y="26366"/>
                    <a:pt x="22985" y="26101"/>
                    <a:pt x="23089" y="25835"/>
                  </a:cubicBezTo>
                  <a:cubicBezTo>
                    <a:pt x="23264" y="25941"/>
                    <a:pt x="23437" y="26050"/>
                    <a:pt x="23604" y="26164"/>
                  </a:cubicBezTo>
                  <a:cubicBezTo>
                    <a:pt x="23394" y="26468"/>
                    <a:pt x="23204" y="26803"/>
                    <a:pt x="23084" y="27139"/>
                  </a:cubicBezTo>
                  <a:cubicBezTo>
                    <a:pt x="23056" y="27216"/>
                    <a:pt x="23115" y="27272"/>
                    <a:pt x="23176" y="27272"/>
                  </a:cubicBezTo>
                  <a:cubicBezTo>
                    <a:pt x="23208" y="27272"/>
                    <a:pt x="23242" y="27256"/>
                    <a:pt x="23262" y="27217"/>
                  </a:cubicBezTo>
                  <a:cubicBezTo>
                    <a:pt x="23432" y="26902"/>
                    <a:pt x="23593" y="26585"/>
                    <a:pt x="23767" y="26273"/>
                  </a:cubicBezTo>
                  <a:cubicBezTo>
                    <a:pt x="23937" y="26390"/>
                    <a:pt x="24103" y="26511"/>
                    <a:pt x="24267" y="26634"/>
                  </a:cubicBezTo>
                  <a:cubicBezTo>
                    <a:pt x="23994" y="26990"/>
                    <a:pt x="23738" y="27418"/>
                    <a:pt x="23663" y="27850"/>
                  </a:cubicBezTo>
                  <a:cubicBezTo>
                    <a:pt x="23652" y="27914"/>
                    <a:pt x="23701" y="27952"/>
                    <a:pt x="23752" y="27952"/>
                  </a:cubicBezTo>
                  <a:cubicBezTo>
                    <a:pt x="23785" y="27952"/>
                    <a:pt x="23818" y="27936"/>
                    <a:pt x="23836" y="27901"/>
                  </a:cubicBezTo>
                  <a:cubicBezTo>
                    <a:pt x="24035" y="27513"/>
                    <a:pt x="24183" y="27117"/>
                    <a:pt x="24403" y="26740"/>
                  </a:cubicBezTo>
                  <a:cubicBezTo>
                    <a:pt x="24552" y="26855"/>
                    <a:pt x="24699" y="26974"/>
                    <a:pt x="24844" y="27093"/>
                  </a:cubicBezTo>
                  <a:cubicBezTo>
                    <a:pt x="24606" y="27337"/>
                    <a:pt x="24422" y="27652"/>
                    <a:pt x="24332" y="27979"/>
                  </a:cubicBezTo>
                  <a:cubicBezTo>
                    <a:pt x="24317" y="28035"/>
                    <a:pt x="24366" y="28070"/>
                    <a:pt x="24414" y="28070"/>
                  </a:cubicBezTo>
                  <a:cubicBezTo>
                    <a:pt x="24445" y="28070"/>
                    <a:pt x="24475" y="28056"/>
                    <a:pt x="24490" y="28023"/>
                  </a:cubicBezTo>
                  <a:cubicBezTo>
                    <a:pt x="24623" y="27724"/>
                    <a:pt x="24773" y="27456"/>
                    <a:pt x="24964" y="27194"/>
                  </a:cubicBezTo>
                  <a:cubicBezTo>
                    <a:pt x="25204" y="27394"/>
                    <a:pt x="25438" y="27602"/>
                    <a:pt x="25669" y="27815"/>
                  </a:cubicBezTo>
                  <a:cubicBezTo>
                    <a:pt x="25416" y="28057"/>
                    <a:pt x="25208" y="28357"/>
                    <a:pt x="25141" y="28707"/>
                  </a:cubicBezTo>
                  <a:cubicBezTo>
                    <a:pt x="25132" y="28755"/>
                    <a:pt x="25171" y="28786"/>
                    <a:pt x="25211" y="28786"/>
                  </a:cubicBezTo>
                  <a:cubicBezTo>
                    <a:pt x="25236" y="28786"/>
                    <a:pt x="25261" y="28774"/>
                    <a:pt x="25273" y="28746"/>
                  </a:cubicBezTo>
                  <a:cubicBezTo>
                    <a:pt x="25404" y="28440"/>
                    <a:pt x="25544" y="28156"/>
                    <a:pt x="25778" y="27917"/>
                  </a:cubicBezTo>
                  <a:cubicBezTo>
                    <a:pt x="25900" y="28030"/>
                    <a:pt x="26020" y="28143"/>
                    <a:pt x="26139" y="28261"/>
                  </a:cubicBezTo>
                  <a:cubicBezTo>
                    <a:pt x="25949" y="28665"/>
                    <a:pt x="25728" y="29049"/>
                    <a:pt x="25521" y="29444"/>
                  </a:cubicBezTo>
                  <a:cubicBezTo>
                    <a:pt x="25492" y="29497"/>
                    <a:pt x="25544" y="29548"/>
                    <a:pt x="25594" y="29548"/>
                  </a:cubicBezTo>
                  <a:cubicBezTo>
                    <a:pt x="25614" y="29548"/>
                    <a:pt x="25634" y="29540"/>
                    <a:pt x="25647" y="29519"/>
                  </a:cubicBezTo>
                  <a:cubicBezTo>
                    <a:pt x="25885" y="29155"/>
                    <a:pt x="26067" y="28757"/>
                    <a:pt x="26237" y="28356"/>
                  </a:cubicBezTo>
                  <a:cubicBezTo>
                    <a:pt x="26559" y="28672"/>
                    <a:pt x="26875" y="28995"/>
                    <a:pt x="27181" y="29325"/>
                  </a:cubicBezTo>
                  <a:cubicBezTo>
                    <a:pt x="27246" y="29395"/>
                    <a:pt x="27312" y="29463"/>
                    <a:pt x="27376" y="29534"/>
                  </a:cubicBezTo>
                  <a:cubicBezTo>
                    <a:pt x="27373" y="29533"/>
                    <a:pt x="27370" y="29533"/>
                    <a:pt x="27367" y="29533"/>
                  </a:cubicBezTo>
                  <a:cubicBezTo>
                    <a:pt x="27349" y="29533"/>
                    <a:pt x="27331" y="29541"/>
                    <a:pt x="27314" y="29561"/>
                  </a:cubicBezTo>
                  <a:cubicBezTo>
                    <a:pt x="27046" y="29879"/>
                    <a:pt x="26814" y="30255"/>
                    <a:pt x="26668" y="30645"/>
                  </a:cubicBezTo>
                  <a:cubicBezTo>
                    <a:pt x="26643" y="30707"/>
                    <a:pt x="26689" y="30751"/>
                    <a:pt x="26738" y="30751"/>
                  </a:cubicBezTo>
                  <a:cubicBezTo>
                    <a:pt x="26765" y="30751"/>
                    <a:pt x="26792" y="30738"/>
                    <a:pt x="26809" y="30707"/>
                  </a:cubicBezTo>
                  <a:cubicBezTo>
                    <a:pt x="27011" y="30348"/>
                    <a:pt x="27209" y="29997"/>
                    <a:pt x="27429" y="29651"/>
                  </a:cubicBezTo>
                  <a:cubicBezTo>
                    <a:pt x="27440" y="29636"/>
                    <a:pt x="27443" y="29619"/>
                    <a:pt x="27441" y="29603"/>
                  </a:cubicBezTo>
                  <a:lnTo>
                    <a:pt x="27441" y="29603"/>
                  </a:lnTo>
                  <a:cubicBezTo>
                    <a:pt x="27818" y="30014"/>
                    <a:pt x="28191" y="30436"/>
                    <a:pt x="28564" y="30859"/>
                  </a:cubicBezTo>
                  <a:cubicBezTo>
                    <a:pt x="28314" y="31168"/>
                    <a:pt x="28122" y="31523"/>
                    <a:pt x="28049" y="31917"/>
                  </a:cubicBezTo>
                  <a:cubicBezTo>
                    <a:pt x="28038" y="31974"/>
                    <a:pt x="28087" y="32012"/>
                    <a:pt x="28135" y="32012"/>
                  </a:cubicBezTo>
                  <a:cubicBezTo>
                    <a:pt x="28165" y="32012"/>
                    <a:pt x="28194" y="31997"/>
                    <a:pt x="28208" y="31963"/>
                  </a:cubicBezTo>
                  <a:cubicBezTo>
                    <a:pt x="28343" y="31624"/>
                    <a:pt x="28486" y="31298"/>
                    <a:pt x="28687" y="30999"/>
                  </a:cubicBezTo>
                  <a:cubicBezTo>
                    <a:pt x="28836" y="31166"/>
                    <a:pt x="28980" y="31332"/>
                    <a:pt x="29128" y="31501"/>
                  </a:cubicBezTo>
                  <a:cubicBezTo>
                    <a:pt x="28846" y="31815"/>
                    <a:pt x="28545" y="32223"/>
                    <a:pt x="28470" y="32640"/>
                  </a:cubicBezTo>
                  <a:cubicBezTo>
                    <a:pt x="28463" y="32690"/>
                    <a:pt x="28509" y="32731"/>
                    <a:pt x="28554" y="32731"/>
                  </a:cubicBezTo>
                  <a:cubicBezTo>
                    <a:pt x="28576" y="32731"/>
                    <a:pt x="28596" y="32721"/>
                    <a:pt x="28611" y="32699"/>
                  </a:cubicBezTo>
                  <a:cubicBezTo>
                    <a:pt x="28725" y="32527"/>
                    <a:pt x="28802" y="32331"/>
                    <a:pt x="28904" y="32148"/>
                  </a:cubicBezTo>
                  <a:cubicBezTo>
                    <a:pt x="29006" y="31970"/>
                    <a:pt x="29122" y="31798"/>
                    <a:pt x="29247" y="31635"/>
                  </a:cubicBezTo>
                  <a:cubicBezTo>
                    <a:pt x="29448" y="31863"/>
                    <a:pt x="29651" y="32092"/>
                    <a:pt x="29856" y="32318"/>
                  </a:cubicBezTo>
                  <a:cubicBezTo>
                    <a:pt x="29577" y="32630"/>
                    <a:pt x="29296" y="33004"/>
                    <a:pt x="29170" y="33407"/>
                  </a:cubicBezTo>
                  <a:cubicBezTo>
                    <a:pt x="29151" y="33467"/>
                    <a:pt x="29206" y="33532"/>
                    <a:pt x="29258" y="33532"/>
                  </a:cubicBezTo>
                  <a:cubicBezTo>
                    <a:pt x="29280" y="33532"/>
                    <a:pt x="29302" y="33521"/>
                    <a:pt x="29318" y="33494"/>
                  </a:cubicBezTo>
                  <a:cubicBezTo>
                    <a:pt x="29533" y="33137"/>
                    <a:pt x="29716" y="32776"/>
                    <a:pt x="29967" y="32443"/>
                  </a:cubicBezTo>
                  <a:cubicBezTo>
                    <a:pt x="30121" y="32613"/>
                    <a:pt x="30277" y="32782"/>
                    <a:pt x="30433" y="32949"/>
                  </a:cubicBezTo>
                  <a:cubicBezTo>
                    <a:pt x="30430" y="32952"/>
                    <a:pt x="30426" y="32953"/>
                    <a:pt x="30424" y="32956"/>
                  </a:cubicBezTo>
                  <a:cubicBezTo>
                    <a:pt x="30220" y="33278"/>
                    <a:pt x="29958" y="33601"/>
                    <a:pt x="29818" y="33955"/>
                  </a:cubicBezTo>
                  <a:cubicBezTo>
                    <a:pt x="29791" y="34025"/>
                    <a:pt x="29845" y="34083"/>
                    <a:pt x="29903" y="34083"/>
                  </a:cubicBezTo>
                  <a:cubicBezTo>
                    <a:pt x="29927" y="34083"/>
                    <a:pt x="29952" y="34073"/>
                    <a:pt x="29972" y="34050"/>
                  </a:cubicBezTo>
                  <a:cubicBezTo>
                    <a:pt x="30215" y="33774"/>
                    <a:pt x="30380" y="33409"/>
                    <a:pt x="30565" y="33089"/>
                  </a:cubicBezTo>
                  <a:cubicBezTo>
                    <a:pt x="30763" y="33302"/>
                    <a:pt x="30963" y="33509"/>
                    <a:pt x="31167" y="33714"/>
                  </a:cubicBezTo>
                  <a:cubicBezTo>
                    <a:pt x="30987" y="34002"/>
                    <a:pt x="30810" y="34298"/>
                    <a:pt x="30674" y="34603"/>
                  </a:cubicBezTo>
                  <a:cubicBezTo>
                    <a:pt x="30644" y="34669"/>
                    <a:pt x="30705" y="34732"/>
                    <a:pt x="30764" y="34732"/>
                  </a:cubicBezTo>
                  <a:cubicBezTo>
                    <a:pt x="30788" y="34732"/>
                    <a:pt x="30812" y="34721"/>
                    <a:pt x="30830" y="34696"/>
                  </a:cubicBezTo>
                  <a:cubicBezTo>
                    <a:pt x="31011" y="34433"/>
                    <a:pt x="31163" y="34145"/>
                    <a:pt x="31309" y="33856"/>
                  </a:cubicBezTo>
                  <a:cubicBezTo>
                    <a:pt x="31408" y="33958"/>
                    <a:pt x="31510" y="34054"/>
                    <a:pt x="31611" y="34153"/>
                  </a:cubicBezTo>
                  <a:cubicBezTo>
                    <a:pt x="31443" y="34512"/>
                    <a:pt x="31238" y="34848"/>
                    <a:pt x="31065" y="35205"/>
                  </a:cubicBezTo>
                  <a:cubicBezTo>
                    <a:pt x="31035" y="35267"/>
                    <a:pt x="31089" y="35318"/>
                    <a:pt x="31145" y="35318"/>
                  </a:cubicBezTo>
                  <a:cubicBezTo>
                    <a:pt x="31168" y="35318"/>
                    <a:pt x="31191" y="35309"/>
                    <a:pt x="31209" y="35290"/>
                  </a:cubicBezTo>
                  <a:cubicBezTo>
                    <a:pt x="31462" y="35015"/>
                    <a:pt x="31636" y="34655"/>
                    <a:pt x="31766" y="34301"/>
                  </a:cubicBezTo>
                  <a:cubicBezTo>
                    <a:pt x="31914" y="34440"/>
                    <a:pt x="32063" y="34576"/>
                    <a:pt x="32213" y="34710"/>
                  </a:cubicBezTo>
                  <a:cubicBezTo>
                    <a:pt x="31968" y="35042"/>
                    <a:pt x="31749" y="35419"/>
                    <a:pt x="31659" y="35813"/>
                  </a:cubicBezTo>
                  <a:cubicBezTo>
                    <a:pt x="31647" y="35866"/>
                    <a:pt x="31688" y="35897"/>
                    <a:pt x="31730" y="35897"/>
                  </a:cubicBezTo>
                  <a:cubicBezTo>
                    <a:pt x="31758" y="35897"/>
                    <a:pt x="31787" y="35883"/>
                    <a:pt x="31802" y="35854"/>
                  </a:cubicBezTo>
                  <a:cubicBezTo>
                    <a:pt x="31983" y="35504"/>
                    <a:pt x="32139" y="35155"/>
                    <a:pt x="32339" y="34822"/>
                  </a:cubicBezTo>
                  <a:cubicBezTo>
                    <a:pt x="32465" y="34933"/>
                    <a:pt x="32594" y="35043"/>
                    <a:pt x="32723" y="35150"/>
                  </a:cubicBezTo>
                  <a:cubicBezTo>
                    <a:pt x="32543" y="35512"/>
                    <a:pt x="32315" y="35840"/>
                    <a:pt x="32078" y="36170"/>
                  </a:cubicBezTo>
                  <a:cubicBezTo>
                    <a:pt x="32029" y="36239"/>
                    <a:pt x="32085" y="36309"/>
                    <a:pt x="32149" y="36309"/>
                  </a:cubicBezTo>
                  <a:cubicBezTo>
                    <a:pt x="32172" y="36309"/>
                    <a:pt x="32196" y="36300"/>
                    <a:pt x="32217" y="36278"/>
                  </a:cubicBezTo>
                  <a:cubicBezTo>
                    <a:pt x="32496" y="35987"/>
                    <a:pt x="32700" y="35633"/>
                    <a:pt x="32856" y="35260"/>
                  </a:cubicBezTo>
                  <a:cubicBezTo>
                    <a:pt x="32982" y="35364"/>
                    <a:pt x="33111" y="35463"/>
                    <a:pt x="33240" y="35562"/>
                  </a:cubicBezTo>
                  <a:cubicBezTo>
                    <a:pt x="33124" y="35855"/>
                    <a:pt x="33005" y="36146"/>
                    <a:pt x="32913" y="36446"/>
                  </a:cubicBezTo>
                  <a:cubicBezTo>
                    <a:pt x="32897" y="36501"/>
                    <a:pt x="32940" y="36544"/>
                    <a:pt x="32982" y="36544"/>
                  </a:cubicBezTo>
                  <a:cubicBezTo>
                    <a:pt x="33005" y="36544"/>
                    <a:pt x="33028" y="36531"/>
                    <a:pt x="33042" y="36502"/>
                  </a:cubicBezTo>
                  <a:cubicBezTo>
                    <a:pt x="33172" y="36228"/>
                    <a:pt x="33278" y="35949"/>
                    <a:pt x="33382" y="35665"/>
                  </a:cubicBezTo>
                  <a:cubicBezTo>
                    <a:pt x="33524" y="35772"/>
                    <a:pt x="33670" y="35874"/>
                    <a:pt x="33817" y="35977"/>
                  </a:cubicBezTo>
                  <a:cubicBezTo>
                    <a:pt x="33708" y="36299"/>
                    <a:pt x="33609" y="36631"/>
                    <a:pt x="33543" y="36958"/>
                  </a:cubicBezTo>
                  <a:cubicBezTo>
                    <a:pt x="33534" y="37008"/>
                    <a:pt x="33578" y="37042"/>
                    <a:pt x="33621" y="37042"/>
                  </a:cubicBezTo>
                  <a:cubicBezTo>
                    <a:pt x="33647" y="37042"/>
                    <a:pt x="33672" y="37029"/>
                    <a:pt x="33682" y="36999"/>
                  </a:cubicBezTo>
                  <a:cubicBezTo>
                    <a:pt x="33791" y="36701"/>
                    <a:pt x="33881" y="36387"/>
                    <a:pt x="33954" y="36072"/>
                  </a:cubicBezTo>
                  <a:cubicBezTo>
                    <a:pt x="34174" y="36220"/>
                    <a:pt x="34398" y="36361"/>
                    <a:pt x="34626" y="36494"/>
                  </a:cubicBezTo>
                  <a:cubicBezTo>
                    <a:pt x="34544" y="36857"/>
                    <a:pt x="34424" y="37233"/>
                    <a:pt x="34398" y="37603"/>
                  </a:cubicBezTo>
                  <a:cubicBezTo>
                    <a:pt x="34394" y="37651"/>
                    <a:pt x="34438" y="37688"/>
                    <a:pt x="34478" y="37688"/>
                  </a:cubicBezTo>
                  <a:cubicBezTo>
                    <a:pt x="34502" y="37688"/>
                    <a:pt x="34525" y="37675"/>
                    <a:pt x="34535" y="37644"/>
                  </a:cubicBezTo>
                  <a:cubicBezTo>
                    <a:pt x="34656" y="37308"/>
                    <a:pt x="34706" y="36935"/>
                    <a:pt x="34774" y="36581"/>
                  </a:cubicBezTo>
                  <a:cubicBezTo>
                    <a:pt x="35003" y="36710"/>
                    <a:pt x="35238" y="36833"/>
                    <a:pt x="35479" y="36949"/>
                  </a:cubicBezTo>
                  <a:cubicBezTo>
                    <a:pt x="35425" y="37319"/>
                    <a:pt x="35366" y="37691"/>
                    <a:pt x="35336" y="38066"/>
                  </a:cubicBezTo>
                  <a:cubicBezTo>
                    <a:pt x="35331" y="38125"/>
                    <a:pt x="35377" y="38159"/>
                    <a:pt x="35422" y="38159"/>
                  </a:cubicBezTo>
                  <a:cubicBezTo>
                    <a:pt x="35458" y="38159"/>
                    <a:pt x="35493" y="38137"/>
                    <a:pt x="35502" y="38090"/>
                  </a:cubicBezTo>
                  <a:cubicBezTo>
                    <a:pt x="35569" y="37740"/>
                    <a:pt x="35611" y="37383"/>
                    <a:pt x="35654" y="37029"/>
                  </a:cubicBezTo>
                  <a:cubicBezTo>
                    <a:pt x="35904" y="37145"/>
                    <a:pt x="36162" y="37253"/>
                    <a:pt x="36426" y="37348"/>
                  </a:cubicBezTo>
                  <a:cubicBezTo>
                    <a:pt x="36458" y="37360"/>
                    <a:pt x="36491" y="37372"/>
                    <a:pt x="36524" y="37382"/>
                  </a:cubicBezTo>
                  <a:cubicBezTo>
                    <a:pt x="36440" y="37692"/>
                    <a:pt x="36405" y="38016"/>
                    <a:pt x="36412" y="38337"/>
                  </a:cubicBezTo>
                  <a:cubicBezTo>
                    <a:pt x="36412" y="38381"/>
                    <a:pt x="36451" y="38403"/>
                    <a:pt x="36489" y="38403"/>
                  </a:cubicBezTo>
                  <a:cubicBezTo>
                    <a:pt x="36525" y="38403"/>
                    <a:pt x="36559" y="38384"/>
                    <a:pt x="36561" y="38342"/>
                  </a:cubicBezTo>
                  <a:cubicBezTo>
                    <a:pt x="36576" y="38033"/>
                    <a:pt x="36619" y="37736"/>
                    <a:pt x="36680" y="37437"/>
                  </a:cubicBezTo>
                  <a:cubicBezTo>
                    <a:pt x="36925" y="37522"/>
                    <a:pt x="37176" y="37594"/>
                    <a:pt x="37426" y="37659"/>
                  </a:cubicBezTo>
                  <a:cubicBezTo>
                    <a:pt x="37382" y="37934"/>
                    <a:pt x="37339" y="38212"/>
                    <a:pt x="37334" y="38487"/>
                  </a:cubicBezTo>
                  <a:cubicBezTo>
                    <a:pt x="37334" y="38539"/>
                    <a:pt x="37370" y="38563"/>
                    <a:pt x="37410" y="38563"/>
                  </a:cubicBezTo>
                  <a:cubicBezTo>
                    <a:pt x="37451" y="38563"/>
                    <a:pt x="37496" y="38537"/>
                    <a:pt x="37509" y="38493"/>
                  </a:cubicBezTo>
                  <a:cubicBezTo>
                    <a:pt x="37570" y="38239"/>
                    <a:pt x="37595" y="37974"/>
                    <a:pt x="37618" y="37709"/>
                  </a:cubicBezTo>
                  <a:cubicBezTo>
                    <a:pt x="37795" y="37751"/>
                    <a:pt x="37973" y="37790"/>
                    <a:pt x="38153" y="37822"/>
                  </a:cubicBezTo>
                  <a:cubicBezTo>
                    <a:pt x="38141" y="38092"/>
                    <a:pt x="38126" y="38365"/>
                    <a:pt x="38158" y="38626"/>
                  </a:cubicBezTo>
                  <a:cubicBezTo>
                    <a:pt x="38164" y="38678"/>
                    <a:pt x="38209" y="38706"/>
                    <a:pt x="38252" y="38706"/>
                  </a:cubicBezTo>
                  <a:cubicBezTo>
                    <a:pt x="38293" y="38706"/>
                    <a:pt x="38334" y="38682"/>
                    <a:pt x="38340" y="38630"/>
                  </a:cubicBezTo>
                  <a:cubicBezTo>
                    <a:pt x="38374" y="38381"/>
                    <a:pt x="38369" y="38118"/>
                    <a:pt x="38360" y="37861"/>
                  </a:cubicBezTo>
                  <a:lnTo>
                    <a:pt x="38360" y="37861"/>
                  </a:lnTo>
                  <a:cubicBezTo>
                    <a:pt x="38588" y="37899"/>
                    <a:pt x="38817" y="37927"/>
                    <a:pt x="39048" y="37953"/>
                  </a:cubicBezTo>
                  <a:cubicBezTo>
                    <a:pt x="39072" y="38247"/>
                    <a:pt x="39090" y="38552"/>
                    <a:pt x="39157" y="38840"/>
                  </a:cubicBezTo>
                  <a:cubicBezTo>
                    <a:pt x="39169" y="38892"/>
                    <a:pt x="39209" y="38917"/>
                    <a:pt x="39249" y="38917"/>
                  </a:cubicBezTo>
                  <a:cubicBezTo>
                    <a:pt x="39295" y="38917"/>
                    <a:pt x="39340" y="38884"/>
                    <a:pt x="39338" y="38820"/>
                  </a:cubicBezTo>
                  <a:cubicBezTo>
                    <a:pt x="39330" y="38538"/>
                    <a:pt x="39270" y="38252"/>
                    <a:pt x="39219" y="37970"/>
                  </a:cubicBezTo>
                  <a:lnTo>
                    <a:pt x="39219" y="37970"/>
                  </a:lnTo>
                  <a:cubicBezTo>
                    <a:pt x="39412" y="37988"/>
                    <a:pt x="39607" y="37997"/>
                    <a:pt x="39801" y="38005"/>
                  </a:cubicBezTo>
                  <a:cubicBezTo>
                    <a:pt x="39844" y="38287"/>
                    <a:pt x="39898" y="38573"/>
                    <a:pt x="40010" y="38824"/>
                  </a:cubicBezTo>
                  <a:cubicBezTo>
                    <a:pt x="40025" y="38858"/>
                    <a:pt x="40055" y="38873"/>
                    <a:pt x="40085" y="38873"/>
                  </a:cubicBezTo>
                  <a:cubicBezTo>
                    <a:pt x="40129" y="38873"/>
                    <a:pt x="40172" y="38840"/>
                    <a:pt x="40167" y="38785"/>
                  </a:cubicBezTo>
                  <a:cubicBezTo>
                    <a:pt x="40142" y="38524"/>
                    <a:pt x="40071" y="38267"/>
                    <a:pt x="40003" y="38011"/>
                  </a:cubicBezTo>
                  <a:lnTo>
                    <a:pt x="40003" y="38011"/>
                  </a:lnTo>
                  <a:cubicBezTo>
                    <a:pt x="40060" y="38012"/>
                    <a:pt x="40116" y="38012"/>
                    <a:pt x="40173" y="38012"/>
                  </a:cubicBezTo>
                  <a:cubicBezTo>
                    <a:pt x="40251" y="38012"/>
                    <a:pt x="40329" y="38012"/>
                    <a:pt x="40407" y="38011"/>
                  </a:cubicBezTo>
                  <a:cubicBezTo>
                    <a:pt x="40516" y="38358"/>
                    <a:pt x="40635" y="38715"/>
                    <a:pt x="40796" y="39044"/>
                  </a:cubicBezTo>
                  <a:cubicBezTo>
                    <a:pt x="40813" y="39081"/>
                    <a:pt x="40844" y="39096"/>
                    <a:pt x="40874" y="39096"/>
                  </a:cubicBezTo>
                  <a:cubicBezTo>
                    <a:pt x="40926" y="39096"/>
                    <a:pt x="40978" y="39049"/>
                    <a:pt x="40956" y="38980"/>
                  </a:cubicBezTo>
                  <a:cubicBezTo>
                    <a:pt x="40860" y="38649"/>
                    <a:pt x="40713" y="38321"/>
                    <a:pt x="40565" y="38007"/>
                  </a:cubicBezTo>
                  <a:cubicBezTo>
                    <a:pt x="40734" y="38002"/>
                    <a:pt x="40903" y="37991"/>
                    <a:pt x="41068" y="37978"/>
                  </a:cubicBezTo>
                  <a:cubicBezTo>
                    <a:pt x="41179" y="38359"/>
                    <a:pt x="41322" y="38749"/>
                    <a:pt x="41554" y="39072"/>
                  </a:cubicBezTo>
                  <a:cubicBezTo>
                    <a:pt x="41570" y="39094"/>
                    <a:pt x="41593" y="39103"/>
                    <a:pt x="41616" y="39103"/>
                  </a:cubicBezTo>
                  <a:cubicBezTo>
                    <a:pt x="41670" y="39103"/>
                    <a:pt x="41727" y="39051"/>
                    <a:pt x="41698" y="38991"/>
                  </a:cubicBezTo>
                  <a:cubicBezTo>
                    <a:pt x="41530" y="38649"/>
                    <a:pt x="41350" y="38323"/>
                    <a:pt x="41217" y="37964"/>
                  </a:cubicBezTo>
                  <a:cubicBezTo>
                    <a:pt x="41450" y="37941"/>
                    <a:pt x="41683" y="37913"/>
                    <a:pt x="41914" y="37876"/>
                  </a:cubicBezTo>
                  <a:cubicBezTo>
                    <a:pt x="42052" y="38294"/>
                    <a:pt x="42257" y="38722"/>
                    <a:pt x="42528" y="39067"/>
                  </a:cubicBezTo>
                  <a:cubicBezTo>
                    <a:pt x="42547" y="39089"/>
                    <a:pt x="42573" y="39099"/>
                    <a:pt x="42599" y="39099"/>
                  </a:cubicBezTo>
                  <a:cubicBezTo>
                    <a:pt x="42661" y="39099"/>
                    <a:pt x="42724" y="39045"/>
                    <a:pt x="42688" y="38977"/>
                  </a:cubicBezTo>
                  <a:cubicBezTo>
                    <a:pt x="42487" y="38599"/>
                    <a:pt x="42280" y="38232"/>
                    <a:pt x="42096" y="37846"/>
                  </a:cubicBezTo>
                  <a:cubicBezTo>
                    <a:pt x="42171" y="37834"/>
                    <a:pt x="42245" y="37819"/>
                    <a:pt x="42320" y="37805"/>
                  </a:cubicBezTo>
                  <a:cubicBezTo>
                    <a:pt x="42476" y="37773"/>
                    <a:pt x="42629" y="37736"/>
                    <a:pt x="42787" y="37698"/>
                  </a:cubicBezTo>
                  <a:lnTo>
                    <a:pt x="42787" y="37698"/>
                  </a:lnTo>
                  <a:cubicBezTo>
                    <a:pt x="42782" y="37709"/>
                    <a:pt x="42780" y="37726"/>
                    <a:pt x="42783" y="37742"/>
                  </a:cubicBezTo>
                  <a:cubicBezTo>
                    <a:pt x="42899" y="38182"/>
                    <a:pt x="43112" y="38592"/>
                    <a:pt x="43392" y="38952"/>
                  </a:cubicBezTo>
                  <a:cubicBezTo>
                    <a:pt x="43410" y="38974"/>
                    <a:pt x="43433" y="38983"/>
                    <a:pt x="43455" y="38983"/>
                  </a:cubicBezTo>
                  <a:cubicBezTo>
                    <a:pt x="43515" y="38983"/>
                    <a:pt x="43571" y="38916"/>
                    <a:pt x="43526" y="38853"/>
                  </a:cubicBezTo>
                  <a:cubicBezTo>
                    <a:pt x="43265" y="38488"/>
                    <a:pt x="43069" y="38109"/>
                    <a:pt x="42918" y="37709"/>
                  </a:cubicBezTo>
                  <a:cubicBezTo>
                    <a:pt x="42912" y="37699"/>
                    <a:pt x="42909" y="37692"/>
                    <a:pt x="42904" y="37686"/>
                  </a:cubicBezTo>
                  <a:cubicBezTo>
                    <a:pt x="43096" y="37635"/>
                    <a:pt x="43292" y="37576"/>
                    <a:pt x="43483" y="37512"/>
                  </a:cubicBezTo>
                  <a:cubicBezTo>
                    <a:pt x="43543" y="37913"/>
                    <a:pt x="43680" y="38289"/>
                    <a:pt x="43922" y="38620"/>
                  </a:cubicBezTo>
                  <a:cubicBezTo>
                    <a:pt x="43942" y="38646"/>
                    <a:pt x="43966" y="38657"/>
                    <a:pt x="43989" y="38657"/>
                  </a:cubicBezTo>
                  <a:cubicBezTo>
                    <a:pt x="44051" y="38657"/>
                    <a:pt x="44110" y="38582"/>
                    <a:pt x="44067" y="38510"/>
                  </a:cubicBezTo>
                  <a:cubicBezTo>
                    <a:pt x="43869" y="38178"/>
                    <a:pt x="43720" y="37834"/>
                    <a:pt x="43646" y="37455"/>
                  </a:cubicBezTo>
                  <a:cubicBezTo>
                    <a:pt x="43779" y="37409"/>
                    <a:pt x="43910" y="37359"/>
                    <a:pt x="44039" y="37304"/>
                  </a:cubicBezTo>
                  <a:cubicBezTo>
                    <a:pt x="44173" y="37700"/>
                    <a:pt x="44362" y="38084"/>
                    <a:pt x="44622" y="38412"/>
                  </a:cubicBezTo>
                  <a:cubicBezTo>
                    <a:pt x="44638" y="38432"/>
                    <a:pt x="44660" y="38441"/>
                    <a:pt x="44683" y="38441"/>
                  </a:cubicBezTo>
                  <a:cubicBezTo>
                    <a:pt x="44734" y="38441"/>
                    <a:pt x="44787" y="38395"/>
                    <a:pt x="44757" y="38338"/>
                  </a:cubicBezTo>
                  <a:cubicBezTo>
                    <a:pt x="44567" y="37968"/>
                    <a:pt x="44383" y="37607"/>
                    <a:pt x="44226" y="37226"/>
                  </a:cubicBezTo>
                  <a:cubicBezTo>
                    <a:pt x="44424" y="37136"/>
                    <a:pt x="44618" y="37037"/>
                    <a:pt x="44804" y="36931"/>
                  </a:cubicBezTo>
                  <a:cubicBezTo>
                    <a:pt x="44995" y="37217"/>
                    <a:pt x="45147" y="37518"/>
                    <a:pt x="45279" y="37835"/>
                  </a:cubicBezTo>
                  <a:cubicBezTo>
                    <a:pt x="45294" y="37871"/>
                    <a:pt x="45323" y="37887"/>
                    <a:pt x="45352" y="37887"/>
                  </a:cubicBezTo>
                  <a:cubicBezTo>
                    <a:pt x="45404" y="37887"/>
                    <a:pt x="45457" y="37839"/>
                    <a:pt x="45437" y="37773"/>
                  </a:cubicBezTo>
                  <a:cubicBezTo>
                    <a:pt x="45331" y="37434"/>
                    <a:pt x="45158" y="37128"/>
                    <a:pt x="44943" y="36849"/>
                  </a:cubicBezTo>
                  <a:cubicBezTo>
                    <a:pt x="45086" y="36759"/>
                    <a:pt x="45228" y="36666"/>
                    <a:pt x="45362" y="36565"/>
                  </a:cubicBezTo>
                  <a:cubicBezTo>
                    <a:pt x="45534" y="36820"/>
                    <a:pt x="45707" y="37078"/>
                    <a:pt x="45919" y="37302"/>
                  </a:cubicBezTo>
                  <a:cubicBezTo>
                    <a:pt x="45937" y="37321"/>
                    <a:pt x="45959" y="37329"/>
                    <a:pt x="45978" y="37329"/>
                  </a:cubicBezTo>
                  <a:cubicBezTo>
                    <a:pt x="46031" y="37329"/>
                    <a:pt x="46076" y="37273"/>
                    <a:pt x="46040" y="37212"/>
                  </a:cubicBezTo>
                  <a:cubicBezTo>
                    <a:pt x="45885" y="36944"/>
                    <a:pt x="45682" y="36704"/>
                    <a:pt x="45484" y="36469"/>
                  </a:cubicBezTo>
                  <a:cubicBezTo>
                    <a:pt x="45631" y="36353"/>
                    <a:pt x="45772" y="36228"/>
                    <a:pt x="45902" y="36095"/>
                  </a:cubicBezTo>
                  <a:cubicBezTo>
                    <a:pt x="46105" y="36357"/>
                    <a:pt x="46316" y="36622"/>
                    <a:pt x="46558" y="36850"/>
                  </a:cubicBezTo>
                  <a:cubicBezTo>
                    <a:pt x="46572" y="36863"/>
                    <a:pt x="46588" y="36869"/>
                    <a:pt x="46603" y="36869"/>
                  </a:cubicBezTo>
                  <a:cubicBezTo>
                    <a:pt x="46655" y="36869"/>
                    <a:pt x="46702" y="36799"/>
                    <a:pt x="46665" y="36745"/>
                  </a:cubicBezTo>
                  <a:cubicBezTo>
                    <a:pt x="46475" y="36470"/>
                    <a:pt x="46242" y="36221"/>
                    <a:pt x="46008" y="35980"/>
                  </a:cubicBezTo>
                  <a:cubicBezTo>
                    <a:pt x="46195" y="35776"/>
                    <a:pt x="46361" y="35556"/>
                    <a:pt x="46503" y="35315"/>
                  </a:cubicBezTo>
                  <a:cubicBezTo>
                    <a:pt x="46724" y="35590"/>
                    <a:pt x="47005" y="35853"/>
                    <a:pt x="47297" y="36031"/>
                  </a:cubicBezTo>
                  <a:cubicBezTo>
                    <a:pt x="47314" y="36042"/>
                    <a:pt x="47331" y="36046"/>
                    <a:pt x="47347" y="36046"/>
                  </a:cubicBezTo>
                  <a:cubicBezTo>
                    <a:pt x="47414" y="36046"/>
                    <a:pt x="47458" y="35964"/>
                    <a:pt x="47397" y="35902"/>
                  </a:cubicBezTo>
                  <a:cubicBezTo>
                    <a:pt x="47142" y="35641"/>
                    <a:pt x="46864" y="35393"/>
                    <a:pt x="46594" y="35150"/>
                  </a:cubicBezTo>
                  <a:cubicBezTo>
                    <a:pt x="46645" y="35052"/>
                    <a:pt x="46691" y="34951"/>
                    <a:pt x="46734" y="34848"/>
                  </a:cubicBezTo>
                  <a:cubicBezTo>
                    <a:pt x="46765" y="34767"/>
                    <a:pt x="46795" y="34685"/>
                    <a:pt x="46823" y="34604"/>
                  </a:cubicBezTo>
                  <a:cubicBezTo>
                    <a:pt x="47003" y="34698"/>
                    <a:pt x="47192" y="34777"/>
                    <a:pt x="47376" y="34862"/>
                  </a:cubicBezTo>
                  <a:cubicBezTo>
                    <a:pt x="47552" y="34943"/>
                    <a:pt x="47729" y="35031"/>
                    <a:pt x="47917" y="35077"/>
                  </a:cubicBezTo>
                  <a:cubicBezTo>
                    <a:pt x="47923" y="35079"/>
                    <a:pt x="47928" y="35079"/>
                    <a:pt x="47933" y="35079"/>
                  </a:cubicBezTo>
                  <a:cubicBezTo>
                    <a:pt x="48000" y="35079"/>
                    <a:pt x="48041" y="34976"/>
                    <a:pt x="47978" y="34936"/>
                  </a:cubicBezTo>
                  <a:cubicBezTo>
                    <a:pt x="47818" y="34829"/>
                    <a:pt x="47634" y="34760"/>
                    <a:pt x="47457" y="34685"/>
                  </a:cubicBezTo>
                  <a:cubicBezTo>
                    <a:pt x="47265" y="34604"/>
                    <a:pt x="47074" y="34519"/>
                    <a:pt x="46877" y="34450"/>
                  </a:cubicBezTo>
                  <a:lnTo>
                    <a:pt x="46873" y="34450"/>
                  </a:lnTo>
                  <a:cubicBezTo>
                    <a:pt x="46915" y="34299"/>
                    <a:pt x="46949" y="34151"/>
                    <a:pt x="46976" y="33998"/>
                  </a:cubicBezTo>
                  <a:cubicBezTo>
                    <a:pt x="47220" y="34071"/>
                    <a:pt x="47467" y="34139"/>
                    <a:pt x="47720" y="34168"/>
                  </a:cubicBezTo>
                  <a:cubicBezTo>
                    <a:pt x="47724" y="34168"/>
                    <a:pt x="47728" y="34168"/>
                    <a:pt x="47731" y="34168"/>
                  </a:cubicBezTo>
                  <a:cubicBezTo>
                    <a:pt x="47803" y="34168"/>
                    <a:pt x="47831" y="34064"/>
                    <a:pt x="47759" y="34032"/>
                  </a:cubicBezTo>
                  <a:cubicBezTo>
                    <a:pt x="47518" y="33924"/>
                    <a:pt x="47263" y="33853"/>
                    <a:pt x="47006" y="33791"/>
                  </a:cubicBezTo>
                  <a:cubicBezTo>
                    <a:pt x="47032" y="33589"/>
                    <a:pt x="47040" y="33385"/>
                    <a:pt x="47039" y="33181"/>
                  </a:cubicBezTo>
                  <a:lnTo>
                    <a:pt x="47039" y="33181"/>
                  </a:lnTo>
                  <a:cubicBezTo>
                    <a:pt x="47137" y="33184"/>
                    <a:pt x="47236" y="33186"/>
                    <a:pt x="47336" y="33186"/>
                  </a:cubicBezTo>
                  <a:cubicBezTo>
                    <a:pt x="47535" y="33186"/>
                    <a:pt x="47735" y="33177"/>
                    <a:pt x="47929" y="33147"/>
                  </a:cubicBezTo>
                  <a:cubicBezTo>
                    <a:pt x="48024" y="33133"/>
                    <a:pt x="48038" y="32983"/>
                    <a:pt x="47933" y="32973"/>
                  </a:cubicBezTo>
                  <a:cubicBezTo>
                    <a:pt x="47816" y="32961"/>
                    <a:pt x="47697" y="32956"/>
                    <a:pt x="47578" y="32956"/>
                  </a:cubicBezTo>
                  <a:cubicBezTo>
                    <a:pt x="47395" y="32956"/>
                    <a:pt x="47211" y="32967"/>
                    <a:pt x="47029" y="32980"/>
                  </a:cubicBezTo>
                  <a:cubicBezTo>
                    <a:pt x="47015" y="32707"/>
                    <a:pt x="46978" y="32434"/>
                    <a:pt x="46925" y="32165"/>
                  </a:cubicBezTo>
                  <a:lnTo>
                    <a:pt x="46927" y="32165"/>
                  </a:lnTo>
                  <a:cubicBezTo>
                    <a:pt x="47123" y="32179"/>
                    <a:pt x="47318" y="32190"/>
                    <a:pt x="47513" y="32190"/>
                  </a:cubicBezTo>
                  <a:cubicBezTo>
                    <a:pt x="47626" y="32190"/>
                    <a:pt x="47740" y="32186"/>
                    <a:pt x="47855" y="32177"/>
                  </a:cubicBezTo>
                  <a:cubicBezTo>
                    <a:pt x="47941" y="32172"/>
                    <a:pt x="47947" y="32038"/>
                    <a:pt x="47861" y="32026"/>
                  </a:cubicBezTo>
                  <a:cubicBezTo>
                    <a:pt x="47655" y="32001"/>
                    <a:pt x="47450" y="31993"/>
                    <a:pt x="47245" y="31993"/>
                  </a:cubicBezTo>
                  <a:cubicBezTo>
                    <a:pt x="47141" y="31993"/>
                    <a:pt x="47037" y="31995"/>
                    <a:pt x="46932" y="31998"/>
                  </a:cubicBezTo>
                  <a:cubicBezTo>
                    <a:pt x="46931" y="31998"/>
                    <a:pt x="46929" y="31998"/>
                    <a:pt x="46928" y="31998"/>
                  </a:cubicBezTo>
                  <a:cubicBezTo>
                    <a:pt x="46913" y="31998"/>
                    <a:pt x="46903" y="32004"/>
                    <a:pt x="46893" y="32011"/>
                  </a:cubicBezTo>
                  <a:cubicBezTo>
                    <a:pt x="46850" y="31822"/>
                    <a:pt x="46799" y="31635"/>
                    <a:pt x="46741" y="31451"/>
                  </a:cubicBezTo>
                  <a:cubicBezTo>
                    <a:pt x="47084" y="31437"/>
                    <a:pt x="47416" y="31374"/>
                    <a:pt x="47742" y="31254"/>
                  </a:cubicBezTo>
                  <a:cubicBezTo>
                    <a:pt x="47820" y="31226"/>
                    <a:pt x="47798" y="31097"/>
                    <a:pt x="47722" y="31097"/>
                  </a:cubicBezTo>
                  <a:cubicBezTo>
                    <a:pt x="47716" y="31097"/>
                    <a:pt x="47711" y="31098"/>
                    <a:pt x="47705" y="31100"/>
                  </a:cubicBezTo>
                  <a:cubicBezTo>
                    <a:pt x="47366" y="31180"/>
                    <a:pt x="47026" y="31240"/>
                    <a:pt x="46682" y="31275"/>
                  </a:cubicBezTo>
                  <a:cubicBezTo>
                    <a:pt x="46625" y="31109"/>
                    <a:pt x="46561" y="30946"/>
                    <a:pt x="46493" y="30785"/>
                  </a:cubicBezTo>
                  <a:cubicBezTo>
                    <a:pt x="46862" y="30609"/>
                    <a:pt x="47220" y="30510"/>
                    <a:pt x="47634" y="30452"/>
                  </a:cubicBezTo>
                  <a:cubicBezTo>
                    <a:pt x="47705" y="30443"/>
                    <a:pt x="47715" y="30326"/>
                    <a:pt x="47637" y="30320"/>
                  </a:cubicBezTo>
                  <a:cubicBezTo>
                    <a:pt x="47605" y="30318"/>
                    <a:pt x="47573" y="30318"/>
                    <a:pt x="47541" y="30318"/>
                  </a:cubicBezTo>
                  <a:cubicBezTo>
                    <a:pt x="47154" y="30318"/>
                    <a:pt x="46758" y="30443"/>
                    <a:pt x="46434" y="30656"/>
                  </a:cubicBezTo>
                  <a:cubicBezTo>
                    <a:pt x="46323" y="30404"/>
                    <a:pt x="46200" y="30161"/>
                    <a:pt x="46069" y="29928"/>
                  </a:cubicBezTo>
                  <a:cubicBezTo>
                    <a:pt x="46040" y="29877"/>
                    <a:pt x="46011" y="29827"/>
                    <a:pt x="45980" y="29777"/>
                  </a:cubicBezTo>
                  <a:cubicBezTo>
                    <a:pt x="46014" y="29745"/>
                    <a:pt x="46055" y="29722"/>
                    <a:pt x="46099" y="29709"/>
                  </a:cubicBezTo>
                  <a:cubicBezTo>
                    <a:pt x="46108" y="29713"/>
                    <a:pt x="46118" y="29715"/>
                    <a:pt x="46129" y="29715"/>
                  </a:cubicBezTo>
                  <a:cubicBezTo>
                    <a:pt x="46131" y="29715"/>
                    <a:pt x="46133" y="29715"/>
                    <a:pt x="46136" y="29715"/>
                  </a:cubicBezTo>
                  <a:cubicBezTo>
                    <a:pt x="46163" y="29714"/>
                    <a:pt x="46188" y="29709"/>
                    <a:pt x="46211" y="29708"/>
                  </a:cubicBezTo>
                  <a:cubicBezTo>
                    <a:pt x="46225" y="29711"/>
                    <a:pt x="46238" y="29714"/>
                    <a:pt x="46249" y="29718"/>
                  </a:cubicBezTo>
                  <a:cubicBezTo>
                    <a:pt x="46262" y="29723"/>
                    <a:pt x="46274" y="29725"/>
                    <a:pt x="46285" y="29725"/>
                  </a:cubicBezTo>
                  <a:cubicBezTo>
                    <a:pt x="46314" y="29725"/>
                    <a:pt x="46337" y="29709"/>
                    <a:pt x="46351" y="29688"/>
                  </a:cubicBezTo>
                  <a:cubicBezTo>
                    <a:pt x="46597" y="29646"/>
                    <a:pt x="46830" y="29566"/>
                    <a:pt x="47043" y="29420"/>
                  </a:cubicBezTo>
                  <a:cubicBezTo>
                    <a:pt x="47109" y="29376"/>
                    <a:pt x="47063" y="29279"/>
                    <a:pt x="46995" y="29279"/>
                  </a:cubicBezTo>
                  <a:cubicBezTo>
                    <a:pt x="46986" y="29279"/>
                    <a:pt x="46977" y="29281"/>
                    <a:pt x="46968" y="29284"/>
                  </a:cubicBezTo>
                  <a:cubicBezTo>
                    <a:pt x="46706" y="29382"/>
                    <a:pt x="46445" y="29483"/>
                    <a:pt x="46171" y="29544"/>
                  </a:cubicBezTo>
                  <a:cubicBezTo>
                    <a:pt x="46072" y="29551"/>
                    <a:pt x="45980" y="29595"/>
                    <a:pt x="45912" y="29664"/>
                  </a:cubicBezTo>
                  <a:cubicBezTo>
                    <a:pt x="45770" y="29430"/>
                    <a:pt x="45617" y="29201"/>
                    <a:pt x="45460" y="28978"/>
                  </a:cubicBezTo>
                  <a:cubicBezTo>
                    <a:pt x="45758" y="28875"/>
                    <a:pt x="46055" y="28778"/>
                    <a:pt x="46341" y="28647"/>
                  </a:cubicBezTo>
                  <a:cubicBezTo>
                    <a:pt x="46420" y="28610"/>
                    <a:pt x="46386" y="28502"/>
                    <a:pt x="46314" y="28502"/>
                  </a:cubicBezTo>
                  <a:cubicBezTo>
                    <a:pt x="46305" y="28502"/>
                    <a:pt x="46297" y="28503"/>
                    <a:pt x="46288" y="28506"/>
                  </a:cubicBezTo>
                  <a:cubicBezTo>
                    <a:pt x="45979" y="28610"/>
                    <a:pt x="45682" y="28744"/>
                    <a:pt x="45385" y="28875"/>
                  </a:cubicBezTo>
                  <a:cubicBezTo>
                    <a:pt x="45255" y="28695"/>
                    <a:pt x="45120" y="28516"/>
                    <a:pt x="44980" y="28342"/>
                  </a:cubicBezTo>
                  <a:lnTo>
                    <a:pt x="44980" y="28342"/>
                  </a:lnTo>
                  <a:cubicBezTo>
                    <a:pt x="44983" y="28342"/>
                    <a:pt x="44987" y="28342"/>
                    <a:pt x="44990" y="28342"/>
                  </a:cubicBezTo>
                  <a:cubicBezTo>
                    <a:pt x="45006" y="28342"/>
                    <a:pt x="45023" y="28339"/>
                    <a:pt x="45041" y="28328"/>
                  </a:cubicBezTo>
                  <a:cubicBezTo>
                    <a:pt x="45300" y="28159"/>
                    <a:pt x="45561" y="27992"/>
                    <a:pt x="45807" y="27800"/>
                  </a:cubicBezTo>
                  <a:cubicBezTo>
                    <a:pt x="45876" y="27745"/>
                    <a:pt x="45825" y="27657"/>
                    <a:pt x="45756" y="27657"/>
                  </a:cubicBezTo>
                  <a:cubicBezTo>
                    <a:pt x="45741" y="27657"/>
                    <a:pt x="45726" y="27661"/>
                    <a:pt x="45711" y="27670"/>
                  </a:cubicBezTo>
                  <a:cubicBezTo>
                    <a:pt x="45442" y="27830"/>
                    <a:pt x="45192" y="28010"/>
                    <a:pt x="44939" y="28193"/>
                  </a:cubicBezTo>
                  <a:cubicBezTo>
                    <a:pt x="44917" y="28209"/>
                    <a:pt x="44907" y="28228"/>
                    <a:pt x="44906" y="28248"/>
                  </a:cubicBezTo>
                  <a:cubicBezTo>
                    <a:pt x="44757" y="28070"/>
                    <a:pt x="44604" y="27894"/>
                    <a:pt x="44447" y="27723"/>
                  </a:cubicBezTo>
                  <a:cubicBezTo>
                    <a:pt x="44583" y="27479"/>
                    <a:pt x="44780" y="27283"/>
                    <a:pt x="45016" y="27132"/>
                  </a:cubicBezTo>
                  <a:cubicBezTo>
                    <a:pt x="45068" y="27100"/>
                    <a:pt x="45033" y="27018"/>
                    <a:pt x="44981" y="27018"/>
                  </a:cubicBezTo>
                  <a:cubicBezTo>
                    <a:pt x="44973" y="27018"/>
                    <a:pt x="44965" y="27020"/>
                    <a:pt x="44957" y="27024"/>
                  </a:cubicBezTo>
                  <a:cubicBezTo>
                    <a:pt x="44689" y="27157"/>
                    <a:pt x="44485" y="27361"/>
                    <a:pt x="44346" y="27613"/>
                  </a:cubicBezTo>
                  <a:cubicBezTo>
                    <a:pt x="44185" y="27441"/>
                    <a:pt x="44020" y="27269"/>
                    <a:pt x="43850" y="27102"/>
                  </a:cubicBezTo>
                  <a:cubicBezTo>
                    <a:pt x="44030" y="26912"/>
                    <a:pt x="44204" y="26719"/>
                    <a:pt x="44356" y="26507"/>
                  </a:cubicBezTo>
                  <a:cubicBezTo>
                    <a:pt x="44404" y="26440"/>
                    <a:pt x="44350" y="26372"/>
                    <a:pt x="44287" y="26372"/>
                  </a:cubicBezTo>
                  <a:cubicBezTo>
                    <a:pt x="44265" y="26372"/>
                    <a:pt x="44241" y="26380"/>
                    <a:pt x="44221" y="26400"/>
                  </a:cubicBezTo>
                  <a:cubicBezTo>
                    <a:pt x="44041" y="26582"/>
                    <a:pt x="43881" y="26780"/>
                    <a:pt x="43727" y="26983"/>
                  </a:cubicBezTo>
                  <a:cubicBezTo>
                    <a:pt x="43578" y="26841"/>
                    <a:pt x="43428" y="26699"/>
                    <a:pt x="43276" y="26563"/>
                  </a:cubicBezTo>
                  <a:cubicBezTo>
                    <a:pt x="43407" y="26213"/>
                    <a:pt x="43633" y="25961"/>
                    <a:pt x="43959" y="25763"/>
                  </a:cubicBezTo>
                  <a:cubicBezTo>
                    <a:pt x="44028" y="25719"/>
                    <a:pt x="43974" y="25629"/>
                    <a:pt x="43908" y="25629"/>
                  </a:cubicBezTo>
                  <a:cubicBezTo>
                    <a:pt x="43901" y="25629"/>
                    <a:pt x="43893" y="25630"/>
                    <a:pt x="43886" y="25632"/>
                  </a:cubicBezTo>
                  <a:cubicBezTo>
                    <a:pt x="43514" y="25740"/>
                    <a:pt x="43228" y="26067"/>
                    <a:pt x="43137" y="26441"/>
                  </a:cubicBezTo>
                  <a:cubicBezTo>
                    <a:pt x="42981" y="26305"/>
                    <a:pt x="42826" y="26172"/>
                    <a:pt x="42667" y="26039"/>
                  </a:cubicBezTo>
                  <a:cubicBezTo>
                    <a:pt x="42887" y="25817"/>
                    <a:pt x="43118" y="25590"/>
                    <a:pt x="43295" y="25339"/>
                  </a:cubicBezTo>
                  <a:cubicBezTo>
                    <a:pt x="43345" y="25269"/>
                    <a:pt x="43285" y="25169"/>
                    <a:pt x="43212" y="25169"/>
                  </a:cubicBezTo>
                  <a:cubicBezTo>
                    <a:pt x="43192" y="25169"/>
                    <a:pt x="43171" y="25176"/>
                    <a:pt x="43152" y="25193"/>
                  </a:cubicBezTo>
                  <a:cubicBezTo>
                    <a:pt x="42915" y="25400"/>
                    <a:pt x="42705" y="25658"/>
                    <a:pt x="42500" y="25903"/>
                  </a:cubicBezTo>
                  <a:cubicBezTo>
                    <a:pt x="42374" y="25800"/>
                    <a:pt x="42246" y="25699"/>
                    <a:pt x="42118" y="25598"/>
                  </a:cubicBezTo>
                  <a:cubicBezTo>
                    <a:pt x="42089" y="25576"/>
                    <a:pt x="42058" y="25554"/>
                    <a:pt x="42026" y="25529"/>
                  </a:cubicBezTo>
                  <a:cubicBezTo>
                    <a:pt x="42202" y="25359"/>
                    <a:pt x="42372" y="25167"/>
                    <a:pt x="42478" y="24956"/>
                  </a:cubicBezTo>
                  <a:cubicBezTo>
                    <a:pt x="42508" y="24895"/>
                    <a:pt x="42456" y="24846"/>
                    <a:pt x="42401" y="24846"/>
                  </a:cubicBezTo>
                  <a:cubicBezTo>
                    <a:pt x="42379" y="24846"/>
                    <a:pt x="42356" y="24854"/>
                    <a:pt x="42338" y="24874"/>
                  </a:cubicBezTo>
                  <a:cubicBezTo>
                    <a:pt x="42181" y="25051"/>
                    <a:pt x="42046" y="25245"/>
                    <a:pt x="41896" y="25430"/>
                  </a:cubicBezTo>
                  <a:cubicBezTo>
                    <a:pt x="41676" y="25261"/>
                    <a:pt x="41455" y="25098"/>
                    <a:pt x="41230" y="24938"/>
                  </a:cubicBezTo>
                  <a:cubicBezTo>
                    <a:pt x="41486" y="24757"/>
                    <a:pt x="41761" y="24548"/>
                    <a:pt x="41919" y="24280"/>
                  </a:cubicBezTo>
                  <a:cubicBezTo>
                    <a:pt x="41952" y="24222"/>
                    <a:pt x="41894" y="24166"/>
                    <a:pt x="41837" y="24166"/>
                  </a:cubicBezTo>
                  <a:cubicBezTo>
                    <a:pt x="41821" y="24166"/>
                    <a:pt x="41805" y="24171"/>
                    <a:pt x="41791" y="24181"/>
                  </a:cubicBezTo>
                  <a:cubicBezTo>
                    <a:pt x="41536" y="24372"/>
                    <a:pt x="41325" y="24626"/>
                    <a:pt x="41081" y="24833"/>
                  </a:cubicBezTo>
                  <a:cubicBezTo>
                    <a:pt x="40941" y="24734"/>
                    <a:pt x="40799" y="24636"/>
                    <a:pt x="40659" y="24538"/>
                  </a:cubicBezTo>
                  <a:cubicBezTo>
                    <a:pt x="40890" y="24361"/>
                    <a:pt x="41122" y="24133"/>
                    <a:pt x="41243" y="23882"/>
                  </a:cubicBezTo>
                  <a:cubicBezTo>
                    <a:pt x="41270" y="23823"/>
                    <a:pt x="41214" y="23755"/>
                    <a:pt x="41158" y="23755"/>
                  </a:cubicBezTo>
                  <a:cubicBezTo>
                    <a:pt x="41141" y="23755"/>
                    <a:pt x="41124" y="23761"/>
                    <a:pt x="41109" y="23776"/>
                  </a:cubicBezTo>
                  <a:cubicBezTo>
                    <a:pt x="40998" y="23882"/>
                    <a:pt x="40907" y="24007"/>
                    <a:pt x="40803" y="24120"/>
                  </a:cubicBezTo>
                  <a:cubicBezTo>
                    <a:pt x="40706" y="24229"/>
                    <a:pt x="40598" y="24324"/>
                    <a:pt x="40489" y="24421"/>
                  </a:cubicBezTo>
                  <a:cubicBezTo>
                    <a:pt x="40316" y="24303"/>
                    <a:pt x="40142" y="24187"/>
                    <a:pt x="39967" y="24071"/>
                  </a:cubicBezTo>
                  <a:cubicBezTo>
                    <a:pt x="40183" y="23833"/>
                    <a:pt x="40395" y="23587"/>
                    <a:pt x="40550" y="23305"/>
                  </a:cubicBezTo>
                  <a:cubicBezTo>
                    <a:pt x="40582" y="23247"/>
                    <a:pt x="40528" y="23195"/>
                    <a:pt x="40474" y="23195"/>
                  </a:cubicBezTo>
                  <a:cubicBezTo>
                    <a:pt x="40452" y="23195"/>
                    <a:pt x="40430" y="23203"/>
                    <a:pt x="40414" y="23223"/>
                  </a:cubicBezTo>
                  <a:cubicBezTo>
                    <a:pt x="40211" y="23468"/>
                    <a:pt x="40047" y="23743"/>
                    <a:pt x="39868" y="24005"/>
                  </a:cubicBezTo>
                  <a:cubicBezTo>
                    <a:pt x="39624" y="23847"/>
                    <a:pt x="39381" y="23691"/>
                    <a:pt x="39135" y="23535"/>
                  </a:cubicBezTo>
                  <a:cubicBezTo>
                    <a:pt x="39318" y="23318"/>
                    <a:pt x="39504" y="23093"/>
                    <a:pt x="39629" y="22851"/>
                  </a:cubicBezTo>
                  <a:cubicBezTo>
                    <a:pt x="39661" y="22788"/>
                    <a:pt x="39608" y="22741"/>
                    <a:pt x="39553" y="22741"/>
                  </a:cubicBezTo>
                  <a:cubicBezTo>
                    <a:pt x="39530" y="22741"/>
                    <a:pt x="39507" y="22749"/>
                    <a:pt x="39490" y="22767"/>
                  </a:cubicBezTo>
                  <a:cubicBezTo>
                    <a:pt x="39301" y="22958"/>
                    <a:pt x="39147" y="23210"/>
                    <a:pt x="39001" y="23450"/>
                  </a:cubicBezTo>
                  <a:cubicBezTo>
                    <a:pt x="38753" y="23291"/>
                    <a:pt x="38505" y="23135"/>
                    <a:pt x="38254" y="22982"/>
                  </a:cubicBezTo>
                  <a:cubicBezTo>
                    <a:pt x="38491" y="22787"/>
                    <a:pt x="38689" y="22537"/>
                    <a:pt x="38773" y="22243"/>
                  </a:cubicBezTo>
                  <a:cubicBezTo>
                    <a:pt x="38787" y="22198"/>
                    <a:pt x="38745" y="22166"/>
                    <a:pt x="38704" y="22166"/>
                  </a:cubicBezTo>
                  <a:cubicBezTo>
                    <a:pt x="38685" y="22166"/>
                    <a:pt x="38665" y="22174"/>
                    <a:pt x="38652" y="22190"/>
                  </a:cubicBezTo>
                  <a:cubicBezTo>
                    <a:pt x="38472" y="22440"/>
                    <a:pt x="38302" y="22673"/>
                    <a:pt x="38083" y="22873"/>
                  </a:cubicBezTo>
                  <a:cubicBezTo>
                    <a:pt x="37837" y="22723"/>
                    <a:pt x="37594" y="22573"/>
                    <a:pt x="37347" y="22423"/>
                  </a:cubicBezTo>
                  <a:cubicBezTo>
                    <a:pt x="37523" y="22179"/>
                    <a:pt x="37738" y="21978"/>
                    <a:pt x="37978" y="21793"/>
                  </a:cubicBezTo>
                  <a:cubicBezTo>
                    <a:pt x="38029" y="21753"/>
                    <a:pt x="37996" y="21665"/>
                    <a:pt x="37941" y="21665"/>
                  </a:cubicBezTo>
                  <a:cubicBezTo>
                    <a:pt x="37932" y="21665"/>
                    <a:pt x="37922" y="21668"/>
                    <a:pt x="37912" y="21673"/>
                  </a:cubicBezTo>
                  <a:cubicBezTo>
                    <a:pt x="37615" y="21827"/>
                    <a:pt x="37391" y="22064"/>
                    <a:pt x="37232" y="22349"/>
                  </a:cubicBezTo>
                  <a:cubicBezTo>
                    <a:pt x="37065" y="22247"/>
                    <a:pt x="36899" y="22143"/>
                    <a:pt x="36731" y="22041"/>
                  </a:cubicBezTo>
                  <a:cubicBezTo>
                    <a:pt x="36945" y="21815"/>
                    <a:pt x="37150" y="21572"/>
                    <a:pt x="37290" y="21290"/>
                  </a:cubicBezTo>
                  <a:cubicBezTo>
                    <a:pt x="37318" y="21236"/>
                    <a:pt x="37270" y="21189"/>
                    <a:pt x="37221" y="21189"/>
                  </a:cubicBezTo>
                  <a:cubicBezTo>
                    <a:pt x="37201" y="21189"/>
                    <a:pt x="37181" y="21197"/>
                    <a:pt x="37166" y="21215"/>
                  </a:cubicBezTo>
                  <a:cubicBezTo>
                    <a:pt x="36967" y="21456"/>
                    <a:pt x="36797" y="21718"/>
                    <a:pt x="36604" y="21965"/>
                  </a:cubicBezTo>
                  <a:cubicBezTo>
                    <a:pt x="36433" y="21859"/>
                    <a:pt x="36264" y="21754"/>
                    <a:pt x="36094" y="21647"/>
                  </a:cubicBezTo>
                  <a:cubicBezTo>
                    <a:pt x="36223" y="21319"/>
                    <a:pt x="36424" y="21052"/>
                    <a:pt x="36626" y="20757"/>
                  </a:cubicBezTo>
                  <a:cubicBezTo>
                    <a:pt x="36665" y="20699"/>
                    <a:pt x="36621" y="20627"/>
                    <a:pt x="36564" y="20627"/>
                  </a:cubicBezTo>
                  <a:cubicBezTo>
                    <a:pt x="36549" y="20627"/>
                    <a:pt x="36532" y="20632"/>
                    <a:pt x="36517" y="20644"/>
                  </a:cubicBezTo>
                  <a:cubicBezTo>
                    <a:pt x="36228" y="20857"/>
                    <a:pt x="36045" y="21207"/>
                    <a:pt x="35938" y="21551"/>
                  </a:cubicBezTo>
                  <a:cubicBezTo>
                    <a:pt x="35758" y="21438"/>
                    <a:pt x="35578" y="21326"/>
                    <a:pt x="35400" y="21211"/>
                  </a:cubicBezTo>
                  <a:cubicBezTo>
                    <a:pt x="35454" y="21112"/>
                    <a:pt x="35505" y="21008"/>
                    <a:pt x="35554" y="20906"/>
                  </a:cubicBezTo>
                  <a:cubicBezTo>
                    <a:pt x="35625" y="20755"/>
                    <a:pt x="35720" y="20602"/>
                    <a:pt x="35739" y="20433"/>
                  </a:cubicBezTo>
                  <a:cubicBezTo>
                    <a:pt x="35743" y="20386"/>
                    <a:pt x="35707" y="20354"/>
                    <a:pt x="35668" y="20354"/>
                  </a:cubicBezTo>
                  <a:cubicBezTo>
                    <a:pt x="35649" y="20354"/>
                    <a:pt x="35629" y="20361"/>
                    <a:pt x="35614" y="20379"/>
                  </a:cubicBezTo>
                  <a:cubicBezTo>
                    <a:pt x="35506" y="20511"/>
                    <a:pt x="35462" y="20684"/>
                    <a:pt x="35406" y="20842"/>
                  </a:cubicBezTo>
                  <a:cubicBezTo>
                    <a:pt x="35366" y="20942"/>
                    <a:pt x="35330" y="21044"/>
                    <a:pt x="35298" y="21147"/>
                  </a:cubicBezTo>
                  <a:cubicBezTo>
                    <a:pt x="35060" y="20994"/>
                    <a:pt x="34823" y="20840"/>
                    <a:pt x="34586" y="20684"/>
                  </a:cubicBezTo>
                  <a:cubicBezTo>
                    <a:pt x="34710" y="20456"/>
                    <a:pt x="34832" y="20230"/>
                    <a:pt x="34918" y="19987"/>
                  </a:cubicBezTo>
                  <a:cubicBezTo>
                    <a:pt x="34938" y="19927"/>
                    <a:pt x="34886" y="19867"/>
                    <a:pt x="34834" y="19867"/>
                  </a:cubicBezTo>
                  <a:cubicBezTo>
                    <a:pt x="34813" y="19867"/>
                    <a:pt x="34791" y="19877"/>
                    <a:pt x="34775" y="19901"/>
                  </a:cubicBezTo>
                  <a:cubicBezTo>
                    <a:pt x="34626" y="20121"/>
                    <a:pt x="34533" y="20355"/>
                    <a:pt x="34456" y="20599"/>
                  </a:cubicBezTo>
                  <a:cubicBezTo>
                    <a:pt x="34300" y="20495"/>
                    <a:pt x="34144" y="20390"/>
                    <a:pt x="33990" y="20284"/>
                  </a:cubicBezTo>
                  <a:lnTo>
                    <a:pt x="33990" y="20284"/>
                  </a:lnTo>
                  <a:cubicBezTo>
                    <a:pt x="34001" y="20287"/>
                    <a:pt x="34013" y="20289"/>
                    <a:pt x="34025" y="20289"/>
                  </a:cubicBezTo>
                  <a:cubicBezTo>
                    <a:pt x="34053" y="20289"/>
                    <a:pt x="34081" y="20279"/>
                    <a:pt x="34102" y="20252"/>
                  </a:cubicBezTo>
                  <a:cubicBezTo>
                    <a:pt x="34279" y="20029"/>
                    <a:pt x="34465" y="19777"/>
                    <a:pt x="34579" y="19515"/>
                  </a:cubicBezTo>
                  <a:cubicBezTo>
                    <a:pt x="34612" y="19439"/>
                    <a:pt x="34552" y="19381"/>
                    <a:pt x="34488" y="19381"/>
                  </a:cubicBezTo>
                  <a:cubicBezTo>
                    <a:pt x="34461" y="19381"/>
                    <a:pt x="34434" y="19391"/>
                    <a:pt x="34412" y="19414"/>
                  </a:cubicBezTo>
                  <a:cubicBezTo>
                    <a:pt x="34214" y="19621"/>
                    <a:pt x="34055" y="19893"/>
                    <a:pt x="33918" y="20142"/>
                  </a:cubicBezTo>
                  <a:cubicBezTo>
                    <a:pt x="33896" y="20178"/>
                    <a:pt x="33903" y="20213"/>
                    <a:pt x="33923" y="20240"/>
                  </a:cubicBezTo>
                  <a:cubicBezTo>
                    <a:pt x="33762" y="20127"/>
                    <a:pt x="33599" y="20013"/>
                    <a:pt x="33439" y="19897"/>
                  </a:cubicBezTo>
                  <a:cubicBezTo>
                    <a:pt x="33708" y="19702"/>
                    <a:pt x="33937" y="19441"/>
                    <a:pt x="34044" y="19122"/>
                  </a:cubicBezTo>
                  <a:cubicBezTo>
                    <a:pt x="34065" y="19054"/>
                    <a:pt x="34016" y="19007"/>
                    <a:pt x="33965" y="19007"/>
                  </a:cubicBezTo>
                  <a:cubicBezTo>
                    <a:pt x="33937" y="19007"/>
                    <a:pt x="33908" y="19021"/>
                    <a:pt x="33889" y="19054"/>
                  </a:cubicBezTo>
                  <a:cubicBezTo>
                    <a:pt x="33729" y="19337"/>
                    <a:pt x="33551" y="19591"/>
                    <a:pt x="33295" y="19794"/>
                  </a:cubicBezTo>
                  <a:cubicBezTo>
                    <a:pt x="33162" y="19697"/>
                    <a:pt x="33033" y="19602"/>
                    <a:pt x="32903" y="19505"/>
                  </a:cubicBezTo>
                  <a:cubicBezTo>
                    <a:pt x="33089" y="19224"/>
                    <a:pt x="33287" y="18932"/>
                    <a:pt x="33406" y="18626"/>
                  </a:cubicBezTo>
                  <a:cubicBezTo>
                    <a:pt x="33432" y="18558"/>
                    <a:pt x="33377" y="18498"/>
                    <a:pt x="33319" y="18498"/>
                  </a:cubicBezTo>
                  <a:cubicBezTo>
                    <a:pt x="33296" y="18498"/>
                    <a:pt x="33271" y="18508"/>
                    <a:pt x="33252" y="18533"/>
                  </a:cubicBezTo>
                  <a:cubicBezTo>
                    <a:pt x="33047" y="18783"/>
                    <a:pt x="32896" y="19094"/>
                    <a:pt x="32748" y="19387"/>
                  </a:cubicBezTo>
                  <a:cubicBezTo>
                    <a:pt x="32564" y="19248"/>
                    <a:pt x="32380" y="19106"/>
                    <a:pt x="32199" y="18959"/>
                  </a:cubicBezTo>
                  <a:cubicBezTo>
                    <a:pt x="32362" y="18747"/>
                    <a:pt x="32525" y="18530"/>
                    <a:pt x="32658" y="18296"/>
                  </a:cubicBezTo>
                  <a:cubicBezTo>
                    <a:pt x="32689" y="18240"/>
                    <a:pt x="32638" y="18193"/>
                    <a:pt x="32586" y="18193"/>
                  </a:cubicBezTo>
                  <a:cubicBezTo>
                    <a:pt x="32565" y="18193"/>
                    <a:pt x="32545" y="18201"/>
                    <a:pt x="32529" y="18218"/>
                  </a:cubicBezTo>
                  <a:cubicBezTo>
                    <a:pt x="32359" y="18415"/>
                    <a:pt x="32213" y="18633"/>
                    <a:pt x="32070" y="18853"/>
                  </a:cubicBezTo>
                  <a:cubicBezTo>
                    <a:pt x="31939" y="18747"/>
                    <a:pt x="31808" y="18640"/>
                    <a:pt x="31679" y="18530"/>
                  </a:cubicBezTo>
                  <a:cubicBezTo>
                    <a:pt x="31645" y="18500"/>
                    <a:pt x="31611" y="18472"/>
                    <a:pt x="31578" y="18442"/>
                  </a:cubicBezTo>
                  <a:lnTo>
                    <a:pt x="31578" y="18442"/>
                  </a:lnTo>
                  <a:cubicBezTo>
                    <a:pt x="31588" y="18447"/>
                    <a:pt x="31598" y="18449"/>
                    <a:pt x="31609" y="18449"/>
                  </a:cubicBezTo>
                  <a:cubicBezTo>
                    <a:pt x="31627" y="18449"/>
                    <a:pt x="31646" y="18442"/>
                    <a:pt x="31660" y="18426"/>
                  </a:cubicBezTo>
                  <a:cubicBezTo>
                    <a:pt x="31859" y="18197"/>
                    <a:pt x="32054" y="17932"/>
                    <a:pt x="32197" y="17664"/>
                  </a:cubicBezTo>
                  <a:cubicBezTo>
                    <a:pt x="32233" y="17597"/>
                    <a:pt x="32171" y="17539"/>
                    <a:pt x="32109" y="17539"/>
                  </a:cubicBezTo>
                  <a:cubicBezTo>
                    <a:pt x="32084" y="17539"/>
                    <a:pt x="32060" y="17548"/>
                    <a:pt x="32041" y="17570"/>
                  </a:cubicBezTo>
                  <a:cubicBezTo>
                    <a:pt x="31850" y="17803"/>
                    <a:pt x="31680" y="18086"/>
                    <a:pt x="31545" y="18355"/>
                  </a:cubicBezTo>
                  <a:cubicBezTo>
                    <a:pt x="31535" y="18377"/>
                    <a:pt x="31537" y="18398"/>
                    <a:pt x="31547" y="18414"/>
                  </a:cubicBezTo>
                  <a:cubicBezTo>
                    <a:pt x="31270" y="18173"/>
                    <a:pt x="30998" y="17930"/>
                    <a:pt x="30731" y="17682"/>
                  </a:cubicBezTo>
                  <a:cubicBezTo>
                    <a:pt x="30933" y="17427"/>
                    <a:pt x="31124" y="17162"/>
                    <a:pt x="31287" y="16886"/>
                  </a:cubicBezTo>
                  <a:cubicBezTo>
                    <a:pt x="31323" y="16827"/>
                    <a:pt x="31267" y="16775"/>
                    <a:pt x="31211" y="16775"/>
                  </a:cubicBezTo>
                  <a:cubicBezTo>
                    <a:pt x="31189" y="16775"/>
                    <a:pt x="31166" y="16784"/>
                    <a:pt x="31150" y="16804"/>
                  </a:cubicBezTo>
                  <a:cubicBezTo>
                    <a:pt x="30950" y="17039"/>
                    <a:pt x="30772" y="17297"/>
                    <a:pt x="30604" y="17559"/>
                  </a:cubicBezTo>
                  <a:cubicBezTo>
                    <a:pt x="30382" y="17351"/>
                    <a:pt x="30162" y="17140"/>
                    <a:pt x="29945" y="16924"/>
                  </a:cubicBezTo>
                  <a:cubicBezTo>
                    <a:pt x="30093" y="16573"/>
                    <a:pt x="30305" y="16281"/>
                    <a:pt x="30553" y="15993"/>
                  </a:cubicBezTo>
                  <a:cubicBezTo>
                    <a:pt x="30605" y="15934"/>
                    <a:pt x="30549" y="15863"/>
                    <a:pt x="30486" y="15863"/>
                  </a:cubicBezTo>
                  <a:cubicBezTo>
                    <a:pt x="30470" y="15863"/>
                    <a:pt x="30455" y="15867"/>
                    <a:pt x="30440" y="15877"/>
                  </a:cubicBezTo>
                  <a:cubicBezTo>
                    <a:pt x="30121" y="16084"/>
                    <a:pt x="29910" y="16417"/>
                    <a:pt x="29802" y="16777"/>
                  </a:cubicBezTo>
                  <a:cubicBezTo>
                    <a:pt x="29542" y="16515"/>
                    <a:pt x="29286" y="16248"/>
                    <a:pt x="29037" y="15979"/>
                  </a:cubicBezTo>
                  <a:cubicBezTo>
                    <a:pt x="29058" y="15977"/>
                    <a:pt x="29080" y="15969"/>
                    <a:pt x="29094" y="15948"/>
                  </a:cubicBezTo>
                  <a:cubicBezTo>
                    <a:pt x="29322" y="15620"/>
                    <a:pt x="29551" y="15289"/>
                    <a:pt x="29774" y="14956"/>
                  </a:cubicBezTo>
                  <a:cubicBezTo>
                    <a:pt x="29814" y="14896"/>
                    <a:pt x="29768" y="14834"/>
                    <a:pt x="29714" y="14834"/>
                  </a:cubicBezTo>
                  <a:cubicBezTo>
                    <a:pt x="29694" y="14834"/>
                    <a:pt x="29672" y="14842"/>
                    <a:pt x="29654" y="14862"/>
                  </a:cubicBezTo>
                  <a:cubicBezTo>
                    <a:pt x="29370" y="15161"/>
                    <a:pt x="29136" y="15496"/>
                    <a:pt x="28946" y="15861"/>
                  </a:cubicBezTo>
                  <a:cubicBezTo>
                    <a:pt x="28944" y="15866"/>
                    <a:pt x="28944" y="15871"/>
                    <a:pt x="28942" y="15877"/>
                  </a:cubicBezTo>
                  <a:cubicBezTo>
                    <a:pt x="28724" y="15642"/>
                    <a:pt x="28507" y="15402"/>
                    <a:pt x="28297" y="15160"/>
                  </a:cubicBezTo>
                  <a:cubicBezTo>
                    <a:pt x="28465" y="14994"/>
                    <a:pt x="28618" y="14814"/>
                    <a:pt x="28769" y="14637"/>
                  </a:cubicBezTo>
                  <a:cubicBezTo>
                    <a:pt x="28931" y="14448"/>
                    <a:pt x="29108" y="14268"/>
                    <a:pt x="29234" y="14056"/>
                  </a:cubicBezTo>
                  <a:cubicBezTo>
                    <a:pt x="29272" y="13991"/>
                    <a:pt x="29204" y="13919"/>
                    <a:pt x="29138" y="13919"/>
                  </a:cubicBezTo>
                  <a:cubicBezTo>
                    <a:pt x="29120" y="13919"/>
                    <a:pt x="29101" y="13925"/>
                    <a:pt x="29085" y="13938"/>
                  </a:cubicBezTo>
                  <a:cubicBezTo>
                    <a:pt x="28908" y="14090"/>
                    <a:pt x="28773" y="14283"/>
                    <a:pt x="28626" y="14463"/>
                  </a:cubicBezTo>
                  <a:cubicBezTo>
                    <a:pt x="28476" y="14650"/>
                    <a:pt x="28321" y="14831"/>
                    <a:pt x="28185" y="15029"/>
                  </a:cubicBezTo>
                  <a:cubicBezTo>
                    <a:pt x="27954" y="14760"/>
                    <a:pt x="27725" y="14491"/>
                    <a:pt x="27501" y="14217"/>
                  </a:cubicBezTo>
                  <a:cubicBezTo>
                    <a:pt x="27773" y="13901"/>
                    <a:pt x="28054" y="13570"/>
                    <a:pt x="28266" y="13218"/>
                  </a:cubicBezTo>
                  <a:cubicBezTo>
                    <a:pt x="28306" y="13153"/>
                    <a:pt x="28258" y="13088"/>
                    <a:pt x="28200" y="13088"/>
                  </a:cubicBezTo>
                  <a:cubicBezTo>
                    <a:pt x="28179" y="13088"/>
                    <a:pt x="28157" y="13096"/>
                    <a:pt x="28137" y="13116"/>
                  </a:cubicBezTo>
                  <a:cubicBezTo>
                    <a:pt x="27858" y="13404"/>
                    <a:pt x="27619" y="13747"/>
                    <a:pt x="27388" y="14080"/>
                  </a:cubicBezTo>
                  <a:cubicBezTo>
                    <a:pt x="27210" y="13863"/>
                    <a:pt x="27038" y="13641"/>
                    <a:pt x="26866" y="13418"/>
                  </a:cubicBezTo>
                  <a:cubicBezTo>
                    <a:pt x="26641" y="13128"/>
                    <a:pt x="26424" y="12831"/>
                    <a:pt x="26211" y="12534"/>
                  </a:cubicBezTo>
                  <a:cubicBezTo>
                    <a:pt x="26442" y="12242"/>
                    <a:pt x="26689" y="11953"/>
                    <a:pt x="26897" y="11648"/>
                  </a:cubicBezTo>
                  <a:cubicBezTo>
                    <a:pt x="26936" y="11593"/>
                    <a:pt x="26892" y="11523"/>
                    <a:pt x="26837" y="11523"/>
                  </a:cubicBezTo>
                  <a:cubicBezTo>
                    <a:pt x="26822" y="11523"/>
                    <a:pt x="26806" y="11528"/>
                    <a:pt x="26791" y="11539"/>
                  </a:cubicBezTo>
                  <a:cubicBezTo>
                    <a:pt x="26513" y="11749"/>
                    <a:pt x="26278" y="12063"/>
                    <a:pt x="26104" y="12378"/>
                  </a:cubicBezTo>
                  <a:cubicBezTo>
                    <a:pt x="25969" y="12185"/>
                    <a:pt x="25833" y="11993"/>
                    <a:pt x="25701" y="11797"/>
                  </a:cubicBezTo>
                  <a:cubicBezTo>
                    <a:pt x="25715" y="11796"/>
                    <a:pt x="25732" y="11790"/>
                    <a:pt x="25747" y="11777"/>
                  </a:cubicBezTo>
                  <a:cubicBezTo>
                    <a:pt x="25973" y="11565"/>
                    <a:pt x="26203" y="11355"/>
                    <a:pt x="26400" y="11111"/>
                  </a:cubicBezTo>
                  <a:cubicBezTo>
                    <a:pt x="26453" y="11046"/>
                    <a:pt x="26391" y="10954"/>
                    <a:pt x="26321" y="10954"/>
                  </a:cubicBezTo>
                  <a:cubicBezTo>
                    <a:pt x="26303" y="10954"/>
                    <a:pt x="26284" y="10960"/>
                    <a:pt x="26267" y="10975"/>
                  </a:cubicBezTo>
                  <a:cubicBezTo>
                    <a:pt x="26027" y="11175"/>
                    <a:pt x="25819" y="11407"/>
                    <a:pt x="25609" y="11638"/>
                  </a:cubicBezTo>
                  <a:cubicBezTo>
                    <a:pt x="25606" y="11643"/>
                    <a:pt x="25606" y="11647"/>
                    <a:pt x="25602" y="11652"/>
                  </a:cubicBezTo>
                  <a:cubicBezTo>
                    <a:pt x="25466" y="11451"/>
                    <a:pt x="25333" y="11249"/>
                    <a:pt x="25201" y="11046"/>
                  </a:cubicBezTo>
                  <a:cubicBezTo>
                    <a:pt x="25486" y="10804"/>
                    <a:pt x="25755" y="10512"/>
                    <a:pt x="25905" y="10172"/>
                  </a:cubicBezTo>
                  <a:cubicBezTo>
                    <a:pt x="25934" y="10103"/>
                    <a:pt x="25874" y="10040"/>
                    <a:pt x="25814" y="10040"/>
                  </a:cubicBezTo>
                  <a:cubicBezTo>
                    <a:pt x="25789" y="10040"/>
                    <a:pt x="25765" y="10050"/>
                    <a:pt x="25747" y="10075"/>
                  </a:cubicBezTo>
                  <a:cubicBezTo>
                    <a:pt x="25537" y="10360"/>
                    <a:pt x="25347" y="10641"/>
                    <a:pt x="25099" y="10889"/>
                  </a:cubicBezTo>
                  <a:cubicBezTo>
                    <a:pt x="24967" y="10686"/>
                    <a:pt x="24837" y="10483"/>
                    <a:pt x="24706" y="10279"/>
                  </a:cubicBezTo>
                  <a:cubicBezTo>
                    <a:pt x="24947" y="10058"/>
                    <a:pt x="25204" y="9841"/>
                    <a:pt x="25413" y="9591"/>
                  </a:cubicBezTo>
                  <a:cubicBezTo>
                    <a:pt x="25460" y="9534"/>
                    <a:pt x="25407" y="9456"/>
                    <a:pt x="25347" y="9456"/>
                  </a:cubicBezTo>
                  <a:cubicBezTo>
                    <a:pt x="25331" y="9456"/>
                    <a:pt x="25315" y="9461"/>
                    <a:pt x="25300" y="9473"/>
                  </a:cubicBezTo>
                  <a:cubicBezTo>
                    <a:pt x="25055" y="9676"/>
                    <a:pt x="24842" y="9921"/>
                    <a:pt x="24628" y="10155"/>
                  </a:cubicBezTo>
                  <a:cubicBezTo>
                    <a:pt x="24515" y="9976"/>
                    <a:pt x="24403" y="9799"/>
                    <a:pt x="24290" y="9620"/>
                  </a:cubicBezTo>
                  <a:lnTo>
                    <a:pt x="24290" y="9620"/>
                  </a:lnTo>
                  <a:cubicBezTo>
                    <a:pt x="24297" y="9621"/>
                    <a:pt x="24304" y="9622"/>
                    <a:pt x="24311" y="9622"/>
                  </a:cubicBezTo>
                  <a:cubicBezTo>
                    <a:pt x="24338" y="9622"/>
                    <a:pt x="24365" y="9613"/>
                    <a:pt x="24388" y="9588"/>
                  </a:cubicBezTo>
                  <a:cubicBezTo>
                    <a:pt x="24636" y="9338"/>
                    <a:pt x="24919" y="9069"/>
                    <a:pt x="25110" y="8771"/>
                  </a:cubicBezTo>
                  <a:cubicBezTo>
                    <a:pt x="25155" y="8702"/>
                    <a:pt x="25102" y="8608"/>
                    <a:pt x="25032" y="8608"/>
                  </a:cubicBezTo>
                  <a:cubicBezTo>
                    <a:pt x="25014" y="8608"/>
                    <a:pt x="24994" y="8615"/>
                    <a:pt x="24974" y="8631"/>
                  </a:cubicBezTo>
                  <a:cubicBezTo>
                    <a:pt x="24692" y="8862"/>
                    <a:pt x="24451" y="9177"/>
                    <a:pt x="24223" y="9460"/>
                  </a:cubicBezTo>
                  <a:cubicBezTo>
                    <a:pt x="24216" y="9472"/>
                    <a:pt x="24212" y="9481"/>
                    <a:pt x="24209" y="9491"/>
                  </a:cubicBezTo>
                  <a:cubicBezTo>
                    <a:pt x="24040" y="9224"/>
                    <a:pt x="23872" y="8956"/>
                    <a:pt x="23706" y="8691"/>
                  </a:cubicBezTo>
                  <a:lnTo>
                    <a:pt x="23706" y="8691"/>
                  </a:lnTo>
                  <a:cubicBezTo>
                    <a:pt x="23713" y="8693"/>
                    <a:pt x="23720" y="8694"/>
                    <a:pt x="23727" y="8694"/>
                  </a:cubicBezTo>
                  <a:cubicBezTo>
                    <a:pt x="23747" y="8694"/>
                    <a:pt x="23769" y="8686"/>
                    <a:pt x="23787" y="8669"/>
                  </a:cubicBezTo>
                  <a:cubicBezTo>
                    <a:pt x="24103" y="8376"/>
                    <a:pt x="24436" y="8064"/>
                    <a:pt x="24698" y="7727"/>
                  </a:cubicBezTo>
                  <a:cubicBezTo>
                    <a:pt x="24750" y="7660"/>
                    <a:pt x="24689" y="7567"/>
                    <a:pt x="24619" y="7567"/>
                  </a:cubicBezTo>
                  <a:cubicBezTo>
                    <a:pt x="24600" y="7567"/>
                    <a:pt x="24581" y="7574"/>
                    <a:pt x="24563" y="7588"/>
                  </a:cubicBezTo>
                  <a:cubicBezTo>
                    <a:pt x="24227" y="7856"/>
                    <a:pt x="23920" y="8192"/>
                    <a:pt x="23635" y="8511"/>
                  </a:cubicBezTo>
                  <a:cubicBezTo>
                    <a:pt x="23624" y="8522"/>
                    <a:pt x="23618" y="8536"/>
                    <a:pt x="23615" y="8546"/>
                  </a:cubicBezTo>
                  <a:cubicBezTo>
                    <a:pt x="23510" y="8383"/>
                    <a:pt x="23408" y="8220"/>
                    <a:pt x="23305" y="8057"/>
                  </a:cubicBezTo>
                  <a:cubicBezTo>
                    <a:pt x="23424" y="7906"/>
                    <a:pt x="23529" y="7738"/>
                    <a:pt x="23635" y="7580"/>
                  </a:cubicBezTo>
                  <a:cubicBezTo>
                    <a:pt x="23741" y="7422"/>
                    <a:pt x="23849" y="7268"/>
                    <a:pt x="23921" y="7091"/>
                  </a:cubicBezTo>
                  <a:cubicBezTo>
                    <a:pt x="23946" y="7029"/>
                    <a:pt x="23899" y="6984"/>
                    <a:pt x="23847" y="6984"/>
                  </a:cubicBezTo>
                  <a:cubicBezTo>
                    <a:pt x="23826" y="6984"/>
                    <a:pt x="23804" y="6991"/>
                    <a:pt x="23787" y="7009"/>
                  </a:cubicBezTo>
                  <a:cubicBezTo>
                    <a:pt x="23644" y="7156"/>
                    <a:pt x="23536" y="7335"/>
                    <a:pt x="23425" y="7507"/>
                  </a:cubicBezTo>
                  <a:cubicBezTo>
                    <a:pt x="23346" y="7629"/>
                    <a:pt x="23262" y="7751"/>
                    <a:pt x="23189" y="7877"/>
                  </a:cubicBezTo>
                  <a:cubicBezTo>
                    <a:pt x="23135" y="7798"/>
                    <a:pt x="23084" y="7717"/>
                    <a:pt x="23033" y="7636"/>
                  </a:cubicBezTo>
                  <a:cubicBezTo>
                    <a:pt x="22951" y="7510"/>
                    <a:pt x="22866" y="7384"/>
                    <a:pt x="22782" y="7259"/>
                  </a:cubicBezTo>
                  <a:cubicBezTo>
                    <a:pt x="23047" y="7055"/>
                    <a:pt x="23267" y="6802"/>
                    <a:pt x="23401" y="6491"/>
                  </a:cubicBezTo>
                  <a:cubicBezTo>
                    <a:pt x="23426" y="6433"/>
                    <a:pt x="23370" y="6373"/>
                    <a:pt x="23316" y="6373"/>
                  </a:cubicBezTo>
                  <a:cubicBezTo>
                    <a:pt x="23294" y="6373"/>
                    <a:pt x="23272" y="6383"/>
                    <a:pt x="23257" y="6406"/>
                  </a:cubicBezTo>
                  <a:cubicBezTo>
                    <a:pt x="23091" y="6666"/>
                    <a:pt x="22909" y="6907"/>
                    <a:pt x="22680" y="7108"/>
                  </a:cubicBezTo>
                  <a:cubicBezTo>
                    <a:pt x="22582" y="6970"/>
                    <a:pt x="22487" y="6830"/>
                    <a:pt x="22389" y="6694"/>
                  </a:cubicBezTo>
                  <a:cubicBezTo>
                    <a:pt x="22608" y="6498"/>
                    <a:pt x="22803" y="6255"/>
                    <a:pt x="22881" y="5980"/>
                  </a:cubicBezTo>
                  <a:cubicBezTo>
                    <a:pt x="22893" y="5941"/>
                    <a:pt x="22856" y="5913"/>
                    <a:pt x="22822" y="5913"/>
                  </a:cubicBezTo>
                  <a:cubicBezTo>
                    <a:pt x="22805" y="5913"/>
                    <a:pt x="22788" y="5920"/>
                    <a:pt x="22778" y="5934"/>
                  </a:cubicBezTo>
                  <a:cubicBezTo>
                    <a:pt x="22610" y="6150"/>
                    <a:pt x="22470" y="6367"/>
                    <a:pt x="22293" y="6565"/>
                  </a:cubicBezTo>
                  <a:cubicBezTo>
                    <a:pt x="22141" y="6352"/>
                    <a:pt x="21984" y="6143"/>
                    <a:pt x="21823" y="5939"/>
                  </a:cubicBezTo>
                  <a:cubicBezTo>
                    <a:pt x="22042" y="5679"/>
                    <a:pt x="22276" y="5419"/>
                    <a:pt x="22456" y="5128"/>
                  </a:cubicBezTo>
                  <a:cubicBezTo>
                    <a:pt x="22497" y="5065"/>
                    <a:pt x="22449" y="5000"/>
                    <a:pt x="22393" y="5000"/>
                  </a:cubicBezTo>
                  <a:cubicBezTo>
                    <a:pt x="22372" y="5000"/>
                    <a:pt x="22351" y="5009"/>
                    <a:pt x="22331" y="5029"/>
                  </a:cubicBezTo>
                  <a:cubicBezTo>
                    <a:pt x="22102" y="5263"/>
                    <a:pt x="21910" y="5540"/>
                    <a:pt x="21719" y="5807"/>
                  </a:cubicBezTo>
                  <a:cubicBezTo>
                    <a:pt x="21417" y="5431"/>
                    <a:pt x="21100" y="5070"/>
                    <a:pt x="20763" y="4726"/>
                  </a:cubicBezTo>
                  <a:cubicBezTo>
                    <a:pt x="20918" y="4533"/>
                    <a:pt x="21094" y="4363"/>
                    <a:pt x="21263" y="4173"/>
                  </a:cubicBezTo>
                  <a:cubicBezTo>
                    <a:pt x="21305" y="4124"/>
                    <a:pt x="21257" y="4068"/>
                    <a:pt x="21205" y="4068"/>
                  </a:cubicBezTo>
                  <a:cubicBezTo>
                    <a:pt x="21193" y="4068"/>
                    <a:pt x="21181" y="4071"/>
                    <a:pt x="21169" y="4078"/>
                  </a:cubicBezTo>
                  <a:cubicBezTo>
                    <a:pt x="20960" y="4203"/>
                    <a:pt x="20794" y="4404"/>
                    <a:pt x="20655" y="4616"/>
                  </a:cubicBezTo>
                  <a:cubicBezTo>
                    <a:pt x="20505" y="4465"/>
                    <a:pt x="20352" y="4320"/>
                    <a:pt x="20194" y="4179"/>
                  </a:cubicBezTo>
                  <a:cubicBezTo>
                    <a:pt x="20248" y="4101"/>
                    <a:pt x="20301" y="4021"/>
                    <a:pt x="20352" y="3941"/>
                  </a:cubicBezTo>
                  <a:cubicBezTo>
                    <a:pt x="20435" y="3813"/>
                    <a:pt x="20534" y="3685"/>
                    <a:pt x="20588" y="3541"/>
                  </a:cubicBezTo>
                  <a:cubicBezTo>
                    <a:pt x="20608" y="3485"/>
                    <a:pt x="20566" y="3441"/>
                    <a:pt x="20519" y="3441"/>
                  </a:cubicBezTo>
                  <a:cubicBezTo>
                    <a:pt x="20500" y="3441"/>
                    <a:pt x="20480" y="3448"/>
                    <a:pt x="20464" y="3466"/>
                  </a:cubicBezTo>
                  <a:cubicBezTo>
                    <a:pt x="20357" y="3576"/>
                    <a:pt x="20286" y="3724"/>
                    <a:pt x="20210" y="3855"/>
                  </a:cubicBezTo>
                  <a:cubicBezTo>
                    <a:pt x="20166" y="3929"/>
                    <a:pt x="20123" y="4003"/>
                    <a:pt x="20081" y="4078"/>
                  </a:cubicBezTo>
                  <a:cubicBezTo>
                    <a:pt x="19972" y="3982"/>
                    <a:pt x="19861" y="3888"/>
                    <a:pt x="19748" y="3796"/>
                  </a:cubicBezTo>
                  <a:cubicBezTo>
                    <a:pt x="19905" y="3534"/>
                    <a:pt x="20038" y="3253"/>
                    <a:pt x="20160" y="2975"/>
                  </a:cubicBezTo>
                  <a:cubicBezTo>
                    <a:pt x="20188" y="2911"/>
                    <a:pt x="20138" y="2865"/>
                    <a:pt x="20086" y="2865"/>
                  </a:cubicBezTo>
                  <a:cubicBezTo>
                    <a:pt x="20057" y="2865"/>
                    <a:pt x="20028" y="2879"/>
                    <a:pt x="20010" y="2910"/>
                  </a:cubicBezTo>
                  <a:cubicBezTo>
                    <a:pt x="19865" y="3160"/>
                    <a:pt x="19724" y="3419"/>
                    <a:pt x="19608" y="3685"/>
                  </a:cubicBezTo>
                  <a:cubicBezTo>
                    <a:pt x="19447" y="3558"/>
                    <a:pt x="19282" y="3436"/>
                    <a:pt x="19112" y="3317"/>
                  </a:cubicBezTo>
                  <a:cubicBezTo>
                    <a:pt x="19216" y="2983"/>
                    <a:pt x="19369" y="2689"/>
                    <a:pt x="19535" y="2379"/>
                  </a:cubicBezTo>
                  <a:cubicBezTo>
                    <a:pt x="19567" y="2319"/>
                    <a:pt x="19513" y="2269"/>
                    <a:pt x="19459" y="2269"/>
                  </a:cubicBezTo>
                  <a:cubicBezTo>
                    <a:pt x="19438" y="2269"/>
                    <a:pt x="19416" y="2277"/>
                    <a:pt x="19399" y="2297"/>
                  </a:cubicBezTo>
                  <a:cubicBezTo>
                    <a:pt x="19182" y="2552"/>
                    <a:pt x="19045" y="2895"/>
                    <a:pt x="18976" y="3225"/>
                  </a:cubicBezTo>
                  <a:cubicBezTo>
                    <a:pt x="18869" y="3153"/>
                    <a:pt x="18760" y="3082"/>
                    <a:pt x="18648" y="3015"/>
                  </a:cubicBezTo>
                  <a:cubicBezTo>
                    <a:pt x="18005" y="2618"/>
                    <a:pt x="17323" y="2290"/>
                    <a:pt x="16616" y="2023"/>
                  </a:cubicBezTo>
                  <a:cubicBezTo>
                    <a:pt x="16680" y="1847"/>
                    <a:pt x="16738" y="1670"/>
                    <a:pt x="16799" y="1493"/>
                  </a:cubicBezTo>
                  <a:cubicBezTo>
                    <a:pt x="16863" y="1302"/>
                    <a:pt x="16943" y="1106"/>
                    <a:pt x="16975" y="905"/>
                  </a:cubicBezTo>
                  <a:cubicBezTo>
                    <a:pt x="16986" y="827"/>
                    <a:pt x="16927" y="781"/>
                    <a:pt x="16866" y="781"/>
                  </a:cubicBezTo>
                  <a:cubicBezTo>
                    <a:pt x="16827" y="781"/>
                    <a:pt x="16787" y="800"/>
                    <a:pt x="16765" y="843"/>
                  </a:cubicBezTo>
                  <a:cubicBezTo>
                    <a:pt x="16667" y="1038"/>
                    <a:pt x="16620" y="1261"/>
                    <a:pt x="16558" y="1468"/>
                  </a:cubicBezTo>
                  <a:cubicBezTo>
                    <a:pt x="16508" y="1628"/>
                    <a:pt x="16462" y="1789"/>
                    <a:pt x="16416" y="1949"/>
                  </a:cubicBezTo>
                  <a:cubicBezTo>
                    <a:pt x="16121" y="1843"/>
                    <a:pt x="15822" y="1748"/>
                    <a:pt x="15522" y="1665"/>
                  </a:cubicBezTo>
                  <a:cubicBezTo>
                    <a:pt x="15638" y="1360"/>
                    <a:pt x="15756" y="1052"/>
                    <a:pt x="15834" y="736"/>
                  </a:cubicBezTo>
                  <a:cubicBezTo>
                    <a:pt x="15849" y="674"/>
                    <a:pt x="15795" y="634"/>
                    <a:pt x="15741" y="634"/>
                  </a:cubicBezTo>
                  <a:cubicBezTo>
                    <a:pt x="15707" y="634"/>
                    <a:pt x="15674" y="649"/>
                    <a:pt x="15658" y="685"/>
                  </a:cubicBezTo>
                  <a:cubicBezTo>
                    <a:pt x="15532" y="986"/>
                    <a:pt x="15444" y="1305"/>
                    <a:pt x="15355" y="1621"/>
                  </a:cubicBezTo>
                  <a:cubicBezTo>
                    <a:pt x="15114" y="1558"/>
                    <a:pt x="14870" y="1500"/>
                    <a:pt x="14625" y="1451"/>
                  </a:cubicBezTo>
                  <a:cubicBezTo>
                    <a:pt x="14750" y="1145"/>
                    <a:pt x="14877" y="820"/>
                    <a:pt x="14916" y="497"/>
                  </a:cubicBezTo>
                  <a:cubicBezTo>
                    <a:pt x="14923" y="440"/>
                    <a:pt x="14880" y="405"/>
                    <a:pt x="14835" y="405"/>
                  </a:cubicBezTo>
                  <a:cubicBezTo>
                    <a:pt x="14806" y="405"/>
                    <a:pt x="14776" y="420"/>
                    <a:pt x="14760" y="453"/>
                  </a:cubicBezTo>
                  <a:cubicBezTo>
                    <a:pt x="14611" y="744"/>
                    <a:pt x="14534" y="1092"/>
                    <a:pt x="14463" y="1418"/>
                  </a:cubicBezTo>
                  <a:cubicBezTo>
                    <a:pt x="14221" y="1373"/>
                    <a:pt x="13975" y="1333"/>
                    <a:pt x="13729" y="1303"/>
                  </a:cubicBezTo>
                  <a:cubicBezTo>
                    <a:pt x="13823" y="992"/>
                    <a:pt x="13908" y="666"/>
                    <a:pt x="13952" y="347"/>
                  </a:cubicBezTo>
                  <a:cubicBezTo>
                    <a:pt x="13960" y="292"/>
                    <a:pt x="13909" y="252"/>
                    <a:pt x="13862" y="252"/>
                  </a:cubicBezTo>
                  <a:cubicBezTo>
                    <a:pt x="13834" y="252"/>
                    <a:pt x="13807" y="267"/>
                    <a:pt x="13796" y="301"/>
                  </a:cubicBezTo>
                  <a:cubicBezTo>
                    <a:pt x="13691" y="615"/>
                    <a:pt x="13620" y="953"/>
                    <a:pt x="13568" y="1283"/>
                  </a:cubicBezTo>
                  <a:cubicBezTo>
                    <a:pt x="13471" y="1274"/>
                    <a:pt x="13375" y="1262"/>
                    <a:pt x="13277" y="1254"/>
                  </a:cubicBezTo>
                  <a:cubicBezTo>
                    <a:pt x="13127" y="1239"/>
                    <a:pt x="12973" y="1230"/>
                    <a:pt x="12820" y="1222"/>
                  </a:cubicBezTo>
                  <a:cubicBezTo>
                    <a:pt x="12882" y="885"/>
                    <a:pt x="12985" y="564"/>
                    <a:pt x="13073" y="233"/>
                  </a:cubicBezTo>
                  <a:cubicBezTo>
                    <a:pt x="13086" y="187"/>
                    <a:pt x="13050" y="161"/>
                    <a:pt x="13013" y="161"/>
                  </a:cubicBezTo>
                  <a:cubicBezTo>
                    <a:pt x="12988" y="161"/>
                    <a:pt x="12962" y="172"/>
                    <a:pt x="12950" y="197"/>
                  </a:cubicBezTo>
                  <a:cubicBezTo>
                    <a:pt x="12780" y="508"/>
                    <a:pt x="12709" y="863"/>
                    <a:pt x="12681" y="1213"/>
                  </a:cubicBezTo>
                  <a:cubicBezTo>
                    <a:pt x="12496" y="1206"/>
                    <a:pt x="12311" y="1202"/>
                    <a:pt x="12127" y="1202"/>
                  </a:cubicBezTo>
                  <a:cubicBezTo>
                    <a:pt x="12046" y="1202"/>
                    <a:pt x="11964" y="1202"/>
                    <a:pt x="11883" y="1204"/>
                  </a:cubicBezTo>
                  <a:cubicBezTo>
                    <a:pt x="11981" y="834"/>
                    <a:pt x="12073" y="460"/>
                    <a:pt x="12122" y="83"/>
                  </a:cubicBezTo>
                  <a:cubicBezTo>
                    <a:pt x="12128" y="35"/>
                    <a:pt x="12083" y="1"/>
                    <a:pt x="120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30" name="Google Shape;2330;p16"/>
            <p:cNvSpPr/>
            <p:nvPr/>
          </p:nvSpPr>
          <p:spPr>
            <a:xfrm>
              <a:off x="7144200" y="3290760"/>
              <a:ext cx="2160766" cy="1668272"/>
            </a:xfrm>
            <a:custGeom>
              <a:rect b="b" l="l" r="r" t="t"/>
              <a:pathLst>
                <a:path extrusionOk="0" h="33122" w="42900">
                  <a:moveTo>
                    <a:pt x="9181" y="353"/>
                  </a:moveTo>
                  <a:cubicBezTo>
                    <a:pt x="9353" y="353"/>
                    <a:pt x="9525" y="356"/>
                    <a:pt x="9697" y="364"/>
                  </a:cubicBezTo>
                  <a:cubicBezTo>
                    <a:pt x="13568" y="538"/>
                    <a:pt x="16551" y="2947"/>
                    <a:pt x="18805" y="5925"/>
                  </a:cubicBezTo>
                  <a:cubicBezTo>
                    <a:pt x="21271" y="9178"/>
                    <a:pt x="23013" y="12918"/>
                    <a:pt x="25946" y="15818"/>
                  </a:cubicBezTo>
                  <a:cubicBezTo>
                    <a:pt x="28644" y="18486"/>
                    <a:pt x="31938" y="20453"/>
                    <a:pt x="35251" y="22253"/>
                  </a:cubicBezTo>
                  <a:cubicBezTo>
                    <a:pt x="36951" y="23177"/>
                    <a:pt x="38806" y="23973"/>
                    <a:pt x="40300" y="25226"/>
                  </a:cubicBezTo>
                  <a:cubicBezTo>
                    <a:pt x="41614" y="26330"/>
                    <a:pt x="42617" y="28013"/>
                    <a:pt x="42268" y="29789"/>
                  </a:cubicBezTo>
                  <a:cubicBezTo>
                    <a:pt x="41873" y="31804"/>
                    <a:pt x="39725" y="32510"/>
                    <a:pt x="37919" y="32704"/>
                  </a:cubicBezTo>
                  <a:cubicBezTo>
                    <a:pt x="37574" y="32741"/>
                    <a:pt x="37228" y="32760"/>
                    <a:pt x="36882" y="32760"/>
                  </a:cubicBezTo>
                  <a:cubicBezTo>
                    <a:pt x="35373" y="32760"/>
                    <a:pt x="33871" y="32408"/>
                    <a:pt x="32526" y="31723"/>
                  </a:cubicBezTo>
                  <a:cubicBezTo>
                    <a:pt x="30202" y="30540"/>
                    <a:pt x="28498" y="28550"/>
                    <a:pt x="26830" y="26574"/>
                  </a:cubicBezTo>
                  <a:lnTo>
                    <a:pt x="26830" y="26574"/>
                  </a:lnTo>
                  <a:cubicBezTo>
                    <a:pt x="26883" y="26610"/>
                    <a:pt x="26928" y="26634"/>
                    <a:pt x="26995" y="26634"/>
                  </a:cubicBezTo>
                  <a:cubicBezTo>
                    <a:pt x="27081" y="26634"/>
                    <a:pt x="27136" y="26507"/>
                    <a:pt x="27078" y="26443"/>
                  </a:cubicBezTo>
                  <a:cubicBezTo>
                    <a:pt x="27029" y="26391"/>
                    <a:pt x="26978" y="26375"/>
                    <a:pt x="26910" y="26360"/>
                  </a:cubicBezTo>
                  <a:cubicBezTo>
                    <a:pt x="26901" y="26358"/>
                    <a:pt x="26893" y="26357"/>
                    <a:pt x="26886" y="26357"/>
                  </a:cubicBezTo>
                  <a:cubicBezTo>
                    <a:pt x="26807" y="26357"/>
                    <a:pt x="26756" y="26450"/>
                    <a:pt x="26782" y="26518"/>
                  </a:cubicBezTo>
                  <a:cubicBezTo>
                    <a:pt x="26275" y="25920"/>
                    <a:pt x="25773" y="25321"/>
                    <a:pt x="25254" y="24750"/>
                  </a:cubicBezTo>
                  <a:cubicBezTo>
                    <a:pt x="24190" y="23568"/>
                    <a:pt x="23040" y="22437"/>
                    <a:pt x="21688" y="21587"/>
                  </a:cubicBezTo>
                  <a:cubicBezTo>
                    <a:pt x="20231" y="20673"/>
                    <a:pt x="18580" y="20175"/>
                    <a:pt x="16896" y="19896"/>
                  </a:cubicBezTo>
                  <a:cubicBezTo>
                    <a:pt x="13393" y="19315"/>
                    <a:pt x="9700" y="19525"/>
                    <a:pt x="6455" y="17864"/>
                  </a:cubicBezTo>
                  <a:cubicBezTo>
                    <a:pt x="4762" y="16998"/>
                    <a:pt x="3492" y="15659"/>
                    <a:pt x="2868" y="13846"/>
                  </a:cubicBezTo>
                  <a:cubicBezTo>
                    <a:pt x="2161" y="11794"/>
                    <a:pt x="1728" y="9622"/>
                    <a:pt x="1182" y="7525"/>
                  </a:cubicBezTo>
                  <a:cubicBezTo>
                    <a:pt x="904" y="6462"/>
                    <a:pt x="628" y="5396"/>
                    <a:pt x="333" y="4339"/>
                  </a:cubicBezTo>
                  <a:cubicBezTo>
                    <a:pt x="326" y="4316"/>
                    <a:pt x="318" y="4298"/>
                    <a:pt x="303" y="4284"/>
                  </a:cubicBezTo>
                  <a:cubicBezTo>
                    <a:pt x="660" y="2607"/>
                    <a:pt x="2783" y="1831"/>
                    <a:pt x="4209" y="1305"/>
                  </a:cubicBezTo>
                  <a:cubicBezTo>
                    <a:pt x="5795" y="719"/>
                    <a:pt x="7485" y="353"/>
                    <a:pt x="9181" y="353"/>
                  </a:cubicBezTo>
                  <a:close/>
                  <a:moveTo>
                    <a:pt x="9170" y="1"/>
                  </a:moveTo>
                  <a:cubicBezTo>
                    <a:pt x="8044" y="1"/>
                    <a:pt x="6917" y="157"/>
                    <a:pt x="5824" y="428"/>
                  </a:cubicBezTo>
                  <a:cubicBezTo>
                    <a:pt x="4198" y="832"/>
                    <a:pt x="2289" y="1438"/>
                    <a:pt x="1016" y="2583"/>
                  </a:cubicBezTo>
                  <a:cubicBezTo>
                    <a:pt x="486" y="3062"/>
                    <a:pt x="102" y="3646"/>
                    <a:pt x="7" y="4362"/>
                  </a:cubicBezTo>
                  <a:cubicBezTo>
                    <a:pt x="0" y="4414"/>
                    <a:pt x="20" y="4452"/>
                    <a:pt x="48" y="4479"/>
                  </a:cubicBezTo>
                  <a:cubicBezTo>
                    <a:pt x="585" y="6707"/>
                    <a:pt x="1175" y="8923"/>
                    <a:pt x="1747" y="11145"/>
                  </a:cubicBezTo>
                  <a:cubicBezTo>
                    <a:pt x="2255" y="13118"/>
                    <a:pt x="2653" y="15144"/>
                    <a:pt x="4137" y="16645"/>
                  </a:cubicBezTo>
                  <a:cubicBezTo>
                    <a:pt x="6757" y="19295"/>
                    <a:pt x="10732" y="19594"/>
                    <a:pt x="14225" y="19936"/>
                  </a:cubicBezTo>
                  <a:cubicBezTo>
                    <a:pt x="16158" y="20126"/>
                    <a:pt x="18129" y="20367"/>
                    <a:pt x="19936" y="21115"/>
                  </a:cubicBezTo>
                  <a:cubicBezTo>
                    <a:pt x="21656" y="21826"/>
                    <a:pt x="23105" y="23009"/>
                    <a:pt x="24382" y="24343"/>
                  </a:cubicBezTo>
                  <a:cubicBezTo>
                    <a:pt x="26758" y="26823"/>
                    <a:pt x="28692" y="29870"/>
                    <a:pt x="31691" y="31674"/>
                  </a:cubicBezTo>
                  <a:cubicBezTo>
                    <a:pt x="33230" y="32601"/>
                    <a:pt x="34993" y="33101"/>
                    <a:pt x="36791" y="33121"/>
                  </a:cubicBezTo>
                  <a:cubicBezTo>
                    <a:pt x="36837" y="33121"/>
                    <a:pt x="36884" y="33121"/>
                    <a:pt x="36931" y="33121"/>
                  </a:cubicBezTo>
                  <a:cubicBezTo>
                    <a:pt x="38582" y="33121"/>
                    <a:pt x="40575" y="32773"/>
                    <a:pt x="41762" y="31546"/>
                  </a:cubicBezTo>
                  <a:cubicBezTo>
                    <a:pt x="42852" y="30424"/>
                    <a:pt x="42899" y="28730"/>
                    <a:pt x="42342" y="27336"/>
                  </a:cubicBezTo>
                  <a:cubicBezTo>
                    <a:pt x="41659" y="25624"/>
                    <a:pt x="40109" y="24505"/>
                    <a:pt x="38563" y="23620"/>
                  </a:cubicBezTo>
                  <a:cubicBezTo>
                    <a:pt x="34974" y="21573"/>
                    <a:pt x="31253" y="19821"/>
                    <a:pt x="28024" y="17199"/>
                  </a:cubicBezTo>
                  <a:cubicBezTo>
                    <a:pt x="26336" y="15829"/>
                    <a:pt x="24852" y="14259"/>
                    <a:pt x="23587" y="12487"/>
                  </a:cubicBezTo>
                  <a:cubicBezTo>
                    <a:pt x="22263" y="10632"/>
                    <a:pt x="21139" y="8641"/>
                    <a:pt x="19844" y="6766"/>
                  </a:cubicBezTo>
                  <a:cubicBezTo>
                    <a:pt x="17747" y="3728"/>
                    <a:pt x="14982" y="878"/>
                    <a:pt x="11205" y="181"/>
                  </a:cubicBezTo>
                  <a:cubicBezTo>
                    <a:pt x="10533" y="58"/>
                    <a:pt x="9852" y="1"/>
                    <a:pt x="91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31" name="Google Shape;2331;p16"/>
            <p:cNvSpPr/>
            <p:nvPr/>
          </p:nvSpPr>
          <p:spPr>
            <a:xfrm>
              <a:off x="7159320" y="3308400"/>
              <a:ext cx="2131245" cy="1632279"/>
            </a:xfrm>
            <a:custGeom>
              <a:rect b="b" l="l" r="r" t="t"/>
              <a:pathLst>
                <a:path extrusionOk="0" h="32409" w="42316">
                  <a:moveTo>
                    <a:pt x="7355" y="210"/>
                  </a:moveTo>
                  <a:cubicBezTo>
                    <a:pt x="7418" y="210"/>
                    <a:pt x="7473" y="250"/>
                    <a:pt x="7502" y="310"/>
                  </a:cubicBezTo>
                  <a:lnTo>
                    <a:pt x="7533" y="374"/>
                  </a:lnTo>
                  <a:cubicBezTo>
                    <a:pt x="7573" y="454"/>
                    <a:pt x="7517" y="549"/>
                    <a:pt x="7442" y="580"/>
                  </a:cubicBezTo>
                  <a:cubicBezTo>
                    <a:pt x="7424" y="588"/>
                    <a:pt x="7404" y="592"/>
                    <a:pt x="7384" y="592"/>
                  </a:cubicBezTo>
                  <a:cubicBezTo>
                    <a:pt x="7319" y="592"/>
                    <a:pt x="7251" y="553"/>
                    <a:pt x="7234" y="490"/>
                  </a:cubicBezTo>
                  <a:lnTo>
                    <a:pt x="7211" y="423"/>
                  </a:lnTo>
                  <a:cubicBezTo>
                    <a:pt x="7187" y="344"/>
                    <a:pt x="7217" y="254"/>
                    <a:pt x="7300" y="220"/>
                  </a:cubicBezTo>
                  <a:cubicBezTo>
                    <a:pt x="7319" y="214"/>
                    <a:pt x="7337" y="210"/>
                    <a:pt x="7355" y="210"/>
                  </a:cubicBezTo>
                  <a:close/>
                  <a:moveTo>
                    <a:pt x="8879" y="499"/>
                  </a:moveTo>
                  <a:cubicBezTo>
                    <a:pt x="8915" y="499"/>
                    <a:pt x="8949" y="517"/>
                    <a:pt x="8966" y="561"/>
                  </a:cubicBezTo>
                  <a:cubicBezTo>
                    <a:pt x="8996" y="638"/>
                    <a:pt x="8931" y="696"/>
                    <a:pt x="8868" y="696"/>
                  </a:cubicBezTo>
                  <a:cubicBezTo>
                    <a:pt x="8832" y="696"/>
                    <a:pt x="8797" y="678"/>
                    <a:pt x="8780" y="634"/>
                  </a:cubicBezTo>
                  <a:cubicBezTo>
                    <a:pt x="8750" y="557"/>
                    <a:pt x="8816" y="499"/>
                    <a:pt x="8879" y="499"/>
                  </a:cubicBezTo>
                  <a:close/>
                  <a:moveTo>
                    <a:pt x="11169" y="1124"/>
                  </a:moveTo>
                  <a:cubicBezTo>
                    <a:pt x="11226" y="1124"/>
                    <a:pt x="11281" y="1154"/>
                    <a:pt x="11305" y="1218"/>
                  </a:cubicBezTo>
                  <a:cubicBezTo>
                    <a:pt x="11351" y="1333"/>
                    <a:pt x="11257" y="1428"/>
                    <a:pt x="11148" y="1428"/>
                  </a:cubicBezTo>
                  <a:cubicBezTo>
                    <a:pt x="11146" y="1428"/>
                    <a:pt x="11143" y="1428"/>
                    <a:pt x="11141" y="1428"/>
                  </a:cubicBezTo>
                  <a:lnTo>
                    <a:pt x="11141" y="1429"/>
                  </a:lnTo>
                  <a:cubicBezTo>
                    <a:pt x="11135" y="1431"/>
                    <a:pt x="11113" y="1435"/>
                    <a:pt x="11113" y="1435"/>
                  </a:cubicBezTo>
                  <a:cubicBezTo>
                    <a:pt x="11105" y="1436"/>
                    <a:pt x="11098" y="1437"/>
                    <a:pt x="11090" y="1437"/>
                  </a:cubicBezTo>
                  <a:cubicBezTo>
                    <a:pt x="10976" y="1437"/>
                    <a:pt x="10914" y="1257"/>
                    <a:pt x="11019" y="1194"/>
                  </a:cubicBezTo>
                  <a:cubicBezTo>
                    <a:pt x="11019" y="1194"/>
                    <a:pt x="11039" y="1180"/>
                    <a:pt x="11043" y="1177"/>
                  </a:cubicBezTo>
                  <a:cubicBezTo>
                    <a:pt x="11078" y="1142"/>
                    <a:pt x="11125" y="1124"/>
                    <a:pt x="11169" y="1124"/>
                  </a:cubicBezTo>
                  <a:close/>
                  <a:moveTo>
                    <a:pt x="5296" y="1285"/>
                  </a:moveTo>
                  <a:cubicBezTo>
                    <a:pt x="5339" y="1285"/>
                    <a:pt x="5381" y="1307"/>
                    <a:pt x="5402" y="1358"/>
                  </a:cubicBezTo>
                  <a:cubicBezTo>
                    <a:pt x="5438" y="1450"/>
                    <a:pt x="5360" y="1518"/>
                    <a:pt x="5284" y="1518"/>
                  </a:cubicBezTo>
                  <a:cubicBezTo>
                    <a:pt x="5242" y="1518"/>
                    <a:pt x="5200" y="1496"/>
                    <a:pt x="5179" y="1445"/>
                  </a:cubicBezTo>
                  <a:cubicBezTo>
                    <a:pt x="5143" y="1353"/>
                    <a:pt x="5221" y="1285"/>
                    <a:pt x="5296" y="1285"/>
                  </a:cubicBezTo>
                  <a:close/>
                  <a:moveTo>
                    <a:pt x="12774" y="1452"/>
                  </a:moveTo>
                  <a:cubicBezTo>
                    <a:pt x="12809" y="1452"/>
                    <a:pt x="12843" y="1469"/>
                    <a:pt x="12860" y="1510"/>
                  </a:cubicBezTo>
                  <a:cubicBezTo>
                    <a:pt x="12888" y="1585"/>
                    <a:pt x="12825" y="1641"/>
                    <a:pt x="12764" y="1641"/>
                  </a:cubicBezTo>
                  <a:cubicBezTo>
                    <a:pt x="12729" y="1641"/>
                    <a:pt x="12695" y="1623"/>
                    <a:pt x="12678" y="1581"/>
                  </a:cubicBezTo>
                  <a:cubicBezTo>
                    <a:pt x="12648" y="1507"/>
                    <a:pt x="12712" y="1452"/>
                    <a:pt x="12774" y="1452"/>
                  </a:cubicBezTo>
                  <a:close/>
                  <a:moveTo>
                    <a:pt x="4090" y="1446"/>
                  </a:moveTo>
                  <a:cubicBezTo>
                    <a:pt x="4136" y="1446"/>
                    <a:pt x="4182" y="1469"/>
                    <a:pt x="4204" y="1524"/>
                  </a:cubicBezTo>
                  <a:cubicBezTo>
                    <a:pt x="4244" y="1626"/>
                    <a:pt x="4159" y="1701"/>
                    <a:pt x="4077" y="1701"/>
                  </a:cubicBezTo>
                  <a:cubicBezTo>
                    <a:pt x="4030" y="1701"/>
                    <a:pt x="3984" y="1677"/>
                    <a:pt x="3962" y="1621"/>
                  </a:cubicBezTo>
                  <a:cubicBezTo>
                    <a:pt x="3922" y="1521"/>
                    <a:pt x="4007" y="1446"/>
                    <a:pt x="4090" y="1446"/>
                  </a:cubicBezTo>
                  <a:close/>
                  <a:moveTo>
                    <a:pt x="7637" y="1274"/>
                  </a:moveTo>
                  <a:cubicBezTo>
                    <a:pt x="7663" y="1274"/>
                    <a:pt x="7688" y="1279"/>
                    <a:pt x="7711" y="1288"/>
                  </a:cubicBezTo>
                  <a:cubicBezTo>
                    <a:pt x="7802" y="1323"/>
                    <a:pt x="7850" y="1443"/>
                    <a:pt x="7808" y="1531"/>
                  </a:cubicBezTo>
                  <a:cubicBezTo>
                    <a:pt x="7794" y="1560"/>
                    <a:pt x="7777" y="1591"/>
                    <a:pt x="7762" y="1621"/>
                  </a:cubicBezTo>
                  <a:cubicBezTo>
                    <a:pt x="7729" y="1688"/>
                    <a:pt x="7665" y="1728"/>
                    <a:pt x="7596" y="1728"/>
                  </a:cubicBezTo>
                  <a:cubicBezTo>
                    <a:pt x="7572" y="1728"/>
                    <a:pt x="7548" y="1723"/>
                    <a:pt x="7524" y="1714"/>
                  </a:cubicBezTo>
                  <a:cubicBezTo>
                    <a:pt x="7429" y="1677"/>
                    <a:pt x="7397" y="1564"/>
                    <a:pt x="7432" y="1475"/>
                  </a:cubicBezTo>
                  <a:cubicBezTo>
                    <a:pt x="7442" y="1445"/>
                    <a:pt x="7455" y="1412"/>
                    <a:pt x="7468" y="1382"/>
                  </a:cubicBezTo>
                  <a:cubicBezTo>
                    <a:pt x="7495" y="1310"/>
                    <a:pt x="7566" y="1274"/>
                    <a:pt x="7637" y="1274"/>
                  </a:cubicBezTo>
                  <a:close/>
                  <a:moveTo>
                    <a:pt x="9827" y="796"/>
                  </a:moveTo>
                  <a:cubicBezTo>
                    <a:pt x="9864" y="796"/>
                    <a:pt x="9901" y="801"/>
                    <a:pt x="9936" y="810"/>
                  </a:cubicBezTo>
                  <a:cubicBezTo>
                    <a:pt x="10210" y="884"/>
                    <a:pt x="10354" y="1160"/>
                    <a:pt x="10466" y="1391"/>
                  </a:cubicBezTo>
                  <a:cubicBezTo>
                    <a:pt x="10501" y="1462"/>
                    <a:pt x="10429" y="1528"/>
                    <a:pt x="10365" y="1528"/>
                  </a:cubicBezTo>
                  <a:cubicBezTo>
                    <a:pt x="10337" y="1528"/>
                    <a:pt x="10311" y="1516"/>
                    <a:pt x="10295" y="1487"/>
                  </a:cubicBezTo>
                  <a:cubicBezTo>
                    <a:pt x="10211" y="1343"/>
                    <a:pt x="10119" y="1171"/>
                    <a:pt x="9966" y="1089"/>
                  </a:cubicBezTo>
                  <a:cubicBezTo>
                    <a:pt x="9927" y="1067"/>
                    <a:pt x="9874" y="1054"/>
                    <a:pt x="9820" y="1054"/>
                  </a:cubicBezTo>
                  <a:cubicBezTo>
                    <a:pt x="9741" y="1054"/>
                    <a:pt x="9662" y="1083"/>
                    <a:pt x="9630" y="1159"/>
                  </a:cubicBezTo>
                  <a:cubicBezTo>
                    <a:pt x="9566" y="1310"/>
                    <a:pt x="9857" y="1463"/>
                    <a:pt x="9965" y="1509"/>
                  </a:cubicBezTo>
                  <a:cubicBezTo>
                    <a:pt x="10094" y="1564"/>
                    <a:pt x="10228" y="1590"/>
                    <a:pt x="10366" y="1590"/>
                  </a:cubicBezTo>
                  <a:cubicBezTo>
                    <a:pt x="10402" y="1590"/>
                    <a:pt x="10437" y="1589"/>
                    <a:pt x="10473" y="1585"/>
                  </a:cubicBezTo>
                  <a:cubicBezTo>
                    <a:pt x="10476" y="1585"/>
                    <a:pt x="10479" y="1585"/>
                    <a:pt x="10482" y="1585"/>
                  </a:cubicBezTo>
                  <a:cubicBezTo>
                    <a:pt x="10567" y="1585"/>
                    <a:pt x="10573" y="1709"/>
                    <a:pt x="10488" y="1728"/>
                  </a:cubicBezTo>
                  <a:cubicBezTo>
                    <a:pt x="10404" y="1747"/>
                    <a:pt x="10320" y="1756"/>
                    <a:pt x="10236" y="1756"/>
                  </a:cubicBezTo>
                  <a:cubicBezTo>
                    <a:pt x="10038" y="1756"/>
                    <a:pt x="9844" y="1704"/>
                    <a:pt x="9671" y="1599"/>
                  </a:cubicBezTo>
                  <a:cubicBezTo>
                    <a:pt x="9480" y="1482"/>
                    <a:pt x="9282" y="1280"/>
                    <a:pt x="9402" y="1041"/>
                  </a:cubicBezTo>
                  <a:cubicBezTo>
                    <a:pt x="9479" y="889"/>
                    <a:pt x="9657" y="796"/>
                    <a:pt x="9827" y="796"/>
                  </a:cubicBezTo>
                  <a:close/>
                  <a:moveTo>
                    <a:pt x="6667" y="1732"/>
                  </a:moveTo>
                  <a:cubicBezTo>
                    <a:pt x="6706" y="1732"/>
                    <a:pt x="6744" y="1752"/>
                    <a:pt x="6762" y="1799"/>
                  </a:cubicBezTo>
                  <a:cubicBezTo>
                    <a:pt x="6795" y="1883"/>
                    <a:pt x="6724" y="1945"/>
                    <a:pt x="6656" y="1945"/>
                  </a:cubicBezTo>
                  <a:cubicBezTo>
                    <a:pt x="6617" y="1945"/>
                    <a:pt x="6579" y="1926"/>
                    <a:pt x="6561" y="1878"/>
                  </a:cubicBezTo>
                  <a:cubicBezTo>
                    <a:pt x="6527" y="1795"/>
                    <a:pt x="6598" y="1732"/>
                    <a:pt x="6667" y="1732"/>
                  </a:cubicBezTo>
                  <a:close/>
                  <a:moveTo>
                    <a:pt x="9264" y="1991"/>
                  </a:moveTo>
                  <a:cubicBezTo>
                    <a:pt x="9335" y="1991"/>
                    <a:pt x="9401" y="2040"/>
                    <a:pt x="9432" y="2105"/>
                  </a:cubicBezTo>
                  <a:lnTo>
                    <a:pt x="9460" y="2168"/>
                  </a:lnTo>
                  <a:cubicBezTo>
                    <a:pt x="9504" y="2260"/>
                    <a:pt x="9442" y="2366"/>
                    <a:pt x="9355" y="2406"/>
                  </a:cubicBezTo>
                  <a:cubicBezTo>
                    <a:pt x="9336" y="2414"/>
                    <a:pt x="9314" y="2418"/>
                    <a:pt x="9293" y="2418"/>
                  </a:cubicBezTo>
                  <a:cubicBezTo>
                    <a:pt x="9219" y="2418"/>
                    <a:pt x="9142" y="2372"/>
                    <a:pt x="9119" y="2301"/>
                  </a:cubicBezTo>
                  <a:lnTo>
                    <a:pt x="9099" y="2237"/>
                  </a:lnTo>
                  <a:cubicBezTo>
                    <a:pt x="9069" y="2141"/>
                    <a:pt x="9107" y="2047"/>
                    <a:pt x="9199" y="2005"/>
                  </a:cubicBezTo>
                  <a:cubicBezTo>
                    <a:pt x="9221" y="1995"/>
                    <a:pt x="9243" y="1991"/>
                    <a:pt x="9264" y="1991"/>
                  </a:cubicBezTo>
                  <a:close/>
                  <a:moveTo>
                    <a:pt x="8285" y="2191"/>
                  </a:moveTo>
                  <a:cubicBezTo>
                    <a:pt x="8336" y="2191"/>
                    <a:pt x="8386" y="2217"/>
                    <a:pt x="8412" y="2278"/>
                  </a:cubicBezTo>
                  <a:cubicBezTo>
                    <a:pt x="8453" y="2388"/>
                    <a:pt x="8361" y="2469"/>
                    <a:pt x="8271" y="2469"/>
                  </a:cubicBezTo>
                  <a:cubicBezTo>
                    <a:pt x="8220" y="2469"/>
                    <a:pt x="8170" y="2443"/>
                    <a:pt x="8145" y="2382"/>
                  </a:cubicBezTo>
                  <a:cubicBezTo>
                    <a:pt x="8103" y="2272"/>
                    <a:pt x="8195" y="2191"/>
                    <a:pt x="8285" y="2191"/>
                  </a:cubicBezTo>
                  <a:close/>
                  <a:moveTo>
                    <a:pt x="13855" y="2275"/>
                  </a:moveTo>
                  <a:cubicBezTo>
                    <a:pt x="13891" y="2275"/>
                    <a:pt x="13926" y="2290"/>
                    <a:pt x="13952" y="2323"/>
                  </a:cubicBezTo>
                  <a:cubicBezTo>
                    <a:pt x="13967" y="2342"/>
                    <a:pt x="13977" y="2360"/>
                    <a:pt x="13988" y="2380"/>
                  </a:cubicBezTo>
                  <a:cubicBezTo>
                    <a:pt x="14032" y="2457"/>
                    <a:pt x="14018" y="2556"/>
                    <a:pt x="13927" y="2591"/>
                  </a:cubicBezTo>
                  <a:cubicBezTo>
                    <a:pt x="13910" y="2598"/>
                    <a:pt x="13893" y="2601"/>
                    <a:pt x="13877" y="2601"/>
                  </a:cubicBezTo>
                  <a:cubicBezTo>
                    <a:pt x="13809" y="2601"/>
                    <a:pt x="13756" y="2545"/>
                    <a:pt x="13740" y="2477"/>
                  </a:cubicBezTo>
                  <a:cubicBezTo>
                    <a:pt x="13736" y="2455"/>
                    <a:pt x="13731" y="2434"/>
                    <a:pt x="13729" y="2410"/>
                  </a:cubicBezTo>
                  <a:cubicBezTo>
                    <a:pt x="13722" y="2330"/>
                    <a:pt x="13788" y="2275"/>
                    <a:pt x="13855" y="2275"/>
                  </a:cubicBezTo>
                  <a:close/>
                  <a:moveTo>
                    <a:pt x="12897" y="2526"/>
                  </a:moveTo>
                  <a:cubicBezTo>
                    <a:pt x="12933" y="2526"/>
                    <a:pt x="12968" y="2544"/>
                    <a:pt x="12985" y="2587"/>
                  </a:cubicBezTo>
                  <a:cubicBezTo>
                    <a:pt x="13015" y="2664"/>
                    <a:pt x="12949" y="2722"/>
                    <a:pt x="12885" y="2722"/>
                  </a:cubicBezTo>
                  <a:cubicBezTo>
                    <a:pt x="12850" y="2722"/>
                    <a:pt x="12815" y="2704"/>
                    <a:pt x="12797" y="2661"/>
                  </a:cubicBezTo>
                  <a:cubicBezTo>
                    <a:pt x="12767" y="2584"/>
                    <a:pt x="12833" y="2526"/>
                    <a:pt x="12897" y="2526"/>
                  </a:cubicBezTo>
                  <a:close/>
                  <a:moveTo>
                    <a:pt x="7140" y="2733"/>
                  </a:moveTo>
                  <a:cubicBezTo>
                    <a:pt x="7184" y="2733"/>
                    <a:pt x="7228" y="2756"/>
                    <a:pt x="7249" y="2810"/>
                  </a:cubicBezTo>
                  <a:cubicBezTo>
                    <a:pt x="7287" y="2905"/>
                    <a:pt x="7205" y="2975"/>
                    <a:pt x="7126" y="2975"/>
                  </a:cubicBezTo>
                  <a:cubicBezTo>
                    <a:pt x="7082" y="2975"/>
                    <a:pt x="7038" y="2953"/>
                    <a:pt x="7017" y="2899"/>
                  </a:cubicBezTo>
                  <a:cubicBezTo>
                    <a:pt x="6980" y="2803"/>
                    <a:pt x="7061" y="2733"/>
                    <a:pt x="7140" y="2733"/>
                  </a:cubicBezTo>
                  <a:close/>
                  <a:moveTo>
                    <a:pt x="11406" y="2687"/>
                  </a:moveTo>
                  <a:cubicBezTo>
                    <a:pt x="11459" y="2687"/>
                    <a:pt x="11511" y="2714"/>
                    <a:pt x="11536" y="2778"/>
                  </a:cubicBezTo>
                  <a:cubicBezTo>
                    <a:pt x="11582" y="2893"/>
                    <a:pt x="11484" y="2979"/>
                    <a:pt x="11390" y="2979"/>
                  </a:cubicBezTo>
                  <a:cubicBezTo>
                    <a:pt x="11337" y="2979"/>
                    <a:pt x="11285" y="2952"/>
                    <a:pt x="11260" y="2887"/>
                  </a:cubicBezTo>
                  <a:cubicBezTo>
                    <a:pt x="11215" y="2772"/>
                    <a:pt x="11312" y="2687"/>
                    <a:pt x="11406" y="2687"/>
                  </a:cubicBezTo>
                  <a:close/>
                  <a:moveTo>
                    <a:pt x="1379" y="2711"/>
                  </a:moveTo>
                  <a:cubicBezTo>
                    <a:pt x="1436" y="2711"/>
                    <a:pt x="1489" y="2739"/>
                    <a:pt x="1509" y="2807"/>
                  </a:cubicBezTo>
                  <a:lnTo>
                    <a:pt x="1520" y="2849"/>
                  </a:lnTo>
                  <a:cubicBezTo>
                    <a:pt x="1564" y="2940"/>
                    <a:pt x="1509" y="3012"/>
                    <a:pt x="1432" y="3038"/>
                  </a:cubicBezTo>
                  <a:cubicBezTo>
                    <a:pt x="1408" y="3049"/>
                    <a:pt x="1383" y="3055"/>
                    <a:pt x="1359" y="3055"/>
                  </a:cubicBezTo>
                  <a:cubicBezTo>
                    <a:pt x="1307" y="3055"/>
                    <a:pt x="1259" y="3027"/>
                    <a:pt x="1239" y="2960"/>
                  </a:cubicBezTo>
                  <a:lnTo>
                    <a:pt x="1221" y="2920"/>
                  </a:lnTo>
                  <a:cubicBezTo>
                    <a:pt x="1164" y="2804"/>
                    <a:pt x="1277" y="2711"/>
                    <a:pt x="1379" y="2711"/>
                  </a:cubicBezTo>
                  <a:close/>
                  <a:moveTo>
                    <a:pt x="5391" y="2153"/>
                  </a:moveTo>
                  <a:cubicBezTo>
                    <a:pt x="5449" y="2153"/>
                    <a:pt x="5478" y="2201"/>
                    <a:pt x="5474" y="2244"/>
                  </a:cubicBezTo>
                  <a:cubicBezTo>
                    <a:pt x="5485" y="2247"/>
                    <a:pt x="5494" y="2250"/>
                    <a:pt x="5505" y="2254"/>
                  </a:cubicBezTo>
                  <a:cubicBezTo>
                    <a:pt x="5729" y="2367"/>
                    <a:pt x="5750" y="2662"/>
                    <a:pt x="5618" y="2859"/>
                  </a:cubicBezTo>
                  <a:cubicBezTo>
                    <a:pt x="5531" y="2988"/>
                    <a:pt x="5389" y="3072"/>
                    <a:pt x="5246" y="3126"/>
                  </a:cubicBezTo>
                  <a:cubicBezTo>
                    <a:pt x="5158" y="3161"/>
                    <a:pt x="5041" y="3211"/>
                    <a:pt x="4937" y="3211"/>
                  </a:cubicBezTo>
                  <a:cubicBezTo>
                    <a:pt x="4906" y="3211"/>
                    <a:pt x="4876" y="3207"/>
                    <a:pt x="4849" y="3196"/>
                  </a:cubicBezTo>
                  <a:cubicBezTo>
                    <a:pt x="4588" y="3107"/>
                    <a:pt x="4672" y="2712"/>
                    <a:pt x="4775" y="2533"/>
                  </a:cubicBezTo>
                  <a:cubicBezTo>
                    <a:pt x="4903" y="2309"/>
                    <a:pt x="5131" y="2162"/>
                    <a:pt x="5389" y="2153"/>
                  </a:cubicBezTo>
                  <a:cubicBezTo>
                    <a:pt x="5390" y="2153"/>
                    <a:pt x="5391" y="2153"/>
                    <a:pt x="5391" y="2153"/>
                  </a:cubicBezTo>
                  <a:close/>
                  <a:moveTo>
                    <a:pt x="15330" y="2980"/>
                  </a:moveTo>
                  <a:cubicBezTo>
                    <a:pt x="15372" y="2980"/>
                    <a:pt x="15413" y="3002"/>
                    <a:pt x="15433" y="3053"/>
                  </a:cubicBezTo>
                  <a:cubicBezTo>
                    <a:pt x="15470" y="3144"/>
                    <a:pt x="15393" y="3211"/>
                    <a:pt x="15319" y="3211"/>
                  </a:cubicBezTo>
                  <a:cubicBezTo>
                    <a:pt x="15277" y="3211"/>
                    <a:pt x="15235" y="3190"/>
                    <a:pt x="15215" y="3138"/>
                  </a:cubicBezTo>
                  <a:cubicBezTo>
                    <a:pt x="15180" y="3048"/>
                    <a:pt x="15256" y="2980"/>
                    <a:pt x="15330" y="2980"/>
                  </a:cubicBezTo>
                  <a:close/>
                  <a:moveTo>
                    <a:pt x="3161" y="2366"/>
                  </a:moveTo>
                  <a:cubicBezTo>
                    <a:pt x="3287" y="2366"/>
                    <a:pt x="3430" y="2427"/>
                    <a:pt x="3538" y="2502"/>
                  </a:cubicBezTo>
                  <a:cubicBezTo>
                    <a:pt x="3793" y="2685"/>
                    <a:pt x="3898" y="2933"/>
                    <a:pt x="3912" y="3236"/>
                  </a:cubicBezTo>
                  <a:cubicBezTo>
                    <a:pt x="3914" y="3260"/>
                    <a:pt x="3899" y="3277"/>
                    <a:pt x="3882" y="3286"/>
                  </a:cubicBezTo>
                  <a:cubicBezTo>
                    <a:pt x="3889" y="3330"/>
                    <a:pt x="3870" y="3378"/>
                    <a:pt x="3821" y="3400"/>
                  </a:cubicBezTo>
                  <a:cubicBezTo>
                    <a:pt x="3750" y="3433"/>
                    <a:pt x="3676" y="3447"/>
                    <a:pt x="3603" y="3447"/>
                  </a:cubicBezTo>
                  <a:cubicBezTo>
                    <a:pt x="3201" y="3447"/>
                    <a:pt x="2819" y="3004"/>
                    <a:pt x="2892" y="2607"/>
                  </a:cubicBezTo>
                  <a:cubicBezTo>
                    <a:pt x="2924" y="2430"/>
                    <a:pt x="3033" y="2366"/>
                    <a:pt x="3161" y="2366"/>
                  </a:cubicBezTo>
                  <a:close/>
                  <a:moveTo>
                    <a:pt x="5893" y="3333"/>
                  </a:moveTo>
                  <a:cubicBezTo>
                    <a:pt x="5951" y="3333"/>
                    <a:pt x="6009" y="3363"/>
                    <a:pt x="6036" y="3434"/>
                  </a:cubicBezTo>
                  <a:cubicBezTo>
                    <a:pt x="6086" y="3559"/>
                    <a:pt x="5978" y="3653"/>
                    <a:pt x="5874" y="3653"/>
                  </a:cubicBezTo>
                  <a:cubicBezTo>
                    <a:pt x="5816" y="3653"/>
                    <a:pt x="5759" y="3624"/>
                    <a:pt x="5732" y="3554"/>
                  </a:cubicBezTo>
                  <a:cubicBezTo>
                    <a:pt x="5682" y="3428"/>
                    <a:pt x="5789" y="3333"/>
                    <a:pt x="5893" y="3333"/>
                  </a:cubicBezTo>
                  <a:close/>
                  <a:moveTo>
                    <a:pt x="2324" y="3630"/>
                  </a:moveTo>
                  <a:cubicBezTo>
                    <a:pt x="2373" y="3630"/>
                    <a:pt x="2422" y="3655"/>
                    <a:pt x="2445" y="3714"/>
                  </a:cubicBezTo>
                  <a:cubicBezTo>
                    <a:pt x="2487" y="3821"/>
                    <a:pt x="2397" y="3900"/>
                    <a:pt x="2309" y="3900"/>
                  </a:cubicBezTo>
                  <a:cubicBezTo>
                    <a:pt x="2260" y="3900"/>
                    <a:pt x="2212" y="3875"/>
                    <a:pt x="2189" y="3816"/>
                  </a:cubicBezTo>
                  <a:cubicBezTo>
                    <a:pt x="2146" y="3709"/>
                    <a:pt x="2236" y="3630"/>
                    <a:pt x="2324" y="3630"/>
                  </a:cubicBezTo>
                  <a:close/>
                  <a:moveTo>
                    <a:pt x="14336" y="3930"/>
                  </a:moveTo>
                  <a:cubicBezTo>
                    <a:pt x="14365" y="3930"/>
                    <a:pt x="14393" y="3945"/>
                    <a:pt x="14407" y="3980"/>
                  </a:cubicBezTo>
                  <a:cubicBezTo>
                    <a:pt x="14431" y="4041"/>
                    <a:pt x="14378" y="4087"/>
                    <a:pt x="14328" y="4087"/>
                  </a:cubicBezTo>
                  <a:cubicBezTo>
                    <a:pt x="14299" y="4087"/>
                    <a:pt x="14272" y="4073"/>
                    <a:pt x="14259" y="4038"/>
                  </a:cubicBezTo>
                  <a:cubicBezTo>
                    <a:pt x="14235" y="3976"/>
                    <a:pt x="14286" y="3930"/>
                    <a:pt x="14336" y="3930"/>
                  </a:cubicBezTo>
                  <a:close/>
                  <a:moveTo>
                    <a:pt x="4122" y="4203"/>
                  </a:moveTo>
                  <a:cubicBezTo>
                    <a:pt x="4169" y="4203"/>
                    <a:pt x="4217" y="4228"/>
                    <a:pt x="4240" y="4286"/>
                  </a:cubicBezTo>
                  <a:cubicBezTo>
                    <a:pt x="4279" y="4389"/>
                    <a:pt x="4192" y="4467"/>
                    <a:pt x="4108" y="4467"/>
                  </a:cubicBezTo>
                  <a:cubicBezTo>
                    <a:pt x="4060" y="4467"/>
                    <a:pt x="4013" y="4442"/>
                    <a:pt x="3990" y="4384"/>
                  </a:cubicBezTo>
                  <a:cubicBezTo>
                    <a:pt x="3949" y="4281"/>
                    <a:pt x="4037" y="4203"/>
                    <a:pt x="4122" y="4203"/>
                  </a:cubicBezTo>
                  <a:close/>
                  <a:moveTo>
                    <a:pt x="3162" y="4401"/>
                  </a:moveTo>
                  <a:cubicBezTo>
                    <a:pt x="3221" y="4401"/>
                    <a:pt x="3278" y="4432"/>
                    <a:pt x="3306" y="4503"/>
                  </a:cubicBezTo>
                  <a:cubicBezTo>
                    <a:pt x="3356" y="4628"/>
                    <a:pt x="3248" y="4723"/>
                    <a:pt x="3143" y="4723"/>
                  </a:cubicBezTo>
                  <a:cubicBezTo>
                    <a:pt x="3085" y="4723"/>
                    <a:pt x="3027" y="4694"/>
                    <a:pt x="3000" y="4623"/>
                  </a:cubicBezTo>
                  <a:cubicBezTo>
                    <a:pt x="2950" y="4496"/>
                    <a:pt x="3058" y="4401"/>
                    <a:pt x="3162" y="4401"/>
                  </a:cubicBezTo>
                  <a:close/>
                  <a:moveTo>
                    <a:pt x="1018" y="4497"/>
                  </a:moveTo>
                  <a:cubicBezTo>
                    <a:pt x="1158" y="4497"/>
                    <a:pt x="1229" y="4737"/>
                    <a:pt x="1067" y="4789"/>
                  </a:cubicBezTo>
                  <a:lnTo>
                    <a:pt x="1000" y="4812"/>
                  </a:lnTo>
                  <a:cubicBezTo>
                    <a:pt x="981" y="4818"/>
                    <a:pt x="964" y="4821"/>
                    <a:pt x="947" y="4821"/>
                  </a:cubicBezTo>
                  <a:cubicBezTo>
                    <a:pt x="803" y="4821"/>
                    <a:pt x="740" y="4610"/>
                    <a:pt x="894" y="4540"/>
                  </a:cubicBezTo>
                  <a:lnTo>
                    <a:pt x="957" y="4511"/>
                  </a:lnTo>
                  <a:cubicBezTo>
                    <a:pt x="979" y="4502"/>
                    <a:pt x="999" y="4497"/>
                    <a:pt x="1018" y="4497"/>
                  </a:cubicBezTo>
                  <a:close/>
                  <a:moveTo>
                    <a:pt x="15645" y="4216"/>
                  </a:moveTo>
                  <a:cubicBezTo>
                    <a:pt x="15698" y="4216"/>
                    <a:pt x="15752" y="4225"/>
                    <a:pt x="15809" y="4245"/>
                  </a:cubicBezTo>
                  <a:cubicBezTo>
                    <a:pt x="16102" y="4347"/>
                    <a:pt x="16156" y="4674"/>
                    <a:pt x="15999" y="4917"/>
                  </a:cubicBezTo>
                  <a:cubicBezTo>
                    <a:pt x="15883" y="5095"/>
                    <a:pt x="15672" y="5216"/>
                    <a:pt x="15461" y="5216"/>
                  </a:cubicBezTo>
                  <a:cubicBezTo>
                    <a:pt x="15380" y="5216"/>
                    <a:pt x="15298" y="5198"/>
                    <a:pt x="15222" y="5159"/>
                  </a:cubicBezTo>
                  <a:cubicBezTo>
                    <a:pt x="15079" y="5085"/>
                    <a:pt x="14995" y="4869"/>
                    <a:pt x="15039" y="4717"/>
                  </a:cubicBezTo>
                  <a:cubicBezTo>
                    <a:pt x="15041" y="4710"/>
                    <a:pt x="15041" y="4703"/>
                    <a:pt x="15045" y="4696"/>
                  </a:cubicBezTo>
                  <a:cubicBezTo>
                    <a:pt x="15153" y="4452"/>
                    <a:pt x="15374" y="4216"/>
                    <a:pt x="15645" y="4216"/>
                  </a:cubicBezTo>
                  <a:close/>
                  <a:moveTo>
                    <a:pt x="17436" y="4874"/>
                  </a:moveTo>
                  <a:cubicBezTo>
                    <a:pt x="17516" y="4874"/>
                    <a:pt x="17585" y="4936"/>
                    <a:pt x="17603" y="5017"/>
                  </a:cubicBezTo>
                  <a:cubicBezTo>
                    <a:pt x="17603" y="5016"/>
                    <a:pt x="17603" y="5016"/>
                    <a:pt x="17603" y="5016"/>
                  </a:cubicBezTo>
                  <a:cubicBezTo>
                    <a:pt x="17604" y="5016"/>
                    <a:pt x="17614" y="5046"/>
                    <a:pt x="17614" y="5049"/>
                  </a:cubicBezTo>
                  <a:cubicBezTo>
                    <a:pt x="17644" y="5135"/>
                    <a:pt x="17607" y="5223"/>
                    <a:pt x="17522" y="5261"/>
                  </a:cubicBezTo>
                  <a:cubicBezTo>
                    <a:pt x="17504" y="5269"/>
                    <a:pt x="17485" y="5273"/>
                    <a:pt x="17466" y="5273"/>
                  </a:cubicBezTo>
                  <a:cubicBezTo>
                    <a:pt x="17399" y="5273"/>
                    <a:pt x="17335" y="5227"/>
                    <a:pt x="17310" y="5166"/>
                  </a:cubicBezTo>
                  <a:cubicBezTo>
                    <a:pt x="17310" y="5165"/>
                    <a:pt x="17294" y="5136"/>
                    <a:pt x="17295" y="5136"/>
                  </a:cubicBezTo>
                  <a:lnTo>
                    <a:pt x="17295" y="5136"/>
                  </a:lnTo>
                  <a:cubicBezTo>
                    <a:pt x="17296" y="5136"/>
                    <a:pt x="17296" y="5137"/>
                    <a:pt x="17297" y="5138"/>
                  </a:cubicBezTo>
                  <a:cubicBezTo>
                    <a:pt x="17243" y="5046"/>
                    <a:pt x="17270" y="4925"/>
                    <a:pt x="17375" y="4886"/>
                  </a:cubicBezTo>
                  <a:cubicBezTo>
                    <a:pt x="17395" y="4877"/>
                    <a:pt x="17416" y="4874"/>
                    <a:pt x="17436" y="4874"/>
                  </a:cubicBezTo>
                  <a:close/>
                  <a:moveTo>
                    <a:pt x="3023" y="5602"/>
                  </a:moveTo>
                  <a:cubicBezTo>
                    <a:pt x="3074" y="5602"/>
                    <a:pt x="3123" y="5628"/>
                    <a:pt x="3147" y="5689"/>
                  </a:cubicBezTo>
                  <a:cubicBezTo>
                    <a:pt x="3190" y="5797"/>
                    <a:pt x="3097" y="5879"/>
                    <a:pt x="3007" y="5879"/>
                  </a:cubicBezTo>
                  <a:cubicBezTo>
                    <a:pt x="2956" y="5879"/>
                    <a:pt x="2907" y="5854"/>
                    <a:pt x="2883" y="5793"/>
                  </a:cubicBezTo>
                  <a:cubicBezTo>
                    <a:pt x="2840" y="5684"/>
                    <a:pt x="2933" y="5602"/>
                    <a:pt x="3023" y="5602"/>
                  </a:cubicBezTo>
                  <a:close/>
                  <a:moveTo>
                    <a:pt x="16744" y="5610"/>
                  </a:moveTo>
                  <a:cubicBezTo>
                    <a:pt x="16820" y="5610"/>
                    <a:pt x="16889" y="5670"/>
                    <a:pt x="16899" y="5747"/>
                  </a:cubicBezTo>
                  <a:cubicBezTo>
                    <a:pt x="16906" y="5824"/>
                    <a:pt x="16843" y="5916"/>
                    <a:pt x="16760" y="5916"/>
                  </a:cubicBezTo>
                  <a:cubicBezTo>
                    <a:pt x="16687" y="5916"/>
                    <a:pt x="16612" y="5916"/>
                    <a:pt x="16539" y="5917"/>
                  </a:cubicBezTo>
                  <a:cubicBezTo>
                    <a:pt x="16536" y="5917"/>
                    <a:pt x="16534" y="5917"/>
                    <a:pt x="16532" y="5917"/>
                  </a:cubicBezTo>
                  <a:cubicBezTo>
                    <a:pt x="16458" y="5917"/>
                    <a:pt x="16391" y="5872"/>
                    <a:pt x="16383" y="5793"/>
                  </a:cubicBezTo>
                  <a:cubicBezTo>
                    <a:pt x="16374" y="5715"/>
                    <a:pt x="16434" y="5641"/>
                    <a:pt x="16510" y="5634"/>
                  </a:cubicBezTo>
                  <a:cubicBezTo>
                    <a:pt x="16581" y="5625"/>
                    <a:pt x="16655" y="5618"/>
                    <a:pt x="16729" y="5611"/>
                  </a:cubicBezTo>
                  <a:cubicBezTo>
                    <a:pt x="16734" y="5611"/>
                    <a:pt x="16739" y="5610"/>
                    <a:pt x="16744" y="5610"/>
                  </a:cubicBezTo>
                  <a:close/>
                  <a:moveTo>
                    <a:pt x="15221" y="5763"/>
                  </a:moveTo>
                  <a:cubicBezTo>
                    <a:pt x="15279" y="5763"/>
                    <a:pt x="15339" y="5801"/>
                    <a:pt x="15361" y="5856"/>
                  </a:cubicBezTo>
                  <a:cubicBezTo>
                    <a:pt x="15392" y="5937"/>
                    <a:pt x="15336" y="6049"/>
                    <a:pt x="15242" y="6050"/>
                  </a:cubicBezTo>
                  <a:cubicBezTo>
                    <a:pt x="15244" y="6047"/>
                    <a:pt x="15244" y="6046"/>
                    <a:pt x="15242" y="6046"/>
                  </a:cubicBezTo>
                  <a:cubicBezTo>
                    <a:pt x="15241" y="6046"/>
                    <a:pt x="15239" y="6046"/>
                    <a:pt x="15236" y="6048"/>
                  </a:cubicBezTo>
                  <a:cubicBezTo>
                    <a:pt x="15228" y="6050"/>
                    <a:pt x="15221" y="6052"/>
                    <a:pt x="15212" y="6055"/>
                  </a:cubicBezTo>
                  <a:cubicBezTo>
                    <a:pt x="15196" y="6059"/>
                    <a:pt x="15181" y="6061"/>
                    <a:pt x="15167" y="6061"/>
                  </a:cubicBezTo>
                  <a:cubicBezTo>
                    <a:pt x="15032" y="6061"/>
                    <a:pt x="14976" y="5879"/>
                    <a:pt x="15114" y="5808"/>
                  </a:cubicBezTo>
                  <a:cubicBezTo>
                    <a:pt x="15122" y="5804"/>
                    <a:pt x="15129" y="5801"/>
                    <a:pt x="15137" y="5797"/>
                  </a:cubicBezTo>
                  <a:cubicBezTo>
                    <a:pt x="15146" y="5795"/>
                    <a:pt x="15148" y="5794"/>
                    <a:pt x="15141" y="5793"/>
                  </a:cubicBezTo>
                  <a:cubicBezTo>
                    <a:pt x="15165" y="5772"/>
                    <a:pt x="15193" y="5763"/>
                    <a:pt x="15221" y="5763"/>
                  </a:cubicBezTo>
                  <a:close/>
                  <a:moveTo>
                    <a:pt x="3770" y="6368"/>
                  </a:moveTo>
                  <a:cubicBezTo>
                    <a:pt x="3817" y="6368"/>
                    <a:pt x="3863" y="6392"/>
                    <a:pt x="3885" y="6449"/>
                  </a:cubicBezTo>
                  <a:cubicBezTo>
                    <a:pt x="3926" y="6551"/>
                    <a:pt x="3838" y="6628"/>
                    <a:pt x="3754" y="6628"/>
                  </a:cubicBezTo>
                  <a:cubicBezTo>
                    <a:pt x="3706" y="6628"/>
                    <a:pt x="3660" y="6604"/>
                    <a:pt x="3637" y="6546"/>
                  </a:cubicBezTo>
                  <a:cubicBezTo>
                    <a:pt x="3597" y="6445"/>
                    <a:pt x="3685" y="6368"/>
                    <a:pt x="3770" y="6368"/>
                  </a:cubicBezTo>
                  <a:close/>
                  <a:moveTo>
                    <a:pt x="17711" y="6378"/>
                  </a:moveTo>
                  <a:cubicBezTo>
                    <a:pt x="17787" y="6378"/>
                    <a:pt x="17845" y="6450"/>
                    <a:pt x="17841" y="6531"/>
                  </a:cubicBezTo>
                  <a:cubicBezTo>
                    <a:pt x="17841" y="6531"/>
                    <a:pt x="17849" y="6561"/>
                    <a:pt x="17849" y="6562"/>
                  </a:cubicBezTo>
                  <a:cubicBezTo>
                    <a:pt x="17861" y="6635"/>
                    <a:pt x="17794" y="6687"/>
                    <a:pt x="17730" y="6687"/>
                  </a:cubicBezTo>
                  <a:cubicBezTo>
                    <a:pt x="17697" y="6687"/>
                    <a:pt x="17666" y="6674"/>
                    <a:pt x="17645" y="6643"/>
                  </a:cubicBezTo>
                  <a:cubicBezTo>
                    <a:pt x="17645" y="6640"/>
                    <a:pt x="17631" y="6616"/>
                    <a:pt x="17628" y="6612"/>
                  </a:cubicBezTo>
                  <a:cubicBezTo>
                    <a:pt x="17558" y="6546"/>
                    <a:pt x="17562" y="6426"/>
                    <a:pt x="17661" y="6388"/>
                  </a:cubicBezTo>
                  <a:cubicBezTo>
                    <a:pt x="17678" y="6381"/>
                    <a:pt x="17695" y="6378"/>
                    <a:pt x="17711" y="6378"/>
                  </a:cubicBezTo>
                  <a:close/>
                  <a:moveTo>
                    <a:pt x="14132" y="6414"/>
                  </a:moveTo>
                  <a:cubicBezTo>
                    <a:pt x="14190" y="6414"/>
                    <a:pt x="14240" y="6454"/>
                    <a:pt x="14268" y="6508"/>
                  </a:cubicBezTo>
                  <a:lnTo>
                    <a:pt x="14302" y="6569"/>
                  </a:lnTo>
                  <a:cubicBezTo>
                    <a:pt x="14342" y="6644"/>
                    <a:pt x="14285" y="6742"/>
                    <a:pt x="14215" y="6770"/>
                  </a:cubicBezTo>
                  <a:cubicBezTo>
                    <a:pt x="14198" y="6777"/>
                    <a:pt x="14180" y="6780"/>
                    <a:pt x="14162" y="6780"/>
                  </a:cubicBezTo>
                  <a:cubicBezTo>
                    <a:pt x="14099" y="6780"/>
                    <a:pt x="14031" y="6744"/>
                    <a:pt x="14013" y="6681"/>
                  </a:cubicBezTo>
                  <a:lnTo>
                    <a:pt x="13998" y="6614"/>
                  </a:lnTo>
                  <a:cubicBezTo>
                    <a:pt x="13977" y="6537"/>
                    <a:pt x="13998" y="6456"/>
                    <a:pt x="14080" y="6425"/>
                  </a:cubicBezTo>
                  <a:cubicBezTo>
                    <a:pt x="14098" y="6417"/>
                    <a:pt x="14115" y="6414"/>
                    <a:pt x="14132" y="6414"/>
                  </a:cubicBezTo>
                  <a:close/>
                  <a:moveTo>
                    <a:pt x="18676" y="6527"/>
                  </a:moveTo>
                  <a:cubicBezTo>
                    <a:pt x="18724" y="6527"/>
                    <a:pt x="18771" y="6552"/>
                    <a:pt x="18793" y="6610"/>
                  </a:cubicBezTo>
                  <a:cubicBezTo>
                    <a:pt x="18834" y="6713"/>
                    <a:pt x="18747" y="6790"/>
                    <a:pt x="18662" y="6790"/>
                  </a:cubicBezTo>
                  <a:cubicBezTo>
                    <a:pt x="18615" y="6790"/>
                    <a:pt x="18568" y="6765"/>
                    <a:pt x="18545" y="6708"/>
                  </a:cubicBezTo>
                  <a:cubicBezTo>
                    <a:pt x="18505" y="6605"/>
                    <a:pt x="18592" y="6527"/>
                    <a:pt x="18676" y="6527"/>
                  </a:cubicBezTo>
                  <a:close/>
                  <a:moveTo>
                    <a:pt x="10521" y="6599"/>
                  </a:moveTo>
                  <a:cubicBezTo>
                    <a:pt x="10559" y="6599"/>
                    <a:pt x="10596" y="6618"/>
                    <a:pt x="10614" y="6664"/>
                  </a:cubicBezTo>
                  <a:cubicBezTo>
                    <a:pt x="10646" y="6747"/>
                    <a:pt x="10576" y="6808"/>
                    <a:pt x="10509" y="6808"/>
                  </a:cubicBezTo>
                  <a:cubicBezTo>
                    <a:pt x="10471" y="6808"/>
                    <a:pt x="10433" y="6789"/>
                    <a:pt x="10415" y="6742"/>
                  </a:cubicBezTo>
                  <a:cubicBezTo>
                    <a:pt x="10384" y="6660"/>
                    <a:pt x="10454" y="6599"/>
                    <a:pt x="10521" y="6599"/>
                  </a:cubicBezTo>
                  <a:close/>
                  <a:moveTo>
                    <a:pt x="2367" y="6615"/>
                  </a:moveTo>
                  <a:cubicBezTo>
                    <a:pt x="2415" y="6615"/>
                    <a:pt x="2462" y="6639"/>
                    <a:pt x="2484" y="6697"/>
                  </a:cubicBezTo>
                  <a:cubicBezTo>
                    <a:pt x="2525" y="6801"/>
                    <a:pt x="2436" y="6879"/>
                    <a:pt x="2351" y="6879"/>
                  </a:cubicBezTo>
                  <a:cubicBezTo>
                    <a:pt x="2303" y="6879"/>
                    <a:pt x="2256" y="6855"/>
                    <a:pt x="2233" y="6796"/>
                  </a:cubicBezTo>
                  <a:cubicBezTo>
                    <a:pt x="2193" y="6692"/>
                    <a:pt x="2282" y="6615"/>
                    <a:pt x="2367" y="6615"/>
                  </a:cubicBezTo>
                  <a:close/>
                  <a:moveTo>
                    <a:pt x="12554" y="6982"/>
                  </a:moveTo>
                  <a:cubicBezTo>
                    <a:pt x="12599" y="6982"/>
                    <a:pt x="12644" y="7006"/>
                    <a:pt x="12666" y="7061"/>
                  </a:cubicBezTo>
                  <a:cubicBezTo>
                    <a:pt x="12704" y="7158"/>
                    <a:pt x="12621" y="7231"/>
                    <a:pt x="12540" y="7231"/>
                  </a:cubicBezTo>
                  <a:cubicBezTo>
                    <a:pt x="12495" y="7231"/>
                    <a:pt x="12450" y="7208"/>
                    <a:pt x="12429" y="7153"/>
                  </a:cubicBezTo>
                  <a:cubicBezTo>
                    <a:pt x="12390" y="7055"/>
                    <a:pt x="12473" y="6982"/>
                    <a:pt x="12554" y="6982"/>
                  </a:cubicBezTo>
                  <a:close/>
                  <a:moveTo>
                    <a:pt x="15988" y="7151"/>
                  </a:moveTo>
                  <a:cubicBezTo>
                    <a:pt x="16028" y="7151"/>
                    <a:pt x="16067" y="7171"/>
                    <a:pt x="16085" y="7220"/>
                  </a:cubicBezTo>
                  <a:cubicBezTo>
                    <a:pt x="16119" y="7306"/>
                    <a:pt x="16045" y="7371"/>
                    <a:pt x="15974" y="7371"/>
                  </a:cubicBezTo>
                  <a:cubicBezTo>
                    <a:pt x="15934" y="7371"/>
                    <a:pt x="15895" y="7350"/>
                    <a:pt x="15875" y="7302"/>
                  </a:cubicBezTo>
                  <a:cubicBezTo>
                    <a:pt x="15842" y="7216"/>
                    <a:pt x="15916" y="7151"/>
                    <a:pt x="15988" y="7151"/>
                  </a:cubicBezTo>
                  <a:close/>
                  <a:moveTo>
                    <a:pt x="14104" y="7524"/>
                  </a:moveTo>
                  <a:cubicBezTo>
                    <a:pt x="14140" y="7524"/>
                    <a:pt x="14176" y="7543"/>
                    <a:pt x="14193" y="7587"/>
                  </a:cubicBezTo>
                  <a:cubicBezTo>
                    <a:pt x="14225" y="7665"/>
                    <a:pt x="14158" y="7723"/>
                    <a:pt x="14093" y="7723"/>
                  </a:cubicBezTo>
                  <a:cubicBezTo>
                    <a:pt x="14057" y="7723"/>
                    <a:pt x="14021" y="7705"/>
                    <a:pt x="14003" y="7660"/>
                  </a:cubicBezTo>
                  <a:cubicBezTo>
                    <a:pt x="13973" y="7582"/>
                    <a:pt x="14039" y="7524"/>
                    <a:pt x="14104" y="7524"/>
                  </a:cubicBezTo>
                  <a:close/>
                  <a:moveTo>
                    <a:pt x="3728" y="7385"/>
                  </a:moveTo>
                  <a:cubicBezTo>
                    <a:pt x="3798" y="7385"/>
                    <a:pt x="3863" y="7427"/>
                    <a:pt x="3892" y="7496"/>
                  </a:cubicBezTo>
                  <a:cubicBezTo>
                    <a:pt x="3932" y="7584"/>
                    <a:pt x="3878" y="7689"/>
                    <a:pt x="3792" y="7724"/>
                  </a:cubicBezTo>
                  <a:lnTo>
                    <a:pt x="3728" y="7751"/>
                  </a:lnTo>
                  <a:cubicBezTo>
                    <a:pt x="3707" y="7760"/>
                    <a:pt x="3685" y="7764"/>
                    <a:pt x="3664" y="7764"/>
                  </a:cubicBezTo>
                  <a:cubicBezTo>
                    <a:pt x="3593" y="7764"/>
                    <a:pt x="3526" y="7717"/>
                    <a:pt x="3496" y="7650"/>
                  </a:cubicBezTo>
                  <a:cubicBezTo>
                    <a:pt x="3459" y="7565"/>
                    <a:pt x="3510" y="7452"/>
                    <a:pt x="3599" y="7419"/>
                  </a:cubicBezTo>
                  <a:lnTo>
                    <a:pt x="3664" y="7397"/>
                  </a:lnTo>
                  <a:cubicBezTo>
                    <a:pt x="3685" y="7389"/>
                    <a:pt x="3707" y="7385"/>
                    <a:pt x="3728" y="7385"/>
                  </a:cubicBezTo>
                  <a:close/>
                  <a:moveTo>
                    <a:pt x="17384" y="7643"/>
                  </a:moveTo>
                  <a:cubicBezTo>
                    <a:pt x="17428" y="7643"/>
                    <a:pt x="17472" y="7666"/>
                    <a:pt x="17494" y="7720"/>
                  </a:cubicBezTo>
                  <a:cubicBezTo>
                    <a:pt x="17531" y="7815"/>
                    <a:pt x="17450" y="7886"/>
                    <a:pt x="17371" y="7886"/>
                  </a:cubicBezTo>
                  <a:cubicBezTo>
                    <a:pt x="17326" y="7886"/>
                    <a:pt x="17282" y="7863"/>
                    <a:pt x="17261" y="7809"/>
                  </a:cubicBezTo>
                  <a:cubicBezTo>
                    <a:pt x="17224" y="7714"/>
                    <a:pt x="17305" y="7643"/>
                    <a:pt x="17384" y="7643"/>
                  </a:cubicBezTo>
                  <a:close/>
                  <a:moveTo>
                    <a:pt x="1900" y="7516"/>
                  </a:moveTo>
                  <a:cubicBezTo>
                    <a:pt x="1922" y="7516"/>
                    <a:pt x="1944" y="7520"/>
                    <a:pt x="1965" y="7526"/>
                  </a:cubicBezTo>
                  <a:cubicBezTo>
                    <a:pt x="1995" y="7537"/>
                    <a:pt x="2027" y="7546"/>
                    <a:pt x="2059" y="7557"/>
                  </a:cubicBezTo>
                  <a:cubicBezTo>
                    <a:pt x="2154" y="7585"/>
                    <a:pt x="2180" y="7707"/>
                    <a:pt x="2149" y="7786"/>
                  </a:cubicBezTo>
                  <a:cubicBezTo>
                    <a:pt x="2126" y="7848"/>
                    <a:pt x="2053" y="7894"/>
                    <a:pt x="1984" y="7894"/>
                  </a:cubicBezTo>
                  <a:cubicBezTo>
                    <a:pt x="1961" y="7894"/>
                    <a:pt x="1939" y="7889"/>
                    <a:pt x="1918" y="7877"/>
                  </a:cubicBezTo>
                  <a:cubicBezTo>
                    <a:pt x="1891" y="7862"/>
                    <a:pt x="1860" y="7845"/>
                    <a:pt x="1832" y="7828"/>
                  </a:cubicBezTo>
                  <a:cubicBezTo>
                    <a:pt x="1752" y="7781"/>
                    <a:pt x="1711" y="7701"/>
                    <a:pt x="1747" y="7611"/>
                  </a:cubicBezTo>
                  <a:cubicBezTo>
                    <a:pt x="1773" y="7544"/>
                    <a:pt x="1836" y="7516"/>
                    <a:pt x="1900" y="7516"/>
                  </a:cubicBezTo>
                  <a:close/>
                  <a:moveTo>
                    <a:pt x="19595" y="7739"/>
                  </a:moveTo>
                  <a:cubicBezTo>
                    <a:pt x="19642" y="7739"/>
                    <a:pt x="19691" y="7763"/>
                    <a:pt x="19720" y="7820"/>
                  </a:cubicBezTo>
                  <a:cubicBezTo>
                    <a:pt x="19730" y="7843"/>
                    <a:pt x="19741" y="7863"/>
                    <a:pt x="19751" y="7884"/>
                  </a:cubicBezTo>
                  <a:cubicBezTo>
                    <a:pt x="19785" y="7954"/>
                    <a:pt x="19736" y="8042"/>
                    <a:pt x="19670" y="8068"/>
                  </a:cubicBezTo>
                  <a:cubicBezTo>
                    <a:pt x="19655" y="8075"/>
                    <a:pt x="19638" y="8078"/>
                    <a:pt x="19620" y="8078"/>
                  </a:cubicBezTo>
                  <a:cubicBezTo>
                    <a:pt x="19563" y="8078"/>
                    <a:pt x="19504" y="8045"/>
                    <a:pt x="19488" y="7989"/>
                  </a:cubicBezTo>
                  <a:cubicBezTo>
                    <a:pt x="19481" y="7965"/>
                    <a:pt x="19474" y="7944"/>
                    <a:pt x="19466" y="7920"/>
                  </a:cubicBezTo>
                  <a:cubicBezTo>
                    <a:pt x="19436" y="7813"/>
                    <a:pt x="19514" y="7739"/>
                    <a:pt x="19595" y="7739"/>
                  </a:cubicBezTo>
                  <a:close/>
                  <a:moveTo>
                    <a:pt x="12378" y="7876"/>
                  </a:moveTo>
                  <a:cubicBezTo>
                    <a:pt x="12423" y="7876"/>
                    <a:pt x="12467" y="7899"/>
                    <a:pt x="12489" y="7954"/>
                  </a:cubicBezTo>
                  <a:cubicBezTo>
                    <a:pt x="12527" y="8051"/>
                    <a:pt x="12443" y="8123"/>
                    <a:pt x="12363" y="8123"/>
                  </a:cubicBezTo>
                  <a:cubicBezTo>
                    <a:pt x="12318" y="8123"/>
                    <a:pt x="12274" y="8100"/>
                    <a:pt x="12253" y="8046"/>
                  </a:cubicBezTo>
                  <a:cubicBezTo>
                    <a:pt x="12216" y="7949"/>
                    <a:pt x="12299" y="7876"/>
                    <a:pt x="12378" y="7876"/>
                  </a:cubicBezTo>
                  <a:close/>
                  <a:moveTo>
                    <a:pt x="10767" y="7590"/>
                  </a:moveTo>
                  <a:cubicBezTo>
                    <a:pt x="10830" y="7590"/>
                    <a:pt x="10892" y="7596"/>
                    <a:pt x="10951" y="7606"/>
                  </a:cubicBezTo>
                  <a:cubicBezTo>
                    <a:pt x="11188" y="7650"/>
                    <a:pt x="11538" y="7815"/>
                    <a:pt x="11521" y="8100"/>
                  </a:cubicBezTo>
                  <a:cubicBezTo>
                    <a:pt x="11507" y="8314"/>
                    <a:pt x="11299" y="8390"/>
                    <a:pt x="11110" y="8390"/>
                  </a:cubicBezTo>
                  <a:cubicBezTo>
                    <a:pt x="11066" y="8390"/>
                    <a:pt x="11023" y="8386"/>
                    <a:pt x="10984" y="8379"/>
                  </a:cubicBezTo>
                  <a:cubicBezTo>
                    <a:pt x="10706" y="8326"/>
                    <a:pt x="10451" y="8180"/>
                    <a:pt x="10245" y="7983"/>
                  </a:cubicBezTo>
                  <a:cubicBezTo>
                    <a:pt x="10241" y="7984"/>
                    <a:pt x="10236" y="7985"/>
                    <a:pt x="10231" y="7985"/>
                  </a:cubicBezTo>
                  <a:cubicBezTo>
                    <a:pt x="10161" y="7985"/>
                    <a:pt x="10104" y="7886"/>
                    <a:pt x="10157" y="7828"/>
                  </a:cubicBezTo>
                  <a:cubicBezTo>
                    <a:pt x="10307" y="7662"/>
                    <a:pt x="10542" y="7590"/>
                    <a:pt x="10767" y="7590"/>
                  </a:cubicBezTo>
                  <a:close/>
                  <a:moveTo>
                    <a:pt x="18668" y="8073"/>
                  </a:moveTo>
                  <a:cubicBezTo>
                    <a:pt x="18695" y="8073"/>
                    <a:pt x="18721" y="8084"/>
                    <a:pt x="18738" y="8110"/>
                  </a:cubicBezTo>
                  <a:cubicBezTo>
                    <a:pt x="19010" y="8508"/>
                    <a:pt x="18349" y="8994"/>
                    <a:pt x="17897" y="8994"/>
                  </a:cubicBezTo>
                  <a:cubicBezTo>
                    <a:pt x="17810" y="8994"/>
                    <a:pt x="17730" y="8976"/>
                    <a:pt x="17667" y="8936"/>
                  </a:cubicBezTo>
                  <a:cubicBezTo>
                    <a:pt x="17427" y="8784"/>
                    <a:pt x="17426" y="8495"/>
                    <a:pt x="17645" y="8324"/>
                  </a:cubicBezTo>
                  <a:cubicBezTo>
                    <a:pt x="17869" y="8148"/>
                    <a:pt x="18199" y="8088"/>
                    <a:pt x="18493" y="8088"/>
                  </a:cubicBezTo>
                  <a:cubicBezTo>
                    <a:pt x="18532" y="8088"/>
                    <a:pt x="18570" y="8089"/>
                    <a:pt x="18608" y="8091"/>
                  </a:cubicBezTo>
                  <a:cubicBezTo>
                    <a:pt x="18626" y="8079"/>
                    <a:pt x="18647" y="8073"/>
                    <a:pt x="18668" y="8073"/>
                  </a:cubicBezTo>
                  <a:close/>
                  <a:moveTo>
                    <a:pt x="9383" y="8638"/>
                  </a:moveTo>
                  <a:cubicBezTo>
                    <a:pt x="9447" y="8638"/>
                    <a:pt x="9515" y="8677"/>
                    <a:pt x="9532" y="8737"/>
                  </a:cubicBezTo>
                  <a:lnTo>
                    <a:pt x="9552" y="8805"/>
                  </a:lnTo>
                  <a:cubicBezTo>
                    <a:pt x="9575" y="8883"/>
                    <a:pt x="9548" y="8970"/>
                    <a:pt x="9466" y="9002"/>
                  </a:cubicBezTo>
                  <a:cubicBezTo>
                    <a:pt x="9447" y="9009"/>
                    <a:pt x="9429" y="9013"/>
                    <a:pt x="9412" y="9013"/>
                  </a:cubicBezTo>
                  <a:cubicBezTo>
                    <a:pt x="9351" y="9013"/>
                    <a:pt x="9297" y="8974"/>
                    <a:pt x="9269" y="8919"/>
                  </a:cubicBezTo>
                  <a:lnTo>
                    <a:pt x="9236" y="8855"/>
                  </a:lnTo>
                  <a:cubicBezTo>
                    <a:pt x="9198" y="8776"/>
                    <a:pt x="9255" y="8681"/>
                    <a:pt x="9327" y="8649"/>
                  </a:cubicBezTo>
                  <a:cubicBezTo>
                    <a:pt x="9344" y="8641"/>
                    <a:pt x="9363" y="8638"/>
                    <a:pt x="9383" y="8638"/>
                  </a:cubicBezTo>
                  <a:close/>
                  <a:moveTo>
                    <a:pt x="12593" y="8827"/>
                  </a:moveTo>
                  <a:cubicBezTo>
                    <a:pt x="12601" y="8827"/>
                    <a:pt x="12610" y="8827"/>
                    <a:pt x="12619" y="8829"/>
                  </a:cubicBezTo>
                  <a:cubicBezTo>
                    <a:pt x="12650" y="8837"/>
                    <a:pt x="12681" y="8844"/>
                    <a:pt x="12712" y="8851"/>
                  </a:cubicBezTo>
                  <a:cubicBezTo>
                    <a:pt x="12806" y="8872"/>
                    <a:pt x="12868" y="8968"/>
                    <a:pt x="12827" y="9060"/>
                  </a:cubicBezTo>
                  <a:cubicBezTo>
                    <a:pt x="12801" y="9119"/>
                    <a:pt x="12747" y="9149"/>
                    <a:pt x="12690" y="9149"/>
                  </a:cubicBezTo>
                  <a:cubicBezTo>
                    <a:pt x="12657" y="9149"/>
                    <a:pt x="12624" y="9139"/>
                    <a:pt x="12595" y="9119"/>
                  </a:cubicBezTo>
                  <a:lnTo>
                    <a:pt x="12515" y="9066"/>
                  </a:lnTo>
                  <a:cubicBezTo>
                    <a:pt x="12415" y="8996"/>
                    <a:pt x="12480" y="8827"/>
                    <a:pt x="12593" y="8827"/>
                  </a:cubicBezTo>
                  <a:close/>
                  <a:moveTo>
                    <a:pt x="15290" y="8973"/>
                  </a:moveTo>
                  <a:cubicBezTo>
                    <a:pt x="15350" y="8973"/>
                    <a:pt x="15408" y="9009"/>
                    <a:pt x="15422" y="9096"/>
                  </a:cubicBezTo>
                  <a:cubicBezTo>
                    <a:pt x="15425" y="9110"/>
                    <a:pt x="15428" y="9123"/>
                    <a:pt x="15429" y="9137"/>
                  </a:cubicBezTo>
                  <a:cubicBezTo>
                    <a:pt x="15443" y="9215"/>
                    <a:pt x="15399" y="9259"/>
                    <a:pt x="15344" y="9273"/>
                  </a:cubicBezTo>
                  <a:cubicBezTo>
                    <a:pt x="15326" y="9283"/>
                    <a:pt x="15305" y="9289"/>
                    <a:pt x="15285" y="9289"/>
                  </a:cubicBezTo>
                  <a:cubicBezTo>
                    <a:pt x="15250" y="9289"/>
                    <a:pt x="15215" y="9272"/>
                    <a:pt x="15188" y="9232"/>
                  </a:cubicBezTo>
                  <a:cubicBezTo>
                    <a:pt x="15181" y="9219"/>
                    <a:pt x="15173" y="9209"/>
                    <a:pt x="15165" y="9196"/>
                  </a:cubicBezTo>
                  <a:cubicBezTo>
                    <a:pt x="15085" y="9072"/>
                    <a:pt x="15190" y="8973"/>
                    <a:pt x="15290" y="8973"/>
                  </a:cubicBezTo>
                  <a:close/>
                  <a:moveTo>
                    <a:pt x="2755" y="8494"/>
                  </a:moveTo>
                  <a:cubicBezTo>
                    <a:pt x="2965" y="8494"/>
                    <a:pt x="3179" y="8543"/>
                    <a:pt x="3375" y="8606"/>
                  </a:cubicBezTo>
                  <a:cubicBezTo>
                    <a:pt x="3442" y="8624"/>
                    <a:pt x="3423" y="8715"/>
                    <a:pt x="3369" y="8736"/>
                  </a:cubicBezTo>
                  <a:lnTo>
                    <a:pt x="3375" y="8757"/>
                  </a:lnTo>
                  <a:cubicBezTo>
                    <a:pt x="3382" y="8754"/>
                    <a:pt x="3388" y="8754"/>
                    <a:pt x="3395" y="8751"/>
                  </a:cubicBezTo>
                  <a:cubicBezTo>
                    <a:pt x="3402" y="8750"/>
                    <a:pt x="3408" y="8750"/>
                    <a:pt x="3414" y="8750"/>
                  </a:cubicBezTo>
                  <a:cubicBezTo>
                    <a:pt x="3508" y="8750"/>
                    <a:pt x="3525" y="8894"/>
                    <a:pt x="3439" y="8934"/>
                  </a:cubicBezTo>
                  <a:cubicBezTo>
                    <a:pt x="3187" y="9050"/>
                    <a:pt x="2941" y="9290"/>
                    <a:pt x="2649" y="9290"/>
                  </a:cubicBezTo>
                  <a:cubicBezTo>
                    <a:pt x="2645" y="9290"/>
                    <a:pt x="2641" y="9290"/>
                    <a:pt x="2637" y="9290"/>
                  </a:cubicBezTo>
                  <a:cubicBezTo>
                    <a:pt x="2433" y="9287"/>
                    <a:pt x="2190" y="9170"/>
                    <a:pt x="2151" y="8950"/>
                  </a:cubicBezTo>
                  <a:cubicBezTo>
                    <a:pt x="2112" y="8726"/>
                    <a:pt x="2305" y="8564"/>
                    <a:pt x="2504" y="8520"/>
                  </a:cubicBezTo>
                  <a:cubicBezTo>
                    <a:pt x="2586" y="8502"/>
                    <a:pt x="2670" y="8494"/>
                    <a:pt x="2755" y="8494"/>
                  </a:cubicBezTo>
                  <a:close/>
                  <a:moveTo>
                    <a:pt x="10453" y="3113"/>
                  </a:moveTo>
                  <a:cubicBezTo>
                    <a:pt x="11448" y="3113"/>
                    <a:pt x="12451" y="3301"/>
                    <a:pt x="13182" y="3896"/>
                  </a:cubicBezTo>
                  <a:cubicBezTo>
                    <a:pt x="13889" y="4086"/>
                    <a:pt x="14193" y="4951"/>
                    <a:pt x="13836" y="5590"/>
                  </a:cubicBezTo>
                  <a:cubicBezTo>
                    <a:pt x="13561" y="6085"/>
                    <a:pt x="13157" y="6196"/>
                    <a:pt x="12714" y="6196"/>
                  </a:cubicBezTo>
                  <a:cubicBezTo>
                    <a:pt x="12353" y="6196"/>
                    <a:pt x="11966" y="6122"/>
                    <a:pt x="11601" y="6122"/>
                  </a:cubicBezTo>
                  <a:cubicBezTo>
                    <a:pt x="11589" y="6122"/>
                    <a:pt x="11577" y="6123"/>
                    <a:pt x="11565" y="6123"/>
                  </a:cubicBezTo>
                  <a:cubicBezTo>
                    <a:pt x="9418" y="6155"/>
                    <a:pt x="8796" y="9126"/>
                    <a:pt x="6678" y="9416"/>
                  </a:cubicBezTo>
                  <a:cubicBezTo>
                    <a:pt x="6578" y="9430"/>
                    <a:pt x="6480" y="9437"/>
                    <a:pt x="6386" y="9437"/>
                  </a:cubicBezTo>
                  <a:cubicBezTo>
                    <a:pt x="4864" y="9437"/>
                    <a:pt x="4204" y="7689"/>
                    <a:pt x="4597" y="6345"/>
                  </a:cubicBezTo>
                  <a:cubicBezTo>
                    <a:pt x="5121" y="4543"/>
                    <a:pt x="6871" y="3592"/>
                    <a:pt x="8611" y="3289"/>
                  </a:cubicBezTo>
                  <a:cubicBezTo>
                    <a:pt x="9172" y="3191"/>
                    <a:pt x="9811" y="3113"/>
                    <a:pt x="10453" y="3113"/>
                  </a:cubicBezTo>
                  <a:close/>
                  <a:moveTo>
                    <a:pt x="17971" y="9194"/>
                  </a:moveTo>
                  <a:cubicBezTo>
                    <a:pt x="18026" y="9194"/>
                    <a:pt x="18067" y="9235"/>
                    <a:pt x="18083" y="9287"/>
                  </a:cubicBezTo>
                  <a:cubicBezTo>
                    <a:pt x="18113" y="9352"/>
                    <a:pt x="18099" y="9435"/>
                    <a:pt x="18012" y="9460"/>
                  </a:cubicBezTo>
                  <a:lnTo>
                    <a:pt x="17973" y="9480"/>
                  </a:lnTo>
                  <a:cubicBezTo>
                    <a:pt x="17954" y="9489"/>
                    <a:pt x="17935" y="9493"/>
                    <a:pt x="17918" y="9493"/>
                  </a:cubicBezTo>
                  <a:cubicBezTo>
                    <a:pt x="17790" y="9493"/>
                    <a:pt x="17722" y="9267"/>
                    <a:pt x="17872" y="9222"/>
                  </a:cubicBezTo>
                  <a:lnTo>
                    <a:pt x="17913" y="9208"/>
                  </a:lnTo>
                  <a:cubicBezTo>
                    <a:pt x="17934" y="9198"/>
                    <a:pt x="17953" y="9194"/>
                    <a:pt x="17971" y="9194"/>
                  </a:cubicBezTo>
                  <a:close/>
                  <a:moveTo>
                    <a:pt x="16223" y="8244"/>
                  </a:moveTo>
                  <a:cubicBezTo>
                    <a:pt x="16276" y="8244"/>
                    <a:pt x="16335" y="8260"/>
                    <a:pt x="16400" y="8295"/>
                  </a:cubicBezTo>
                  <a:cubicBezTo>
                    <a:pt x="16707" y="8464"/>
                    <a:pt x="16842" y="8863"/>
                    <a:pt x="16816" y="9202"/>
                  </a:cubicBezTo>
                  <a:cubicBezTo>
                    <a:pt x="16822" y="9230"/>
                    <a:pt x="16816" y="9260"/>
                    <a:pt x="16807" y="9289"/>
                  </a:cubicBezTo>
                  <a:cubicBezTo>
                    <a:pt x="16807" y="9297"/>
                    <a:pt x="16804" y="9310"/>
                    <a:pt x="16802" y="9318"/>
                  </a:cubicBezTo>
                  <a:cubicBezTo>
                    <a:pt x="16794" y="9358"/>
                    <a:pt x="16768" y="9379"/>
                    <a:pt x="16743" y="9389"/>
                  </a:cubicBezTo>
                  <a:cubicBezTo>
                    <a:pt x="16653" y="9486"/>
                    <a:pt x="16509" y="9556"/>
                    <a:pt x="16407" y="9556"/>
                  </a:cubicBezTo>
                  <a:cubicBezTo>
                    <a:pt x="16024" y="9552"/>
                    <a:pt x="15904" y="9066"/>
                    <a:pt x="15892" y="8763"/>
                  </a:cubicBezTo>
                  <a:cubicBezTo>
                    <a:pt x="15882" y="8526"/>
                    <a:pt x="15998" y="8244"/>
                    <a:pt x="16223" y="8244"/>
                  </a:cubicBezTo>
                  <a:close/>
                  <a:moveTo>
                    <a:pt x="19739" y="9230"/>
                  </a:moveTo>
                  <a:cubicBezTo>
                    <a:pt x="19801" y="9230"/>
                    <a:pt x="19860" y="9274"/>
                    <a:pt x="19886" y="9331"/>
                  </a:cubicBezTo>
                  <a:cubicBezTo>
                    <a:pt x="19918" y="9408"/>
                    <a:pt x="19876" y="9512"/>
                    <a:pt x="19797" y="9537"/>
                  </a:cubicBezTo>
                  <a:lnTo>
                    <a:pt x="19733" y="9556"/>
                  </a:lnTo>
                  <a:cubicBezTo>
                    <a:pt x="19715" y="9562"/>
                    <a:pt x="19696" y="9565"/>
                    <a:pt x="19678" y="9565"/>
                  </a:cubicBezTo>
                  <a:cubicBezTo>
                    <a:pt x="19616" y="9565"/>
                    <a:pt x="19558" y="9532"/>
                    <a:pt x="19533" y="9469"/>
                  </a:cubicBezTo>
                  <a:cubicBezTo>
                    <a:pt x="19502" y="9389"/>
                    <a:pt x="19546" y="9307"/>
                    <a:pt x="19621" y="9272"/>
                  </a:cubicBezTo>
                  <a:lnTo>
                    <a:pt x="19683" y="9243"/>
                  </a:lnTo>
                  <a:cubicBezTo>
                    <a:pt x="19702" y="9234"/>
                    <a:pt x="19721" y="9230"/>
                    <a:pt x="19739" y="9230"/>
                  </a:cubicBezTo>
                  <a:close/>
                  <a:moveTo>
                    <a:pt x="14169" y="9185"/>
                  </a:moveTo>
                  <a:cubicBezTo>
                    <a:pt x="14198" y="9185"/>
                    <a:pt x="14227" y="9194"/>
                    <a:pt x="14249" y="9215"/>
                  </a:cubicBezTo>
                  <a:cubicBezTo>
                    <a:pt x="14305" y="9269"/>
                    <a:pt x="14365" y="9323"/>
                    <a:pt x="14416" y="9382"/>
                  </a:cubicBezTo>
                  <a:cubicBezTo>
                    <a:pt x="14471" y="9446"/>
                    <a:pt x="14447" y="9551"/>
                    <a:pt x="14385" y="9599"/>
                  </a:cubicBezTo>
                  <a:cubicBezTo>
                    <a:pt x="14357" y="9620"/>
                    <a:pt x="14326" y="9630"/>
                    <a:pt x="14294" y="9630"/>
                  </a:cubicBezTo>
                  <a:cubicBezTo>
                    <a:pt x="14247" y="9630"/>
                    <a:pt x="14200" y="9608"/>
                    <a:pt x="14168" y="9569"/>
                  </a:cubicBezTo>
                  <a:cubicBezTo>
                    <a:pt x="14128" y="9517"/>
                    <a:pt x="14093" y="9459"/>
                    <a:pt x="14054" y="9402"/>
                  </a:cubicBezTo>
                  <a:cubicBezTo>
                    <a:pt x="14016" y="9344"/>
                    <a:pt x="14019" y="9273"/>
                    <a:pt x="14069" y="9223"/>
                  </a:cubicBezTo>
                  <a:cubicBezTo>
                    <a:pt x="14092" y="9200"/>
                    <a:pt x="14131" y="9185"/>
                    <a:pt x="14169" y="9185"/>
                  </a:cubicBezTo>
                  <a:close/>
                  <a:moveTo>
                    <a:pt x="7829" y="9293"/>
                  </a:moveTo>
                  <a:cubicBezTo>
                    <a:pt x="7861" y="9293"/>
                    <a:pt x="7893" y="9306"/>
                    <a:pt x="7914" y="9337"/>
                  </a:cubicBezTo>
                  <a:cubicBezTo>
                    <a:pt x="7931" y="9364"/>
                    <a:pt x="7951" y="9388"/>
                    <a:pt x="7965" y="9416"/>
                  </a:cubicBezTo>
                  <a:cubicBezTo>
                    <a:pt x="7982" y="9452"/>
                    <a:pt x="7985" y="9484"/>
                    <a:pt x="7985" y="9522"/>
                  </a:cubicBezTo>
                  <a:cubicBezTo>
                    <a:pt x="7985" y="9596"/>
                    <a:pt x="7933" y="9643"/>
                    <a:pt x="7875" y="9643"/>
                  </a:cubicBezTo>
                  <a:cubicBezTo>
                    <a:pt x="7845" y="9643"/>
                    <a:pt x="7813" y="9629"/>
                    <a:pt x="7787" y="9600"/>
                  </a:cubicBezTo>
                  <a:cubicBezTo>
                    <a:pt x="7760" y="9573"/>
                    <a:pt x="7741" y="9549"/>
                    <a:pt x="7730" y="9508"/>
                  </a:cubicBezTo>
                  <a:cubicBezTo>
                    <a:pt x="7719" y="9478"/>
                    <a:pt x="7717" y="9444"/>
                    <a:pt x="7713" y="9415"/>
                  </a:cubicBezTo>
                  <a:cubicBezTo>
                    <a:pt x="7703" y="9343"/>
                    <a:pt x="7767" y="9293"/>
                    <a:pt x="7829" y="9293"/>
                  </a:cubicBezTo>
                  <a:close/>
                  <a:moveTo>
                    <a:pt x="11639" y="9808"/>
                  </a:moveTo>
                  <a:cubicBezTo>
                    <a:pt x="11687" y="9808"/>
                    <a:pt x="11733" y="9833"/>
                    <a:pt x="11756" y="9891"/>
                  </a:cubicBezTo>
                  <a:cubicBezTo>
                    <a:pt x="11797" y="9993"/>
                    <a:pt x="11709" y="10070"/>
                    <a:pt x="11624" y="10070"/>
                  </a:cubicBezTo>
                  <a:cubicBezTo>
                    <a:pt x="11576" y="10070"/>
                    <a:pt x="11530" y="10046"/>
                    <a:pt x="11508" y="9989"/>
                  </a:cubicBezTo>
                  <a:cubicBezTo>
                    <a:pt x="11467" y="9885"/>
                    <a:pt x="11554" y="9808"/>
                    <a:pt x="11639" y="9808"/>
                  </a:cubicBezTo>
                  <a:close/>
                  <a:moveTo>
                    <a:pt x="18184" y="9886"/>
                  </a:moveTo>
                  <a:cubicBezTo>
                    <a:pt x="18227" y="9886"/>
                    <a:pt x="18268" y="9908"/>
                    <a:pt x="18289" y="9959"/>
                  </a:cubicBezTo>
                  <a:cubicBezTo>
                    <a:pt x="18324" y="10048"/>
                    <a:pt x="18247" y="10116"/>
                    <a:pt x="18172" y="10116"/>
                  </a:cubicBezTo>
                  <a:cubicBezTo>
                    <a:pt x="18130" y="10116"/>
                    <a:pt x="18089" y="10095"/>
                    <a:pt x="18069" y="10044"/>
                  </a:cubicBezTo>
                  <a:cubicBezTo>
                    <a:pt x="18033" y="9953"/>
                    <a:pt x="18109" y="9886"/>
                    <a:pt x="18184" y="9886"/>
                  </a:cubicBezTo>
                  <a:close/>
                  <a:moveTo>
                    <a:pt x="3730" y="9893"/>
                  </a:moveTo>
                  <a:cubicBezTo>
                    <a:pt x="3783" y="9893"/>
                    <a:pt x="3834" y="9920"/>
                    <a:pt x="3858" y="9983"/>
                  </a:cubicBezTo>
                  <a:cubicBezTo>
                    <a:pt x="3902" y="10095"/>
                    <a:pt x="3806" y="10179"/>
                    <a:pt x="3714" y="10179"/>
                  </a:cubicBezTo>
                  <a:cubicBezTo>
                    <a:pt x="3662" y="10179"/>
                    <a:pt x="3611" y="10153"/>
                    <a:pt x="3586" y="10089"/>
                  </a:cubicBezTo>
                  <a:cubicBezTo>
                    <a:pt x="3542" y="9977"/>
                    <a:pt x="3638" y="9893"/>
                    <a:pt x="3730" y="9893"/>
                  </a:cubicBezTo>
                  <a:close/>
                  <a:moveTo>
                    <a:pt x="8633" y="9968"/>
                  </a:moveTo>
                  <a:cubicBezTo>
                    <a:pt x="8700" y="9968"/>
                    <a:pt x="8771" y="10011"/>
                    <a:pt x="8793" y="10075"/>
                  </a:cubicBezTo>
                  <a:cubicBezTo>
                    <a:pt x="8801" y="10098"/>
                    <a:pt x="8808" y="10122"/>
                    <a:pt x="8815" y="10143"/>
                  </a:cubicBezTo>
                  <a:cubicBezTo>
                    <a:pt x="8845" y="10231"/>
                    <a:pt x="8807" y="10320"/>
                    <a:pt x="8722" y="10357"/>
                  </a:cubicBezTo>
                  <a:cubicBezTo>
                    <a:pt x="8703" y="10365"/>
                    <a:pt x="8683" y="10369"/>
                    <a:pt x="8663" y="10369"/>
                  </a:cubicBezTo>
                  <a:cubicBezTo>
                    <a:pt x="8597" y="10369"/>
                    <a:pt x="8534" y="10325"/>
                    <a:pt x="8506" y="10264"/>
                  </a:cubicBezTo>
                  <a:cubicBezTo>
                    <a:pt x="8498" y="10242"/>
                    <a:pt x="8488" y="10221"/>
                    <a:pt x="8478" y="10197"/>
                  </a:cubicBezTo>
                  <a:cubicBezTo>
                    <a:pt x="8441" y="10111"/>
                    <a:pt x="8495" y="10016"/>
                    <a:pt x="8574" y="9980"/>
                  </a:cubicBezTo>
                  <a:cubicBezTo>
                    <a:pt x="8593" y="9972"/>
                    <a:pt x="8613" y="9968"/>
                    <a:pt x="8633" y="9968"/>
                  </a:cubicBezTo>
                  <a:close/>
                  <a:moveTo>
                    <a:pt x="5991" y="10116"/>
                  </a:moveTo>
                  <a:cubicBezTo>
                    <a:pt x="6054" y="10116"/>
                    <a:pt x="6114" y="10150"/>
                    <a:pt x="6138" y="10215"/>
                  </a:cubicBezTo>
                  <a:cubicBezTo>
                    <a:pt x="6180" y="10316"/>
                    <a:pt x="6109" y="10419"/>
                    <a:pt x="6005" y="10435"/>
                  </a:cubicBezTo>
                  <a:cubicBezTo>
                    <a:pt x="5984" y="10438"/>
                    <a:pt x="5961" y="10442"/>
                    <a:pt x="5939" y="10444"/>
                  </a:cubicBezTo>
                  <a:cubicBezTo>
                    <a:pt x="5791" y="10442"/>
                    <a:pt x="5729" y="10283"/>
                    <a:pt x="5838" y="10186"/>
                  </a:cubicBezTo>
                  <a:cubicBezTo>
                    <a:pt x="5855" y="10169"/>
                    <a:pt x="5875" y="10159"/>
                    <a:pt x="5892" y="10146"/>
                  </a:cubicBezTo>
                  <a:cubicBezTo>
                    <a:pt x="5923" y="10126"/>
                    <a:pt x="5957" y="10116"/>
                    <a:pt x="5991" y="10116"/>
                  </a:cubicBezTo>
                  <a:close/>
                  <a:moveTo>
                    <a:pt x="9836" y="9227"/>
                  </a:moveTo>
                  <a:cubicBezTo>
                    <a:pt x="9884" y="9227"/>
                    <a:pt x="9932" y="9266"/>
                    <a:pt x="9936" y="9315"/>
                  </a:cubicBezTo>
                  <a:cubicBezTo>
                    <a:pt x="9940" y="9315"/>
                    <a:pt x="9943" y="9315"/>
                    <a:pt x="9947" y="9315"/>
                  </a:cubicBezTo>
                  <a:cubicBezTo>
                    <a:pt x="9966" y="9315"/>
                    <a:pt x="9984" y="9321"/>
                    <a:pt x="10002" y="9338"/>
                  </a:cubicBezTo>
                  <a:cubicBezTo>
                    <a:pt x="10203" y="9522"/>
                    <a:pt x="10424" y="9796"/>
                    <a:pt x="10370" y="10088"/>
                  </a:cubicBezTo>
                  <a:cubicBezTo>
                    <a:pt x="10337" y="10282"/>
                    <a:pt x="10169" y="10479"/>
                    <a:pt x="9959" y="10485"/>
                  </a:cubicBezTo>
                  <a:cubicBezTo>
                    <a:pt x="9957" y="10485"/>
                    <a:pt x="9956" y="10485"/>
                    <a:pt x="9954" y="10485"/>
                  </a:cubicBezTo>
                  <a:cubicBezTo>
                    <a:pt x="9723" y="10485"/>
                    <a:pt x="9589" y="10278"/>
                    <a:pt x="9558" y="10071"/>
                  </a:cubicBezTo>
                  <a:cubicBezTo>
                    <a:pt x="9517" y="9792"/>
                    <a:pt x="9608" y="9490"/>
                    <a:pt x="9768" y="9263"/>
                  </a:cubicBezTo>
                  <a:cubicBezTo>
                    <a:pt x="9786" y="9238"/>
                    <a:pt x="9811" y="9227"/>
                    <a:pt x="9836" y="9227"/>
                  </a:cubicBezTo>
                  <a:close/>
                  <a:moveTo>
                    <a:pt x="4298" y="9376"/>
                  </a:moveTo>
                  <a:cubicBezTo>
                    <a:pt x="4325" y="9376"/>
                    <a:pt x="4353" y="9392"/>
                    <a:pt x="4361" y="9425"/>
                  </a:cubicBezTo>
                  <a:cubicBezTo>
                    <a:pt x="4364" y="9432"/>
                    <a:pt x="4364" y="9437"/>
                    <a:pt x="4366" y="9444"/>
                  </a:cubicBezTo>
                  <a:cubicBezTo>
                    <a:pt x="4391" y="9440"/>
                    <a:pt x="4415" y="9438"/>
                    <a:pt x="4439" y="9438"/>
                  </a:cubicBezTo>
                  <a:cubicBezTo>
                    <a:pt x="4666" y="9438"/>
                    <a:pt x="4840" y="9623"/>
                    <a:pt x="4941" y="9821"/>
                  </a:cubicBezTo>
                  <a:cubicBezTo>
                    <a:pt x="5046" y="10033"/>
                    <a:pt x="5173" y="10398"/>
                    <a:pt x="4975" y="10591"/>
                  </a:cubicBezTo>
                  <a:cubicBezTo>
                    <a:pt x="4907" y="10657"/>
                    <a:pt x="4819" y="10686"/>
                    <a:pt x="4729" y="10686"/>
                  </a:cubicBezTo>
                  <a:cubicBezTo>
                    <a:pt x="4606" y="10686"/>
                    <a:pt x="4480" y="10631"/>
                    <a:pt x="4400" y="10541"/>
                  </a:cubicBezTo>
                  <a:cubicBezTo>
                    <a:pt x="4174" y="10288"/>
                    <a:pt x="4266" y="9925"/>
                    <a:pt x="4259" y="9605"/>
                  </a:cubicBezTo>
                  <a:cubicBezTo>
                    <a:pt x="4252" y="9580"/>
                    <a:pt x="4248" y="9555"/>
                    <a:pt x="4255" y="9531"/>
                  </a:cubicBezTo>
                  <a:cubicBezTo>
                    <a:pt x="4254" y="9500"/>
                    <a:pt x="4249" y="9467"/>
                    <a:pt x="4245" y="9439"/>
                  </a:cubicBezTo>
                  <a:cubicBezTo>
                    <a:pt x="4238" y="9397"/>
                    <a:pt x="4267" y="9376"/>
                    <a:pt x="4298" y="9376"/>
                  </a:cubicBezTo>
                  <a:close/>
                  <a:moveTo>
                    <a:pt x="2636" y="10544"/>
                  </a:moveTo>
                  <a:cubicBezTo>
                    <a:pt x="2689" y="10544"/>
                    <a:pt x="2742" y="10571"/>
                    <a:pt x="2767" y="10636"/>
                  </a:cubicBezTo>
                  <a:cubicBezTo>
                    <a:pt x="2812" y="10751"/>
                    <a:pt x="2715" y="10837"/>
                    <a:pt x="2621" y="10837"/>
                  </a:cubicBezTo>
                  <a:cubicBezTo>
                    <a:pt x="2567" y="10837"/>
                    <a:pt x="2515" y="10810"/>
                    <a:pt x="2489" y="10745"/>
                  </a:cubicBezTo>
                  <a:cubicBezTo>
                    <a:pt x="2445" y="10630"/>
                    <a:pt x="2542" y="10544"/>
                    <a:pt x="2636" y="10544"/>
                  </a:cubicBezTo>
                  <a:close/>
                  <a:moveTo>
                    <a:pt x="12786" y="10651"/>
                  </a:moveTo>
                  <a:cubicBezTo>
                    <a:pt x="12827" y="10651"/>
                    <a:pt x="12867" y="10672"/>
                    <a:pt x="12885" y="10721"/>
                  </a:cubicBezTo>
                  <a:cubicBezTo>
                    <a:pt x="12921" y="10810"/>
                    <a:pt x="12846" y="10876"/>
                    <a:pt x="12773" y="10876"/>
                  </a:cubicBezTo>
                  <a:cubicBezTo>
                    <a:pt x="12732" y="10876"/>
                    <a:pt x="12691" y="10855"/>
                    <a:pt x="12671" y="10805"/>
                  </a:cubicBezTo>
                  <a:cubicBezTo>
                    <a:pt x="12638" y="10718"/>
                    <a:pt x="12714" y="10651"/>
                    <a:pt x="12786" y="10651"/>
                  </a:cubicBezTo>
                  <a:close/>
                  <a:moveTo>
                    <a:pt x="15859" y="10638"/>
                  </a:moveTo>
                  <a:cubicBezTo>
                    <a:pt x="15903" y="10638"/>
                    <a:pt x="15945" y="10661"/>
                    <a:pt x="15966" y="10714"/>
                  </a:cubicBezTo>
                  <a:cubicBezTo>
                    <a:pt x="16003" y="10809"/>
                    <a:pt x="15923" y="10881"/>
                    <a:pt x="15844" y="10881"/>
                  </a:cubicBezTo>
                  <a:cubicBezTo>
                    <a:pt x="15801" y="10881"/>
                    <a:pt x="15757" y="10858"/>
                    <a:pt x="15737" y="10805"/>
                  </a:cubicBezTo>
                  <a:cubicBezTo>
                    <a:pt x="15699" y="10710"/>
                    <a:pt x="15780" y="10638"/>
                    <a:pt x="15859" y="10638"/>
                  </a:cubicBezTo>
                  <a:close/>
                  <a:moveTo>
                    <a:pt x="19685" y="10625"/>
                  </a:moveTo>
                  <a:cubicBezTo>
                    <a:pt x="19735" y="10625"/>
                    <a:pt x="19784" y="10651"/>
                    <a:pt x="19808" y="10711"/>
                  </a:cubicBezTo>
                  <a:cubicBezTo>
                    <a:pt x="19850" y="10820"/>
                    <a:pt x="19759" y="10900"/>
                    <a:pt x="19670" y="10900"/>
                  </a:cubicBezTo>
                  <a:cubicBezTo>
                    <a:pt x="19620" y="10900"/>
                    <a:pt x="19570" y="10874"/>
                    <a:pt x="19546" y="10813"/>
                  </a:cubicBezTo>
                  <a:cubicBezTo>
                    <a:pt x="19503" y="10706"/>
                    <a:pt x="19595" y="10625"/>
                    <a:pt x="19685" y="10625"/>
                  </a:cubicBezTo>
                  <a:close/>
                  <a:moveTo>
                    <a:pt x="18765" y="10590"/>
                  </a:moveTo>
                  <a:cubicBezTo>
                    <a:pt x="18825" y="10590"/>
                    <a:pt x="18888" y="10636"/>
                    <a:pt x="18908" y="10689"/>
                  </a:cubicBezTo>
                  <a:cubicBezTo>
                    <a:pt x="18935" y="10757"/>
                    <a:pt x="18901" y="10862"/>
                    <a:pt x="18823" y="10881"/>
                  </a:cubicBezTo>
                  <a:cubicBezTo>
                    <a:pt x="18800" y="10887"/>
                    <a:pt x="18778" y="10891"/>
                    <a:pt x="18756" y="10897"/>
                  </a:cubicBezTo>
                  <a:cubicBezTo>
                    <a:pt x="18740" y="10901"/>
                    <a:pt x="18723" y="10904"/>
                    <a:pt x="18706" y="10904"/>
                  </a:cubicBezTo>
                  <a:cubicBezTo>
                    <a:pt x="18650" y="10904"/>
                    <a:pt x="18598" y="10877"/>
                    <a:pt x="18575" y="10818"/>
                  </a:cubicBezTo>
                  <a:cubicBezTo>
                    <a:pt x="18545" y="10741"/>
                    <a:pt x="18588" y="10672"/>
                    <a:pt x="18653" y="10636"/>
                  </a:cubicBezTo>
                  <a:cubicBezTo>
                    <a:pt x="18674" y="10626"/>
                    <a:pt x="18696" y="10614"/>
                    <a:pt x="18715" y="10602"/>
                  </a:cubicBezTo>
                  <a:cubicBezTo>
                    <a:pt x="18731" y="10594"/>
                    <a:pt x="18748" y="10590"/>
                    <a:pt x="18765" y="10590"/>
                  </a:cubicBezTo>
                  <a:close/>
                  <a:moveTo>
                    <a:pt x="9897" y="10904"/>
                  </a:moveTo>
                  <a:cubicBezTo>
                    <a:pt x="9962" y="10904"/>
                    <a:pt x="10023" y="10948"/>
                    <a:pt x="10050" y="11009"/>
                  </a:cubicBezTo>
                  <a:cubicBezTo>
                    <a:pt x="10085" y="11087"/>
                    <a:pt x="10040" y="11192"/>
                    <a:pt x="9958" y="11220"/>
                  </a:cubicBezTo>
                  <a:cubicBezTo>
                    <a:pt x="9936" y="11229"/>
                    <a:pt x="9915" y="11236"/>
                    <a:pt x="9892" y="11246"/>
                  </a:cubicBezTo>
                  <a:cubicBezTo>
                    <a:pt x="9873" y="11253"/>
                    <a:pt x="9853" y="11256"/>
                    <a:pt x="9834" y="11256"/>
                  </a:cubicBezTo>
                  <a:cubicBezTo>
                    <a:pt x="9769" y="11256"/>
                    <a:pt x="9710" y="11218"/>
                    <a:pt x="9683" y="11153"/>
                  </a:cubicBezTo>
                  <a:cubicBezTo>
                    <a:pt x="9646" y="11073"/>
                    <a:pt x="9695" y="10975"/>
                    <a:pt x="9773" y="10944"/>
                  </a:cubicBezTo>
                  <a:cubicBezTo>
                    <a:pt x="9796" y="10934"/>
                    <a:pt x="9817" y="10925"/>
                    <a:pt x="9839" y="10917"/>
                  </a:cubicBezTo>
                  <a:cubicBezTo>
                    <a:pt x="9858" y="10908"/>
                    <a:pt x="9878" y="10904"/>
                    <a:pt x="9897" y="10904"/>
                  </a:cubicBezTo>
                  <a:close/>
                  <a:moveTo>
                    <a:pt x="21029" y="11008"/>
                  </a:moveTo>
                  <a:cubicBezTo>
                    <a:pt x="21076" y="11008"/>
                    <a:pt x="21121" y="11031"/>
                    <a:pt x="21143" y="11087"/>
                  </a:cubicBezTo>
                  <a:cubicBezTo>
                    <a:pt x="21182" y="11187"/>
                    <a:pt x="21097" y="11263"/>
                    <a:pt x="21014" y="11263"/>
                  </a:cubicBezTo>
                  <a:cubicBezTo>
                    <a:pt x="20967" y="11263"/>
                    <a:pt x="20922" y="11239"/>
                    <a:pt x="20899" y="11182"/>
                  </a:cubicBezTo>
                  <a:cubicBezTo>
                    <a:pt x="20861" y="11082"/>
                    <a:pt x="20947" y="11008"/>
                    <a:pt x="21029" y="11008"/>
                  </a:cubicBezTo>
                  <a:close/>
                  <a:moveTo>
                    <a:pt x="7531" y="11192"/>
                  </a:moveTo>
                  <a:cubicBezTo>
                    <a:pt x="7579" y="11192"/>
                    <a:pt x="7626" y="11216"/>
                    <a:pt x="7649" y="11274"/>
                  </a:cubicBezTo>
                  <a:cubicBezTo>
                    <a:pt x="7689" y="11377"/>
                    <a:pt x="7602" y="11455"/>
                    <a:pt x="7517" y="11455"/>
                  </a:cubicBezTo>
                  <a:cubicBezTo>
                    <a:pt x="7470" y="11455"/>
                    <a:pt x="7423" y="11430"/>
                    <a:pt x="7400" y="11372"/>
                  </a:cubicBezTo>
                  <a:cubicBezTo>
                    <a:pt x="7359" y="11268"/>
                    <a:pt x="7446" y="11192"/>
                    <a:pt x="7531" y="11192"/>
                  </a:cubicBezTo>
                  <a:close/>
                  <a:moveTo>
                    <a:pt x="4345" y="11126"/>
                  </a:moveTo>
                  <a:cubicBezTo>
                    <a:pt x="4412" y="11126"/>
                    <a:pt x="4464" y="11176"/>
                    <a:pt x="4485" y="11237"/>
                  </a:cubicBezTo>
                  <a:cubicBezTo>
                    <a:pt x="4520" y="11315"/>
                    <a:pt x="4502" y="11414"/>
                    <a:pt x="4397" y="11448"/>
                  </a:cubicBezTo>
                  <a:lnTo>
                    <a:pt x="4359" y="11468"/>
                  </a:lnTo>
                  <a:cubicBezTo>
                    <a:pt x="4336" y="11478"/>
                    <a:pt x="4314" y="11483"/>
                    <a:pt x="4293" y="11483"/>
                  </a:cubicBezTo>
                  <a:cubicBezTo>
                    <a:pt x="4136" y="11483"/>
                    <a:pt x="4055" y="11215"/>
                    <a:pt x="4237" y="11156"/>
                  </a:cubicBezTo>
                  <a:lnTo>
                    <a:pt x="4276" y="11142"/>
                  </a:lnTo>
                  <a:cubicBezTo>
                    <a:pt x="4300" y="11131"/>
                    <a:pt x="4323" y="11126"/>
                    <a:pt x="4345" y="11126"/>
                  </a:cubicBezTo>
                  <a:close/>
                  <a:moveTo>
                    <a:pt x="6031" y="11220"/>
                  </a:moveTo>
                  <a:cubicBezTo>
                    <a:pt x="6096" y="11220"/>
                    <a:pt x="6145" y="11269"/>
                    <a:pt x="6164" y="11329"/>
                  </a:cubicBezTo>
                  <a:cubicBezTo>
                    <a:pt x="6201" y="11406"/>
                    <a:pt x="6185" y="11504"/>
                    <a:pt x="6080" y="11533"/>
                  </a:cubicBezTo>
                  <a:cubicBezTo>
                    <a:pt x="6068" y="11540"/>
                    <a:pt x="6053" y="11546"/>
                    <a:pt x="6041" y="11553"/>
                  </a:cubicBezTo>
                  <a:cubicBezTo>
                    <a:pt x="6018" y="11564"/>
                    <a:pt x="5996" y="11569"/>
                    <a:pt x="5976" y="11569"/>
                  </a:cubicBezTo>
                  <a:cubicBezTo>
                    <a:pt x="5826" y="11569"/>
                    <a:pt x="5745" y="11302"/>
                    <a:pt x="5923" y="11250"/>
                  </a:cubicBezTo>
                  <a:cubicBezTo>
                    <a:pt x="5937" y="11246"/>
                    <a:pt x="5951" y="11241"/>
                    <a:pt x="5963" y="11237"/>
                  </a:cubicBezTo>
                  <a:cubicBezTo>
                    <a:pt x="5987" y="11225"/>
                    <a:pt x="6010" y="11220"/>
                    <a:pt x="6031" y="11220"/>
                  </a:cubicBezTo>
                  <a:close/>
                  <a:moveTo>
                    <a:pt x="14445" y="11396"/>
                  </a:moveTo>
                  <a:cubicBezTo>
                    <a:pt x="14509" y="11396"/>
                    <a:pt x="14571" y="11433"/>
                    <a:pt x="14584" y="11526"/>
                  </a:cubicBezTo>
                  <a:lnTo>
                    <a:pt x="14592" y="11567"/>
                  </a:lnTo>
                  <a:cubicBezTo>
                    <a:pt x="14603" y="11645"/>
                    <a:pt x="14556" y="11695"/>
                    <a:pt x="14499" y="11712"/>
                  </a:cubicBezTo>
                  <a:cubicBezTo>
                    <a:pt x="14480" y="11721"/>
                    <a:pt x="14459" y="11726"/>
                    <a:pt x="14439" y="11726"/>
                  </a:cubicBezTo>
                  <a:cubicBezTo>
                    <a:pt x="14401" y="11726"/>
                    <a:pt x="14363" y="11709"/>
                    <a:pt x="14335" y="11666"/>
                  </a:cubicBezTo>
                  <a:lnTo>
                    <a:pt x="14311" y="11632"/>
                  </a:lnTo>
                  <a:cubicBezTo>
                    <a:pt x="14222" y="11501"/>
                    <a:pt x="14337" y="11396"/>
                    <a:pt x="14445" y="11396"/>
                  </a:cubicBezTo>
                  <a:close/>
                  <a:moveTo>
                    <a:pt x="8160" y="11815"/>
                  </a:moveTo>
                  <a:cubicBezTo>
                    <a:pt x="8181" y="11815"/>
                    <a:pt x="8202" y="11818"/>
                    <a:pt x="8222" y="11827"/>
                  </a:cubicBezTo>
                  <a:cubicBezTo>
                    <a:pt x="8298" y="11861"/>
                    <a:pt x="8346" y="11964"/>
                    <a:pt x="8305" y="12042"/>
                  </a:cubicBezTo>
                  <a:cubicBezTo>
                    <a:pt x="8291" y="12070"/>
                    <a:pt x="8275" y="12100"/>
                    <a:pt x="8258" y="12128"/>
                  </a:cubicBezTo>
                  <a:cubicBezTo>
                    <a:pt x="8230" y="12184"/>
                    <a:pt x="8175" y="12221"/>
                    <a:pt x="8115" y="12221"/>
                  </a:cubicBezTo>
                  <a:cubicBezTo>
                    <a:pt x="8094" y="12221"/>
                    <a:pt x="8074" y="12217"/>
                    <a:pt x="8053" y="12208"/>
                  </a:cubicBezTo>
                  <a:cubicBezTo>
                    <a:pt x="7972" y="12174"/>
                    <a:pt x="7944" y="12082"/>
                    <a:pt x="7974" y="12002"/>
                  </a:cubicBezTo>
                  <a:cubicBezTo>
                    <a:pt x="7986" y="11973"/>
                    <a:pt x="7996" y="11943"/>
                    <a:pt x="8008" y="11910"/>
                  </a:cubicBezTo>
                  <a:cubicBezTo>
                    <a:pt x="8030" y="11850"/>
                    <a:pt x="8096" y="11815"/>
                    <a:pt x="8160" y="11815"/>
                  </a:cubicBezTo>
                  <a:close/>
                  <a:moveTo>
                    <a:pt x="3418" y="11954"/>
                  </a:moveTo>
                  <a:cubicBezTo>
                    <a:pt x="3474" y="11954"/>
                    <a:pt x="3530" y="11983"/>
                    <a:pt x="3556" y="12052"/>
                  </a:cubicBezTo>
                  <a:cubicBezTo>
                    <a:pt x="3604" y="12173"/>
                    <a:pt x="3501" y="12264"/>
                    <a:pt x="3401" y="12264"/>
                  </a:cubicBezTo>
                  <a:cubicBezTo>
                    <a:pt x="3344" y="12264"/>
                    <a:pt x="3289" y="12235"/>
                    <a:pt x="3262" y="12167"/>
                  </a:cubicBezTo>
                  <a:cubicBezTo>
                    <a:pt x="3215" y="12045"/>
                    <a:pt x="3318" y="11954"/>
                    <a:pt x="3418" y="11954"/>
                  </a:cubicBezTo>
                  <a:close/>
                  <a:moveTo>
                    <a:pt x="4804" y="12254"/>
                  </a:moveTo>
                  <a:cubicBezTo>
                    <a:pt x="4854" y="12254"/>
                    <a:pt x="4902" y="12279"/>
                    <a:pt x="4925" y="12338"/>
                  </a:cubicBezTo>
                  <a:cubicBezTo>
                    <a:pt x="4967" y="12446"/>
                    <a:pt x="4874" y="12528"/>
                    <a:pt x="4785" y="12528"/>
                  </a:cubicBezTo>
                  <a:cubicBezTo>
                    <a:pt x="4735" y="12528"/>
                    <a:pt x="4687" y="12502"/>
                    <a:pt x="4663" y="12442"/>
                  </a:cubicBezTo>
                  <a:cubicBezTo>
                    <a:pt x="4621" y="12335"/>
                    <a:pt x="4715" y="12254"/>
                    <a:pt x="4804" y="12254"/>
                  </a:cubicBezTo>
                  <a:close/>
                  <a:moveTo>
                    <a:pt x="21383" y="12289"/>
                  </a:moveTo>
                  <a:cubicBezTo>
                    <a:pt x="21431" y="12289"/>
                    <a:pt x="21478" y="12314"/>
                    <a:pt x="21501" y="12372"/>
                  </a:cubicBezTo>
                  <a:cubicBezTo>
                    <a:pt x="21542" y="12477"/>
                    <a:pt x="21454" y="12554"/>
                    <a:pt x="21368" y="12554"/>
                  </a:cubicBezTo>
                  <a:cubicBezTo>
                    <a:pt x="21319" y="12554"/>
                    <a:pt x="21272" y="12530"/>
                    <a:pt x="21249" y="12471"/>
                  </a:cubicBezTo>
                  <a:cubicBezTo>
                    <a:pt x="21208" y="12367"/>
                    <a:pt x="21297" y="12289"/>
                    <a:pt x="21383" y="12289"/>
                  </a:cubicBezTo>
                  <a:close/>
                  <a:moveTo>
                    <a:pt x="22807" y="12518"/>
                  </a:moveTo>
                  <a:cubicBezTo>
                    <a:pt x="22842" y="12518"/>
                    <a:pt x="22876" y="12536"/>
                    <a:pt x="22893" y="12578"/>
                  </a:cubicBezTo>
                  <a:cubicBezTo>
                    <a:pt x="22922" y="12653"/>
                    <a:pt x="22858" y="12709"/>
                    <a:pt x="22796" y="12709"/>
                  </a:cubicBezTo>
                  <a:cubicBezTo>
                    <a:pt x="22761" y="12709"/>
                    <a:pt x="22727" y="12691"/>
                    <a:pt x="22710" y="12649"/>
                  </a:cubicBezTo>
                  <a:cubicBezTo>
                    <a:pt x="22680" y="12574"/>
                    <a:pt x="22744" y="12518"/>
                    <a:pt x="22807" y="12518"/>
                  </a:cubicBezTo>
                  <a:close/>
                  <a:moveTo>
                    <a:pt x="6150" y="12579"/>
                  </a:moveTo>
                  <a:cubicBezTo>
                    <a:pt x="6218" y="12579"/>
                    <a:pt x="6284" y="12614"/>
                    <a:pt x="6316" y="12695"/>
                  </a:cubicBezTo>
                  <a:cubicBezTo>
                    <a:pt x="6373" y="12840"/>
                    <a:pt x="6249" y="12949"/>
                    <a:pt x="6129" y="12949"/>
                  </a:cubicBezTo>
                  <a:cubicBezTo>
                    <a:pt x="6061" y="12949"/>
                    <a:pt x="5995" y="12914"/>
                    <a:pt x="5963" y="12833"/>
                  </a:cubicBezTo>
                  <a:cubicBezTo>
                    <a:pt x="5907" y="12688"/>
                    <a:pt x="6031" y="12579"/>
                    <a:pt x="6150" y="12579"/>
                  </a:cubicBezTo>
                  <a:close/>
                  <a:moveTo>
                    <a:pt x="2648" y="12702"/>
                  </a:moveTo>
                  <a:cubicBezTo>
                    <a:pt x="2670" y="12702"/>
                    <a:pt x="2692" y="12705"/>
                    <a:pt x="2713" y="12712"/>
                  </a:cubicBezTo>
                  <a:cubicBezTo>
                    <a:pt x="2743" y="12725"/>
                    <a:pt x="2774" y="12734"/>
                    <a:pt x="2805" y="12746"/>
                  </a:cubicBezTo>
                  <a:cubicBezTo>
                    <a:pt x="2905" y="12786"/>
                    <a:pt x="2936" y="12911"/>
                    <a:pt x="2885" y="12999"/>
                  </a:cubicBezTo>
                  <a:cubicBezTo>
                    <a:pt x="2851" y="13055"/>
                    <a:pt x="2798" y="13081"/>
                    <a:pt x="2742" y="13081"/>
                  </a:cubicBezTo>
                  <a:cubicBezTo>
                    <a:pt x="2703" y="13081"/>
                    <a:pt x="2662" y="13068"/>
                    <a:pt x="2625" y="13045"/>
                  </a:cubicBezTo>
                  <a:cubicBezTo>
                    <a:pt x="2600" y="13030"/>
                    <a:pt x="2573" y="13010"/>
                    <a:pt x="2547" y="12993"/>
                  </a:cubicBezTo>
                  <a:cubicBezTo>
                    <a:pt x="2479" y="12946"/>
                    <a:pt x="2470" y="12846"/>
                    <a:pt x="2509" y="12780"/>
                  </a:cubicBezTo>
                  <a:cubicBezTo>
                    <a:pt x="2540" y="12726"/>
                    <a:pt x="2593" y="12702"/>
                    <a:pt x="2648" y="12702"/>
                  </a:cubicBezTo>
                  <a:close/>
                  <a:moveTo>
                    <a:pt x="3914" y="13425"/>
                  </a:moveTo>
                  <a:cubicBezTo>
                    <a:pt x="3964" y="13425"/>
                    <a:pt x="4014" y="13451"/>
                    <a:pt x="4038" y="13512"/>
                  </a:cubicBezTo>
                  <a:cubicBezTo>
                    <a:pt x="4081" y="13621"/>
                    <a:pt x="3987" y="13704"/>
                    <a:pt x="3896" y="13704"/>
                  </a:cubicBezTo>
                  <a:cubicBezTo>
                    <a:pt x="3846" y="13704"/>
                    <a:pt x="3796" y="13678"/>
                    <a:pt x="3772" y="13616"/>
                  </a:cubicBezTo>
                  <a:cubicBezTo>
                    <a:pt x="3729" y="13507"/>
                    <a:pt x="3823" y="13425"/>
                    <a:pt x="3914" y="13425"/>
                  </a:cubicBezTo>
                  <a:close/>
                  <a:moveTo>
                    <a:pt x="14974" y="13391"/>
                  </a:moveTo>
                  <a:cubicBezTo>
                    <a:pt x="15038" y="13391"/>
                    <a:pt x="15097" y="13444"/>
                    <a:pt x="15089" y="13523"/>
                  </a:cubicBezTo>
                  <a:cubicBezTo>
                    <a:pt x="15086" y="13565"/>
                    <a:pt x="15086" y="13604"/>
                    <a:pt x="15058" y="13641"/>
                  </a:cubicBezTo>
                  <a:cubicBezTo>
                    <a:pt x="15029" y="13679"/>
                    <a:pt x="14994" y="13697"/>
                    <a:pt x="14947" y="13704"/>
                  </a:cubicBezTo>
                  <a:cubicBezTo>
                    <a:pt x="14944" y="13705"/>
                    <a:pt x="14940" y="13705"/>
                    <a:pt x="14937" y="13705"/>
                  </a:cubicBezTo>
                  <a:cubicBezTo>
                    <a:pt x="14903" y="13705"/>
                    <a:pt x="14867" y="13687"/>
                    <a:pt x="14845" y="13660"/>
                  </a:cubicBezTo>
                  <a:cubicBezTo>
                    <a:pt x="14820" y="13624"/>
                    <a:pt x="14811" y="13582"/>
                    <a:pt x="14818" y="13537"/>
                  </a:cubicBezTo>
                  <a:cubicBezTo>
                    <a:pt x="14827" y="13489"/>
                    <a:pt x="14854" y="13466"/>
                    <a:pt x="14883" y="13432"/>
                  </a:cubicBezTo>
                  <a:cubicBezTo>
                    <a:pt x="14910" y="13404"/>
                    <a:pt x="14943" y="13391"/>
                    <a:pt x="14974" y="13391"/>
                  </a:cubicBezTo>
                  <a:close/>
                  <a:moveTo>
                    <a:pt x="13602" y="13293"/>
                  </a:moveTo>
                  <a:cubicBezTo>
                    <a:pt x="13661" y="13293"/>
                    <a:pt x="13713" y="13333"/>
                    <a:pt x="13741" y="13388"/>
                  </a:cubicBezTo>
                  <a:cubicBezTo>
                    <a:pt x="13770" y="13442"/>
                    <a:pt x="13802" y="13495"/>
                    <a:pt x="13804" y="13556"/>
                  </a:cubicBezTo>
                  <a:cubicBezTo>
                    <a:pt x="13805" y="13655"/>
                    <a:pt x="13732" y="13717"/>
                    <a:pt x="13654" y="13717"/>
                  </a:cubicBezTo>
                  <a:cubicBezTo>
                    <a:pt x="13612" y="13717"/>
                    <a:pt x="13569" y="13700"/>
                    <a:pt x="13534" y="13660"/>
                  </a:cubicBezTo>
                  <a:cubicBezTo>
                    <a:pt x="13492" y="13615"/>
                    <a:pt x="13479" y="13554"/>
                    <a:pt x="13465" y="13496"/>
                  </a:cubicBezTo>
                  <a:cubicBezTo>
                    <a:pt x="13445" y="13418"/>
                    <a:pt x="13469" y="13334"/>
                    <a:pt x="13550" y="13303"/>
                  </a:cubicBezTo>
                  <a:cubicBezTo>
                    <a:pt x="13568" y="13296"/>
                    <a:pt x="13585" y="13293"/>
                    <a:pt x="13602" y="13293"/>
                  </a:cubicBezTo>
                  <a:close/>
                  <a:moveTo>
                    <a:pt x="20204" y="13475"/>
                  </a:moveTo>
                  <a:cubicBezTo>
                    <a:pt x="20251" y="13475"/>
                    <a:pt x="20295" y="13498"/>
                    <a:pt x="20331" y="13537"/>
                  </a:cubicBezTo>
                  <a:cubicBezTo>
                    <a:pt x="20345" y="13553"/>
                    <a:pt x="20361" y="13570"/>
                    <a:pt x="20375" y="13588"/>
                  </a:cubicBezTo>
                  <a:cubicBezTo>
                    <a:pt x="20437" y="13669"/>
                    <a:pt x="20409" y="13788"/>
                    <a:pt x="20322" y="13836"/>
                  </a:cubicBezTo>
                  <a:cubicBezTo>
                    <a:pt x="20296" y="13851"/>
                    <a:pt x="20267" y="13857"/>
                    <a:pt x="20240" y="13857"/>
                  </a:cubicBezTo>
                  <a:cubicBezTo>
                    <a:pt x="20173" y="13857"/>
                    <a:pt x="20111" y="13817"/>
                    <a:pt x="20081" y="13751"/>
                  </a:cubicBezTo>
                  <a:cubicBezTo>
                    <a:pt x="20070" y="13730"/>
                    <a:pt x="20066" y="13709"/>
                    <a:pt x="20060" y="13687"/>
                  </a:cubicBezTo>
                  <a:cubicBezTo>
                    <a:pt x="20035" y="13612"/>
                    <a:pt x="20060" y="13533"/>
                    <a:pt x="20131" y="13495"/>
                  </a:cubicBezTo>
                  <a:cubicBezTo>
                    <a:pt x="20155" y="13481"/>
                    <a:pt x="20180" y="13475"/>
                    <a:pt x="20204" y="13475"/>
                  </a:cubicBezTo>
                  <a:close/>
                  <a:moveTo>
                    <a:pt x="6917" y="13817"/>
                  </a:moveTo>
                  <a:cubicBezTo>
                    <a:pt x="6970" y="13817"/>
                    <a:pt x="7022" y="13844"/>
                    <a:pt x="7047" y="13908"/>
                  </a:cubicBezTo>
                  <a:cubicBezTo>
                    <a:pt x="7092" y="14023"/>
                    <a:pt x="6995" y="14108"/>
                    <a:pt x="6900" y="14108"/>
                  </a:cubicBezTo>
                  <a:cubicBezTo>
                    <a:pt x="6847" y="14108"/>
                    <a:pt x="6795" y="14081"/>
                    <a:pt x="6769" y="14016"/>
                  </a:cubicBezTo>
                  <a:cubicBezTo>
                    <a:pt x="6725" y="13902"/>
                    <a:pt x="6823" y="13817"/>
                    <a:pt x="6917" y="13817"/>
                  </a:cubicBezTo>
                  <a:close/>
                  <a:moveTo>
                    <a:pt x="7849" y="13933"/>
                  </a:moveTo>
                  <a:cubicBezTo>
                    <a:pt x="7890" y="13933"/>
                    <a:pt x="7931" y="13954"/>
                    <a:pt x="7951" y="14003"/>
                  </a:cubicBezTo>
                  <a:cubicBezTo>
                    <a:pt x="7986" y="14093"/>
                    <a:pt x="7909" y="14161"/>
                    <a:pt x="7835" y="14161"/>
                  </a:cubicBezTo>
                  <a:cubicBezTo>
                    <a:pt x="7793" y="14161"/>
                    <a:pt x="7753" y="14140"/>
                    <a:pt x="7733" y="14090"/>
                  </a:cubicBezTo>
                  <a:cubicBezTo>
                    <a:pt x="7697" y="14000"/>
                    <a:pt x="7774" y="13933"/>
                    <a:pt x="7849" y="13933"/>
                  </a:cubicBezTo>
                  <a:close/>
                  <a:moveTo>
                    <a:pt x="5363" y="14012"/>
                  </a:moveTo>
                  <a:cubicBezTo>
                    <a:pt x="5430" y="14012"/>
                    <a:pt x="5496" y="14047"/>
                    <a:pt x="5528" y="14128"/>
                  </a:cubicBezTo>
                  <a:cubicBezTo>
                    <a:pt x="5584" y="14273"/>
                    <a:pt x="5460" y="14383"/>
                    <a:pt x="5340" y="14383"/>
                  </a:cubicBezTo>
                  <a:cubicBezTo>
                    <a:pt x="5273" y="14383"/>
                    <a:pt x="5207" y="14348"/>
                    <a:pt x="5175" y="14267"/>
                  </a:cubicBezTo>
                  <a:cubicBezTo>
                    <a:pt x="5119" y="14122"/>
                    <a:pt x="5243" y="14012"/>
                    <a:pt x="5363" y="14012"/>
                  </a:cubicBezTo>
                  <a:close/>
                  <a:moveTo>
                    <a:pt x="22295" y="13473"/>
                  </a:moveTo>
                  <a:cubicBezTo>
                    <a:pt x="22322" y="13473"/>
                    <a:pt x="22350" y="13484"/>
                    <a:pt x="22372" y="13507"/>
                  </a:cubicBezTo>
                  <a:cubicBezTo>
                    <a:pt x="22534" y="13683"/>
                    <a:pt x="22406" y="14009"/>
                    <a:pt x="22278" y="14169"/>
                  </a:cubicBezTo>
                  <a:cubicBezTo>
                    <a:pt x="22148" y="14331"/>
                    <a:pt x="21948" y="14441"/>
                    <a:pt x="21740" y="14441"/>
                  </a:cubicBezTo>
                  <a:cubicBezTo>
                    <a:pt x="21707" y="14441"/>
                    <a:pt x="21673" y="14439"/>
                    <a:pt x="21640" y="14433"/>
                  </a:cubicBezTo>
                  <a:cubicBezTo>
                    <a:pt x="21370" y="14385"/>
                    <a:pt x="21231" y="14129"/>
                    <a:pt x="21364" y="13881"/>
                  </a:cubicBezTo>
                  <a:cubicBezTo>
                    <a:pt x="21467" y="13688"/>
                    <a:pt x="21663" y="13627"/>
                    <a:pt x="21864" y="13627"/>
                  </a:cubicBezTo>
                  <a:cubicBezTo>
                    <a:pt x="21957" y="13627"/>
                    <a:pt x="22050" y="13640"/>
                    <a:pt x="22136" y="13659"/>
                  </a:cubicBezTo>
                  <a:cubicBezTo>
                    <a:pt x="22163" y="13665"/>
                    <a:pt x="22182" y="13682"/>
                    <a:pt x="22194" y="13703"/>
                  </a:cubicBezTo>
                  <a:cubicBezTo>
                    <a:pt x="22194" y="13652"/>
                    <a:pt x="22194" y="13601"/>
                    <a:pt x="22204" y="13551"/>
                  </a:cubicBezTo>
                  <a:cubicBezTo>
                    <a:pt x="22215" y="13499"/>
                    <a:pt x="22254" y="13473"/>
                    <a:pt x="22295" y="13473"/>
                  </a:cubicBezTo>
                  <a:close/>
                  <a:moveTo>
                    <a:pt x="13858" y="14556"/>
                  </a:moveTo>
                  <a:cubicBezTo>
                    <a:pt x="13867" y="14556"/>
                    <a:pt x="13876" y="14558"/>
                    <a:pt x="13886" y="14560"/>
                  </a:cubicBezTo>
                  <a:cubicBezTo>
                    <a:pt x="13911" y="14567"/>
                    <a:pt x="13938" y="14573"/>
                    <a:pt x="13961" y="14580"/>
                  </a:cubicBezTo>
                  <a:cubicBezTo>
                    <a:pt x="14005" y="14593"/>
                    <a:pt x="14032" y="14614"/>
                    <a:pt x="14062" y="14647"/>
                  </a:cubicBezTo>
                  <a:cubicBezTo>
                    <a:pt x="14124" y="14722"/>
                    <a:pt x="14067" y="14852"/>
                    <a:pt x="13969" y="14856"/>
                  </a:cubicBezTo>
                  <a:cubicBezTo>
                    <a:pt x="13962" y="14857"/>
                    <a:pt x="13954" y="14857"/>
                    <a:pt x="13947" y="14857"/>
                  </a:cubicBezTo>
                  <a:cubicBezTo>
                    <a:pt x="13913" y="14857"/>
                    <a:pt x="13884" y="14850"/>
                    <a:pt x="13853" y="14828"/>
                  </a:cubicBezTo>
                  <a:cubicBezTo>
                    <a:pt x="13832" y="14814"/>
                    <a:pt x="13811" y="14800"/>
                    <a:pt x="13788" y="14786"/>
                  </a:cubicBezTo>
                  <a:cubicBezTo>
                    <a:pt x="13691" y="14727"/>
                    <a:pt x="13754" y="14556"/>
                    <a:pt x="13858" y="14556"/>
                  </a:cubicBezTo>
                  <a:close/>
                  <a:moveTo>
                    <a:pt x="4022" y="14621"/>
                  </a:moveTo>
                  <a:cubicBezTo>
                    <a:pt x="4086" y="14621"/>
                    <a:pt x="4149" y="14654"/>
                    <a:pt x="4180" y="14732"/>
                  </a:cubicBezTo>
                  <a:cubicBezTo>
                    <a:pt x="4233" y="14870"/>
                    <a:pt x="4115" y="14973"/>
                    <a:pt x="4001" y="14973"/>
                  </a:cubicBezTo>
                  <a:cubicBezTo>
                    <a:pt x="3937" y="14973"/>
                    <a:pt x="3874" y="14941"/>
                    <a:pt x="3844" y="14864"/>
                  </a:cubicBezTo>
                  <a:cubicBezTo>
                    <a:pt x="3790" y="14725"/>
                    <a:pt x="3908" y="14621"/>
                    <a:pt x="4022" y="14621"/>
                  </a:cubicBezTo>
                  <a:close/>
                  <a:moveTo>
                    <a:pt x="24344" y="14904"/>
                  </a:moveTo>
                  <a:cubicBezTo>
                    <a:pt x="24383" y="14904"/>
                    <a:pt x="24421" y="14924"/>
                    <a:pt x="24439" y="14970"/>
                  </a:cubicBezTo>
                  <a:cubicBezTo>
                    <a:pt x="24472" y="15053"/>
                    <a:pt x="24401" y="15116"/>
                    <a:pt x="24332" y="15116"/>
                  </a:cubicBezTo>
                  <a:cubicBezTo>
                    <a:pt x="24293" y="15116"/>
                    <a:pt x="24255" y="15097"/>
                    <a:pt x="24236" y="15049"/>
                  </a:cubicBezTo>
                  <a:cubicBezTo>
                    <a:pt x="24204" y="14966"/>
                    <a:pt x="24275" y="14904"/>
                    <a:pt x="24344" y="14904"/>
                  </a:cubicBezTo>
                  <a:close/>
                  <a:moveTo>
                    <a:pt x="13063" y="15212"/>
                  </a:moveTo>
                  <a:cubicBezTo>
                    <a:pt x="13096" y="15212"/>
                    <a:pt x="13128" y="15229"/>
                    <a:pt x="13143" y="15270"/>
                  </a:cubicBezTo>
                  <a:cubicBezTo>
                    <a:pt x="13171" y="15342"/>
                    <a:pt x="13111" y="15396"/>
                    <a:pt x="13052" y="15396"/>
                  </a:cubicBezTo>
                  <a:cubicBezTo>
                    <a:pt x="13019" y="15396"/>
                    <a:pt x="12987" y="15379"/>
                    <a:pt x="12970" y="15338"/>
                  </a:cubicBezTo>
                  <a:cubicBezTo>
                    <a:pt x="12942" y="15267"/>
                    <a:pt x="13004" y="15212"/>
                    <a:pt x="13063" y="15212"/>
                  </a:cubicBezTo>
                  <a:close/>
                  <a:moveTo>
                    <a:pt x="22660" y="15152"/>
                  </a:moveTo>
                  <a:cubicBezTo>
                    <a:pt x="22713" y="15152"/>
                    <a:pt x="22765" y="15178"/>
                    <a:pt x="22790" y="15242"/>
                  </a:cubicBezTo>
                  <a:cubicBezTo>
                    <a:pt x="22834" y="15356"/>
                    <a:pt x="22736" y="15441"/>
                    <a:pt x="22642" y="15441"/>
                  </a:cubicBezTo>
                  <a:cubicBezTo>
                    <a:pt x="22590" y="15441"/>
                    <a:pt x="22538" y="15414"/>
                    <a:pt x="22513" y="15351"/>
                  </a:cubicBezTo>
                  <a:cubicBezTo>
                    <a:pt x="22468" y="15237"/>
                    <a:pt x="22566" y="15152"/>
                    <a:pt x="22660" y="15152"/>
                  </a:cubicBezTo>
                  <a:close/>
                  <a:moveTo>
                    <a:pt x="7133" y="14929"/>
                  </a:moveTo>
                  <a:cubicBezTo>
                    <a:pt x="7339" y="14929"/>
                    <a:pt x="7549" y="14986"/>
                    <a:pt x="7716" y="15079"/>
                  </a:cubicBezTo>
                  <a:cubicBezTo>
                    <a:pt x="7745" y="15096"/>
                    <a:pt x="7758" y="15124"/>
                    <a:pt x="7760" y="15150"/>
                  </a:cubicBezTo>
                  <a:cubicBezTo>
                    <a:pt x="7808" y="15154"/>
                    <a:pt x="7847" y="15188"/>
                    <a:pt x="7867" y="15252"/>
                  </a:cubicBezTo>
                  <a:cubicBezTo>
                    <a:pt x="7908" y="15376"/>
                    <a:pt x="7836" y="15493"/>
                    <a:pt x="7748" y="15575"/>
                  </a:cubicBezTo>
                  <a:cubicBezTo>
                    <a:pt x="7597" y="15721"/>
                    <a:pt x="7385" y="15796"/>
                    <a:pt x="7174" y="15796"/>
                  </a:cubicBezTo>
                  <a:cubicBezTo>
                    <a:pt x="7074" y="15796"/>
                    <a:pt x="6974" y="15779"/>
                    <a:pt x="6881" y="15745"/>
                  </a:cubicBezTo>
                  <a:cubicBezTo>
                    <a:pt x="6620" y="15650"/>
                    <a:pt x="6309" y="15291"/>
                    <a:pt x="6636" y="15069"/>
                  </a:cubicBezTo>
                  <a:cubicBezTo>
                    <a:pt x="6779" y="14971"/>
                    <a:pt x="6955" y="14929"/>
                    <a:pt x="7133" y="14929"/>
                  </a:cubicBezTo>
                  <a:close/>
                  <a:moveTo>
                    <a:pt x="20645" y="15603"/>
                  </a:moveTo>
                  <a:cubicBezTo>
                    <a:pt x="20684" y="15603"/>
                    <a:pt x="20722" y="15623"/>
                    <a:pt x="20740" y="15670"/>
                  </a:cubicBezTo>
                  <a:cubicBezTo>
                    <a:pt x="20773" y="15753"/>
                    <a:pt x="20702" y="15815"/>
                    <a:pt x="20634" y="15815"/>
                  </a:cubicBezTo>
                  <a:cubicBezTo>
                    <a:pt x="20595" y="15815"/>
                    <a:pt x="20557" y="15796"/>
                    <a:pt x="20538" y="15749"/>
                  </a:cubicBezTo>
                  <a:cubicBezTo>
                    <a:pt x="20505" y="15665"/>
                    <a:pt x="20576" y="15603"/>
                    <a:pt x="20645" y="15603"/>
                  </a:cubicBezTo>
                  <a:close/>
                  <a:moveTo>
                    <a:pt x="14712" y="15575"/>
                  </a:moveTo>
                  <a:cubicBezTo>
                    <a:pt x="14793" y="15575"/>
                    <a:pt x="14870" y="15651"/>
                    <a:pt x="14837" y="15758"/>
                  </a:cubicBezTo>
                  <a:cubicBezTo>
                    <a:pt x="14828" y="15778"/>
                    <a:pt x="14823" y="15797"/>
                    <a:pt x="14818" y="15819"/>
                  </a:cubicBezTo>
                  <a:cubicBezTo>
                    <a:pt x="14806" y="15889"/>
                    <a:pt x="14740" y="15939"/>
                    <a:pt x="14671" y="15939"/>
                  </a:cubicBezTo>
                  <a:cubicBezTo>
                    <a:pt x="14652" y="15939"/>
                    <a:pt x="14634" y="15936"/>
                    <a:pt x="14616" y="15928"/>
                  </a:cubicBezTo>
                  <a:cubicBezTo>
                    <a:pt x="14529" y="15891"/>
                    <a:pt x="14504" y="15779"/>
                    <a:pt x="14562" y="15705"/>
                  </a:cubicBezTo>
                  <a:cubicBezTo>
                    <a:pt x="14575" y="15688"/>
                    <a:pt x="14583" y="15670"/>
                    <a:pt x="14593" y="15651"/>
                  </a:cubicBezTo>
                  <a:cubicBezTo>
                    <a:pt x="14623" y="15598"/>
                    <a:pt x="14668" y="15575"/>
                    <a:pt x="14712" y="15575"/>
                  </a:cubicBezTo>
                  <a:close/>
                  <a:moveTo>
                    <a:pt x="5740" y="15895"/>
                  </a:moveTo>
                  <a:cubicBezTo>
                    <a:pt x="5770" y="15895"/>
                    <a:pt x="5801" y="15903"/>
                    <a:pt x="5832" y="15921"/>
                  </a:cubicBezTo>
                  <a:cubicBezTo>
                    <a:pt x="5913" y="15965"/>
                    <a:pt x="5953" y="16096"/>
                    <a:pt x="5859" y="16156"/>
                  </a:cubicBezTo>
                  <a:cubicBezTo>
                    <a:pt x="5822" y="16180"/>
                    <a:pt x="5780" y="16203"/>
                    <a:pt x="5735" y="16203"/>
                  </a:cubicBezTo>
                  <a:cubicBezTo>
                    <a:pt x="5728" y="16203"/>
                    <a:pt x="5720" y="16202"/>
                    <a:pt x="5713" y="16201"/>
                  </a:cubicBezTo>
                  <a:cubicBezTo>
                    <a:pt x="5679" y="16194"/>
                    <a:pt x="5654" y="16180"/>
                    <a:pt x="5627" y="16160"/>
                  </a:cubicBezTo>
                  <a:lnTo>
                    <a:pt x="5542" y="16149"/>
                  </a:lnTo>
                  <a:cubicBezTo>
                    <a:pt x="5424" y="16137"/>
                    <a:pt x="5443" y="15973"/>
                    <a:pt x="5548" y="15955"/>
                  </a:cubicBezTo>
                  <a:cubicBezTo>
                    <a:pt x="5570" y="15950"/>
                    <a:pt x="5594" y="15948"/>
                    <a:pt x="5618" y="15942"/>
                  </a:cubicBezTo>
                  <a:cubicBezTo>
                    <a:pt x="5655" y="15912"/>
                    <a:pt x="5696" y="15895"/>
                    <a:pt x="5740" y="15895"/>
                  </a:cubicBezTo>
                  <a:close/>
                  <a:moveTo>
                    <a:pt x="11084" y="11375"/>
                  </a:moveTo>
                  <a:cubicBezTo>
                    <a:pt x="11432" y="11375"/>
                    <a:pt x="11770" y="11472"/>
                    <a:pt x="12063" y="11696"/>
                  </a:cubicBezTo>
                  <a:cubicBezTo>
                    <a:pt x="12089" y="11699"/>
                    <a:pt x="12113" y="11710"/>
                    <a:pt x="12137" y="11733"/>
                  </a:cubicBezTo>
                  <a:cubicBezTo>
                    <a:pt x="13038" y="12592"/>
                    <a:pt x="13020" y="14163"/>
                    <a:pt x="12368" y="15170"/>
                  </a:cubicBezTo>
                  <a:cubicBezTo>
                    <a:pt x="11955" y="15805"/>
                    <a:pt x="11218" y="16210"/>
                    <a:pt x="10477" y="16210"/>
                  </a:cubicBezTo>
                  <a:cubicBezTo>
                    <a:pt x="10135" y="16210"/>
                    <a:pt x="9792" y="16123"/>
                    <a:pt x="9480" y="15933"/>
                  </a:cubicBezTo>
                  <a:cubicBezTo>
                    <a:pt x="8383" y="15267"/>
                    <a:pt x="8301" y="13624"/>
                    <a:pt x="8932" y="12613"/>
                  </a:cubicBezTo>
                  <a:cubicBezTo>
                    <a:pt x="9355" y="11937"/>
                    <a:pt x="10245" y="11375"/>
                    <a:pt x="11084" y="11375"/>
                  </a:cubicBezTo>
                  <a:close/>
                  <a:moveTo>
                    <a:pt x="23275" y="15981"/>
                  </a:moveTo>
                  <a:cubicBezTo>
                    <a:pt x="23320" y="15981"/>
                    <a:pt x="23363" y="16003"/>
                    <a:pt x="23385" y="16057"/>
                  </a:cubicBezTo>
                  <a:cubicBezTo>
                    <a:pt x="23422" y="16154"/>
                    <a:pt x="23340" y="16226"/>
                    <a:pt x="23260" y="16226"/>
                  </a:cubicBezTo>
                  <a:cubicBezTo>
                    <a:pt x="23216" y="16226"/>
                    <a:pt x="23172" y="16203"/>
                    <a:pt x="23151" y="16149"/>
                  </a:cubicBezTo>
                  <a:cubicBezTo>
                    <a:pt x="23114" y="16053"/>
                    <a:pt x="23196" y="15981"/>
                    <a:pt x="23275" y="15981"/>
                  </a:cubicBezTo>
                  <a:close/>
                  <a:moveTo>
                    <a:pt x="8288" y="15972"/>
                  </a:moveTo>
                  <a:cubicBezTo>
                    <a:pt x="8332" y="15972"/>
                    <a:pt x="8376" y="15990"/>
                    <a:pt x="8403" y="16033"/>
                  </a:cubicBezTo>
                  <a:lnTo>
                    <a:pt x="8429" y="16075"/>
                  </a:lnTo>
                  <a:cubicBezTo>
                    <a:pt x="8489" y="16162"/>
                    <a:pt x="8460" y="16286"/>
                    <a:pt x="8358" y="16325"/>
                  </a:cubicBezTo>
                  <a:cubicBezTo>
                    <a:pt x="8338" y="16333"/>
                    <a:pt x="8318" y="16336"/>
                    <a:pt x="8298" y="16336"/>
                  </a:cubicBezTo>
                  <a:cubicBezTo>
                    <a:pt x="8219" y="16336"/>
                    <a:pt x="8149" y="16274"/>
                    <a:pt x="8137" y="16190"/>
                  </a:cubicBezTo>
                  <a:cubicBezTo>
                    <a:pt x="8132" y="16173"/>
                    <a:pt x="8131" y="16156"/>
                    <a:pt x="8128" y="16140"/>
                  </a:cubicBezTo>
                  <a:cubicBezTo>
                    <a:pt x="8109" y="16043"/>
                    <a:pt x="8201" y="15972"/>
                    <a:pt x="8288" y="15972"/>
                  </a:cubicBezTo>
                  <a:close/>
                  <a:moveTo>
                    <a:pt x="21969" y="16333"/>
                  </a:moveTo>
                  <a:cubicBezTo>
                    <a:pt x="21986" y="16333"/>
                    <a:pt x="22003" y="16336"/>
                    <a:pt x="22017" y="16339"/>
                  </a:cubicBezTo>
                  <a:cubicBezTo>
                    <a:pt x="22054" y="16346"/>
                    <a:pt x="22090" y="16359"/>
                    <a:pt x="22125" y="16368"/>
                  </a:cubicBezTo>
                  <a:cubicBezTo>
                    <a:pt x="22182" y="16385"/>
                    <a:pt x="22213" y="16458"/>
                    <a:pt x="22203" y="16510"/>
                  </a:cubicBezTo>
                  <a:cubicBezTo>
                    <a:pt x="22194" y="16570"/>
                    <a:pt x="22145" y="16616"/>
                    <a:pt x="22087" y="16622"/>
                  </a:cubicBezTo>
                  <a:cubicBezTo>
                    <a:pt x="22057" y="16626"/>
                    <a:pt x="22030" y="16628"/>
                    <a:pt x="22002" y="16628"/>
                  </a:cubicBezTo>
                  <a:cubicBezTo>
                    <a:pt x="21970" y="16625"/>
                    <a:pt x="21942" y="16628"/>
                    <a:pt x="21917" y="16615"/>
                  </a:cubicBezTo>
                  <a:cubicBezTo>
                    <a:pt x="21910" y="16614"/>
                    <a:pt x="21877" y="16598"/>
                    <a:pt x="21885" y="16598"/>
                  </a:cubicBezTo>
                  <a:cubicBezTo>
                    <a:pt x="21886" y="16598"/>
                    <a:pt x="21887" y="16598"/>
                    <a:pt x="21888" y="16598"/>
                  </a:cubicBezTo>
                  <a:cubicBezTo>
                    <a:pt x="21829" y="16578"/>
                    <a:pt x="21790" y="16536"/>
                    <a:pt x="21790" y="16472"/>
                  </a:cubicBezTo>
                  <a:cubicBezTo>
                    <a:pt x="21792" y="16411"/>
                    <a:pt x="21842" y="16353"/>
                    <a:pt x="21904" y="16350"/>
                  </a:cubicBezTo>
                  <a:cubicBezTo>
                    <a:pt x="21918" y="16347"/>
                    <a:pt x="21946" y="16334"/>
                    <a:pt x="21961" y="16333"/>
                  </a:cubicBezTo>
                  <a:cubicBezTo>
                    <a:pt x="21963" y="16333"/>
                    <a:pt x="21966" y="16333"/>
                    <a:pt x="21969" y="16333"/>
                  </a:cubicBezTo>
                  <a:close/>
                  <a:moveTo>
                    <a:pt x="13481" y="15899"/>
                  </a:moveTo>
                  <a:cubicBezTo>
                    <a:pt x="13879" y="15899"/>
                    <a:pt x="14342" y="16140"/>
                    <a:pt x="14332" y="16507"/>
                  </a:cubicBezTo>
                  <a:cubicBezTo>
                    <a:pt x="14328" y="16715"/>
                    <a:pt x="14175" y="16863"/>
                    <a:pt x="13990" y="16863"/>
                  </a:cubicBezTo>
                  <a:cubicBezTo>
                    <a:pt x="13943" y="16863"/>
                    <a:pt x="13894" y="16854"/>
                    <a:pt x="13845" y="16833"/>
                  </a:cubicBezTo>
                  <a:cubicBezTo>
                    <a:pt x="13712" y="16778"/>
                    <a:pt x="13604" y="16669"/>
                    <a:pt x="13496" y="16580"/>
                  </a:cubicBezTo>
                  <a:cubicBezTo>
                    <a:pt x="13340" y="16446"/>
                    <a:pt x="13183" y="16317"/>
                    <a:pt x="13033" y="16180"/>
                  </a:cubicBezTo>
                  <a:cubicBezTo>
                    <a:pt x="12982" y="16132"/>
                    <a:pt x="13000" y="16067"/>
                    <a:pt x="13045" y="16041"/>
                  </a:cubicBezTo>
                  <a:cubicBezTo>
                    <a:pt x="13150" y="15943"/>
                    <a:pt x="13310" y="15899"/>
                    <a:pt x="13481" y="15899"/>
                  </a:cubicBezTo>
                  <a:close/>
                  <a:moveTo>
                    <a:pt x="26300" y="16831"/>
                  </a:moveTo>
                  <a:cubicBezTo>
                    <a:pt x="26342" y="16831"/>
                    <a:pt x="26382" y="16853"/>
                    <a:pt x="26402" y="16903"/>
                  </a:cubicBezTo>
                  <a:cubicBezTo>
                    <a:pt x="26437" y="16990"/>
                    <a:pt x="26362" y="17056"/>
                    <a:pt x="26289" y="17056"/>
                  </a:cubicBezTo>
                  <a:cubicBezTo>
                    <a:pt x="26248" y="17056"/>
                    <a:pt x="26207" y="17035"/>
                    <a:pt x="26188" y="16985"/>
                  </a:cubicBezTo>
                  <a:cubicBezTo>
                    <a:pt x="26153" y="16897"/>
                    <a:pt x="26228" y="16831"/>
                    <a:pt x="26300" y="16831"/>
                  </a:cubicBezTo>
                  <a:close/>
                  <a:moveTo>
                    <a:pt x="8801" y="16910"/>
                  </a:moveTo>
                  <a:cubicBezTo>
                    <a:pt x="8851" y="16910"/>
                    <a:pt x="8900" y="16936"/>
                    <a:pt x="8923" y="16996"/>
                  </a:cubicBezTo>
                  <a:cubicBezTo>
                    <a:pt x="8967" y="17105"/>
                    <a:pt x="8874" y="17185"/>
                    <a:pt x="8785" y="17185"/>
                  </a:cubicBezTo>
                  <a:cubicBezTo>
                    <a:pt x="8734" y="17185"/>
                    <a:pt x="8684" y="17159"/>
                    <a:pt x="8661" y="17098"/>
                  </a:cubicBezTo>
                  <a:cubicBezTo>
                    <a:pt x="8619" y="16991"/>
                    <a:pt x="8712" y="16910"/>
                    <a:pt x="8801" y="16910"/>
                  </a:cubicBezTo>
                  <a:close/>
                  <a:moveTo>
                    <a:pt x="14928" y="17111"/>
                  </a:moveTo>
                  <a:cubicBezTo>
                    <a:pt x="14959" y="17111"/>
                    <a:pt x="14991" y="17127"/>
                    <a:pt x="15005" y="17166"/>
                  </a:cubicBezTo>
                  <a:cubicBezTo>
                    <a:pt x="15033" y="17234"/>
                    <a:pt x="14975" y="17285"/>
                    <a:pt x="14919" y="17285"/>
                  </a:cubicBezTo>
                  <a:cubicBezTo>
                    <a:pt x="14887" y="17285"/>
                    <a:pt x="14856" y="17269"/>
                    <a:pt x="14841" y="17230"/>
                  </a:cubicBezTo>
                  <a:cubicBezTo>
                    <a:pt x="14814" y="17162"/>
                    <a:pt x="14872" y="17111"/>
                    <a:pt x="14928" y="17111"/>
                  </a:cubicBezTo>
                  <a:close/>
                  <a:moveTo>
                    <a:pt x="23592" y="17150"/>
                  </a:moveTo>
                  <a:cubicBezTo>
                    <a:pt x="23663" y="17150"/>
                    <a:pt x="23730" y="17197"/>
                    <a:pt x="23759" y="17261"/>
                  </a:cubicBezTo>
                  <a:cubicBezTo>
                    <a:pt x="23796" y="17346"/>
                    <a:pt x="23746" y="17458"/>
                    <a:pt x="23660" y="17488"/>
                  </a:cubicBezTo>
                  <a:cubicBezTo>
                    <a:pt x="23637" y="17495"/>
                    <a:pt x="23616" y="17505"/>
                    <a:pt x="23594" y="17511"/>
                  </a:cubicBezTo>
                  <a:cubicBezTo>
                    <a:pt x="23573" y="17518"/>
                    <a:pt x="23552" y="17522"/>
                    <a:pt x="23531" y="17522"/>
                  </a:cubicBezTo>
                  <a:cubicBezTo>
                    <a:pt x="23463" y="17522"/>
                    <a:pt x="23401" y="17482"/>
                    <a:pt x="23371" y="17414"/>
                  </a:cubicBezTo>
                  <a:cubicBezTo>
                    <a:pt x="23332" y="17325"/>
                    <a:pt x="23386" y="17226"/>
                    <a:pt x="23468" y="17190"/>
                  </a:cubicBezTo>
                  <a:cubicBezTo>
                    <a:pt x="23490" y="17182"/>
                    <a:pt x="23511" y="17172"/>
                    <a:pt x="23532" y="17162"/>
                  </a:cubicBezTo>
                  <a:cubicBezTo>
                    <a:pt x="23552" y="17154"/>
                    <a:pt x="23572" y="17150"/>
                    <a:pt x="23592" y="17150"/>
                  </a:cubicBezTo>
                  <a:close/>
                  <a:moveTo>
                    <a:pt x="7141" y="17064"/>
                  </a:moveTo>
                  <a:cubicBezTo>
                    <a:pt x="7213" y="17064"/>
                    <a:pt x="7282" y="17113"/>
                    <a:pt x="7312" y="17179"/>
                  </a:cubicBezTo>
                  <a:cubicBezTo>
                    <a:pt x="7330" y="17223"/>
                    <a:pt x="7349" y="17266"/>
                    <a:pt x="7369" y="17308"/>
                  </a:cubicBezTo>
                  <a:cubicBezTo>
                    <a:pt x="7408" y="17402"/>
                    <a:pt x="7352" y="17506"/>
                    <a:pt x="7264" y="17545"/>
                  </a:cubicBezTo>
                  <a:cubicBezTo>
                    <a:pt x="7242" y="17554"/>
                    <a:pt x="7219" y="17559"/>
                    <a:pt x="7197" y="17559"/>
                  </a:cubicBezTo>
                  <a:cubicBezTo>
                    <a:pt x="7123" y="17559"/>
                    <a:pt x="7049" y="17512"/>
                    <a:pt x="7024" y="17443"/>
                  </a:cubicBezTo>
                  <a:cubicBezTo>
                    <a:pt x="7009" y="17396"/>
                    <a:pt x="6993" y="17353"/>
                    <a:pt x="6977" y="17309"/>
                  </a:cubicBezTo>
                  <a:cubicBezTo>
                    <a:pt x="6945" y="17214"/>
                    <a:pt x="6989" y="17118"/>
                    <a:pt x="7079" y="17077"/>
                  </a:cubicBezTo>
                  <a:cubicBezTo>
                    <a:pt x="7100" y="17068"/>
                    <a:pt x="7121" y="17064"/>
                    <a:pt x="7141" y="17064"/>
                  </a:cubicBezTo>
                  <a:close/>
                  <a:moveTo>
                    <a:pt x="24673" y="16561"/>
                  </a:moveTo>
                  <a:cubicBezTo>
                    <a:pt x="24775" y="16561"/>
                    <a:pt x="24886" y="16592"/>
                    <a:pt x="24978" y="16633"/>
                  </a:cubicBezTo>
                  <a:cubicBezTo>
                    <a:pt x="25236" y="16751"/>
                    <a:pt x="25440" y="16974"/>
                    <a:pt x="25520" y="17246"/>
                  </a:cubicBezTo>
                  <a:cubicBezTo>
                    <a:pt x="25533" y="17287"/>
                    <a:pt x="25518" y="17318"/>
                    <a:pt x="25493" y="17335"/>
                  </a:cubicBezTo>
                  <a:cubicBezTo>
                    <a:pt x="25508" y="17368"/>
                    <a:pt x="25503" y="17409"/>
                    <a:pt x="25466" y="17438"/>
                  </a:cubicBezTo>
                  <a:cubicBezTo>
                    <a:pt x="25365" y="17523"/>
                    <a:pt x="25245" y="17560"/>
                    <a:pt x="25123" y="17560"/>
                  </a:cubicBezTo>
                  <a:cubicBezTo>
                    <a:pt x="24747" y="17560"/>
                    <a:pt x="24345" y="17211"/>
                    <a:pt x="24375" y="16828"/>
                  </a:cubicBezTo>
                  <a:cubicBezTo>
                    <a:pt x="24391" y="16629"/>
                    <a:pt x="24522" y="16561"/>
                    <a:pt x="24673" y="16561"/>
                  </a:cubicBezTo>
                  <a:close/>
                  <a:moveTo>
                    <a:pt x="12741" y="17220"/>
                  </a:moveTo>
                  <a:cubicBezTo>
                    <a:pt x="12803" y="17220"/>
                    <a:pt x="12862" y="17263"/>
                    <a:pt x="12890" y="17321"/>
                  </a:cubicBezTo>
                  <a:lnTo>
                    <a:pt x="12919" y="17385"/>
                  </a:lnTo>
                  <a:cubicBezTo>
                    <a:pt x="12960" y="17465"/>
                    <a:pt x="12904" y="17559"/>
                    <a:pt x="12827" y="17593"/>
                  </a:cubicBezTo>
                  <a:cubicBezTo>
                    <a:pt x="12809" y="17601"/>
                    <a:pt x="12790" y="17604"/>
                    <a:pt x="12770" y="17604"/>
                  </a:cubicBezTo>
                  <a:cubicBezTo>
                    <a:pt x="12705" y="17604"/>
                    <a:pt x="12637" y="17564"/>
                    <a:pt x="12619" y="17501"/>
                  </a:cubicBezTo>
                  <a:lnTo>
                    <a:pt x="12596" y="17434"/>
                  </a:lnTo>
                  <a:cubicBezTo>
                    <a:pt x="12572" y="17349"/>
                    <a:pt x="12602" y="17267"/>
                    <a:pt x="12686" y="17232"/>
                  </a:cubicBezTo>
                  <a:cubicBezTo>
                    <a:pt x="12704" y="17223"/>
                    <a:pt x="12722" y="17220"/>
                    <a:pt x="12741" y="17220"/>
                  </a:cubicBezTo>
                  <a:close/>
                  <a:moveTo>
                    <a:pt x="19695" y="17369"/>
                  </a:moveTo>
                  <a:cubicBezTo>
                    <a:pt x="19823" y="17369"/>
                    <a:pt x="19886" y="17578"/>
                    <a:pt x="19741" y="17630"/>
                  </a:cubicBezTo>
                  <a:lnTo>
                    <a:pt x="19678" y="17655"/>
                  </a:lnTo>
                  <a:cubicBezTo>
                    <a:pt x="19660" y="17661"/>
                    <a:pt x="19644" y="17664"/>
                    <a:pt x="19628" y="17664"/>
                  </a:cubicBezTo>
                  <a:cubicBezTo>
                    <a:pt x="19499" y="17664"/>
                    <a:pt x="19439" y="17467"/>
                    <a:pt x="19580" y="17409"/>
                  </a:cubicBezTo>
                  <a:lnTo>
                    <a:pt x="19644" y="17380"/>
                  </a:lnTo>
                  <a:cubicBezTo>
                    <a:pt x="19662" y="17373"/>
                    <a:pt x="19679" y="17369"/>
                    <a:pt x="19695" y="17369"/>
                  </a:cubicBezTo>
                  <a:close/>
                  <a:moveTo>
                    <a:pt x="10628" y="16525"/>
                  </a:moveTo>
                  <a:cubicBezTo>
                    <a:pt x="10662" y="16525"/>
                    <a:pt x="10694" y="16549"/>
                    <a:pt x="10707" y="16581"/>
                  </a:cubicBezTo>
                  <a:cubicBezTo>
                    <a:pt x="10714" y="16598"/>
                    <a:pt x="10716" y="16616"/>
                    <a:pt x="10710" y="16636"/>
                  </a:cubicBezTo>
                  <a:cubicBezTo>
                    <a:pt x="10964" y="16670"/>
                    <a:pt x="11090" y="16925"/>
                    <a:pt x="11054" y="17165"/>
                  </a:cubicBezTo>
                  <a:cubicBezTo>
                    <a:pt x="11026" y="17352"/>
                    <a:pt x="10923" y="17705"/>
                    <a:pt x="10699" y="17735"/>
                  </a:cubicBezTo>
                  <a:cubicBezTo>
                    <a:pt x="10688" y="17736"/>
                    <a:pt x="10677" y="17737"/>
                    <a:pt x="10666" y="17737"/>
                  </a:cubicBezTo>
                  <a:cubicBezTo>
                    <a:pt x="10478" y="17737"/>
                    <a:pt x="10344" y="17520"/>
                    <a:pt x="10319" y="17353"/>
                  </a:cubicBezTo>
                  <a:cubicBezTo>
                    <a:pt x="10274" y="17076"/>
                    <a:pt x="10390" y="16768"/>
                    <a:pt x="10566" y="16557"/>
                  </a:cubicBezTo>
                  <a:cubicBezTo>
                    <a:pt x="10585" y="16535"/>
                    <a:pt x="10607" y="16525"/>
                    <a:pt x="10628" y="16525"/>
                  </a:cubicBezTo>
                  <a:close/>
                  <a:moveTo>
                    <a:pt x="16879" y="10734"/>
                  </a:moveTo>
                  <a:cubicBezTo>
                    <a:pt x="17701" y="10734"/>
                    <a:pt x="18546" y="11216"/>
                    <a:pt x="19063" y="11886"/>
                  </a:cubicBezTo>
                  <a:cubicBezTo>
                    <a:pt x="19921" y="13001"/>
                    <a:pt x="20161" y="14597"/>
                    <a:pt x="19697" y="15925"/>
                  </a:cubicBezTo>
                  <a:cubicBezTo>
                    <a:pt x="19326" y="16984"/>
                    <a:pt x="18416" y="17857"/>
                    <a:pt x="17282" y="17857"/>
                  </a:cubicBezTo>
                  <a:cubicBezTo>
                    <a:pt x="17161" y="17857"/>
                    <a:pt x="17038" y="17847"/>
                    <a:pt x="16913" y="17827"/>
                  </a:cubicBezTo>
                  <a:cubicBezTo>
                    <a:pt x="15568" y="17606"/>
                    <a:pt x="15114" y="16251"/>
                    <a:pt x="15389" y="15041"/>
                  </a:cubicBezTo>
                  <a:cubicBezTo>
                    <a:pt x="15513" y="14498"/>
                    <a:pt x="15697" y="14098"/>
                    <a:pt x="15513" y="13530"/>
                  </a:cubicBezTo>
                  <a:cubicBezTo>
                    <a:pt x="15411" y="13213"/>
                    <a:pt x="15243" y="12916"/>
                    <a:pt x="15170" y="12589"/>
                  </a:cubicBezTo>
                  <a:cubicBezTo>
                    <a:pt x="15068" y="12138"/>
                    <a:pt x="15122" y="11654"/>
                    <a:pt x="15477" y="11356"/>
                  </a:cubicBezTo>
                  <a:cubicBezTo>
                    <a:pt x="15481" y="11345"/>
                    <a:pt x="15489" y="11335"/>
                    <a:pt x="15497" y="11324"/>
                  </a:cubicBezTo>
                  <a:cubicBezTo>
                    <a:pt x="15897" y="10909"/>
                    <a:pt x="16384" y="10734"/>
                    <a:pt x="16879" y="10734"/>
                  </a:cubicBezTo>
                  <a:close/>
                  <a:moveTo>
                    <a:pt x="20803" y="17526"/>
                  </a:moveTo>
                  <a:cubicBezTo>
                    <a:pt x="20862" y="17526"/>
                    <a:pt x="20923" y="17559"/>
                    <a:pt x="20939" y="17616"/>
                  </a:cubicBezTo>
                  <a:lnTo>
                    <a:pt x="20956" y="17684"/>
                  </a:lnTo>
                  <a:cubicBezTo>
                    <a:pt x="20985" y="17789"/>
                    <a:pt x="20909" y="17861"/>
                    <a:pt x="20829" y="17861"/>
                  </a:cubicBezTo>
                  <a:cubicBezTo>
                    <a:pt x="20783" y="17861"/>
                    <a:pt x="20735" y="17837"/>
                    <a:pt x="20706" y="17781"/>
                  </a:cubicBezTo>
                  <a:lnTo>
                    <a:pt x="20675" y="17719"/>
                  </a:lnTo>
                  <a:cubicBezTo>
                    <a:pt x="20640" y="17651"/>
                    <a:pt x="20689" y="17559"/>
                    <a:pt x="20755" y="17535"/>
                  </a:cubicBezTo>
                  <a:cubicBezTo>
                    <a:pt x="20770" y="17529"/>
                    <a:pt x="20786" y="17526"/>
                    <a:pt x="20803" y="17526"/>
                  </a:cubicBezTo>
                  <a:close/>
                  <a:moveTo>
                    <a:pt x="9156" y="17833"/>
                  </a:moveTo>
                  <a:cubicBezTo>
                    <a:pt x="9201" y="17833"/>
                    <a:pt x="9246" y="17856"/>
                    <a:pt x="9267" y="17912"/>
                  </a:cubicBezTo>
                  <a:cubicBezTo>
                    <a:pt x="9306" y="18011"/>
                    <a:pt x="9221" y="18084"/>
                    <a:pt x="9140" y="18084"/>
                  </a:cubicBezTo>
                  <a:cubicBezTo>
                    <a:pt x="9094" y="18084"/>
                    <a:pt x="9049" y="18061"/>
                    <a:pt x="9028" y="18005"/>
                  </a:cubicBezTo>
                  <a:cubicBezTo>
                    <a:pt x="8989" y="17907"/>
                    <a:pt x="9074" y="17833"/>
                    <a:pt x="9156" y="17833"/>
                  </a:cubicBezTo>
                  <a:close/>
                  <a:moveTo>
                    <a:pt x="14247" y="18044"/>
                  </a:moveTo>
                  <a:cubicBezTo>
                    <a:pt x="14282" y="18044"/>
                    <a:pt x="14315" y="18062"/>
                    <a:pt x="14331" y="18103"/>
                  </a:cubicBezTo>
                  <a:cubicBezTo>
                    <a:pt x="14361" y="18178"/>
                    <a:pt x="14299" y="18234"/>
                    <a:pt x="14238" y="18234"/>
                  </a:cubicBezTo>
                  <a:cubicBezTo>
                    <a:pt x="14203" y="18234"/>
                    <a:pt x="14169" y="18216"/>
                    <a:pt x="14152" y="18174"/>
                  </a:cubicBezTo>
                  <a:cubicBezTo>
                    <a:pt x="14123" y="18099"/>
                    <a:pt x="14187" y="18044"/>
                    <a:pt x="14247" y="18044"/>
                  </a:cubicBezTo>
                  <a:close/>
                  <a:moveTo>
                    <a:pt x="27847" y="18114"/>
                  </a:moveTo>
                  <a:cubicBezTo>
                    <a:pt x="27883" y="18114"/>
                    <a:pt x="27917" y="18132"/>
                    <a:pt x="27934" y="18175"/>
                  </a:cubicBezTo>
                  <a:cubicBezTo>
                    <a:pt x="27965" y="18252"/>
                    <a:pt x="27899" y="18310"/>
                    <a:pt x="27836" y="18310"/>
                  </a:cubicBezTo>
                  <a:cubicBezTo>
                    <a:pt x="27800" y="18310"/>
                    <a:pt x="27765" y="18292"/>
                    <a:pt x="27748" y="18249"/>
                  </a:cubicBezTo>
                  <a:cubicBezTo>
                    <a:pt x="27718" y="18172"/>
                    <a:pt x="27784" y="18114"/>
                    <a:pt x="27847" y="18114"/>
                  </a:cubicBezTo>
                  <a:close/>
                  <a:moveTo>
                    <a:pt x="11939" y="18262"/>
                  </a:moveTo>
                  <a:cubicBezTo>
                    <a:pt x="11977" y="18262"/>
                    <a:pt x="12015" y="18282"/>
                    <a:pt x="12034" y="18328"/>
                  </a:cubicBezTo>
                  <a:cubicBezTo>
                    <a:pt x="12066" y="18412"/>
                    <a:pt x="11996" y="18474"/>
                    <a:pt x="11927" y="18474"/>
                  </a:cubicBezTo>
                  <a:cubicBezTo>
                    <a:pt x="11889" y="18474"/>
                    <a:pt x="11851" y="18454"/>
                    <a:pt x="11832" y="18408"/>
                  </a:cubicBezTo>
                  <a:cubicBezTo>
                    <a:pt x="11799" y="18324"/>
                    <a:pt x="11870" y="18262"/>
                    <a:pt x="11939" y="18262"/>
                  </a:cubicBezTo>
                  <a:close/>
                  <a:moveTo>
                    <a:pt x="26315" y="17939"/>
                  </a:moveTo>
                  <a:cubicBezTo>
                    <a:pt x="26417" y="17939"/>
                    <a:pt x="26518" y="17951"/>
                    <a:pt x="26616" y="17974"/>
                  </a:cubicBezTo>
                  <a:cubicBezTo>
                    <a:pt x="26738" y="18003"/>
                    <a:pt x="26715" y="18173"/>
                    <a:pt x="26596" y="18173"/>
                  </a:cubicBezTo>
                  <a:cubicBezTo>
                    <a:pt x="26592" y="18173"/>
                    <a:pt x="26588" y="18173"/>
                    <a:pt x="26583" y="18172"/>
                  </a:cubicBezTo>
                  <a:cubicBezTo>
                    <a:pt x="26518" y="18166"/>
                    <a:pt x="26452" y="18162"/>
                    <a:pt x="26386" y="18162"/>
                  </a:cubicBezTo>
                  <a:cubicBezTo>
                    <a:pt x="26306" y="18162"/>
                    <a:pt x="26227" y="18168"/>
                    <a:pt x="26148" y="18185"/>
                  </a:cubicBezTo>
                  <a:cubicBezTo>
                    <a:pt x="26087" y="18197"/>
                    <a:pt x="25807" y="18260"/>
                    <a:pt x="25791" y="18328"/>
                  </a:cubicBezTo>
                  <a:cubicBezTo>
                    <a:pt x="25780" y="18373"/>
                    <a:pt x="25965" y="18383"/>
                    <a:pt x="26064" y="18383"/>
                  </a:cubicBezTo>
                  <a:cubicBezTo>
                    <a:pt x="26093" y="18383"/>
                    <a:pt x="26114" y="18382"/>
                    <a:pt x="26121" y="18381"/>
                  </a:cubicBezTo>
                  <a:cubicBezTo>
                    <a:pt x="26257" y="18362"/>
                    <a:pt x="26358" y="18287"/>
                    <a:pt x="26468" y="18211"/>
                  </a:cubicBezTo>
                  <a:cubicBezTo>
                    <a:pt x="26488" y="18197"/>
                    <a:pt x="26509" y="18192"/>
                    <a:pt x="26529" y="18192"/>
                  </a:cubicBezTo>
                  <a:cubicBezTo>
                    <a:pt x="26607" y="18192"/>
                    <a:pt x="26671" y="18284"/>
                    <a:pt x="26614" y="18360"/>
                  </a:cubicBezTo>
                  <a:cubicBezTo>
                    <a:pt x="26485" y="18535"/>
                    <a:pt x="26246" y="18619"/>
                    <a:pt x="26033" y="18620"/>
                  </a:cubicBezTo>
                  <a:cubicBezTo>
                    <a:pt x="25873" y="18620"/>
                    <a:pt x="25621" y="18576"/>
                    <a:pt x="25549" y="18408"/>
                  </a:cubicBezTo>
                  <a:cubicBezTo>
                    <a:pt x="25466" y="18211"/>
                    <a:pt x="25685" y="18089"/>
                    <a:pt x="25836" y="18029"/>
                  </a:cubicBezTo>
                  <a:cubicBezTo>
                    <a:pt x="25988" y="17969"/>
                    <a:pt x="26152" y="17939"/>
                    <a:pt x="26315" y="17939"/>
                  </a:cubicBezTo>
                  <a:close/>
                  <a:moveTo>
                    <a:pt x="18976" y="18432"/>
                  </a:moveTo>
                  <a:cubicBezTo>
                    <a:pt x="19015" y="18432"/>
                    <a:pt x="19053" y="18451"/>
                    <a:pt x="19071" y="18498"/>
                  </a:cubicBezTo>
                  <a:cubicBezTo>
                    <a:pt x="19105" y="18581"/>
                    <a:pt x="19034" y="18642"/>
                    <a:pt x="18965" y="18642"/>
                  </a:cubicBezTo>
                  <a:cubicBezTo>
                    <a:pt x="18927" y="18642"/>
                    <a:pt x="18889" y="18623"/>
                    <a:pt x="18871" y="18576"/>
                  </a:cubicBezTo>
                  <a:cubicBezTo>
                    <a:pt x="18839" y="18492"/>
                    <a:pt x="18908" y="18432"/>
                    <a:pt x="18976" y="18432"/>
                  </a:cubicBezTo>
                  <a:close/>
                  <a:moveTo>
                    <a:pt x="24789" y="18359"/>
                  </a:moveTo>
                  <a:cubicBezTo>
                    <a:pt x="24848" y="18359"/>
                    <a:pt x="24893" y="18404"/>
                    <a:pt x="24912" y="18459"/>
                  </a:cubicBezTo>
                  <a:cubicBezTo>
                    <a:pt x="24944" y="18528"/>
                    <a:pt x="24928" y="18617"/>
                    <a:pt x="24834" y="18647"/>
                  </a:cubicBezTo>
                  <a:cubicBezTo>
                    <a:pt x="24822" y="18653"/>
                    <a:pt x="24809" y="18660"/>
                    <a:pt x="24795" y="18664"/>
                  </a:cubicBezTo>
                  <a:cubicBezTo>
                    <a:pt x="24774" y="18674"/>
                    <a:pt x="24754" y="18678"/>
                    <a:pt x="24736" y="18678"/>
                  </a:cubicBezTo>
                  <a:cubicBezTo>
                    <a:pt x="24598" y="18678"/>
                    <a:pt x="24526" y="18440"/>
                    <a:pt x="24687" y="18388"/>
                  </a:cubicBezTo>
                  <a:cubicBezTo>
                    <a:pt x="24700" y="18384"/>
                    <a:pt x="24714" y="18378"/>
                    <a:pt x="24728" y="18374"/>
                  </a:cubicBezTo>
                  <a:cubicBezTo>
                    <a:pt x="24750" y="18363"/>
                    <a:pt x="24770" y="18359"/>
                    <a:pt x="24789" y="18359"/>
                  </a:cubicBezTo>
                  <a:close/>
                  <a:moveTo>
                    <a:pt x="21937" y="17571"/>
                  </a:moveTo>
                  <a:cubicBezTo>
                    <a:pt x="22024" y="17571"/>
                    <a:pt x="22113" y="17594"/>
                    <a:pt x="22201" y="17647"/>
                  </a:cubicBezTo>
                  <a:cubicBezTo>
                    <a:pt x="22775" y="17988"/>
                    <a:pt x="21817" y="18657"/>
                    <a:pt x="21470" y="18685"/>
                  </a:cubicBezTo>
                  <a:cubicBezTo>
                    <a:pt x="21468" y="18686"/>
                    <a:pt x="21465" y="18686"/>
                    <a:pt x="21463" y="18686"/>
                  </a:cubicBezTo>
                  <a:cubicBezTo>
                    <a:pt x="21370" y="18686"/>
                    <a:pt x="21333" y="18562"/>
                    <a:pt x="21406" y="18515"/>
                  </a:cubicBezTo>
                  <a:lnTo>
                    <a:pt x="21381" y="18473"/>
                  </a:lnTo>
                  <a:cubicBezTo>
                    <a:pt x="21371" y="18478"/>
                    <a:pt x="21360" y="18481"/>
                    <a:pt x="21348" y="18481"/>
                  </a:cubicBezTo>
                  <a:cubicBezTo>
                    <a:pt x="21318" y="18481"/>
                    <a:pt x="21289" y="18462"/>
                    <a:pt x="21280" y="18420"/>
                  </a:cubicBezTo>
                  <a:cubicBezTo>
                    <a:pt x="21217" y="18038"/>
                    <a:pt x="21549" y="17571"/>
                    <a:pt x="21937" y="17571"/>
                  </a:cubicBezTo>
                  <a:close/>
                  <a:moveTo>
                    <a:pt x="17456" y="18524"/>
                  </a:moveTo>
                  <a:cubicBezTo>
                    <a:pt x="17602" y="18524"/>
                    <a:pt x="17675" y="18767"/>
                    <a:pt x="17509" y="18824"/>
                  </a:cubicBezTo>
                  <a:cubicBezTo>
                    <a:pt x="17465" y="18839"/>
                    <a:pt x="17420" y="18854"/>
                    <a:pt x="17376" y="18870"/>
                  </a:cubicBezTo>
                  <a:cubicBezTo>
                    <a:pt x="17357" y="18876"/>
                    <a:pt x="17339" y="18879"/>
                    <a:pt x="17322" y="18879"/>
                  </a:cubicBezTo>
                  <a:cubicBezTo>
                    <a:pt x="17178" y="18879"/>
                    <a:pt x="17113" y="18663"/>
                    <a:pt x="17268" y="18593"/>
                  </a:cubicBezTo>
                  <a:cubicBezTo>
                    <a:pt x="17312" y="18575"/>
                    <a:pt x="17355" y="18557"/>
                    <a:pt x="17397" y="18537"/>
                  </a:cubicBezTo>
                  <a:cubicBezTo>
                    <a:pt x="17418" y="18528"/>
                    <a:pt x="17438" y="18524"/>
                    <a:pt x="17456" y="18524"/>
                  </a:cubicBezTo>
                  <a:close/>
                  <a:moveTo>
                    <a:pt x="15471" y="18675"/>
                  </a:moveTo>
                  <a:cubicBezTo>
                    <a:pt x="15542" y="18675"/>
                    <a:pt x="15596" y="18743"/>
                    <a:pt x="15582" y="18810"/>
                  </a:cubicBezTo>
                  <a:lnTo>
                    <a:pt x="15582" y="18812"/>
                  </a:lnTo>
                  <a:lnTo>
                    <a:pt x="15582" y="18834"/>
                  </a:lnTo>
                  <a:cubicBezTo>
                    <a:pt x="15630" y="18882"/>
                    <a:pt x="15616" y="18979"/>
                    <a:pt x="15527" y="18997"/>
                  </a:cubicBezTo>
                  <a:cubicBezTo>
                    <a:pt x="15519" y="18999"/>
                    <a:pt x="15511" y="19000"/>
                    <a:pt x="15503" y="19000"/>
                  </a:cubicBezTo>
                  <a:cubicBezTo>
                    <a:pt x="15480" y="19000"/>
                    <a:pt x="15456" y="18993"/>
                    <a:pt x="15436" y="18982"/>
                  </a:cubicBezTo>
                  <a:cubicBezTo>
                    <a:pt x="15416" y="18973"/>
                    <a:pt x="15405" y="18960"/>
                    <a:pt x="15391" y="18946"/>
                  </a:cubicBezTo>
                  <a:lnTo>
                    <a:pt x="15381" y="18938"/>
                  </a:lnTo>
                  <a:cubicBezTo>
                    <a:pt x="15310" y="18891"/>
                    <a:pt x="15300" y="18812"/>
                    <a:pt x="15344" y="18741"/>
                  </a:cubicBezTo>
                  <a:cubicBezTo>
                    <a:pt x="15367" y="18702"/>
                    <a:pt x="15416" y="18681"/>
                    <a:pt x="15459" y="18676"/>
                  </a:cubicBezTo>
                  <a:cubicBezTo>
                    <a:pt x="15463" y="18675"/>
                    <a:pt x="15467" y="18675"/>
                    <a:pt x="15471" y="18675"/>
                  </a:cubicBezTo>
                  <a:close/>
                  <a:moveTo>
                    <a:pt x="26805" y="18895"/>
                  </a:moveTo>
                  <a:cubicBezTo>
                    <a:pt x="26875" y="18895"/>
                    <a:pt x="26929" y="18946"/>
                    <a:pt x="26950" y="19010"/>
                  </a:cubicBezTo>
                  <a:cubicBezTo>
                    <a:pt x="26986" y="19092"/>
                    <a:pt x="26969" y="19193"/>
                    <a:pt x="26861" y="19228"/>
                  </a:cubicBezTo>
                  <a:cubicBezTo>
                    <a:pt x="26848" y="19234"/>
                    <a:pt x="26835" y="19240"/>
                    <a:pt x="26821" y="19245"/>
                  </a:cubicBezTo>
                  <a:cubicBezTo>
                    <a:pt x="26798" y="19256"/>
                    <a:pt x="26775" y="19261"/>
                    <a:pt x="26754" y="19261"/>
                  </a:cubicBezTo>
                  <a:cubicBezTo>
                    <a:pt x="26593" y="19261"/>
                    <a:pt x="26510" y="18986"/>
                    <a:pt x="26695" y="18925"/>
                  </a:cubicBezTo>
                  <a:cubicBezTo>
                    <a:pt x="26709" y="18919"/>
                    <a:pt x="26723" y="18916"/>
                    <a:pt x="26736" y="18911"/>
                  </a:cubicBezTo>
                  <a:cubicBezTo>
                    <a:pt x="26761" y="18900"/>
                    <a:pt x="26784" y="18895"/>
                    <a:pt x="26805" y="18895"/>
                  </a:cubicBezTo>
                  <a:close/>
                  <a:moveTo>
                    <a:pt x="23148" y="19119"/>
                  </a:moveTo>
                  <a:cubicBezTo>
                    <a:pt x="23187" y="19119"/>
                    <a:pt x="23226" y="19139"/>
                    <a:pt x="23244" y="19187"/>
                  </a:cubicBezTo>
                  <a:cubicBezTo>
                    <a:pt x="23279" y="19273"/>
                    <a:pt x="23207" y="19337"/>
                    <a:pt x="23136" y="19337"/>
                  </a:cubicBezTo>
                  <a:cubicBezTo>
                    <a:pt x="23096" y="19337"/>
                    <a:pt x="23057" y="19317"/>
                    <a:pt x="23038" y="19269"/>
                  </a:cubicBezTo>
                  <a:cubicBezTo>
                    <a:pt x="23004" y="19184"/>
                    <a:pt x="23077" y="19119"/>
                    <a:pt x="23148" y="19119"/>
                  </a:cubicBezTo>
                  <a:close/>
                  <a:moveTo>
                    <a:pt x="19205" y="19305"/>
                  </a:moveTo>
                  <a:cubicBezTo>
                    <a:pt x="19222" y="19305"/>
                    <a:pt x="19239" y="19306"/>
                    <a:pt x="19254" y="19308"/>
                  </a:cubicBezTo>
                  <a:cubicBezTo>
                    <a:pt x="19325" y="19313"/>
                    <a:pt x="19364" y="19414"/>
                    <a:pt x="19316" y="19468"/>
                  </a:cubicBezTo>
                  <a:cubicBezTo>
                    <a:pt x="19289" y="19493"/>
                    <a:pt x="19261" y="19526"/>
                    <a:pt x="19226" y="19540"/>
                  </a:cubicBezTo>
                  <a:cubicBezTo>
                    <a:pt x="19201" y="19550"/>
                    <a:pt x="19182" y="19546"/>
                    <a:pt x="19159" y="19548"/>
                  </a:cubicBezTo>
                  <a:cubicBezTo>
                    <a:pt x="19146" y="19550"/>
                    <a:pt x="19132" y="19556"/>
                    <a:pt x="19119" y="19557"/>
                  </a:cubicBezTo>
                  <a:cubicBezTo>
                    <a:pt x="19113" y="19558"/>
                    <a:pt x="19107" y="19559"/>
                    <a:pt x="19101" y="19559"/>
                  </a:cubicBezTo>
                  <a:cubicBezTo>
                    <a:pt x="19014" y="19559"/>
                    <a:pt x="18967" y="19422"/>
                    <a:pt x="19047" y="19376"/>
                  </a:cubicBezTo>
                  <a:cubicBezTo>
                    <a:pt x="19060" y="19369"/>
                    <a:pt x="19077" y="19361"/>
                    <a:pt x="19087" y="19352"/>
                  </a:cubicBezTo>
                  <a:cubicBezTo>
                    <a:pt x="19105" y="19340"/>
                    <a:pt x="19118" y="19323"/>
                    <a:pt x="19139" y="19315"/>
                  </a:cubicBezTo>
                  <a:cubicBezTo>
                    <a:pt x="19159" y="19307"/>
                    <a:pt x="19183" y="19305"/>
                    <a:pt x="19205" y="19305"/>
                  </a:cubicBezTo>
                  <a:close/>
                  <a:moveTo>
                    <a:pt x="29499" y="19328"/>
                  </a:moveTo>
                  <a:cubicBezTo>
                    <a:pt x="29543" y="19328"/>
                    <a:pt x="29576" y="19362"/>
                    <a:pt x="29590" y="19404"/>
                  </a:cubicBezTo>
                  <a:cubicBezTo>
                    <a:pt x="29614" y="19455"/>
                    <a:pt x="29604" y="19520"/>
                    <a:pt x="29534" y="19543"/>
                  </a:cubicBezTo>
                  <a:lnTo>
                    <a:pt x="29494" y="19561"/>
                  </a:lnTo>
                  <a:cubicBezTo>
                    <a:pt x="29478" y="19569"/>
                    <a:pt x="29463" y="19572"/>
                    <a:pt x="29449" y="19572"/>
                  </a:cubicBezTo>
                  <a:cubicBezTo>
                    <a:pt x="29344" y="19572"/>
                    <a:pt x="29288" y="19388"/>
                    <a:pt x="29412" y="19350"/>
                  </a:cubicBezTo>
                  <a:lnTo>
                    <a:pt x="29451" y="19340"/>
                  </a:lnTo>
                  <a:cubicBezTo>
                    <a:pt x="29468" y="19332"/>
                    <a:pt x="29484" y="19328"/>
                    <a:pt x="29499" y="19328"/>
                  </a:cubicBezTo>
                  <a:close/>
                  <a:moveTo>
                    <a:pt x="21683" y="19336"/>
                  </a:moveTo>
                  <a:cubicBezTo>
                    <a:pt x="21744" y="19336"/>
                    <a:pt x="21804" y="19367"/>
                    <a:pt x="21833" y="19441"/>
                  </a:cubicBezTo>
                  <a:cubicBezTo>
                    <a:pt x="21884" y="19572"/>
                    <a:pt x="21773" y="19669"/>
                    <a:pt x="21666" y="19669"/>
                  </a:cubicBezTo>
                  <a:cubicBezTo>
                    <a:pt x="21605" y="19669"/>
                    <a:pt x="21545" y="19638"/>
                    <a:pt x="21516" y="19564"/>
                  </a:cubicBezTo>
                  <a:cubicBezTo>
                    <a:pt x="21464" y="19433"/>
                    <a:pt x="21575" y="19336"/>
                    <a:pt x="21683" y="19336"/>
                  </a:cubicBezTo>
                  <a:close/>
                  <a:moveTo>
                    <a:pt x="20049" y="18233"/>
                  </a:moveTo>
                  <a:cubicBezTo>
                    <a:pt x="20069" y="18233"/>
                    <a:pt x="20089" y="18240"/>
                    <a:pt x="20104" y="18250"/>
                  </a:cubicBezTo>
                  <a:cubicBezTo>
                    <a:pt x="20159" y="18287"/>
                    <a:pt x="20181" y="18337"/>
                    <a:pt x="20147" y="18395"/>
                  </a:cubicBezTo>
                  <a:cubicBezTo>
                    <a:pt x="20137" y="18413"/>
                    <a:pt x="20120" y="18421"/>
                    <a:pt x="20104" y="18421"/>
                  </a:cubicBezTo>
                  <a:cubicBezTo>
                    <a:pt x="20097" y="18421"/>
                    <a:pt x="20089" y="18419"/>
                    <a:pt x="20083" y="18416"/>
                  </a:cubicBezTo>
                  <a:lnTo>
                    <a:pt x="20083" y="18416"/>
                  </a:lnTo>
                  <a:cubicBezTo>
                    <a:pt x="20096" y="18450"/>
                    <a:pt x="20096" y="18487"/>
                    <a:pt x="20081" y="18525"/>
                  </a:cubicBezTo>
                  <a:lnTo>
                    <a:pt x="20081" y="18582"/>
                  </a:lnTo>
                  <a:lnTo>
                    <a:pt x="20117" y="18582"/>
                  </a:lnTo>
                  <a:cubicBezTo>
                    <a:pt x="20117" y="18547"/>
                    <a:pt x="20137" y="18513"/>
                    <a:pt x="20182" y="18508"/>
                  </a:cubicBezTo>
                  <a:cubicBezTo>
                    <a:pt x="20193" y="18508"/>
                    <a:pt x="20203" y="18507"/>
                    <a:pt x="20213" y="18507"/>
                  </a:cubicBezTo>
                  <a:cubicBezTo>
                    <a:pt x="20511" y="18507"/>
                    <a:pt x="20673" y="18839"/>
                    <a:pt x="20701" y="19102"/>
                  </a:cubicBezTo>
                  <a:cubicBezTo>
                    <a:pt x="20722" y="19313"/>
                    <a:pt x="20740" y="19745"/>
                    <a:pt x="20451" y="19775"/>
                  </a:cubicBezTo>
                  <a:cubicBezTo>
                    <a:pt x="20441" y="19776"/>
                    <a:pt x="20430" y="19777"/>
                    <a:pt x="20420" y="19777"/>
                  </a:cubicBezTo>
                  <a:cubicBezTo>
                    <a:pt x="20148" y="19777"/>
                    <a:pt x="20014" y="19407"/>
                    <a:pt x="19958" y="19200"/>
                  </a:cubicBezTo>
                  <a:cubicBezTo>
                    <a:pt x="19893" y="18955"/>
                    <a:pt x="19788" y="18449"/>
                    <a:pt x="20006" y="18249"/>
                  </a:cubicBezTo>
                  <a:cubicBezTo>
                    <a:pt x="20018" y="18238"/>
                    <a:pt x="20034" y="18233"/>
                    <a:pt x="20049" y="18233"/>
                  </a:cubicBezTo>
                  <a:close/>
                  <a:moveTo>
                    <a:pt x="24972" y="19786"/>
                  </a:moveTo>
                  <a:cubicBezTo>
                    <a:pt x="25031" y="19786"/>
                    <a:pt x="25074" y="19831"/>
                    <a:pt x="25091" y="19887"/>
                  </a:cubicBezTo>
                  <a:cubicBezTo>
                    <a:pt x="25126" y="19957"/>
                    <a:pt x="25112" y="20044"/>
                    <a:pt x="25016" y="20071"/>
                  </a:cubicBezTo>
                  <a:lnTo>
                    <a:pt x="24979" y="20093"/>
                  </a:lnTo>
                  <a:cubicBezTo>
                    <a:pt x="24958" y="20103"/>
                    <a:pt x="24938" y="20108"/>
                    <a:pt x="24919" y="20108"/>
                  </a:cubicBezTo>
                  <a:cubicBezTo>
                    <a:pt x="24783" y="20108"/>
                    <a:pt x="24708" y="19859"/>
                    <a:pt x="24871" y="19815"/>
                  </a:cubicBezTo>
                  <a:lnTo>
                    <a:pt x="24910" y="19802"/>
                  </a:lnTo>
                  <a:cubicBezTo>
                    <a:pt x="24932" y="19791"/>
                    <a:pt x="24953" y="19786"/>
                    <a:pt x="24972" y="19786"/>
                  </a:cubicBezTo>
                  <a:close/>
                  <a:moveTo>
                    <a:pt x="23401" y="20307"/>
                  </a:moveTo>
                  <a:cubicBezTo>
                    <a:pt x="23467" y="20307"/>
                    <a:pt x="23531" y="20357"/>
                    <a:pt x="23556" y="20414"/>
                  </a:cubicBezTo>
                  <a:cubicBezTo>
                    <a:pt x="23589" y="20491"/>
                    <a:pt x="23546" y="20604"/>
                    <a:pt x="23463" y="20627"/>
                  </a:cubicBezTo>
                  <a:lnTo>
                    <a:pt x="23398" y="20645"/>
                  </a:lnTo>
                  <a:cubicBezTo>
                    <a:pt x="23378" y="20650"/>
                    <a:pt x="23360" y="20653"/>
                    <a:pt x="23341" y="20653"/>
                  </a:cubicBezTo>
                  <a:cubicBezTo>
                    <a:pt x="23278" y="20653"/>
                    <a:pt x="23222" y="20622"/>
                    <a:pt x="23193" y="20556"/>
                  </a:cubicBezTo>
                  <a:cubicBezTo>
                    <a:pt x="23157" y="20474"/>
                    <a:pt x="23209" y="20390"/>
                    <a:pt x="23283" y="20353"/>
                  </a:cubicBezTo>
                  <a:lnTo>
                    <a:pt x="23344" y="20321"/>
                  </a:lnTo>
                  <a:cubicBezTo>
                    <a:pt x="23362" y="20311"/>
                    <a:pt x="23381" y="20307"/>
                    <a:pt x="23401" y="20307"/>
                  </a:cubicBezTo>
                  <a:close/>
                  <a:moveTo>
                    <a:pt x="22045" y="20888"/>
                  </a:moveTo>
                  <a:cubicBezTo>
                    <a:pt x="22089" y="20888"/>
                    <a:pt x="22132" y="20911"/>
                    <a:pt x="22153" y="20964"/>
                  </a:cubicBezTo>
                  <a:cubicBezTo>
                    <a:pt x="22191" y="21059"/>
                    <a:pt x="22110" y="21131"/>
                    <a:pt x="22032" y="21131"/>
                  </a:cubicBezTo>
                  <a:cubicBezTo>
                    <a:pt x="21988" y="21131"/>
                    <a:pt x="21945" y="21108"/>
                    <a:pt x="21924" y="21055"/>
                  </a:cubicBezTo>
                  <a:cubicBezTo>
                    <a:pt x="21886" y="20960"/>
                    <a:pt x="21967" y="20888"/>
                    <a:pt x="22045" y="20888"/>
                  </a:cubicBezTo>
                  <a:close/>
                  <a:moveTo>
                    <a:pt x="32352" y="20984"/>
                  </a:moveTo>
                  <a:cubicBezTo>
                    <a:pt x="32393" y="20984"/>
                    <a:pt x="32433" y="21004"/>
                    <a:pt x="32453" y="21053"/>
                  </a:cubicBezTo>
                  <a:cubicBezTo>
                    <a:pt x="32487" y="21143"/>
                    <a:pt x="32411" y="21211"/>
                    <a:pt x="32337" y="21211"/>
                  </a:cubicBezTo>
                  <a:cubicBezTo>
                    <a:pt x="32296" y="21211"/>
                    <a:pt x="32256" y="21190"/>
                    <a:pt x="32236" y="21140"/>
                  </a:cubicBezTo>
                  <a:cubicBezTo>
                    <a:pt x="32201" y="21051"/>
                    <a:pt x="32277" y="20984"/>
                    <a:pt x="32352" y="20984"/>
                  </a:cubicBezTo>
                  <a:close/>
                  <a:moveTo>
                    <a:pt x="29679" y="21073"/>
                  </a:moveTo>
                  <a:cubicBezTo>
                    <a:pt x="29714" y="21073"/>
                    <a:pt x="29749" y="21090"/>
                    <a:pt x="29766" y="21133"/>
                  </a:cubicBezTo>
                  <a:cubicBezTo>
                    <a:pt x="29796" y="21208"/>
                    <a:pt x="29731" y="21266"/>
                    <a:pt x="29668" y="21266"/>
                  </a:cubicBezTo>
                  <a:cubicBezTo>
                    <a:pt x="29634" y="21266"/>
                    <a:pt x="29599" y="21248"/>
                    <a:pt x="29583" y="21205"/>
                  </a:cubicBezTo>
                  <a:cubicBezTo>
                    <a:pt x="29552" y="21129"/>
                    <a:pt x="29617" y="21073"/>
                    <a:pt x="29679" y="21073"/>
                  </a:cubicBezTo>
                  <a:close/>
                  <a:moveTo>
                    <a:pt x="30895" y="20710"/>
                  </a:moveTo>
                  <a:cubicBezTo>
                    <a:pt x="30976" y="20710"/>
                    <a:pt x="31056" y="20718"/>
                    <a:pt x="31131" y="20728"/>
                  </a:cubicBezTo>
                  <a:cubicBezTo>
                    <a:pt x="31218" y="20740"/>
                    <a:pt x="31195" y="20861"/>
                    <a:pt x="31114" y="20861"/>
                  </a:cubicBezTo>
                  <a:cubicBezTo>
                    <a:pt x="31113" y="20861"/>
                    <a:pt x="31113" y="20861"/>
                    <a:pt x="31112" y="20861"/>
                  </a:cubicBezTo>
                  <a:lnTo>
                    <a:pt x="31112" y="20861"/>
                  </a:lnTo>
                  <a:cubicBezTo>
                    <a:pt x="31134" y="21069"/>
                    <a:pt x="31053" y="21327"/>
                    <a:pt x="30881" y="21453"/>
                  </a:cubicBezTo>
                  <a:cubicBezTo>
                    <a:pt x="30810" y="21505"/>
                    <a:pt x="30722" y="21533"/>
                    <a:pt x="30637" y="21533"/>
                  </a:cubicBezTo>
                  <a:cubicBezTo>
                    <a:pt x="30535" y="21533"/>
                    <a:pt x="30436" y="21493"/>
                    <a:pt x="30370" y="21405"/>
                  </a:cubicBezTo>
                  <a:cubicBezTo>
                    <a:pt x="30252" y="21246"/>
                    <a:pt x="30297" y="21015"/>
                    <a:pt x="30426" y="20879"/>
                  </a:cubicBezTo>
                  <a:cubicBezTo>
                    <a:pt x="30545" y="20746"/>
                    <a:pt x="30720" y="20710"/>
                    <a:pt x="30895" y="20710"/>
                  </a:cubicBezTo>
                  <a:close/>
                  <a:moveTo>
                    <a:pt x="23806" y="21111"/>
                  </a:moveTo>
                  <a:cubicBezTo>
                    <a:pt x="23810" y="21111"/>
                    <a:pt x="23813" y="21111"/>
                    <a:pt x="23817" y="21112"/>
                  </a:cubicBezTo>
                  <a:cubicBezTo>
                    <a:pt x="24336" y="21129"/>
                    <a:pt x="24752" y="21582"/>
                    <a:pt x="24717" y="22101"/>
                  </a:cubicBezTo>
                  <a:cubicBezTo>
                    <a:pt x="24714" y="22139"/>
                    <a:pt x="24686" y="22157"/>
                    <a:pt x="24656" y="22157"/>
                  </a:cubicBezTo>
                  <a:cubicBezTo>
                    <a:pt x="24623" y="22157"/>
                    <a:pt x="24589" y="22136"/>
                    <a:pt x="24584" y="22098"/>
                  </a:cubicBezTo>
                  <a:cubicBezTo>
                    <a:pt x="24582" y="22084"/>
                    <a:pt x="24581" y="22070"/>
                    <a:pt x="24579" y="22051"/>
                  </a:cubicBezTo>
                  <a:cubicBezTo>
                    <a:pt x="24486" y="22133"/>
                    <a:pt x="24367" y="22174"/>
                    <a:pt x="24246" y="22174"/>
                  </a:cubicBezTo>
                  <a:cubicBezTo>
                    <a:pt x="24139" y="22174"/>
                    <a:pt x="24030" y="22142"/>
                    <a:pt x="23936" y="22079"/>
                  </a:cubicBezTo>
                  <a:cubicBezTo>
                    <a:pt x="23651" y="21891"/>
                    <a:pt x="23616" y="21511"/>
                    <a:pt x="23684" y="21207"/>
                  </a:cubicBezTo>
                  <a:cubicBezTo>
                    <a:pt x="23697" y="21145"/>
                    <a:pt x="23745" y="21111"/>
                    <a:pt x="23806" y="21111"/>
                  </a:cubicBezTo>
                  <a:close/>
                  <a:moveTo>
                    <a:pt x="23566" y="22082"/>
                  </a:moveTo>
                  <a:cubicBezTo>
                    <a:pt x="23613" y="22082"/>
                    <a:pt x="23660" y="22107"/>
                    <a:pt x="23682" y="22164"/>
                  </a:cubicBezTo>
                  <a:cubicBezTo>
                    <a:pt x="23723" y="22267"/>
                    <a:pt x="23636" y="22344"/>
                    <a:pt x="23551" y="22344"/>
                  </a:cubicBezTo>
                  <a:cubicBezTo>
                    <a:pt x="23503" y="22344"/>
                    <a:pt x="23457" y="22320"/>
                    <a:pt x="23434" y="22262"/>
                  </a:cubicBezTo>
                  <a:cubicBezTo>
                    <a:pt x="23394" y="22159"/>
                    <a:pt x="23481" y="22082"/>
                    <a:pt x="23566" y="22082"/>
                  </a:cubicBezTo>
                  <a:close/>
                  <a:moveTo>
                    <a:pt x="32866" y="22102"/>
                  </a:moveTo>
                  <a:cubicBezTo>
                    <a:pt x="32921" y="22102"/>
                    <a:pt x="32977" y="22142"/>
                    <a:pt x="32997" y="22191"/>
                  </a:cubicBezTo>
                  <a:cubicBezTo>
                    <a:pt x="33023" y="22257"/>
                    <a:pt x="32991" y="22352"/>
                    <a:pt x="32919" y="22370"/>
                  </a:cubicBezTo>
                  <a:lnTo>
                    <a:pt x="32851" y="22390"/>
                  </a:lnTo>
                  <a:cubicBezTo>
                    <a:pt x="32835" y="22395"/>
                    <a:pt x="32820" y="22397"/>
                    <a:pt x="32805" y="22397"/>
                  </a:cubicBezTo>
                  <a:cubicBezTo>
                    <a:pt x="32674" y="22397"/>
                    <a:pt x="32618" y="22214"/>
                    <a:pt x="32756" y="22146"/>
                  </a:cubicBezTo>
                  <a:lnTo>
                    <a:pt x="32817" y="22113"/>
                  </a:lnTo>
                  <a:cubicBezTo>
                    <a:pt x="32833" y="22106"/>
                    <a:pt x="32849" y="22102"/>
                    <a:pt x="32866" y="22102"/>
                  </a:cubicBezTo>
                  <a:close/>
                  <a:moveTo>
                    <a:pt x="31422" y="22269"/>
                  </a:moveTo>
                  <a:cubicBezTo>
                    <a:pt x="31455" y="22269"/>
                    <a:pt x="31488" y="22286"/>
                    <a:pt x="31503" y="22326"/>
                  </a:cubicBezTo>
                  <a:cubicBezTo>
                    <a:pt x="31532" y="22399"/>
                    <a:pt x="31469" y="22453"/>
                    <a:pt x="31410" y="22453"/>
                  </a:cubicBezTo>
                  <a:cubicBezTo>
                    <a:pt x="31376" y="22453"/>
                    <a:pt x="31343" y="22436"/>
                    <a:pt x="31328" y="22395"/>
                  </a:cubicBezTo>
                  <a:cubicBezTo>
                    <a:pt x="31299" y="22324"/>
                    <a:pt x="31362" y="22269"/>
                    <a:pt x="31422" y="22269"/>
                  </a:cubicBezTo>
                  <a:close/>
                  <a:moveTo>
                    <a:pt x="34614" y="22165"/>
                  </a:moveTo>
                  <a:cubicBezTo>
                    <a:pt x="34670" y="22165"/>
                    <a:pt x="34727" y="22205"/>
                    <a:pt x="34747" y="22255"/>
                  </a:cubicBezTo>
                  <a:cubicBezTo>
                    <a:pt x="34771" y="22320"/>
                    <a:pt x="34740" y="22415"/>
                    <a:pt x="34669" y="22437"/>
                  </a:cubicBezTo>
                  <a:lnTo>
                    <a:pt x="34601" y="22455"/>
                  </a:lnTo>
                  <a:cubicBezTo>
                    <a:pt x="34585" y="22460"/>
                    <a:pt x="34570" y="22462"/>
                    <a:pt x="34556" y="22462"/>
                  </a:cubicBezTo>
                  <a:cubicBezTo>
                    <a:pt x="34423" y="22462"/>
                    <a:pt x="34367" y="22276"/>
                    <a:pt x="34503" y="22207"/>
                  </a:cubicBezTo>
                  <a:lnTo>
                    <a:pt x="34567" y="22176"/>
                  </a:lnTo>
                  <a:cubicBezTo>
                    <a:pt x="34582" y="22168"/>
                    <a:pt x="34598" y="22165"/>
                    <a:pt x="34614" y="22165"/>
                  </a:cubicBezTo>
                  <a:close/>
                  <a:moveTo>
                    <a:pt x="25002" y="22509"/>
                  </a:moveTo>
                  <a:cubicBezTo>
                    <a:pt x="25044" y="22509"/>
                    <a:pt x="25085" y="22530"/>
                    <a:pt x="25105" y="22581"/>
                  </a:cubicBezTo>
                  <a:cubicBezTo>
                    <a:pt x="25141" y="22673"/>
                    <a:pt x="25064" y="22740"/>
                    <a:pt x="24989" y="22740"/>
                  </a:cubicBezTo>
                  <a:cubicBezTo>
                    <a:pt x="24947" y="22740"/>
                    <a:pt x="24905" y="22719"/>
                    <a:pt x="24885" y="22668"/>
                  </a:cubicBezTo>
                  <a:cubicBezTo>
                    <a:pt x="24850" y="22577"/>
                    <a:pt x="24927" y="22509"/>
                    <a:pt x="25002" y="22509"/>
                  </a:cubicBezTo>
                  <a:close/>
                  <a:moveTo>
                    <a:pt x="30083" y="22844"/>
                  </a:moveTo>
                  <a:cubicBezTo>
                    <a:pt x="30125" y="22844"/>
                    <a:pt x="30166" y="22865"/>
                    <a:pt x="30185" y="22916"/>
                  </a:cubicBezTo>
                  <a:cubicBezTo>
                    <a:pt x="30222" y="23008"/>
                    <a:pt x="30144" y="23076"/>
                    <a:pt x="30069" y="23076"/>
                  </a:cubicBezTo>
                  <a:cubicBezTo>
                    <a:pt x="30027" y="23076"/>
                    <a:pt x="29985" y="23054"/>
                    <a:pt x="29966" y="23003"/>
                  </a:cubicBezTo>
                  <a:cubicBezTo>
                    <a:pt x="29929" y="22912"/>
                    <a:pt x="30008" y="22844"/>
                    <a:pt x="30083" y="22844"/>
                  </a:cubicBezTo>
                  <a:close/>
                  <a:moveTo>
                    <a:pt x="36736" y="23385"/>
                  </a:moveTo>
                  <a:cubicBezTo>
                    <a:pt x="36751" y="23385"/>
                    <a:pt x="36767" y="23387"/>
                    <a:pt x="36784" y="23393"/>
                  </a:cubicBezTo>
                  <a:cubicBezTo>
                    <a:pt x="36813" y="23403"/>
                    <a:pt x="36843" y="23414"/>
                    <a:pt x="36876" y="23424"/>
                  </a:cubicBezTo>
                  <a:cubicBezTo>
                    <a:pt x="37013" y="23472"/>
                    <a:pt x="36947" y="23673"/>
                    <a:pt x="36830" y="23673"/>
                  </a:cubicBezTo>
                  <a:cubicBezTo>
                    <a:pt x="36813" y="23673"/>
                    <a:pt x="36794" y="23668"/>
                    <a:pt x="36775" y="23658"/>
                  </a:cubicBezTo>
                  <a:cubicBezTo>
                    <a:pt x="36745" y="23643"/>
                    <a:pt x="36714" y="23628"/>
                    <a:pt x="36686" y="23613"/>
                  </a:cubicBezTo>
                  <a:cubicBezTo>
                    <a:pt x="36565" y="23550"/>
                    <a:pt x="36619" y="23385"/>
                    <a:pt x="36736" y="23385"/>
                  </a:cubicBezTo>
                  <a:close/>
                  <a:moveTo>
                    <a:pt x="35272" y="23020"/>
                  </a:moveTo>
                  <a:cubicBezTo>
                    <a:pt x="35284" y="23020"/>
                    <a:pt x="35297" y="23025"/>
                    <a:pt x="35307" y="23035"/>
                  </a:cubicBezTo>
                  <a:cubicBezTo>
                    <a:pt x="35446" y="23176"/>
                    <a:pt x="35500" y="23460"/>
                    <a:pt x="35511" y="23655"/>
                  </a:cubicBezTo>
                  <a:cubicBezTo>
                    <a:pt x="35521" y="23804"/>
                    <a:pt x="35453" y="23936"/>
                    <a:pt x="35297" y="23967"/>
                  </a:cubicBezTo>
                  <a:cubicBezTo>
                    <a:pt x="35277" y="23971"/>
                    <a:pt x="35257" y="23972"/>
                    <a:pt x="35237" y="23972"/>
                  </a:cubicBezTo>
                  <a:cubicBezTo>
                    <a:pt x="35112" y="23972"/>
                    <a:pt x="34988" y="23905"/>
                    <a:pt x="34924" y="23800"/>
                  </a:cubicBezTo>
                  <a:cubicBezTo>
                    <a:pt x="34818" y="23621"/>
                    <a:pt x="34869" y="23400"/>
                    <a:pt x="34921" y="23213"/>
                  </a:cubicBezTo>
                  <a:cubicBezTo>
                    <a:pt x="34933" y="23171"/>
                    <a:pt x="34970" y="23152"/>
                    <a:pt x="35004" y="23152"/>
                  </a:cubicBezTo>
                  <a:cubicBezTo>
                    <a:pt x="35049" y="23152"/>
                    <a:pt x="35090" y="23183"/>
                    <a:pt x="35076" y="23239"/>
                  </a:cubicBezTo>
                  <a:cubicBezTo>
                    <a:pt x="35046" y="23359"/>
                    <a:pt x="35009" y="23492"/>
                    <a:pt x="35035" y="23616"/>
                  </a:cubicBezTo>
                  <a:cubicBezTo>
                    <a:pt x="35054" y="23704"/>
                    <a:pt x="35130" y="23801"/>
                    <a:pt x="35230" y="23801"/>
                  </a:cubicBezTo>
                  <a:cubicBezTo>
                    <a:pt x="35241" y="23801"/>
                    <a:pt x="35253" y="23800"/>
                    <a:pt x="35264" y="23797"/>
                  </a:cubicBezTo>
                  <a:cubicBezTo>
                    <a:pt x="35493" y="23745"/>
                    <a:pt x="35218" y="23230"/>
                    <a:pt x="35205" y="23091"/>
                  </a:cubicBezTo>
                  <a:cubicBezTo>
                    <a:pt x="35203" y="23055"/>
                    <a:pt x="35238" y="23020"/>
                    <a:pt x="35272" y="23020"/>
                  </a:cubicBezTo>
                  <a:close/>
                  <a:moveTo>
                    <a:pt x="30830" y="23826"/>
                  </a:moveTo>
                  <a:cubicBezTo>
                    <a:pt x="30902" y="23826"/>
                    <a:pt x="30970" y="23892"/>
                    <a:pt x="30939" y="23984"/>
                  </a:cubicBezTo>
                  <a:cubicBezTo>
                    <a:pt x="30931" y="24017"/>
                    <a:pt x="30922" y="24048"/>
                    <a:pt x="30905" y="24078"/>
                  </a:cubicBezTo>
                  <a:cubicBezTo>
                    <a:pt x="30879" y="24127"/>
                    <a:pt x="30837" y="24147"/>
                    <a:pt x="30796" y="24147"/>
                  </a:cubicBezTo>
                  <a:cubicBezTo>
                    <a:pt x="30721" y="24147"/>
                    <a:pt x="30649" y="24077"/>
                    <a:pt x="30681" y="23978"/>
                  </a:cubicBezTo>
                  <a:cubicBezTo>
                    <a:pt x="30691" y="23949"/>
                    <a:pt x="30711" y="23920"/>
                    <a:pt x="30727" y="23891"/>
                  </a:cubicBezTo>
                  <a:cubicBezTo>
                    <a:pt x="30752" y="23845"/>
                    <a:pt x="30792" y="23826"/>
                    <a:pt x="30830" y="23826"/>
                  </a:cubicBezTo>
                  <a:close/>
                  <a:moveTo>
                    <a:pt x="37784" y="24346"/>
                  </a:moveTo>
                  <a:cubicBezTo>
                    <a:pt x="37820" y="24346"/>
                    <a:pt x="37855" y="24364"/>
                    <a:pt x="37872" y="24408"/>
                  </a:cubicBezTo>
                  <a:cubicBezTo>
                    <a:pt x="37902" y="24485"/>
                    <a:pt x="37837" y="24542"/>
                    <a:pt x="37774" y="24542"/>
                  </a:cubicBezTo>
                  <a:cubicBezTo>
                    <a:pt x="37738" y="24542"/>
                    <a:pt x="37702" y="24524"/>
                    <a:pt x="37685" y="24480"/>
                  </a:cubicBezTo>
                  <a:cubicBezTo>
                    <a:pt x="37654" y="24403"/>
                    <a:pt x="37720" y="24346"/>
                    <a:pt x="37784" y="24346"/>
                  </a:cubicBezTo>
                  <a:close/>
                  <a:moveTo>
                    <a:pt x="27342" y="19663"/>
                  </a:moveTo>
                  <a:cubicBezTo>
                    <a:pt x="27534" y="19663"/>
                    <a:pt x="27729" y="19711"/>
                    <a:pt x="27920" y="19819"/>
                  </a:cubicBezTo>
                  <a:cubicBezTo>
                    <a:pt x="27937" y="19810"/>
                    <a:pt x="27956" y="19804"/>
                    <a:pt x="27976" y="19804"/>
                  </a:cubicBezTo>
                  <a:cubicBezTo>
                    <a:pt x="27987" y="19804"/>
                    <a:pt x="27998" y="19805"/>
                    <a:pt x="28009" y="19809"/>
                  </a:cubicBezTo>
                  <a:cubicBezTo>
                    <a:pt x="28598" y="20002"/>
                    <a:pt x="28576" y="20545"/>
                    <a:pt x="28430" y="21027"/>
                  </a:cubicBezTo>
                  <a:cubicBezTo>
                    <a:pt x="28335" y="21341"/>
                    <a:pt x="28271" y="21596"/>
                    <a:pt x="28549" y="21827"/>
                  </a:cubicBezTo>
                  <a:cubicBezTo>
                    <a:pt x="28698" y="21952"/>
                    <a:pt x="28869" y="22041"/>
                    <a:pt x="29001" y="22186"/>
                  </a:cubicBezTo>
                  <a:cubicBezTo>
                    <a:pt x="29196" y="22403"/>
                    <a:pt x="29315" y="22706"/>
                    <a:pt x="29388" y="22985"/>
                  </a:cubicBezTo>
                  <a:cubicBezTo>
                    <a:pt x="29628" y="23919"/>
                    <a:pt x="28607" y="24601"/>
                    <a:pt x="27723" y="24601"/>
                  </a:cubicBezTo>
                  <a:cubicBezTo>
                    <a:pt x="27547" y="24601"/>
                    <a:pt x="27377" y="24574"/>
                    <a:pt x="27224" y="24517"/>
                  </a:cubicBezTo>
                  <a:cubicBezTo>
                    <a:pt x="25991" y="24062"/>
                    <a:pt x="25440" y="22340"/>
                    <a:pt x="25707" y="21144"/>
                  </a:cubicBezTo>
                  <a:cubicBezTo>
                    <a:pt x="25871" y="20407"/>
                    <a:pt x="26584" y="19663"/>
                    <a:pt x="27342" y="19663"/>
                  </a:cubicBezTo>
                  <a:close/>
                  <a:moveTo>
                    <a:pt x="25863" y="24317"/>
                  </a:moveTo>
                  <a:cubicBezTo>
                    <a:pt x="25881" y="24317"/>
                    <a:pt x="25900" y="24321"/>
                    <a:pt x="25920" y="24328"/>
                  </a:cubicBezTo>
                  <a:cubicBezTo>
                    <a:pt x="25951" y="24340"/>
                    <a:pt x="25982" y="24351"/>
                    <a:pt x="26012" y="24364"/>
                  </a:cubicBezTo>
                  <a:cubicBezTo>
                    <a:pt x="26086" y="24392"/>
                    <a:pt x="26118" y="24487"/>
                    <a:pt x="26089" y="24558"/>
                  </a:cubicBezTo>
                  <a:cubicBezTo>
                    <a:pt x="26065" y="24611"/>
                    <a:pt x="26008" y="24647"/>
                    <a:pt x="25950" y="24647"/>
                  </a:cubicBezTo>
                  <a:cubicBezTo>
                    <a:pt x="25931" y="24647"/>
                    <a:pt x="25912" y="24643"/>
                    <a:pt x="25894" y="24635"/>
                  </a:cubicBezTo>
                  <a:cubicBezTo>
                    <a:pt x="25865" y="24620"/>
                    <a:pt x="25836" y="24605"/>
                    <a:pt x="25805" y="24591"/>
                  </a:cubicBezTo>
                  <a:cubicBezTo>
                    <a:pt x="25659" y="24518"/>
                    <a:pt x="25727" y="24317"/>
                    <a:pt x="25863" y="24317"/>
                  </a:cubicBezTo>
                  <a:close/>
                  <a:moveTo>
                    <a:pt x="36046" y="24488"/>
                  </a:moveTo>
                  <a:cubicBezTo>
                    <a:pt x="36086" y="24488"/>
                    <a:pt x="36125" y="24508"/>
                    <a:pt x="36144" y="24557"/>
                  </a:cubicBezTo>
                  <a:cubicBezTo>
                    <a:pt x="36178" y="24645"/>
                    <a:pt x="36104" y="24710"/>
                    <a:pt x="36033" y="24710"/>
                  </a:cubicBezTo>
                  <a:cubicBezTo>
                    <a:pt x="35992" y="24710"/>
                    <a:pt x="35953" y="24689"/>
                    <a:pt x="35933" y="24640"/>
                  </a:cubicBezTo>
                  <a:cubicBezTo>
                    <a:pt x="35900" y="24554"/>
                    <a:pt x="35974" y="24488"/>
                    <a:pt x="36046" y="24488"/>
                  </a:cubicBezTo>
                  <a:close/>
                  <a:moveTo>
                    <a:pt x="37115" y="24715"/>
                  </a:moveTo>
                  <a:cubicBezTo>
                    <a:pt x="37132" y="24715"/>
                    <a:pt x="37151" y="24718"/>
                    <a:pt x="37170" y="24725"/>
                  </a:cubicBezTo>
                  <a:cubicBezTo>
                    <a:pt x="37202" y="24737"/>
                    <a:pt x="37231" y="24748"/>
                    <a:pt x="37263" y="24761"/>
                  </a:cubicBezTo>
                  <a:cubicBezTo>
                    <a:pt x="37338" y="24789"/>
                    <a:pt x="37370" y="24884"/>
                    <a:pt x="37338" y="24953"/>
                  </a:cubicBezTo>
                  <a:cubicBezTo>
                    <a:pt x="37315" y="25004"/>
                    <a:pt x="37259" y="25040"/>
                    <a:pt x="37202" y="25040"/>
                  </a:cubicBezTo>
                  <a:cubicBezTo>
                    <a:pt x="37183" y="25040"/>
                    <a:pt x="37164" y="25036"/>
                    <a:pt x="37146" y="25027"/>
                  </a:cubicBezTo>
                  <a:cubicBezTo>
                    <a:pt x="37117" y="25011"/>
                    <a:pt x="37087" y="24997"/>
                    <a:pt x="37057" y="24983"/>
                  </a:cubicBezTo>
                  <a:cubicBezTo>
                    <a:pt x="36914" y="24912"/>
                    <a:pt x="36980" y="24715"/>
                    <a:pt x="37115" y="24715"/>
                  </a:cubicBezTo>
                  <a:close/>
                  <a:moveTo>
                    <a:pt x="39749" y="25137"/>
                  </a:moveTo>
                  <a:cubicBezTo>
                    <a:pt x="39789" y="25137"/>
                    <a:pt x="39829" y="25157"/>
                    <a:pt x="39849" y="25207"/>
                  </a:cubicBezTo>
                  <a:cubicBezTo>
                    <a:pt x="39882" y="25294"/>
                    <a:pt x="39807" y="25360"/>
                    <a:pt x="39735" y="25360"/>
                  </a:cubicBezTo>
                  <a:cubicBezTo>
                    <a:pt x="39695" y="25360"/>
                    <a:pt x="39655" y="25339"/>
                    <a:pt x="39636" y="25289"/>
                  </a:cubicBezTo>
                  <a:cubicBezTo>
                    <a:pt x="39602" y="25202"/>
                    <a:pt x="39676" y="25137"/>
                    <a:pt x="39749" y="25137"/>
                  </a:cubicBezTo>
                  <a:close/>
                  <a:moveTo>
                    <a:pt x="28029" y="25439"/>
                  </a:moveTo>
                  <a:cubicBezTo>
                    <a:pt x="28074" y="25439"/>
                    <a:pt x="28118" y="25462"/>
                    <a:pt x="28139" y="25516"/>
                  </a:cubicBezTo>
                  <a:cubicBezTo>
                    <a:pt x="28178" y="25615"/>
                    <a:pt x="28094" y="25688"/>
                    <a:pt x="28014" y="25688"/>
                  </a:cubicBezTo>
                  <a:cubicBezTo>
                    <a:pt x="27968" y="25688"/>
                    <a:pt x="27924" y="25665"/>
                    <a:pt x="27903" y="25611"/>
                  </a:cubicBezTo>
                  <a:cubicBezTo>
                    <a:pt x="27863" y="25513"/>
                    <a:pt x="27948" y="25439"/>
                    <a:pt x="28029" y="25439"/>
                  </a:cubicBezTo>
                  <a:close/>
                  <a:moveTo>
                    <a:pt x="35635" y="25573"/>
                  </a:moveTo>
                  <a:cubicBezTo>
                    <a:pt x="35666" y="25573"/>
                    <a:pt x="35696" y="25589"/>
                    <a:pt x="35711" y="25626"/>
                  </a:cubicBezTo>
                  <a:cubicBezTo>
                    <a:pt x="35738" y="25694"/>
                    <a:pt x="35681" y="25744"/>
                    <a:pt x="35626" y="25744"/>
                  </a:cubicBezTo>
                  <a:cubicBezTo>
                    <a:pt x="35595" y="25744"/>
                    <a:pt x="35564" y="25728"/>
                    <a:pt x="35549" y="25690"/>
                  </a:cubicBezTo>
                  <a:cubicBezTo>
                    <a:pt x="35523" y="25623"/>
                    <a:pt x="35580" y="25573"/>
                    <a:pt x="35635" y="25573"/>
                  </a:cubicBezTo>
                  <a:close/>
                  <a:moveTo>
                    <a:pt x="30478" y="24977"/>
                  </a:moveTo>
                  <a:cubicBezTo>
                    <a:pt x="30654" y="24977"/>
                    <a:pt x="30829" y="25004"/>
                    <a:pt x="30962" y="25053"/>
                  </a:cubicBezTo>
                  <a:cubicBezTo>
                    <a:pt x="30996" y="25065"/>
                    <a:pt x="30993" y="25118"/>
                    <a:pt x="30961" y="25131"/>
                  </a:cubicBezTo>
                  <a:cubicBezTo>
                    <a:pt x="30910" y="25148"/>
                    <a:pt x="30849" y="25159"/>
                    <a:pt x="30784" y="25163"/>
                  </a:cubicBezTo>
                  <a:cubicBezTo>
                    <a:pt x="30812" y="25189"/>
                    <a:pt x="30826" y="25228"/>
                    <a:pt x="30809" y="25275"/>
                  </a:cubicBezTo>
                  <a:cubicBezTo>
                    <a:pt x="30718" y="25527"/>
                    <a:pt x="30479" y="25703"/>
                    <a:pt x="30224" y="25760"/>
                  </a:cubicBezTo>
                  <a:cubicBezTo>
                    <a:pt x="30164" y="25772"/>
                    <a:pt x="30088" y="25783"/>
                    <a:pt x="30012" y="25783"/>
                  </a:cubicBezTo>
                  <a:cubicBezTo>
                    <a:pt x="29866" y="25783"/>
                    <a:pt x="29720" y="25744"/>
                    <a:pt x="29684" y="25604"/>
                  </a:cubicBezTo>
                  <a:cubicBezTo>
                    <a:pt x="29627" y="25393"/>
                    <a:pt x="29782" y="25176"/>
                    <a:pt x="29960" y="25081"/>
                  </a:cubicBezTo>
                  <a:cubicBezTo>
                    <a:pt x="30098" y="25009"/>
                    <a:pt x="30288" y="24977"/>
                    <a:pt x="30478" y="24977"/>
                  </a:cubicBezTo>
                  <a:close/>
                  <a:moveTo>
                    <a:pt x="29478" y="25699"/>
                  </a:moveTo>
                  <a:cubicBezTo>
                    <a:pt x="29522" y="25699"/>
                    <a:pt x="29566" y="25722"/>
                    <a:pt x="29587" y="25775"/>
                  </a:cubicBezTo>
                  <a:cubicBezTo>
                    <a:pt x="29626" y="25872"/>
                    <a:pt x="29543" y="25944"/>
                    <a:pt x="29464" y="25944"/>
                  </a:cubicBezTo>
                  <a:cubicBezTo>
                    <a:pt x="29419" y="25944"/>
                    <a:pt x="29376" y="25921"/>
                    <a:pt x="29355" y="25867"/>
                  </a:cubicBezTo>
                  <a:cubicBezTo>
                    <a:pt x="29317" y="25771"/>
                    <a:pt x="29399" y="25699"/>
                    <a:pt x="29478" y="25699"/>
                  </a:cubicBezTo>
                  <a:close/>
                  <a:moveTo>
                    <a:pt x="38426" y="25270"/>
                  </a:moveTo>
                  <a:cubicBezTo>
                    <a:pt x="38527" y="25270"/>
                    <a:pt x="38627" y="25293"/>
                    <a:pt x="38718" y="25337"/>
                  </a:cubicBezTo>
                  <a:cubicBezTo>
                    <a:pt x="38723" y="25337"/>
                    <a:pt x="38727" y="25336"/>
                    <a:pt x="38732" y="25336"/>
                  </a:cubicBezTo>
                  <a:cubicBezTo>
                    <a:pt x="38762" y="25336"/>
                    <a:pt x="38790" y="25352"/>
                    <a:pt x="38802" y="25386"/>
                  </a:cubicBezTo>
                  <a:cubicBezTo>
                    <a:pt x="38827" y="25403"/>
                    <a:pt x="38854" y="25424"/>
                    <a:pt x="38879" y="25445"/>
                  </a:cubicBezTo>
                  <a:cubicBezTo>
                    <a:pt x="38918" y="25481"/>
                    <a:pt x="38892" y="25552"/>
                    <a:pt x="38847" y="25552"/>
                  </a:cubicBezTo>
                  <a:cubicBezTo>
                    <a:pt x="38839" y="25552"/>
                    <a:pt x="38829" y="25550"/>
                    <a:pt x="38820" y="25544"/>
                  </a:cubicBezTo>
                  <a:cubicBezTo>
                    <a:pt x="38811" y="25539"/>
                    <a:pt x="38803" y="25537"/>
                    <a:pt x="38794" y="25533"/>
                  </a:cubicBezTo>
                  <a:cubicBezTo>
                    <a:pt x="38748" y="25740"/>
                    <a:pt x="38575" y="25968"/>
                    <a:pt x="38401" y="26043"/>
                  </a:cubicBezTo>
                  <a:cubicBezTo>
                    <a:pt x="38349" y="26065"/>
                    <a:pt x="38291" y="26076"/>
                    <a:pt x="38233" y="26076"/>
                  </a:cubicBezTo>
                  <a:cubicBezTo>
                    <a:pt x="38068" y="26076"/>
                    <a:pt x="37899" y="25990"/>
                    <a:pt x="37841" y="25833"/>
                  </a:cubicBezTo>
                  <a:cubicBezTo>
                    <a:pt x="37749" y="25587"/>
                    <a:pt x="37999" y="25374"/>
                    <a:pt x="38209" y="25305"/>
                  </a:cubicBezTo>
                  <a:cubicBezTo>
                    <a:pt x="38281" y="25282"/>
                    <a:pt x="38354" y="25270"/>
                    <a:pt x="38426" y="25270"/>
                  </a:cubicBezTo>
                  <a:close/>
                  <a:moveTo>
                    <a:pt x="36704" y="26137"/>
                  </a:moveTo>
                  <a:cubicBezTo>
                    <a:pt x="36723" y="26137"/>
                    <a:pt x="36743" y="26141"/>
                    <a:pt x="36764" y="26151"/>
                  </a:cubicBezTo>
                  <a:cubicBezTo>
                    <a:pt x="36846" y="26185"/>
                    <a:pt x="36867" y="26271"/>
                    <a:pt x="36842" y="26351"/>
                  </a:cubicBezTo>
                  <a:cubicBezTo>
                    <a:pt x="36832" y="26380"/>
                    <a:pt x="36822" y="26413"/>
                    <a:pt x="36812" y="26444"/>
                  </a:cubicBezTo>
                  <a:cubicBezTo>
                    <a:pt x="36792" y="26509"/>
                    <a:pt x="36724" y="26540"/>
                    <a:pt x="36660" y="26540"/>
                  </a:cubicBezTo>
                  <a:cubicBezTo>
                    <a:pt x="36638" y="26540"/>
                    <a:pt x="36616" y="26537"/>
                    <a:pt x="36597" y="26529"/>
                  </a:cubicBezTo>
                  <a:cubicBezTo>
                    <a:pt x="36520" y="26499"/>
                    <a:pt x="36468" y="26387"/>
                    <a:pt x="36514" y="26314"/>
                  </a:cubicBezTo>
                  <a:cubicBezTo>
                    <a:pt x="36530" y="26285"/>
                    <a:pt x="36546" y="26257"/>
                    <a:pt x="36564" y="26229"/>
                  </a:cubicBezTo>
                  <a:cubicBezTo>
                    <a:pt x="36595" y="26176"/>
                    <a:pt x="36646" y="26137"/>
                    <a:pt x="36704" y="26137"/>
                  </a:cubicBezTo>
                  <a:close/>
                  <a:moveTo>
                    <a:pt x="39157" y="26486"/>
                  </a:moveTo>
                  <a:cubicBezTo>
                    <a:pt x="39200" y="26486"/>
                    <a:pt x="39243" y="26509"/>
                    <a:pt x="39264" y="26562"/>
                  </a:cubicBezTo>
                  <a:cubicBezTo>
                    <a:pt x="39300" y="26656"/>
                    <a:pt x="39220" y="26726"/>
                    <a:pt x="39143" y="26726"/>
                  </a:cubicBezTo>
                  <a:cubicBezTo>
                    <a:pt x="39099" y="26726"/>
                    <a:pt x="39056" y="26703"/>
                    <a:pt x="39035" y="26650"/>
                  </a:cubicBezTo>
                  <a:cubicBezTo>
                    <a:pt x="38999" y="26556"/>
                    <a:pt x="39079" y="26486"/>
                    <a:pt x="39157" y="26486"/>
                  </a:cubicBezTo>
                  <a:close/>
                  <a:moveTo>
                    <a:pt x="32589" y="22652"/>
                  </a:moveTo>
                  <a:cubicBezTo>
                    <a:pt x="33174" y="22652"/>
                    <a:pt x="33807" y="23164"/>
                    <a:pt x="34138" y="23628"/>
                  </a:cubicBezTo>
                  <a:cubicBezTo>
                    <a:pt x="34814" y="24578"/>
                    <a:pt x="35025" y="25566"/>
                    <a:pt x="34233" y="26521"/>
                  </a:cubicBezTo>
                  <a:cubicBezTo>
                    <a:pt x="33945" y="26868"/>
                    <a:pt x="33532" y="27043"/>
                    <a:pt x="33131" y="27043"/>
                  </a:cubicBezTo>
                  <a:cubicBezTo>
                    <a:pt x="32594" y="27043"/>
                    <a:pt x="32079" y="26731"/>
                    <a:pt x="31910" y="26104"/>
                  </a:cubicBezTo>
                  <a:cubicBezTo>
                    <a:pt x="31744" y="25485"/>
                    <a:pt x="32151" y="24881"/>
                    <a:pt x="31944" y="24266"/>
                  </a:cubicBezTo>
                  <a:cubicBezTo>
                    <a:pt x="31818" y="23889"/>
                    <a:pt x="31598" y="23558"/>
                    <a:pt x="31814" y="23199"/>
                  </a:cubicBezTo>
                  <a:cubicBezTo>
                    <a:pt x="31787" y="23169"/>
                    <a:pt x="31778" y="23121"/>
                    <a:pt x="31804" y="23086"/>
                  </a:cubicBezTo>
                  <a:cubicBezTo>
                    <a:pt x="32027" y="22775"/>
                    <a:pt x="32302" y="22652"/>
                    <a:pt x="32589" y="22652"/>
                  </a:cubicBezTo>
                  <a:close/>
                  <a:moveTo>
                    <a:pt x="41287" y="26776"/>
                  </a:moveTo>
                  <a:cubicBezTo>
                    <a:pt x="41394" y="26776"/>
                    <a:pt x="41467" y="26928"/>
                    <a:pt x="41362" y="26997"/>
                  </a:cubicBezTo>
                  <a:cubicBezTo>
                    <a:pt x="41334" y="27032"/>
                    <a:pt x="41290" y="27054"/>
                    <a:pt x="41245" y="27054"/>
                  </a:cubicBezTo>
                  <a:cubicBezTo>
                    <a:pt x="41224" y="27054"/>
                    <a:pt x="41202" y="27049"/>
                    <a:pt x="41181" y="27038"/>
                  </a:cubicBezTo>
                  <a:cubicBezTo>
                    <a:pt x="41131" y="27015"/>
                    <a:pt x="41103" y="26967"/>
                    <a:pt x="41110" y="26912"/>
                  </a:cubicBezTo>
                  <a:cubicBezTo>
                    <a:pt x="41120" y="26834"/>
                    <a:pt x="41188" y="26779"/>
                    <a:pt x="41263" y="26779"/>
                  </a:cubicBezTo>
                  <a:cubicBezTo>
                    <a:pt x="41271" y="26777"/>
                    <a:pt x="41279" y="26776"/>
                    <a:pt x="41287" y="26776"/>
                  </a:cubicBezTo>
                  <a:close/>
                  <a:moveTo>
                    <a:pt x="27920" y="26901"/>
                  </a:moveTo>
                  <a:cubicBezTo>
                    <a:pt x="27936" y="26901"/>
                    <a:pt x="27953" y="26904"/>
                    <a:pt x="27971" y="26910"/>
                  </a:cubicBezTo>
                  <a:cubicBezTo>
                    <a:pt x="28003" y="26922"/>
                    <a:pt x="28033" y="26932"/>
                    <a:pt x="28065" y="26943"/>
                  </a:cubicBezTo>
                  <a:cubicBezTo>
                    <a:pt x="28138" y="26967"/>
                    <a:pt x="28166" y="27061"/>
                    <a:pt x="28138" y="27124"/>
                  </a:cubicBezTo>
                  <a:cubicBezTo>
                    <a:pt x="28116" y="27172"/>
                    <a:pt x="28061" y="27208"/>
                    <a:pt x="28007" y="27208"/>
                  </a:cubicBezTo>
                  <a:cubicBezTo>
                    <a:pt x="27989" y="27208"/>
                    <a:pt x="27971" y="27204"/>
                    <a:pt x="27955" y="27195"/>
                  </a:cubicBezTo>
                  <a:cubicBezTo>
                    <a:pt x="27925" y="27180"/>
                    <a:pt x="27897" y="27164"/>
                    <a:pt x="27867" y="27151"/>
                  </a:cubicBezTo>
                  <a:cubicBezTo>
                    <a:pt x="27735" y="27080"/>
                    <a:pt x="27794" y="26901"/>
                    <a:pt x="27920" y="26901"/>
                  </a:cubicBezTo>
                  <a:close/>
                  <a:moveTo>
                    <a:pt x="31115" y="27006"/>
                  </a:moveTo>
                  <a:cubicBezTo>
                    <a:pt x="31160" y="27006"/>
                    <a:pt x="31205" y="27029"/>
                    <a:pt x="31227" y="27085"/>
                  </a:cubicBezTo>
                  <a:cubicBezTo>
                    <a:pt x="31264" y="27182"/>
                    <a:pt x="31181" y="27254"/>
                    <a:pt x="31101" y="27254"/>
                  </a:cubicBezTo>
                  <a:cubicBezTo>
                    <a:pt x="31055" y="27254"/>
                    <a:pt x="31011" y="27231"/>
                    <a:pt x="30989" y="27177"/>
                  </a:cubicBezTo>
                  <a:cubicBezTo>
                    <a:pt x="30951" y="27079"/>
                    <a:pt x="31034" y="27006"/>
                    <a:pt x="31115" y="27006"/>
                  </a:cubicBezTo>
                  <a:close/>
                  <a:moveTo>
                    <a:pt x="40016" y="26452"/>
                  </a:moveTo>
                  <a:cubicBezTo>
                    <a:pt x="40051" y="26452"/>
                    <a:pt x="40087" y="26458"/>
                    <a:pt x="40121" y="26468"/>
                  </a:cubicBezTo>
                  <a:cubicBezTo>
                    <a:pt x="40273" y="26514"/>
                    <a:pt x="40492" y="26723"/>
                    <a:pt x="40468" y="26895"/>
                  </a:cubicBezTo>
                  <a:cubicBezTo>
                    <a:pt x="40467" y="26910"/>
                    <a:pt x="40455" y="26925"/>
                    <a:pt x="40441" y="26929"/>
                  </a:cubicBezTo>
                  <a:cubicBezTo>
                    <a:pt x="40433" y="26930"/>
                    <a:pt x="40430" y="26930"/>
                    <a:pt x="40421" y="26932"/>
                  </a:cubicBezTo>
                  <a:cubicBezTo>
                    <a:pt x="40501" y="27017"/>
                    <a:pt x="40559" y="27117"/>
                    <a:pt x="40617" y="27219"/>
                  </a:cubicBezTo>
                  <a:cubicBezTo>
                    <a:pt x="40665" y="27301"/>
                    <a:pt x="40615" y="27385"/>
                    <a:pt x="40519" y="27385"/>
                  </a:cubicBezTo>
                  <a:cubicBezTo>
                    <a:pt x="40518" y="27385"/>
                    <a:pt x="40517" y="27385"/>
                    <a:pt x="40516" y="27385"/>
                  </a:cubicBezTo>
                  <a:cubicBezTo>
                    <a:pt x="40291" y="27379"/>
                    <a:pt x="40077" y="27292"/>
                    <a:pt x="39921" y="27134"/>
                  </a:cubicBezTo>
                  <a:cubicBezTo>
                    <a:pt x="39798" y="27014"/>
                    <a:pt x="39667" y="26823"/>
                    <a:pt x="39726" y="26643"/>
                  </a:cubicBezTo>
                  <a:cubicBezTo>
                    <a:pt x="39767" y="26518"/>
                    <a:pt x="39890" y="26452"/>
                    <a:pt x="40016" y="26452"/>
                  </a:cubicBezTo>
                  <a:close/>
                  <a:moveTo>
                    <a:pt x="34883" y="27288"/>
                  </a:moveTo>
                  <a:cubicBezTo>
                    <a:pt x="34916" y="27288"/>
                    <a:pt x="34948" y="27305"/>
                    <a:pt x="34964" y="27344"/>
                  </a:cubicBezTo>
                  <a:cubicBezTo>
                    <a:pt x="34991" y="27415"/>
                    <a:pt x="34931" y="27468"/>
                    <a:pt x="34872" y="27468"/>
                  </a:cubicBezTo>
                  <a:cubicBezTo>
                    <a:pt x="34840" y="27468"/>
                    <a:pt x="34808" y="27451"/>
                    <a:pt x="34793" y="27412"/>
                  </a:cubicBezTo>
                  <a:cubicBezTo>
                    <a:pt x="34765" y="27340"/>
                    <a:pt x="34825" y="27288"/>
                    <a:pt x="34883" y="27288"/>
                  </a:cubicBezTo>
                  <a:close/>
                  <a:moveTo>
                    <a:pt x="35549" y="26825"/>
                  </a:moveTo>
                  <a:cubicBezTo>
                    <a:pt x="35567" y="26825"/>
                    <a:pt x="35584" y="26826"/>
                    <a:pt x="35600" y="26828"/>
                  </a:cubicBezTo>
                  <a:cubicBezTo>
                    <a:pt x="35810" y="26858"/>
                    <a:pt x="35938" y="27025"/>
                    <a:pt x="36055" y="27182"/>
                  </a:cubicBezTo>
                  <a:cubicBezTo>
                    <a:pt x="36076" y="27209"/>
                    <a:pt x="36054" y="27245"/>
                    <a:pt x="36027" y="27251"/>
                  </a:cubicBezTo>
                  <a:cubicBezTo>
                    <a:pt x="36025" y="27276"/>
                    <a:pt x="36016" y="27300"/>
                    <a:pt x="35991" y="27319"/>
                  </a:cubicBezTo>
                  <a:cubicBezTo>
                    <a:pt x="35870" y="27412"/>
                    <a:pt x="35711" y="27485"/>
                    <a:pt x="35555" y="27485"/>
                  </a:cubicBezTo>
                  <a:cubicBezTo>
                    <a:pt x="35490" y="27485"/>
                    <a:pt x="35426" y="27472"/>
                    <a:pt x="35365" y="27443"/>
                  </a:cubicBezTo>
                  <a:cubicBezTo>
                    <a:pt x="35205" y="27368"/>
                    <a:pt x="35117" y="27181"/>
                    <a:pt x="35202" y="27017"/>
                  </a:cubicBezTo>
                  <a:cubicBezTo>
                    <a:pt x="35266" y="26894"/>
                    <a:pt x="35412" y="26825"/>
                    <a:pt x="35549" y="26825"/>
                  </a:cubicBezTo>
                  <a:close/>
                  <a:moveTo>
                    <a:pt x="29260" y="26559"/>
                  </a:moveTo>
                  <a:cubicBezTo>
                    <a:pt x="29270" y="26559"/>
                    <a:pt x="29279" y="26562"/>
                    <a:pt x="29288" y="26569"/>
                  </a:cubicBezTo>
                  <a:cubicBezTo>
                    <a:pt x="29494" y="26722"/>
                    <a:pt x="29748" y="26891"/>
                    <a:pt x="29854" y="27136"/>
                  </a:cubicBezTo>
                  <a:cubicBezTo>
                    <a:pt x="29932" y="27314"/>
                    <a:pt x="29889" y="27533"/>
                    <a:pt x="29698" y="27616"/>
                  </a:cubicBezTo>
                  <a:cubicBezTo>
                    <a:pt x="29652" y="27637"/>
                    <a:pt x="29602" y="27646"/>
                    <a:pt x="29551" y="27646"/>
                  </a:cubicBezTo>
                  <a:cubicBezTo>
                    <a:pt x="29407" y="27646"/>
                    <a:pt x="29258" y="27570"/>
                    <a:pt x="29169" y="27463"/>
                  </a:cubicBezTo>
                  <a:cubicBezTo>
                    <a:pt x="29004" y="27259"/>
                    <a:pt x="29016" y="26932"/>
                    <a:pt x="29086" y="26692"/>
                  </a:cubicBezTo>
                  <a:cubicBezTo>
                    <a:pt x="29099" y="26650"/>
                    <a:pt x="29137" y="26631"/>
                    <a:pt x="29177" y="26631"/>
                  </a:cubicBezTo>
                  <a:cubicBezTo>
                    <a:pt x="29193" y="26631"/>
                    <a:pt x="29210" y="26634"/>
                    <a:pt x="29225" y="26640"/>
                  </a:cubicBezTo>
                  <a:lnTo>
                    <a:pt x="29220" y="26634"/>
                  </a:lnTo>
                  <a:cubicBezTo>
                    <a:pt x="29192" y="26601"/>
                    <a:pt x="29225" y="26559"/>
                    <a:pt x="29260" y="26559"/>
                  </a:cubicBezTo>
                  <a:close/>
                  <a:moveTo>
                    <a:pt x="32827" y="27503"/>
                  </a:moveTo>
                  <a:cubicBezTo>
                    <a:pt x="32885" y="27503"/>
                    <a:pt x="32940" y="27532"/>
                    <a:pt x="32963" y="27602"/>
                  </a:cubicBezTo>
                  <a:lnTo>
                    <a:pt x="32977" y="27643"/>
                  </a:lnTo>
                  <a:cubicBezTo>
                    <a:pt x="33020" y="27738"/>
                    <a:pt x="32963" y="27815"/>
                    <a:pt x="32885" y="27840"/>
                  </a:cubicBezTo>
                  <a:cubicBezTo>
                    <a:pt x="32862" y="27851"/>
                    <a:pt x="32837" y="27856"/>
                    <a:pt x="32813" y="27856"/>
                  </a:cubicBezTo>
                  <a:cubicBezTo>
                    <a:pt x="32759" y="27856"/>
                    <a:pt x="32708" y="27828"/>
                    <a:pt x="32685" y="27759"/>
                  </a:cubicBezTo>
                  <a:lnTo>
                    <a:pt x="32667" y="27718"/>
                  </a:lnTo>
                  <a:cubicBezTo>
                    <a:pt x="32612" y="27598"/>
                    <a:pt x="32724" y="27503"/>
                    <a:pt x="32827" y="27503"/>
                  </a:cubicBezTo>
                  <a:close/>
                  <a:moveTo>
                    <a:pt x="29927" y="28007"/>
                  </a:moveTo>
                  <a:cubicBezTo>
                    <a:pt x="29968" y="28007"/>
                    <a:pt x="30009" y="28028"/>
                    <a:pt x="30028" y="28078"/>
                  </a:cubicBezTo>
                  <a:cubicBezTo>
                    <a:pt x="30063" y="28166"/>
                    <a:pt x="29987" y="28232"/>
                    <a:pt x="29914" y="28232"/>
                  </a:cubicBezTo>
                  <a:cubicBezTo>
                    <a:pt x="29873" y="28232"/>
                    <a:pt x="29833" y="28211"/>
                    <a:pt x="29813" y="28162"/>
                  </a:cubicBezTo>
                  <a:cubicBezTo>
                    <a:pt x="29779" y="28073"/>
                    <a:pt x="29855" y="28007"/>
                    <a:pt x="29927" y="28007"/>
                  </a:cubicBezTo>
                  <a:close/>
                  <a:moveTo>
                    <a:pt x="40193" y="28006"/>
                  </a:moveTo>
                  <a:cubicBezTo>
                    <a:pt x="40202" y="28006"/>
                    <a:pt x="40212" y="28007"/>
                    <a:pt x="40221" y="28010"/>
                  </a:cubicBezTo>
                  <a:cubicBezTo>
                    <a:pt x="40254" y="28020"/>
                    <a:pt x="40284" y="28029"/>
                    <a:pt x="40316" y="28037"/>
                  </a:cubicBezTo>
                  <a:cubicBezTo>
                    <a:pt x="40406" y="28063"/>
                    <a:pt x="40468" y="28149"/>
                    <a:pt x="40427" y="28241"/>
                  </a:cubicBezTo>
                  <a:cubicBezTo>
                    <a:pt x="40402" y="28299"/>
                    <a:pt x="40352" y="28326"/>
                    <a:pt x="40298" y="28326"/>
                  </a:cubicBezTo>
                  <a:cubicBezTo>
                    <a:pt x="40265" y="28326"/>
                    <a:pt x="40231" y="28316"/>
                    <a:pt x="40200" y="28298"/>
                  </a:cubicBezTo>
                  <a:cubicBezTo>
                    <a:pt x="40175" y="28281"/>
                    <a:pt x="40146" y="28264"/>
                    <a:pt x="40119" y="28248"/>
                  </a:cubicBezTo>
                  <a:cubicBezTo>
                    <a:pt x="40016" y="28184"/>
                    <a:pt x="40084" y="28006"/>
                    <a:pt x="40193" y="28006"/>
                  </a:cubicBezTo>
                  <a:close/>
                  <a:moveTo>
                    <a:pt x="41007" y="28528"/>
                  </a:moveTo>
                  <a:cubicBezTo>
                    <a:pt x="41053" y="28528"/>
                    <a:pt x="41098" y="28552"/>
                    <a:pt x="41120" y="28608"/>
                  </a:cubicBezTo>
                  <a:cubicBezTo>
                    <a:pt x="41159" y="28706"/>
                    <a:pt x="41075" y="28780"/>
                    <a:pt x="40993" y="28780"/>
                  </a:cubicBezTo>
                  <a:cubicBezTo>
                    <a:pt x="40947" y="28780"/>
                    <a:pt x="40902" y="28757"/>
                    <a:pt x="40880" y="28702"/>
                  </a:cubicBezTo>
                  <a:cubicBezTo>
                    <a:pt x="40842" y="28602"/>
                    <a:pt x="40926" y="28528"/>
                    <a:pt x="41007" y="28528"/>
                  </a:cubicBezTo>
                  <a:close/>
                  <a:moveTo>
                    <a:pt x="34255" y="28664"/>
                  </a:moveTo>
                  <a:cubicBezTo>
                    <a:pt x="34314" y="28664"/>
                    <a:pt x="34372" y="28694"/>
                    <a:pt x="34400" y="28765"/>
                  </a:cubicBezTo>
                  <a:cubicBezTo>
                    <a:pt x="34449" y="28892"/>
                    <a:pt x="34341" y="28986"/>
                    <a:pt x="34236" y="28986"/>
                  </a:cubicBezTo>
                  <a:cubicBezTo>
                    <a:pt x="34178" y="28986"/>
                    <a:pt x="34120" y="28957"/>
                    <a:pt x="34092" y="28886"/>
                  </a:cubicBezTo>
                  <a:cubicBezTo>
                    <a:pt x="34043" y="28759"/>
                    <a:pt x="34151" y="28664"/>
                    <a:pt x="34255" y="28664"/>
                  </a:cubicBezTo>
                  <a:close/>
                  <a:moveTo>
                    <a:pt x="31296" y="28807"/>
                  </a:moveTo>
                  <a:cubicBezTo>
                    <a:pt x="31341" y="28807"/>
                    <a:pt x="31386" y="28830"/>
                    <a:pt x="31407" y="28886"/>
                  </a:cubicBezTo>
                  <a:cubicBezTo>
                    <a:pt x="31447" y="28985"/>
                    <a:pt x="31363" y="29059"/>
                    <a:pt x="31282" y="29059"/>
                  </a:cubicBezTo>
                  <a:cubicBezTo>
                    <a:pt x="31236" y="29059"/>
                    <a:pt x="31190" y="29036"/>
                    <a:pt x="31169" y="28979"/>
                  </a:cubicBezTo>
                  <a:cubicBezTo>
                    <a:pt x="31130" y="28881"/>
                    <a:pt x="31214" y="28807"/>
                    <a:pt x="31296" y="28807"/>
                  </a:cubicBezTo>
                  <a:close/>
                  <a:moveTo>
                    <a:pt x="32669" y="28892"/>
                  </a:moveTo>
                  <a:cubicBezTo>
                    <a:pt x="32706" y="28892"/>
                    <a:pt x="32743" y="28911"/>
                    <a:pt x="32760" y="28957"/>
                  </a:cubicBezTo>
                  <a:cubicBezTo>
                    <a:pt x="32792" y="29037"/>
                    <a:pt x="32724" y="29097"/>
                    <a:pt x="32658" y="29097"/>
                  </a:cubicBezTo>
                  <a:cubicBezTo>
                    <a:pt x="32621" y="29097"/>
                    <a:pt x="32584" y="29078"/>
                    <a:pt x="32566" y="29033"/>
                  </a:cubicBezTo>
                  <a:cubicBezTo>
                    <a:pt x="32535" y="28953"/>
                    <a:pt x="32603" y="28892"/>
                    <a:pt x="32669" y="28892"/>
                  </a:cubicBezTo>
                  <a:close/>
                  <a:moveTo>
                    <a:pt x="35669" y="29047"/>
                  </a:moveTo>
                  <a:cubicBezTo>
                    <a:pt x="35780" y="29047"/>
                    <a:pt x="35841" y="29228"/>
                    <a:pt x="35739" y="29288"/>
                  </a:cubicBezTo>
                  <a:cubicBezTo>
                    <a:pt x="35709" y="29305"/>
                    <a:pt x="35681" y="29321"/>
                    <a:pt x="35653" y="29338"/>
                  </a:cubicBezTo>
                  <a:cubicBezTo>
                    <a:pt x="35617" y="29358"/>
                    <a:pt x="35586" y="29362"/>
                    <a:pt x="35546" y="29362"/>
                  </a:cubicBezTo>
                  <a:cubicBezTo>
                    <a:pt x="35540" y="29362"/>
                    <a:pt x="35533" y="29362"/>
                    <a:pt x="35527" y="29362"/>
                  </a:cubicBezTo>
                  <a:cubicBezTo>
                    <a:pt x="35427" y="29359"/>
                    <a:pt x="35372" y="29212"/>
                    <a:pt x="35439" y="29142"/>
                  </a:cubicBezTo>
                  <a:cubicBezTo>
                    <a:pt x="35474" y="29107"/>
                    <a:pt x="35503" y="29086"/>
                    <a:pt x="35551" y="29073"/>
                  </a:cubicBezTo>
                  <a:cubicBezTo>
                    <a:pt x="35580" y="29064"/>
                    <a:pt x="35613" y="29057"/>
                    <a:pt x="35644" y="29050"/>
                  </a:cubicBezTo>
                  <a:cubicBezTo>
                    <a:pt x="35653" y="29048"/>
                    <a:pt x="35661" y="29047"/>
                    <a:pt x="35669" y="29047"/>
                  </a:cubicBezTo>
                  <a:close/>
                  <a:moveTo>
                    <a:pt x="30077" y="29327"/>
                  </a:moveTo>
                  <a:cubicBezTo>
                    <a:pt x="30138" y="29327"/>
                    <a:pt x="30199" y="29366"/>
                    <a:pt x="30222" y="29426"/>
                  </a:cubicBezTo>
                  <a:lnTo>
                    <a:pt x="30248" y="29491"/>
                  </a:lnTo>
                  <a:cubicBezTo>
                    <a:pt x="30278" y="29569"/>
                    <a:pt x="30241" y="29660"/>
                    <a:pt x="30160" y="29689"/>
                  </a:cubicBezTo>
                  <a:cubicBezTo>
                    <a:pt x="30142" y="29697"/>
                    <a:pt x="30124" y="29700"/>
                    <a:pt x="30106" y="29700"/>
                  </a:cubicBezTo>
                  <a:cubicBezTo>
                    <a:pt x="30045" y="29700"/>
                    <a:pt x="29987" y="29662"/>
                    <a:pt x="29962" y="29603"/>
                  </a:cubicBezTo>
                  <a:lnTo>
                    <a:pt x="29935" y="29538"/>
                  </a:lnTo>
                  <a:cubicBezTo>
                    <a:pt x="29903" y="29460"/>
                    <a:pt x="29946" y="29368"/>
                    <a:pt x="30023" y="29338"/>
                  </a:cubicBezTo>
                  <a:cubicBezTo>
                    <a:pt x="30040" y="29331"/>
                    <a:pt x="30058" y="29327"/>
                    <a:pt x="30077" y="29327"/>
                  </a:cubicBezTo>
                  <a:close/>
                  <a:moveTo>
                    <a:pt x="31782" y="29691"/>
                  </a:moveTo>
                  <a:cubicBezTo>
                    <a:pt x="31819" y="29691"/>
                    <a:pt x="31856" y="29709"/>
                    <a:pt x="31873" y="29753"/>
                  </a:cubicBezTo>
                  <a:cubicBezTo>
                    <a:pt x="31904" y="29834"/>
                    <a:pt x="31835" y="29894"/>
                    <a:pt x="31769" y="29894"/>
                  </a:cubicBezTo>
                  <a:cubicBezTo>
                    <a:pt x="31732" y="29894"/>
                    <a:pt x="31696" y="29875"/>
                    <a:pt x="31679" y="29830"/>
                  </a:cubicBezTo>
                  <a:cubicBezTo>
                    <a:pt x="31647" y="29750"/>
                    <a:pt x="31716" y="29691"/>
                    <a:pt x="31782" y="29691"/>
                  </a:cubicBezTo>
                  <a:close/>
                  <a:moveTo>
                    <a:pt x="41247" y="29699"/>
                  </a:moveTo>
                  <a:cubicBezTo>
                    <a:pt x="41297" y="29699"/>
                    <a:pt x="41346" y="29724"/>
                    <a:pt x="41369" y="29784"/>
                  </a:cubicBezTo>
                  <a:cubicBezTo>
                    <a:pt x="41412" y="29891"/>
                    <a:pt x="41320" y="29972"/>
                    <a:pt x="41232" y="29972"/>
                  </a:cubicBezTo>
                  <a:cubicBezTo>
                    <a:pt x="41182" y="29972"/>
                    <a:pt x="41133" y="29947"/>
                    <a:pt x="41110" y="29886"/>
                  </a:cubicBezTo>
                  <a:cubicBezTo>
                    <a:pt x="41067" y="29779"/>
                    <a:pt x="41159" y="29699"/>
                    <a:pt x="41247" y="29699"/>
                  </a:cubicBezTo>
                  <a:close/>
                  <a:moveTo>
                    <a:pt x="34867" y="29916"/>
                  </a:moveTo>
                  <a:cubicBezTo>
                    <a:pt x="34935" y="29916"/>
                    <a:pt x="34988" y="29966"/>
                    <a:pt x="35009" y="30027"/>
                  </a:cubicBezTo>
                  <a:cubicBezTo>
                    <a:pt x="35042" y="30105"/>
                    <a:pt x="35025" y="30202"/>
                    <a:pt x="34921" y="30238"/>
                  </a:cubicBezTo>
                  <a:lnTo>
                    <a:pt x="34882" y="30255"/>
                  </a:lnTo>
                  <a:cubicBezTo>
                    <a:pt x="34859" y="30265"/>
                    <a:pt x="34837" y="30269"/>
                    <a:pt x="34817" y="30269"/>
                  </a:cubicBezTo>
                  <a:cubicBezTo>
                    <a:pt x="34660" y="30269"/>
                    <a:pt x="34580" y="30006"/>
                    <a:pt x="34759" y="29944"/>
                  </a:cubicBezTo>
                  <a:lnTo>
                    <a:pt x="34801" y="29930"/>
                  </a:lnTo>
                  <a:cubicBezTo>
                    <a:pt x="34824" y="29920"/>
                    <a:pt x="34846" y="29916"/>
                    <a:pt x="34867" y="29916"/>
                  </a:cubicBezTo>
                  <a:close/>
                  <a:moveTo>
                    <a:pt x="40176" y="30015"/>
                  </a:moveTo>
                  <a:cubicBezTo>
                    <a:pt x="40197" y="30015"/>
                    <a:pt x="40219" y="30019"/>
                    <a:pt x="40240" y="30028"/>
                  </a:cubicBezTo>
                  <a:cubicBezTo>
                    <a:pt x="40321" y="30065"/>
                    <a:pt x="40355" y="30161"/>
                    <a:pt x="40324" y="30242"/>
                  </a:cubicBezTo>
                  <a:cubicBezTo>
                    <a:pt x="40311" y="30273"/>
                    <a:pt x="40298" y="30304"/>
                    <a:pt x="40285" y="30334"/>
                  </a:cubicBezTo>
                  <a:cubicBezTo>
                    <a:pt x="40261" y="30397"/>
                    <a:pt x="40198" y="30432"/>
                    <a:pt x="40133" y="30432"/>
                  </a:cubicBezTo>
                  <a:cubicBezTo>
                    <a:pt x="40111" y="30432"/>
                    <a:pt x="40089" y="30428"/>
                    <a:pt x="40068" y="30419"/>
                  </a:cubicBezTo>
                  <a:cubicBezTo>
                    <a:pt x="39985" y="30388"/>
                    <a:pt x="39945" y="30280"/>
                    <a:pt x="39983" y="30202"/>
                  </a:cubicBezTo>
                  <a:lnTo>
                    <a:pt x="40026" y="30112"/>
                  </a:lnTo>
                  <a:cubicBezTo>
                    <a:pt x="40054" y="30052"/>
                    <a:pt x="40113" y="30015"/>
                    <a:pt x="40176" y="30015"/>
                  </a:cubicBezTo>
                  <a:close/>
                  <a:moveTo>
                    <a:pt x="38051" y="27003"/>
                  </a:moveTo>
                  <a:cubicBezTo>
                    <a:pt x="38768" y="27003"/>
                    <a:pt x="39425" y="27603"/>
                    <a:pt x="39611" y="28342"/>
                  </a:cubicBezTo>
                  <a:cubicBezTo>
                    <a:pt x="39864" y="29346"/>
                    <a:pt x="39312" y="30875"/>
                    <a:pt x="38270" y="31238"/>
                  </a:cubicBezTo>
                  <a:cubicBezTo>
                    <a:pt x="38101" y="31297"/>
                    <a:pt x="37934" y="31324"/>
                    <a:pt x="37772" y="31324"/>
                  </a:cubicBezTo>
                  <a:cubicBezTo>
                    <a:pt x="36918" y="31324"/>
                    <a:pt x="36193" y="30574"/>
                    <a:pt x="36034" y="29735"/>
                  </a:cubicBezTo>
                  <a:cubicBezTo>
                    <a:pt x="35833" y="28680"/>
                    <a:pt x="36322" y="27259"/>
                    <a:pt x="37503" y="27075"/>
                  </a:cubicBezTo>
                  <a:cubicBezTo>
                    <a:pt x="37513" y="27073"/>
                    <a:pt x="37522" y="27072"/>
                    <a:pt x="37530" y="27072"/>
                  </a:cubicBezTo>
                  <a:cubicBezTo>
                    <a:pt x="37552" y="27072"/>
                    <a:pt x="37571" y="27079"/>
                    <a:pt x="37588" y="27089"/>
                  </a:cubicBezTo>
                  <a:cubicBezTo>
                    <a:pt x="37743" y="27030"/>
                    <a:pt x="37898" y="27003"/>
                    <a:pt x="38051" y="27003"/>
                  </a:cubicBezTo>
                  <a:close/>
                  <a:moveTo>
                    <a:pt x="35056" y="30987"/>
                  </a:moveTo>
                  <a:cubicBezTo>
                    <a:pt x="35185" y="30987"/>
                    <a:pt x="35315" y="31008"/>
                    <a:pt x="35443" y="31048"/>
                  </a:cubicBezTo>
                  <a:cubicBezTo>
                    <a:pt x="35445" y="31048"/>
                    <a:pt x="35447" y="31048"/>
                    <a:pt x="35449" y="31048"/>
                  </a:cubicBezTo>
                  <a:cubicBezTo>
                    <a:pt x="35475" y="31048"/>
                    <a:pt x="35498" y="31057"/>
                    <a:pt x="35517" y="31074"/>
                  </a:cubicBezTo>
                  <a:cubicBezTo>
                    <a:pt x="35518" y="31074"/>
                    <a:pt x="35521" y="31074"/>
                    <a:pt x="35524" y="31075"/>
                  </a:cubicBezTo>
                  <a:cubicBezTo>
                    <a:pt x="35551" y="31085"/>
                    <a:pt x="35555" y="31111"/>
                    <a:pt x="35546" y="31131"/>
                  </a:cubicBezTo>
                  <a:cubicBezTo>
                    <a:pt x="35549" y="31152"/>
                    <a:pt x="35544" y="31174"/>
                    <a:pt x="35528" y="31196"/>
                  </a:cubicBezTo>
                  <a:cubicBezTo>
                    <a:pt x="35369" y="31413"/>
                    <a:pt x="35087" y="31510"/>
                    <a:pt x="34810" y="31510"/>
                  </a:cubicBezTo>
                  <a:cubicBezTo>
                    <a:pt x="34645" y="31510"/>
                    <a:pt x="34482" y="31476"/>
                    <a:pt x="34348" y="31411"/>
                  </a:cubicBezTo>
                  <a:cubicBezTo>
                    <a:pt x="34281" y="31380"/>
                    <a:pt x="34274" y="31292"/>
                    <a:pt x="34331" y="31247"/>
                  </a:cubicBezTo>
                  <a:cubicBezTo>
                    <a:pt x="34545" y="31071"/>
                    <a:pt x="34797" y="30987"/>
                    <a:pt x="35056" y="30987"/>
                  </a:cubicBezTo>
                  <a:close/>
                  <a:moveTo>
                    <a:pt x="33103" y="31354"/>
                  </a:moveTo>
                  <a:cubicBezTo>
                    <a:pt x="33138" y="31354"/>
                    <a:pt x="33172" y="31372"/>
                    <a:pt x="33188" y="31414"/>
                  </a:cubicBezTo>
                  <a:cubicBezTo>
                    <a:pt x="33216" y="31487"/>
                    <a:pt x="33154" y="31542"/>
                    <a:pt x="33093" y="31542"/>
                  </a:cubicBezTo>
                  <a:cubicBezTo>
                    <a:pt x="33059" y="31542"/>
                    <a:pt x="33025" y="31524"/>
                    <a:pt x="33008" y="31482"/>
                  </a:cubicBezTo>
                  <a:cubicBezTo>
                    <a:pt x="32980" y="31409"/>
                    <a:pt x="33043" y="31354"/>
                    <a:pt x="33103" y="31354"/>
                  </a:cubicBezTo>
                  <a:close/>
                  <a:moveTo>
                    <a:pt x="38663" y="31581"/>
                  </a:moveTo>
                  <a:cubicBezTo>
                    <a:pt x="38696" y="31581"/>
                    <a:pt x="38728" y="31598"/>
                    <a:pt x="38743" y="31636"/>
                  </a:cubicBezTo>
                  <a:cubicBezTo>
                    <a:pt x="38771" y="31705"/>
                    <a:pt x="38711" y="31757"/>
                    <a:pt x="38654" y="31757"/>
                  </a:cubicBezTo>
                  <a:cubicBezTo>
                    <a:pt x="38622" y="31757"/>
                    <a:pt x="38590" y="31741"/>
                    <a:pt x="38575" y="31702"/>
                  </a:cubicBezTo>
                  <a:cubicBezTo>
                    <a:pt x="38548" y="31633"/>
                    <a:pt x="38606" y="31581"/>
                    <a:pt x="38663" y="31581"/>
                  </a:cubicBezTo>
                  <a:close/>
                  <a:moveTo>
                    <a:pt x="36487" y="31713"/>
                  </a:moveTo>
                  <a:cubicBezTo>
                    <a:pt x="36537" y="31713"/>
                    <a:pt x="36585" y="31738"/>
                    <a:pt x="36608" y="31798"/>
                  </a:cubicBezTo>
                  <a:cubicBezTo>
                    <a:pt x="36650" y="31904"/>
                    <a:pt x="36560" y="31984"/>
                    <a:pt x="36472" y="31984"/>
                  </a:cubicBezTo>
                  <a:cubicBezTo>
                    <a:pt x="36422" y="31984"/>
                    <a:pt x="36373" y="31959"/>
                    <a:pt x="36350" y="31899"/>
                  </a:cubicBezTo>
                  <a:cubicBezTo>
                    <a:pt x="36308" y="31793"/>
                    <a:pt x="36399" y="31713"/>
                    <a:pt x="36487" y="31713"/>
                  </a:cubicBezTo>
                  <a:close/>
                  <a:moveTo>
                    <a:pt x="8879" y="1"/>
                  </a:moveTo>
                  <a:cubicBezTo>
                    <a:pt x="7182" y="1"/>
                    <a:pt x="5492" y="368"/>
                    <a:pt x="3906" y="953"/>
                  </a:cubicBezTo>
                  <a:cubicBezTo>
                    <a:pt x="2482" y="1479"/>
                    <a:pt x="358" y="2254"/>
                    <a:pt x="1" y="3932"/>
                  </a:cubicBezTo>
                  <a:cubicBezTo>
                    <a:pt x="15" y="3947"/>
                    <a:pt x="24" y="3963"/>
                    <a:pt x="31" y="3987"/>
                  </a:cubicBezTo>
                  <a:cubicBezTo>
                    <a:pt x="324" y="5044"/>
                    <a:pt x="603" y="6109"/>
                    <a:pt x="880" y="7171"/>
                  </a:cubicBezTo>
                  <a:cubicBezTo>
                    <a:pt x="1425" y="9269"/>
                    <a:pt x="1859" y="11444"/>
                    <a:pt x="2566" y="13495"/>
                  </a:cubicBezTo>
                  <a:cubicBezTo>
                    <a:pt x="3189" y="15304"/>
                    <a:pt x="4459" y="16645"/>
                    <a:pt x="6153" y="17512"/>
                  </a:cubicBezTo>
                  <a:cubicBezTo>
                    <a:pt x="9398" y="19173"/>
                    <a:pt x="13091" y="18960"/>
                    <a:pt x="16593" y="19543"/>
                  </a:cubicBezTo>
                  <a:cubicBezTo>
                    <a:pt x="18280" y="19823"/>
                    <a:pt x="19931" y="20321"/>
                    <a:pt x="21385" y="21235"/>
                  </a:cubicBezTo>
                  <a:cubicBezTo>
                    <a:pt x="22737" y="22087"/>
                    <a:pt x="23888" y="23216"/>
                    <a:pt x="24952" y="24396"/>
                  </a:cubicBezTo>
                  <a:cubicBezTo>
                    <a:pt x="25469" y="24969"/>
                    <a:pt x="25972" y="25566"/>
                    <a:pt x="26480" y="26166"/>
                  </a:cubicBezTo>
                  <a:cubicBezTo>
                    <a:pt x="26454" y="26099"/>
                    <a:pt x="26505" y="26005"/>
                    <a:pt x="26584" y="26005"/>
                  </a:cubicBezTo>
                  <a:cubicBezTo>
                    <a:pt x="26591" y="26005"/>
                    <a:pt x="26599" y="26006"/>
                    <a:pt x="26607" y="26008"/>
                  </a:cubicBezTo>
                  <a:cubicBezTo>
                    <a:pt x="26677" y="26023"/>
                    <a:pt x="26726" y="26037"/>
                    <a:pt x="26776" y="26090"/>
                  </a:cubicBezTo>
                  <a:cubicBezTo>
                    <a:pt x="26835" y="26154"/>
                    <a:pt x="26779" y="26281"/>
                    <a:pt x="26692" y="26281"/>
                  </a:cubicBezTo>
                  <a:cubicBezTo>
                    <a:pt x="26624" y="26281"/>
                    <a:pt x="26580" y="26259"/>
                    <a:pt x="26528" y="26222"/>
                  </a:cubicBezTo>
                  <a:lnTo>
                    <a:pt x="26528" y="26222"/>
                  </a:lnTo>
                  <a:cubicBezTo>
                    <a:pt x="28196" y="28199"/>
                    <a:pt x="29898" y="30190"/>
                    <a:pt x="32222" y="31371"/>
                  </a:cubicBezTo>
                  <a:cubicBezTo>
                    <a:pt x="33570" y="32058"/>
                    <a:pt x="35074" y="32409"/>
                    <a:pt x="36584" y="32409"/>
                  </a:cubicBezTo>
                  <a:cubicBezTo>
                    <a:pt x="36929" y="32409"/>
                    <a:pt x="37274" y="32390"/>
                    <a:pt x="37618" y="32354"/>
                  </a:cubicBezTo>
                  <a:cubicBezTo>
                    <a:pt x="39424" y="32161"/>
                    <a:pt x="41572" y="31454"/>
                    <a:pt x="41967" y="29439"/>
                  </a:cubicBezTo>
                  <a:cubicBezTo>
                    <a:pt x="42316" y="27663"/>
                    <a:pt x="41313" y="25978"/>
                    <a:pt x="39996" y="24874"/>
                  </a:cubicBezTo>
                  <a:cubicBezTo>
                    <a:pt x="38504" y="23621"/>
                    <a:pt x="36649" y="22826"/>
                    <a:pt x="34948" y="21901"/>
                  </a:cubicBezTo>
                  <a:cubicBezTo>
                    <a:pt x="31634" y="20101"/>
                    <a:pt x="28343" y="18133"/>
                    <a:pt x="25644" y="15466"/>
                  </a:cubicBezTo>
                  <a:cubicBezTo>
                    <a:pt x="22712" y="12566"/>
                    <a:pt x="20969" y="8827"/>
                    <a:pt x="18503" y="5573"/>
                  </a:cubicBezTo>
                  <a:cubicBezTo>
                    <a:pt x="16248" y="2594"/>
                    <a:pt x="13265" y="185"/>
                    <a:pt x="9395" y="12"/>
                  </a:cubicBezTo>
                  <a:cubicBezTo>
                    <a:pt x="9223" y="4"/>
                    <a:pt x="9051" y="1"/>
                    <a:pt x="887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32" name="Google Shape;2332;p16"/>
            <p:cNvSpPr/>
            <p:nvPr/>
          </p:nvSpPr>
          <p:spPr>
            <a:xfrm>
              <a:off x="9101160" y="4899240"/>
              <a:ext cx="10800" cy="8640"/>
            </a:xfrm>
            <a:custGeom>
              <a:rect b="b" l="l" r="r" t="t"/>
              <a:pathLst>
                <a:path extrusionOk="0" h="177" w="224">
                  <a:moveTo>
                    <a:pt x="116" y="0"/>
                  </a:moveTo>
                  <a:cubicBezTo>
                    <a:pt x="59" y="0"/>
                    <a:pt x="1" y="52"/>
                    <a:pt x="28" y="121"/>
                  </a:cubicBezTo>
                  <a:cubicBezTo>
                    <a:pt x="43" y="160"/>
                    <a:pt x="75" y="176"/>
                    <a:pt x="107" y="176"/>
                  </a:cubicBezTo>
                  <a:cubicBezTo>
                    <a:pt x="164" y="176"/>
                    <a:pt x="224" y="124"/>
                    <a:pt x="196" y="55"/>
                  </a:cubicBezTo>
                  <a:cubicBezTo>
                    <a:pt x="181" y="17"/>
                    <a:pt x="149" y="0"/>
                    <a:pt x="1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300" lIns="91425" spcFirstLastPara="1" rIns="91425" wrap="square" tIns="4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33" name="Google Shape;2333;p16"/>
            <p:cNvSpPr/>
            <p:nvPr/>
          </p:nvSpPr>
          <p:spPr>
            <a:xfrm>
              <a:off x="8964360" y="4668480"/>
              <a:ext cx="203041" cy="217443"/>
            </a:xfrm>
            <a:custGeom>
              <a:rect b="b" l="l" r="r" t="t"/>
              <a:pathLst>
                <a:path extrusionOk="0" h="4324" w="4036">
                  <a:moveTo>
                    <a:pt x="2155" y="265"/>
                  </a:moveTo>
                  <a:cubicBezTo>
                    <a:pt x="2891" y="265"/>
                    <a:pt x="3479" y="882"/>
                    <a:pt x="3562" y="1685"/>
                  </a:cubicBezTo>
                  <a:cubicBezTo>
                    <a:pt x="3641" y="2466"/>
                    <a:pt x="3178" y="3634"/>
                    <a:pt x="2407" y="3950"/>
                  </a:cubicBezTo>
                  <a:cubicBezTo>
                    <a:pt x="2246" y="4016"/>
                    <a:pt x="2088" y="4046"/>
                    <a:pt x="1936" y="4046"/>
                  </a:cubicBezTo>
                  <a:cubicBezTo>
                    <a:pt x="1173" y="4046"/>
                    <a:pt x="558" y="3288"/>
                    <a:pt x="461" y="2544"/>
                  </a:cubicBezTo>
                  <a:cubicBezTo>
                    <a:pt x="354" y="1709"/>
                    <a:pt x="707" y="687"/>
                    <a:pt x="1538" y="383"/>
                  </a:cubicBezTo>
                  <a:cubicBezTo>
                    <a:pt x="1548" y="385"/>
                    <a:pt x="1558" y="387"/>
                    <a:pt x="1568" y="387"/>
                  </a:cubicBezTo>
                  <a:cubicBezTo>
                    <a:pt x="1578" y="387"/>
                    <a:pt x="1589" y="385"/>
                    <a:pt x="1599" y="380"/>
                  </a:cubicBezTo>
                  <a:cubicBezTo>
                    <a:pt x="1790" y="301"/>
                    <a:pt x="1977" y="265"/>
                    <a:pt x="2155" y="265"/>
                  </a:cubicBezTo>
                  <a:close/>
                  <a:moveTo>
                    <a:pt x="2220" y="0"/>
                  </a:moveTo>
                  <a:cubicBezTo>
                    <a:pt x="2067" y="0"/>
                    <a:pt x="1911" y="28"/>
                    <a:pt x="1757" y="87"/>
                  </a:cubicBezTo>
                  <a:cubicBezTo>
                    <a:pt x="1740" y="77"/>
                    <a:pt x="1720" y="70"/>
                    <a:pt x="1696" y="70"/>
                  </a:cubicBezTo>
                  <a:cubicBezTo>
                    <a:pt x="1688" y="70"/>
                    <a:pt x="1680" y="71"/>
                    <a:pt x="1672" y="72"/>
                  </a:cubicBezTo>
                  <a:cubicBezTo>
                    <a:pt x="490" y="258"/>
                    <a:pt x="1" y="1678"/>
                    <a:pt x="204" y="2731"/>
                  </a:cubicBezTo>
                  <a:cubicBezTo>
                    <a:pt x="364" y="3573"/>
                    <a:pt x="1089" y="4323"/>
                    <a:pt x="1943" y="4323"/>
                  </a:cubicBezTo>
                  <a:cubicBezTo>
                    <a:pt x="2105" y="4323"/>
                    <a:pt x="2272" y="4296"/>
                    <a:pt x="2441" y="4237"/>
                  </a:cubicBezTo>
                  <a:cubicBezTo>
                    <a:pt x="3481" y="3874"/>
                    <a:pt x="4035" y="2345"/>
                    <a:pt x="3782" y="1341"/>
                  </a:cubicBezTo>
                  <a:cubicBezTo>
                    <a:pt x="3596" y="602"/>
                    <a:pt x="2939" y="0"/>
                    <a:pt x="22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34" name="Google Shape;2334;p16"/>
            <p:cNvSpPr/>
            <p:nvPr/>
          </p:nvSpPr>
          <p:spPr>
            <a:xfrm>
              <a:off x="8988480" y="4905720"/>
              <a:ext cx="16920" cy="13320"/>
            </a:xfrm>
            <a:custGeom>
              <a:rect b="b" l="l" r="r" t="t"/>
              <a:pathLst>
                <a:path extrusionOk="0" h="273" w="342">
                  <a:moveTo>
                    <a:pt x="179" y="1"/>
                  </a:moveTo>
                  <a:cubicBezTo>
                    <a:pt x="91" y="1"/>
                    <a:pt x="0" y="81"/>
                    <a:pt x="42" y="187"/>
                  </a:cubicBezTo>
                  <a:cubicBezTo>
                    <a:pt x="65" y="247"/>
                    <a:pt x="113" y="272"/>
                    <a:pt x="163" y="272"/>
                  </a:cubicBezTo>
                  <a:cubicBezTo>
                    <a:pt x="250" y="272"/>
                    <a:pt x="342" y="192"/>
                    <a:pt x="300" y="86"/>
                  </a:cubicBezTo>
                  <a:cubicBezTo>
                    <a:pt x="277" y="26"/>
                    <a:pt x="229" y="1"/>
                    <a:pt x="1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825" lIns="91425" spcFirstLastPara="1" rIns="91425" wrap="square" tIns="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35" name="Google Shape;2335;p16"/>
            <p:cNvSpPr/>
            <p:nvPr/>
          </p:nvSpPr>
          <p:spPr>
            <a:xfrm>
              <a:off x="9171720" y="4820400"/>
              <a:ext cx="20520" cy="20520"/>
            </a:xfrm>
            <a:custGeom>
              <a:rect b="b" l="l" r="r" t="t"/>
              <a:pathLst>
                <a:path extrusionOk="0" h="418" w="412">
                  <a:moveTo>
                    <a:pt x="231" y="0"/>
                  </a:moveTo>
                  <a:cubicBezTo>
                    <a:pt x="168" y="0"/>
                    <a:pt x="108" y="38"/>
                    <a:pt x="80" y="98"/>
                  </a:cubicBezTo>
                  <a:lnTo>
                    <a:pt x="37" y="188"/>
                  </a:lnTo>
                  <a:cubicBezTo>
                    <a:pt x="0" y="266"/>
                    <a:pt x="41" y="374"/>
                    <a:pt x="122" y="405"/>
                  </a:cubicBezTo>
                  <a:cubicBezTo>
                    <a:pt x="143" y="414"/>
                    <a:pt x="165" y="418"/>
                    <a:pt x="187" y="418"/>
                  </a:cubicBezTo>
                  <a:cubicBezTo>
                    <a:pt x="252" y="418"/>
                    <a:pt x="314" y="383"/>
                    <a:pt x="340" y="320"/>
                  </a:cubicBezTo>
                  <a:cubicBezTo>
                    <a:pt x="353" y="290"/>
                    <a:pt x="366" y="259"/>
                    <a:pt x="377" y="228"/>
                  </a:cubicBezTo>
                  <a:cubicBezTo>
                    <a:pt x="411" y="147"/>
                    <a:pt x="376" y="51"/>
                    <a:pt x="295" y="14"/>
                  </a:cubicBezTo>
                  <a:cubicBezTo>
                    <a:pt x="274" y="5"/>
                    <a:pt x="252" y="0"/>
                    <a:pt x="2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0425" lIns="91425" spcFirstLastPara="1" rIns="91425" wrap="square" tIns="10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36" name="Google Shape;2336;p16"/>
            <p:cNvSpPr/>
            <p:nvPr/>
          </p:nvSpPr>
          <p:spPr>
            <a:xfrm>
              <a:off x="9228240" y="4804200"/>
              <a:ext cx="16920" cy="13320"/>
            </a:xfrm>
            <a:custGeom>
              <a:rect b="b" l="l" r="r" t="t"/>
              <a:pathLst>
                <a:path extrusionOk="0" h="274" w="346">
                  <a:moveTo>
                    <a:pt x="180" y="1"/>
                  </a:moveTo>
                  <a:cubicBezTo>
                    <a:pt x="92" y="1"/>
                    <a:pt x="0" y="81"/>
                    <a:pt x="43" y="188"/>
                  </a:cubicBezTo>
                  <a:cubicBezTo>
                    <a:pt x="66" y="248"/>
                    <a:pt x="115" y="273"/>
                    <a:pt x="165" y="273"/>
                  </a:cubicBezTo>
                  <a:cubicBezTo>
                    <a:pt x="253" y="273"/>
                    <a:pt x="345" y="193"/>
                    <a:pt x="302" y="86"/>
                  </a:cubicBezTo>
                  <a:cubicBezTo>
                    <a:pt x="279" y="26"/>
                    <a:pt x="230" y="1"/>
                    <a:pt x="1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825" lIns="91425" spcFirstLastPara="1" rIns="91425" wrap="square" tIns="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37" name="Google Shape;2337;p16"/>
            <p:cNvSpPr/>
            <p:nvPr/>
          </p:nvSpPr>
          <p:spPr>
            <a:xfrm>
              <a:off x="8993160" y="4698000"/>
              <a:ext cx="147958" cy="137160"/>
            </a:xfrm>
            <a:custGeom>
              <a:rect b="b" l="l" r="r" t="t"/>
              <a:pathLst>
                <a:path extrusionOk="0" h="2732" w="2944">
                  <a:moveTo>
                    <a:pt x="1869" y="1737"/>
                  </a:moveTo>
                  <a:lnTo>
                    <a:pt x="1869" y="1737"/>
                  </a:lnTo>
                  <a:cubicBezTo>
                    <a:pt x="1804" y="1821"/>
                    <a:pt x="1703" y="1883"/>
                    <a:pt x="1578" y="1883"/>
                  </a:cubicBezTo>
                  <a:cubicBezTo>
                    <a:pt x="1546" y="1883"/>
                    <a:pt x="1512" y="1879"/>
                    <a:pt x="1477" y="1870"/>
                  </a:cubicBezTo>
                  <a:cubicBezTo>
                    <a:pt x="1422" y="1856"/>
                    <a:pt x="1372" y="1833"/>
                    <a:pt x="1331" y="1805"/>
                  </a:cubicBezTo>
                  <a:lnTo>
                    <a:pt x="1331" y="1805"/>
                  </a:lnTo>
                  <a:cubicBezTo>
                    <a:pt x="1365" y="1820"/>
                    <a:pt x="1399" y="1836"/>
                    <a:pt x="1440" y="1843"/>
                  </a:cubicBezTo>
                  <a:cubicBezTo>
                    <a:pt x="1468" y="1848"/>
                    <a:pt x="1494" y="1850"/>
                    <a:pt x="1519" y="1850"/>
                  </a:cubicBezTo>
                  <a:cubicBezTo>
                    <a:pt x="1594" y="1850"/>
                    <a:pt x="1658" y="1830"/>
                    <a:pt x="1712" y="1795"/>
                  </a:cubicBezTo>
                  <a:cubicBezTo>
                    <a:pt x="1767" y="1781"/>
                    <a:pt x="1820" y="1761"/>
                    <a:pt x="1869" y="1737"/>
                  </a:cubicBezTo>
                  <a:close/>
                  <a:moveTo>
                    <a:pt x="1771" y="0"/>
                  </a:moveTo>
                  <a:cubicBezTo>
                    <a:pt x="1637" y="0"/>
                    <a:pt x="1501" y="20"/>
                    <a:pt x="1385" y="49"/>
                  </a:cubicBezTo>
                  <a:cubicBezTo>
                    <a:pt x="893" y="169"/>
                    <a:pt x="440" y="532"/>
                    <a:pt x="274" y="1021"/>
                  </a:cubicBezTo>
                  <a:cubicBezTo>
                    <a:pt x="0" y="1835"/>
                    <a:pt x="617" y="2732"/>
                    <a:pt x="1426" y="2732"/>
                  </a:cubicBezTo>
                  <a:cubicBezTo>
                    <a:pt x="1561" y="2732"/>
                    <a:pt x="1701" y="2707"/>
                    <a:pt x="1844" y="2652"/>
                  </a:cubicBezTo>
                  <a:cubicBezTo>
                    <a:pt x="2652" y="2343"/>
                    <a:pt x="2944" y="1164"/>
                    <a:pt x="2428" y="508"/>
                  </a:cubicBezTo>
                  <a:cubicBezTo>
                    <a:pt x="2445" y="490"/>
                    <a:pt x="2455" y="468"/>
                    <a:pt x="2449" y="444"/>
                  </a:cubicBezTo>
                  <a:cubicBezTo>
                    <a:pt x="2389" y="106"/>
                    <a:pt x="2082" y="0"/>
                    <a:pt x="17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8750" lIns="91425" spcFirstLastPara="1" rIns="91425" wrap="square" tIns="68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38" name="Google Shape;2338;p16"/>
            <p:cNvSpPr/>
            <p:nvPr/>
          </p:nvSpPr>
          <p:spPr>
            <a:xfrm>
              <a:off x="8885880" y="4869360"/>
              <a:ext cx="64081" cy="25920"/>
            </a:xfrm>
            <a:custGeom>
              <a:rect b="b" l="l" r="r" t="t"/>
              <a:pathLst>
                <a:path extrusionOk="0" h="524" w="1282">
                  <a:moveTo>
                    <a:pt x="891" y="113"/>
                  </a:moveTo>
                  <a:cubicBezTo>
                    <a:pt x="944" y="113"/>
                    <a:pt x="998" y="117"/>
                    <a:pt x="1051" y="126"/>
                  </a:cubicBezTo>
                  <a:cubicBezTo>
                    <a:pt x="861" y="242"/>
                    <a:pt x="682" y="319"/>
                    <a:pt x="484" y="319"/>
                  </a:cubicBezTo>
                  <a:cubicBezTo>
                    <a:pt x="429" y="319"/>
                    <a:pt x="373" y="313"/>
                    <a:pt x="314" y="300"/>
                  </a:cubicBezTo>
                  <a:cubicBezTo>
                    <a:pt x="484" y="180"/>
                    <a:pt x="685" y="113"/>
                    <a:pt x="891" y="113"/>
                  </a:cubicBezTo>
                  <a:close/>
                  <a:moveTo>
                    <a:pt x="783" y="0"/>
                  </a:moveTo>
                  <a:cubicBezTo>
                    <a:pt x="524" y="0"/>
                    <a:pt x="272" y="85"/>
                    <a:pt x="58" y="261"/>
                  </a:cubicBezTo>
                  <a:cubicBezTo>
                    <a:pt x="1" y="306"/>
                    <a:pt x="9" y="394"/>
                    <a:pt x="75" y="425"/>
                  </a:cubicBezTo>
                  <a:cubicBezTo>
                    <a:pt x="210" y="489"/>
                    <a:pt x="373" y="523"/>
                    <a:pt x="538" y="523"/>
                  </a:cubicBezTo>
                  <a:cubicBezTo>
                    <a:pt x="815" y="523"/>
                    <a:pt x="1097" y="426"/>
                    <a:pt x="1255" y="210"/>
                  </a:cubicBezTo>
                  <a:cubicBezTo>
                    <a:pt x="1271" y="187"/>
                    <a:pt x="1276" y="163"/>
                    <a:pt x="1275" y="145"/>
                  </a:cubicBezTo>
                  <a:cubicBezTo>
                    <a:pt x="1282" y="122"/>
                    <a:pt x="1278" y="99"/>
                    <a:pt x="1251" y="89"/>
                  </a:cubicBezTo>
                  <a:cubicBezTo>
                    <a:pt x="1249" y="89"/>
                    <a:pt x="1248" y="89"/>
                    <a:pt x="1244" y="86"/>
                  </a:cubicBezTo>
                  <a:cubicBezTo>
                    <a:pt x="1226" y="71"/>
                    <a:pt x="1206" y="61"/>
                    <a:pt x="1183" y="61"/>
                  </a:cubicBezTo>
                  <a:cubicBezTo>
                    <a:pt x="1179" y="61"/>
                    <a:pt x="1174" y="62"/>
                    <a:pt x="1170" y="62"/>
                  </a:cubicBezTo>
                  <a:cubicBezTo>
                    <a:pt x="1042" y="21"/>
                    <a:pt x="912" y="0"/>
                    <a:pt x="7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950" lIns="91425" spcFirstLastPara="1" rIns="91425" wrap="square" tIns="12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39" name="Google Shape;2339;p16"/>
            <p:cNvSpPr/>
            <p:nvPr/>
          </p:nvSpPr>
          <p:spPr>
            <a:xfrm>
              <a:off x="9216720" y="4745160"/>
              <a:ext cx="15480" cy="12600"/>
            </a:xfrm>
            <a:custGeom>
              <a:rect b="b" l="l" r="r" t="t"/>
              <a:pathLst>
                <a:path extrusionOk="0" h="254" w="318">
                  <a:moveTo>
                    <a:pt x="165" y="1"/>
                  </a:moveTo>
                  <a:cubicBezTo>
                    <a:pt x="84" y="1"/>
                    <a:pt x="0" y="75"/>
                    <a:pt x="40" y="175"/>
                  </a:cubicBezTo>
                  <a:cubicBezTo>
                    <a:pt x="62" y="230"/>
                    <a:pt x="106" y="253"/>
                    <a:pt x="152" y="253"/>
                  </a:cubicBezTo>
                  <a:cubicBezTo>
                    <a:pt x="233" y="253"/>
                    <a:pt x="317" y="179"/>
                    <a:pt x="278" y="81"/>
                  </a:cubicBezTo>
                  <a:cubicBezTo>
                    <a:pt x="256" y="25"/>
                    <a:pt x="211" y="1"/>
                    <a:pt x="1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475" lIns="91425" spcFirstLastPara="1" rIns="91425" wrap="square" tIns="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40" name="Google Shape;2340;p16"/>
            <p:cNvSpPr/>
            <p:nvPr/>
          </p:nvSpPr>
          <p:spPr>
            <a:xfrm>
              <a:off x="8820720" y="4887720"/>
              <a:ext cx="11520" cy="9000"/>
            </a:xfrm>
            <a:custGeom>
              <a:rect b="b" l="l" r="r" t="t"/>
              <a:pathLst>
                <a:path extrusionOk="0" h="188" w="237">
                  <a:moveTo>
                    <a:pt x="123" y="0"/>
                  </a:moveTo>
                  <a:cubicBezTo>
                    <a:pt x="63" y="0"/>
                    <a:pt x="0" y="55"/>
                    <a:pt x="28" y="128"/>
                  </a:cubicBezTo>
                  <a:cubicBezTo>
                    <a:pt x="45" y="170"/>
                    <a:pt x="80" y="187"/>
                    <a:pt x="114" y="187"/>
                  </a:cubicBezTo>
                  <a:cubicBezTo>
                    <a:pt x="175" y="187"/>
                    <a:pt x="236" y="133"/>
                    <a:pt x="208" y="60"/>
                  </a:cubicBezTo>
                  <a:cubicBezTo>
                    <a:pt x="192" y="18"/>
                    <a:pt x="158" y="0"/>
                    <a:pt x="1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41" name="Google Shape;2341;p16"/>
            <p:cNvSpPr/>
            <p:nvPr/>
          </p:nvSpPr>
          <p:spPr>
            <a:xfrm>
              <a:off x="9174960" y="4718880"/>
              <a:ext cx="22679" cy="15840"/>
            </a:xfrm>
            <a:custGeom>
              <a:rect b="b" l="l" r="r" t="t"/>
              <a:pathLst>
                <a:path extrusionOk="0" h="322" w="455">
                  <a:moveTo>
                    <a:pt x="177" y="1"/>
                  </a:moveTo>
                  <a:cubicBezTo>
                    <a:pt x="67" y="1"/>
                    <a:pt x="1" y="179"/>
                    <a:pt x="104" y="243"/>
                  </a:cubicBezTo>
                  <a:cubicBezTo>
                    <a:pt x="130" y="259"/>
                    <a:pt x="158" y="277"/>
                    <a:pt x="185" y="293"/>
                  </a:cubicBezTo>
                  <a:cubicBezTo>
                    <a:pt x="215" y="311"/>
                    <a:pt x="248" y="321"/>
                    <a:pt x="281" y="321"/>
                  </a:cubicBezTo>
                  <a:cubicBezTo>
                    <a:pt x="335" y="321"/>
                    <a:pt x="386" y="294"/>
                    <a:pt x="412" y="236"/>
                  </a:cubicBezTo>
                  <a:cubicBezTo>
                    <a:pt x="454" y="144"/>
                    <a:pt x="390" y="58"/>
                    <a:pt x="300" y="32"/>
                  </a:cubicBezTo>
                  <a:cubicBezTo>
                    <a:pt x="268" y="24"/>
                    <a:pt x="239" y="15"/>
                    <a:pt x="206" y="5"/>
                  </a:cubicBezTo>
                  <a:cubicBezTo>
                    <a:pt x="196" y="2"/>
                    <a:pt x="186" y="1"/>
                    <a:pt x="1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900" lIns="91425" spcFirstLastPara="1" rIns="91425" wrap="square" tIns="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42" name="Google Shape;2342;p16"/>
            <p:cNvSpPr/>
            <p:nvPr/>
          </p:nvSpPr>
          <p:spPr>
            <a:xfrm>
              <a:off x="8901000" y="4815360"/>
              <a:ext cx="23040" cy="17640"/>
            </a:xfrm>
            <a:custGeom>
              <a:rect b="b" l="l" r="r" t="t"/>
              <a:pathLst>
                <a:path extrusionOk="0" h="355" w="464">
                  <a:moveTo>
                    <a:pt x="289" y="0"/>
                  </a:moveTo>
                  <a:cubicBezTo>
                    <a:pt x="268" y="0"/>
                    <a:pt x="246" y="5"/>
                    <a:pt x="223" y="15"/>
                  </a:cubicBezTo>
                  <a:lnTo>
                    <a:pt x="180" y="29"/>
                  </a:lnTo>
                  <a:cubicBezTo>
                    <a:pt x="1" y="91"/>
                    <a:pt x="81" y="354"/>
                    <a:pt x="237" y="354"/>
                  </a:cubicBezTo>
                  <a:cubicBezTo>
                    <a:pt x="258" y="354"/>
                    <a:pt x="279" y="350"/>
                    <a:pt x="302" y="340"/>
                  </a:cubicBezTo>
                  <a:lnTo>
                    <a:pt x="343" y="321"/>
                  </a:lnTo>
                  <a:cubicBezTo>
                    <a:pt x="447" y="286"/>
                    <a:pt x="464" y="190"/>
                    <a:pt x="430" y="112"/>
                  </a:cubicBezTo>
                  <a:cubicBezTo>
                    <a:pt x="408" y="50"/>
                    <a:pt x="356" y="0"/>
                    <a:pt x="2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000" lIns="91425" spcFirstLastPara="1" rIns="91425" wrap="square" tIns="9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43" name="Google Shape;2343;p16"/>
            <p:cNvSpPr/>
            <p:nvPr/>
          </p:nvSpPr>
          <p:spPr>
            <a:xfrm>
              <a:off x="8941320" y="4771440"/>
              <a:ext cx="23400" cy="15840"/>
            </a:xfrm>
            <a:custGeom>
              <a:rect b="b" l="l" r="r" t="t"/>
              <a:pathLst>
                <a:path extrusionOk="0" h="319" w="470">
                  <a:moveTo>
                    <a:pt x="298" y="0"/>
                  </a:moveTo>
                  <a:cubicBezTo>
                    <a:pt x="290" y="0"/>
                    <a:pt x="282" y="1"/>
                    <a:pt x="274" y="3"/>
                  </a:cubicBezTo>
                  <a:cubicBezTo>
                    <a:pt x="241" y="11"/>
                    <a:pt x="212" y="20"/>
                    <a:pt x="179" y="27"/>
                  </a:cubicBezTo>
                  <a:cubicBezTo>
                    <a:pt x="132" y="38"/>
                    <a:pt x="104" y="60"/>
                    <a:pt x="69" y="95"/>
                  </a:cubicBezTo>
                  <a:cubicBezTo>
                    <a:pt x="1" y="166"/>
                    <a:pt x="56" y="313"/>
                    <a:pt x="155" y="318"/>
                  </a:cubicBezTo>
                  <a:cubicBezTo>
                    <a:pt x="163" y="318"/>
                    <a:pt x="171" y="318"/>
                    <a:pt x="179" y="318"/>
                  </a:cubicBezTo>
                  <a:cubicBezTo>
                    <a:pt x="216" y="318"/>
                    <a:pt x="246" y="312"/>
                    <a:pt x="283" y="292"/>
                  </a:cubicBezTo>
                  <a:cubicBezTo>
                    <a:pt x="311" y="276"/>
                    <a:pt x="339" y="261"/>
                    <a:pt x="368" y="241"/>
                  </a:cubicBezTo>
                  <a:cubicBezTo>
                    <a:pt x="469" y="182"/>
                    <a:pt x="407" y="0"/>
                    <a:pt x="2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900" lIns="91425" spcFirstLastPara="1" rIns="91425" wrap="square" tIns="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44" name="Google Shape;2344;p16"/>
            <p:cNvSpPr/>
            <p:nvPr/>
          </p:nvSpPr>
          <p:spPr>
            <a:xfrm>
              <a:off x="9157320" y="4640760"/>
              <a:ext cx="50040" cy="46800"/>
            </a:xfrm>
            <a:custGeom>
              <a:rect b="b" l="l" r="r" t="t"/>
              <a:pathLst>
                <a:path extrusionOk="0" h="934" w="1000">
                  <a:moveTo>
                    <a:pt x="357" y="175"/>
                  </a:moveTo>
                  <a:cubicBezTo>
                    <a:pt x="372" y="175"/>
                    <a:pt x="389" y="176"/>
                    <a:pt x="407" y="179"/>
                  </a:cubicBezTo>
                  <a:cubicBezTo>
                    <a:pt x="536" y="199"/>
                    <a:pt x="633" y="329"/>
                    <a:pt x="706" y="423"/>
                  </a:cubicBezTo>
                  <a:cubicBezTo>
                    <a:pt x="702" y="418"/>
                    <a:pt x="697" y="416"/>
                    <a:pt x="691" y="416"/>
                  </a:cubicBezTo>
                  <a:cubicBezTo>
                    <a:pt x="682" y="416"/>
                    <a:pt x="673" y="422"/>
                    <a:pt x="671" y="431"/>
                  </a:cubicBezTo>
                  <a:cubicBezTo>
                    <a:pt x="634" y="443"/>
                    <a:pt x="607" y="491"/>
                    <a:pt x="616" y="531"/>
                  </a:cubicBezTo>
                  <a:cubicBezTo>
                    <a:pt x="628" y="586"/>
                    <a:pt x="650" y="637"/>
                    <a:pt x="675" y="689"/>
                  </a:cubicBezTo>
                  <a:cubicBezTo>
                    <a:pt x="543" y="650"/>
                    <a:pt x="427" y="576"/>
                    <a:pt x="336" y="467"/>
                  </a:cubicBezTo>
                  <a:cubicBezTo>
                    <a:pt x="269" y="383"/>
                    <a:pt x="183" y="175"/>
                    <a:pt x="357" y="175"/>
                  </a:cubicBezTo>
                  <a:close/>
                  <a:moveTo>
                    <a:pt x="348" y="0"/>
                  </a:moveTo>
                  <a:cubicBezTo>
                    <a:pt x="222" y="0"/>
                    <a:pt x="99" y="65"/>
                    <a:pt x="59" y="191"/>
                  </a:cubicBezTo>
                  <a:cubicBezTo>
                    <a:pt x="1" y="369"/>
                    <a:pt x="131" y="560"/>
                    <a:pt x="253" y="681"/>
                  </a:cubicBezTo>
                  <a:cubicBezTo>
                    <a:pt x="414" y="840"/>
                    <a:pt x="627" y="926"/>
                    <a:pt x="852" y="933"/>
                  </a:cubicBezTo>
                  <a:cubicBezTo>
                    <a:pt x="854" y="933"/>
                    <a:pt x="857" y="933"/>
                    <a:pt x="859" y="933"/>
                  </a:cubicBezTo>
                  <a:cubicBezTo>
                    <a:pt x="950" y="933"/>
                    <a:pt x="1000" y="848"/>
                    <a:pt x="953" y="766"/>
                  </a:cubicBezTo>
                  <a:cubicBezTo>
                    <a:pt x="895" y="665"/>
                    <a:pt x="837" y="565"/>
                    <a:pt x="754" y="480"/>
                  </a:cubicBezTo>
                  <a:cubicBezTo>
                    <a:pt x="762" y="478"/>
                    <a:pt x="767" y="478"/>
                    <a:pt x="774" y="477"/>
                  </a:cubicBezTo>
                  <a:cubicBezTo>
                    <a:pt x="788" y="471"/>
                    <a:pt x="798" y="457"/>
                    <a:pt x="801" y="443"/>
                  </a:cubicBezTo>
                  <a:cubicBezTo>
                    <a:pt x="825" y="270"/>
                    <a:pt x="607" y="62"/>
                    <a:pt x="454" y="16"/>
                  </a:cubicBezTo>
                  <a:cubicBezTo>
                    <a:pt x="420" y="6"/>
                    <a:pt x="384" y="0"/>
                    <a:pt x="3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3400" lIns="91425" spcFirstLastPara="1" rIns="91425" wrap="square" tIns="23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45" name="Google Shape;2345;p16"/>
            <p:cNvSpPr/>
            <p:nvPr/>
          </p:nvSpPr>
          <p:spPr>
            <a:xfrm>
              <a:off x="9229680" y="4656960"/>
              <a:ext cx="18000" cy="13680"/>
            </a:xfrm>
            <a:custGeom>
              <a:rect b="b" l="l" r="r" t="t"/>
              <a:pathLst>
                <a:path extrusionOk="0" h="280" w="365">
                  <a:moveTo>
                    <a:pt x="184" y="1"/>
                  </a:moveTo>
                  <a:cubicBezTo>
                    <a:pt x="177" y="1"/>
                    <a:pt x="169" y="2"/>
                    <a:pt x="161" y="3"/>
                  </a:cubicBezTo>
                  <a:cubicBezTo>
                    <a:pt x="86" y="3"/>
                    <a:pt x="18" y="58"/>
                    <a:pt x="8" y="136"/>
                  </a:cubicBezTo>
                  <a:cubicBezTo>
                    <a:pt x="1" y="192"/>
                    <a:pt x="28" y="240"/>
                    <a:pt x="79" y="264"/>
                  </a:cubicBezTo>
                  <a:cubicBezTo>
                    <a:pt x="99" y="275"/>
                    <a:pt x="121" y="280"/>
                    <a:pt x="142" y="280"/>
                  </a:cubicBezTo>
                  <a:cubicBezTo>
                    <a:pt x="187" y="280"/>
                    <a:pt x="230" y="258"/>
                    <a:pt x="260" y="223"/>
                  </a:cubicBezTo>
                  <a:cubicBezTo>
                    <a:pt x="365" y="154"/>
                    <a:pt x="293" y="1"/>
                    <a:pt x="1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825" lIns="91425" spcFirstLastPara="1" rIns="91425" wrap="square" tIns="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46" name="Google Shape;2346;p16"/>
            <p:cNvSpPr/>
            <p:nvPr/>
          </p:nvSpPr>
          <p:spPr>
            <a:xfrm>
              <a:off x="8874360" y="4752360"/>
              <a:ext cx="20160" cy="15840"/>
            </a:xfrm>
            <a:custGeom>
              <a:rect b="b" l="l" r="r" t="t"/>
              <a:pathLst>
                <a:path extrusionOk="0" h="323" w="408">
                  <a:moveTo>
                    <a:pt x="213" y="1"/>
                  </a:moveTo>
                  <a:cubicBezTo>
                    <a:pt x="109" y="1"/>
                    <a:pt x="1" y="96"/>
                    <a:pt x="50" y="223"/>
                  </a:cubicBezTo>
                  <a:cubicBezTo>
                    <a:pt x="78" y="293"/>
                    <a:pt x="135" y="323"/>
                    <a:pt x="194" y="323"/>
                  </a:cubicBezTo>
                  <a:cubicBezTo>
                    <a:pt x="299" y="323"/>
                    <a:pt x="408" y="229"/>
                    <a:pt x="358" y="102"/>
                  </a:cubicBezTo>
                  <a:cubicBezTo>
                    <a:pt x="330" y="31"/>
                    <a:pt x="272" y="1"/>
                    <a:pt x="2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900" lIns="91425" spcFirstLastPara="1" rIns="91425" wrap="square" tIns="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47" name="Google Shape;2347;p16"/>
            <p:cNvSpPr/>
            <p:nvPr/>
          </p:nvSpPr>
          <p:spPr>
            <a:xfrm>
              <a:off x="8753400" y="4803840"/>
              <a:ext cx="12600" cy="10080"/>
            </a:xfrm>
            <a:custGeom>
              <a:rect b="b" l="l" r="r" t="t"/>
              <a:pathLst>
                <a:path extrusionOk="0" h="204" w="259">
                  <a:moveTo>
                    <a:pt x="135" y="1"/>
                  </a:moveTo>
                  <a:cubicBezTo>
                    <a:pt x="69" y="1"/>
                    <a:pt x="0" y="60"/>
                    <a:pt x="32" y="140"/>
                  </a:cubicBezTo>
                  <a:cubicBezTo>
                    <a:pt x="50" y="184"/>
                    <a:pt x="86" y="203"/>
                    <a:pt x="123" y="203"/>
                  </a:cubicBezTo>
                  <a:cubicBezTo>
                    <a:pt x="190" y="203"/>
                    <a:pt x="258" y="143"/>
                    <a:pt x="226" y="63"/>
                  </a:cubicBezTo>
                  <a:cubicBezTo>
                    <a:pt x="209" y="19"/>
                    <a:pt x="172" y="1"/>
                    <a:pt x="1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48" name="Google Shape;2348;p16"/>
            <p:cNvSpPr/>
            <p:nvPr/>
          </p:nvSpPr>
          <p:spPr>
            <a:xfrm>
              <a:off x="9123840" y="4642560"/>
              <a:ext cx="14760" cy="11520"/>
            </a:xfrm>
            <a:custGeom>
              <a:rect b="b" l="l" r="r" t="t"/>
              <a:pathLst>
                <a:path extrusionOk="0" h="239" w="302">
                  <a:moveTo>
                    <a:pt x="158" y="1"/>
                  </a:moveTo>
                  <a:cubicBezTo>
                    <a:pt x="81" y="1"/>
                    <a:pt x="0" y="71"/>
                    <a:pt x="36" y="163"/>
                  </a:cubicBezTo>
                  <a:cubicBezTo>
                    <a:pt x="57" y="216"/>
                    <a:pt x="100" y="239"/>
                    <a:pt x="144" y="239"/>
                  </a:cubicBezTo>
                  <a:cubicBezTo>
                    <a:pt x="222" y="239"/>
                    <a:pt x="302" y="169"/>
                    <a:pt x="265" y="75"/>
                  </a:cubicBezTo>
                  <a:cubicBezTo>
                    <a:pt x="244" y="23"/>
                    <a:pt x="202" y="1"/>
                    <a:pt x="1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750" lIns="91425" spcFirstLastPara="1" rIns="91425" wrap="square" tIns="5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49" name="Google Shape;2349;p16"/>
            <p:cNvSpPr/>
            <p:nvPr/>
          </p:nvSpPr>
          <p:spPr>
            <a:xfrm>
              <a:off x="8798040" y="4763880"/>
              <a:ext cx="12600" cy="10080"/>
            </a:xfrm>
            <a:custGeom>
              <a:rect b="b" l="l" r="r" t="t"/>
              <a:pathLst>
                <a:path extrusionOk="0" h="206" w="259">
                  <a:moveTo>
                    <a:pt x="135" y="0"/>
                  </a:moveTo>
                  <a:cubicBezTo>
                    <a:pt x="69" y="0"/>
                    <a:pt x="1" y="61"/>
                    <a:pt x="32" y="141"/>
                  </a:cubicBezTo>
                  <a:cubicBezTo>
                    <a:pt x="50" y="186"/>
                    <a:pt x="87" y="205"/>
                    <a:pt x="124" y="205"/>
                  </a:cubicBezTo>
                  <a:cubicBezTo>
                    <a:pt x="190" y="205"/>
                    <a:pt x="258" y="145"/>
                    <a:pt x="226" y="65"/>
                  </a:cubicBezTo>
                  <a:cubicBezTo>
                    <a:pt x="209" y="19"/>
                    <a:pt x="172" y="0"/>
                    <a:pt x="1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50" name="Google Shape;2350;p16"/>
            <p:cNvSpPr/>
            <p:nvPr/>
          </p:nvSpPr>
          <p:spPr>
            <a:xfrm>
              <a:off x="8928360" y="4659480"/>
              <a:ext cx="48239" cy="32761"/>
            </a:xfrm>
            <a:custGeom>
              <a:rect b="b" l="l" r="r" t="t"/>
              <a:pathLst>
                <a:path extrusionOk="0" h="661" w="962">
                  <a:moveTo>
                    <a:pt x="455" y="172"/>
                  </a:moveTo>
                  <a:cubicBezTo>
                    <a:pt x="568" y="172"/>
                    <a:pt x="684" y="249"/>
                    <a:pt x="780" y="328"/>
                  </a:cubicBezTo>
                  <a:cubicBezTo>
                    <a:pt x="672" y="375"/>
                    <a:pt x="561" y="459"/>
                    <a:pt x="440" y="459"/>
                  </a:cubicBezTo>
                  <a:cubicBezTo>
                    <a:pt x="422" y="459"/>
                    <a:pt x="404" y="457"/>
                    <a:pt x="385" y="453"/>
                  </a:cubicBezTo>
                  <a:cubicBezTo>
                    <a:pt x="264" y="422"/>
                    <a:pt x="206" y="300"/>
                    <a:pt x="314" y="221"/>
                  </a:cubicBezTo>
                  <a:cubicBezTo>
                    <a:pt x="359" y="187"/>
                    <a:pt x="407" y="172"/>
                    <a:pt x="455" y="172"/>
                  </a:cubicBezTo>
                  <a:close/>
                  <a:moveTo>
                    <a:pt x="432" y="0"/>
                  </a:moveTo>
                  <a:cubicBezTo>
                    <a:pt x="295" y="0"/>
                    <a:pt x="151" y="70"/>
                    <a:pt x="87" y="192"/>
                  </a:cubicBezTo>
                  <a:cubicBezTo>
                    <a:pt x="1" y="357"/>
                    <a:pt x="88" y="542"/>
                    <a:pt x="250" y="619"/>
                  </a:cubicBezTo>
                  <a:cubicBezTo>
                    <a:pt x="311" y="648"/>
                    <a:pt x="375" y="661"/>
                    <a:pt x="440" y="661"/>
                  </a:cubicBezTo>
                  <a:cubicBezTo>
                    <a:pt x="596" y="661"/>
                    <a:pt x="755" y="587"/>
                    <a:pt x="876" y="493"/>
                  </a:cubicBezTo>
                  <a:cubicBezTo>
                    <a:pt x="902" y="476"/>
                    <a:pt x="910" y="453"/>
                    <a:pt x="912" y="426"/>
                  </a:cubicBezTo>
                  <a:cubicBezTo>
                    <a:pt x="939" y="420"/>
                    <a:pt x="961" y="385"/>
                    <a:pt x="940" y="358"/>
                  </a:cubicBezTo>
                  <a:cubicBezTo>
                    <a:pt x="824" y="201"/>
                    <a:pt x="695" y="34"/>
                    <a:pt x="485" y="4"/>
                  </a:cubicBezTo>
                  <a:cubicBezTo>
                    <a:pt x="468" y="1"/>
                    <a:pt x="450" y="0"/>
                    <a:pt x="4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6550" lIns="91425" spcFirstLastPara="1" rIns="91425" wrap="square" tIns="165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51" name="Google Shape;2351;p16"/>
            <p:cNvSpPr/>
            <p:nvPr/>
          </p:nvSpPr>
          <p:spPr>
            <a:xfrm>
              <a:off x="8665560" y="4785480"/>
              <a:ext cx="18360" cy="18360"/>
            </a:xfrm>
            <a:custGeom>
              <a:rect b="b" l="l" r="r" t="t"/>
              <a:pathLst>
                <a:path extrusionOk="0" h="373" w="374">
                  <a:moveTo>
                    <a:pt x="175" y="0"/>
                  </a:moveTo>
                  <a:cubicBezTo>
                    <a:pt x="156" y="0"/>
                    <a:pt x="137" y="4"/>
                    <a:pt x="120" y="11"/>
                  </a:cubicBezTo>
                  <a:cubicBezTo>
                    <a:pt x="43" y="41"/>
                    <a:pt x="0" y="133"/>
                    <a:pt x="33" y="211"/>
                  </a:cubicBezTo>
                  <a:lnTo>
                    <a:pt x="59" y="276"/>
                  </a:lnTo>
                  <a:cubicBezTo>
                    <a:pt x="84" y="335"/>
                    <a:pt x="142" y="372"/>
                    <a:pt x="203" y="372"/>
                  </a:cubicBezTo>
                  <a:cubicBezTo>
                    <a:pt x="221" y="372"/>
                    <a:pt x="239" y="369"/>
                    <a:pt x="257" y="362"/>
                  </a:cubicBezTo>
                  <a:cubicBezTo>
                    <a:pt x="335" y="333"/>
                    <a:pt x="373" y="242"/>
                    <a:pt x="345" y="164"/>
                  </a:cubicBezTo>
                  <a:lnTo>
                    <a:pt x="319" y="99"/>
                  </a:lnTo>
                  <a:cubicBezTo>
                    <a:pt x="298" y="38"/>
                    <a:pt x="236" y="0"/>
                    <a:pt x="1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350" lIns="91425" spcFirstLastPara="1" rIns="91425" wrap="square" tIns="9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52" name="Google Shape;2352;p16"/>
            <p:cNvSpPr/>
            <p:nvPr/>
          </p:nvSpPr>
          <p:spPr>
            <a:xfrm>
              <a:off x="8727480" y="4759560"/>
              <a:ext cx="15480" cy="12600"/>
            </a:xfrm>
            <a:custGeom>
              <a:rect b="b" l="l" r="r" t="t"/>
              <a:pathLst>
                <a:path extrusionOk="0" h="254" w="318">
                  <a:moveTo>
                    <a:pt x="166" y="1"/>
                  </a:moveTo>
                  <a:cubicBezTo>
                    <a:pt x="85" y="1"/>
                    <a:pt x="1" y="75"/>
                    <a:pt x="40" y="173"/>
                  </a:cubicBezTo>
                  <a:cubicBezTo>
                    <a:pt x="62" y="230"/>
                    <a:pt x="107" y="253"/>
                    <a:pt x="153" y="253"/>
                  </a:cubicBezTo>
                  <a:cubicBezTo>
                    <a:pt x="234" y="253"/>
                    <a:pt x="318" y="179"/>
                    <a:pt x="280" y="80"/>
                  </a:cubicBezTo>
                  <a:cubicBezTo>
                    <a:pt x="258" y="24"/>
                    <a:pt x="213" y="1"/>
                    <a:pt x="1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475" lIns="91425" spcFirstLastPara="1" rIns="91425" wrap="square" tIns="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53" name="Google Shape;2353;p16"/>
            <p:cNvSpPr/>
            <p:nvPr/>
          </p:nvSpPr>
          <p:spPr>
            <a:xfrm>
              <a:off x="9060840" y="4581360"/>
              <a:ext cx="58321" cy="40321"/>
            </a:xfrm>
            <a:custGeom>
              <a:rect b="b" l="l" r="r" t="t"/>
              <a:pathLst>
                <a:path extrusionOk="0" h="804" w="1168">
                  <a:moveTo>
                    <a:pt x="732" y="176"/>
                  </a:moveTo>
                  <a:cubicBezTo>
                    <a:pt x="773" y="176"/>
                    <a:pt x="814" y="180"/>
                    <a:pt x="855" y="189"/>
                  </a:cubicBezTo>
                  <a:cubicBezTo>
                    <a:pt x="807" y="277"/>
                    <a:pt x="778" y="380"/>
                    <a:pt x="713" y="461"/>
                  </a:cubicBezTo>
                  <a:cubicBezTo>
                    <a:pt x="659" y="526"/>
                    <a:pt x="546" y="588"/>
                    <a:pt x="449" y="588"/>
                  </a:cubicBezTo>
                  <a:cubicBezTo>
                    <a:pt x="381" y="588"/>
                    <a:pt x="320" y="557"/>
                    <a:pt x="295" y="474"/>
                  </a:cubicBezTo>
                  <a:cubicBezTo>
                    <a:pt x="241" y="305"/>
                    <a:pt x="523" y="199"/>
                    <a:pt x="651" y="182"/>
                  </a:cubicBezTo>
                  <a:cubicBezTo>
                    <a:pt x="678" y="178"/>
                    <a:pt x="705" y="176"/>
                    <a:pt x="732" y="176"/>
                  </a:cubicBezTo>
                  <a:close/>
                  <a:moveTo>
                    <a:pt x="677" y="1"/>
                  </a:moveTo>
                  <a:cubicBezTo>
                    <a:pt x="605" y="1"/>
                    <a:pt x="532" y="13"/>
                    <a:pt x="461" y="36"/>
                  </a:cubicBezTo>
                  <a:cubicBezTo>
                    <a:pt x="250" y="104"/>
                    <a:pt x="0" y="317"/>
                    <a:pt x="92" y="562"/>
                  </a:cubicBezTo>
                  <a:cubicBezTo>
                    <a:pt x="152" y="719"/>
                    <a:pt x="321" y="804"/>
                    <a:pt x="485" y="804"/>
                  </a:cubicBezTo>
                  <a:cubicBezTo>
                    <a:pt x="543" y="804"/>
                    <a:pt x="600" y="793"/>
                    <a:pt x="652" y="772"/>
                  </a:cubicBezTo>
                  <a:cubicBezTo>
                    <a:pt x="828" y="695"/>
                    <a:pt x="999" y="468"/>
                    <a:pt x="1045" y="263"/>
                  </a:cubicBezTo>
                  <a:cubicBezTo>
                    <a:pt x="1055" y="268"/>
                    <a:pt x="1063" y="270"/>
                    <a:pt x="1072" y="276"/>
                  </a:cubicBezTo>
                  <a:cubicBezTo>
                    <a:pt x="1081" y="281"/>
                    <a:pt x="1090" y="283"/>
                    <a:pt x="1098" y="283"/>
                  </a:cubicBezTo>
                  <a:cubicBezTo>
                    <a:pt x="1144" y="283"/>
                    <a:pt x="1168" y="212"/>
                    <a:pt x="1130" y="176"/>
                  </a:cubicBezTo>
                  <a:cubicBezTo>
                    <a:pt x="1106" y="155"/>
                    <a:pt x="1079" y="134"/>
                    <a:pt x="1052" y="115"/>
                  </a:cubicBezTo>
                  <a:cubicBezTo>
                    <a:pt x="1042" y="83"/>
                    <a:pt x="1014" y="68"/>
                    <a:pt x="984" y="68"/>
                  </a:cubicBezTo>
                  <a:cubicBezTo>
                    <a:pt x="979" y="68"/>
                    <a:pt x="974" y="68"/>
                    <a:pt x="970" y="69"/>
                  </a:cubicBezTo>
                  <a:cubicBezTo>
                    <a:pt x="878" y="24"/>
                    <a:pt x="778" y="1"/>
                    <a:pt x="6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0150" lIns="91425" spcFirstLastPara="1" rIns="91425" wrap="square" tIns="201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54" name="Google Shape;2354;p16"/>
            <p:cNvSpPr/>
            <p:nvPr/>
          </p:nvSpPr>
          <p:spPr>
            <a:xfrm>
              <a:off x="8910720" y="4682880"/>
              <a:ext cx="11160" cy="8640"/>
            </a:xfrm>
            <a:custGeom>
              <a:rect b="b" l="l" r="r" t="t"/>
              <a:pathLst>
                <a:path extrusionOk="0" h="180" w="227">
                  <a:moveTo>
                    <a:pt x="118" y="0"/>
                  </a:moveTo>
                  <a:cubicBezTo>
                    <a:pt x="60" y="0"/>
                    <a:pt x="0" y="52"/>
                    <a:pt x="28" y="124"/>
                  </a:cubicBezTo>
                  <a:cubicBezTo>
                    <a:pt x="43" y="163"/>
                    <a:pt x="75" y="180"/>
                    <a:pt x="107" y="180"/>
                  </a:cubicBezTo>
                  <a:cubicBezTo>
                    <a:pt x="166" y="180"/>
                    <a:pt x="226" y="127"/>
                    <a:pt x="199" y="56"/>
                  </a:cubicBezTo>
                  <a:cubicBezTo>
                    <a:pt x="183" y="17"/>
                    <a:pt x="151" y="0"/>
                    <a:pt x="1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300" lIns="91425" spcFirstLastPara="1" rIns="91425" wrap="square" tIns="4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55" name="Google Shape;2355;p16"/>
            <p:cNvSpPr/>
            <p:nvPr/>
          </p:nvSpPr>
          <p:spPr>
            <a:xfrm>
              <a:off x="8996400" y="4624920"/>
              <a:ext cx="19800" cy="20160"/>
            </a:xfrm>
            <a:custGeom>
              <a:rect b="b" l="l" r="r" t="t"/>
              <a:pathLst>
                <a:path extrusionOk="0" h="404" w="398">
                  <a:moveTo>
                    <a:pt x="231" y="0"/>
                  </a:moveTo>
                  <a:cubicBezTo>
                    <a:pt x="173" y="0"/>
                    <a:pt x="123" y="37"/>
                    <a:pt x="93" y="92"/>
                  </a:cubicBezTo>
                  <a:cubicBezTo>
                    <a:pt x="75" y="119"/>
                    <a:pt x="59" y="148"/>
                    <a:pt x="43" y="177"/>
                  </a:cubicBezTo>
                  <a:cubicBezTo>
                    <a:pt x="1" y="250"/>
                    <a:pt x="52" y="362"/>
                    <a:pt x="129" y="392"/>
                  </a:cubicBezTo>
                  <a:cubicBezTo>
                    <a:pt x="148" y="399"/>
                    <a:pt x="169" y="403"/>
                    <a:pt x="191" y="403"/>
                  </a:cubicBezTo>
                  <a:cubicBezTo>
                    <a:pt x="256" y="403"/>
                    <a:pt x="324" y="372"/>
                    <a:pt x="344" y="307"/>
                  </a:cubicBezTo>
                  <a:cubicBezTo>
                    <a:pt x="352" y="276"/>
                    <a:pt x="364" y="246"/>
                    <a:pt x="371" y="214"/>
                  </a:cubicBezTo>
                  <a:cubicBezTo>
                    <a:pt x="398" y="134"/>
                    <a:pt x="377" y="49"/>
                    <a:pt x="293" y="14"/>
                  </a:cubicBezTo>
                  <a:cubicBezTo>
                    <a:pt x="272" y="4"/>
                    <a:pt x="251" y="0"/>
                    <a:pt x="2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0075" lIns="91425" spcFirstLastPara="1" rIns="91425" wrap="square" tIns="100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56" name="Google Shape;2356;p16"/>
            <p:cNvSpPr/>
            <p:nvPr/>
          </p:nvSpPr>
          <p:spPr>
            <a:xfrm>
              <a:off x="9154080" y="4574520"/>
              <a:ext cx="13680" cy="10800"/>
            </a:xfrm>
            <a:custGeom>
              <a:rect b="b" l="l" r="r" t="t"/>
              <a:pathLst>
                <a:path extrusionOk="0" h="224" w="282">
                  <a:moveTo>
                    <a:pt x="148" y="1"/>
                  </a:moveTo>
                  <a:cubicBezTo>
                    <a:pt x="75" y="1"/>
                    <a:pt x="1" y="66"/>
                    <a:pt x="35" y="153"/>
                  </a:cubicBezTo>
                  <a:cubicBezTo>
                    <a:pt x="54" y="203"/>
                    <a:pt x="94" y="224"/>
                    <a:pt x="134" y="224"/>
                  </a:cubicBezTo>
                  <a:cubicBezTo>
                    <a:pt x="206" y="224"/>
                    <a:pt x="281" y="158"/>
                    <a:pt x="248" y="71"/>
                  </a:cubicBezTo>
                  <a:cubicBezTo>
                    <a:pt x="228" y="21"/>
                    <a:pt x="188" y="1"/>
                    <a:pt x="1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400" lIns="91425" spcFirstLastPara="1" rIns="91425" wrap="square" tIns="5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57" name="Google Shape;2357;p16"/>
            <p:cNvSpPr/>
            <p:nvPr/>
          </p:nvSpPr>
          <p:spPr>
            <a:xfrm>
              <a:off x="8802000" y="4693680"/>
              <a:ext cx="20160" cy="17280"/>
            </a:xfrm>
            <a:custGeom>
              <a:rect b="b" l="l" r="r" t="t"/>
              <a:pathLst>
                <a:path extrusionOk="0" h="353" w="408">
                  <a:moveTo>
                    <a:pt x="216" y="0"/>
                  </a:moveTo>
                  <a:cubicBezTo>
                    <a:pt x="112" y="0"/>
                    <a:pt x="0" y="94"/>
                    <a:pt x="55" y="215"/>
                  </a:cubicBezTo>
                  <a:lnTo>
                    <a:pt x="73" y="256"/>
                  </a:lnTo>
                  <a:cubicBezTo>
                    <a:pt x="95" y="324"/>
                    <a:pt x="147" y="353"/>
                    <a:pt x="202" y="353"/>
                  </a:cubicBezTo>
                  <a:cubicBezTo>
                    <a:pt x="226" y="353"/>
                    <a:pt x="250" y="347"/>
                    <a:pt x="273" y="337"/>
                  </a:cubicBezTo>
                  <a:cubicBezTo>
                    <a:pt x="351" y="313"/>
                    <a:pt x="408" y="235"/>
                    <a:pt x="365" y="140"/>
                  </a:cubicBezTo>
                  <a:lnTo>
                    <a:pt x="351" y="98"/>
                  </a:lnTo>
                  <a:cubicBezTo>
                    <a:pt x="328" y="29"/>
                    <a:pt x="273" y="0"/>
                    <a:pt x="2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8625" lIns="91425" spcFirstLastPara="1" rIns="91425" wrap="square" tIns="86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58" name="Google Shape;2358;p16"/>
            <p:cNvSpPr/>
            <p:nvPr/>
          </p:nvSpPr>
          <p:spPr>
            <a:xfrm>
              <a:off x="8751240" y="4449240"/>
              <a:ext cx="172082" cy="220681"/>
            </a:xfrm>
            <a:custGeom>
              <a:rect b="b" l="l" r="r" t="t"/>
              <a:pathLst>
                <a:path extrusionOk="0" h="4391" w="3424">
                  <a:moveTo>
                    <a:pt x="1005" y="272"/>
                  </a:moveTo>
                  <a:cubicBezTo>
                    <a:pt x="1562" y="272"/>
                    <a:pt x="2085" y="785"/>
                    <a:pt x="2409" y="1270"/>
                  </a:cubicBezTo>
                  <a:cubicBezTo>
                    <a:pt x="2935" y="2051"/>
                    <a:pt x="3101" y="2857"/>
                    <a:pt x="2476" y="3642"/>
                  </a:cubicBezTo>
                  <a:cubicBezTo>
                    <a:pt x="2237" y="3943"/>
                    <a:pt x="1885" y="4153"/>
                    <a:pt x="1523" y="4153"/>
                  </a:cubicBezTo>
                  <a:cubicBezTo>
                    <a:pt x="1332" y="4153"/>
                    <a:pt x="1138" y="4094"/>
                    <a:pt x="957" y="3961"/>
                  </a:cubicBezTo>
                  <a:cubicBezTo>
                    <a:pt x="519" y="3642"/>
                    <a:pt x="505" y="3133"/>
                    <a:pt x="590" y="2649"/>
                  </a:cubicBezTo>
                  <a:cubicBezTo>
                    <a:pt x="636" y="2386"/>
                    <a:pt x="707" y="2119"/>
                    <a:pt x="678" y="1849"/>
                  </a:cubicBezTo>
                  <a:cubicBezTo>
                    <a:pt x="635" y="1472"/>
                    <a:pt x="218" y="1003"/>
                    <a:pt x="472" y="631"/>
                  </a:cubicBezTo>
                  <a:cubicBezTo>
                    <a:pt x="517" y="565"/>
                    <a:pt x="498" y="496"/>
                    <a:pt x="455" y="455"/>
                  </a:cubicBezTo>
                  <a:cubicBezTo>
                    <a:pt x="638" y="327"/>
                    <a:pt x="823" y="272"/>
                    <a:pt x="1005" y="272"/>
                  </a:cubicBezTo>
                  <a:close/>
                  <a:moveTo>
                    <a:pt x="989" y="0"/>
                  </a:moveTo>
                  <a:cubicBezTo>
                    <a:pt x="703" y="0"/>
                    <a:pt x="428" y="123"/>
                    <a:pt x="206" y="434"/>
                  </a:cubicBezTo>
                  <a:cubicBezTo>
                    <a:pt x="179" y="469"/>
                    <a:pt x="189" y="517"/>
                    <a:pt x="214" y="547"/>
                  </a:cubicBezTo>
                  <a:cubicBezTo>
                    <a:pt x="0" y="906"/>
                    <a:pt x="220" y="1236"/>
                    <a:pt x="345" y="1614"/>
                  </a:cubicBezTo>
                  <a:cubicBezTo>
                    <a:pt x="550" y="2229"/>
                    <a:pt x="145" y="2833"/>
                    <a:pt x="309" y="3452"/>
                  </a:cubicBezTo>
                  <a:cubicBezTo>
                    <a:pt x="477" y="4079"/>
                    <a:pt x="993" y="4391"/>
                    <a:pt x="1529" y="4391"/>
                  </a:cubicBezTo>
                  <a:cubicBezTo>
                    <a:pt x="1931" y="4391"/>
                    <a:pt x="2344" y="4216"/>
                    <a:pt x="2632" y="3869"/>
                  </a:cubicBezTo>
                  <a:cubicBezTo>
                    <a:pt x="3424" y="2912"/>
                    <a:pt x="3213" y="1926"/>
                    <a:pt x="2538" y="976"/>
                  </a:cubicBezTo>
                  <a:cubicBezTo>
                    <a:pt x="2207" y="512"/>
                    <a:pt x="1574" y="0"/>
                    <a:pt x="9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59" name="Google Shape;2359;p16"/>
            <p:cNvSpPr/>
            <p:nvPr/>
          </p:nvSpPr>
          <p:spPr>
            <a:xfrm>
              <a:off x="8659440" y="4719240"/>
              <a:ext cx="14040" cy="10800"/>
            </a:xfrm>
            <a:custGeom>
              <a:rect b="b" l="l" r="r" t="t"/>
              <a:pathLst>
                <a:path extrusionOk="0" h="225" w="284">
                  <a:moveTo>
                    <a:pt x="149" y="0"/>
                  </a:moveTo>
                  <a:cubicBezTo>
                    <a:pt x="76" y="0"/>
                    <a:pt x="0" y="66"/>
                    <a:pt x="34" y="153"/>
                  </a:cubicBezTo>
                  <a:cubicBezTo>
                    <a:pt x="54" y="204"/>
                    <a:pt x="94" y="225"/>
                    <a:pt x="136" y="225"/>
                  </a:cubicBezTo>
                  <a:cubicBezTo>
                    <a:pt x="209" y="225"/>
                    <a:pt x="284" y="158"/>
                    <a:pt x="249" y="71"/>
                  </a:cubicBezTo>
                  <a:cubicBezTo>
                    <a:pt x="230" y="21"/>
                    <a:pt x="190" y="0"/>
                    <a:pt x="1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400" lIns="91425" spcFirstLastPara="1" rIns="91425" wrap="square" tIns="5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60" name="Google Shape;2360;p16"/>
            <p:cNvSpPr/>
            <p:nvPr/>
          </p:nvSpPr>
          <p:spPr>
            <a:xfrm>
              <a:off x="8948880" y="4596480"/>
              <a:ext cx="10440" cy="8280"/>
            </a:xfrm>
            <a:custGeom>
              <a:rect b="b" l="l" r="r" t="t"/>
              <a:pathLst>
                <a:path extrusionOk="0" h="172" w="215">
                  <a:moveTo>
                    <a:pt x="113" y="1"/>
                  </a:moveTo>
                  <a:cubicBezTo>
                    <a:pt x="58" y="1"/>
                    <a:pt x="1" y="51"/>
                    <a:pt x="27" y="118"/>
                  </a:cubicBezTo>
                  <a:cubicBezTo>
                    <a:pt x="42" y="156"/>
                    <a:pt x="72" y="172"/>
                    <a:pt x="103" y="172"/>
                  </a:cubicBezTo>
                  <a:cubicBezTo>
                    <a:pt x="157" y="172"/>
                    <a:pt x="214" y="121"/>
                    <a:pt x="189" y="54"/>
                  </a:cubicBezTo>
                  <a:cubicBezTo>
                    <a:pt x="174" y="17"/>
                    <a:pt x="144" y="1"/>
                    <a:pt x="1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300" lIns="91425" spcFirstLastPara="1" rIns="91425" wrap="square" tIns="4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61" name="Google Shape;2361;p16"/>
            <p:cNvSpPr/>
            <p:nvPr/>
          </p:nvSpPr>
          <p:spPr>
            <a:xfrm>
              <a:off x="9018720" y="4552920"/>
              <a:ext cx="22680" cy="16200"/>
            </a:xfrm>
            <a:custGeom>
              <a:rect b="b" l="l" r="r" t="t"/>
              <a:pathLst>
                <a:path extrusionOk="0" h="330" w="458">
                  <a:moveTo>
                    <a:pt x="204" y="1"/>
                  </a:moveTo>
                  <a:cubicBezTo>
                    <a:pt x="68" y="1"/>
                    <a:pt x="1" y="197"/>
                    <a:pt x="145" y="270"/>
                  </a:cubicBezTo>
                  <a:cubicBezTo>
                    <a:pt x="175" y="286"/>
                    <a:pt x="204" y="300"/>
                    <a:pt x="233" y="316"/>
                  </a:cubicBezTo>
                  <a:cubicBezTo>
                    <a:pt x="251" y="325"/>
                    <a:pt x="270" y="329"/>
                    <a:pt x="289" y="329"/>
                  </a:cubicBezTo>
                  <a:cubicBezTo>
                    <a:pt x="346" y="329"/>
                    <a:pt x="402" y="293"/>
                    <a:pt x="425" y="242"/>
                  </a:cubicBezTo>
                  <a:cubicBezTo>
                    <a:pt x="457" y="173"/>
                    <a:pt x="425" y="76"/>
                    <a:pt x="351" y="46"/>
                  </a:cubicBezTo>
                  <a:cubicBezTo>
                    <a:pt x="321" y="34"/>
                    <a:pt x="290" y="22"/>
                    <a:pt x="259" y="11"/>
                  </a:cubicBezTo>
                  <a:cubicBezTo>
                    <a:pt x="240" y="4"/>
                    <a:pt x="221" y="1"/>
                    <a:pt x="2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8275" lIns="91425" spcFirstLastPara="1" rIns="91425" wrap="square" tIns="8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62" name="Google Shape;2362;p16"/>
            <p:cNvSpPr/>
            <p:nvPr/>
          </p:nvSpPr>
          <p:spPr>
            <a:xfrm>
              <a:off x="8718480" y="4668840"/>
              <a:ext cx="15480" cy="12240"/>
            </a:xfrm>
            <a:custGeom>
              <a:rect b="b" l="l" r="r" t="t"/>
              <a:pathLst>
                <a:path extrusionOk="0" h="249" w="316">
                  <a:moveTo>
                    <a:pt x="165" y="0"/>
                  </a:moveTo>
                  <a:cubicBezTo>
                    <a:pt x="84" y="0"/>
                    <a:pt x="1" y="73"/>
                    <a:pt x="39" y="171"/>
                  </a:cubicBezTo>
                  <a:cubicBezTo>
                    <a:pt x="61" y="225"/>
                    <a:pt x="106" y="248"/>
                    <a:pt x="151" y="248"/>
                  </a:cubicBezTo>
                  <a:cubicBezTo>
                    <a:pt x="232" y="248"/>
                    <a:pt x="315" y="176"/>
                    <a:pt x="277" y="79"/>
                  </a:cubicBezTo>
                  <a:cubicBezTo>
                    <a:pt x="255" y="23"/>
                    <a:pt x="210" y="0"/>
                    <a:pt x="1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100" lIns="91425" spcFirstLastPara="1" rIns="91425" wrap="square" tIns="6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63" name="Google Shape;2363;p16"/>
            <p:cNvSpPr/>
            <p:nvPr/>
          </p:nvSpPr>
          <p:spPr>
            <a:xfrm>
              <a:off x="9056160" y="4534560"/>
              <a:ext cx="12240" cy="9360"/>
            </a:xfrm>
            <a:custGeom>
              <a:rect b="b" l="l" r="r" t="t"/>
              <a:pathLst>
                <a:path extrusionOk="0" h="196" w="248">
                  <a:moveTo>
                    <a:pt x="130" y="0"/>
                  </a:moveTo>
                  <a:cubicBezTo>
                    <a:pt x="66" y="0"/>
                    <a:pt x="0" y="57"/>
                    <a:pt x="31" y="134"/>
                  </a:cubicBezTo>
                  <a:cubicBezTo>
                    <a:pt x="48" y="177"/>
                    <a:pt x="83" y="196"/>
                    <a:pt x="119" y="196"/>
                  </a:cubicBezTo>
                  <a:cubicBezTo>
                    <a:pt x="182" y="196"/>
                    <a:pt x="248" y="138"/>
                    <a:pt x="218" y="61"/>
                  </a:cubicBezTo>
                  <a:cubicBezTo>
                    <a:pt x="201" y="18"/>
                    <a:pt x="166" y="0"/>
                    <a:pt x="1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64" name="Google Shape;2364;p16"/>
            <p:cNvSpPr/>
            <p:nvPr/>
          </p:nvSpPr>
          <p:spPr>
            <a:xfrm>
              <a:off x="8620200" y="4646160"/>
              <a:ext cx="46441" cy="54359"/>
            </a:xfrm>
            <a:custGeom>
              <a:rect b="b" l="l" r="r" t="t"/>
              <a:pathLst>
                <a:path extrusionOk="0" h="1088" w="929">
                  <a:moveTo>
                    <a:pt x="284" y="145"/>
                  </a:moveTo>
                  <a:lnTo>
                    <a:pt x="284" y="145"/>
                  </a:lnTo>
                  <a:cubicBezTo>
                    <a:pt x="461" y="323"/>
                    <a:pt x="825" y="662"/>
                    <a:pt x="658" y="836"/>
                  </a:cubicBezTo>
                  <a:cubicBezTo>
                    <a:pt x="621" y="874"/>
                    <a:pt x="581" y="890"/>
                    <a:pt x="541" y="890"/>
                  </a:cubicBezTo>
                  <a:cubicBezTo>
                    <a:pt x="429" y="890"/>
                    <a:pt x="318" y="766"/>
                    <a:pt x="286" y="662"/>
                  </a:cubicBezTo>
                  <a:cubicBezTo>
                    <a:pt x="237" y="499"/>
                    <a:pt x="285" y="332"/>
                    <a:pt x="289" y="167"/>
                  </a:cubicBezTo>
                  <a:cubicBezTo>
                    <a:pt x="286" y="159"/>
                    <a:pt x="285" y="152"/>
                    <a:pt x="284" y="145"/>
                  </a:cubicBezTo>
                  <a:close/>
                  <a:moveTo>
                    <a:pt x="257" y="0"/>
                  </a:moveTo>
                  <a:cubicBezTo>
                    <a:pt x="221" y="0"/>
                    <a:pt x="188" y="42"/>
                    <a:pt x="216" y="75"/>
                  </a:cubicBezTo>
                  <a:lnTo>
                    <a:pt x="221" y="81"/>
                  </a:lnTo>
                  <a:cubicBezTo>
                    <a:pt x="206" y="75"/>
                    <a:pt x="189" y="72"/>
                    <a:pt x="173" y="72"/>
                  </a:cubicBezTo>
                  <a:cubicBezTo>
                    <a:pt x="133" y="72"/>
                    <a:pt x="94" y="91"/>
                    <a:pt x="81" y="133"/>
                  </a:cubicBezTo>
                  <a:cubicBezTo>
                    <a:pt x="13" y="373"/>
                    <a:pt x="0" y="699"/>
                    <a:pt x="166" y="904"/>
                  </a:cubicBezTo>
                  <a:cubicBezTo>
                    <a:pt x="254" y="1012"/>
                    <a:pt x="403" y="1087"/>
                    <a:pt x="547" y="1087"/>
                  </a:cubicBezTo>
                  <a:cubicBezTo>
                    <a:pt x="598" y="1087"/>
                    <a:pt x="648" y="1078"/>
                    <a:pt x="695" y="1057"/>
                  </a:cubicBezTo>
                  <a:cubicBezTo>
                    <a:pt x="886" y="974"/>
                    <a:pt x="928" y="757"/>
                    <a:pt x="850" y="577"/>
                  </a:cubicBezTo>
                  <a:cubicBezTo>
                    <a:pt x="744" y="332"/>
                    <a:pt x="491" y="163"/>
                    <a:pt x="285" y="10"/>
                  </a:cubicBezTo>
                  <a:cubicBezTo>
                    <a:pt x="276" y="3"/>
                    <a:pt x="266" y="0"/>
                    <a:pt x="2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7350" lIns="91425" spcFirstLastPara="1" rIns="91425" wrap="square" tIns="27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65" name="Google Shape;2365;p16"/>
            <p:cNvSpPr/>
            <p:nvPr/>
          </p:nvSpPr>
          <p:spPr>
            <a:xfrm>
              <a:off x="8786520" y="4478400"/>
              <a:ext cx="122762" cy="149042"/>
            </a:xfrm>
            <a:custGeom>
              <a:rect b="b" l="l" r="r" t="t"/>
              <a:pathLst>
                <a:path extrusionOk="0" h="2966" w="2444">
                  <a:moveTo>
                    <a:pt x="460" y="1"/>
                  </a:moveTo>
                  <a:cubicBezTo>
                    <a:pt x="321" y="1"/>
                    <a:pt x="183" y="68"/>
                    <a:pt x="82" y="162"/>
                  </a:cubicBezTo>
                  <a:cubicBezTo>
                    <a:pt x="19" y="220"/>
                    <a:pt x="0" y="286"/>
                    <a:pt x="24" y="368"/>
                  </a:cubicBezTo>
                  <a:cubicBezTo>
                    <a:pt x="26" y="382"/>
                    <a:pt x="33" y="395"/>
                    <a:pt x="39" y="409"/>
                  </a:cubicBezTo>
                  <a:cubicBezTo>
                    <a:pt x="20" y="471"/>
                    <a:pt x="31" y="546"/>
                    <a:pt x="65" y="599"/>
                  </a:cubicBezTo>
                  <a:cubicBezTo>
                    <a:pt x="391" y="1112"/>
                    <a:pt x="261" y="1526"/>
                    <a:pt x="204" y="2077"/>
                  </a:cubicBezTo>
                  <a:cubicBezTo>
                    <a:pt x="176" y="2336"/>
                    <a:pt x="200" y="2594"/>
                    <a:pt x="396" y="2785"/>
                  </a:cubicBezTo>
                  <a:cubicBezTo>
                    <a:pt x="527" y="2913"/>
                    <a:pt x="689" y="2966"/>
                    <a:pt x="854" y="2966"/>
                  </a:cubicBezTo>
                  <a:cubicBezTo>
                    <a:pt x="1121" y="2966"/>
                    <a:pt x="1399" y="2829"/>
                    <a:pt x="1583" y="2644"/>
                  </a:cubicBezTo>
                  <a:cubicBezTo>
                    <a:pt x="2443" y="1783"/>
                    <a:pt x="1769" y="566"/>
                    <a:pt x="797" y="212"/>
                  </a:cubicBezTo>
                  <a:cubicBezTo>
                    <a:pt x="761" y="140"/>
                    <a:pt x="700" y="74"/>
                    <a:pt x="634" y="40"/>
                  </a:cubicBezTo>
                  <a:cubicBezTo>
                    <a:pt x="578" y="13"/>
                    <a:pt x="519" y="1"/>
                    <a:pt x="4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4500" lIns="91425" spcFirstLastPara="1" rIns="91425" wrap="square" tIns="74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66" name="Google Shape;2366;p16"/>
            <p:cNvSpPr/>
            <p:nvPr/>
          </p:nvSpPr>
          <p:spPr>
            <a:xfrm>
              <a:off x="8967600" y="4541760"/>
              <a:ext cx="13680" cy="10800"/>
            </a:xfrm>
            <a:custGeom>
              <a:rect b="b" l="l" r="r" t="t"/>
              <a:pathLst>
                <a:path extrusionOk="0" h="223" w="280">
                  <a:moveTo>
                    <a:pt x="147" y="1"/>
                  </a:moveTo>
                  <a:cubicBezTo>
                    <a:pt x="75" y="1"/>
                    <a:pt x="1" y="66"/>
                    <a:pt x="34" y="154"/>
                  </a:cubicBezTo>
                  <a:cubicBezTo>
                    <a:pt x="54" y="202"/>
                    <a:pt x="93" y="222"/>
                    <a:pt x="133" y="222"/>
                  </a:cubicBezTo>
                  <a:cubicBezTo>
                    <a:pt x="205" y="222"/>
                    <a:pt x="279" y="157"/>
                    <a:pt x="245" y="70"/>
                  </a:cubicBezTo>
                  <a:cubicBezTo>
                    <a:pt x="226" y="21"/>
                    <a:pt x="187" y="1"/>
                    <a:pt x="1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400" lIns="91425" spcFirstLastPara="1" rIns="91425" wrap="square" tIns="5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67" name="Google Shape;2367;p16"/>
            <p:cNvSpPr/>
            <p:nvPr/>
          </p:nvSpPr>
          <p:spPr>
            <a:xfrm>
              <a:off x="8556480" y="4663080"/>
              <a:ext cx="21600" cy="15480"/>
            </a:xfrm>
            <a:custGeom>
              <a:rect b="b" l="l" r="r" t="t"/>
              <a:pathLst>
                <a:path extrusionOk="0" h="311" w="433">
                  <a:moveTo>
                    <a:pt x="188" y="1"/>
                  </a:moveTo>
                  <a:cubicBezTo>
                    <a:pt x="61" y="1"/>
                    <a:pt x="0" y="179"/>
                    <a:pt x="133" y="250"/>
                  </a:cubicBezTo>
                  <a:cubicBezTo>
                    <a:pt x="163" y="266"/>
                    <a:pt x="191" y="281"/>
                    <a:pt x="221" y="297"/>
                  </a:cubicBezTo>
                  <a:cubicBezTo>
                    <a:pt x="238" y="306"/>
                    <a:pt x="256" y="310"/>
                    <a:pt x="274" y="310"/>
                  </a:cubicBezTo>
                  <a:cubicBezTo>
                    <a:pt x="328" y="310"/>
                    <a:pt x="383" y="275"/>
                    <a:pt x="404" y="226"/>
                  </a:cubicBezTo>
                  <a:cubicBezTo>
                    <a:pt x="432" y="162"/>
                    <a:pt x="404" y="69"/>
                    <a:pt x="331" y="42"/>
                  </a:cubicBezTo>
                  <a:cubicBezTo>
                    <a:pt x="299" y="30"/>
                    <a:pt x="269" y="20"/>
                    <a:pt x="237" y="9"/>
                  </a:cubicBezTo>
                  <a:cubicBezTo>
                    <a:pt x="220" y="4"/>
                    <a:pt x="203" y="1"/>
                    <a:pt x="1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900" lIns="91425" spcFirstLastPara="1" rIns="91425" wrap="square" tIns="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68" name="Google Shape;2368;p16"/>
            <p:cNvSpPr/>
            <p:nvPr/>
          </p:nvSpPr>
          <p:spPr>
            <a:xfrm>
              <a:off x="9001080" y="4486320"/>
              <a:ext cx="22320" cy="14400"/>
            </a:xfrm>
            <a:custGeom>
              <a:rect b="b" l="l" r="r" t="t"/>
              <a:pathLst>
                <a:path extrusionOk="0" h="290" w="449">
                  <a:moveTo>
                    <a:pt x="174" y="0"/>
                  </a:moveTo>
                  <a:cubicBezTo>
                    <a:pt x="56" y="0"/>
                    <a:pt x="1" y="164"/>
                    <a:pt x="123" y="230"/>
                  </a:cubicBezTo>
                  <a:cubicBezTo>
                    <a:pt x="153" y="245"/>
                    <a:pt x="182" y="260"/>
                    <a:pt x="212" y="275"/>
                  </a:cubicBezTo>
                  <a:cubicBezTo>
                    <a:pt x="231" y="285"/>
                    <a:pt x="249" y="290"/>
                    <a:pt x="266" y="290"/>
                  </a:cubicBezTo>
                  <a:cubicBezTo>
                    <a:pt x="381" y="290"/>
                    <a:pt x="448" y="89"/>
                    <a:pt x="313" y="41"/>
                  </a:cubicBezTo>
                  <a:cubicBezTo>
                    <a:pt x="283" y="31"/>
                    <a:pt x="250" y="19"/>
                    <a:pt x="221" y="9"/>
                  </a:cubicBezTo>
                  <a:cubicBezTo>
                    <a:pt x="204" y="3"/>
                    <a:pt x="188" y="0"/>
                    <a:pt x="1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200" lIns="91425" spcFirstLastPara="1" rIns="91425" wrap="square" tIns="7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69" name="Google Shape;2369;p16"/>
            <p:cNvSpPr/>
            <p:nvPr/>
          </p:nvSpPr>
          <p:spPr>
            <a:xfrm>
              <a:off x="8913240" y="4467600"/>
              <a:ext cx="35280" cy="47881"/>
            </a:xfrm>
            <a:custGeom>
              <a:rect b="b" l="l" r="r" t="t"/>
              <a:pathLst>
                <a:path extrusionOk="0" h="957" w="705">
                  <a:moveTo>
                    <a:pt x="454" y="1"/>
                  </a:moveTo>
                  <a:cubicBezTo>
                    <a:pt x="420" y="1"/>
                    <a:pt x="384" y="35"/>
                    <a:pt x="388" y="72"/>
                  </a:cubicBezTo>
                  <a:cubicBezTo>
                    <a:pt x="403" y="210"/>
                    <a:pt x="678" y="726"/>
                    <a:pt x="447" y="777"/>
                  </a:cubicBezTo>
                  <a:cubicBezTo>
                    <a:pt x="434" y="780"/>
                    <a:pt x="423" y="781"/>
                    <a:pt x="411" y="781"/>
                  </a:cubicBezTo>
                  <a:cubicBezTo>
                    <a:pt x="313" y="781"/>
                    <a:pt x="237" y="685"/>
                    <a:pt x="218" y="597"/>
                  </a:cubicBezTo>
                  <a:cubicBezTo>
                    <a:pt x="192" y="472"/>
                    <a:pt x="230" y="339"/>
                    <a:pt x="260" y="218"/>
                  </a:cubicBezTo>
                  <a:cubicBezTo>
                    <a:pt x="273" y="163"/>
                    <a:pt x="232" y="132"/>
                    <a:pt x="188" y="132"/>
                  </a:cubicBezTo>
                  <a:cubicBezTo>
                    <a:pt x="153" y="132"/>
                    <a:pt x="117" y="152"/>
                    <a:pt x="105" y="194"/>
                  </a:cubicBezTo>
                  <a:cubicBezTo>
                    <a:pt x="53" y="381"/>
                    <a:pt x="0" y="604"/>
                    <a:pt x="106" y="781"/>
                  </a:cubicBezTo>
                  <a:cubicBezTo>
                    <a:pt x="171" y="889"/>
                    <a:pt x="295" y="956"/>
                    <a:pt x="421" y="956"/>
                  </a:cubicBezTo>
                  <a:cubicBezTo>
                    <a:pt x="441" y="956"/>
                    <a:pt x="461" y="955"/>
                    <a:pt x="481" y="951"/>
                  </a:cubicBezTo>
                  <a:cubicBezTo>
                    <a:pt x="636" y="920"/>
                    <a:pt x="705" y="788"/>
                    <a:pt x="695" y="639"/>
                  </a:cubicBezTo>
                  <a:cubicBezTo>
                    <a:pt x="683" y="442"/>
                    <a:pt x="629" y="160"/>
                    <a:pt x="489" y="16"/>
                  </a:cubicBezTo>
                  <a:cubicBezTo>
                    <a:pt x="479" y="5"/>
                    <a:pt x="467" y="1"/>
                    <a:pt x="4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4100" lIns="91425" spcFirstLastPara="1" rIns="91425" wrap="square" tIns="24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70" name="Google Shape;2370;p16"/>
            <p:cNvSpPr/>
            <p:nvPr/>
          </p:nvSpPr>
          <p:spPr>
            <a:xfrm>
              <a:off x="8377200" y="4668480"/>
              <a:ext cx="40320" cy="58681"/>
            </a:xfrm>
            <a:custGeom>
              <a:rect b="b" l="l" r="r" t="t"/>
              <a:pathLst>
                <a:path extrusionOk="0" h="1170" w="807">
                  <a:moveTo>
                    <a:pt x="681" y="0"/>
                  </a:moveTo>
                  <a:cubicBezTo>
                    <a:pt x="659" y="0"/>
                    <a:pt x="636" y="9"/>
                    <a:pt x="617" y="30"/>
                  </a:cubicBezTo>
                  <a:cubicBezTo>
                    <a:pt x="348" y="326"/>
                    <a:pt x="125" y="675"/>
                    <a:pt x="18" y="1063"/>
                  </a:cubicBezTo>
                  <a:cubicBezTo>
                    <a:pt x="0" y="1127"/>
                    <a:pt x="57" y="1169"/>
                    <a:pt x="112" y="1169"/>
                  </a:cubicBezTo>
                  <a:cubicBezTo>
                    <a:pt x="147" y="1169"/>
                    <a:pt x="181" y="1153"/>
                    <a:pt x="196" y="1115"/>
                  </a:cubicBezTo>
                  <a:cubicBezTo>
                    <a:pt x="342" y="764"/>
                    <a:pt x="506" y="435"/>
                    <a:pt x="753" y="138"/>
                  </a:cubicBezTo>
                  <a:cubicBezTo>
                    <a:pt x="807" y="73"/>
                    <a:pt x="746" y="0"/>
                    <a:pt x="6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9500" lIns="91425" spcFirstLastPara="1" rIns="91425" wrap="square" tIns="29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71" name="Google Shape;2371;p16"/>
            <p:cNvSpPr/>
            <p:nvPr/>
          </p:nvSpPr>
          <p:spPr>
            <a:xfrm>
              <a:off x="8651520" y="4566600"/>
              <a:ext cx="68761" cy="40320"/>
            </a:xfrm>
            <a:custGeom>
              <a:rect b="b" l="l" r="r" t="t"/>
              <a:pathLst>
                <a:path extrusionOk="0" h="807" w="1372">
                  <a:moveTo>
                    <a:pt x="1022" y="195"/>
                  </a:moveTo>
                  <a:cubicBezTo>
                    <a:pt x="1015" y="202"/>
                    <a:pt x="1007" y="207"/>
                    <a:pt x="1001" y="219"/>
                  </a:cubicBezTo>
                  <a:cubicBezTo>
                    <a:pt x="915" y="367"/>
                    <a:pt x="806" y="481"/>
                    <a:pt x="643" y="543"/>
                  </a:cubicBezTo>
                  <a:cubicBezTo>
                    <a:pt x="584" y="565"/>
                    <a:pt x="503" y="584"/>
                    <a:pt x="434" y="584"/>
                  </a:cubicBezTo>
                  <a:cubicBezTo>
                    <a:pt x="326" y="584"/>
                    <a:pt x="249" y="538"/>
                    <a:pt x="338" y="386"/>
                  </a:cubicBezTo>
                  <a:cubicBezTo>
                    <a:pt x="454" y="190"/>
                    <a:pt x="756" y="202"/>
                    <a:pt x="1022" y="195"/>
                  </a:cubicBezTo>
                  <a:close/>
                  <a:moveTo>
                    <a:pt x="849" y="1"/>
                  </a:moveTo>
                  <a:cubicBezTo>
                    <a:pt x="659" y="1"/>
                    <a:pt x="470" y="33"/>
                    <a:pt x="334" y="105"/>
                  </a:cubicBezTo>
                  <a:cubicBezTo>
                    <a:pt x="155" y="202"/>
                    <a:pt x="1" y="417"/>
                    <a:pt x="57" y="628"/>
                  </a:cubicBezTo>
                  <a:cubicBezTo>
                    <a:pt x="95" y="767"/>
                    <a:pt x="241" y="807"/>
                    <a:pt x="386" y="807"/>
                  </a:cubicBezTo>
                  <a:cubicBezTo>
                    <a:pt x="463" y="807"/>
                    <a:pt x="539" y="796"/>
                    <a:pt x="599" y="783"/>
                  </a:cubicBezTo>
                  <a:cubicBezTo>
                    <a:pt x="854" y="726"/>
                    <a:pt x="1093" y="550"/>
                    <a:pt x="1184" y="298"/>
                  </a:cubicBezTo>
                  <a:cubicBezTo>
                    <a:pt x="1201" y="251"/>
                    <a:pt x="1185" y="212"/>
                    <a:pt x="1157" y="189"/>
                  </a:cubicBezTo>
                  <a:cubicBezTo>
                    <a:pt x="1225" y="183"/>
                    <a:pt x="1285" y="172"/>
                    <a:pt x="1334" y="155"/>
                  </a:cubicBezTo>
                  <a:cubicBezTo>
                    <a:pt x="1368" y="142"/>
                    <a:pt x="1371" y="90"/>
                    <a:pt x="1336" y="77"/>
                  </a:cubicBezTo>
                  <a:cubicBezTo>
                    <a:pt x="1202" y="28"/>
                    <a:pt x="1025" y="1"/>
                    <a:pt x="8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0150" lIns="91425" spcFirstLastPara="1" rIns="91425" wrap="square" tIns="201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72" name="Google Shape;2372;p16"/>
            <p:cNvSpPr/>
            <p:nvPr/>
          </p:nvSpPr>
          <p:spPr>
            <a:xfrm>
              <a:off x="8636040" y="4602960"/>
              <a:ext cx="15120" cy="11880"/>
            </a:xfrm>
            <a:custGeom>
              <a:rect b="b" l="l" r="r" t="t"/>
              <a:pathLst>
                <a:path extrusionOk="0" h="245" w="310">
                  <a:moveTo>
                    <a:pt x="162" y="0"/>
                  </a:moveTo>
                  <a:cubicBezTo>
                    <a:pt x="83" y="0"/>
                    <a:pt x="1" y="72"/>
                    <a:pt x="37" y="168"/>
                  </a:cubicBezTo>
                  <a:cubicBezTo>
                    <a:pt x="59" y="222"/>
                    <a:pt x="103" y="244"/>
                    <a:pt x="148" y="244"/>
                  </a:cubicBezTo>
                  <a:cubicBezTo>
                    <a:pt x="227" y="244"/>
                    <a:pt x="309" y="173"/>
                    <a:pt x="271" y="76"/>
                  </a:cubicBezTo>
                  <a:cubicBezTo>
                    <a:pt x="250" y="23"/>
                    <a:pt x="207" y="0"/>
                    <a:pt x="1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100" lIns="91425" spcFirstLastPara="1" rIns="91425" wrap="square" tIns="6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73" name="Google Shape;2373;p16"/>
            <p:cNvSpPr/>
            <p:nvPr/>
          </p:nvSpPr>
          <p:spPr>
            <a:xfrm>
              <a:off x="8562960" y="4589640"/>
              <a:ext cx="15480" cy="12240"/>
            </a:xfrm>
            <a:custGeom>
              <a:rect b="b" l="l" r="r" t="t"/>
              <a:pathLst>
                <a:path extrusionOk="0" h="251" w="316">
                  <a:moveTo>
                    <a:pt x="166" y="0"/>
                  </a:moveTo>
                  <a:cubicBezTo>
                    <a:pt x="85" y="0"/>
                    <a:pt x="0" y="74"/>
                    <a:pt x="40" y="173"/>
                  </a:cubicBezTo>
                  <a:cubicBezTo>
                    <a:pt x="61" y="228"/>
                    <a:pt x="105" y="250"/>
                    <a:pt x="150" y="250"/>
                  </a:cubicBezTo>
                  <a:cubicBezTo>
                    <a:pt x="231" y="250"/>
                    <a:pt x="315" y="177"/>
                    <a:pt x="276" y="78"/>
                  </a:cubicBezTo>
                  <a:cubicBezTo>
                    <a:pt x="255" y="23"/>
                    <a:pt x="211" y="0"/>
                    <a:pt x="1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100" lIns="91425" spcFirstLastPara="1" rIns="91425" wrap="square" tIns="6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74" name="Google Shape;2374;p16"/>
            <p:cNvSpPr/>
            <p:nvPr/>
          </p:nvSpPr>
          <p:spPr>
            <a:xfrm>
              <a:off x="8703360" y="4508640"/>
              <a:ext cx="15840" cy="15840"/>
            </a:xfrm>
            <a:custGeom>
              <a:rect b="b" l="l" r="r" t="t"/>
              <a:pathLst>
                <a:path extrusionOk="0" h="322" w="321">
                  <a:moveTo>
                    <a:pt x="183" y="1"/>
                  </a:moveTo>
                  <a:cubicBezTo>
                    <a:pt x="144" y="1"/>
                    <a:pt x="104" y="20"/>
                    <a:pt x="78" y="66"/>
                  </a:cubicBezTo>
                  <a:cubicBezTo>
                    <a:pt x="62" y="94"/>
                    <a:pt x="42" y="121"/>
                    <a:pt x="32" y="152"/>
                  </a:cubicBezTo>
                  <a:cubicBezTo>
                    <a:pt x="0" y="251"/>
                    <a:pt x="73" y="321"/>
                    <a:pt x="148" y="321"/>
                  </a:cubicBezTo>
                  <a:cubicBezTo>
                    <a:pt x="189" y="321"/>
                    <a:pt x="230" y="301"/>
                    <a:pt x="256" y="252"/>
                  </a:cubicBezTo>
                  <a:cubicBezTo>
                    <a:pt x="272" y="222"/>
                    <a:pt x="280" y="191"/>
                    <a:pt x="290" y="159"/>
                  </a:cubicBezTo>
                  <a:cubicBezTo>
                    <a:pt x="321" y="67"/>
                    <a:pt x="254" y="1"/>
                    <a:pt x="1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900" lIns="91425" spcFirstLastPara="1" rIns="91425" wrap="square" tIns="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75" name="Google Shape;2375;p16"/>
            <p:cNvSpPr/>
            <p:nvPr/>
          </p:nvSpPr>
          <p:spPr>
            <a:xfrm>
              <a:off x="8890560" y="4424760"/>
              <a:ext cx="20160" cy="14760"/>
            </a:xfrm>
            <a:custGeom>
              <a:rect b="b" l="l" r="r" t="t"/>
              <a:pathLst>
                <a:path extrusionOk="0" h="297" w="406">
                  <a:moveTo>
                    <a:pt x="248" y="0"/>
                  </a:moveTo>
                  <a:cubicBezTo>
                    <a:pt x="232" y="0"/>
                    <a:pt x="216" y="4"/>
                    <a:pt x="201" y="11"/>
                  </a:cubicBezTo>
                  <a:lnTo>
                    <a:pt x="137" y="42"/>
                  </a:lnTo>
                  <a:cubicBezTo>
                    <a:pt x="1" y="112"/>
                    <a:pt x="56" y="297"/>
                    <a:pt x="189" y="297"/>
                  </a:cubicBezTo>
                  <a:cubicBezTo>
                    <a:pt x="204" y="297"/>
                    <a:pt x="219" y="295"/>
                    <a:pt x="235" y="290"/>
                  </a:cubicBezTo>
                  <a:lnTo>
                    <a:pt x="303" y="270"/>
                  </a:lnTo>
                  <a:cubicBezTo>
                    <a:pt x="374" y="250"/>
                    <a:pt x="405" y="155"/>
                    <a:pt x="381" y="90"/>
                  </a:cubicBezTo>
                  <a:cubicBezTo>
                    <a:pt x="361" y="41"/>
                    <a:pt x="304" y="0"/>
                    <a:pt x="2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550" lIns="91425" spcFirstLastPara="1" rIns="91425" wrap="square" tIns="75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76" name="Google Shape;2376;p16"/>
            <p:cNvSpPr/>
            <p:nvPr/>
          </p:nvSpPr>
          <p:spPr>
            <a:xfrm>
              <a:off x="8802360" y="4421520"/>
              <a:ext cx="20160" cy="14400"/>
            </a:xfrm>
            <a:custGeom>
              <a:rect b="b" l="l" r="r" t="t"/>
              <a:pathLst>
                <a:path extrusionOk="0" h="295" w="405">
                  <a:moveTo>
                    <a:pt x="249" y="0"/>
                  </a:moveTo>
                  <a:cubicBezTo>
                    <a:pt x="232" y="0"/>
                    <a:pt x="216" y="4"/>
                    <a:pt x="200" y="11"/>
                  </a:cubicBezTo>
                  <a:lnTo>
                    <a:pt x="138" y="43"/>
                  </a:lnTo>
                  <a:cubicBezTo>
                    <a:pt x="1" y="112"/>
                    <a:pt x="57" y="295"/>
                    <a:pt x="188" y="295"/>
                  </a:cubicBezTo>
                  <a:cubicBezTo>
                    <a:pt x="203" y="295"/>
                    <a:pt x="218" y="293"/>
                    <a:pt x="234" y="288"/>
                  </a:cubicBezTo>
                  <a:lnTo>
                    <a:pt x="301" y="268"/>
                  </a:lnTo>
                  <a:cubicBezTo>
                    <a:pt x="372" y="250"/>
                    <a:pt x="404" y="155"/>
                    <a:pt x="379" y="89"/>
                  </a:cubicBezTo>
                  <a:cubicBezTo>
                    <a:pt x="360" y="40"/>
                    <a:pt x="304" y="0"/>
                    <a:pt x="2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200" lIns="91425" spcFirstLastPara="1" rIns="91425" wrap="square" tIns="7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77" name="Google Shape;2377;p16"/>
            <p:cNvSpPr/>
            <p:nvPr/>
          </p:nvSpPr>
          <p:spPr>
            <a:xfrm>
              <a:off x="8440920" y="4298760"/>
              <a:ext cx="210602" cy="248395"/>
            </a:xfrm>
            <a:custGeom>
              <a:rect b="b" l="l" r="r" t="t"/>
              <a:pathLst>
                <a:path extrusionOk="0" h="4939" w="4189">
                  <a:moveTo>
                    <a:pt x="1980" y="278"/>
                  </a:moveTo>
                  <a:cubicBezTo>
                    <a:pt x="2148" y="278"/>
                    <a:pt x="2326" y="308"/>
                    <a:pt x="2510" y="373"/>
                  </a:cubicBezTo>
                  <a:cubicBezTo>
                    <a:pt x="2517" y="374"/>
                    <a:pt x="2524" y="375"/>
                    <a:pt x="2532" y="375"/>
                  </a:cubicBezTo>
                  <a:cubicBezTo>
                    <a:pt x="2818" y="604"/>
                    <a:pt x="2883" y="897"/>
                    <a:pt x="2755" y="1261"/>
                  </a:cubicBezTo>
                  <a:cubicBezTo>
                    <a:pt x="2707" y="1401"/>
                    <a:pt x="2621" y="1529"/>
                    <a:pt x="2602" y="1681"/>
                  </a:cubicBezTo>
                  <a:cubicBezTo>
                    <a:pt x="2574" y="1948"/>
                    <a:pt x="2704" y="2148"/>
                    <a:pt x="2899" y="2317"/>
                  </a:cubicBezTo>
                  <a:cubicBezTo>
                    <a:pt x="3297" y="2661"/>
                    <a:pt x="3777" y="3040"/>
                    <a:pt x="3762" y="3632"/>
                  </a:cubicBezTo>
                  <a:cubicBezTo>
                    <a:pt x="3743" y="4250"/>
                    <a:pt x="2884" y="4709"/>
                    <a:pt x="2288" y="4709"/>
                  </a:cubicBezTo>
                  <a:cubicBezTo>
                    <a:pt x="2234" y="4709"/>
                    <a:pt x="2182" y="4705"/>
                    <a:pt x="2133" y="4698"/>
                  </a:cubicBezTo>
                  <a:cubicBezTo>
                    <a:pt x="1001" y="4515"/>
                    <a:pt x="467" y="3139"/>
                    <a:pt x="441" y="2124"/>
                  </a:cubicBezTo>
                  <a:cubicBezTo>
                    <a:pt x="421" y="1155"/>
                    <a:pt x="1066" y="278"/>
                    <a:pt x="1980" y="278"/>
                  </a:cubicBezTo>
                  <a:close/>
                  <a:moveTo>
                    <a:pt x="1903" y="1"/>
                  </a:moveTo>
                  <a:cubicBezTo>
                    <a:pt x="1145" y="1"/>
                    <a:pt x="433" y="745"/>
                    <a:pt x="268" y="1482"/>
                  </a:cubicBezTo>
                  <a:cubicBezTo>
                    <a:pt x="1" y="2678"/>
                    <a:pt x="553" y="4400"/>
                    <a:pt x="1785" y="4855"/>
                  </a:cubicBezTo>
                  <a:cubicBezTo>
                    <a:pt x="1938" y="4912"/>
                    <a:pt x="2108" y="4939"/>
                    <a:pt x="2284" y="4939"/>
                  </a:cubicBezTo>
                  <a:cubicBezTo>
                    <a:pt x="3168" y="4939"/>
                    <a:pt x="4189" y="4257"/>
                    <a:pt x="3949" y="3323"/>
                  </a:cubicBezTo>
                  <a:cubicBezTo>
                    <a:pt x="3876" y="3044"/>
                    <a:pt x="3757" y="2741"/>
                    <a:pt x="3562" y="2524"/>
                  </a:cubicBezTo>
                  <a:cubicBezTo>
                    <a:pt x="3429" y="2376"/>
                    <a:pt x="3257" y="2288"/>
                    <a:pt x="3110" y="2164"/>
                  </a:cubicBezTo>
                  <a:cubicBezTo>
                    <a:pt x="2832" y="1934"/>
                    <a:pt x="2896" y="1678"/>
                    <a:pt x="2991" y="1365"/>
                  </a:cubicBezTo>
                  <a:cubicBezTo>
                    <a:pt x="3138" y="883"/>
                    <a:pt x="3161" y="340"/>
                    <a:pt x="2570" y="147"/>
                  </a:cubicBezTo>
                  <a:cubicBezTo>
                    <a:pt x="2559" y="143"/>
                    <a:pt x="2548" y="142"/>
                    <a:pt x="2537" y="142"/>
                  </a:cubicBezTo>
                  <a:cubicBezTo>
                    <a:pt x="2517" y="142"/>
                    <a:pt x="2498" y="148"/>
                    <a:pt x="2481" y="157"/>
                  </a:cubicBezTo>
                  <a:cubicBezTo>
                    <a:pt x="2290" y="49"/>
                    <a:pt x="2095" y="1"/>
                    <a:pt x="19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78" name="Google Shape;2378;p16"/>
            <p:cNvSpPr/>
            <p:nvPr/>
          </p:nvSpPr>
          <p:spPr>
            <a:xfrm>
              <a:off x="8452080" y="4533120"/>
              <a:ext cx="22680" cy="16200"/>
            </a:xfrm>
            <a:custGeom>
              <a:rect b="b" l="l" r="r" t="t"/>
              <a:pathLst>
                <a:path extrusionOk="0" h="331" w="459">
                  <a:moveTo>
                    <a:pt x="203" y="0"/>
                  </a:moveTo>
                  <a:cubicBezTo>
                    <a:pt x="67" y="0"/>
                    <a:pt x="0" y="201"/>
                    <a:pt x="146" y="274"/>
                  </a:cubicBezTo>
                  <a:cubicBezTo>
                    <a:pt x="174" y="288"/>
                    <a:pt x="204" y="303"/>
                    <a:pt x="233" y="318"/>
                  </a:cubicBezTo>
                  <a:cubicBezTo>
                    <a:pt x="251" y="326"/>
                    <a:pt x="270" y="330"/>
                    <a:pt x="289" y="330"/>
                  </a:cubicBezTo>
                  <a:cubicBezTo>
                    <a:pt x="347" y="330"/>
                    <a:pt x="404" y="294"/>
                    <a:pt x="428" y="241"/>
                  </a:cubicBezTo>
                  <a:cubicBezTo>
                    <a:pt x="459" y="170"/>
                    <a:pt x="428" y="75"/>
                    <a:pt x="352" y="47"/>
                  </a:cubicBezTo>
                  <a:cubicBezTo>
                    <a:pt x="323" y="36"/>
                    <a:pt x="290" y="23"/>
                    <a:pt x="260" y="11"/>
                  </a:cubicBezTo>
                  <a:cubicBezTo>
                    <a:pt x="240" y="4"/>
                    <a:pt x="221" y="0"/>
                    <a:pt x="2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8275" lIns="91425" spcFirstLastPara="1" rIns="91425" wrap="square" tIns="8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79" name="Google Shape;2379;p16"/>
            <p:cNvSpPr/>
            <p:nvPr/>
          </p:nvSpPr>
          <p:spPr>
            <a:xfrm>
              <a:off x="8667000" y="4458960"/>
              <a:ext cx="14400" cy="11520"/>
            </a:xfrm>
            <a:custGeom>
              <a:rect b="b" l="l" r="r" t="t"/>
              <a:pathLst>
                <a:path extrusionOk="0" h="234" w="292">
                  <a:moveTo>
                    <a:pt x="153" y="0"/>
                  </a:moveTo>
                  <a:cubicBezTo>
                    <a:pt x="78" y="0"/>
                    <a:pt x="1" y="69"/>
                    <a:pt x="37" y="161"/>
                  </a:cubicBezTo>
                  <a:cubicBezTo>
                    <a:pt x="56" y="212"/>
                    <a:pt x="97" y="233"/>
                    <a:pt x="139" y="233"/>
                  </a:cubicBezTo>
                  <a:cubicBezTo>
                    <a:pt x="214" y="233"/>
                    <a:pt x="292" y="165"/>
                    <a:pt x="256" y="74"/>
                  </a:cubicBezTo>
                  <a:cubicBezTo>
                    <a:pt x="237" y="22"/>
                    <a:pt x="195" y="0"/>
                    <a:pt x="1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750" lIns="91425" spcFirstLastPara="1" rIns="91425" wrap="square" tIns="5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80" name="Google Shape;2380;p16"/>
            <p:cNvSpPr/>
            <p:nvPr/>
          </p:nvSpPr>
          <p:spPr>
            <a:xfrm>
              <a:off x="8736120" y="4430160"/>
              <a:ext cx="11520" cy="9000"/>
            </a:xfrm>
            <a:custGeom>
              <a:rect b="b" l="l" r="r" t="t"/>
              <a:pathLst>
                <a:path extrusionOk="0" h="185" w="233">
                  <a:moveTo>
                    <a:pt x="123" y="0"/>
                  </a:moveTo>
                  <a:cubicBezTo>
                    <a:pt x="63" y="0"/>
                    <a:pt x="0" y="55"/>
                    <a:pt x="29" y="126"/>
                  </a:cubicBezTo>
                  <a:cubicBezTo>
                    <a:pt x="44" y="167"/>
                    <a:pt x="77" y="184"/>
                    <a:pt x="111" y="184"/>
                  </a:cubicBezTo>
                  <a:cubicBezTo>
                    <a:pt x="170" y="184"/>
                    <a:pt x="233" y="130"/>
                    <a:pt x="204" y="57"/>
                  </a:cubicBezTo>
                  <a:cubicBezTo>
                    <a:pt x="189" y="17"/>
                    <a:pt x="156" y="0"/>
                    <a:pt x="1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81" name="Google Shape;2381;p16"/>
            <p:cNvSpPr/>
            <p:nvPr/>
          </p:nvSpPr>
          <p:spPr>
            <a:xfrm>
              <a:off x="8476920" y="4321080"/>
              <a:ext cx="142200" cy="180358"/>
            </a:xfrm>
            <a:custGeom>
              <a:rect b="b" l="l" r="r" t="t"/>
              <a:pathLst>
                <a:path extrusionOk="0" h="3586" w="2830">
                  <a:moveTo>
                    <a:pt x="1435" y="462"/>
                  </a:moveTo>
                  <a:cubicBezTo>
                    <a:pt x="1466" y="565"/>
                    <a:pt x="1422" y="707"/>
                    <a:pt x="1365" y="844"/>
                  </a:cubicBezTo>
                  <a:cubicBezTo>
                    <a:pt x="1358" y="835"/>
                    <a:pt x="1348" y="825"/>
                    <a:pt x="1338" y="816"/>
                  </a:cubicBezTo>
                  <a:cubicBezTo>
                    <a:pt x="1368" y="700"/>
                    <a:pt x="1402" y="581"/>
                    <a:pt x="1435" y="462"/>
                  </a:cubicBezTo>
                  <a:close/>
                  <a:moveTo>
                    <a:pt x="1421" y="3083"/>
                  </a:moveTo>
                  <a:cubicBezTo>
                    <a:pt x="1429" y="3109"/>
                    <a:pt x="1442" y="3132"/>
                    <a:pt x="1457" y="3151"/>
                  </a:cubicBezTo>
                  <a:cubicBezTo>
                    <a:pt x="1423" y="3142"/>
                    <a:pt x="1388" y="3130"/>
                    <a:pt x="1353" y="3117"/>
                  </a:cubicBezTo>
                  <a:cubicBezTo>
                    <a:pt x="1375" y="3106"/>
                    <a:pt x="1396" y="3096"/>
                    <a:pt x="1421" y="3083"/>
                  </a:cubicBezTo>
                  <a:close/>
                  <a:moveTo>
                    <a:pt x="2054" y="2990"/>
                  </a:moveTo>
                  <a:lnTo>
                    <a:pt x="2054" y="2990"/>
                  </a:lnTo>
                  <a:cubicBezTo>
                    <a:pt x="1976" y="3123"/>
                    <a:pt x="1847" y="3176"/>
                    <a:pt x="1700" y="3181"/>
                  </a:cubicBezTo>
                  <a:cubicBezTo>
                    <a:pt x="1819" y="3142"/>
                    <a:pt x="1952" y="3076"/>
                    <a:pt x="2054" y="2990"/>
                  </a:cubicBezTo>
                  <a:close/>
                  <a:moveTo>
                    <a:pt x="1373" y="0"/>
                  </a:moveTo>
                  <a:cubicBezTo>
                    <a:pt x="1347" y="0"/>
                    <a:pt x="1323" y="7"/>
                    <a:pt x="1303" y="20"/>
                  </a:cubicBezTo>
                  <a:cubicBezTo>
                    <a:pt x="1252" y="10"/>
                    <a:pt x="1203" y="5"/>
                    <a:pt x="1155" y="5"/>
                  </a:cubicBezTo>
                  <a:cubicBezTo>
                    <a:pt x="481" y="5"/>
                    <a:pt x="47" y="916"/>
                    <a:pt x="28" y="1536"/>
                  </a:cubicBezTo>
                  <a:cubicBezTo>
                    <a:pt x="1" y="2433"/>
                    <a:pt x="628" y="3561"/>
                    <a:pt x="1630" y="3585"/>
                  </a:cubicBezTo>
                  <a:cubicBezTo>
                    <a:pt x="1639" y="3585"/>
                    <a:pt x="1647" y="3585"/>
                    <a:pt x="1655" y="3585"/>
                  </a:cubicBezTo>
                  <a:cubicBezTo>
                    <a:pt x="2479" y="3585"/>
                    <a:pt x="2829" y="2685"/>
                    <a:pt x="2261" y="2113"/>
                  </a:cubicBezTo>
                  <a:cubicBezTo>
                    <a:pt x="2095" y="1948"/>
                    <a:pt x="1863" y="1829"/>
                    <a:pt x="1727" y="1638"/>
                  </a:cubicBezTo>
                  <a:cubicBezTo>
                    <a:pt x="1466" y="1288"/>
                    <a:pt x="1735" y="1080"/>
                    <a:pt x="1807" y="754"/>
                  </a:cubicBezTo>
                  <a:cubicBezTo>
                    <a:pt x="1885" y="407"/>
                    <a:pt x="1765" y="93"/>
                    <a:pt x="1413" y="5"/>
                  </a:cubicBezTo>
                  <a:cubicBezTo>
                    <a:pt x="1400" y="2"/>
                    <a:pt x="1386" y="0"/>
                    <a:pt x="13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0350" lIns="91425" spcFirstLastPara="1" rIns="91425" wrap="square" tIns="90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82" name="Google Shape;2382;p16"/>
            <p:cNvSpPr/>
            <p:nvPr/>
          </p:nvSpPr>
          <p:spPr>
            <a:xfrm>
              <a:off x="8781480" y="4365360"/>
              <a:ext cx="14040" cy="11160"/>
            </a:xfrm>
            <a:custGeom>
              <a:rect b="b" l="l" r="r" t="t"/>
              <a:pathLst>
                <a:path extrusionOk="0" h="227" w="289">
                  <a:moveTo>
                    <a:pt x="151" y="0"/>
                  </a:moveTo>
                  <a:cubicBezTo>
                    <a:pt x="77" y="0"/>
                    <a:pt x="1" y="67"/>
                    <a:pt x="36" y="156"/>
                  </a:cubicBezTo>
                  <a:cubicBezTo>
                    <a:pt x="56" y="205"/>
                    <a:pt x="97" y="226"/>
                    <a:pt x="138" y="226"/>
                  </a:cubicBezTo>
                  <a:cubicBezTo>
                    <a:pt x="212" y="226"/>
                    <a:pt x="288" y="160"/>
                    <a:pt x="253" y="71"/>
                  </a:cubicBezTo>
                  <a:cubicBezTo>
                    <a:pt x="233" y="21"/>
                    <a:pt x="192" y="0"/>
                    <a:pt x="1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750" lIns="91425" spcFirstLastPara="1" rIns="91425" wrap="square" tIns="5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83" name="Google Shape;2383;p16"/>
            <p:cNvSpPr/>
            <p:nvPr/>
          </p:nvSpPr>
          <p:spPr>
            <a:xfrm>
              <a:off x="8683200" y="4351320"/>
              <a:ext cx="48241" cy="41399"/>
            </a:xfrm>
            <a:custGeom>
              <a:rect b="b" l="l" r="r" t="t"/>
              <a:pathLst>
                <a:path extrusionOk="0" h="826" w="964">
                  <a:moveTo>
                    <a:pt x="725" y="148"/>
                  </a:moveTo>
                  <a:cubicBezTo>
                    <a:pt x="694" y="255"/>
                    <a:pt x="687" y="370"/>
                    <a:pt x="631" y="469"/>
                  </a:cubicBezTo>
                  <a:cubicBezTo>
                    <a:pt x="588" y="545"/>
                    <a:pt x="482" y="640"/>
                    <a:pt x="386" y="640"/>
                  </a:cubicBezTo>
                  <a:cubicBezTo>
                    <a:pt x="345" y="640"/>
                    <a:pt x="307" y="623"/>
                    <a:pt x="276" y="581"/>
                  </a:cubicBezTo>
                  <a:cubicBezTo>
                    <a:pt x="205" y="483"/>
                    <a:pt x="260" y="334"/>
                    <a:pt x="339" y="259"/>
                  </a:cubicBezTo>
                  <a:cubicBezTo>
                    <a:pt x="440" y="167"/>
                    <a:pt x="587" y="148"/>
                    <a:pt x="725" y="148"/>
                  </a:cubicBezTo>
                  <a:close/>
                  <a:moveTo>
                    <a:pt x="642" y="0"/>
                  </a:moveTo>
                  <a:cubicBezTo>
                    <a:pt x="467" y="0"/>
                    <a:pt x="292" y="37"/>
                    <a:pt x="172" y="170"/>
                  </a:cubicBezTo>
                  <a:cubicBezTo>
                    <a:pt x="46" y="307"/>
                    <a:pt x="1" y="538"/>
                    <a:pt x="117" y="697"/>
                  </a:cubicBezTo>
                  <a:cubicBezTo>
                    <a:pt x="184" y="786"/>
                    <a:pt x="283" y="826"/>
                    <a:pt x="384" y="826"/>
                  </a:cubicBezTo>
                  <a:cubicBezTo>
                    <a:pt x="470" y="826"/>
                    <a:pt x="558" y="797"/>
                    <a:pt x="630" y="745"/>
                  </a:cubicBezTo>
                  <a:cubicBezTo>
                    <a:pt x="803" y="618"/>
                    <a:pt x="881" y="361"/>
                    <a:pt x="858" y="151"/>
                  </a:cubicBezTo>
                  <a:lnTo>
                    <a:pt x="858" y="151"/>
                  </a:lnTo>
                  <a:cubicBezTo>
                    <a:pt x="859" y="151"/>
                    <a:pt x="859" y="151"/>
                    <a:pt x="859" y="151"/>
                  </a:cubicBezTo>
                  <a:cubicBezTo>
                    <a:pt x="942" y="151"/>
                    <a:pt x="964" y="31"/>
                    <a:pt x="878" y="18"/>
                  </a:cubicBezTo>
                  <a:cubicBezTo>
                    <a:pt x="803" y="8"/>
                    <a:pt x="722" y="0"/>
                    <a:pt x="6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0875" lIns="91425" spcFirstLastPara="1" rIns="91425" wrap="square" tIns="20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84" name="Google Shape;2384;p16"/>
            <p:cNvSpPr/>
            <p:nvPr/>
          </p:nvSpPr>
          <p:spPr>
            <a:xfrm>
              <a:off x="8647920" y="4369680"/>
              <a:ext cx="11880" cy="9360"/>
            </a:xfrm>
            <a:custGeom>
              <a:rect b="b" l="l" r="r" t="t"/>
              <a:pathLst>
                <a:path extrusionOk="0" h="193" w="244">
                  <a:moveTo>
                    <a:pt x="127" y="1"/>
                  </a:moveTo>
                  <a:cubicBezTo>
                    <a:pt x="65" y="1"/>
                    <a:pt x="0" y="57"/>
                    <a:pt x="31" y="133"/>
                  </a:cubicBezTo>
                  <a:cubicBezTo>
                    <a:pt x="47" y="175"/>
                    <a:pt x="81" y="192"/>
                    <a:pt x="116" y="192"/>
                  </a:cubicBezTo>
                  <a:cubicBezTo>
                    <a:pt x="178" y="192"/>
                    <a:pt x="243" y="136"/>
                    <a:pt x="214" y="61"/>
                  </a:cubicBezTo>
                  <a:cubicBezTo>
                    <a:pt x="197" y="18"/>
                    <a:pt x="162" y="1"/>
                    <a:pt x="1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85" name="Google Shape;2385;p16"/>
            <p:cNvSpPr/>
            <p:nvPr/>
          </p:nvSpPr>
          <p:spPr>
            <a:xfrm>
              <a:off x="8411040" y="4442040"/>
              <a:ext cx="14400" cy="11160"/>
            </a:xfrm>
            <a:custGeom>
              <a:rect b="b" l="l" r="r" t="t"/>
              <a:pathLst>
                <a:path extrusionOk="0" h="232" w="291">
                  <a:moveTo>
                    <a:pt x="152" y="1"/>
                  </a:moveTo>
                  <a:cubicBezTo>
                    <a:pt x="77" y="1"/>
                    <a:pt x="0" y="69"/>
                    <a:pt x="35" y="160"/>
                  </a:cubicBezTo>
                  <a:cubicBezTo>
                    <a:pt x="55" y="211"/>
                    <a:pt x="96" y="232"/>
                    <a:pt x="138" y="232"/>
                  </a:cubicBezTo>
                  <a:cubicBezTo>
                    <a:pt x="213" y="232"/>
                    <a:pt x="291" y="164"/>
                    <a:pt x="255" y="73"/>
                  </a:cubicBezTo>
                  <a:cubicBezTo>
                    <a:pt x="235" y="22"/>
                    <a:pt x="194" y="1"/>
                    <a:pt x="1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750" lIns="91425" spcFirstLastPara="1" rIns="91425" wrap="square" tIns="5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86" name="Google Shape;2386;p16"/>
            <p:cNvSpPr/>
            <p:nvPr/>
          </p:nvSpPr>
          <p:spPr>
            <a:xfrm>
              <a:off x="8348760" y="4371840"/>
              <a:ext cx="56880" cy="53280"/>
            </a:xfrm>
            <a:custGeom>
              <a:rect b="b" l="l" r="r" t="t"/>
              <a:pathLst>
                <a:path extrusionOk="0" h="1063" w="1138">
                  <a:moveTo>
                    <a:pt x="274" y="243"/>
                  </a:moveTo>
                  <a:cubicBezTo>
                    <a:pt x="556" y="297"/>
                    <a:pt x="786" y="488"/>
                    <a:pt x="901" y="744"/>
                  </a:cubicBezTo>
                  <a:cubicBezTo>
                    <a:pt x="889" y="750"/>
                    <a:pt x="878" y="757"/>
                    <a:pt x="868" y="767"/>
                  </a:cubicBezTo>
                  <a:cubicBezTo>
                    <a:pt x="807" y="831"/>
                    <a:pt x="729" y="860"/>
                    <a:pt x="651" y="860"/>
                  </a:cubicBezTo>
                  <a:cubicBezTo>
                    <a:pt x="533" y="860"/>
                    <a:pt x="413" y="796"/>
                    <a:pt x="345" y="693"/>
                  </a:cubicBezTo>
                  <a:cubicBezTo>
                    <a:pt x="257" y="559"/>
                    <a:pt x="252" y="397"/>
                    <a:pt x="274" y="243"/>
                  </a:cubicBezTo>
                  <a:close/>
                  <a:moveTo>
                    <a:pt x="194" y="0"/>
                  </a:moveTo>
                  <a:cubicBezTo>
                    <a:pt x="133" y="0"/>
                    <a:pt x="85" y="32"/>
                    <a:pt x="69" y="97"/>
                  </a:cubicBezTo>
                  <a:cubicBezTo>
                    <a:pt x="1" y="401"/>
                    <a:pt x="38" y="780"/>
                    <a:pt x="321" y="970"/>
                  </a:cubicBezTo>
                  <a:cubicBezTo>
                    <a:pt x="415" y="1031"/>
                    <a:pt x="523" y="1063"/>
                    <a:pt x="631" y="1063"/>
                  </a:cubicBezTo>
                  <a:cubicBezTo>
                    <a:pt x="752" y="1063"/>
                    <a:pt x="871" y="1023"/>
                    <a:pt x="964" y="941"/>
                  </a:cubicBezTo>
                  <a:cubicBezTo>
                    <a:pt x="966" y="956"/>
                    <a:pt x="969" y="971"/>
                    <a:pt x="971" y="985"/>
                  </a:cubicBezTo>
                  <a:cubicBezTo>
                    <a:pt x="976" y="1023"/>
                    <a:pt x="1011" y="1044"/>
                    <a:pt x="1043" y="1044"/>
                  </a:cubicBezTo>
                  <a:cubicBezTo>
                    <a:pt x="1073" y="1044"/>
                    <a:pt x="1101" y="1027"/>
                    <a:pt x="1103" y="990"/>
                  </a:cubicBezTo>
                  <a:cubicBezTo>
                    <a:pt x="1137" y="468"/>
                    <a:pt x="723" y="16"/>
                    <a:pt x="202" y="0"/>
                  </a:cubicBezTo>
                  <a:cubicBezTo>
                    <a:pt x="199" y="0"/>
                    <a:pt x="197" y="0"/>
                    <a:pt x="1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6625" lIns="91425" spcFirstLastPara="1" rIns="91425" wrap="square" tIns="266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87" name="Google Shape;2387;p16"/>
            <p:cNvSpPr/>
            <p:nvPr/>
          </p:nvSpPr>
          <p:spPr>
            <a:xfrm>
              <a:off x="8337600" y="4420800"/>
              <a:ext cx="16200" cy="12960"/>
            </a:xfrm>
            <a:custGeom>
              <a:rect b="b" l="l" r="r" t="t"/>
              <a:pathLst>
                <a:path extrusionOk="0" h="263" w="330">
                  <a:moveTo>
                    <a:pt x="172" y="0"/>
                  </a:moveTo>
                  <a:cubicBezTo>
                    <a:pt x="88" y="0"/>
                    <a:pt x="1" y="77"/>
                    <a:pt x="42" y="180"/>
                  </a:cubicBezTo>
                  <a:cubicBezTo>
                    <a:pt x="64" y="238"/>
                    <a:pt x="111" y="262"/>
                    <a:pt x="158" y="262"/>
                  </a:cubicBezTo>
                  <a:cubicBezTo>
                    <a:pt x="242" y="262"/>
                    <a:pt x="330" y="185"/>
                    <a:pt x="290" y="82"/>
                  </a:cubicBezTo>
                  <a:cubicBezTo>
                    <a:pt x="267" y="25"/>
                    <a:pt x="220" y="0"/>
                    <a:pt x="1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475" lIns="91425" spcFirstLastPara="1" rIns="91425" wrap="square" tIns="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88" name="Google Shape;2388;p16"/>
            <p:cNvSpPr/>
            <p:nvPr/>
          </p:nvSpPr>
          <p:spPr>
            <a:xfrm>
              <a:off x="8634600" y="4281840"/>
              <a:ext cx="16200" cy="12240"/>
            </a:xfrm>
            <a:custGeom>
              <a:rect b="b" l="l" r="r" t="t"/>
              <a:pathLst>
                <a:path extrusionOk="0" h="248" w="326">
                  <a:moveTo>
                    <a:pt x="209" y="1"/>
                  </a:moveTo>
                  <a:cubicBezTo>
                    <a:pt x="194" y="1"/>
                    <a:pt x="179" y="4"/>
                    <a:pt x="162" y="12"/>
                  </a:cubicBezTo>
                  <a:lnTo>
                    <a:pt x="123" y="25"/>
                  </a:lnTo>
                  <a:cubicBezTo>
                    <a:pt x="0" y="63"/>
                    <a:pt x="55" y="247"/>
                    <a:pt x="160" y="247"/>
                  </a:cubicBezTo>
                  <a:cubicBezTo>
                    <a:pt x="174" y="247"/>
                    <a:pt x="189" y="244"/>
                    <a:pt x="205" y="236"/>
                  </a:cubicBezTo>
                  <a:lnTo>
                    <a:pt x="245" y="216"/>
                  </a:lnTo>
                  <a:cubicBezTo>
                    <a:pt x="315" y="195"/>
                    <a:pt x="325" y="130"/>
                    <a:pt x="301" y="76"/>
                  </a:cubicBezTo>
                  <a:cubicBezTo>
                    <a:pt x="286" y="35"/>
                    <a:pt x="253" y="1"/>
                    <a:pt x="2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100" lIns="91425" spcFirstLastPara="1" rIns="91425" wrap="square" tIns="6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89" name="Google Shape;2389;p16"/>
            <p:cNvSpPr/>
            <p:nvPr/>
          </p:nvSpPr>
          <p:spPr>
            <a:xfrm>
              <a:off x="8403840" y="4304880"/>
              <a:ext cx="20880" cy="15840"/>
            </a:xfrm>
            <a:custGeom>
              <a:rect b="b" l="l" r="r" t="t"/>
              <a:pathLst>
                <a:path extrusionOk="0" h="324" w="419">
                  <a:moveTo>
                    <a:pt x="267" y="0"/>
                  </a:moveTo>
                  <a:cubicBezTo>
                    <a:pt x="248" y="0"/>
                    <a:pt x="227" y="5"/>
                    <a:pt x="204" y="17"/>
                  </a:cubicBezTo>
                  <a:lnTo>
                    <a:pt x="163" y="30"/>
                  </a:lnTo>
                  <a:cubicBezTo>
                    <a:pt x="0" y="75"/>
                    <a:pt x="74" y="323"/>
                    <a:pt x="211" y="323"/>
                  </a:cubicBezTo>
                  <a:cubicBezTo>
                    <a:pt x="230" y="323"/>
                    <a:pt x="250" y="318"/>
                    <a:pt x="271" y="308"/>
                  </a:cubicBezTo>
                  <a:lnTo>
                    <a:pt x="311" y="286"/>
                  </a:lnTo>
                  <a:cubicBezTo>
                    <a:pt x="406" y="259"/>
                    <a:pt x="418" y="172"/>
                    <a:pt x="384" y="102"/>
                  </a:cubicBezTo>
                  <a:cubicBezTo>
                    <a:pt x="367" y="46"/>
                    <a:pt x="324" y="0"/>
                    <a:pt x="2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900" lIns="91425" spcFirstLastPara="1" rIns="91425" wrap="square" tIns="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90" name="Google Shape;2390;p16"/>
            <p:cNvSpPr/>
            <p:nvPr/>
          </p:nvSpPr>
          <p:spPr>
            <a:xfrm>
              <a:off x="8325720" y="4331160"/>
              <a:ext cx="21600" cy="17280"/>
            </a:xfrm>
            <a:custGeom>
              <a:rect b="b" l="l" r="r" t="t"/>
              <a:pathLst>
                <a:path extrusionOk="0" h="347" w="434">
                  <a:moveTo>
                    <a:pt x="244" y="1"/>
                  </a:moveTo>
                  <a:cubicBezTo>
                    <a:pt x="225" y="1"/>
                    <a:pt x="206" y="5"/>
                    <a:pt x="187" y="14"/>
                  </a:cubicBezTo>
                  <a:lnTo>
                    <a:pt x="125" y="46"/>
                  </a:lnTo>
                  <a:cubicBezTo>
                    <a:pt x="53" y="83"/>
                    <a:pt x="0" y="167"/>
                    <a:pt x="37" y="249"/>
                  </a:cubicBezTo>
                  <a:cubicBezTo>
                    <a:pt x="66" y="315"/>
                    <a:pt x="121" y="346"/>
                    <a:pt x="185" y="346"/>
                  </a:cubicBezTo>
                  <a:cubicBezTo>
                    <a:pt x="203" y="346"/>
                    <a:pt x="222" y="343"/>
                    <a:pt x="241" y="338"/>
                  </a:cubicBezTo>
                  <a:lnTo>
                    <a:pt x="308" y="320"/>
                  </a:lnTo>
                  <a:cubicBezTo>
                    <a:pt x="391" y="297"/>
                    <a:pt x="434" y="182"/>
                    <a:pt x="401" y="107"/>
                  </a:cubicBezTo>
                  <a:cubicBezTo>
                    <a:pt x="376" y="50"/>
                    <a:pt x="311" y="1"/>
                    <a:pt x="2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8625" lIns="91425" spcFirstLastPara="1" rIns="91425" wrap="square" tIns="86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91" name="Google Shape;2391;p16"/>
            <p:cNvSpPr/>
            <p:nvPr/>
          </p:nvSpPr>
          <p:spPr>
            <a:xfrm>
              <a:off x="8494920" y="4259880"/>
              <a:ext cx="23400" cy="18000"/>
            </a:xfrm>
            <a:custGeom>
              <a:rect b="b" l="l" r="r" t="t"/>
              <a:pathLst>
                <a:path extrusionOk="0" h="368" w="475">
                  <a:moveTo>
                    <a:pt x="296" y="1"/>
                  </a:moveTo>
                  <a:cubicBezTo>
                    <a:pt x="274" y="1"/>
                    <a:pt x="250" y="6"/>
                    <a:pt x="225" y="18"/>
                  </a:cubicBezTo>
                  <a:cubicBezTo>
                    <a:pt x="212" y="23"/>
                    <a:pt x="198" y="26"/>
                    <a:pt x="184" y="32"/>
                  </a:cubicBezTo>
                  <a:cubicBezTo>
                    <a:pt x="0" y="93"/>
                    <a:pt x="81" y="368"/>
                    <a:pt x="242" y="368"/>
                  </a:cubicBezTo>
                  <a:cubicBezTo>
                    <a:pt x="264" y="368"/>
                    <a:pt x="287" y="363"/>
                    <a:pt x="310" y="352"/>
                  </a:cubicBezTo>
                  <a:cubicBezTo>
                    <a:pt x="324" y="348"/>
                    <a:pt x="337" y="341"/>
                    <a:pt x="350" y="335"/>
                  </a:cubicBezTo>
                  <a:cubicBezTo>
                    <a:pt x="458" y="300"/>
                    <a:pt x="475" y="196"/>
                    <a:pt x="439" y="117"/>
                  </a:cubicBezTo>
                  <a:cubicBezTo>
                    <a:pt x="418" y="52"/>
                    <a:pt x="365" y="1"/>
                    <a:pt x="2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000" lIns="91425" spcFirstLastPara="1" rIns="91425" wrap="square" tIns="9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92" name="Google Shape;2392;p16"/>
            <p:cNvSpPr/>
            <p:nvPr/>
          </p:nvSpPr>
          <p:spPr>
            <a:xfrm>
              <a:off x="8261640" y="4360680"/>
              <a:ext cx="15120" cy="11880"/>
            </a:xfrm>
            <a:custGeom>
              <a:rect b="b" l="l" r="r" t="t"/>
              <a:pathLst>
                <a:path extrusionOk="0" h="243" w="306">
                  <a:moveTo>
                    <a:pt x="159" y="0"/>
                  </a:moveTo>
                  <a:cubicBezTo>
                    <a:pt x="81" y="0"/>
                    <a:pt x="0" y="72"/>
                    <a:pt x="38" y="167"/>
                  </a:cubicBezTo>
                  <a:cubicBezTo>
                    <a:pt x="58" y="220"/>
                    <a:pt x="101" y="243"/>
                    <a:pt x="145" y="243"/>
                  </a:cubicBezTo>
                  <a:cubicBezTo>
                    <a:pt x="224" y="243"/>
                    <a:pt x="305" y="171"/>
                    <a:pt x="267" y="76"/>
                  </a:cubicBezTo>
                  <a:cubicBezTo>
                    <a:pt x="246" y="23"/>
                    <a:pt x="203" y="0"/>
                    <a:pt x="1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100" lIns="91425" spcFirstLastPara="1" rIns="91425" wrap="square" tIns="6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93" name="Google Shape;2393;p16"/>
            <p:cNvSpPr/>
            <p:nvPr/>
          </p:nvSpPr>
          <p:spPr>
            <a:xfrm>
              <a:off x="8013240" y="4390200"/>
              <a:ext cx="26280" cy="63360"/>
            </a:xfrm>
            <a:custGeom>
              <a:rect b="b" l="l" r="r" t="t"/>
              <a:pathLst>
                <a:path extrusionOk="0" h="1266" w="530">
                  <a:moveTo>
                    <a:pt x="438" y="0"/>
                  </a:moveTo>
                  <a:cubicBezTo>
                    <a:pt x="403" y="0"/>
                    <a:pt x="369" y="21"/>
                    <a:pt x="361" y="68"/>
                  </a:cubicBezTo>
                  <a:cubicBezTo>
                    <a:pt x="302" y="447"/>
                    <a:pt x="167" y="788"/>
                    <a:pt x="26" y="1142"/>
                  </a:cubicBezTo>
                  <a:cubicBezTo>
                    <a:pt x="0" y="1203"/>
                    <a:pt x="57" y="1265"/>
                    <a:pt x="113" y="1265"/>
                  </a:cubicBezTo>
                  <a:cubicBezTo>
                    <a:pt x="135" y="1265"/>
                    <a:pt x="158" y="1255"/>
                    <a:pt x="174" y="1230"/>
                  </a:cubicBezTo>
                  <a:cubicBezTo>
                    <a:pt x="391" y="895"/>
                    <a:pt x="493" y="490"/>
                    <a:pt x="526" y="95"/>
                  </a:cubicBezTo>
                  <a:cubicBezTo>
                    <a:pt x="530" y="35"/>
                    <a:pt x="483" y="0"/>
                    <a:pt x="4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1675" lIns="91425" spcFirstLastPara="1" rIns="91425" wrap="square" tIns="31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94" name="Google Shape;2394;p16"/>
            <p:cNvSpPr/>
            <p:nvPr/>
          </p:nvSpPr>
          <p:spPr>
            <a:xfrm>
              <a:off x="8555760" y="4220640"/>
              <a:ext cx="12240" cy="9720"/>
            </a:xfrm>
            <a:custGeom>
              <a:rect b="b" l="l" r="r" t="t"/>
              <a:pathLst>
                <a:path extrusionOk="0" h="198" w="247">
                  <a:moveTo>
                    <a:pt x="129" y="1"/>
                  </a:moveTo>
                  <a:cubicBezTo>
                    <a:pt x="66" y="1"/>
                    <a:pt x="0" y="59"/>
                    <a:pt x="30" y="136"/>
                  </a:cubicBezTo>
                  <a:cubicBezTo>
                    <a:pt x="46" y="179"/>
                    <a:pt x="81" y="197"/>
                    <a:pt x="117" y="197"/>
                  </a:cubicBezTo>
                  <a:cubicBezTo>
                    <a:pt x="180" y="197"/>
                    <a:pt x="247" y="139"/>
                    <a:pt x="216" y="62"/>
                  </a:cubicBezTo>
                  <a:cubicBezTo>
                    <a:pt x="199" y="19"/>
                    <a:pt x="165" y="1"/>
                    <a:pt x="1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95" name="Google Shape;2395;p16"/>
            <p:cNvSpPr/>
            <p:nvPr/>
          </p:nvSpPr>
          <p:spPr>
            <a:xfrm>
              <a:off x="8442360" y="4212000"/>
              <a:ext cx="63720" cy="33841"/>
            </a:xfrm>
            <a:custGeom>
              <a:rect b="b" l="l" r="r" t="t"/>
              <a:pathLst>
                <a:path extrusionOk="0" h="682" w="1273">
                  <a:moveTo>
                    <a:pt x="850" y="1"/>
                  </a:moveTo>
                  <a:cubicBezTo>
                    <a:pt x="687" y="1"/>
                    <a:pt x="523" y="31"/>
                    <a:pt x="371" y="92"/>
                  </a:cubicBezTo>
                  <a:cubicBezTo>
                    <a:pt x="219" y="151"/>
                    <a:pt x="1" y="275"/>
                    <a:pt x="85" y="470"/>
                  </a:cubicBezTo>
                  <a:cubicBezTo>
                    <a:pt x="154" y="639"/>
                    <a:pt x="406" y="681"/>
                    <a:pt x="566" y="681"/>
                  </a:cubicBezTo>
                  <a:cubicBezTo>
                    <a:pt x="779" y="680"/>
                    <a:pt x="1018" y="596"/>
                    <a:pt x="1147" y="421"/>
                  </a:cubicBezTo>
                  <a:cubicBezTo>
                    <a:pt x="1204" y="344"/>
                    <a:pt x="1141" y="253"/>
                    <a:pt x="1065" y="253"/>
                  </a:cubicBezTo>
                  <a:cubicBezTo>
                    <a:pt x="1045" y="253"/>
                    <a:pt x="1024" y="259"/>
                    <a:pt x="1004" y="273"/>
                  </a:cubicBezTo>
                  <a:cubicBezTo>
                    <a:pt x="892" y="350"/>
                    <a:pt x="793" y="422"/>
                    <a:pt x="657" y="443"/>
                  </a:cubicBezTo>
                  <a:cubicBezTo>
                    <a:pt x="650" y="444"/>
                    <a:pt x="631" y="445"/>
                    <a:pt x="604" y="445"/>
                  </a:cubicBezTo>
                  <a:cubicBezTo>
                    <a:pt x="506" y="445"/>
                    <a:pt x="314" y="435"/>
                    <a:pt x="325" y="391"/>
                  </a:cubicBezTo>
                  <a:cubicBezTo>
                    <a:pt x="341" y="324"/>
                    <a:pt x="623" y="259"/>
                    <a:pt x="683" y="248"/>
                  </a:cubicBezTo>
                  <a:cubicBezTo>
                    <a:pt x="764" y="231"/>
                    <a:pt x="845" y="225"/>
                    <a:pt x="926" y="225"/>
                  </a:cubicBezTo>
                  <a:cubicBezTo>
                    <a:pt x="990" y="225"/>
                    <a:pt x="1055" y="229"/>
                    <a:pt x="1119" y="235"/>
                  </a:cubicBezTo>
                  <a:cubicBezTo>
                    <a:pt x="1123" y="235"/>
                    <a:pt x="1128" y="236"/>
                    <a:pt x="1132" y="236"/>
                  </a:cubicBezTo>
                  <a:cubicBezTo>
                    <a:pt x="1251" y="236"/>
                    <a:pt x="1272" y="65"/>
                    <a:pt x="1150" y="36"/>
                  </a:cubicBezTo>
                  <a:cubicBezTo>
                    <a:pt x="1052" y="13"/>
                    <a:pt x="951" y="1"/>
                    <a:pt x="8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6900" lIns="91425" spcFirstLastPara="1" rIns="91425" wrap="square" tIns="16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96" name="Google Shape;2396;p16"/>
            <p:cNvSpPr/>
            <p:nvPr/>
          </p:nvSpPr>
          <p:spPr>
            <a:xfrm>
              <a:off x="8394840" y="4233240"/>
              <a:ext cx="20880" cy="15840"/>
            </a:xfrm>
            <a:custGeom>
              <a:rect b="b" l="l" r="r" t="t"/>
              <a:pathLst>
                <a:path extrusionOk="0" h="321" w="420">
                  <a:moveTo>
                    <a:pt x="264" y="1"/>
                  </a:moveTo>
                  <a:cubicBezTo>
                    <a:pt x="246" y="1"/>
                    <a:pt x="225" y="5"/>
                    <a:pt x="204" y="16"/>
                  </a:cubicBezTo>
                  <a:cubicBezTo>
                    <a:pt x="191" y="21"/>
                    <a:pt x="177" y="26"/>
                    <a:pt x="163" y="30"/>
                  </a:cubicBezTo>
                  <a:cubicBezTo>
                    <a:pt x="1" y="80"/>
                    <a:pt x="74" y="320"/>
                    <a:pt x="212" y="320"/>
                  </a:cubicBezTo>
                  <a:cubicBezTo>
                    <a:pt x="231" y="320"/>
                    <a:pt x="250" y="316"/>
                    <a:pt x="271" y="306"/>
                  </a:cubicBezTo>
                  <a:cubicBezTo>
                    <a:pt x="285" y="302"/>
                    <a:pt x="298" y="296"/>
                    <a:pt x="310" y="289"/>
                  </a:cubicBezTo>
                  <a:cubicBezTo>
                    <a:pt x="404" y="259"/>
                    <a:pt x="420" y="170"/>
                    <a:pt x="388" y="101"/>
                  </a:cubicBezTo>
                  <a:cubicBezTo>
                    <a:pt x="369" y="46"/>
                    <a:pt x="324" y="1"/>
                    <a:pt x="2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900" lIns="91425" spcFirstLastPara="1" rIns="91425" wrap="square" tIns="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97" name="Google Shape;2397;p16"/>
            <p:cNvSpPr/>
            <p:nvPr/>
          </p:nvSpPr>
          <p:spPr>
            <a:xfrm>
              <a:off x="8318160" y="4271400"/>
              <a:ext cx="13680" cy="10800"/>
            </a:xfrm>
            <a:custGeom>
              <a:rect b="b" l="l" r="r" t="t"/>
              <a:pathLst>
                <a:path extrusionOk="0" h="218" w="277">
                  <a:moveTo>
                    <a:pt x="145" y="0"/>
                  </a:moveTo>
                  <a:cubicBezTo>
                    <a:pt x="74" y="0"/>
                    <a:pt x="1" y="65"/>
                    <a:pt x="35" y="150"/>
                  </a:cubicBezTo>
                  <a:cubicBezTo>
                    <a:pt x="53" y="198"/>
                    <a:pt x="92" y="217"/>
                    <a:pt x="131" y="217"/>
                  </a:cubicBezTo>
                  <a:cubicBezTo>
                    <a:pt x="202" y="217"/>
                    <a:pt x="276" y="154"/>
                    <a:pt x="241" y="68"/>
                  </a:cubicBezTo>
                  <a:cubicBezTo>
                    <a:pt x="223" y="20"/>
                    <a:pt x="184" y="0"/>
                    <a:pt x="1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400" lIns="91425" spcFirstLastPara="1" rIns="91425" wrap="square" tIns="5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98" name="Google Shape;2398;p16"/>
            <p:cNvSpPr/>
            <p:nvPr/>
          </p:nvSpPr>
          <p:spPr>
            <a:xfrm>
              <a:off x="8240400" y="4282200"/>
              <a:ext cx="20880" cy="16560"/>
            </a:xfrm>
            <a:custGeom>
              <a:rect b="b" l="l" r="r" t="t"/>
              <a:pathLst>
                <a:path extrusionOk="0" h="335" w="420">
                  <a:moveTo>
                    <a:pt x="219" y="1"/>
                  </a:moveTo>
                  <a:cubicBezTo>
                    <a:pt x="111" y="1"/>
                    <a:pt x="0" y="98"/>
                    <a:pt x="52" y="229"/>
                  </a:cubicBezTo>
                  <a:cubicBezTo>
                    <a:pt x="81" y="303"/>
                    <a:pt x="141" y="334"/>
                    <a:pt x="202" y="334"/>
                  </a:cubicBezTo>
                  <a:cubicBezTo>
                    <a:pt x="309" y="334"/>
                    <a:pt x="420" y="237"/>
                    <a:pt x="369" y="106"/>
                  </a:cubicBezTo>
                  <a:cubicBezTo>
                    <a:pt x="340" y="32"/>
                    <a:pt x="280" y="1"/>
                    <a:pt x="2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8275" lIns="91425" spcFirstLastPara="1" rIns="91425" wrap="square" tIns="8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99" name="Google Shape;2399;p16"/>
            <p:cNvSpPr/>
            <p:nvPr/>
          </p:nvSpPr>
          <p:spPr>
            <a:xfrm>
              <a:off x="8155800" y="4226760"/>
              <a:ext cx="47879" cy="77401"/>
            </a:xfrm>
            <a:custGeom>
              <a:rect b="b" l="l" r="r" t="t"/>
              <a:pathLst>
                <a:path extrusionOk="0" h="1544" w="956">
                  <a:moveTo>
                    <a:pt x="262" y="0"/>
                  </a:moveTo>
                  <a:cubicBezTo>
                    <a:pt x="246" y="0"/>
                    <a:pt x="230" y="5"/>
                    <a:pt x="219" y="16"/>
                  </a:cubicBezTo>
                  <a:cubicBezTo>
                    <a:pt x="0" y="216"/>
                    <a:pt x="105" y="722"/>
                    <a:pt x="170" y="967"/>
                  </a:cubicBezTo>
                  <a:cubicBezTo>
                    <a:pt x="226" y="1174"/>
                    <a:pt x="360" y="1544"/>
                    <a:pt x="633" y="1544"/>
                  </a:cubicBezTo>
                  <a:cubicBezTo>
                    <a:pt x="644" y="1544"/>
                    <a:pt x="654" y="1543"/>
                    <a:pt x="665" y="1542"/>
                  </a:cubicBezTo>
                  <a:cubicBezTo>
                    <a:pt x="955" y="1512"/>
                    <a:pt x="937" y="1082"/>
                    <a:pt x="914" y="869"/>
                  </a:cubicBezTo>
                  <a:cubicBezTo>
                    <a:pt x="888" y="606"/>
                    <a:pt x="726" y="274"/>
                    <a:pt x="428" y="274"/>
                  </a:cubicBezTo>
                  <a:cubicBezTo>
                    <a:pt x="418" y="274"/>
                    <a:pt x="408" y="275"/>
                    <a:pt x="397" y="275"/>
                  </a:cubicBezTo>
                  <a:cubicBezTo>
                    <a:pt x="349" y="280"/>
                    <a:pt x="330" y="312"/>
                    <a:pt x="332" y="348"/>
                  </a:cubicBezTo>
                  <a:cubicBezTo>
                    <a:pt x="333" y="376"/>
                    <a:pt x="347" y="404"/>
                    <a:pt x="374" y="421"/>
                  </a:cubicBezTo>
                  <a:cubicBezTo>
                    <a:pt x="567" y="535"/>
                    <a:pt x="688" y="655"/>
                    <a:pt x="710" y="890"/>
                  </a:cubicBezTo>
                  <a:cubicBezTo>
                    <a:pt x="717" y="964"/>
                    <a:pt x="734" y="1111"/>
                    <a:pt x="700" y="1181"/>
                  </a:cubicBezTo>
                  <a:cubicBezTo>
                    <a:pt x="671" y="1242"/>
                    <a:pt x="633" y="1271"/>
                    <a:pt x="592" y="1271"/>
                  </a:cubicBezTo>
                  <a:cubicBezTo>
                    <a:pt x="545" y="1271"/>
                    <a:pt x="495" y="1232"/>
                    <a:pt x="454" y="1158"/>
                  </a:cubicBezTo>
                  <a:cubicBezTo>
                    <a:pt x="376" y="1019"/>
                    <a:pt x="340" y="842"/>
                    <a:pt x="316" y="688"/>
                  </a:cubicBezTo>
                  <a:cubicBezTo>
                    <a:pt x="304" y="610"/>
                    <a:pt x="296" y="532"/>
                    <a:pt x="292" y="454"/>
                  </a:cubicBezTo>
                  <a:lnTo>
                    <a:pt x="292" y="348"/>
                  </a:lnTo>
                  <a:lnTo>
                    <a:pt x="292" y="291"/>
                  </a:lnTo>
                  <a:cubicBezTo>
                    <a:pt x="306" y="253"/>
                    <a:pt x="306" y="217"/>
                    <a:pt x="295" y="183"/>
                  </a:cubicBezTo>
                  <a:lnTo>
                    <a:pt x="295" y="183"/>
                  </a:lnTo>
                  <a:cubicBezTo>
                    <a:pt x="301" y="186"/>
                    <a:pt x="309" y="187"/>
                    <a:pt x="316" y="187"/>
                  </a:cubicBezTo>
                  <a:cubicBezTo>
                    <a:pt x="332" y="187"/>
                    <a:pt x="349" y="180"/>
                    <a:pt x="359" y="162"/>
                  </a:cubicBezTo>
                  <a:cubicBezTo>
                    <a:pt x="394" y="104"/>
                    <a:pt x="373" y="54"/>
                    <a:pt x="316" y="17"/>
                  </a:cubicBezTo>
                  <a:cubicBezTo>
                    <a:pt x="301" y="7"/>
                    <a:pt x="281" y="0"/>
                    <a:pt x="2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8875" lIns="91425" spcFirstLastPara="1" rIns="91425" wrap="square" tIns="38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00" name="Google Shape;2400;p16"/>
            <p:cNvSpPr/>
            <p:nvPr/>
          </p:nvSpPr>
          <p:spPr>
            <a:xfrm>
              <a:off x="8385840" y="4142520"/>
              <a:ext cx="59399" cy="50040"/>
            </a:xfrm>
            <a:custGeom>
              <a:rect b="b" l="l" r="r" t="t"/>
              <a:pathLst>
                <a:path extrusionOk="0" h="1000" w="1189">
                  <a:moveTo>
                    <a:pt x="374" y="252"/>
                  </a:moveTo>
                  <a:cubicBezTo>
                    <a:pt x="470" y="252"/>
                    <a:pt x="612" y="320"/>
                    <a:pt x="674" y="356"/>
                  </a:cubicBezTo>
                  <a:cubicBezTo>
                    <a:pt x="820" y="444"/>
                    <a:pt x="936" y="577"/>
                    <a:pt x="1021" y="726"/>
                  </a:cubicBezTo>
                  <a:cubicBezTo>
                    <a:pt x="956" y="744"/>
                    <a:pt x="887" y="754"/>
                    <a:pt x="818" y="754"/>
                  </a:cubicBezTo>
                  <a:cubicBezTo>
                    <a:pt x="582" y="754"/>
                    <a:pt x="348" y="644"/>
                    <a:pt x="287" y="390"/>
                  </a:cubicBezTo>
                  <a:cubicBezTo>
                    <a:pt x="262" y="286"/>
                    <a:pt x="307" y="252"/>
                    <a:pt x="374" y="252"/>
                  </a:cubicBezTo>
                  <a:close/>
                  <a:moveTo>
                    <a:pt x="325" y="1"/>
                  </a:moveTo>
                  <a:cubicBezTo>
                    <a:pt x="174" y="1"/>
                    <a:pt x="45" y="69"/>
                    <a:pt x="30" y="267"/>
                  </a:cubicBezTo>
                  <a:cubicBezTo>
                    <a:pt x="0" y="651"/>
                    <a:pt x="403" y="1000"/>
                    <a:pt x="779" y="1000"/>
                  </a:cubicBezTo>
                  <a:cubicBezTo>
                    <a:pt x="901" y="1000"/>
                    <a:pt x="1021" y="963"/>
                    <a:pt x="1121" y="879"/>
                  </a:cubicBezTo>
                  <a:cubicBezTo>
                    <a:pt x="1158" y="848"/>
                    <a:pt x="1163" y="808"/>
                    <a:pt x="1148" y="776"/>
                  </a:cubicBezTo>
                  <a:cubicBezTo>
                    <a:pt x="1173" y="760"/>
                    <a:pt x="1188" y="728"/>
                    <a:pt x="1177" y="688"/>
                  </a:cubicBezTo>
                  <a:cubicBezTo>
                    <a:pt x="1095" y="414"/>
                    <a:pt x="891" y="193"/>
                    <a:pt x="633" y="74"/>
                  </a:cubicBezTo>
                  <a:cubicBezTo>
                    <a:pt x="539" y="32"/>
                    <a:pt x="427" y="1"/>
                    <a:pt x="3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5200" lIns="91425" spcFirstLastPara="1" rIns="91425" wrap="square" tIns="25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01" name="Google Shape;2401;p16"/>
            <p:cNvSpPr/>
            <p:nvPr/>
          </p:nvSpPr>
          <p:spPr>
            <a:xfrm>
              <a:off x="8476560" y="4156200"/>
              <a:ext cx="14040" cy="11160"/>
            </a:xfrm>
            <a:custGeom>
              <a:rect b="b" l="l" r="r" t="t"/>
              <a:pathLst>
                <a:path extrusionOk="0" h="226" w="286">
                  <a:moveTo>
                    <a:pt x="149" y="1"/>
                  </a:moveTo>
                  <a:cubicBezTo>
                    <a:pt x="76" y="1"/>
                    <a:pt x="0" y="66"/>
                    <a:pt x="36" y="154"/>
                  </a:cubicBezTo>
                  <a:cubicBezTo>
                    <a:pt x="55" y="204"/>
                    <a:pt x="96" y="225"/>
                    <a:pt x="137" y="225"/>
                  </a:cubicBezTo>
                  <a:cubicBezTo>
                    <a:pt x="210" y="225"/>
                    <a:pt x="285" y="159"/>
                    <a:pt x="250" y="70"/>
                  </a:cubicBezTo>
                  <a:cubicBezTo>
                    <a:pt x="230" y="21"/>
                    <a:pt x="190" y="1"/>
                    <a:pt x="1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750" lIns="91425" spcFirstLastPara="1" rIns="91425" wrap="square" tIns="5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02" name="Google Shape;2402;p16"/>
            <p:cNvSpPr/>
            <p:nvPr/>
          </p:nvSpPr>
          <p:spPr>
            <a:xfrm>
              <a:off x="8228160" y="4193280"/>
              <a:ext cx="78121" cy="55800"/>
            </a:xfrm>
            <a:custGeom>
              <a:rect b="b" l="l" r="r" t="t"/>
              <a:pathLst>
                <a:path extrusionOk="0" h="1116" w="1560">
                  <a:moveTo>
                    <a:pt x="721" y="1"/>
                  </a:moveTo>
                  <a:cubicBezTo>
                    <a:pt x="334" y="1"/>
                    <a:pt x="1" y="468"/>
                    <a:pt x="64" y="850"/>
                  </a:cubicBezTo>
                  <a:cubicBezTo>
                    <a:pt x="73" y="892"/>
                    <a:pt x="102" y="911"/>
                    <a:pt x="132" y="911"/>
                  </a:cubicBezTo>
                  <a:cubicBezTo>
                    <a:pt x="144" y="911"/>
                    <a:pt x="155" y="908"/>
                    <a:pt x="165" y="903"/>
                  </a:cubicBezTo>
                  <a:cubicBezTo>
                    <a:pt x="186" y="890"/>
                    <a:pt x="203" y="867"/>
                    <a:pt x="203" y="836"/>
                  </a:cubicBezTo>
                  <a:cubicBezTo>
                    <a:pt x="203" y="666"/>
                    <a:pt x="261" y="496"/>
                    <a:pt x="380" y="374"/>
                  </a:cubicBezTo>
                  <a:cubicBezTo>
                    <a:pt x="461" y="289"/>
                    <a:pt x="597" y="204"/>
                    <a:pt x="724" y="204"/>
                  </a:cubicBezTo>
                  <a:cubicBezTo>
                    <a:pt x="769" y="204"/>
                    <a:pt x="813" y="215"/>
                    <a:pt x="852" y="240"/>
                  </a:cubicBezTo>
                  <a:cubicBezTo>
                    <a:pt x="1068" y="374"/>
                    <a:pt x="788" y="625"/>
                    <a:pt x="664" y="723"/>
                  </a:cubicBezTo>
                  <a:cubicBezTo>
                    <a:pt x="525" y="829"/>
                    <a:pt x="369" y="873"/>
                    <a:pt x="210" y="935"/>
                  </a:cubicBezTo>
                  <a:cubicBezTo>
                    <a:pt x="203" y="938"/>
                    <a:pt x="198" y="943"/>
                    <a:pt x="190" y="945"/>
                  </a:cubicBezTo>
                  <a:cubicBezTo>
                    <a:pt x="118" y="993"/>
                    <a:pt x="154" y="1116"/>
                    <a:pt x="244" y="1116"/>
                  </a:cubicBezTo>
                  <a:cubicBezTo>
                    <a:pt x="247" y="1116"/>
                    <a:pt x="251" y="1116"/>
                    <a:pt x="254" y="1115"/>
                  </a:cubicBezTo>
                  <a:cubicBezTo>
                    <a:pt x="600" y="1087"/>
                    <a:pt x="1559" y="418"/>
                    <a:pt x="985" y="77"/>
                  </a:cubicBezTo>
                  <a:cubicBezTo>
                    <a:pt x="897" y="24"/>
                    <a:pt x="808" y="1"/>
                    <a:pt x="7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8075" lIns="91425" spcFirstLastPara="1" rIns="91425" wrap="square" tIns="280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03" name="Google Shape;2403;p16"/>
            <p:cNvSpPr/>
            <p:nvPr/>
          </p:nvSpPr>
          <p:spPr>
            <a:xfrm>
              <a:off x="8114760" y="4280760"/>
              <a:ext cx="19800" cy="12600"/>
            </a:xfrm>
            <a:custGeom>
              <a:rect b="b" l="l" r="r" t="t"/>
              <a:pathLst>
                <a:path extrusionOk="0" h="257" w="400">
                  <a:moveTo>
                    <a:pt x="235" y="1"/>
                  </a:moveTo>
                  <a:cubicBezTo>
                    <a:pt x="214" y="1"/>
                    <a:pt x="192" y="3"/>
                    <a:pt x="173" y="10"/>
                  </a:cubicBezTo>
                  <a:cubicBezTo>
                    <a:pt x="151" y="20"/>
                    <a:pt x="139" y="36"/>
                    <a:pt x="120" y="49"/>
                  </a:cubicBezTo>
                  <a:cubicBezTo>
                    <a:pt x="110" y="57"/>
                    <a:pt x="92" y="64"/>
                    <a:pt x="81" y="71"/>
                  </a:cubicBezTo>
                  <a:cubicBezTo>
                    <a:pt x="1" y="117"/>
                    <a:pt x="49" y="256"/>
                    <a:pt x="135" y="256"/>
                  </a:cubicBezTo>
                  <a:cubicBezTo>
                    <a:pt x="141" y="256"/>
                    <a:pt x="147" y="256"/>
                    <a:pt x="153" y="254"/>
                  </a:cubicBezTo>
                  <a:cubicBezTo>
                    <a:pt x="166" y="250"/>
                    <a:pt x="180" y="246"/>
                    <a:pt x="194" y="243"/>
                  </a:cubicBezTo>
                  <a:cubicBezTo>
                    <a:pt x="218" y="240"/>
                    <a:pt x="236" y="243"/>
                    <a:pt x="261" y="234"/>
                  </a:cubicBezTo>
                  <a:cubicBezTo>
                    <a:pt x="296" y="220"/>
                    <a:pt x="324" y="189"/>
                    <a:pt x="350" y="164"/>
                  </a:cubicBezTo>
                  <a:cubicBezTo>
                    <a:pt x="399" y="110"/>
                    <a:pt x="360" y="9"/>
                    <a:pt x="287" y="3"/>
                  </a:cubicBezTo>
                  <a:cubicBezTo>
                    <a:pt x="271" y="2"/>
                    <a:pt x="253" y="1"/>
                    <a:pt x="2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475" lIns="91425" spcFirstLastPara="1" rIns="91425" wrap="square" tIns="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04" name="Google Shape;2404;p16"/>
            <p:cNvSpPr/>
            <p:nvPr/>
          </p:nvSpPr>
          <p:spPr>
            <a:xfrm>
              <a:off x="8334720" y="4172040"/>
              <a:ext cx="23040" cy="18360"/>
            </a:xfrm>
            <a:custGeom>
              <a:rect b="b" l="l" r="r" t="t"/>
              <a:pathLst>
                <a:path extrusionOk="0" h="374" w="464">
                  <a:moveTo>
                    <a:pt x="261" y="1"/>
                  </a:moveTo>
                  <a:cubicBezTo>
                    <a:pt x="241" y="1"/>
                    <a:pt x="220" y="5"/>
                    <a:pt x="200" y="13"/>
                  </a:cubicBezTo>
                  <a:cubicBezTo>
                    <a:pt x="179" y="23"/>
                    <a:pt x="158" y="31"/>
                    <a:pt x="136" y="41"/>
                  </a:cubicBezTo>
                  <a:cubicBezTo>
                    <a:pt x="54" y="77"/>
                    <a:pt x="0" y="179"/>
                    <a:pt x="39" y="265"/>
                  </a:cubicBezTo>
                  <a:cubicBezTo>
                    <a:pt x="69" y="333"/>
                    <a:pt x="132" y="373"/>
                    <a:pt x="202" y="373"/>
                  </a:cubicBezTo>
                  <a:cubicBezTo>
                    <a:pt x="222" y="373"/>
                    <a:pt x="242" y="370"/>
                    <a:pt x="262" y="363"/>
                  </a:cubicBezTo>
                  <a:cubicBezTo>
                    <a:pt x="285" y="356"/>
                    <a:pt x="306" y="346"/>
                    <a:pt x="328" y="339"/>
                  </a:cubicBezTo>
                  <a:cubicBezTo>
                    <a:pt x="414" y="309"/>
                    <a:pt x="464" y="197"/>
                    <a:pt x="427" y="112"/>
                  </a:cubicBezTo>
                  <a:cubicBezTo>
                    <a:pt x="398" y="48"/>
                    <a:pt x="332" y="1"/>
                    <a:pt x="2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350" lIns="91425" spcFirstLastPara="1" rIns="91425" wrap="square" tIns="9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05" name="Google Shape;2405;p16"/>
            <p:cNvSpPr/>
            <p:nvPr/>
          </p:nvSpPr>
          <p:spPr>
            <a:xfrm>
              <a:off x="8108280" y="4236840"/>
              <a:ext cx="12960" cy="10440"/>
            </a:xfrm>
            <a:custGeom>
              <a:rect b="b" l="l" r="r" t="t"/>
              <a:pathLst>
                <a:path extrusionOk="0" h="211" w="267">
                  <a:moveTo>
                    <a:pt x="139" y="0"/>
                  </a:moveTo>
                  <a:cubicBezTo>
                    <a:pt x="71" y="0"/>
                    <a:pt x="1" y="61"/>
                    <a:pt x="33" y="144"/>
                  </a:cubicBezTo>
                  <a:cubicBezTo>
                    <a:pt x="51" y="190"/>
                    <a:pt x="89" y="210"/>
                    <a:pt x="127" y="210"/>
                  </a:cubicBezTo>
                  <a:cubicBezTo>
                    <a:pt x="196" y="210"/>
                    <a:pt x="267" y="148"/>
                    <a:pt x="233" y="66"/>
                  </a:cubicBezTo>
                  <a:cubicBezTo>
                    <a:pt x="215" y="20"/>
                    <a:pt x="177" y="0"/>
                    <a:pt x="1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400" lIns="91425" spcFirstLastPara="1" rIns="91425" wrap="square" tIns="5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06" name="Google Shape;2406;p16"/>
            <p:cNvSpPr/>
            <p:nvPr/>
          </p:nvSpPr>
          <p:spPr>
            <a:xfrm>
              <a:off x="8199000" y="4191120"/>
              <a:ext cx="17280" cy="16560"/>
            </a:xfrm>
            <a:custGeom>
              <a:rect b="b" l="l" r="r" t="t"/>
              <a:pathLst>
                <a:path extrusionOk="0" h="337" w="347">
                  <a:moveTo>
                    <a:pt x="164" y="1"/>
                  </a:moveTo>
                  <a:cubicBezTo>
                    <a:pt x="147" y="1"/>
                    <a:pt x="131" y="4"/>
                    <a:pt x="116" y="10"/>
                  </a:cubicBezTo>
                  <a:cubicBezTo>
                    <a:pt x="50" y="34"/>
                    <a:pt x="1" y="126"/>
                    <a:pt x="36" y="194"/>
                  </a:cubicBezTo>
                  <a:lnTo>
                    <a:pt x="67" y="256"/>
                  </a:lnTo>
                  <a:cubicBezTo>
                    <a:pt x="96" y="312"/>
                    <a:pt x="144" y="336"/>
                    <a:pt x="190" y="336"/>
                  </a:cubicBezTo>
                  <a:cubicBezTo>
                    <a:pt x="270" y="336"/>
                    <a:pt x="346" y="264"/>
                    <a:pt x="317" y="159"/>
                  </a:cubicBezTo>
                  <a:lnTo>
                    <a:pt x="300" y="91"/>
                  </a:lnTo>
                  <a:cubicBezTo>
                    <a:pt x="283" y="34"/>
                    <a:pt x="222" y="1"/>
                    <a:pt x="1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8275" lIns="91425" spcFirstLastPara="1" rIns="91425" wrap="square" tIns="8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07" name="Google Shape;2407;p16"/>
            <p:cNvSpPr/>
            <p:nvPr/>
          </p:nvSpPr>
          <p:spPr>
            <a:xfrm>
              <a:off x="8021160" y="4241520"/>
              <a:ext cx="28080" cy="17640"/>
            </a:xfrm>
            <a:custGeom>
              <a:rect b="b" l="l" r="r" t="t"/>
              <a:pathLst>
                <a:path extrusionOk="0" h="357" w="564">
                  <a:moveTo>
                    <a:pt x="346" y="0"/>
                  </a:moveTo>
                  <a:cubicBezTo>
                    <a:pt x="328" y="0"/>
                    <a:pt x="307" y="5"/>
                    <a:pt x="286" y="14"/>
                  </a:cubicBezTo>
                  <a:cubicBezTo>
                    <a:pt x="244" y="34"/>
                    <a:pt x="201" y="52"/>
                    <a:pt x="157" y="70"/>
                  </a:cubicBezTo>
                  <a:cubicBezTo>
                    <a:pt x="0" y="139"/>
                    <a:pt x="65" y="356"/>
                    <a:pt x="211" y="356"/>
                  </a:cubicBezTo>
                  <a:cubicBezTo>
                    <a:pt x="228" y="356"/>
                    <a:pt x="246" y="353"/>
                    <a:pt x="265" y="347"/>
                  </a:cubicBezTo>
                  <a:cubicBezTo>
                    <a:pt x="309" y="331"/>
                    <a:pt x="354" y="317"/>
                    <a:pt x="398" y="301"/>
                  </a:cubicBezTo>
                  <a:cubicBezTo>
                    <a:pt x="564" y="244"/>
                    <a:pt x="492" y="0"/>
                    <a:pt x="3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000" lIns="91425" spcFirstLastPara="1" rIns="91425" wrap="square" tIns="9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08" name="Google Shape;2408;p16"/>
            <p:cNvSpPr/>
            <p:nvPr/>
          </p:nvSpPr>
          <p:spPr>
            <a:xfrm>
              <a:off x="8138520" y="4183200"/>
              <a:ext cx="22320" cy="14400"/>
            </a:xfrm>
            <a:custGeom>
              <a:rect b="b" l="l" r="r" t="t"/>
              <a:pathLst>
                <a:path extrusionOk="0" h="294" w="447">
                  <a:moveTo>
                    <a:pt x="257" y="1"/>
                  </a:moveTo>
                  <a:cubicBezTo>
                    <a:pt x="240" y="1"/>
                    <a:pt x="223" y="4"/>
                    <a:pt x="205" y="12"/>
                  </a:cubicBezTo>
                  <a:lnTo>
                    <a:pt x="139" y="39"/>
                  </a:lnTo>
                  <a:cubicBezTo>
                    <a:pt x="0" y="97"/>
                    <a:pt x="58" y="293"/>
                    <a:pt x="187" y="293"/>
                  </a:cubicBezTo>
                  <a:cubicBezTo>
                    <a:pt x="203" y="293"/>
                    <a:pt x="220" y="290"/>
                    <a:pt x="237" y="284"/>
                  </a:cubicBezTo>
                  <a:lnTo>
                    <a:pt x="302" y="261"/>
                  </a:lnTo>
                  <a:cubicBezTo>
                    <a:pt x="447" y="210"/>
                    <a:pt x="384" y="1"/>
                    <a:pt x="2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200" lIns="91425" spcFirstLastPara="1" rIns="91425" wrap="square" tIns="7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09" name="Google Shape;2409;p16"/>
            <p:cNvSpPr/>
            <p:nvPr/>
          </p:nvSpPr>
          <p:spPr>
            <a:xfrm>
              <a:off x="8256960" y="4131000"/>
              <a:ext cx="20880" cy="14760"/>
            </a:xfrm>
            <a:custGeom>
              <a:rect b="b" l="l" r="r" t="t"/>
              <a:pathLst>
                <a:path extrusionOk="0" h="298" w="424">
                  <a:moveTo>
                    <a:pt x="180" y="1"/>
                  </a:moveTo>
                  <a:cubicBezTo>
                    <a:pt x="177" y="1"/>
                    <a:pt x="174" y="1"/>
                    <a:pt x="172" y="1"/>
                  </a:cubicBezTo>
                  <a:cubicBezTo>
                    <a:pt x="157" y="4"/>
                    <a:pt x="128" y="18"/>
                    <a:pt x="115" y="18"/>
                  </a:cubicBezTo>
                  <a:cubicBezTo>
                    <a:pt x="51" y="21"/>
                    <a:pt x="1" y="79"/>
                    <a:pt x="1" y="140"/>
                  </a:cubicBezTo>
                  <a:cubicBezTo>
                    <a:pt x="0" y="204"/>
                    <a:pt x="41" y="246"/>
                    <a:pt x="99" y="266"/>
                  </a:cubicBezTo>
                  <a:cubicBezTo>
                    <a:pt x="98" y="266"/>
                    <a:pt x="98" y="266"/>
                    <a:pt x="97" y="266"/>
                  </a:cubicBezTo>
                  <a:cubicBezTo>
                    <a:pt x="90" y="266"/>
                    <a:pt x="121" y="282"/>
                    <a:pt x="128" y="284"/>
                  </a:cubicBezTo>
                  <a:cubicBezTo>
                    <a:pt x="156" y="297"/>
                    <a:pt x="183" y="297"/>
                    <a:pt x="213" y="297"/>
                  </a:cubicBezTo>
                  <a:cubicBezTo>
                    <a:pt x="241" y="297"/>
                    <a:pt x="269" y="294"/>
                    <a:pt x="298" y="290"/>
                  </a:cubicBezTo>
                  <a:cubicBezTo>
                    <a:pt x="356" y="284"/>
                    <a:pt x="405" y="235"/>
                    <a:pt x="414" y="178"/>
                  </a:cubicBezTo>
                  <a:cubicBezTo>
                    <a:pt x="424" y="126"/>
                    <a:pt x="393" y="53"/>
                    <a:pt x="336" y="36"/>
                  </a:cubicBezTo>
                  <a:cubicBezTo>
                    <a:pt x="301" y="27"/>
                    <a:pt x="265" y="14"/>
                    <a:pt x="228" y="7"/>
                  </a:cubicBezTo>
                  <a:cubicBezTo>
                    <a:pt x="214" y="4"/>
                    <a:pt x="197" y="1"/>
                    <a:pt x="1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550" lIns="91425" spcFirstLastPara="1" rIns="91425" wrap="square" tIns="75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10" name="Google Shape;2410;p16"/>
            <p:cNvSpPr/>
            <p:nvPr/>
          </p:nvSpPr>
          <p:spPr>
            <a:xfrm>
              <a:off x="8323560" y="4113360"/>
              <a:ext cx="15120" cy="12240"/>
            </a:xfrm>
            <a:custGeom>
              <a:rect b="b" l="l" r="r" t="t"/>
              <a:pathLst>
                <a:path extrusionOk="0" h="247" w="308">
                  <a:moveTo>
                    <a:pt x="161" y="1"/>
                  </a:moveTo>
                  <a:cubicBezTo>
                    <a:pt x="82" y="1"/>
                    <a:pt x="0" y="73"/>
                    <a:pt x="37" y="171"/>
                  </a:cubicBezTo>
                  <a:cubicBezTo>
                    <a:pt x="58" y="224"/>
                    <a:pt x="102" y="247"/>
                    <a:pt x="146" y="247"/>
                  </a:cubicBezTo>
                  <a:cubicBezTo>
                    <a:pt x="225" y="247"/>
                    <a:pt x="308" y="175"/>
                    <a:pt x="270" y="79"/>
                  </a:cubicBezTo>
                  <a:cubicBezTo>
                    <a:pt x="249" y="24"/>
                    <a:pt x="206" y="1"/>
                    <a:pt x="1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100" lIns="91425" spcFirstLastPara="1" rIns="91425" wrap="square" tIns="6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11" name="Google Shape;2411;p16"/>
            <p:cNvSpPr/>
            <p:nvPr/>
          </p:nvSpPr>
          <p:spPr>
            <a:xfrm>
              <a:off x="7930080" y="4249080"/>
              <a:ext cx="16200" cy="15840"/>
            </a:xfrm>
            <a:custGeom>
              <a:rect b="b" l="l" r="r" t="t"/>
              <a:pathLst>
                <a:path extrusionOk="0" h="325" w="331">
                  <a:moveTo>
                    <a:pt x="173" y="0"/>
                  </a:moveTo>
                  <a:cubicBezTo>
                    <a:pt x="168" y="0"/>
                    <a:pt x="164" y="0"/>
                    <a:pt x="160" y="1"/>
                  </a:cubicBezTo>
                  <a:cubicBezTo>
                    <a:pt x="118" y="7"/>
                    <a:pt x="68" y="28"/>
                    <a:pt x="44" y="66"/>
                  </a:cubicBezTo>
                  <a:cubicBezTo>
                    <a:pt x="0" y="137"/>
                    <a:pt x="13" y="216"/>
                    <a:pt x="82" y="263"/>
                  </a:cubicBezTo>
                  <a:lnTo>
                    <a:pt x="91" y="272"/>
                  </a:lnTo>
                  <a:cubicBezTo>
                    <a:pt x="106" y="286"/>
                    <a:pt x="118" y="297"/>
                    <a:pt x="136" y="307"/>
                  </a:cubicBezTo>
                  <a:cubicBezTo>
                    <a:pt x="157" y="317"/>
                    <a:pt x="181" y="324"/>
                    <a:pt x="204" y="324"/>
                  </a:cubicBezTo>
                  <a:cubicBezTo>
                    <a:pt x="212" y="324"/>
                    <a:pt x="220" y="323"/>
                    <a:pt x="228" y="321"/>
                  </a:cubicBezTo>
                  <a:cubicBezTo>
                    <a:pt x="316" y="300"/>
                    <a:pt x="330" y="206"/>
                    <a:pt x="284" y="158"/>
                  </a:cubicBezTo>
                  <a:cubicBezTo>
                    <a:pt x="284" y="151"/>
                    <a:pt x="284" y="143"/>
                    <a:pt x="282" y="137"/>
                  </a:cubicBezTo>
                  <a:lnTo>
                    <a:pt x="282" y="136"/>
                  </a:lnTo>
                  <a:cubicBezTo>
                    <a:pt x="296" y="67"/>
                    <a:pt x="242" y="0"/>
                    <a:pt x="1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900" lIns="91425" spcFirstLastPara="1" rIns="91425" wrap="square" tIns="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12" name="Google Shape;2412;p16"/>
            <p:cNvSpPr/>
            <p:nvPr/>
          </p:nvSpPr>
          <p:spPr>
            <a:xfrm>
              <a:off x="8378640" y="4059000"/>
              <a:ext cx="13320" cy="10440"/>
            </a:xfrm>
            <a:custGeom>
              <a:rect b="b" l="l" r="r" t="t"/>
              <a:pathLst>
                <a:path extrusionOk="0" h="214" w="269">
                  <a:moveTo>
                    <a:pt x="141" y="1"/>
                  </a:moveTo>
                  <a:cubicBezTo>
                    <a:pt x="72" y="1"/>
                    <a:pt x="1" y="63"/>
                    <a:pt x="33" y="147"/>
                  </a:cubicBezTo>
                  <a:cubicBezTo>
                    <a:pt x="52" y="194"/>
                    <a:pt x="91" y="214"/>
                    <a:pt x="130" y="214"/>
                  </a:cubicBezTo>
                  <a:cubicBezTo>
                    <a:pt x="198" y="214"/>
                    <a:pt x="269" y="151"/>
                    <a:pt x="236" y="67"/>
                  </a:cubicBezTo>
                  <a:cubicBezTo>
                    <a:pt x="218" y="20"/>
                    <a:pt x="180" y="1"/>
                    <a:pt x="1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400" lIns="91425" spcFirstLastPara="1" rIns="91425" wrap="square" tIns="5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13" name="Google Shape;2413;p16"/>
            <p:cNvSpPr/>
            <p:nvPr/>
          </p:nvSpPr>
          <p:spPr>
            <a:xfrm>
              <a:off x="7914600" y="3849120"/>
              <a:ext cx="259914" cy="358557"/>
            </a:xfrm>
            <a:custGeom>
              <a:rect b="b" l="l" r="r" t="t"/>
              <a:pathLst>
                <a:path extrusionOk="0" h="7122" w="5166">
                  <a:moveTo>
                    <a:pt x="1859" y="305"/>
                  </a:moveTo>
                  <a:cubicBezTo>
                    <a:pt x="2891" y="305"/>
                    <a:pt x="3848" y="1104"/>
                    <a:pt x="4287" y="2127"/>
                  </a:cubicBezTo>
                  <a:cubicBezTo>
                    <a:pt x="4870" y="3482"/>
                    <a:pt x="4766" y="5374"/>
                    <a:pt x="3550" y="6366"/>
                  </a:cubicBezTo>
                  <a:cubicBezTo>
                    <a:pt x="3192" y="6657"/>
                    <a:pt x="2728" y="6823"/>
                    <a:pt x="2265" y="6823"/>
                  </a:cubicBezTo>
                  <a:cubicBezTo>
                    <a:pt x="2037" y="6823"/>
                    <a:pt x="1809" y="6783"/>
                    <a:pt x="1595" y="6697"/>
                  </a:cubicBezTo>
                  <a:cubicBezTo>
                    <a:pt x="781" y="6373"/>
                    <a:pt x="529" y="5495"/>
                    <a:pt x="627" y="4688"/>
                  </a:cubicBezTo>
                  <a:cubicBezTo>
                    <a:pt x="702" y="4090"/>
                    <a:pt x="1014" y="3561"/>
                    <a:pt x="873" y="2946"/>
                  </a:cubicBezTo>
                  <a:cubicBezTo>
                    <a:pt x="726" y="2307"/>
                    <a:pt x="0" y="1306"/>
                    <a:pt x="751" y="778"/>
                  </a:cubicBezTo>
                  <a:cubicBezTo>
                    <a:pt x="820" y="731"/>
                    <a:pt x="822" y="662"/>
                    <a:pt x="794" y="608"/>
                  </a:cubicBezTo>
                  <a:cubicBezTo>
                    <a:pt x="1146" y="398"/>
                    <a:pt x="1507" y="305"/>
                    <a:pt x="1859" y="305"/>
                  </a:cubicBezTo>
                  <a:close/>
                  <a:moveTo>
                    <a:pt x="1886" y="0"/>
                  </a:moveTo>
                  <a:cubicBezTo>
                    <a:pt x="1390" y="0"/>
                    <a:pt x="903" y="176"/>
                    <a:pt x="502" y="591"/>
                  </a:cubicBezTo>
                  <a:cubicBezTo>
                    <a:pt x="491" y="601"/>
                    <a:pt x="486" y="612"/>
                    <a:pt x="482" y="622"/>
                  </a:cubicBezTo>
                  <a:cubicBezTo>
                    <a:pt x="127" y="920"/>
                    <a:pt x="73" y="1406"/>
                    <a:pt x="175" y="1855"/>
                  </a:cubicBezTo>
                  <a:cubicBezTo>
                    <a:pt x="247" y="2184"/>
                    <a:pt x="416" y="2478"/>
                    <a:pt x="518" y="2796"/>
                  </a:cubicBezTo>
                  <a:cubicBezTo>
                    <a:pt x="702" y="3364"/>
                    <a:pt x="518" y="3764"/>
                    <a:pt x="394" y="4306"/>
                  </a:cubicBezTo>
                  <a:cubicBezTo>
                    <a:pt x="119" y="5514"/>
                    <a:pt x="573" y="6870"/>
                    <a:pt x="1918" y="7091"/>
                  </a:cubicBezTo>
                  <a:cubicBezTo>
                    <a:pt x="2044" y="7112"/>
                    <a:pt x="2167" y="7122"/>
                    <a:pt x="2288" y="7122"/>
                  </a:cubicBezTo>
                  <a:cubicBezTo>
                    <a:pt x="3422" y="7122"/>
                    <a:pt x="4331" y="6247"/>
                    <a:pt x="4702" y="5189"/>
                  </a:cubicBezTo>
                  <a:cubicBezTo>
                    <a:pt x="5166" y="3863"/>
                    <a:pt x="4926" y="2266"/>
                    <a:pt x="4068" y="1152"/>
                  </a:cubicBezTo>
                  <a:cubicBezTo>
                    <a:pt x="3552" y="481"/>
                    <a:pt x="2707" y="0"/>
                    <a:pt x="18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14" name="Google Shape;2414;p16"/>
            <p:cNvSpPr/>
            <p:nvPr/>
          </p:nvSpPr>
          <p:spPr>
            <a:xfrm>
              <a:off x="8291160" y="4071600"/>
              <a:ext cx="18000" cy="14400"/>
            </a:xfrm>
            <a:custGeom>
              <a:rect b="b" l="l" r="r" t="t"/>
              <a:pathLst>
                <a:path extrusionOk="0" h="291" w="366">
                  <a:moveTo>
                    <a:pt x="192" y="1"/>
                  </a:moveTo>
                  <a:cubicBezTo>
                    <a:pt x="98" y="1"/>
                    <a:pt x="0" y="86"/>
                    <a:pt x="45" y="200"/>
                  </a:cubicBezTo>
                  <a:cubicBezTo>
                    <a:pt x="70" y="263"/>
                    <a:pt x="121" y="290"/>
                    <a:pt x="174" y="290"/>
                  </a:cubicBezTo>
                  <a:cubicBezTo>
                    <a:pt x="268" y="290"/>
                    <a:pt x="366" y="205"/>
                    <a:pt x="321" y="91"/>
                  </a:cubicBezTo>
                  <a:cubicBezTo>
                    <a:pt x="296" y="27"/>
                    <a:pt x="245" y="1"/>
                    <a:pt x="1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200" lIns="91425" spcFirstLastPara="1" rIns="91425" wrap="square" tIns="7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15" name="Google Shape;2415;p16"/>
            <p:cNvSpPr/>
            <p:nvPr/>
          </p:nvSpPr>
          <p:spPr>
            <a:xfrm>
              <a:off x="8192160" y="4094280"/>
              <a:ext cx="13320" cy="10440"/>
            </a:xfrm>
            <a:custGeom>
              <a:rect b="b" l="l" r="r" t="t"/>
              <a:pathLst>
                <a:path extrusionOk="0" h="213" w="269">
                  <a:moveTo>
                    <a:pt x="140" y="1"/>
                  </a:moveTo>
                  <a:cubicBezTo>
                    <a:pt x="71" y="1"/>
                    <a:pt x="0" y="63"/>
                    <a:pt x="33" y="147"/>
                  </a:cubicBezTo>
                  <a:cubicBezTo>
                    <a:pt x="52" y="193"/>
                    <a:pt x="89" y="213"/>
                    <a:pt x="128" y="213"/>
                  </a:cubicBezTo>
                  <a:cubicBezTo>
                    <a:pt x="197" y="213"/>
                    <a:pt x="268" y="151"/>
                    <a:pt x="235" y="68"/>
                  </a:cubicBezTo>
                  <a:cubicBezTo>
                    <a:pt x="217" y="21"/>
                    <a:pt x="179" y="1"/>
                    <a:pt x="1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400" lIns="91425" spcFirstLastPara="1" rIns="91425" wrap="square" tIns="5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16" name="Google Shape;2416;p16"/>
            <p:cNvSpPr/>
            <p:nvPr/>
          </p:nvSpPr>
          <p:spPr>
            <a:xfrm>
              <a:off x="7870680" y="4217400"/>
              <a:ext cx="11520" cy="9000"/>
            </a:xfrm>
            <a:custGeom>
              <a:rect b="b" l="l" r="r" t="t"/>
              <a:pathLst>
                <a:path extrusionOk="0" h="189" w="238">
                  <a:moveTo>
                    <a:pt x="124" y="0"/>
                  </a:moveTo>
                  <a:cubicBezTo>
                    <a:pt x="64" y="0"/>
                    <a:pt x="0" y="55"/>
                    <a:pt x="29" y="130"/>
                  </a:cubicBezTo>
                  <a:cubicBezTo>
                    <a:pt x="45" y="171"/>
                    <a:pt x="79" y="189"/>
                    <a:pt x="114" y="189"/>
                  </a:cubicBezTo>
                  <a:cubicBezTo>
                    <a:pt x="175" y="189"/>
                    <a:pt x="238" y="134"/>
                    <a:pt x="208" y="59"/>
                  </a:cubicBezTo>
                  <a:cubicBezTo>
                    <a:pt x="192" y="18"/>
                    <a:pt x="159" y="0"/>
                    <a:pt x="1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17" name="Google Shape;2417;p16"/>
            <p:cNvSpPr/>
            <p:nvPr/>
          </p:nvSpPr>
          <p:spPr>
            <a:xfrm>
              <a:off x="7958520" y="3880800"/>
              <a:ext cx="176404" cy="276843"/>
            </a:xfrm>
            <a:custGeom>
              <a:rect b="b" l="l" r="r" t="t"/>
              <a:pathLst>
                <a:path extrusionOk="0" h="5500" w="3510">
                  <a:moveTo>
                    <a:pt x="978" y="3556"/>
                  </a:moveTo>
                  <a:cubicBezTo>
                    <a:pt x="970" y="3609"/>
                    <a:pt x="964" y="3660"/>
                    <a:pt x="957" y="3713"/>
                  </a:cubicBezTo>
                  <a:cubicBezTo>
                    <a:pt x="830" y="3923"/>
                    <a:pt x="726" y="4144"/>
                    <a:pt x="672" y="4385"/>
                  </a:cubicBezTo>
                  <a:cubicBezTo>
                    <a:pt x="695" y="4243"/>
                    <a:pt x="745" y="4101"/>
                    <a:pt x="796" y="3974"/>
                  </a:cubicBezTo>
                  <a:cubicBezTo>
                    <a:pt x="852" y="3832"/>
                    <a:pt x="917" y="3696"/>
                    <a:pt x="978" y="3556"/>
                  </a:cubicBezTo>
                  <a:close/>
                  <a:moveTo>
                    <a:pt x="1157" y="0"/>
                  </a:moveTo>
                  <a:cubicBezTo>
                    <a:pt x="626" y="0"/>
                    <a:pt x="163" y="333"/>
                    <a:pt x="22" y="852"/>
                  </a:cubicBezTo>
                  <a:cubicBezTo>
                    <a:pt x="1" y="934"/>
                    <a:pt x="59" y="992"/>
                    <a:pt x="129" y="1012"/>
                  </a:cubicBezTo>
                  <a:cubicBezTo>
                    <a:pt x="128" y="1213"/>
                    <a:pt x="172" y="1424"/>
                    <a:pt x="250" y="1620"/>
                  </a:cubicBezTo>
                  <a:cubicBezTo>
                    <a:pt x="419" y="2039"/>
                    <a:pt x="750" y="2418"/>
                    <a:pt x="718" y="2895"/>
                  </a:cubicBezTo>
                  <a:cubicBezTo>
                    <a:pt x="689" y="3319"/>
                    <a:pt x="411" y="3683"/>
                    <a:pt x="294" y="4081"/>
                  </a:cubicBezTo>
                  <a:cubicBezTo>
                    <a:pt x="15" y="5021"/>
                    <a:pt x="597" y="5500"/>
                    <a:pt x="1289" y="5500"/>
                  </a:cubicBezTo>
                  <a:cubicBezTo>
                    <a:pt x="1666" y="5500"/>
                    <a:pt x="2075" y="5358"/>
                    <a:pt x="2395" y="5071"/>
                  </a:cubicBezTo>
                  <a:cubicBezTo>
                    <a:pt x="3446" y="4130"/>
                    <a:pt x="3509" y="2436"/>
                    <a:pt x="2863" y="1253"/>
                  </a:cubicBezTo>
                  <a:cubicBezTo>
                    <a:pt x="2540" y="663"/>
                    <a:pt x="1984" y="71"/>
                    <a:pt x="1276" y="6"/>
                  </a:cubicBezTo>
                  <a:cubicBezTo>
                    <a:pt x="1236" y="2"/>
                    <a:pt x="1196" y="0"/>
                    <a:pt x="11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18" name="Google Shape;2418;p16"/>
            <p:cNvSpPr/>
            <p:nvPr/>
          </p:nvSpPr>
          <p:spPr>
            <a:xfrm>
              <a:off x="7753680" y="4228200"/>
              <a:ext cx="13320" cy="10440"/>
            </a:xfrm>
            <a:custGeom>
              <a:rect b="b" l="l" r="r" t="t"/>
              <a:pathLst>
                <a:path extrusionOk="0" h="212" w="269">
                  <a:moveTo>
                    <a:pt x="141" y="0"/>
                  </a:moveTo>
                  <a:cubicBezTo>
                    <a:pt x="72" y="0"/>
                    <a:pt x="0" y="62"/>
                    <a:pt x="33" y="146"/>
                  </a:cubicBezTo>
                  <a:cubicBezTo>
                    <a:pt x="52" y="192"/>
                    <a:pt x="90" y="212"/>
                    <a:pt x="129" y="212"/>
                  </a:cubicBezTo>
                  <a:cubicBezTo>
                    <a:pt x="198" y="212"/>
                    <a:pt x="268" y="150"/>
                    <a:pt x="236" y="66"/>
                  </a:cubicBezTo>
                  <a:cubicBezTo>
                    <a:pt x="217" y="20"/>
                    <a:pt x="179" y="0"/>
                    <a:pt x="1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400" lIns="91425" spcFirstLastPara="1" rIns="91425" wrap="square" tIns="5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19" name="Google Shape;2419;p16"/>
            <p:cNvSpPr/>
            <p:nvPr/>
          </p:nvSpPr>
          <p:spPr>
            <a:xfrm>
              <a:off x="7905600" y="4170240"/>
              <a:ext cx="10800" cy="8280"/>
            </a:xfrm>
            <a:custGeom>
              <a:rect b="b" l="l" r="r" t="t"/>
              <a:pathLst>
                <a:path extrusionOk="0" h="174" w="219">
                  <a:moveTo>
                    <a:pt x="115" y="1"/>
                  </a:moveTo>
                  <a:cubicBezTo>
                    <a:pt x="59" y="1"/>
                    <a:pt x="1" y="52"/>
                    <a:pt x="28" y="119"/>
                  </a:cubicBezTo>
                  <a:cubicBezTo>
                    <a:pt x="43" y="157"/>
                    <a:pt x="74" y="173"/>
                    <a:pt x="105" y="173"/>
                  </a:cubicBezTo>
                  <a:cubicBezTo>
                    <a:pt x="161" y="173"/>
                    <a:pt x="219" y="123"/>
                    <a:pt x="192" y="55"/>
                  </a:cubicBezTo>
                  <a:cubicBezTo>
                    <a:pt x="178" y="17"/>
                    <a:pt x="147" y="1"/>
                    <a:pt x="1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300" lIns="91425" spcFirstLastPara="1" rIns="91425" wrap="square" tIns="4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20" name="Google Shape;2420;p16"/>
            <p:cNvSpPr/>
            <p:nvPr/>
          </p:nvSpPr>
          <p:spPr>
            <a:xfrm>
              <a:off x="8228880" y="3987000"/>
              <a:ext cx="65161" cy="48599"/>
            </a:xfrm>
            <a:custGeom>
              <a:rect b="b" l="l" r="r" t="t"/>
              <a:pathLst>
                <a:path extrusionOk="0" h="970" w="1304">
                  <a:moveTo>
                    <a:pt x="954" y="349"/>
                  </a:moveTo>
                  <a:lnTo>
                    <a:pt x="954" y="349"/>
                  </a:lnTo>
                  <a:cubicBezTo>
                    <a:pt x="950" y="367"/>
                    <a:pt x="943" y="388"/>
                    <a:pt x="936" y="408"/>
                  </a:cubicBezTo>
                  <a:cubicBezTo>
                    <a:pt x="885" y="534"/>
                    <a:pt x="786" y="636"/>
                    <a:pt x="664" y="690"/>
                  </a:cubicBezTo>
                  <a:cubicBezTo>
                    <a:pt x="625" y="707"/>
                    <a:pt x="577" y="716"/>
                    <a:pt x="529" y="716"/>
                  </a:cubicBezTo>
                  <a:cubicBezTo>
                    <a:pt x="386" y="716"/>
                    <a:pt x="247" y="637"/>
                    <a:pt x="375" y="479"/>
                  </a:cubicBezTo>
                  <a:cubicBezTo>
                    <a:pt x="456" y="378"/>
                    <a:pt x="587" y="362"/>
                    <a:pt x="717" y="362"/>
                  </a:cubicBezTo>
                  <a:cubicBezTo>
                    <a:pt x="780" y="362"/>
                    <a:pt x="844" y="366"/>
                    <a:pt x="901" y="366"/>
                  </a:cubicBezTo>
                  <a:cubicBezTo>
                    <a:pt x="902" y="366"/>
                    <a:pt x="904" y="366"/>
                    <a:pt x="906" y="366"/>
                  </a:cubicBezTo>
                  <a:cubicBezTo>
                    <a:pt x="926" y="366"/>
                    <a:pt x="943" y="358"/>
                    <a:pt x="954" y="349"/>
                  </a:cubicBezTo>
                  <a:close/>
                  <a:moveTo>
                    <a:pt x="1067" y="0"/>
                  </a:moveTo>
                  <a:cubicBezTo>
                    <a:pt x="1025" y="0"/>
                    <a:pt x="985" y="26"/>
                    <a:pt x="974" y="76"/>
                  </a:cubicBezTo>
                  <a:cubicBezTo>
                    <a:pt x="964" y="129"/>
                    <a:pt x="964" y="178"/>
                    <a:pt x="964" y="229"/>
                  </a:cubicBezTo>
                  <a:cubicBezTo>
                    <a:pt x="950" y="208"/>
                    <a:pt x="933" y="190"/>
                    <a:pt x="906" y="186"/>
                  </a:cubicBezTo>
                  <a:cubicBezTo>
                    <a:pt x="820" y="166"/>
                    <a:pt x="726" y="153"/>
                    <a:pt x="634" y="153"/>
                  </a:cubicBezTo>
                  <a:cubicBezTo>
                    <a:pt x="432" y="153"/>
                    <a:pt x="236" y="215"/>
                    <a:pt x="134" y="408"/>
                  </a:cubicBezTo>
                  <a:cubicBezTo>
                    <a:pt x="1" y="656"/>
                    <a:pt x="141" y="911"/>
                    <a:pt x="410" y="961"/>
                  </a:cubicBezTo>
                  <a:cubicBezTo>
                    <a:pt x="444" y="967"/>
                    <a:pt x="478" y="970"/>
                    <a:pt x="512" y="970"/>
                  </a:cubicBezTo>
                  <a:cubicBezTo>
                    <a:pt x="719" y="970"/>
                    <a:pt x="919" y="858"/>
                    <a:pt x="1048" y="697"/>
                  </a:cubicBezTo>
                  <a:cubicBezTo>
                    <a:pt x="1176" y="537"/>
                    <a:pt x="1303" y="211"/>
                    <a:pt x="1142" y="34"/>
                  </a:cubicBezTo>
                  <a:cubicBezTo>
                    <a:pt x="1121" y="11"/>
                    <a:pt x="1094" y="0"/>
                    <a:pt x="10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4475" lIns="91425" spcFirstLastPara="1" rIns="91425" wrap="square" tIns="24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21" name="Google Shape;2421;p16"/>
            <p:cNvSpPr/>
            <p:nvPr/>
          </p:nvSpPr>
          <p:spPr>
            <a:xfrm>
              <a:off x="7792560" y="4175640"/>
              <a:ext cx="19080" cy="19080"/>
            </a:xfrm>
            <a:custGeom>
              <a:rect b="b" l="l" r="r" t="t"/>
              <a:pathLst>
                <a:path extrusionOk="0" h="387" w="389">
                  <a:moveTo>
                    <a:pt x="169" y="1"/>
                  </a:moveTo>
                  <a:cubicBezTo>
                    <a:pt x="151" y="1"/>
                    <a:pt x="132" y="5"/>
                    <a:pt x="114" y="13"/>
                  </a:cubicBezTo>
                  <a:cubicBezTo>
                    <a:pt x="30" y="49"/>
                    <a:pt x="0" y="129"/>
                    <a:pt x="24" y="214"/>
                  </a:cubicBezTo>
                  <a:lnTo>
                    <a:pt x="47" y="282"/>
                  </a:lnTo>
                  <a:cubicBezTo>
                    <a:pt x="65" y="346"/>
                    <a:pt x="133" y="386"/>
                    <a:pt x="198" y="386"/>
                  </a:cubicBezTo>
                  <a:cubicBezTo>
                    <a:pt x="218" y="386"/>
                    <a:pt x="237" y="382"/>
                    <a:pt x="255" y="374"/>
                  </a:cubicBezTo>
                  <a:cubicBezTo>
                    <a:pt x="332" y="340"/>
                    <a:pt x="388" y="247"/>
                    <a:pt x="347" y="165"/>
                  </a:cubicBezTo>
                  <a:lnTo>
                    <a:pt x="318" y="101"/>
                  </a:lnTo>
                  <a:cubicBezTo>
                    <a:pt x="290" y="44"/>
                    <a:pt x="232" y="1"/>
                    <a:pt x="1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22" name="Google Shape;2422;p16"/>
            <p:cNvSpPr/>
            <p:nvPr/>
          </p:nvSpPr>
          <p:spPr>
            <a:xfrm>
              <a:off x="7813080" y="4109040"/>
              <a:ext cx="68399" cy="48240"/>
            </a:xfrm>
            <a:custGeom>
              <a:rect b="b" l="l" r="r" t="t"/>
              <a:pathLst>
                <a:path extrusionOk="0" h="965" w="1363">
                  <a:moveTo>
                    <a:pt x="511" y="241"/>
                  </a:moveTo>
                  <a:cubicBezTo>
                    <a:pt x="521" y="241"/>
                    <a:pt x="532" y="241"/>
                    <a:pt x="542" y="242"/>
                  </a:cubicBezTo>
                  <a:cubicBezTo>
                    <a:pt x="723" y="252"/>
                    <a:pt x="1024" y="323"/>
                    <a:pt x="1090" y="520"/>
                  </a:cubicBezTo>
                  <a:cubicBezTo>
                    <a:pt x="1126" y="626"/>
                    <a:pt x="1077" y="713"/>
                    <a:pt x="986" y="713"/>
                  </a:cubicBezTo>
                  <a:cubicBezTo>
                    <a:pt x="965" y="713"/>
                    <a:pt x="941" y="708"/>
                    <a:pt x="915" y="697"/>
                  </a:cubicBezTo>
                  <a:cubicBezTo>
                    <a:pt x="828" y="660"/>
                    <a:pt x="752" y="589"/>
                    <a:pt x="677" y="532"/>
                  </a:cubicBezTo>
                  <a:cubicBezTo>
                    <a:pt x="556" y="440"/>
                    <a:pt x="436" y="350"/>
                    <a:pt x="314" y="262"/>
                  </a:cubicBezTo>
                  <a:cubicBezTo>
                    <a:pt x="380" y="252"/>
                    <a:pt x="444" y="241"/>
                    <a:pt x="511" y="241"/>
                  </a:cubicBezTo>
                  <a:close/>
                  <a:moveTo>
                    <a:pt x="498" y="1"/>
                  </a:moveTo>
                  <a:cubicBezTo>
                    <a:pt x="327" y="1"/>
                    <a:pt x="169" y="45"/>
                    <a:pt x="64" y="141"/>
                  </a:cubicBezTo>
                  <a:cubicBezTo>
                    <a:pt x="21" y="167"/>
                    <a:pt x="1" y="233"/>
                    <a:pt x="52" y="279"/>
                  </a:cubicBezTo>
                  <a:cubicBezTo>
                    <a:pt x="202" y="418"/>
                    <a:pt x="361" y="547"/>
                    <a:pt x="517" y="680"/>
                  </a:cubicBezTo>
                  <a:cubicBezTo>
                    <a:pt x="624" y="772"/>
                    <a:pt x="732" y="880"/>
                    <a:pt x="864" y="935"/>
                  </a:cubicBezTo>
                  <a:cubicBezTo>
                    <a:pt x="912" y="955"/>
                    <a:pt x="961" y="965"/>
                    <a:pt x="1007" y="965"/>
                  </a:cubicBezTo>
                  <a:cubicBezTo>
                    <a:pt x="1192" y="965"/>
                    <a:pt x="1344" y="816"/>
                    <a:pt x="1351" y="609"/>
                  </a:cubicBezTo>
                  <a:cubicBezTo>
                    <a:pt x="1362" y="241"/>
                    <a:pt x="897" y="1"/>
                    <a:pt x="4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4100" lIns="91425" spcFirstLastPara="1" rIns="91425" wrap="square" tIns="24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23" name="Google Shape;2423;p16"/>
            <p:cNvSpPr/>
            <p:nvPr/>
          </p:nvSpPr>
          <p:spPr>
            <a:xfrm>
              <a:off x="7828920" y="4121280"/>
              <a:ext cx="40320" cy="23401"/>
            </a:xfrm>
            <a:custGeom>
              <a:rect b="b" l="l" r="r" t="t"/>
              <a:pathLst>
                <a:path extrusionOk="0" h="472" w="810">
                  <a:moveTo>
                    <a:pt x="198" y="0"/>
                  </a:moveTo>
                  <a:cubicBezTo>
                    <a:pt x="130" y="0"/>
                    <a:pt x="66" y="11"/>
                    <a:pt x="0" y="19"/>
                  </a:cubicBezTo>
                  <a:cubicBezTo>
                    <a:pt x="124" y="109"/>
                    <a:pt x="244" y="201"/>
                    <a:pt x="363" y="291"/>
                  </a:cubicBezTo>
                  <a:cubicBezTo>
                    <a:pt x="438" y="348"/>
                    <a:pt x="515" y="419"/>
                    <a:pt x="600" y="456"/>
                  </a:cubicBezTo>
                  <a:cubicBezTo>
                    <a:pt x="625" y="467"/>
                    <a:pt x="649" y="472"/>
                    <a:pt x="671" y="472"/>
                  </a:cubicBezTo>
                  <a:cubicBezTo>
                    <a:pt x="760" y="472"/>
                    <a:pt x="810" y="385"/>
                    <a:pt x="775" y="279"/>
                  </a:cubicBezTo>
                  <a:cubicBezTo>
                    <a:pt x="709" y="82"/>
                    <a:pt x="408" y="11"/>
                    <a:pt x="230" y="1"/>
                  </a:cubicBezTo>
                  <a:cubicBezTo>
                    <a:pt x="219" y="0"/>
                    <a:pt x="208" y="0"/>
                    <a:pt x="19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1875" lIns="91425" spcFirstLastPara="1" rIns="91425" wrap="square" tIns="11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24" name="Google Shape;2424;p16"/>
            <p:cNvSpPr/>
            <p:nvPr/>
          </p:nvSpPr>
          <p:spPr>
            <a:xfrm>
              <a:off x="7676640" y="4140720"/>
              <a:ext cx="41041" cy="60841"/>
            </a:xfrm>
            <a:custGeom>
              <a:rect b="b" l="l" r="r" t="t"/>
              <a:pathLst>
                <a:path extrusionOk="0" h="1213" w="820">
                  <a:moveTo>
                    <a:pt x="355" y="267"/>
                  </a:moveTo>
                  <a:cubicBezTo>
                    <a:pt x="369" y="282"/>
                    <a:pt x="385" y="294"/>
                    <a:pt x="410" y="297"/>
                  </a:cubicBezTo>
                  <a:cubicBezTo>
                    <a:pt x="624" y="323"/>
                    <a:pt x="629" y="553"/>
                    <a:pt x="579" y="713"/>
                  </a:cubicBezTo>
                  <a:cubicBezTo>
                    <a:pt x="552" y="801"/>
                    <a:pt x="482" y="993"/>
                    <a:pt x="391" y="993"/>
                  </a:cubicBezTo>
                  <a:cubicBezTo>
                    <a:pt x="366" y="993"/>
                    <a:pt x="339" y="978"/>
                    <a:pt x="311" y="941"/>
                  </a:cubicBezTo>
                  <a:cubicBezTo>
                    <a:pt x="169" y="756"/>
                    <a:pt x="253" y="474"/>
                    <a:pt x="355" y="267"/>
                  </a:cubicBezTo>
                  <a:close/>
                  <a:moveTo>
                    <a:pt x="357" y="1"/>
                  </a:moveTo>
                  <a:cubicBezTo>
                    <a:pt x="335" y="1"/>
                    <a:pt x="313" y="10"/>
                    <a:pt x="294" y="33"/>
                  </a:cubicBezTo>
                  <a:cubicBezTo>
                    <a:pt x="120" y="244"/>
                    <a:pt x="1" y="552"/>
                    <a:pt x="48" y="829"/>
                  </a:cubicBezTo>
                  <a:cubicBezTo>
                    <a:pt x="74" y="994"/>
                    <a:pt x="209" y="1213"/>
                    <a:pt x="397" y="1213"/>
                  </a:cubicBezTo>
                  <a:cubicBezTo>
                    <a:pt x="407" y="1213"/>
                    <a:pt x="418" y="1212"/>
                    <a:pt x="429" y="1211"/>
                  </a:cubicBezTo>
                  <a:cubicBezTo>
                    <a:pt x="653" y="1181"/>
                    <a:pt x="756" y="828"/>
                    <a:pt x="784" y="641"/>
                  </a:cubicBezTo>
                  <a:cubicBezTo>
                    <a:pt x="820" y="401"/>
                    <a:pt x="694" y="148"/>
                    <a:pt x="439" y="112"/>
                  </a:cubicBezTo>
                  <a:cubicBezTo>
                    <a:pt x="444" y="92"/>
                    <a:pt x="443" y="74"/>
                    <a:pt x="436" y="57"/>
                  </a:cubicBezTo>
                  <a:cubicBezTo>
                    <a:pt x="422" y="24"/>
                    <a:pt x="390" y="1"/>
                    <a:pt x="3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0600" lIns="91425" spcFirstLastPara="1" rIns="91425" wrap="square" tIns="30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25" name="Google Shape;2425;p16"/>
            <p:cNvSpPr/>
            <p:nvPr/>
          </p:nvSpPr>
          <p:spPr>
            <a:xfrm>
              <a:off x="8168400" y="3987000"/>
              <a:ext cx="20160" cy="19080"/>
            </a:xfrm>
            <a:custGeom>
              <a:rect b="b" l="l" r="r" t="t"/>
              <a:pathLst>
                <a:path extrusionOk="0" h="384" w="405">
                  <a:moveTo>
                    <a:pt x="171" y="1"/>
                  </a:moveTo>
                  <a:cubicBezTo>
                    <a:pt x="146" y="1"/>
                    <a:pt x="121" y="7"/>
                    <a:pt x="96" y="21"/>
                  </a:cubicBezTo>
                  <a:cubicBezTo>
                    <a:pt x="25" y="59"/>
                    <a:pt x="1" y="138"/>
                    <a:pt x="25" y="213"/>
                  </a:cubicBezTo>
                  <a:cubicBezTo>
                    <a:pt x="32" y="235"/>
                    <a:pt x="39" y="256"/>
                    <a:pt x="49" y="277"/>
                  </a:cubicBezTo>
                  <a:cubicBezTo>
                    <a:pt x="79" y="343"/>
                    <a:pt x="141" y="383"/>
                    <a:pt x="208" y="383"/>
                  </a:cubicBezTo>
                  <a:cubicBezTo>
                    <a:pt x="235" y="383"/>
                    <a:pt x="263" y="377"/>
                    <a:pt x="290" y="362"/>
                  </a:cubicBezTo>
                  <a:cubicBezTo>
                    <a:pt x="376" y="312"/>
                    <a:pt x="405" y="195"/>
                    <a:pt x="341" y="114"/>
                  </a:cubicBezTo>
                  <a:cubicBezTo>
                    <a:pt x="328" y="96"/>
                    <a:pt x="313" y="80"/>
                    <a:pt x="297" y="63"/>
                  </a:cubicBezTo>
                  <a:cubicBezTo>
                    <a:pt x="262" y="24"/>
                    <a:pt x="218" y="1"/>
                    <a:pt x="1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26" name="Google Shape;2426;p16"/>
            <p:cNvSpPr/>
            <p:nvPr/>
          </p:nvSpPr>
          <p:spPr>
            <a:xfrm>
              <a:off x="7890120" y="4092840"/>
              <a:ext cx="18000" cy="18000"/>
            </a:xfrm>
            <a:custGeom>
              <a:rect b="b" l="l" r="r" t="t"/>
              <a:pathLst>
                <a:path extrusionOk="0" h="366" w="362">
                  <a:moveTo>
                    <a:pt x="206" y="0"/>
                  </a:moveTo>
                  <a:cubicBezTo>
                    <a:pt x="162" y="0"/>
                    <a:pt x="116" y="23"/>
                    <a:pt x="87" y="76"/>
                  </a:cubicBezTo>
                  <a:cubicBezTo>
                    <a:pt x="75" y="95"/>
                    <a:pt x="67" y="113"/>
                    <a:pt x="54" y="130"/>
                  </a:cubicBezTo>
                  <a:cubicBezTo>
                    <a:pt x="0" y="204"/>
                    <a:pt x="24" y="316"/>
                    <a:pt x="111" y="353"/>
                  </a:cubicBezTo>
                  <a:cubicBezTo>
                    <a:pt x="130" y="362"/>
                    <a:pt x="150" y="366"/>
                    <a:pt x="169" y="366"/>
                  </a:cubicBezTo>
                  <a:cubicBezTo>
                    <a:pt x="237" y="366"/>
                    <a:pt x="301" y="315"/>
                    <a:pt x="313" y="244"/>
                  </a:cubicBezTo>
                  <a:cubicBezTo>
                    <a:pt x="318" y="222"/>
                    <a:pt x="323" y="203"/>
                    <a:pt x="329" y="183"/>
                  </a:cubicBezTo>
                  <a:cubicBezTo>
                    <a:pt x="362" y="76"/>
                    <a:pt x="286" y="0"/>
                    <a:pt x="2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000" lIns="91425" spcFirstLastPara="1" rIns="91425" wrap="square" tIns="9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27" name="Google Shape;2427;p16"/>
            <p:cNvSpPr/>
            <p:nvPr/>
          </p:nvSpPr>
          <p:spPr>
            <a:xfrm>
              <a:off x="7685280" y="4154040"/>
              <a:ext cx="22680" cy="36360"/>
            </a:xfrm>
            <a:custGeom>
              <a:rect b="b" l="l" r="r" t="t"/>
              <a:pathLst>
                <a:path extrusionOk="0" h="726" w="459">
                  <a:moveTo>
                    <a:pt x="188" y="0"/>
                  </a:moveTo>
                  <a:cubicBezTo>
                    <a:pt x="83" y="209"/>
                    <a:pt x="1" y="491"/>
                    <a:pt x="141" y="675"/>
                  </a:cubicBezTo>
                  <a:cubicBezTo>
                    <a:pt x="169" y="711"/>
                    <a:pt x="196" y="726"/>
                    <a:pt x="221" y="726"/>
                  </a:cubicBezTo>
                  <a:cubicBezTo>
                    <a:pt x="311" y="726"/>
                    <a:pt x="382" y="533"/>
                    <a:pt x="409" y="447"/>
                  </a:cubicBezTo>
                  <a:cubicBezTo>
                    <a:pt x="459" y="288"/>
                    <a:pt x="454" y="57"/>
                    <a:pt x="242" y="30"/>
                  </a:cubicBezTo>
                  <a:cubicBezTo>
                    <a:pt x="218" y="26"/>
                    <a:pt x="199" y="16"/>
                    <a:pt x="18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8350" lIns="91425" spcFirstLastPara="1" rIns="91425" wrap="square" tIns="18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28" name="Google Shape;2428;p16"/>
            <p:cNvSpPr/>
            <p:nvPr/>
          </p:nvSpPr>
          <p:spPr>
            <a:xfrm>
              <a:off x="7612200" y="4206600"/>
              <a:ext cx="15480" cy="12240"/>
            </a:xfrm>
            <a:custGeom>
              <a:rect b="b" l="l" r="r" t="t"/>
              <a:pathLst>
                <a:path extrusionOk="0" h="253" w="318">
                  <a:moveTo>
                    <a:pt x="167" y="1"/>
                  </a:moveTo>
                  <a:cubicBezTo>
                    <a:pt x="85" y="1"/>
                    <a:pt x="0" y="75"/>
                    <a:pt x="40" y="173"/>
                  </a:cubicBezTo>
                  <a:cubicBezTo>
                    <a:pt x="62" y="229"/>
                    <a:pt x="107" y="252"/>
                    <a:pt x="153" y="252"/>
                  </a:cubicBezTo>
                  <a:cubicBezTo>
                    <a:pt x="234" y="252"/>
                    <a:pt x="318" y="179"/>
                    <a:pt x="280" y="80"/>
                  </a:cubicBezTo>
                  <a:cubicBezTo>
                    <a:pt x="258" y="24"/>
                    <a:pt x="213" y="1"/>
                    <a:pt x="1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100" lIns="91425" spcFirstLastPara="1" rIns="91425" wrap="square" tIns="6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29" name="Google Shape;2429;p16"/>
            <p:cNvSpPr/>
            <p:nvPr/>
          </p:nvSpPr>
          <p:spPr>
            <a:xfrm>
              <a:off x="8301960" y="3938760"/>
              <a:ext cx="11880" cy="9360"/>
            </a:xfrm>
            <a:custGeom>
              <a:rect b="b" l="l" r="r" t="t"/>
              <a:pathLst>
                <a:path extrusionOk="0" h="191" w="242">
                  <a:moveTo>
                    <a:pt x="127" y="0"/>
                  </a:moveTo>
                  <a:cubicBezTo>
                    <a:pt x="64" y="0"/>
                    <a:pt x="0" y="56"/>
                    <a:pt x="30" y="131"/>
                  </a:cubicBezTo>
                  <a:cubicBezTo>
                    <a:pt x="47" y="173"/>
                    <a:pt x="81" y="191"/>
                    <a:pt x="116" y="191"/>
                  </a:cubicBezTo>
                  <a:cubicBezTo>
                    <a:pt x="178" y="191"/>
                    <a:pt x="242" y="135"/>
                    <a:pt x="213" y="60"/>
                  </a:cubicBezTo>
                  <a:cubicBezTo>
                    <a:pt x="196" y="18"/>
                    <a:pt x="162" y="0"/>
                    <a:pt x="1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30" name="Google Shape;2430;p16"/>
            <p:cNvSpPr/>
            <p:nvPr/>
          </p:nvSpPr>
          <p:spPr>
            <a:xfrm>
              <a:off x="8227800" y="3927240"/>
              <a:ext cx="16560" cy="12960"/>
            </a:xfrm>
            <a:custGeom>
              <a:rect b="b" l="l" r="r" t="t"/>
              <a:pathLst>
                <a:path extrusionOk="0" h="267" w="335">
                  <a:moveTo>
                    <a:pt x="175" y="1"/>
                  </a:moveTo>
                  <a:cubicBezTo>
                    <a:pt x="89" y="1"/>
                    <a:pt x="0" y="79"/>
                    <a:pt x="41" y="183"/>
                  </a:cubicBezTo>
                  <a:cubicBezTo>
                    <a:pt x="64" y="242"/>
                    <a:pt x="111" y="266"/>
                    <a:pt x="160" y="266"/>
                  </a:cubicBezTo>
                  <a:cubicBezTo>
                    <a:pt x="246" y="266"/>
                    <a:pt x="334" y="189"/>
                    <a:pt x="293" y="84"/>
                  </a:cubicBezTo>
                  <a:cubicBezTo>
                    <a:pt x="270" y="26"/>
                    <a:pt x="223" y="1"/>
                    <a:pt x="1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475" lIns="91425" spcFirstLastPara="1" rIns="91425" wrap="square" tIns="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31" name="Google Shape;2431;p16"/>
            <p:cNvSpPr/>
            <p:nvPr/>
          </p:nvSpPr>
          <p:spPr>
            <a:xfrm>
              <a:off x="7593480" y="4160160"/>
              <a:ext cx="17280" cy="13680"/>
            </a:xfrm>
            <a:custGeom>
              <a:rect b="b" l="l" r="r" t="t"/>
              <a:pathLst>
                <a:path extrusionOk="0" h="277" w="348">
                  <a:moveTo>
                    <a:pt x="182" y="1"/>
                  </a:moveTo>
                  <a:cubicBezTo>
                    <a:pt x="93" y="1"/>
                    <a:pt x="0" y="82"/>
                    <a:pt x="42" y="191"/>
                  </a:cubicBezTo>
                  <a:cubicBezTo>
                    <a:pt x="65" y="251"/>
                    <a:pt x="115" y="277"/>
                    <a:pt x="165" y="277"/>
                  </a:cubicBezTo>
                  <a:cubicBezTo>
                    <a:pt x="255" y="277"/>
                    <a:pt x="348" y="196"/>
                    <a:pt x="304" y="88"/>
                  </a:cubicBezTo>
                  <a:cubicBezTo>
                    <a:pt x="281" y="26"/>
                    <a:pt x="232" y="1"/>
                    <a:pt x="1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825" lIns="91425" spcFirstLastPara="1" rIns="91425" wrap="square" tIns="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32" name="Google Shape;2432;p16"/>
            <p:cNvSpPr/>
            <p:nvPr/>
          </p:nvSpPr>
          <p:spPr>
            <a:xfrm>
              <a:off x="7811280" y="4074480"/>
              <a:ext cx="11160" cy="9000"/>
            </a:xfrm>
            <a:custGeom>
              <a:rect b="b" l="l" r="r" t="t"/>
              <a:pathLst>
                <a:path extrusionOk="0" h="184" w="230">
                  <a:moveTo>
                    <a:pt x="120" y="0"/>
                  </a:moveTo>
                  <a:cubicBezTo>
                    <a:pt x="61" y="0"/>
                    <a:pt x="0" y="55"/>
                    <a:pt x="30" y="126"/>
                  </a:cubicBezTo>
                  <a:cubicBezTo>
                    <a:pt x="46" y="167"/>
                    <a:pt x="78" y="184"/>
                    <a:pt x="111" y="184"/>
                  </a:cubicBezTo>
                  <a:cubicBezTo>
                    <a:pt x="169" y="184"/>
                    <a:pt x="230" y="130"/>
                    <a:pt x="202" y="58"/>
                  </a:cubicBezTo>
                  <a:cubicBezTo>
                    <a:pt x="186" y="17"/>
                    <a:pt x="153" y="0"/>
                    <a:pt x="1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33" name="Google Shape;2433;p16"/>
            <p:cNvSpPr/>
            <p:nvPr/>
          </p:nvSpPr>
          <p:spPr>
            <a:xfrm>
              <a:off x="7508880" y="4167720"/>
              <a:ext cx="23040" cy="24480"/>
            </a:xfrm>
            <a:custGeom>
              <a:rect b="b" l="l" r="r" t="t"/>
              <a:pathLst>
                <a:path extrusionOk="0" h="495" w="464">
                  <a:moveTo>
                    <a:pt x="196" y="0"/>
                  </a:moveTo>
                  <a:cubicBezTo>
                    <a:pt x="176" y="0"/>
                    <a:pt x="155" y="4"/>
                    <a:pt x="135" y="13"/>
                  </a:cubicBezTo>
                  <a:cubicBezTo>
                    <a:pt x="44" y="54"/>
                    <a:pt x="0" y="152"/>
                    <a:pt x="33" y="245"/>
                  </a:cubicBezTo>
                  <a:cubicBezTo>
                    <a:pt x="47" y="289"/>
                    <a:pt x="64" y="335"/>
                    <a:pt x="80" y="379"/>
                  </a:cubicBezTo>
                  <a:cubicBezTo>
                    <a:pt x="106" y="448"/>
                    <a:pt x="180" y="495"/>
                    <a:pt x="253" y="495"/>
                  </a:cubicBezTo>
                  <a:cubicBezTo>
                    <a:pt x="276" y="495"/>
                    <a:pt x="298" y="490"/>
                    <a:pt x="319" y="481"/>
                  </a:cubicBezTo>
                  <a:cubicBezTo>
                    <a:pt x="409" y="442"/>
                    <a:pt x="464" y="338"/>
                    <a:pt x="423" y="244"/>
                  </a:cubicBezTo>
                  <a:cubicBezTo>
                    <a:pt x="404" y="200"/>
                    <a:pt x="386" y="158"/>
                    <a:pt x="366" y="115"/>
                  </a:cubicBezTo>
                  <a:cubicBezTo>
                    <a:pt x="337" y="49"/>
                    <a:pt x="268" y="0"/>
                    <a:pt x="1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225" lIns="91425" spcFirstLastPara="1" rIns="91425" wrap="square" tIns="12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34" name="Google Shape;2434;p16"/>
            <p:cNvSpPr/>
            <p:nvPr/>
          </p:nvSpPr>
          <p:spPr>
            <a:xfrm>
              <a:off x="7848720" y="4041720"/>
              <a:ext cx="21600" cy="14760"/>
            </a:xfrm>
            <a:custGeom>
              <a:rect b="b" l="l" r="r" t="t"/>
              <a:pathLst>
                <a:path extrusionOk="0" h="302" w="438">
                  <a:moveTo>
                    <a:pt x="171" y="1"/>
                  </a:moveTo>
                  <a:cubicBezTo>
                    <a:pt x="66" y="1"/>
                    <a:pt x="1" y="171"/>
                    <a:pt x="99" y="230"/>
                  </a:cubicBezTo>
                  <a:cubicBezTo>
                    <a:pt x="121" y="244"/>
                    <a:pt x="143" y="258"/>
                    <a:pt x="164" y="272"/>
                  </a:cubicBezTo>
                  <a:cubicBezTo>
                    <a:pt x="201" y="295"/>
                    <a:pt x="230" y="301"/>
                    <a:pt x="269" y="301"/>
                  </a:cubicBezTo>
                  <a:cubicBezTo>
                    <a:pt x="273" y="301"/>
                    <a:pt x="278" y="301"/>
                    <a:pt x="283" y="301"/>
                  </a:cubicBezTo>
                  <a:cubicBezTo>
                    <a:pt x="381" y="298"/>
                    <a:pt x="437" y="166"/>
                    <a:pt x="375" y="93"/>
                  </a:cubicBezTo>
                  <a:cubicBezTo>
                    <a:pt x="345" y="57"/>
                    <a:pt x="320" y="37"/>
                    <a:pt x="272" y="24"/>
                  </a:cubicBezTo>
                  <a:cubicBezTo>
                    <a:pt x="248" y="17"/>
                    <a:pt x="222" y="12"/>
                    <a:pt x="198" y="5"/>
                  </a:cubicBezTo>
                  <a:cubicBezTo>
                    <a:pt x="189" y="2"/>
                    <a:pt x="180" y="1"/>
                    <a:pt x="1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550" lIns="91425" spcFirstLastPara="1" rIns="91425" wrap="square" tIns="75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35" name="Google Shape;2435;p16"/>
            <p:cNvSpPr/>
            <p:nvPr/>
          </p:nvSpPr>
          <p:spPr>
            <a:xfrm>
              <a:off x="7577280" y="3881520"/>
              <a:ext cx="249478" cy="243358"/>
            </a:xfrm>
            <a:custGeom>
              <a:rect b="b" l="l" r="r" t="t"/>
              <a:pathLst>
                <a:path extrusionOk="0" h="4835" w="4963">
                  <a:moveTo>
                    <a:pt x="2865" y="301"/>
                  </a:moveTo>
                  <a:cubicBezTo>
                    <a:pt x="3117" y="301"/>
                    <a:pt x="3370" y="345"/>
                    <a:pt x="3613" y="438"/>
                  </a:cubicBezTo>
                  <a:cubicBezTo>
                    <a:pt x="3600" y="488"/>
                    <a:pt x="3609" y="545"/>
                    <a:pt x="3655" y="589"/>
                  </a:cubicBezTo>
                  <a:cubicBezTo>
                    <a:pt x="4962" y="1833"/>
                    <a:pt x="3955" y="4562"/>
                    <a:pt x="2249" y="4562"/>
                  </a:cubicBezTo>
                  <a:cubicBezTo>
                    <a:pt x="2002" y="4562"/>
                    <a:pt x="1740" y="4505"/>
                    <a:pt x="1469" y="4378"/>
                  </a:cubicBezTo>
                  <a:cubicBezTo>
                    <a:pt x="395" y="3872"/>
                    <a:pt x="325" y="2313"/>
                    <a:pt x="881" y="1412"/>
                  </a:cubicBezTo>
                  <a:cubicBezTo>
                    <a:pt x="1305" y="726"/>
                    <a:pt x="2080" y="301"/>
                    <a:pt x="2865" y="301"/>
                  </a:cubicBezTo>
                  <a:close/>
                  <a:moveTo>
                    <a:pt x="2782" y="0"/>
                  </a:moveTo>
                  <a:cubicBezTo>
                    <a:pt x="1943" y="0"/>
                    <a:pt x="1053" y="563"/>
                    <a:pt x="630" y="1240"/>
                  </a:cubicBezTo>
                  <a:cubicBezTo>
                    <a:pt x="1" y="2247"/>
                    <a:pt x="81" y="3890"/>
                    <a:pt x="1178" y="4558"/>
                  </a:cubicBezTo>
                  <a:cubicBezTo>
                    <a:pt x="1491" y="4748"/>
                    <a:pt x="1834" y="4835"/>
                    <a:pt x="2177" y="4835"/>
                  </a:cubicBezTo>
                  <a:cubicBezTo>
                    <a:pt x="2918" y="4835"/>
                    <a:pt x="3656" y="4430"/>
                    <a:pt x="4068" y="3794"/>
                  </a:cubicBezTo>
                  <a:cubicBezTo>
                    <a:pt x="4720" y="2788"/>
                    <a:pt x="4738" y="1218"/>
                    <a:pt x="3834" y="359"/>
                  </a:cubicBezTo>
                  <a:cubicBezTo>
                    <a:pt x="3811" y="336"/>
                    <a:pt x="3786" y="326"/>
                    <a:pt x="3762" y="322"/>
                  </a:cubicBezTo>
                  <a:cubicBezTo>
                    <a:pt x="3468" y="97"/>
                    <a:pt x="3130" y="0"/>
                    <a:pt x="27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36" name="Google Shape;2436;p16"/>
            <p:cNvSpPr/>
            <p:nvPr/>
          </p:nvSpPr>
          <p:spPr>
            <a:xfrm>
              <a:off x="7624080" y="3907440"/>
              <a:ext cx="154801" cy="173881"/>
            </a:xfrm>
            <a:custGeom>
              <a:rect b="b" l="l" r="r" t="t"/>
              <a:pathLst>
                <a:path extrusionOk="0" h="3461" w="3082">
                  <a:moveTo>
                    <a:pt x="1700" y="1222"/>
                  </a:moveTo>
                  <a:cubicBezTo>
                    <a:pt x="1657" y="1280"/>
                    <a:pt x="1616" y="1344"/>
                    <a:pt x="1579" y="1409"/>
                  </a:cubicBezTo>
                  <a:cubicBezTo>
                    <a:pt x="1548" y="1437"/>
                    <a:pt x="1515" y="1474"/>
                    <a:pt x="1487" y="1521"/>
                  </a:cubicBezTo>
                  <a:cubicBezTo>
                    <a:pt x="1540" y="1411"/>
                    <a:pt x="1613" y="1296"/>
                    <a:pt x="1700" y="1222"/>
                  </a:cubicBezTo>
                  <a:close/>
                  <a:moveTo>
                    <a:pt x="1464" y="2989"/>
                  </a:moveTo>
                  <a:cubicBezTo>
                    <a:pt x="1483" y="2991"/>
                    <a:pt x="1500" y="2991"/>
                    <a:pt x="1518" y="2991"/>
                  </a:cubicBezTo>
                  <a:cubicBezTo>
                    <a:pt x="1525" y="2995"/>
                    <a:pt x="1532" y="2996"/>
                    <a:pt x="1537" y="3001"/>
                  </a:cubicBezTo>
                  <a:cubicBezTo>
                    <a:pt x="1528" y="3012"/>
                    <a:pt x="1521" y="3025"/>
                    <a:pt x="1515" y="3037"/>
                  </a:cubicBezTo>
                  <a:cubicBezTo>
                    <a:pt x="1482" y="3042"/>
                    <a:pt x="1448" y="3044"/>
                    <a:pt x="1413" y="3044"/>
                  </a:cubicBezTo>
                  <a:cubicBezTo>
                    <a:pt x="1379" y="3044"/>
                    <a:pt x="1343" y="3042"/>
                    <a:pt x="1307" y="3037"/>
                  </a:cubicBezTo>
                  <a:cubicBezTo>
                    <a:pt x="1270" y="3033"/>
                    <a:pt x="1236" y="3026"/>
                    <a:pt x="1202" y="3018"/>
                  </a:cubicBezTo>
                  <a:lnTo>
                    <a:pt x="1202" y="3018"/>
                  </a:lnTo>
                  <a:cubicBezTo>
                    <a:pt x="1219" y="3019"/>
                    <a:pt x="1235" y="3019"/>
                    <a:pt x="1252" y="3019"/>
                  </a:cubicBezTo>
                  <a:cubicBezTo>
                    <a:pt x="1313" y="3019"/>
                    <a:pt x="1376" y="3011"/>
                    <a:pt x="1445" y="2995"/>
                  </a:cubicBezTo>
                  <a:cubicBezTo>
                    <a:pt x="1452" y="2993"/>
                    <a:pt x="1457" y="2991"/>
                    <a:pt x="1464" y="2989"/>
                  </a:cubicBezTo>
                  <a:close/>
                  <a:moveTo>
                    <a:pt x="1954" y="0"/>
                  </a:moveTo>
                  <a:cubicBezTo>
                    <a:pt x="1517" y="0"/>
                    <a:pt x="990" y="393"/>
                    <a:pt x="747" y="658"/>
                  </a:cubicBezTo>
                  <a:cubicBezTo>
                    <a:pt x="240" y="1212"/>
                    <a:pt x="1" y="2089"/>
                    <a:pt x="341" y="2791"/>
                  </a:cubicBezTo>
                  <a:cubicBezTo>
                    <a:pt x="556" y="3234"/>
                    <a:pt x="978" y="3461"/>
                    <a:pt x="1424" y="3461"/>
                  </a:cubicBezTo>
                  <a:cubicBezTo>
                    <a:pt x="1632" y="3461"/>
                    <a:pt x="1845" y="3411"/>
                    <a:pt x="2045" y="3312"/>
                  </a:cubicBezTo>
                  <a:cubicBezTo>
                    <a:pt x="2744" y="2965"/>
                    <a:pt x="3081" y="2084"/>
                    <a:pt x="3054" y="1338"/>
                  </a:cubicBezTo>
                  <a:cubicBezTo>
                    <a:pt x="3037" y="846"/>
                    <a:pt x="2796" y="424"/>
                    <a:pt x="2401" y="247"/>
                  </a:cubicBezTo>
                  <a:cubicBezTo>
                    <a:pt x="2400" y="224"/>
                    <a:pt x="2394" y="197"/>
                    <a:pt x="2377" y="180"/>
                  </a:cubicBezTo>
                  <a:cubicBezTo>
                    <a:pt x="2260" y="52"/>
                    <a:pt x="2113" y="0"/>
                    <a:pt x="19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87100" lIns="91425" spcFirstLastPara="1" rIns="91425" wrap="square" tIns="8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37" name="Google Shape;2437;p16"/>
            <p:cNvSpPr/>
            <p:nvPr/>
          </p:nvSpPr>
          <p:spPr>
            <a:xfrm>
              <a:off x="7905240" y="3982680"/>
              <a:ext cx="14040" cy="15480"/>
            </a:xfrm>
            <a:custGeom>
              <a:rect b="b" l="l" r="r" t="t"/>
              <a:pathLst>
                <a:path extrusionOk="0" h="315" w="287">
                  <a:moveTo>
                    <a:pt x="164" y="0"/>
                  </a:moveTo>
                  <a:cubicBezTo>
                    <a:pt x="133" y="0"/>
                    <a:pt x="101" y="13"/>
                    <a:pt x="75" y="42"/>
                  </a:cubicBezTo>
                  <a:cubicBezTo>
                    <a:pt x="46" y="74"/>
                    <a:pt x="17" y="98"/>
                    <a:pt x="9" y="145"/>
                  </a:cubicBezTo>
                  <a:cubicBezTo>
                    <a:pt x="0" y="192"/>
                    <a:pt x="9" y="233"/>
                    <a:pt x="36" y="270"/>
                  </a:cubicBezTo>
                  <a:cubicBezTo>
                    <a:pt x="54" y="296"/>
                    <a:pt x="90" y="315"/>
                    <a:pt x="123" y="315"/>
                  </a:cubicBezTo>
                  <a:cubicBezTo>
                    <a:pt x="128" y="315"/>
                    <a:pt x="132" y="315"/>
                    <a:pt x="136" y="314"/>
                  </a:cubicBezTo>
                  <a:cubicBezTo>
                    <a:pt x="183" y="308"/>
                    <a:pt x="218" y="287"/>
                    <a:pt x="247" y="250"/>
                  </a:cubicBezTo>
                  <a:cubicBezTo>
                    <a:pt x="275" y="215"/>
                    <a:pt x="275" y="176"/>
                    <a:pt x="279" y="131"/>
                  </a:cubicBezTo>
                  <a:cubicBezTo>
                    <a:pt x="287" y="53"/>
                    <a:pt x="228" y="0"/>
                    <a:pt x="1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900" lIns="91425" spcFirstLastPara="1" rIns="91425" wrap="square" tIns="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38" name="Google Shape;2438;p16"/>
            <p:cNvSpPr/>
            <p:nvPr/>
          </p:nvSpPr>
          <p:spPr>
            <a:xfrm>
              <a:off x="7567920" y="4112640"/>
              <a:ext cx="18720" cy="18000"/>
            </a:xfrm>
            <a:custGeom>
              <a:rect b="b" l="l" r="r" t="t"/>
              <a:pathLst>
                <a:path extrusionOk="0" h="365" w="380">
                  <a:moveTo>
                    <a:pt x="179" y="1"/>
                  </a:moveTo>
                  <a:cubicBezTo>
                    <a:pt x="92" y="1"/>
                    <a:pt x="1" y="72"/>
                    <a:pt x="19" y="169"/>
                  </a:cubicBezTo>
                  <a:cubicBezTo>
                    <a:pt x="20" y="185"/>
                    <a:pt x="24" y="203"/>
                    <a:pt x="27" y="219"/>
                  </a:cubicBezTo>
                  <a:cubicBezTo>
                    <a:pt x="38" y="303"/>
                    <a:pt x="110" y="365"/>
                    <a:pt x="190" y="365"/>
                  </a:cubicBezTo>
                  <a:cubicBezTo>
                    <a:pt x="210" y="365"/>
                    <a:pt x="230" y="361"/>
                    <a:pt x="249" y="354"/>
                  </a:cubicBezTo>
                  <a:cubicBezTo>
                    <a:pt x="350" y="315"/>
                    <a:pt x="380" y="191"/>
                    <a:pt x="320" y="104"/>
                  </a:cubicBezTo>
                  <a:cubicBezTo>
                    <a:pt x="309" y="90"/>
                    <a:pt x="301" y="76"/>
                    <a:pt x="293" y="62"/>
                  </a:cubicBezTo>
                  <a:cubicBezTo>
                    <a:pt x="267" y="19"/>
                    <a:pt x="224" y="1"/>
                    <a:pt x="1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000" lIns="91425" spcFirstLastPara="1" rIns="91425" wrap="square" tIns="9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39" name="Google Shape;2439;p16"/>
            <p:cNvSpPr/>
            <p:nvPr/>
          </p:nvSpPr>
          <p:spPr>
            <a:xfrm>
              <a:off x="8354160" y="3764520"/>
              <a:ext cx="39599" cy="52561"/>
            </a:xfrm>
            <a:custGeom>
              <a:rect b="b" l="l" r="r" t="t"/>
              <a:pathLst>
                <a:path extrusionOk="0" h="1052" w="796">
                  <a:moveTo>
                    <a:pt x="667" y="0"/>
                  </a:moveTo>
                  <a:cubicBezTo>
                    <a:pt x="646" y="0"/>
                    <a:pt x="625" y="6"/>
                    <a:pt x="604" y="19"/>
                  </a:cubicBezTo>
                  <a:cubicBezTo>
                    <a:pt x="462" y="108"/>
                    <a:pt x="370" y="297"/>
                    <a:pt x="285" y="436"/>
                  </a:cubicBezTo>
                  <a:cubicBezTo>
                    <a:pt x="193" y="586"/>
                    <a:pt x="112" y="742"/>
                    <a:pt x="39" y="903"/>
                  </a:cubicBezTo>
                  <a:cubicBezTo>
                    <a:pt x="1" y="987"/>
                    <a:pt x="71" y="1052"/>
                    <a:pt x="142" y="1052"/>
                  </a:cubicBezTo>
                  <a:cubicBezTo>
                    <a:pt x="179" y="1052"/>
                    <a:pt x="218" y="1033"/>
                    <a:pt x="240" y="990"/>
                  </a:cubicBezTo>
                  <a:cubicBezTo>
                    <a:pt x="321" y="835"/>
                    <a:pt x="407" y="684"/>
                    <a:pt x="505" y="538"/>
                  </a:cubicBezTo>
                  <a:cubicBezTo>
                    <a:pt x="588" y="413"/>
                    <a:pt x="717" y="293"/>
                    <a:pt x="767" y="148"/>
                  </a:cubicBezTo>
                  <a:cubicBezTo>
                    <a:pt x="796" y="69"/>
                    <a:pt x="737" y="0"/>
                    <a:pt x="6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6275" lIns="91425" spcFirstLastPara="1" rIns="91425" wrap="square" tIns="26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40" name="Google Shape;2440;p16"/>
            <p:cNvSpPr/>
            <p:nvPr/>
          </p:nvSpPr>
          <p:spPr>
            <a:xfrm>
              <a:off x="8210160" y="3862800"/>
              <a:ext cx="15840" cy="12600"/>
            </a:xfrm>
            <a:custGeom>
              <a:rect b="b" l="l" r="r" t="t"/>
              <a:pathLst>
                <a:path extrusionOk="0" h="257" w="321">
                  <a:moveTo>
                    <a:pt x="168" y="0"/>
                  </a:moveTo>
                  <a:cubicBezTo>
                    <a:pt x="85" y="0"/>
                    <a:pt x="0" y="75"/>
                    <a:pt x="38" y="177"/>
                  </a:cubicBezTo>
                  <a:cubicBezTo>
                    <a:pt x="61" y="233"/>
                    <a:pt x="106" y="256"/>
                    <a:pt x="153" y="256"/>
                  </a:cubicBezTo>
                  <a:cubicBezTo>
                    <a:pt x="235" y="256"/>
                    <a:pt x="321" y="181"/>
                    <a:pt x="282" y="80"/>
                  </a:cubicBezTo>
                  <a:cubicBezTo>
                    <a:pt x="260" y="24"/>
                    <a:pt x="214" y="0"/>
                    <a:pt x="1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475" lIns="91425" spcFirstLastPara="1" rIns="91425" wrap="square" tIns="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41" name="Google Shape;2441;p16"/>
            <p:cNvSpPr/>
            <p:nvPr/>
          </p:nvSpPr>
          <p:spPr>
            <a:xfrm>
              <a:off x="7836480" y="3977640"/>
              <a:ext cx="18000" cy="21240"/>
            </a:xfrm>
            <a:custGeom>
              <a:rect b="b" l="l" r="r" t="t"/>
              <a:pathLst>
                <a:path extrusionOk="0" h="427" w="361">
                  <a:moveTo>
                    <a:pt x="157" y="0"/>
                  </a:moveTo>
                  <a:cubicBezTo>
                    <a:pt x="140" y="0"/>
                    <a:pt x="123" y="4"/>
                    <a:pt x="105" y="10"/>
                  </a:cubicBezTo>
                  <a:cubicBezTo>
                    <a:pt x="21" y="43"/>
                    <a:pt x="0" y="127"/>
                    <a:pt x="20" y="205"/>
                  </a:cubicBezTo>
                  <a:cubicBezTo>
                    <a:pt x="36" y="263"/>
                    <a:pt x="47" y="322"/>
                    <a:pt x="89" y="369"/>
                  </a:cubicBezTo>
                  <a:cubicBezTo>
                    <a:pt x="124" y="409"/>
                    <a:pt x="167" y="427"/>
                    <a:pt x="209" y="427"/>
                  </a:cubicBezTo>
                  <a:cubicBezTo>
                    <a:pt x="288" y="427"/>
                    <a:pt x="360" y="364"/>
                    <a:pt x="359" y="264"/>
                  </a:cubicBezTo>
                  <a:cubicBezTo>
                    <a:pt x="356" y="202"/>
                    <a:pt x="325" y="151"/>
                    <a:pt x="296" y="95"/>
                  </a:cubicBezTo>
                  <a:cubicBezTo>
                    <a:pt x="268" y="40"/>
                    <a:pt x="216" y="0"/>
                    <a:pt x="1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0800" lIns="91425" spcFirstLastPara="1" rIns="91425" wrap="square" tIns="10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42" name="Google Shape;2442;p16"/>
            <p:cNvSpPr/>
            <p:nvPr/>
          </p:nvSpPr>
          <p:spPr>
            <a:xfrm>
              <a:off x="7477200" y="4060080"/>
              <a:ext cx="80280" cy="43561"/>
            </a:xfrm>
            <a:custGeom>
              <a:rect b="b" l="l" r="r" t="t"/>
              <a:pathLst>
                <a:path extrusionOk="0" h="870" w="1600">
                  <a:moveTo>
                    <a:pt x="924" y="218"/>
                  </a:moveTo>
                  <a:cubicBezTo>
                    <a:pt x="1062" y="218"/>
                    <a:pt x="1198" y="247"/>
                    <a:pt x="1327" y="299"/>
                  </a:cubicBezTo>
                  <a:cubicBezTo>
                    <a:pt x="1324" y="333"/>
                    <a:pt x="1347" y="365"/>
                    <a:pt x="1377" y="380"/>
                  </a:cubicBezTo>
                  <a:cubicBezTo>
                    <a:pt x="1388" y="470"/>
                    <a:pt x="1103" y="601"/>
                    <a:pt x="1051" y="616"/>
                  </a:cubicBezTo>
                  <a:cubicBezTo>
                    <a:pt x="993" y="632"/>
                    <a:pt x="933" y="640"/>
                    <a:pt x="873" y="640"/>
                  </a:cubicBezTo>
                  <a:cubicBezTo>
                    <a:pt x="777" y="640"/>
                    <a:pt x="682" y="619"/>
                    <a:pt x="597" y="574"/>
                  </a:cubicBezTo>
                  <a:cubicBezTo>
                    <a:pt x="516" y="528"/>
                    <a:pt x="377" y="443"/>
                    <a:pt x="475" y="337"/>
                  </a:cubicBezTo>
                  <a:cubicBezTo>
                    <a:pt x="533" y="278"/>
                    <a:pt x="693" y="244"/>
                    <a:pt x="770" y="231"/>
                  </a:cubicBezTo>
                  <a:cubicBezTo>
                    <a:pt x="821" y="222"/>
                    <a:pt x="873" y="218"/>
                    <a:pt x="924" y="218"/>
                  </a:cubicBezTo>
                  <a:close/>
                  <a:moveTo>
                    <a:pt x="826" y="0"/>
                  </a:moveTo>
                  <a:cubicBezTo>
                    <a:pt x="648" y="0"/>
                    <a:pt x="472" y="43"/>
                    <a:pt x="328" y="140"/>
                  </a:cubicBezTo>
                  <a:cubicBezTo>
                    <a:pt x="1" y="365"/>
                    <a:pt x="312" y="724"/>
                    <a:pt x="573" y="819"/>
                  </a:cubicBezTo>
                  <a:cubicBezTo>
                    <a:pt x="665" y="853"/>
                    <a:pt x="764" y="869"/>
                    <a:pt x="863" y="869"/>
                  </a:cubicBezTo>
                  <a:cubicBezTo>
                    <a:pt x="1075" y="869"/>
                    <a:pt x="1289" y="794"/>
                    <a:pt x="1440" y="649"/>
                  </a:cubicBezTo>
                  <a:cubicBezTo>
                    <a:pt x="1528" y="567"/>
                    <a:pt x="1599" y="450"/>
                    <a:pt x="1559" y="323"/>
                  </a:cubicBezTo>
                  <a:cubicBezTo>
                    <a:pt x="1539" y="261"/>
                    <a:pt x="1500" y="225"/>
                    <a:pt x="1452" y="222"/>
                  </a:cubicBezTo>
                  <a:cubicBezTo>
                    <a:pt x="1450" y="195"/>
                    <a:pt x="1437" y="167"/>
                    <a:pt x="1408" y="151"/>
                  </a:cubicBezTo>
                  <a:cubicBezTo>
                    <a:pt x="1241" y="57"/>
                    <a:pt x="1032" y="0"/>
                    <a:pt x="8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1950" lIns="91425" spcFirstLastPara="1" rIns="91425" wrap="square" tIns="21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43" name="Google Shape;2443;p16"/>
            <p:cNvSpPr/>
            <p:nvPr/>
          </p:nvSpPr>
          <p:spPr>
            <a:xfrm>
              <a:off x="8141760" y="3843360"/>
              <a:ext cx="17280" cy="13680"/>
            </a:xfrm>
            <a:custGeom>
              <a:rect b="b" l="l" r="r" t="t"/>
              <a:pathLst>
                <a:path extrusionOk="0" h="276" w="348">
                  <a:moveTo>
                    <a:pt x="182" y="0"/>
                  </a:moveTo>
                  <a:cubicBezTo>
                    <a:pt x="93" y="0"/>
                    <a:pt x="1" y="81"/>
                    <a:pt x="42" y="188"/>
                  </a:cubicBezTo>
                  <a:cubicBezTo>
                    <a:pt x="67" y="249"/>
                    <a:pt x="117" y="275"/>
                    <a:pt x="168" y="275"/>
                  </a:cubicBezTo>
                  <a:cubicBezTo>
                    <a:pt x="257" y="275"/>
                    <a:pt x="348" y="195"/>
                    <a:pt x="305" y="86"/>
                  </a:cubicBezTo>
                  <a:cubicBezTo>
                    <a:pt x="281" y="26"/>
                    <a:pt x="232" y="0"/>
                    <a:pt x="1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825" lIns="91425" spcFirstLastPara="1" rIns="91425" wrap="square" tIns="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44" name="Google Shape;2444;p16"/>
            <p:cNvSpPr/>
            <p:nvPr/>
          </p:nvSpPr>
          <p:spPr>
            <a:xfrm>
              <a:off x="7432560" y="4109040"/>
              <a:ext cx="26280" cy="15120"/>
            </a:xfrm>
            <a:custGeom>
              <a:rect b="b" l="l" r="r" t="t"/>
              <a:pathLst>
                <a:path extrusionOk="0" h="307" w="528">
                  <a:moveTo>
                    <a:pt x="313" y="0"/>
                  </a:moveTo>
                  <a:cubicBezTo>
                    <a:pt x="269" y="0"/>
                    <a:pt x="228" y="17"/>
                    <a:pt x="193" y="47"/>
                  </a:cubicBezTo>
                  <a:cubicBezTo>
                    <a:pt x="170" y="53"/>
                    <a:pt x="145" y="57"/>
                    <a:pt x="122" y="60"/>
                  </a:cubicBezTo>
                  <a:cubicBezTo>
                    <a:pt x="17" y="80"/>
                    <a:pt x="0" y="241"/>
                    <a:pt x="116" y="256"/>
                  </a:cubicBezTo>
                  <a:lnTo>
                    <a:pt x="201" y="266"/>
                  </a:lnTo>
                  <a:cubicBezTo>
                    <a:pt x="225" y="285"/>
                    <a:pt x="252" y="300"/>
                    <a:pt x="288" y="305"/>
                  </a:cubicBezTo>
                  <a:cubicBezTo>
                    <a:pt x="294" y="306"/>
                    <a:pt x="300" y="306"/>
                    <a:pt x="306" y="306"/>
                  </a:cubicBezTo>
                  <a:cubicBezTo>
                    <a:pt x="353" y="306"/>
                    <a:pt x="396" y="284"/>
                    <a:pt x="434" y="260"/>
                  </a:cubicBezTo>
                  <a:cubicBezTo>
                    <a:pt x="527" y="200"/>
                    <a:pt x="489" y="69"/>
                    <a:pt x="407" y="26"/>
                  </a:cubicBezTo>
                  <a:cubicBezTo>
                    <a:pt x="375" y="9"/>
                    <a:pt x="343" y="0"/>
                    <a:pt x="3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550" lIns="91425" spcFirstLastPara="1" rIns="91425" wrap="square" tIns="75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45" name="Google Shape;2445;p16"/>
            <p:cNvSpPr/>
            <p:nvPr/>
          </p:nvSpPr>
          <p:spPr>
            <a:xfrm>
              <a:off x="7496280" y="4071240"/>
              <a:ext cx="50400" cy="20880"/>
            </a:xfrm>
            <a:custGeom>
              <a:rect b="b" l="l" r="r" t="t"/>
              <a:pathLst>
                <a:path extrusionOk="0" h="420" w="1007">
                  <a:moveTo>
                    <a:pt x="550" y="0"/>
                  </a:moveTo>
                  <a:cubicBezTo>
                    <a:pt x="498" y="0"/>
                    <a:pt x="444" y="5"/>
                    <a:pt x="391" y="14"/>
                  </a:cubicBezTo>
                  <a:cubicBezTo>
                    <a:pt x="313" y="25"/>
                    <a:pt x="153" y="58"/>
                    <a:pt x="97" y="120"/>
                  </a:cubicBezTo>
                  <a:cubicBezTo>
                    <a:pt x="0" y="226"/>
                    <a:pt x="138" y="311"/>
                    <a:pt x="220" y="355"/>
                  </a:cubicBezTo>
                  <a:cubicBezTo>
                    <a:pt x="303" y="399"/>
                    <a:pt x="399" y="420"/>
                    <a:pt x="494" y="420"/>
                  </a:cubicBezTo>
                  <a:cubicBezTo>
                    <a:pt x="554" y="420"/>
                    <a:pt x="614" y="412"/>
                    <a:pt x="671" y="396"/>
                  </a:cubicBezTo>
                  <a:cubicBezTo>
                    <a:pt x="723" y="382"/>
                    <a:pt x="1006" y="250"/>
                    <a:pt x="997" y="160"/>
                  </a:cubicBezTo>
                  <a:cubicBezTo>
                    <a:pt x="965" y="144"/>
                    <a:pt x="944" y="113"/>
                    <a:pt x="950" y="80"/>
                  </a:cubicBezTo>
                  <a:cubicBezTo>
                    <a:pt x="822" y="29"/>
                    <a:pt x="687" y="0"/>
                    <a:pt x="5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0425" lIns="91425" spcFirstLastPara="1" rIns="91425" wrap="square" tIns="10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46" name="Google Shape;2446;p16"/>
            <p:cNvSpPr/>
            <p:nvPr/>
          </p:nvSpPr>
          <p:spPr>
            <a:xfrm>
              <a:off x="8093160" y="3841920"/>
              <a:ext cx="19440" cy="15480"/>
            </a:xfrm>
            <a:custGeom>
              <a:rect b="b" l="l" r="r" t="t"/>
              <a:pathLst>
                <a:path extrusionOk="0" h="315" w="393">
                  <a:moveTo>
                    <a:pt x="224" y="1"/>
                  </a:moveTo>
                  <a:cubicBezTo>
                    <a:pt x="206" y="1"/>
                    <a:pt x="188" y="5"/>
                    <a:pt x="172" y="13"/>
                  </a:cubicBezTo>
                  <a:cubicBezTo>
                    <a:pt x="152" y="26"/>
                    <a:pt x="130" y="36"/>
                    <a:pt x="109" y="48"/>
                  </a:cubicBezTo>
                  <a:cubicBezTo>
                    <a:pt x="44" y="83"/>
                    <a:pt x="0" y="152"/>
                    <a:pt x="31" y="227"/>
                  </a:cubicBezTo>
                  <a:cubicBezTo>
                    <a:pt x="55" y="287"/>
                    <a:pt x="107" y="314"/>
                    <a:pt x="163" y="314"/>
                  </a:cubicBezTo>
                  <a:cubicBezTo>
                    <a:pt x="179" y="314"/>
                    <a:pt x="195" y="312"/>
                    <a:pt x="211" y="308"/>
                  </a:cubicBezTo>
                  <a:cubicBezTo>
                    <a:pt x="235" y="301"/>
                    <a:pt x="258" y="295"/>
                    <a:pt x="281" y="290"/>
                  </a:cubicBezTo>
                  <a:cubicBezTo>
                    <a:pt x="359" y="269"/>
                    <a:pt x="393" y="167"/>
                    <a:pt x="366" y="97"/>
                  </a:cubicBezTo>
                  <a:cubicBezTo>
                    <a:pt x="345" y="45"/>
                    <a:pt x="284" y="1"/>
                    <a:pt x="2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900" lIns="91425" spcFirstLastPara="1" rIns="91425" wrap="square" tIns="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47" name="Google Shape;2447;p16"/>
            <p:cNvSpPr/>
            <p:nvPr/>
          </p:nvSpPr>
          <p:spPr>
            <a:xfrm>
              <a:off x="7875720" y="3882240"/>
              <a:ext cx="18720" cy="16200"/>
            </a:xfrm>
            <a:custGeom>
              <a:rect b="b" l="l" r="r" t="t"/>
              <a:pathLst>
                <a:path extrusionOk="0" h="331" w="380">
                  <a:moveTo>
                    <a:pt x="224" y="1"/>
                  </a:moveTo>
                  <a:cubicBezTo>
                    <a:pt x="116" y="1"/>
                    <a:pt x="0" y="107"/>
                    <a:pt x="90" y="238"/>
                  </a:cubicBezTo>
                  <a:lnTo>
                    <a:pt x="114" y="272"/>
                  </a:lnTo>
                  <a:cubicBezTo>
                    <a:pt x="141" y="313"/>
                    <a:pt x="178" y="330"/>
                    <a:pt x="216" y="330"/>
                  </a:cubicBezTo>
                  <a:cubicBezTo>
                    <a:pt x="237" y="330"/>
                    <a:pt x="257" y="325"/>
                    <a:pt x="277" y="316"/>
                  </a:cubicBezTo>
                  <a:cubicBezTo>
                    <a:pt x="335" y="299"/>
                    <a:pt x="379" y="249"/>
                    <a:pt x="369" y="171"/>
                  </a:cubicBezTo>
                  <a:lnTo>
                    <a:pt x="363" y="132"/>
                  </a:lnTo>
                  <a:cubicBezTo>
                    <a:pt x="350" y="39"/>
                    <a:pt x="288" y="1"/>
                    <a:pt x="2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8275" lIns="91425" spcFirstLastPara="1" rIns="91425" wrap="square" tIns="8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48" name="Google Shape;2448;p16"/>
            <p:cNvSpPr/>
            <p:nvPr/>
          </p:nvSpPr>
          <p:spPr>
            <a:xfrm>
              <a:off x="8141400" y="3773160"/>
              <a:ext cx="20880" cy="16560"/>
            </a:xfrm>
            <a:custGeom>
              <a:rect b="b" l="l" r="r" t="t"/>
              <a:pathLst>
                <a:path extrusionOk="0" h="335" w="419">
                  <a:moveTo>
                    <a:pt x="237" y="0"/>
                  </a:moveTo>
                  <a:cubicBezTo>
                    <a:pt x="218" y="0"/>
                    <a:pt x="199" y="4"/>
                    <a:pt x="180" y="13"/>
                  </a:cubicBezTo>
                  <a:lnTo>
                    <a:pt x="118" y="42"/>
                  </a:lnTo>
                  <a:cubicBezTo>
                    <a:pt x="44" y="77"/>
                    <a:pt x="0" y="159"/>
                    <a:pt x="31" y="239"/>
                  </a:cubicBezTo>
                  <a:cubicBezTo>
                    <a:pt x="56" y="302"/>
                    <a:pt x="114" y="335"/>
                    <a:pt x="176" y="335"/>
                  </a:cubicBezTo>
                  <a:cubicBezTo>
                    <a:pt x="194" y="335"/>
                    <a:pt x="212" y="332"/>
                    <a:pt x="230" y="326"/>
                  </a:cubicBezTo>
                  <a:lnTo>
                    <a:pt x="295" y="307"/>
                  </a:lnTo>
                  <a:cubicBezTo>
                    <a:pt x="376" y="280"/>
                    <a:pt x="418" y="176"/>
                    <a:pt x="385" y="101"/>
                  </a:cubicBezTo>
                  <a:cubicBezTo>
                    <a:pt x="359" y="44"/>
                    <a:pt x="301" y="0"/>
                    <a:pt x="2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8275" lIns="91425" spcFirstLastPara="1" rIns="91425" wrap="square" tIns="8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49" name="Google Shape;2449;p16"/>
            <p:cNvSpPr/>
            <p:nvPr/>
          </p:nvSpPr>
          <p:spPr>
            <a:xfrm>
              <a:off x="8067600" y="3806280"/>
              <a:ext cx="14400" cy="11160"/>
            </a:xfrm>
            <a:custGeom>
              <a:rect b="b" l="l" r="r" t="t"/>
              <a:pathLst>
                <a:path extrusionOk="0" h="229" w="293">
                  <a:moveTo>
                    <a:pt x="153" y="0"/>
                  </a:moveTo>
                  <a:cubicBezTo>
                    <a:pt x="78" y="0"/>
                    <a:pt x="1" y="67"/>
                    <a:pt x="37" y="156"/>
                  </a:cubicBezTo>
                  <a:cubicBezTo>
                    <a:pt x="57" y="207"/>
                    <a:pt x="99" y="229"/>
                    <a:pt x="141" y="229"/>
                  </a:cubicBezTo>
                  <a:cubicBezTo>
                    <a:pt x="215" y="229"/>
                    <a:pt x="292" y="162"/>
                    <a:pt x="257" y="71"/>
                  </a:cubicBezTo>
                  <a:cubicBezTo>
                    <a:pt x="236" y="21"/>
                    <a:pt x="195" y="0"/>
                    <a:pt x="1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750" lIns="91425" spcFirstLastPara="1" rIns="91425" wrap="square" tIns="5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50" name="Google Shape;2450;p16"/>
            <p:cNvSpPr/>
            <p:nvPr/>
          </p:nvSpPr>
          <p:spPr>
            <a:xfrm>
              <a:off x="7547040" y="4010040"/>
              <a:ext cx="14400" cy="11160"/>
            </a:xfrm>
            <a:custGeom>
              <a:rect b="b" l="l" r="r" t="t"/>
              <a:pathLst>
                <a:path extrusionOk="0" h="229" w="290">
                  <a:moveTo>
                    <a:pt x="151" y="1"/>
                  </a:moveTo>
                  <a:cubicBezTo>
                    <a:pt x="77" y="1"/>
                    <a:pt x="0" y="68"/>
                    <a:pt x="36" y="158"/>
                  </a:cubicBezTo>
                  <a:cubicBezTo>
                    <a:pt x="56" y="208"/>
                    <a:pt x="96" y="229"/>
                    <a:pt x="138" y="229"/>
                  </a:cubicBezTo>
                  <a:cubicBezTo>
                    <a:pt x="212" y="229"/>
                    <a:pt x="289" y="162"/>
                    <a:pt x="254" y="73"/>
                  </a:cubicBezTo>
                  <a:cubicBezTo>
                    <a:pt x="234" y="22"/>
                    <a:pt x="193" y="1"/>
                    <a:pt x="1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750" lIns="91425" spcFirstLastPara="1" rIns="91425" wrap="square" tIns="5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51" name="Google Shape;2451;p16"/>
            <p:cNvSpPr/>
            <p:nvPr/>
          </p:nvSpPr>
          <p:spPr>
            <a:xfrm>
              <a:off x="7950240" y="3844080"/>
              <a:ext cx="15120" cy="11880"/>
            </a:xfrm>
            <a:custGeom>
              <a:rect b="b" l="l" r="r" t="t"/>
              <a:pathLst>
                <a:path extrusionOk="0" h="243" w="305">
                  <a:moveTo>
                    <a:pt x="159" y="1"/>
                  </a:moveTo>
                  <a:cubicBezTo>
                    <a:pt x="81" y="1"/>
                    <a:pt x="0" y="71"/>
                    <a:pt x="38" y="166"/>
                  </a:cubicBezTo>
                  <a:cubicBezTo>
                    <a:pt x="59" y="220"/>
                    <a:pt x="102" y="243"/>
                    <a:pt x="146" y="243"/>
                  </a:cubicBezTo>
                  <a:cubicBezTo>
                    <a:pt x="224" y="243"/>
                    <a:pt x="304" y="172"/>
                    <a:pt x="267" y="77"/>
                  </a:cubicBezTo>
                  <a:cubicBezTo>
                    <a:pt x="247" y="23"/>
                    <a:pt x="203" y="1"/>
                    <a:pt x="1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100" lIns="91425" spcFirstLastPara="1" rIns="91425" wrap="square" tIns="6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52" name="Google Shape;2452;p16"/>
            <p:cNvSpPr/>
            <p:nvPr/>
          </p:nvSpPr>
          <p:spPr>
            <a:xfrm>
              <a:off x="7498080" y="4004280"/>
              <a:ext cx="18360" cy="14400"/>
            </a:xfrm>
            <a:custGeom>
              <a:rect b="b" l="l" r="r" t="t"/>
              <a:pathLst>
                <a:path extrusionOk="0" h="292" w="369">
                  <a:moveTo>
                    <a:pt x="193" y="0"/>
                  </a:moveTo>
                  <a:cubicBezTo>
                    <a:pt x="99" y="0"/>
                    <a:pt x="1" y="85"/>
                    <a:pt x="45" y="199"/>
                  </a:cubicBezTo>
                  <a:cubicBezTo>
                    <a:pt x="71" y="264"/>
                    <a:pt x="123" y="291"/>
                    <a:pt x="176" y="291"/>
                  </a:cubicBezTo>
                  <a:cubicBezTo>
                    <a:pt x="271" y="291"/>
                    <a:pt x="368" y="205"/>
                    <a:pt x="323" y="91"/>
                  </a:cubicBezTo>
                  <a:cubicBezTo>
                    <a:pt x="298" y="27"/>
                    <a:pt x="247" y="0"/>
                    <a:pt x="1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200" lIns="91425" spcFirstLastPara="1" rIns="91425" wrap="square" tIns="7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53" name="Google Shape;2453;p16"/>
            <p:cNvSpPr/>
            <p:nvPr/>
          </p:nvSpPr>
          <p:spPr>
            <a:xfrm>
              <a:off x="8052120" y="3771360"/>
              <a:ext cx="19440" cy="14760"/>
            </a:xfrm>
            <a:custGeom>
              <a:rect b="b" l="l" r="r" t="t"/>
              <a:pathLst>
                <a:path extrusionOk="0" h="299" w="394">
                  <a:moveTo>
                    <a:pt x="251" y="1"/>
                  </a:moveTo>
                  <a:cubicBezTo>
                    <a:pt x="233" y="1"/>
                    <a:pt x="214" y="5"/>
                    <a:pt x="194" y="15"/>
                  </a:cubicBezTo>
                  <a:lnTo>
                    <a:pt x="151" y="26"/>
                  </a:lnTo>
                  <a:cubicBezTo>
                    <a:pt x="0" y="74"/>
                    <a:pt x="69" y="299"/>
                    <a:pt x="197" y="299"/>
                  </a:cubicBezTo>
                  <a:cubicBezTo>
                    <a:pt x="214" y="299"/>
                    <a:pt x="233" y="295"/>
                    <a:pt x="252" y="285"/>
                  </a:cubicBezTo>
                  <a:lnTo>
                    <a:pt x="293" y="267"/>
                  </a:lnTo>
                  <a:cubicBezTo>
                    <a:pt x="379" y="242"/>
                    <a:pt x="393" y="158"/>
                    <a:pt x="364" y="94"/>
                  </a:cubicBezTo>
                  <a:cubicBezTo>
                    <a:pt x="348" y="43"/>
                    <a:pt x="306" y="1"/>
                    <a:pt x="2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550" lIns="91425" spcFirstLastPara="1" rIns="91425" wrap="square" tIns="75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54" name="Google Shape;2454;p16"/>
            <p:cNvSpPr/>
            <p:nvPr/>
          </p:nvSpPr>
          <p:spPr>
            <a:xfrm>
              <a:off x="7350120" y="4044960"/>
              <a:ext cx="21960" cy="17280"/>
            </a:xfrm>
            <a:custGeom>
              <a:rect b="b" l="l" r="r" t="t"/>
              <a:pathLst>
                <a:path extrusionOk="0" h="353" w="446">
                  <a:moveTo>
                    <a:pt x="233" y="0"/>
                  </a:moveTo>
                  <a:cubicBezTo>
                    <a:pt x="119" y="0"/>
                    <a:pt x="1" y="104"/>
                    <a:pt x="55" y="243"/>
                  </a:cubicBezTo>
                  <a:cubicBezTo>
                    <a:pt x="86" y="320"/>
                    <a:pt x="149" y="352"/>
                    <a:pt x="213" y="352"/>
                  </a:cubicBezTo>
                  <a:cubicBezTo>
                    <a:pt x="328" y="352"/>
                    <a:pt x="445" y="249"/>
                    <a:pt x="391" y="111"/>
                  </a:cubicBezTo>
                  <a:cubicBezTo>
                    <a:pt x="360" y="33"/>
                    <a:pt x="297" y="0"/>
                    <a:pt x="2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8625" lIns="91425" spcFirstLastPara="1" rIns="91425" wrap="square" tIns="86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55" name="Google Shape;2455;p16"/>
            <p:cNvSpPr/>
            <p:nvPr/>
          </p:nvSpPr>
          <p:spPr>
            <a:xfrm>
              <a:off x="7417080" y="4014000"/>
              <a:ext cx="23040" cy="18360"/>
            </a:xfrm>
            <a:custGeom>
              <a:rect b="b" l="l" r="r" t="t"/>
              <a:pathLst>
                <a:path extrusionOk="0" h="371" w="466">
                  <a:moveTo>
                    <a:pt x="245" y="0"/>
                  </a:moveTo>
                  <a:cubicBezTo>
                    <a:pt x="125" y="0"/>
                    <a:pt x="1" y="110"/>
                    <a:pt x="57" y="255"/>
                  </a:cubicBezTo>
                  <a:cubicBezTo>
                    <a:pt x="89" y="336"/>
                    <a:pt x="155" y="371"/>
                    <a:pt x="222" y="371"/>
                  </a:cubicBezTo>
                  <a:cubicBezTo>
                    <a:pt x="342" y="371"/>
                    <a:pt x="466" y="261"/>
                    <a:pt x="410" y="116"/>
                  </a:cubicBezTo>
                  <a:cubicBezTo>
                    <a:pt x="378" y="35"/>
                    <a:pt x="312" y="0"/>
                    <a:pt x="2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350" lIns="91425" spcFirstLastPara="1" rIns="91425" wrap="square" tIns="9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56" name="Google Shape;2456;p16"/>
            <p:cNvSpPr/>
            <p:nvPr/>
          </p:nvSpPr>
          <p:spPr>
            <a:xfrm>
              <a:off x="7959240" y="3723480"/>
              <a:ext cx="47879" cy="65880"/>
            </a:xfrm>
            <a:custGeom>
              <a:rect b="b" l="l" r="r" t="t"/>
              <a:pathLst>
                <a:path extrusionOk="0" h="1313" w="961">
                  <a:moveTo>
                    <a:pt x="356" y="247"/>
                  </a:moveTo>
                  <a:cubicBezTo>
                    <a:pt x="448" y="247"/>
                    <a:pt x="551" y="388"/>
                    <a:pt x="589" y="442"/>
                  </a:cubicBezTo>
                  <a:cubicBezTo>
                    <a:pt x="674" y="567"/>
                    <a:pt x="720" y="709"/>
                    <a:pt x="733" y="853"/>
                  </a:cubicBezTo>
                  <a:cubicBezTo>
                    <a:pt x="727" y="862"/>
                    <a:pt x="720" y="873"/>
                    <a:pt x="718" y="883"/>
                  </a:cubicBezTo>
                  <a:cubicBezTo>
                    <a:pt x="700" y="951"/>
                    <a:pt x="706" y="995"/>
                    <a:pt x="639" y="1036"/>
                  </a:cubicBezTo>
                  <a:cubicBezTo>
                    <a:pt x="609" y="1054"/>
                    <a:pt x="578" y="1063"/>
                    <a:pt x="549" y="1063"/>
                  </a:cubicBezTo>
                  <a:cubicBezTo>
                    <a:pt x="495" y="1063"/>
                    <a:pt x="444" y="1036"/>
                    <a:pt x="405" y="992"/>
                  </a:cubicBezTo>
                  <a:cubicBezTo>
                    <a:pt x="295" y="869"/>
                    <a:pt x="266" y="649"/>
                    <a:pt x="265" y="490"/>
                  </a:cubicBezTo>
                  <a:cubicBezTo>
                    <a:pt x="263" y="434"/>
                    <a:pt x="258" y="276"/>
                    <a:pt x="330" y="251"/>
                  </a:cubicBezTo>
                  <a:cubicBezTo>
                    <a:pt x="338" y="248"/>
                    <a:pt x="347" y="247"/>
                    <a:pt x="356" y="247"/>
                  </a:cubicBezTo>
                  <a:close/>
                  <a:moveTo>
                    <a:pt x="343" y="0"/>
                  </a:moveTo>
                  <a:cubicBezTo>
                    <a:pt x="118" y="0"/>
                    <a:pt x="1" y="282"/>
                    <a:pt x="11" y="519"/>
                  </a:cubicBezTo>
                  <a:cubicBezTo>
                    <a:pt x="25" y="822"/>
                    <a:pt x="146" y="1308"/>
                    <a:pt x="528" y="1312"/>
                  </a:cubicBezTo>
                  <a:cubicBezTo>
                    <a:pt x="632" y="1312"/>
                    <a:pt x="775" y="1242"/>
                    <a:pt x="863" y="1145"/>
                  </a:cubicBezTo>
                  <a:cubicBezTo>
                    <a:pt x="891" y="1135"/>
                    <a:pt x="915" y="1114"/>
                    <a:pt x="922" y="1074"/>
                  </a:cubicBezTo>
                  <a:cubicBezTo>
                    <a:pt x="924" y="1064"/>
                    <a:pt x="925" y="1053"/>
                    <a:pt x="925" y="1045"/>
                  </a:cubicBezTo>
                  <a:cubicBezTo>
                    <a:pt x="937" y="1016"/>
                    <a:pt x="941" y="988"/>
                    <a:pt x="937" y="958"/>
                  </a:cubicBezTo>
                  <a:cubicBezTo>
                    <a:pt x="961" y="619"/>
                    <a:pt x="826" y="217"/>
                    <a:pt x="520" y="51"/>
                  </a:cubicBezTo>
                  <a:cubicBezTo>
                    <a:pt x="455" y="16"/>
                    <a:pt x="396" y="0"/>
                    <a:pt x="3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3100" lIns="91425" spcFirstLastPara="1" rIns="91425" wrap="square" tIns="33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57" name="Google Shape;2457;p16"/>
            <p:cNvSpPr/>
            <p:nvPr/>
          </p:nvSpPr>
          <p:spPr>
            <a:xfrm>
              <a:off x="8037000" y="3714840"/>
              <a:ext cx="79562" cy="46081"/>
            </a:xfrm>
            <a:custGeom>
              <a:rect b="b" l="l" r="r" t="t"/>
              <a:pathLst>
                <a:path extrusionOk="0" h="920" w="1586">
                  <a:moveTo>
                    <a:pt x="1150" y="164"/>
                  </a:moveTo>
                  <a:lnTo>
                    <a:pt x="1150" y="164"/>
                  </a:lnTo>
                  <a:cubicBezTo>
                    <a:pt x="1155" y="289"/>
                    <a:pt x="1080" y="378"/>
                    <a:pt x="974" y="465"/>
                  </a:cubicBezTo>
                  <a:cubicBezTo>
                    <a:pt x="866" y="554"/>
                    <a:pt x="672" y="702"/>
                    <a:pt x="510" y="702"/>
                  </a:cubicBezTo>
                  <a:cubicBezTo>
                    <a:pt x="469" y="702"/>
                    <a:pt x="430" y="692"/>
                    <a:pt x="396" y="670"/>
                  </a:cubicBezTo>
                  <a:cubicBezTo>
                    <a:pt x="105" y="486"/>
                    <a:pt x="519" y="310"/>
                    <a:pt x="661" y="258"/>
                  </a:cubicBezTo>
                  <a:cubicBezTo>
                    <a:pt x="822" y="202"/>
                    <a:pt x="984" y="175"/>
                    <a:pt x="1150" y="164"/>
                  </a:cubicBezTo>
                  <a:close/>
                  <a:moveTo>
                    <a:pt x="1243" y="0"/>
                  </a:moveTo>
                  <a:cubicBezTo>
                    <a:pt x="1221" y="0"/>
                    <a:pt x="1198" y="7"/>
                    <a:pt x="1179" y="20"/>
                  </a:cubicBezTo>
                  <a:cubicBezTo>
                    <a:pt x="1142" y="18"/>
                    <a:pt x="1104" y="16"/>
                    <a:pt x="1065" y="16"/>
                  </a:cubicBezTo>
                  <a:cubicBezTo>
                    <a:pt x="771" y="16"/>
                    <a:pt x="441" y="77"/>
                    <a:pt x="219" y="252"/>
                  </a:cubicBezTo>
                  <a:cubicBezTo>
                    <a:pt x="0" y="422"/>
                    <a:pt x="2" y="711"/>
                    <a:pt x="241" y="863"/>
                  </a:cubicBezTo>
                  <a:cubicBezTo>
                    <a:pt x="304" y="902"/>
                    <a:pt x="383" y="920"/>
                    <a:pt x="469" y="920"/>
                  </a:cubicBezTo>
                  <a:cubicBezTo>
                    <a:pt x="921" y="920"/>
                    <a:pt x="1585" y="433"/>
                    <a:pt x="1313" y="37"/>
                  </a:cubicBezTo>
                  <a:cubicBezTo>
                    <a:pt x="1297" y="11"/>
                    <a:pt x="1270" y="0"/>
                    <a:pt x="12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3025" lIns="91425" spcFirstLastPara="1" rIns="91425" wrap="square" tIns="23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58" name="Google Shape;2458;p16"/>
            <p:cNvSpPr/>
            <p:nvPr/>
          </p:nvSpPr>
          <p:spPr>
            <a:xfrm>
              <a:off x="7795800" y="3844800"/>
              <a:ext cx="14040" cy="11160"/>
            </a:xfrm>
            <a:custGeom>
              <a:rect b="b" l="l" r="r" t="t"/>
              <a:pathLst>
                <a:path extrusionOk="0" h="226" w="285">
                  <a:moveTo>
                    <a:pt x="149" y="0"/>
                  </a:moveTo>
                  <a:cubicBezTo>
                    <a:pt x="76" y="0"/>
                    <a:pt x="0" y="67"/>
                    <a:pt x="35" y="154"/>
                  </a:cubicBezTo>
                  <a:cubicBezTo>
                    <a:pt x="55" y="205"/>
                    <a:pt x="95" y="226"/>
                    <a:pt x="137" y="226"/>
                  </a:cubicBezTo>
                  <a:cubicBezTo>
                    <a:pt x="210" y="226"/>
                    <a:pt x="285" y="159"/>
                    <a:pt x="250" y="70"/>
                  </a:cubicBezTo>
                  <a:cubicBezTo>
                    <a:pt x="230" y="21"/>
                    <a:pt x="190" y="0"/>
                    <a:pt x="1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750" lIns="91425" spcFirstLastPara="1" rIns="91425" wrap="square" tIns="5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59" name="Google Shape;2459;p16"/>
            <p:cNvSpPr/>
            <p:nvPr/>
          </p:nvSpPr>
          <p:spPr>
            <a:xfrm>
              <a:off x="8042400" y="3723480"/>
              <a:ext cx="52560" cy="26641"/>
            </a:xfrm>
            <a:custGeom>
              <a:rect b="b" l="l" r="r" t="t"/>
              <a:pathLst>
                <a:path extrusionOk="0" h="537" w="1050">
                  <a:moveTo>
                    <a:pt x="1045" y="1"/>
                  </a:moveTo>
                  <a:cubicBezTo>
                    <a:pt x="879" y="14"/>
                    <a:pt x="716" y="38"/>
                    <a:pt x="556" y="94"/>
                  </a:cubicBezTo>
                  <a:cubicBezTo>
                    <a:pt x="413" y="147"/>
                    <a:pt x="1" y="321"/>
                    <a:pt x="290" y="505"/>
                  </a:cubicBezTo>
                  <a:cubicBezTo>
                    <a:pt x="324" y="527"/>
                    <a:pt x="362" y="537"/>
                    <a:pt x="403" y="537"/>
                  </a:cubicBezTo>
                  <a:cubicBezTo>
                    <a:pt x="564" y="537"/>
                    <a:pt x="760" y="389"/>
                    <a:pt x="868" y="300"/>
                  </a:cubicBezTo>
                  <a:cubicBezTo>
                    <a:pt x="974" y="213"/>
                    <a:pt x="1049" y="126"/>
                    <a:pt x="104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3300" lIns="91425" spcFirstLastPara="1" rIns="91425" wrap="square" tIns="13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60" name="Google Shape;2460;p16"/>
            <p:cNvSpPr/>
            <p:nvPr/>
          </p:nvSpPr>
          <p:spPr>
            <a:xfrm>
              <a:off x="7971840" y="3736080"/>
              <a:ext cx="23760" cy="40680"/>
            </a:xfrm>
            <a:custGeom>
              <a:rect b="b" l="l" r="r" t="t"/>
              <a:pathLst>
                <a:path extrusionOk="0" h="814" w="476">
                  <a:moveTo>
                    <a:pt x="101" y="1"/>
                  </a:moveTo>
                  <a:cubicBezTo>
                    <a:pt x="92" y="1"/>
                    <a:pt x="83" y="2"/>
                    <a:pt x="75" y="5"/>
                  </a:cubicBezTo>
                  <a:cubicBezTo>
                    <a:pt x="1" y="29"/>
                    <a:pt x="7" y="189"/>
                    <a:pt x="9" y="243"/>
                  </a:cubicBezTo>
                  <a:cubicBezTo>
                    <a:pt x="12" y="402"/>
                    <a:pt x="41" y="622"/>
                    <a:pt x="151" y="744"/>
                  </a:cubicBezTo>
                  <a:cubicBezTo>
                    <a:pt x="190" y="788"/>
                    <a:pt x="241" y="814"/>
                    <a:pt x="294" y="814"/>
                  </a:cubicBezTo>
                  <a:cubicBezTo>
                    <a:pt x="324" y="814"/>
                    <a:pt x="355" y="805"/>
                    <a:pt x="385" y="787"/>
                  </a:cubicBezTo>
                  <a:cubicBezTo>
                    <a:pt x="452" y="745"/>
                    <a:pt x="445" y="702"/>
                    <a:pt x="462" y="637"/>
                  </a:cubicBezTo>
                  <a:cubicBezTo>
                    <a:pt x="464" y="626"/>
                    <a:pt x="471" y="616"/>
                    <a:pt x="476" y="608"/>
                  </a:cubicBezTo>
                  <a:cubicBezTo>
                    <a:pt x="464" y="462"/>
                    <a:pt x="418" y="320"/>
                    <a:pt x="333" y="197"/>
                  </a:cubicBezTo>
                  <a:cubicBezTo>
                    <a:pt x="294" y="141"/>
                    <a:pt x="193" y="1"/>
                    <a:pt x="1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61" name="Google Shape;2461;p16"/>
            <p:cNvSpPr/>
            <p:nvPr/>
          </p:nvSpPr>
          <p:spPr>
            <a:xfrm>
              <a:off x="8138520" y="3698280"/>
              <a:ext cx="17280" cy="16560"/>
            </a:xfrm>
            <a:custGeom>
              <a:rect b="b" l="l" r="r" t="t"/>
              <a:pathLst>
                <a:path extrusionOk="0" h="338" w="350">
                  <a:moveTo>
                    <a:pt x="161" y="0"/>
                  </a:moveTo>
                  <a:cubicBezTo>
                    <a:pt x="79" y="0"/>
                    <a:pt x="0" y="74"/>
                    <a:pt x="32" y="181"/>
                  </a:cubicBezTo>
                  <a:cubicBezTo>
                    <a:pt x="39" y="204"/>
                    <a:pt x="45" y="225"/>
                    <a:pt x="52" y="249"/>
                  </a:cubicBezTo>
                  <a:cubicBezTo>
                    <a:pt x="67" y="305"/>
                    <a:pt x="128" y="338"/>
                    <a:pt x="185" y="338"/>
                  </a:cubicBezTo>
                  <a:cubicBezTo>
                    <a:pt x="203" y="338"/>
                    <a:pt x="219" y="335"/>
                    <a:pt x="234" y="328"/>
                  </a:cubicBezTo>
                  <a:cubicBezTo>
                    <a:pt x="300" y="302"/>
                    <a:pt x="349" y="214"/>
                    <a:pt x="318" y="146"/>
                  </a:cubicBezTo>
                  <a:lnTo>
                    <a:pt x="286" y="82"/>
                  </a:lnTo>
                  <a:cubicBezTo>
                    <a:pt x="256" y="25"/>
                    <a:pt x="208" y="0"/>
                    <a:pt x="1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8275" lIns="91425" spcFirstLastPara="1" rIns="91425" wrap="square" tIns="8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62" name="Google Shape;2462;p16"/>
            <p:cNvSpPr/>
            <p:nvPr/>
          </p:nvSpPr>
          <p:spPr>
            <a:xfrm>
              <a:off x="7559280" y="3903480"/>
              <a:ext cx="20160" cy="20160"/>
            </a:xfrm>
            <a:custGeom>
              <a:rect b="b" l="l" r="r" t="t"/>
              <a:pathLst>
                <a:path extrusionOk="0" h="410" w="405">
                  <a:moveTo>
                    <a:pt x="214" y="1"/>
                  </a:moveTo>
                  <a:cubicBezTo>
                    <a:pt x="151" y="1"/>
                    <a:pt x="87" y="36"/>
                    <a:pt x="65" y="98"/>
                  </a:cubicBezTo>
                  <a:cubicBezTo>
                    <a:pt x="53" y="128"/>
                    <a:pt x="42" y="159"/>
                    <a:pt x="31" y="190"/>
                  </a:cubicBezTo>
                  <a:cubicBezTo>
                    <a:pt x="1" y="270"/>
                    <a:pt x="29" y="360"/>
                    <a:pt x="110" y="396"/>
                  </a:cubicBezTo>
                  <a:cubicBezTo>
                    <a:pt x="131" y="405"/>
                    <a:pt x="153" y="410"/>
                    <a:pt x="173" y="410"/>
                  </a:cubicBezTo>
                  <a:cubicBezTo>
                    <a:pt x="233" y="410"/>
                    <a:pt x="287" y="373"/>
                    <a:pt x="315" y="316"/>
                  </a:cubicBezTo>
                  <a:cubicBezTo>
                    <a:pt x="332" y="288"/>
                    <a:pt x="347" y="258"/>
                    <a:pt x="362" y="230"/>
                  </a:cubicBezTo>
                  <a:cubicBezTo>
                    <a:pt x="405" y="152"/>
                    <a:pt x="357" y="49"/>
                    <a:pt x="279" y="15"/>
                  </a:cubicBezTo>
                  <a:cubicBezTo>
                    <a:pt x="259" y="5"/>
                    <a:pt x="237" y="1"/>
                    <a:pt x="2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0075" lIns="91425" spcFirstLastPara="1" rIns="91425" wrap="square" tIns="100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63" name="Google Shape;2463;p16"/>
            <p:cNvSpPr/>
            <p:nvPr/>
          </p:nvSpPr>
          <p:spPr>
            <a:xfrm>
              <a:off x="7919280" y="3760200"/>
              <a:ext cx="17640" cy="15480"/>
            </a:xfrm>
            <a:custGeom>
              <a:rect b="b" l="l" r="r" t="t"/>
              <a:pathLst>
                <a:path extrusionOk="0" h="318" w="356">
                  <a:moveTo>
                    <a:pt x="206" y="1"/>
                  </a:moveTo>
                  <a:cubicBezTo>
                    <a:pt x="106" y="1"/>
                    <a:pt x="0" y="100"/>
                    <a:pt x="81" y="224"/>
                  </a:cubicBezTo>
                  <a:cubicBezTo>
                    <a:pt x="88" y="235"/>
                    <a:pt x="96" y="247"/>
                    <a:pt x="105" y="259"/>
                  </a:cubicBezTo>
                  <a:cubicBezTo>
                    <a:pt x="130" y="301"/>
                    <a:pt x="165" y="318"/>
                    <a:pt x="200" y="318"/>
                  </a:cubicBezTo>
                  <a:cubicBezTo>
                    <a:pt x="220" y="318"/>
                    <a:pt x="240" y="312"/>
                    <a:pt x="258" y="302"/>
                  </a:cubicBezTo>
                  <a:cubicBezTo>
                    <a:pt x="313" y="288"/>
                    <a:pt x="356" y="241"/>
                    <a:pt x="343" y="166"/>
                  </a:cubicBezTo>
                  <a:cubicBezTo>
                    <a:pt x="342" y="152"/>
                    <a:pt x="339" y="139"/>
                    <a:pt x="339" y="123"/>
                  </a:cubicBezTo>
                  <a:cubicBezTo>
                    <a:pt x="324" y="36"/>
                    <a:pt x="266" y="1"/>
                    <a:pt x="2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900" lIns="91425" spcFirstLastPara="1" rIns="91425" wrap="square" tIns="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64" name="Google Shape;2464;p16"/>
            <p:cNvSpPr/>
            <p:nvPr/>
          </p:nvSpPr>
          <p:spPr>
            <a:xfrm>
              <a:off x="7865280" y="3771000"/>
              <a:ext cx="22680" cy="21960"/>
            </a:xfrm>
            <a:custGeom>
              <a:rect b="b" l="l" r="r" t="t"/>
              <a:pathLst>
                <a:path extrusionOk="0" h="444" w="456">
                  <a:moveTo>
                    <a:pt x="153" y="0"/>
                  </a:moveTo>
                  <a:cubicBezTo>
                    <a:pt x="115" y="0"/>
                    <a:pt x="76" y="15"/>
                    <a:pt x="53" y="39"/>
                  </a:cubicBezTo>
                  <a:cubicBezTo>
                    <a:pt x="3" y="89"/>
                    <a:pt x="0" y="160"/>
                    <a:pt x="38" y="219"/>
                  </a:cubicBezTo>
                  <a:cubicBezTo>
                    <a:pt x="77" y="273"/>
                    <a:pt x="112" y="333"/>
                    <a:pt x="152" y="384"/>
                  </a:cubicBezTo>
                  <a:cubicBezTo>
                    <a:pt x="183" y="422"/>
                    <a:pt x="230" y="443"/>
                    <a:pt x="277" y="443"/>
                  </a:cubicBezTo>
                  <a:cubicBezTo>
                    <a:pt x="309" y="443"/>
                    <a:pt x="341" y="434"/>
                    <a:pt x="369" y="413"/>
                  </a:cubicBezTo>
                  <a:cubicBezTo>
                    <a:pt x="432" y="365"/>
                    <a:pt x="455" y="259"/>
                    <a:pt x="400" y="199"/>
                  </a:cubicBezTo>
                  <a:cubicBezTo>
                    <a:pt x="349" y="138"/>
                    <a:pt x="288" y="86"/>
                    <a:pt x="231" y="31"/>
                  </a:cubicBezTo>
                  <a:cubicBezTo>
                    <a:pt x="211" y="10"/>
                    <a:pt x="182" y="0"/>
                    <a:pt x="1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1150" lIns="91425" spcFirstLastPara="1" rIns="91425" wrap="square" tIns="111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65" name="Google Shape;2465;p16"/>
            <p:cNvSpPr/>
            <p:nvPr/>
          </p:nvSpPr>
          <p:spPr>
            <a:xfrm>
              <a:off x="7456680" y="3942000"/>
              <a:ext cx="23039" cy="18360"/>
            </a:xfrm>
            <a:custGeom>
              <a:rect b="b" l="l" r="r" t="t"/>
              <a:pathLst>
                <a:path extrusionOk="0" h="370" w="467">
                  <a:moveTo>
                    <a:pt x="244" y="0"/>
                  </a:moveTo>
                  <a:cubicBezTo>
                    <a:pt x="125" y="0"/>
                    <a:pt x="1" y="109"/>
                    <a:pt x="57" y="254"/>
                  </a:cubicBezTo>
                  <a:cubicBezTo>
                    <a:pt x="89" y="335"/>
                    <a:pt x="155" y="370"/>
                    <a:pt x="223" y="370"/>
                  </a:cubicBezTo>
                  <a:cubicBezTo>
                    <a:pt x="343" y="370"/>
                    <a:pt x="467" y="261"/>
                    <a:pt x="410" y="116"/>
                  </a:cubicBezTo>
                  <a:cubicBezTo>
                    <a:pt x="378" y="35"/>
                    <a:pt x="312" y="0"/>
                    <a:pt x="2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350" lIns="91425" spcFirstLastPara="1" rIns="91425" wrap="square" tIns="9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66" name="Google Shape;2466;p16"/>
            <p:cNvSpPr/>
            <p:nvPr/>
          </p:nvSpPr>
          <p:spPr>
            <a:xfrm>
              <a:off x="7347240" y="3984480"/>
              <a:ext cx="17280" cy="13680"/>
            </a:xfrm>
            <a:custGeom>
              <a:rect b="b" l="l" r="r" t="t"/>
              <a:pathLst>
                <a:path extrusionOk="0" h="279" w="352">
                  <a:moveTo>
                    <a:pt x="185" y="0"/>
                  </a:moveTo>
                  <a:cubicBezTo>
                    <a:pt x="95" y="0"/>
                    <a:pt x="1" y="82"/>
                    <a:pt x="42" y="191"/>
                  </a:cubicBezTo>
                  <a:cubicBezTo>
                    <a:pt x="66" y="253"/>
                    <a:pt x="116" y="279"/>
                    <a:pt x="167" y="279"/>
                  </a:cubicBezTo>
                  <a:cubicBezTo>
                    <a:pt x="257" y="279"/>
                    <a:pt x="351" y="196"/>
                    <a:pt x="307" y="87"/>
                  </a:cubicBezTo>
                  <a:cubicBezTo>
                    <a:pt x="284" y="26"/>
                    <a:pt x="235" y="0"/>
                    <a:pt x="1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825" lIns="91425" spcFirstLastPara="1" rIns="91425" wrap="square" tIns="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67" name="Google Shape;2467;p16"/>
            <p:cNvSpPr/>
            <p:nvPr/>
          </p:nvSpPr>
          <p:spPr>
            <a:xfrm>
              <a:off x="7645320" y="3857400"/>
              <a:ext cx="21960" cy="17280"/>
            </a:xfrm>
            <a:custGeom>
              <a:rect b="b" l="l" r="r" t="t"/>
              <a:pathLst>
                <a:path extrusionOk="0" h="351" w="440">
                  <a:moveTo>
                    <a:pt x="249" y="0"/>
                  </a:moveTo>
                  <a:cubicBezTo>
                    <a:pt x="231" y="0"/>
                    <a:pt x="212" y="3"/>
                    <a:pt x="194" y="11"/>
                  </a:cubicBezTo>
                  <a:cubicBezTo>
                    <a:pt x="173" y="21"/>
                    <a:pt x="150" y="29"/>
                    <a:pt x="128" y="38"/>
                  </a:cubicBezTo>
                  <a:cubicBezTo>
                    <a:pt x="51" y="72"/>
                    <a:pt x="0" y="166"/>
                    <a:pt x="38" y="249"/>
                  </a:cubicBezTo>
                  <a:cubicBezTo>
                    <a:pt x="66" y="313"/>
                    <a:pt x="125" y="351"/>
                    <a:pt x="189" y="351"/>
                  </a:cubicBezTo>
                  <a:cubicBezTo>
                    <a:pt x="208" y="351"/>
                    <a:pt x="227" y="348"/>
                    <a:pt x="247" y="341"/>
                  </a:cubicBezTo>
                  <a:cubicBezTo>
                    <a:pt x="269" y="332"/>
                    <a:pt x="291" y="325"/>
                    <a:pt x="312" y="315"/>
                  </a:cubicBezTo>
                  <a:cubicBezTo>
                    <a:pt x="394" y="287"/>
                    <a:pt x="440" y="185"/>
                    <a:pt x="404" y="106"/>
                  </a:cubicBezTo>
                  <a:cubicBezTo>
                    <a:pt x="376" y="42"/>
                    <a:pt x="314" y="0"/>
                    <a:pt x="2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8625" lIns="91425" spcFirstLastPara="1" rIns="91425" wrap="square" tIns="86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68" name="Google Shape;2468;p16"/>
            <p:cNvSpPr/>
            <p:nvPr/>
          </p:nvSpPr>
          <p:spPr>
            <a:xfrm>
              <a:off x="8026920" y="3693240"/>
              <a:ext cx="15120" cy="11880"/>
            </a:xfrm>
            <a:custGeom>
              <a:rect b="b" l="l" r="r" t="t"/>
              <a:pathLst>
                <a:path extrusionOk="0" h="243" w="307">
                  <a:moveTo>
                    <a:pt x="160" y="0"/>
                  </a:moveTo>
                  <a:cubicBezTo>
                    <a:pt x="81" y="0"/>
                    <a:pt x="0" y="71"/>
                    <a:pt x="37" y="166"/>
                  </a:cubicBezTo>
                  <a:cubicBezTo>
                    <a:pt x="58" y="220"/>
                    <a:pt x="102" y="243"/>
                    <a:pt x="147" y="243"/>
                  </a:cubicBezTo>
                  <a:cubicBezTo>
                    <a:pt x="226" y="243"/>
                    <a:pt x="307" y="172"/>
                    <a:pt x="270" y="77"/>
                  </a:cubicBezTo>
                  <a:cubicBezTo>
                    <a:pt x="248" y="23"/>
                    <a:pt x="204" y="0"/>
                    <a:pt x="16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100" lIns="91425" spcFirstLastPara="1" rIns="91425" wrap="square" tIns="6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69" name="Google Shape;2469;p16"/>
            <p:cNvSpPr/>
            <p:nvPr/>
          </p:nvSpPr>
          <p:spPr>
            <a:xfrm>
              <a:off x="7737120" y="3802320"/>
              <a:ext cx="16200" cy="12960"/>
            </a:xfrm>
            <a:custGeom>
              <a:rect b="b" l="l" r="r" t="t"/>
              <a:pathLst>
                <a:path extrusionOk="0" h="262" w="328">
                  <a:moveTo>
                    <a:pt x="172" y="0"/>
                  </a:moveTo>
                  <a:cubicBezTo>
                    <a:pt x="87" y="0"/>
                    <a:pt x="0" y="77"/>
                    <a:pt x="41" y="181"/>
                  </a:cubicBezTo>
                  <a:cubicBezTo>
                    <a:pt x="63" y="238"/>
                    <a:pt x="109" y="262"/>
                    <a:pt x="156" y="262"/>
                  </a:cubicBezTo>
                  <a:cubicBezTo>
                    <a:pt x="240" y="262"/>
                    <a:pt x="328" y="185"/>
                    <a:pt x="289" y="83"/>
                  </a:cubicBezTo>
                  <a:cubicBezTo>
                    <a:pt x="266" y="25"/>
                    <a:pt x="220" y="0"/>
                    <a:pt x="1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475" lIns="91425" spcFirstLastPara="1" rIns="91425" wrap="square" tIns="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70" name="Google Shape;2470;p16"/>
            <p:cNvSpPr/>
            <p:nvPr/>
          </p:nvSpPr>
          <p:spPr>
            <a:xfrm>
              <a:off x="7638840" y="3772800"/>
              <a:ext cx="45359" cy="63000"/>
            </a:xfrm>
            <a:custGeom>
              <a:rect b="b" l="l" r="r" t="t"/>
              <a:pathLst>
                <a:path extrusionOk="0" h="1260" w="908">
                  <a:moveTo>
                    <a:pt x="349" y="283"/>
                  </a:moveTo>
                  <a:cubicBezTo>
                    <a:pt x="447" y="402"/>
                    <a:pt x="563" y="517"/>
                    <a:pt x="610" y="667"/>
                  </a:cubicBezTo>
                  <a:cubicBezTo>
                    <a:pt x="642" y="773"/>
                    <a:pt x="594" y="1023"/>
                    <a:pt x="443" y="1023"/>
                  </a:cubicBezTo>
                  <a:cubicBezTo>
                    <a:pt x="427" y="1023"/>
                    <a:pt x="410" y="1020"/>
                    <a:pt x="392" y="1014"/>
                  </a:cubicBezTo>
                  <a:cubicBezTo>
                    <a:pt x="236" y="964"/>
                    <a:pt x="257" y="680"/>
                    <a:pt x="273" y="565"/>
                  </a:cubicBezTo>
                  <a:cubicBezTo>
                    <a:pt x="286" y="466"/>
                    <a:pt x="314" y="374"/>
                    <a:pt x="349" y="283"/>
                  </a:cubicBezTo>
                  <a:close/>
                  <a:moveTo>
                    <a:pt x="319" y="0"/>
                  </a:moveTo>
                  <a:cubicBezTo>
                    <a:pt x="294" y="0"/>
                    <a:pt x="269" y="11"/>
                    <a:pt x="252" y="36"/>
                  </a:cubicBezTo>
                  <a:cubicBezTo>
                    <a:pt x="90" y="263"/>
                    <a:pt x="1" y="563"/>
                    <a:pt x="41" y="844"/>
                  </a:cubicBezTo>
                  <a:cubicBezTo>
                    <a:pt x="73" y="1052"/>
                    <a:pt x="206" y="1259"/>
                    <a:pt x="436" y="1259"/>
                  </a:cubicBezTo>
                  <a:cubicBezTo>
                    <a:pt x="438" y="1259"/>
                    <a:pt x="441" y="1259"/>
                    <a:pt x="443" y="1259"/>
                  </a:cubicBezTo>
                  <a:cubicBezTo>
                    <a:pt x="651" y="1254"/>
                    <a:pt x="821" y="1057"/>
                    <a:pt x="854" y="862"/>
                  </a:cubicBezTo>
                  <a:cubicBezTo>
                    <a:pt x="908" y="569"/>
                    <a:pt x="687" y="297"/>
                    <a:pt x="486" y="111"/>
                  </a:cubicBezTo>
                  <a:cubicBezTo>
                    <a:pt x="464" y="93"/>
                    <a:pt x="443" y="87"/>
                    <a:pt x="420" y="87"/>
                  </a:cubicBezTo>
                  <a:cubicBezTo>
                    <a:pt x="416" y="39"/>
                    <a:pt x="366" y="0"/>
                    <a:pt x="3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1675" lIns="91425" spcFirstLastPara="1" rIns="91425" wrap="square" tIns="31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71" name="Google Shape;2471;p16"/>
            <p:cNvSpPr/>
            <p:nvPr/>
          </p:nvSpPr>
          <p:spPr>
            <a:xfrm>
              <a:off x="7392240" y="3925440"/>
              <a:ext cx="17280" cy="13320"/>
            </a:xfrm>
            <a:custGeom>
              <a:rect b="b" l="l" r="r" t="t"/>
              <a:pathLst>
                <a:path extrusionOk="0" h="275" w="347">
                  <a:moveTo>
                    <a:pt x="182" y="1"/>
                  </a:moveTo>
                  <a:cubicBezTo>
                    <a:pt x="93" y="1"/>
                    <a:pt x="0" y="82"/>
                    <a:pt x="42" y="189"/>
                  </a:cubicBezTo>
                  <a:cubicBezTo>
                    <a:pt x="66" y="249"/>
                    <a:pt x="116" y="275"/>
                    <a:pt x="166" y="275"/>
                  </a:cubicBezTo>
                  <a:cubicBezTo>
                    <a:pt x="255" y="275"/>
                    <a:pt x="346" y="195"/>
                    <a:pt x="304" y="87"/>
                  </a:cubicBezTo>
                  <a:cubicBezTo>
                    <a:pt x="281" y="26"/>
                    <a:pt x="232" y="1"/>
                    <a:pt x="1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825" lIns="91425" spcFirstLastPara="1" rIns="91425" wrap="square" tIns="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72" name="Google Shape;2472;p16"/>
            <p:cNvSpPr/>
            <p:nvPr/>
          </p:nvSpPr>
          <p:spPr>
            <a:xfrm>
              <a:off x="7530120" y="3872160"/>
              <a:ext cx="16200" cy="12960"/>
            </a:xfrm>
            <a:custGeom>
              <a:rect b="b" l="l" r="r" t="t"/>
              <a:pathLst>
                <a:path extrusionOk="0" h="263" w="332">
                  <a:moveTo>
                    <a:pt x="173" y="0"/>
                  </a:moveTo>
                  <a:cubicBezTo>
                    <a:pt x="88" y="0"/>
                    <a:pt x="1" y="77"/>
                    <a:pt x="42" y="179"/>
                  </a:cubicBezTo>
                  <a:cubicBezTo>
                    <a:pt x="65" y="238"/>
                    <a:pt x="112" y="262"/>
                    <a:pt x="160" y="262"/>
                  </a:cubicBezTo>
                  <a:cubicBezTo>
                    <a:pt x="245" y="262"/>
                    <a:pt x="332" y="185"/>
                    <a:pt x="291" y="82"/>
                  </a:cubicBezTo>
                  <a:cubicBezTo>
                    <a:pt x="268" y="24"/>
                    <a:pt x="221" y="0"/>
                    <a:pt x="1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475" lIns="91425" spcFirstLastPara="1" rIns="91425" wrap="square" tIns="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73" name="Google Shape;2473;p16"/>
            <p:cNvSpPr/>
            <p:nvPr/>
          </p:nvSpPr>
          <p:spPr>
            <a:xfrm>
              <a:off x="7283520" y="3948120"/>
              <a:ext cx="23040" cy="19080"/>
            </a:xfrm>
            <a:custGeom>
              <a:rect b="b" l="l" r="r" t="t"/>
              <a:pathLst>
                <a:path extrusionOk="0" h="383" w="468">
                  <a:moveTo>
                    <a:pt x="178" y="1"/>
                  </a:moveTo>
                  <a:cubicBezTo>
                    <a:pt x="122" y="1"/>
                    <a:pt x="69" y="27"/>
                    <a:pt x="38" y="80"/>
                  </a:cubicBezTo>
                  <a:cubicBezTo>
                    <a:pt x="0" y="145"/>
                    <a:pt x="9" y="246"/>
                    <a:pt x="78" y="292"/>
                  </a:cubicBezTo>
                  <a:cubicBezTo>
                    <a:pt x="105" y="310"/>
                    <a:pt x="130" y="329"/>
                    <a:pt x="157" y="346"/>
                  </a:cubicBezTo>
                  <a:cubicBezTo>
                    <a:pt x="194" y="370"/>
                    <a:pt x="235" y="382"/>
                    <a:pt x="274" y="382"/>
                  </a:cubicBezTo>
                  <a:cubicBezTo>
                    <a:pt x="330" y="382"/>
                    <a:pt x="383" y="356"/>
                    <a:pt x="417" y="300"/>
                  </a:cubicBezTo>
                  <a:cubicBezTo>
                    <a:pt x="468" y="212"/>
                    <a:pt x="437" y="87"/>
                    <a:pt x="335" y="46"/>
                  </a:cubicBezTo>
                  <a:cubicBezTo>
                    <a:pt x="305" y="33"/>
                    <a:pt x="275" y="22"/>
                    <a:pt x="242" y="12"/>
                  </a:cubicBezTo>
                  <a:cubicBezTo>
                    <a:pt x="221" y="4"/>
                    <a:pt x="200" y="1"/>
                    <a:pt x="1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74" name="Google Shape;2474;p16"/>
            <p:cNvSpPr/>
            <p:nvPr/>
          </p:nvSpPr>
          <p:spPr>
            <a:xfrm>
              <a:off x="7650720" y="3787200"/>
              <a:ext cx="20160" cy="37080"/>
            </a:xfrm>
            <a:custGeom>
              <a:rect b="b" l="l" r="r" t="t"/>
              <a:pathLst>
                <a:path extrusionOk="0" h="741" w="407">
                  <a:moveTo>
                    <a:pt x="113" y="1"/>
                  </a:moveTo>
                  <a:cubicBezTo>
                    <a:pt x="78" y="90"/>
                    <a:pt x="50" y="184"/>
                    <a:pt x="37" y="281"/>
                  </a:cubicBezTo>
                  <a:cubicBezTo>
                    <a:pt x="21" y="398"/>
                    <a:pt x="0" y="682"/>
                    <a:pt x="156" y="732"/>
                  </a:cubicBezTo>
                  <a:cubicBezTo>
                    <a:pt x="174" y="738"/>
                    <a:pt x="191" y="741"/>
                    <a:pt x="207" y="741"/>
                  </a:cubicBezTo>
                  <a:cubicBezTo>
                    <a:pt x="357" y="741"/>
                    <a:pt x="406" y="491"/>
                    <a:pt x="374" y="385"/>
                  </a:cubicBezTo>
                  <a:cubicBezTo>
                    <a:pt x="330" y="235"/>
                    <a:pt x="213" y="120"/>
                    <a:pt x="1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8700" lIns="91425" spcFirstLastPara="1" rIns="91425" wrap="square" tIns="18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75" name="Google Shape;2475;p16"/>
            <p:cNvSpPr/>
            <p:nvPr/>
          </p:nvSpPr>
          <p:spPr>
            <a:xfrm>
              <a:off x="7784640" y="3753000"/>
              <a:ext cx="22320" cy="15840"/>
            </a:xfrm>
            <a:custGeom>
              <a:rect b="b" l="l" r="r" t="t"/>
              <a:pathLst>
                <a:path extrusionOk="0" h="324" w="452">
                  <a:moveTo>
                    <a:pt x="178" y="1"/>
                  </a:moveTo>
                  <a:cubicBezTo>
                    <a:pt x="65" y="1"/>
                    <a:pt x="0" y="170"/>
                    <a:pt x="100" y="240"/>
                  </a:cubicBezTo>
                  <a:lnTo>
                    <a:pt x="180" y="293"/>
                  </a:lnTo>
                  <a:cubicBezTo>
                    <a:pt x="210" y="313"/>
                    <a:pt x="244" y="323"/>
                    <a:pt x="276" y="323"/>
                  </a:cubicBezTo>
                  <a:cubicBezTo>
                    <a:pt x="333" y="323"/>
                    <a:pt x="386" y="293"/>
                    <a:pt x="412" y="234"/>
                  </a:cubicBezTo>
                  <a:cubicBezTo>
                    <a:pt x="452" y="142"/>
                    <a:pt x="391" y="46"/>
                    <a:pt x="297" y="25"/>
                  </a:cubicBezTo>
                  <a:cubicBezTo>
                    <a:pt x="266" y="18"/>
                    <a:pt x="235" y="13"/>
                    <a:pt x="204" y="3"/>
                  </a:cubicBezTo>
                  <a:cubicBezTo>
                    <a:pt x="195" y="1"/>
                    <a:pt x="186" y="1"/>
                    <a:pt x="1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900" lIns="91425" spcFirstLastPara="1" rIns="91425" wrap="square" tIns="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76" name="Google Shape;2476;p16"/>
            <p:cNvSpPr/>
            <p:nvPr/>
          </p:nvSpPr>
          <p:spPr>
            <a:xfrm>
              <a:off x="8091360" y="3637080"/>
              <a:ext cx="16200" cy="12960"/>
            </a:xfrm>
            <a:custGeom>
              <a:rect b="b" l="l" r="r" t="t"/>
              <a:pathLst>
                <a:path extrusionOk="0" h="263" w="331">
                  <a:moveTo>
                    <a:pt x="172" y="0"/>
                  </a:moveTo>
                  <a:cubicBezTo>
                    <a:pt x="88" y="0"/>
                    <a:pt x="1" y="78"/>
                    <a:pt x="41" y="181"/>
                  </a:cubicBezTo>
                  <a:cubicBezTo>
                    <a:pt x="64" y="238"/>
                    <a:pt x="111" y="263"/>
                    <a:pt x="158" y="263"/>
                  </a:cubicBezTo>
                  <a:cubicBezTo>
                    <a:pt x="243" y="263"/>
                    <a:pt x="330" y="186"/>
                    <a:pt x="289" y="83"/>
                  </a:cubicBezTo>
                  <a:cubicBezTo>
                    <a:pt x="267" y="25"/>
                    <a:pt x="220" y="0"/>
                    <a:pt x="1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475" lIns="91425" spcFirstLastPara="1" rIns="91425" wrap="square" tIns="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77" name="Google Shape;2477;p16"/>
            <p:cNvSpPr/>
            <p:nvPr/>
          </p:nvSpPr>
          <p:spPr>
            <a:xfrm>
              <a:off x="7448760" y="3873600"/>
              <a:ext cx="22680" cy="17280"/>
            </a:xfrm>
            <a:custGeom>
              <a:rect b="b" l="l" r="r" t="t"/>
              <a:pathLst>
                <a:path extrusionOk="0" h="350" w="457">
                  <a:moveTo>
                    <a:pt x="287" y="0"/>
                  </a:moveTo>
                  <a:cubicBezTo>
                    <a:pt x="266" y="0"/>
                    <a:pt x="243" y="5"/>
                    <a:pt x="219" y="17"/>
                  </a:cubicBezTo>
                  <a:cubicBezTo>
                    <a:pt x="207" y="21"/>
                    <a:pt x="192" y="26"/>
                    <a:pt x="179" y="30"/>
                  </a:cubicBezTo>
                  <a:cubicBezTo>
                    <a:pt x="1" y="82"/>
                    <a:pt x="83" y="349"/>
                    <a:pt x="232" y="349"/>
                  </a:cubicBezTo>
                  <a:cubicBezTo>
                    <a:pt x="253" y="349"/>
                    <a:pt x="274" y="344"/>
                    <a:pt x="297" y="333"/>
                  </a:cubicBezTo>
                  <a:cubicBezTo>
                    <a:pt x="309" y="327"/>
                    <a:pt x="324" y="320"/>
                    <a:pt x="336" y="313"/>
                  </a:cubicBezTo>
                  <a:cubicBezTo>
                    <a:pt x="440" y="284"/>
                    <a:pt x="457" y="186"/>
                    <a:pt x="419" y="109"/>
                  </a:cubicBezTo>
                  <a:cubicBezTo>
                    <a:pt x="400" y="49"/>
                    <a:pt x="352" y="0"/>
                    <a:pt x="2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8625" lIns="91425" spcFirstLastPara="1" rIns="91425" wrap="square" tIns="86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78" name="Google Shape;2478;p16"/>
            <p:cNvSpPr/>
            <p:nvPr/>
          </p:nvSpPr>
          <p:spPr>
            <a:xfrm>
              <a:off x="7584480" y="3810600"/>
              <a:ext cx="20160" cy="19800"/>
            </a:xfrm>
            <a:custGeom>
              <a:rect b="b" l="l" r="r" t="t"/>
              <a:pathLst>
                <a:path extrusionOk="0" h="401" w="405">
                  <a:moveTo>
                    <a:pt x="192" y="1"/>
                  </a:moveTo>
                  <a:cubicBezTo>
                    <a:pt x="172" y="1"/>
                    <a:pt x="152" y="4"/>
                    <a:pt x="133" y="13"/>
                  </a:cubicBezTo>
                  <a:cubicBezTo>
                    <a:pt x="53" y="48"/>
                    <a:pt x="0" y="143"/>
                    <a:pt x="37" y="231"/>
                  </a:cubicBezTo>
                  <a:cubicBezTo>
                    <a:pt x="46" y="252"/>
                    <a:pt x="57" y="273"/>
                    <a:pt x="65" y="295"/>
                  </a:cubicBezTo>
                  <a:cubicBezTo>
                    <a:pt x="93" y="356"/>
                    <a:pt x="156" y="400"/>
                    <a:pt x="222" y="400"/>
                  </a:cubicBezTo>
                  <a:cubicBezTo>
                    <a:pt x="242" y="400"/>
                    <a:pt x="262" y="396"/>
                    <a:pt x="281" y="388"/>
                  </a:cubicBezTo>
                  <a:cubicBezTo>
                    <a:pt x="366" y="348"/>
                    <a:pt x="404" y="261"/>
                    <a:pt x="374" y="176"/>
                  </a:cubicBezTo>
                  <a:cubicBezTo>
                    <a:pt x="367" y="153"/>
                    <a:pt x="357" y="132"/>
                    <a:pt x="350" y="107"/>
                  </a:cubicBezTo>
                  <a:cubicBezTo>
                    <a:pt x="330" y="43"/>
                    <a:pt x="260" y="1"/>
                    <a:pt x="1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0075" lIns="91425" spcFirstLastPara="1" rIns="91425" wrap="square" tIns="100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79" name="Google Shape;2479;p16"/>
            <p:cNvSpPr/>
            <p:nvPr/>
          </p:nvSpPr>
          <p:spPr>
            <a:xfrm>
              <a:off x="8043840" y="3629520"/>
              <a:ext cx="14760" cy="15480"/>
            </a:xfrm>
            <a:custGeom>
              <a:rect b="b" l="l" r="r" t="t"/>
              <a:pathLst>
                <a:path extrusionOk="0" h="311" w="303">
                  <a:moveTo>
                    <a:pt x="155" y="1"/>
                  </a:moveTo>
                  <a:cubicBezTo>
                    <a:pt x="139" y="1"/>
                    <a:pt x="123" y="4"/>
                    <a:pt x="106" y="11"/>
                  </a:cubicBezTo>
                  <a:cubicBezTo>
                    <a:pt x="5" y="48"/>
                    <a:pt x="1" y="168"/>
                    <a:pt x="72" y="235"/>
                  </a:cubicBezTo>
                  <a:cubicBezTo>
                    <a:pt x="73" y="239"/>
                    <a:pt x="87" y="263"/>
                    <a:pt x="87" y="266"/>
                  </a:cubicBezTo>
                  <a:cubicBezTo>
                    <a:pt x="108" y="297"/>
                    <a:pt x="139" y="310"/>
                    <a:pt x="172" y="310"/>
                  </a:cubicBezTo>
                  <a:cubicBezTo>
                    <a:pt x="236" y="310"/>
                    <a:pt x="303" y="258"/>
                    <a:pt x="291" y="185"/>
                  </a:cubicBezTo>
                  <a:cubicBezTo>
                    <a:pt x="291" y="184"/>
                    <a:pt x="283" y="154"/>
                    <a:pt x="284" y="154"/>
                  </a:cubicBezTo>
                  <a:lnTo>
                    <a:pt x="284" y="154"/>
                  </a:lnTo>
                  <a:cubicBezTo>
                    <a:pt x="284" y="154"/>
                    <a:pt x="284" y="154"/>
                    <a:pt x="284" y="154"/>
                  </a:cubicBezTo>
                  <a:cubicBezTo>
                    <a:pt x="289" y="73"/>
                    <a:pt x="231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900" lIns="91425" spcFirstLastPara="1" rIns="91425" wrap="square" tIns="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80" name="Google Shape;2480;p16"/>
            <p:cNvSpPr/>
            <p:nvPr/>
          </p:nvSpPr>
          <p:spPr>
            <a:xfrm>
              <a:off x="7957440" y="3668400"/>
              <a:ext cx="13680" cy="10800"/>
            </a:xfrm>
            <a:custGeom>
              <a:rect b="b" l="l" r="r" t="t"/>
              <a:pathLst>
                <a:path extrusionOk="0" h="221" w="280">
                  <a:moveTo>
                    <a:pt x="146" y="1"/>
                  </a:moveTo>
                  <a:cubicBezTo>
                    <a:pt x="75" y="1"/>
                    <a:pt x="1" y="66"/>
                    <a:pt x="36" y="152"/>
                  </a:cubicBezTo>
                  <a:cubicBezTo>
                    <a:pt x="55" y="200"/>
                    <a:pt x="94" y="221"/>
                    <a:pt x="134" y="221"/>
                  </a:cubicBezTo>
                  <a:cubicBezTo>
                    <a:pt x="205" y="221"/>
                    <a:pt x="279" y="157"/>
                    <a:pt x="245" y="70"/>
                  </a:cubicBezTo>
                  <a:cubicBezTo>
                    <a:pt x="226" y="21"/>
                    <a:pt x="186" y="1"/>
                    <a:pt x="1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400" lIns="91425" spcFirstLastPara="1" rIns="91425" wrap="square" tIns="5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81" name="Google Shape;2481;p16"/>
            <p:cNvSpPr/>
            <p:nvPr/>
          </p:nvSpPr>
          <p:spPr>
            <a:xfrm>
              <a:off x="7321320" y="3910320"/>
              <a:ext cx="19440" cy="15480"/>
            </a:xfrm>
            <a:custGeom>
              <a:rect b="b" l="l" r="r" t="t"/>
              <a:pathLst>
                <a:path extrusionOk="0" h="312" w="391">
                  <a:moveTo>
                    <a:pt x="203" y="1"/>
                  </a:moveTo>
                  <a:cubicBezTo>
                    <a:pt x="103" y="1"/>
                    <a:pt x="0" y="92"/>
                    <a:pt x="48" y="214"/>
                  </a:cubicBezTo>
                  <a:cubicBezTo>
                    <a:pt x="75" y="282"/>
                    <a:pt x="131" y="311"/>
                    <a:pt x="187" y="311"/>
                  </a:cubicBezTo>
                  <a:cubicBezTo>
                    <a:pt x="287" y="311"/>
                    <a:pt x="390" y="220"/>
                    <a:pt x="343" y="99"/>
                  </a:cubicBezTo>
                  <a:cubicBezTo>
                    <a:pt x="316" y="30"/>
                    <a:pt x="260" y="1"/>
                    <a:pt x="2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900" lIns="91425" spcFirstLastPara="1" rIns="91425" wrap="square" tIns="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82" name="Google Shape;2482;p16"/>
            <p:cNvSpPr/>
            <p:nvPr/>
          </p:nvSpPr>
          <p:spPr>
            <a:xfrm>
              <a:off x="7363440" y="3868560"/>
              <a:ext cx="23040" cy="17640"/>
            </a:xfrm>
            <a:custGeom>
              <a:rect b="b" l="l" r="r" t="t"/>
              <a:pathLst>
                <a:path extrusionOk="0" h="358" w="468">
                  <a:moveTo>
                    <a:pt x="294" y="1"/>
                  </a:moveTo>
                  <a:cubicBezTo>
                    <a:pt x="272" y="1"/>
                    <a:pt x="249" y="6"/>
                    <a:pt x="225" y="17"/>
                  </a:cubicBezTo>
                  <a:lnTo>
                    <a:pt x="183" y="31"/>
                  </a:lnTo>
                  <a:cubicBezTo>
                    <a:pt x="1" y="90"/>
                    <a:pt x="82" y="358"/>
                    <a:pt x="240" y="358"/>
                  </a:cubicBezTo>
                  <a:cubicBezTo>
                    <a:pt x="260" y="358"/>
                    <a:pt x="282" y="353"/>
                    <a:pt x="305" y="343"/>
                  </a:cubicBezTo>
                  <a:lnTo>
                    <a:pt x="346" y="323"/>
                  </a:lnTo>
                  <a:cubicBezTo>
                    <a:pt x="449" y="289"/>
                    <a:pt x="468" y="190"/>
                    <a:pt x="432" y="112"/>
                  </a:cubicBezTo>
                  <a:cubicBezTo>
                    <a:pt x="412" y="51"/>
                    <a:pt x="361" y="1"/>
                    <a:pt x="2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000" lIns="91425" spcFirstLastPara="1" rIns="91425" wrap="square" tIns="9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83" name="Google Shape;2483;p16"/>
            <p:cNvSpPr/>
            <p:nvPr/>
          </p:nvSpPr>
          <p:spPr>
            <a:xfrm>
              <a:off x="7863120" y="3687120"/>
              <a:ext cx="12240" cy="9720"/>
            </a:xfrm>
            <a:custGeom>
              <a:rect b="b" l="l" r="r" t="t"/>
              <a:pathLst>
                <a:path extrusionOk="0" h="200" w="253">
                  <a:moveTo>
                    <a:pt x="132" y="0"/>
                  </a:moveTo>
                  <a:cubicBezTo>
                    <a:pt x="67" y="0"/>
                    <a:pt x="1" y="58"/>
                    <a:pt x="31" y="136"/>
                  </a:cubicBezTo>
                  <a:cubicBezTo>
                    <a:pt x="49" y="181"/>
                    <a:pt x="85" y="199"/>
                    <a:pt x="121" y="199"/>
                  </a:cubicBezTo>
                  <a:cubicBezTo>
                    <a:pt x="186" y="199"/>
                    <a:pt x="252" y="141"/>
                    <a:pt x="221" y="63"/>
                  </a:cubicBezTo>
                  <a:cubicBezTo>
                    <a:pt x="204" y="19"/>
                    <a:pt x="168" y="0"/>
                    <a:pt x="1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84" name="Google Shape;2484;p16"/>
            <p:cNvSpPr/>
            <p:nvPr/>
          </p:nvSpPr>
          <p:spPr>
            <a:xfrm>
              <a:off x="7774560" y="3705120"/>
              <a:ext cx="15480" cy="12240"/>
            </a:xfrm>
            <a:custGeom>
              <a:rect b="b" l="l" r="r" t="t"/>
              <a:pathLst>
                <a:path extrusionOk="0" h="247" w="312">
                  <a:moveTo>
                    <a:pt x="162" y="0"/>
                  </a:moveTo>
                  <a:cubicBezTo>
                    <a:pt x="83" y="0"/>
                    <a:pt x="0" y="73"/>
                    <a:pt x="37" y="170"/>
                  </a:cubicBezTo>
                  <a:cubicBezTo>
                    <a:pt x="59" y="224"/>
                    <a:pt x="103" y="247"/>
                    <a:pt x="148" y="247"/>
                  </a:cubicBezTo>
                  <a:cubicBezTo>
                    <a:pt x="229" y="247"/>
                    <a:pt x="312" y="175"/>
                    <a:pt x="273" y="78"/>
                  </a:cubicBezTo>
                  <a:cubicBezTo>
                    <a:pt x="251" y="23"/>
                    <a:pt x="207" y="0"/>
                    <a:pt x="1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100" lIns="91425" spcFirstLastPara="1" rIns="91425" wrap="square" tIns="6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85" name="Google Shape;2485;p16"/>
            <p:cNvSpPr/>
            <p:nvPr/>
          </p:nvSpPr>
          <p:spPr>
            <a:xfrm>
              <a:off x="7448040" y="3817800"/>
              <a:ext cx="22320" cy="16200"/>
            </a:xfrm>
            <a:custGeom>
              <a:rect b="b" l="l" r="r" t="t"/>
              <a:pathLst>
                <a:path extrusionOk="0" h="329" w="449">
                  <a:moveTo>
                    <a:pt x="261" y="1"/>
                  </a:moveTo>
                  <a:cubicBezTo>
                    <a:pt x="228" y="1"/>
                    <a:pt x="193" y="11"/>
                    <a:pt x="164" y="31"/>
                  </a:cubicBezTo>
                  <a:cubicBezTo>
                    <a:pt x="144" y="44"/>
                    <a:pt x="124" y="54"/>
                    <a:pt x="108" y="71"/>
                  </a:cubicBezTo>
                  <a:cubicBezTo>
                    <a:pt x="1" y="170"/>
                    <a:pt x="62" y="327"/>
                    <a:pt x="209" y="329"/>
                  </a:cubicBezTo>
                  <a:cubicBezTo>
                    <a:pt x="232" y="329"/>
                    <a:pt x="253" y="323"/>
                    <a:pt x="277" y="320"/>
                  </a:cubicBezTo>
                  <a:cubicBezTo>
                    <a:pt x="379" y="304"/>
                    <a:pt x="449" y="201"/>
                    <a:pt x="409" y="100"/>
                  </a:cubicBezTo>
                  <a:cubicBezTo>
                    <a:pt x="383" y="35"/>
                    <a:pt x="323" y="1"/>
                    <a:pt x="2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8275" lIns="91425" spcFirstLastPara="1" rIns="91425" wrap="square" tIns="8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86" name="Google Shape;2486;p16"/>
            <p:cNvSpPr/>
            <p:nvPr/>
          </p:nvSpPr>
          <p:spPr>
            <a:xfrm>
              <a:off x="7668360" y="3690360"/>
              <a:ext cx="71639" cy="39959"/>
            </a:xfrm>
            <a:custGeom>
              <a:rect b="b" l="l" r="r" t="t"/>
              <a:pathLst>
                <a:path extrusionOk="0" h="803" w="1432">
                  <a:moveTo>
                    <a:pt x="675" y="214"/>
                  </a:moveTo>
                  <a:cubicBezTo>
                    <a:pt x="842" y="214"/>
                    <a:pt x="1099" y="262"/>
                    <a:pt x="1177" y="408"/>
                  </a:cubicBezTo>
                  <a:cubicBezTo>
                    <a:pt x="1219" y="488"/>
                    <a:pt x="1185" y="558"/>
                    <a:pt x="1120" y="592"/>
                  </a:cubicBezTo>
                  <a:cubicBezTo>
                    <a:pt x="1096" y="606"/>
                    <a:pt x="1057" y="609"/>
                    <a:pt x="1021" y="609"/>
                  </a:cubicBezTo>
                  <a:cubicBezTo>
                    <a:pt x="999" y="609"/>
                    <a:pt x="977" y="608"/>
                    <a:pt x="961" y="607"/>
                  </a:cubicBezTo>
                  <a:cubicBezTo>
                    <a:pt x="866" y="599"/>
                    <a:pt x="773" y="571"/>
                    <a:pt x="686" y="539"/>
                  </a:cubicBezTo>
                  <a:cubicBezTo>
                    <a:pt x="539" y="488"/>
                    <a:pt x="409" y="412"/>
                    <a:pt x="285" y="325"/>
                  </a:cubicBezTo>
                  <a:cubicBezTo>
                    <a:pt x="390" y="271"/>
                    <a:pt x="495" y="225"/>
                    <a:pt x="622" y="215"/>
                  </a:cubicBezTo>
                  <a:cubicBezTo>
                    <a:pt x="639" y="214"/>
                    <a:pt x="656" y="214"/>
                    <a:pt x="675" y="214"/>
                  </a:cubicBezTo>
                  <a:close/>
                  <a:moveTo>
                    <a:pt x="663" y="1"/>
                  </a:moveTo>
                  <a:cubicBezTo>
                    <a:pt x="438" y="1"/>
                    <a:pt x="201" y="74"/>
                    <a:pt x="51" y="240"/>
                  </a:cubicBezTo>
                  <a:cubicBezTo>
                    <a:pt x="0" y="296"/>
                    <a:pt x="57" y="396"/>
                    <a:pt x="128" y="396"/>
                  </a:cubicBezTo>
                  <a:cubicBezTo>
                    <a:pt x="132" y="396"/>
                    <a:pt x="135" y="396"/>
                    <a:pt x="139" y="395"/>
                  </a:cubicBezTo>
                  <a:cubicBezTo>
                    <a:pt x="342" y="592"/>
                    <a:pt x="597" y="737"/>
                    <a:pt x="878" y="791"/>
                  </a:cubicBezTo>
                  <a:cubicBezTo>
                    <a:pt x="916" y="798"/>
                    <a:pt x="959" y="802"/>
                    <a:pt x="1002" y="802"/>
                  </a:cubicBezTo>
                  <a:cubicBezTo>
                    <a:pt x="1192" y="802"/>
                    <a:pt x="1401" y="725"/>
                    <a:pt x="1415" y="512"/>
                  </a:cubicBezTo>
                  <a:cubicBezTo>
                    <a:pt x="1432" y="227"/>
                    <a:pt x="1083" y="62"/>
                    <a:pt x="845" y="17"/>
                  </a:cubicBezTo>
                  <a:cubicBezTo>
                    <a:pt x="787" y="6"/>
                    <a:pt x="725" y="1"/>
                    <a:pt x="6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0150" lIns="91425" spcFirstLastPara="1" rIns="91425" wrap="square" tIns="201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87" name="Google Shape;2487;p16"/>
            <p:cNvSpPr/>
            <p:nvPr/>
          </p:nvSpPr>
          <p:spPr>
            <a:xfrm>
              <a:off x="7547400" y="3776400"/>
              <a:ext cx="14040" cy="17280"/>
            </a:xfrm>
            <a:custGeom>
              <a:rect b="b" l="l" r="r" t="t"/>
              <a:pathLst>
                <a:path extrusionOk="0" h="347" w="284">
                  <a:moveTo>
                    <a:pt x="126" y="0"/>
                  </a:moveTo>
                  <a:cubicBezTo>
                    <a:pt x="64" y="0"/>
                    <a:pt x="0" y="50"/>
                    <a:pt x="10" y="122"/>
                  </a:cubicBezTo>
                  <a:cubicBezTo>
                    <a:pt x="16" y="154"/>
                    <a:pt x="18" y="185"/>
                    <a:pt x="26" y="216"/>
                  </a:cubicBezTo>
                  <a:cubicBezTo>
                    <a:pt x="39" y="253"/>
                    <a:pt x="59" y="277"/>
                    <a:pt x="86" y="306"/>
                  </a:cubicBezTo>
                  <a:cubicBezTo>
                    <a:pt x="112" y="334"/>
                    <a:pt x="143" y="347"/>
                    <a:pt x="174" y="347"/>
                  </a:cubicBezTo>
                  <a:cubicBezTo>
                    <a:pt x="231" y="347"/>
                    <a:pt x="284" y="301"/>
                    <a:pt x="284" y="228"/>
                  </a:cubicBezTo>
                  <a:cubicBezTo>
                    <a:pt x="284" y="190"/>
                    <a:pt x="281" y="157"/>
                    <a:pt x="263" y="124"/>
                  </a:cubicBezTo>
                  <a:cubicBezTo>
                    <a:pt x="249" y="93"/>
                    <a:pt x="229" y="69"/>
                    <a:pt x="210" y="44"/>
                  </a:cubicBezTo>
                  <a:cubicBezTo>
                    <a:pt x="190" y="13"/>
                    <a:pt x="158" y="0"/>
                    <a:pt x="1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8625" lIns="91425" spcFirstLastPara="1" rIns="91425" wrap="square" tIns="86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88" name="Google Shape;2488;p16"/>
            <p:cNvSpPr/>
            <p:nvPr/>
          </p:nvSpPr>
          <p:spPr>
            <a:xfrm>
              <a:off x="7682760" y="3701160"/>
              <a:ext cx="46799" cy="19440"/>
            </a:xfrm>
            <a:custGeom>
              <a:rect b="b" l="l" r="r" t="t"/>
              <a:pathLst>
                <a:path extrusionOk="0" h="395" w="935">
                  <a:moveTo>
                    <a:pt x="395" y="1"/>
                  </a:moveTo>
                  <a:cubicBezTo>
                    <a:pt x="374" y="1"/>
                    <a:pt x="355" y="1"/>
                    <a:pt x="337" y="3"/>
                  </a:cubicBezTo>
                  <a:cubicBezTo>
                    <a:pt x="210" y="11"/>
                    <a:pt x="105" y="57"/>
                    <a:pt x="0" y="111"/>
                  </a:cubicBezTo>
                  <a:cubicBezTo>
                    <a:pt x="125" y="201"/>
                    <a:pt x="255" y="274"/>
                    <a:pt x="401" y="325"/>
                  </a:cubicBezTo>
                  <a:cubicBezTo>
                    <a:pt x="488" y="354"/>
                    <a:pt x="581" y="385"/>
                    <a:pt x="676" y="393"/>
                  </a:cubicBezTo>
                  <a:cubicBezTo>
                    <a:pt x="692" y="394"/>
                    <a:pt x="714" y="395"/>
                    <a:pt x="736" y="395"/>
                  </a:cubicBezTo>
                  <a:cubicBezTo>
                    <a:pt x="772" y="395"/>
                    <a:pt x="811" y="392"/>
                    <a:pt x="835" y="378"/>
                  </a:cubicBezTo>
                  <a:cubicBezTo>
                    <a:pt x="900" y="344"/>
                    <a:pt x="934" y="274"/>
                    <a:pt x="892" y="194"/>
                  </a:cubicBezTo>
                  <a:cubicBezTo>
                    <a:pt x="815" y="49"/>
                    <a:pt x="562" y="1"/>
                    <a:pt x="39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89" name="Google Shape;2489;p16"/>
            <p:cNvSpPr/>
            <p:nvPr/>
          </p:nvSpPr>
          <p:spPr>
            <a:xfrm>
              <a:off x="7622280" y="3743280"/>
              <a:ext cx="18720" cy="18720"/>
            </a:xfrm>
            <a:custGeom>
              <a:rect b="b" l="l" r="r" t="t"/>
              <a:pathLst>
                <a:path extrusionOk="0" h="379" w="381">
                  <a:moveTo>
                    <a:pt x="188" y="0"/>
                  </a:moveTo>
                  <a:cubicBezTo>
                    <a:pt x="168" y="0"/>
                    <a:pt x="150" y="4"/>
                    <a:pt x="133" y="11"/>
                  </a:cubicBezTo>
                  <a:cubicBezTo>
                    <a:pt x="60" y="44"/>
                    <a:pt x="1" y="137"/>
                    <a:pt x="42" y="217"/>
                  </a:cubicBezTo>
                  <a:lnTo>
                    <a:pt x="74" y="280"/>
                  </a:lnTo>
                  <a:cubicBezTo>
                    <a:pt x="103" y="339"/>
                    <a:pt x="157" y="378"/>
                    <a:pt x="217" y="378"/>
                  </a:cubicBezTo>
                  <a:cubicBezTo>
                    <a:pt x="234" y="378"/>
                    <a:pt x="252" y="375"/>
                    <a:pt x="270" y="368"/>
                  </a:cubicBezTo>
                  <a:cubicBezTo>
                    <a:pt x="354" y="336"/>
                    <a:pt x="381" y="249"/>
                    <a:pt x="358" y="171"/>
                  </a:cubicBezTo>
                  <a:lnTo>
                    <a:pt x="338" y="100"/>
                  </a:lnTo>
                  <a:cubicBezTo>
                    <a:pt x="321" y="39"/>
                    <a:pt x="252" y="0"/>
                    <a:pt x="1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350" lIns="91425" spcFirstLastPara="1" rIns="91425" wrap="square" tIns="9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90" name="Google Shape;2490;p16"/>
            <p:cNvSpPr/>
            <p:nvPr/>
          </p:nvSpPr>
          <p:spPr>
            <a:xfrm>
              <a:off x="7369560" y="3780720"/>
              <a:ext cx="50040" cy="65521"/>
            </a:xfrm>
            <a:custGeom>
              <a:rect b="b" l="l" r="r" t="t"/>
              <a:pathLst>
                <a:path extrusionOk="0" h="1308" w="1000">
                  <a:moveTo>
                    <a:pt x="237" y="289"/>
                  </a:moveTo>
                  <a:cubicBezTo>
                    <a:pt x="391" y="289"/>
                    <a:pt x="493" y="383"/>
                    <a:pt x="577" y="512"/>
                  </a:cubicBezTo>
                  <a:cubicBezTo>
                    <a:pt x="650" y="625"/>
                    <a:pt x="881" y="1127"/>
                    <a:pt x="532" y="1127"/>
                  </a:cubicBezTo>
                  <a:cubicBezTo>
                    <a:pt x="530" y="1127"/>
                    <a:pt x="527" y="1127"/>
                    <a:pt x="525" y="1127"/>
                  </a:cubicBezTo>
                  <a:cubicBezTo>
                    <a:pt x="199" y="1122"/>
                    <a:pt x="214" y="631"/>
                    <a:pt x="207" y="290"/>
                  </a:cubicBezTo>
                  <a:cubicBezTo>
                    <a:pt x="217" y="289"/>
                    <a:pt x="227" y="289"/>
                    <a:pt x="237" y="289"/>
                  </a:cubicBezTo>
                  <a:close/>
                  <a:moveTo>
                    <a:pt x="124" y="1"/>
                  </a:moveTo>
                  <a:cubicBezTo>
                    <a:pt x="93" y="1"/>
                    <a:pt x="64" y="22"/>
                    <a:pt x="71" y="63"/>
                  </a:cubicBezTo>
                  <a:cubicBezTo>
                    <a:pt x="77" y="91"/>
                    <a:pt x="80" y="123"/>
                    <a:pt x="81" y="155"/>
                  </a:cubicBezTo>
                  <a:cubicBezTo>
                    <a:pt x="74" y="178"/>
                    <a:pt x="78" y="205"/>
                    <a:pt x="85" y="227"/>
                  </a:cubicBezTo>
                  <a:cubicBezTo>
                    <a:pt x="92" y="546"/>
                    <a:pt x="0" y="908"/>
                    <a:pt x="226" y="1163"/>
                  </a:cubicBezTo>
                  <a:cubicBezTo>
                    <a:pt x="306" y="1253"/>
                    <a:pt x="432" y="1307"/>
                    <a:pt x="555" y="1307"/>
                  </a:cubicBezTo>
                  <a:cubicBezTo>
                    <a:pt x="645" y="1307"/>
                    <a:pt x="733" y="1278"/>
                    <a:pt x="801" y="1212"/>
                  </a:cubicBezTo>
                  <a:cubicBezTo>
                    <a:pt x="999" y="1018"/>
                    <a:pt x="872" y="653"/>
                    <a:pt x="767" y="446"/>
                  </a:cubicBezTo>
                  <a:cubicBezTo>
                    <a:pt x="666" y="247"/>
                    <a:pt x="493" y="62"/>
                    <a:pt x="267" y="62"/>
                  </a:cubicBezTo>
                  <a:cubicBezTo>
                    <a:pt x="243" y="62"/>
                    <a:pt x="217" y="64"/>
                    <a:pt x="192" y="69"/>
                  </a:cubicBezTo>
                  <a:cubicBezTo>
                    <a:pt x="190" y="62"/>
                    <a:pt x="190" y="56"/>
                    <a:pt x="187" y="49"/>
                  </a:cubicBezTo>
                  <a:cubicBezTo>
                    <a:pt x="180" y="17"/>
                    <a:pt x="151" y="1"/>
                    <a:pt x="1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2750" lIns="91425" spcFirstLastPara="1" rIns="91425" wrap="square" tIns="32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91" name="Google Shape;2491;p16"/>
            <p:cNvSpPr/>
            <p:nvPr/>
          </p:nvSpPr>
          <p:spPr>
            <a:xfrm>
              <a:off x="7984080" y="3590640"/>
              <a:ext cx="26279" cy="15120"/>
            </a:xfrm>
            <a:custGeom>
              <a:rect b="b" l="l" r="r" t="t"/>
              <a:pathLst>
                <a:path extrusionOk="0" h="308" w="532">
                  <a:moveTo>
                    <a:pt x="369" y="1"/>
                  </a:moveTo>
                  <a:cubicBezTo>
                    <a:pt x="364" y="1"/>
                    <a:pt x="360" y="1"/>
                    <a:pt x="355" y="2"/>
                  </a:cubicBezTo>
                  <a:cubicBezTo>
                    <a:pt x="281" y="9"/>
                    <a:pt x="209" y="16"/>
                    <a:pt x="136" y="24"/>
                  </a:cubicBezTo>
                  <a:cubicBezTo>
                    <a:pt x="60" y="33"/>
                    <a:pt x="0" y="107"/>
                    <a:pt x="9" y="182"/>
                  </a:cubicBezTo>
                  <a:cubicBezTo>
                    <a:pt x="17" y="263"/>
                    <a:pt x="85" y="308"/>
                    <a:pt x="161" y="308"/>
                  </a:cubicBezTo>
                  <a:cubicBezTo>
                    <a:pt x="162" y="308"/>
                    <a:pt x="163" y="308"/>
                    <a:pt x="165" y="308"/>
                  </a:cubicBezTo>
                  <a:lnTo>
                    <a:pt x="386" y="308"/>
                  </a:lnTo>
                  <a:cubicBezTo>
                    <a:pt x="469" y="308"/>
                    <a:pt x="532" y="216"/>
                    <a:pt x="525" y="139"/>
                  </a:cubicBezTo>
                  <a:cubicBezTo>
                    <a:pt x="514" y="62"/>
                    <a:pt x="446" y="1"/>
                    <a:pt x="3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550" lIns="91425" spcFirstLastPara="1" rIns="91425" wrap="square" tIns="75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92" name="Google Shape;2492;p16"/>
            <p:cNvSpPr/>
            <p:nvPr/>
          </p:nvSpPr>
          <p:spPr>
            <a:xfrm>
              <a:off x="7379640" y="3795120"/>
              <a:ext cx="34200" cy="42120"/>
            </a:xfrm>
            <a:custGeom>
              <a:rect b="b" l="l" r="r" t="t"/>
              <a:pathLst>
                <a:path extrusionOk="0" h="840" w="685">
                  <a:moveTo>
                    <a:pt x="39" y="1"/>
                  </a:moveTo>
                  <a:cubicBezTo>
                    <a:pt x="29" y="1"/>
                    <a:pt x="19" y="1"/>
                    <a:pt x="9" y="2"/>
                  </a:cubicBezTo>
                  <a:cubicBezTo>
                    <a:pt x="15" y="343"/>
                    <a:pt x="1" y="834"/>
                    <a:pt x="327" y="839"/>
                  </a:cubicBezTo>
                  <a:cubicBezTo>
                    <a:pt x="329" y="839"/>
                    <a:pt x="331" y="839"/>
                    <a:pt x="333" y="839"/>
                  </a:cubicBezTo>
                  <a:cubicBezTo>
                    <a:pt x="684" y="839"/>
                    <a:pt x="452" y="337"/>
                    <a:pt x="379" y="224"/>
                  </a:cubicBezTo>
                  <a:cubicBezTo>
                    <a:pt x="295" y="95"/>
                    <a:pt x="196" y="1"/>
                    <a:pt x="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93" name="Google Shape;2493;p16"/>
            <p:cNvSpPr/>
            <p:nvPr/>
          </p:nvSpPr>
          <p:spPr>
            <a:xfrm>
              <a:off x="7863480" y="3631320"/>
              <a:ext cx="18000" cy="18000"/>
            </a:xfrm>
            <a:custGeom>
              <a:rect b="b" l="l" r="r" t="t"/>
              <a:pathLst>
                <a:path extrusionOk="0" h="367" w="365">
                  <a:moveTo>
                    <a:pt x="154" y="1"/>
                  </a:moveTo>
                  <a:cubicBezTo>
                    <a:pt x="138" y="1"/>
                    <a:pt x="120" y="4"/>
                    <a:pt x="103" y="12"/>
                  </a:cubicBezTo>
                  <a:cubicBezTo>
                    <a:pt x="22" y="43"/>
                    <a:pt x="1" y="124"/>
                    <a:pt x="20" y="201"/>
                  </a:cubicBezTo>
                  <a:lnTo>
                    <a:pt x="39" y="268"/>
                  </a:lnTo>
                  <a:cubicBezTo>
                    <a:pt x="55" y="331"/>
                    <a:pt x="123" y="367"/>
                    <a:pt x="186" y="367"/>
                  </a:cubicBezTo>
                  <a:cubicBezTo>
                    <a:pt x="204" y="367"/>
                    <a:pt x="222" y="364"/>
                    <a:pt x="239" y="357"/>
                  </a:cubicBezTo>
                  <a:cubicBezTo>
                    <a:pt x="309" y="329"/>
                    <a:pt x="365" y="231"/>
                    <a:pt x="325" y="156"/>
                  </a:cubicBezTo>
                  <a:lnTo>
                    <a:pt x="291" y="95"/>
                  </a:lnTo>
                  <a:cubicBezTo>
                    <a:pt x="262" y="41"/>
                    <a:pt x="212" y="1"/>
                    <a:pt x="1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000" lIns="91425" spcFirstLastPara="1" rIns="91425" wrap="square" tIns="9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94" name="Google Shape;2494;p16"/>
            <p:cNvSpPr/>
            <p:nvPr/>
          </p:nvSpPr>
          <p:spPr>
            <a:xfrm>
              <a:off x="8028000" y="3553560"/>
              <a:ext cx="19800" cy="19800"/>
            </a:xfrm>
            <a:custGeom>
              <a:rect b="b" l="l" r="r" t="t"/>
              <a:pathLst>
                <a:path extrusionOk="0" h="402" w="403">
                  <a:moveTo>
                    <a:pt x="194" y="0"/>
                  </a:moveTo>
                  <a:cubicBezTo>
                    <a:pt x="174" y="0"/>
                    <a:pt x="154" y="4"/>
                    <a:pt x="133" y="12"/>
                  </a:cubicBezTo>
                  <a:cubicBezTo>
                    <a:pt x="28" y="53"/>
                    <a:pt x="1" y="174"/>
                    <a:pt x="55" y="266"/>
                  </a:cubicBezTo>
                  <a:cubicBezTo>
                    <a:pt x="54" y="265"/>
                    <a:pt x="54" y="264"/>
                    <a:pt x="53" y="264"/>
                  </a:cubicBezTo>
                  <a:lnTo>
                    <a:pt x="53" y="264"/>
                  </a:lnTo>
                  <a:cubicBezTo>
                    <a:pt x="52" y="264"/>
                    <a:pt x="68" y="293"/>
                    <a:pt x="68" y="294"/>
                  </a:cubicBezTo>
                  <a:cubicBezTo>
                    <a:pt x="95" y="356"/>
                    <a:pt x="158" y="401"/>
                    <a:pt x="223" y="401"/>
                  </a:cubicBezTo>
                  <a:cubicBezTo>
                    <a:pt x="242" y="401"/>
                    <a:pt x="261" y="397"/>
                    <a:pt x="280" y="389"/>
                  </a:cubicBezTo>
                  <a:cubicBezTo>
                    <a:pt x="365" y="351"/>
                    <a:pt x="402" y="263"/>
                    <a:pt x="372" y="177"/>
                  </a:cubicBezTo>
                  <a:cubicBezTo>
                    <a:pt x="372" y="174"/>
                    <a:pt x="362" y="143"/>
                    <a:pt x="361" y="143"/>
                  </a:cubicBezTo>
                  <a:cubicBezTo>
                    <a:pt x="361" y="143"/>
                    <a:pt x="361" y="144"/>
                    <a:pt x="361" y="145"/>
                  </a:cubicBezTo>
                  <a:cubicBezTo>
                    <a:pt x="343" y="63"/>
                    <a:pt x="275" y="0"/>
                    <a:pt x="1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0075" lIns="91425" spcFirstLastPara="1" rIns="91425" wrap="square" tIns="100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95" name="Google Shape;2495;p16"/>
            <p:cNvSpPr/>
            <p:nvPr/>
          </p:nvSpPr>
          <p:spPr>
            <a:xfrm>
              <a:off x="7783560" y="3660120"/>
              <a:ext cx="15480" cy="12240"/>
            </a:xfrm>
            <a:custGeom>
              <a:rect b="b" l="l" r="r" t="t"/>
              <a:pathLst>
                <a:path extrusionOk="0" h="249" w="315">
                  <a:moveTo>
                    <a:pt x="164" y="0"/>
                  </a:moveTo>
                  <a:cubicBezTo>
                    <a:pt x="83" y="0"/>
                    <a:pt x="0" y="73"/>
                    <a:pt x="39" y="171"/>
                  </a:cubicBezTo>
                  <a:cubicBezTo>
                    <a:pt x="60" y="226"/>
                    <a:pt x="105" y="249"/>
                    <a:pt x="150" y="249"/>
                  </a:cubicBezTo>
                  <a:cubicBezTo>
                    <a:pt x="231" y="249"/>
                    <a:pt x="315" y="176"/>
                    <a:pt x="276" y="79"/>
                  </a:cubicBezTo>
                  <a:cubicBezTo>
                    <a:pt x="254" y="24"/>
                    <a:pt x="209" y="0"/>
                    <a:pt x="1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100" lIns="91425" spcFirstLastPara="1" rIns="91425" wrap="square" tIns="6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96" name="Google Shape;2496;p16"/>
            <p:cNvSpPr/>
            <p:nvPr/>
          </p:nvSpPr>
          <p:spPr>
            <a:xfrm>
              <a:off x="7371000" y="3465000"/>
              <a:ext cx="502571" cy="318245"/>
            </a:xfrm>
            <a:custGeom>
              <a:rect b="b" l="l" r="r" t="t"/>
              <a:pathLst>
                <a:path extrusionOk="0" h="6326" w="9987">
                  <a:moveTo>
                    <a:pt x="6014" y="641"/>
                  </a:moveTo>
                  <a:cubicBezTo>
                    <a:pt x="6006" y="656"/>
                    <a:pt x="5997" y="672"/>
                    <a:pt x="5993" y="691"/>
                  </a:cubicBezTo>
                  <a:cubicBezTo>
                    <a:pt x="5965" y="693"/>
                    <a:pt x="5936" y="695"/>
                    <a:pt x="5908" y="700"/>
                  </a:cubicBezTo>
                  <a:cubicBezTo>
                    <a:pt x="5917" y="688"/>
                    <a:pt x="5925" y="676"/>
                    <a:pt x="5932" y="665"/>
                  </a:cubicBezTo>
                  <a:cubicBezTo>
                    <a:pt x="5959" y="656"/>
                    <a:pt x="5986" y="648"/>
                    <a:pt x="6014" y="641"/>
                  </a:cubicBezTo>
                  <a:close/>
                  <a:moveTo>
                    <a:pt x="6683" y="1019"/>
                  </a:moveTo>
                  <a:lnTo>
                    <a:pt x="6683" y="1019"/>
                  </a:lnTo>
                  <a:cubicBezTo>
                    <a:pt x="6670" y="1035"/>
                    <a:pt x="6661" y="1052"/>
                    <a:pt x="6652" y="1067"/>
                  </a:cubicBezTo>
                  <a:cubicBezTo>
                    <a:pt x="6584" y="1075"/>
                    <a:pt x="6517" y="1077"/>
                    <a:pt x="6451" y="1084"/>
                  </a:cubicBezTo>
                  <a:cubicBezTo>
                    <a:pt x="6529" y="1063"/>
                    <a:pt x="6608" y="1042"/>
                    <a:pt x="6683" y="1019"/>
                  </a:cubicBezTo>
                  <a:close/>
                  <a:moveTo>
                    <a:pt x="8225" y="1238"/>
                  </a:moveTo>
                  <a:cubicBezTo>
                    <a:pt x="8273" y="1250"/>
                    <a:pt x="8320" y="1259"/>
                    <a:pt x="8368" y="1269"/>
                  </a:cubicBezTo>
                  <a:cubicBezTo>
                    <a:pt x="8455" y="1314"/>
                    <a:pt x="8538" y="1366"/>
                    <a:pt x="8609" y="1430"/>
                  </a:cubicBezTo>
                  <a:cubicBezTo>
                    <a:pt x="8503" y="1365"/>
                    <a:pt x="8392" y="1310"/>
                    <a:pt x="8280" y="1267"/>
                  </a:cubicBezTo>
                  <a:cubicBezTo>
                    <a:pt x="8262" y="1256"/>
                    <a:pt x="8242" y="1246"/>
                    <a:pt x="8225" y="1238"/>
                  </a:cubicBezTo>
                  <a:close/>
                  <a:moveTo>
                    <a:pt x="7054" y="1446"/>
                  </a:moveTo>
                  <a:cubicBezTo>
                    <a:pt x="7073" y="1453"/>
                    <a:pt x="7091" y="1460"/>
                    <a:pt x="7108" y="1467"/>
                  </a:cubicBezTo>
                  <a:lnTo>
                    <a:pt x="6710" y="1537"/>
                  </a:lnTo>
                  <a:cubicBezTo>
                    <a:pt x="6825" y="1507"/>
                    <a:pt x="6940" y="1477"/>
                    <a:pt x="7054" y="1446"/>
                  </a:cubicBezTo>
                  <a:close/>
                  <a:moveTo>
                    <a:pt x="1825" y="1748"/>
                  </a:moveTo>
                  <a:cubicBezTo>
                    <a:pt x="1750" y="1823"/>
                    <a:pt x="1679" y="1902"/>
                    <a:pt x="1609" y="1981"/>
                  </a:cubicBezTo>
                  <a:cubicBezTo>
                    <a:pt x="1593" y="1987"/>
                    <a:pt x="1577" y="1994"/>
                    <a:pt x="1563" y="2004"/>
                  </a:cubicBezTo>
                  <a:lnTo>
                    <a:pt x="1525" y="2031"/>
                  </a:lnTo>
                  <a:cubicBezTo>
                    <a:pt x="1620" y="1932"/>
                    <a:pt x="1720" y="1836"/>
                    <a:pt x="1825" y="1748"/>
                  </a:cubicBezTo>
                  <a:close/>
                  <a:moveTo>
                    <a:pt x="6934" y="2626"/>
                  </a:moveTo>
                  <a:cubicBezTo>
                    <a:pt x="6985" y="2633"/>
                    <a:pt x="7035" y="2636"/>
                    <a:pt x="7086" y="2642"/>
                  </a:cubicBezTo>
                  <a:cubicBezTo>
                    <a:pt x="6930" y="2663"/>
                    <a:pt x="6780" y="2703"/>
                    <a:pt x="6632" y="2754"/>
                  </a:cubicBezTo>
                  <a:cubicBezTo>
                    <a:pt x="6634" y="2748"/>
                    <a:pt x="6636" y="2742"/>
                    <a:pt x="6636" y="2738"/>
                  </a:cubicBezTo>
                  <a:lnTo>
                    <a:pt x="6934" y="2626"/>
                  </a:lnTo>
                  <a:close/>
                  <a:moveTo>
                    <a:pt x="3972" y="2883"/>
                  </a:moveTo>
                  <a:lnTo>
                    <a:pt x="3972" y="2883"/>
                  </a:lnTo>
                  <a:cubicBezTo>
                    <a:pt x="3884" y="2911"/>
                    <a:pt x="3798" y="2938"/>
                    <a:pt x="3712" y="2966"/>
                  </a:cubicBezTo>
                  <a:cubicBezTo>
                    <a:pt x="3714" y="2954"/>
                    <a:pt x="3717" y="2944"/>
                    <a:pt x="3717" y="2931"/>
                  </a:cubicBezTo>
                  <a:lnTo>
                    <a:pt x="3972" y="2883"/>
                  </a:lnTo>
                  <a:close/>
                  <a:moveTo>
                    <a:pt x="3261" y="4022"/>
                  </a:moveTo>
                  <a:lnTo>
                    <a:pt x="3261" y="4022"/>
                  </a:lnTo>
                  <a:cubicBezTo>
                    <a:pt x="3183" y="4060"/>
                    <a:pt x="3108" y="4100"/>
                    <a:pt x="3031" y="4137"/>
                  </a:cubicBezTo>
                  <a:cubicBezTo>
                    <a:pt x="3024" y="4127"/>
                    <a:pt x="3016" y="4117"/>
                    <a:pt x="3004" y="4109"/>
                  </a:cubicBezTo>
                  <a:cubicBezTo>
                    <a:pt x="3089" y="4080"/>
                    <a:pt x="3176" y="4050"/>
                    <a:pt x="3261" y="4022"/>
                  </a:cubicBezTo>
                  <a:close/>
                  <a:moveTo>
                    <a:pt x="833" y="4989"/>
                  </a:moveTo>
                  <a:lnTo>
                    <a:pt x="833" y="4989"/>
                  </a:lnTo>
                  <a:cubicBezTo>
                    <a:pt x="876" y="5051"/>
                    <a:pt x="920" y="5113"/>
                    <a:pt x="968" y="5170"/>
                  </a:cubicBezTo>
                  <a:cubicBezTo>
                    <a:pt x="958" y="5179"/>
                    <a:pt x="950" y="5190"/>
                    <a:pt x="942" y="5200"/>
                  </a:cubicBezTo>
                  <a:cubicBezTo>
                    <a:pt x="904" y="5135"/>
                    <a:pt x="866" y="5064"/>
                    <a:pt x="833" y="4989"/>
                  </a:cubicBezTo>
                  <a:close/>
                  <a:moveTo>
                    <a:pt x="6251" y="0"/>
                  </a:moveTo>
                  <a:cubicBezTo>
                    <a:pt x="5607" y="0"/>
                    <a:pt x="4967" y="79"/>
                    <a:pt x="4406" y="178"/>
                  </a:cubicBezTo>
                  <a:cubicBezTo>
                    <a:pt x="2666" y="481"/>
                    <a:pt x="916" y="1432"/>
                    <a:pt x="391" y="3234"/>
                  </a:cubicBezTo>
                  <a:cubicBezTo>
                    <a:pt x="0" y="4578"/>
                    <a:pt x="659" y="6326"/>
                    <a:pt x="2181" y="6326"/>
                  </a:cubicBezTo>
                  <a:cubicBezTo>
                    <a:pt x="2275" y="6326"/>
                    <a:pt x="2372" y="6319"/>
                    <a:pt x="2473" y="6305"/>
                  </a:cubicBezTo>
                  <a:cubicBezTo>
                    <a:pt x="4592" y="6015"/>
                    <a:pt x="5212" y="3044"/>
                    <a:pt x="7359" y="3012"/>
                  </a:cubicBezTo>
                  <a:cubicBezTo>
                    <a:pt x="7371" y="3012"/>
                    <a:pt x="7383" y="3011"/>
                    <a:pt x="7395" y="3011"/>
                  </a:cubicBezTo>
                  <a:cubicBezTo>
                    <a:pt x="7759" y="3011"/>
                    <a:pt x="8147" y="3085"/>
                    <a:pt x="8508" y="3085"/>
                  </a:cubicBezTo>
                  <a:cubicBezTo>
                    <a:pt x="8951" y="3085"/>
                    <a:pt x="9356" y="2974"/>
                    <a:pt x="9631" y="2479"/>
                  </a:cubicBezTo>
                  <a:cubicBezTo>
                    <a:pt x="9987" y="1840"/>
                    <a:pt x="9683" y="975"/>
                    <a:pt x="8976" y="785"/>
                  </a:cubicBezTo>
                  <a:cubicBezTo>
                    <a:pt x="8246" y="189"/>
                    <a:pt x="7245" y="0"/>
                    <a:pt x="62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97" name="Google Shape;2497;p16"/>
            <p:cNvSpPr/>
            <p:nvPr/>
          </p:nvSpPr>
          <p:spPr>
            <a:xfrm>
              <a:off x="7913520" y="3598560"/>
              <a:ext cx="20520" cy="14760"/>
            </a:xfrm>
            <a:custGeom>
              <a:rect b="b" l="l" r="r" t="t"/>
              <a:pathLst>
                <a:path extrusionOk="0" h="301" w="417">
                  <a:moveTo>
                    <a:pt x="247" y="1"/>
                  </a:moveTo>
                  <a:cubicBezTo>
                    <a:pt x="218" y="1"/>
                    <a:pt x="189" y="10"/>
                    <a:pt x="165" y="31"/>
                  </a:cubicBezTo>
                  <a:cubicBezTo>
                    <a:pt x="172" y="32"/>
                    <a:pt x="170" y="34"/>
                    <a:pt x="162" y="37"/>
                  </a:cubicBezTo>
                  <a:cubicBezTo>
                    <a:pt x="155" y="39"/>
                    <a:pt x="146" y="44"/>
                    <a:pt x="138" y="47"/>
                  </a:cubicBezTo>
                  <a:cubicBezTo>
                    <a:pt x="1" y="117"/>
                    <a:pt x="57" y="300"/>
                    <a:pt x="189" y="300"/>
                  </a:cubicBezTo>
                  <a:cubicBezTo>
                    <a:pt x="204" y="300"/>
                    <a:pt x="219" y="298"/>
                    <a:pt x="235" y="293"/>
                  </a:cubicBezTo>
                  <a:cubicBezTo>
                    <a:pt x="242" y="292"/>
                    <a:pt x="252" y="287"/>
                    <a:pt x="261" y="286"/>
                  </a:cubicBezTo>
                  <a:cubicBezTo>
                    <a:pt x="264" y="284"/>
                    <a:pt x="266" y="283"/>
                    <a:pt x="267" y="283"/>
                  </a:cubicBezTo>
                  <a:cubicBezTo>
                    <a:pt x="268" y="283"/>
                    <a:pt x="268" y="284"/>
                    <a:pt x="267" y="287"/>
                  </a:cubicBezTo>
                  <a:cubicBezTo>
                    <a:pt x="362" y="286"/>
                    <a:pt x="417" y="174"/>
                    <a:pt x="384" y="93"/>
                  </a:cubicBezTo>
                  <a:cubicBezTo>
                    <a:pt x="363" y="38"/>
                    <a:pt x="305" y="1"/>
                    <a:pt x="2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550" lIns="91425" spcFirstLastPara="1" rIns="91425" wrap="square" tIns="75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98" name="Google Shape;2498;p16"/>
            <p:cNvSpPr/>
            <p:nvPr/>
          </p:nvSpPr>
          <p:spPr>
            <a:xfrm>
              <a:off x="7282440" y="3839400"/>
              <a:ext cx="18360" cy="14400"/>
            </a:xfrm>
            <a:custGeom>
              <a:rect b="b" l="l" r="r" t="t"/>
              <a:pathLst>
                <a:path extrusionOk="0" h="293" w="369">
                  <a:moveTo>
                    <a:pt x="193" y="1"/>
                  </a:moveTo>
                  <a:cubicBezTo>
                    <a:pt x="98" y="1"/>
                    <a:pt x="1" y="86"/>
                    <a:pt x="45" y="200"/>
                  </a:cubicBezTo>
                  <a:cubicBezTo>
                    <a:pt x="71" y="265"/>
                    <a:pt x="123" y="292"/>
                    <a:pt x="177" y="292"/>
                  </a:cubicBezTo>
                  <a:cubicBezTo>
                    <a:pt x="271" y="292"/>
                    <a:pt x="368" y="206"/>
                    <a:pt x="323" y="92"/>
                  </a:cubicBezTo>
                  <a:cubicBezTo>
                    <a:pt x="298" y="28"/>
                    <a:pt x="246" y="1"/>
                    <a:pt x="1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200" lIns="91425" spcFirstLastPara="1" rIns="91425" wrap="square" tIns="7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99" name="Google Shape;2499;p16"/>
            <p:cNvSpPr/>
            <p:nvPr/>
          </p:nvSpPr>
          <p:spPr>
            <a:xfrm>
              <a:off x="7337520" y="3806640"/>
              <a:ext cx="18000" cy="14040"/>
            </a:xfrm>
            <a:custGeom>
              <a:rect b="b" l="l" r="r" t="t"/>
              <a:pathLst>
                <a:path extrusionOk="0" h="288" w="362">
                  <a:moveTo>
                    <a:pt x="189" y="1"/>
                  </a:moveTo>
                  <a:cubicBezTo>
                    <a:pt x="97" y="1"/>
                    <a:pt x="1" y="85"/>
                    <a:pt x="45" y="197"/>
                  </a:cubicBezTo>
                  <a:cubicBezTo>
                    <a:pt x="70" y="261"/>
                    <a:pt x="121" y="287"/>
                    <a:pt x="173" y="287"/>
                  </a:cubicBezTo>
                  <a:cubicBezTo>
                    <a:pt x="266" y="287"/>
                    <a:pt x="362" y="203"/>
                    <a:pt x="317" y="91"/>
                  </a:cubicBezTo>
                  <a:cubicBezTo>
                    <a:pt x="293" y="28"/>
                    <a:pt x="242" y="1"/>
                    <a:pt x="1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200" lIns="91425" spcFirstLastPara="1" rIns="91425" wrap="square" tIns="7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00" name="Google Shape;2500;p16"/>
            <p:cNvSpPr/>
            <p:nvPr/>
          </p:nvSpPr>
          <p:spPr>
            <a:xfrm>
              <a:off x="7914600" y="3520800"/>
              <a:ext cx="58319" cy="50040"/>
            </a:xfrm>
            <a:custGeom>
              <a:rect b="b" l="l" r="r" t="t"/>
              <a:pathLst>
                <a:path extrusionOk="0" h="999" w="1163">
                  <a:moveTo>
                    <a:pt x="637" y="244"/>
                  </a:moveTo>
                  <a:cubicBezTo>
                    <a:pt x="776" y="244"/>
                    <a:pt x="893" y="343"/>
                    <a:pt x="834" y="499"/>
                  </a:cubicBezTo>
                  <a:cubicBezTo>
                    <a:pt x="783" y="626"/>
                    <a:pt x="658" y="725"/>
                    <a:pt x="525" y="742"/>
                  </a:cubicBezTo>
                  <a:cubicBezTo>
                    <a:pt x="509" y="744"/>
                    <a:pt x="494" y="745"/>
                    <a:pt x="479" y="745"/>
                  </a:cubicBezTo>
                  <a:cubicBezTo>
                    <a:pt x="330" y="745"/>
                    <a:pt x="219" y="640"/>
                    <a:pt x="341" y="498"/>
                  </a:cubicBezTo>
                  <a:cubicBezTo>
                    <a:pt x="369" y="463"/>
                    <a:pt x="366" y="421"/>
                    <a:pt x="345" y="390"/>
                  </a:cubicBezTo>
                  <a:cubicBezTo>
                    <a:pt x="409" y="324"/>
                    <a:pt x="482" y="270"/>
                    <a:pt x="576" y="250"/>
                  </a:cubicBezTo>
                  <a:cubicBezTo>
                    <a:pt x="596" y="246"/>
                    <a:pt x="617" y="244"/>
                    <a:pt x="637" y="244"/>
                  </a:cubicBezTo>
                  <a:close/>
                  <a:moveTo>
                    <a:pt x="651" y="1"/>
                  </a:moveTo>
                  <a:cubicBezTo>
                    <a:pt x="380" y="1"/>
                    <a:pt x="159" y="234"/>
                    <a:pt x="51" y="478"/>
                  </a:cubicBezTo>
                  <a:cubicBezTo>
                    <a:pt x="49" y="485"/>
                    <a:pt x="49" y="492"/>
                    <a:pt x="46" y="499"/>
                  </a:cubicBezTo>
                  <a:cubicBezTo>
                    <a:pt x="0" y="650"/>
                    <a:pt x="84" y="868"/>
                    <a:pt x="227" y="943"/>
                  </a:cubicBezTo>
                  <a:cubicBezTo>
                    <a:pt x="303" y="981"/>
                    <a:pt x="384" y="999"/>
                    <a:pt x="464" y="999"/>
                  </a:cubicBezTo>
                  <a:cubicBezTo>
                    <a:pt x="676" y="999"/>
                    <a:pt x="888" y="878"/>
                    <a:pt x="1004" y="699"/>
                  </a:cubicBezTo>
                  <a:cubicBezTo>
                    <a:pt x="1162" y="457"/>
                    <a:pt x="1110" y="130"/>
                    <a:pt x="815" y="29"/>
                  </a:cubicBezTo>
                  <a:cubicBezTo>
                    <a:pt x="759" y="9"/>
                    <a:pt x="704" y="1"/>
                    <a:pt x="6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5200" lIns="91425" spcFirstLastPara="1" rIns="91425" wrap="square" tIns="25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01" name="Google Shape;2501;p16"/>
            <p:cNvSpPr/>
            <p:nvPr/>
          </p:nvSpPr>
          <p:spPr>
            <a:xfrm>
              <a:off x="7925760" y="3533040"/>
              <a:ext cx="33841" cy="24840"/>
            </a:xfrm>
            <a:custGeom>
              <a:rect b="b" l="l" r="r" t="t"/>
              <a:pathLst>
                <a:path extrusionOk="0" h="502" w="676">
                  <a:moveTo>
                    <a:pt x="419" y="0"/>
                  </a:moveTo>
                  <a:cubicBezTo>
                    <a:pt x="398" y="0"/>
                    <a:pt x="376" y="2"/>
                    <a:pt x="355" y="7"/>
                  </a:cubicBezTo>
                  <a:cubicBezTo>
                    <a:pt x="260" y="24"/>
                    <a:pt x="187" y="79"/>
                    <a:pt x="122" y="146"/>
                  </a:cubicBezTo>
                  <a:cubicBezTo>
                    <a:pt x="143" y="178"/>
                    <a:pt x="146" y="220"/>
                    <a:pt x="118" y="255"/>
                  </a:cubicBezTo>
                  <a:cubicBezTo>
                    <a:pt x="1" y="397"/>
                    <a:pt x="112" y="502"/>
                    <a:pt x="260" y="502"/>
                  </a:cubicBezTo>
                  <a:cubicBezTo>
                    <a:pt x="275" y="502"/>
                    <a:pt x="291" y="501"/>
                    <a:pt x="306" y="499"/>
                  </a:cubicBezTo>
                  <a:cubicBezTo>
                    <a:pt x="441" y="482"/>
                    <a:pt x="567" y="383"/>
                    <a:pt x="614" y="256"/>
                  </a:cubicBezTo>
                  <a:cubicBezTo>
                    <a:pt x="676" y="101"/>
                    <a:pt x="560" y="0"/>
                    <a:pt x="4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2600" lIns="91425" spcFirstLastPara="1" rIns="91425" wrap="square" tIns="12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02" name="Google Shape;2502;p16"/>
            <p:cNvSpPr/>
            <p:nvPr/>
          </p:nvSpPr>
          <p:spPr>
            <a:xfrm>
              <a:off x="7682400" y="3640680"/>
              <a:ext cx="12960" cy="10440"/>
            </a:xfrm>
            <a:custGeom>
              <a:rect b="b" l="l" r="r" t="t"/>
              <a:pathLst>
                <a:path extrusionOk="0" h="211" w="263">
                  <a:moveTo>
                    <a:pt x="138" y="1"/>
                  </a:moveTo>
                  <a:cubicBezTo>
                    <a:pt x="71" y="1"/>
                    <a:pt x="1" y="62"/>
                    <a:pt x="32" y="144"/>
                  </a:cubicBezTo>
                  <a:cubicBezTo>
                    <a:pt x="50" y="191"/>
                    <a:pt x="87" y="210"/>
                    <a:pt x="125" y="210"/>
                  </a:cubicBezTo>
                  <a:cubicBezTo>
                    <a:pt x="193" y="210"/>
                    <a:pt x="262" y="149"/>
                    <a:pt x="231" y="66"/>
                  </a:cubicBezTo>
                  <a:cubicBezTo>
                    <a:pt x="213" y="20"/>
                    <a:pt x="176" y="1"/>
                    <a:pt x="1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400" lIns="91425" spcFirstLastPara="1" rIns="91425" wrap="square" tIns="5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03" name="Google Shape;2503;p16"/>
            <p:cNvSpPr/>
            <p:nvPr/>
          </p:nvSpPr>
          <p:spPr>
            <a:xfrm>
              <a:off x="7265520" y="3736080"/>
              <a:ext cx="70918" cy="39960"/>
            </a:xfrm>
            <a:custGeom>
              <a:rect b="b" l="l" r="r" t="t"/>
              <a:pathLst>
                <a:path extrusionOk="0" h="798" w="1413">
                  <a:moveTo>
                    <a:pt x="642" y="0"/>
                  </a:moveTo>
                  <a:cubicBezTo>
                    <a:pt x="557" y="0"/>
                    <a:pt x="473" y="8"/>
                    <a:pt x="391" y="27"/>
                  </a:cubicBezTo>
                  <a:cubicBezTo>
                    <a:pt x="193" y="71"/>
                    <a:pt x="0" y="232"/>
                    <a:pt x="38" y="458"/>
                  </a:cubicBezTo>
                  <a:cubicBezTo>
                    <a:pt x="78" y="677"/>
                    <a:pt x="322" y="794"/>
                    <a:pt x="524" y="798"/>
                  </a:cubicBezTo>
                  <a:cubicBezTo>
                    <a:pt x="529" y="798"/>
                    <a:pt x="533" y="798"/>
                    <a:pt x="537" y="798"/>
                  </a:cubicBezTo>
                  <a:cubicBezTo>
                    <a:pt x="829" y="798"/>
                    <a:pt x="1075" y="557"/>
                    <a:pt x="1326" y="441"/>
                  </a:cubicBezTo>
                  <a:cubicBezTo>
                    <a:pt x="1413" y="401"/>
                    <a:pt x="1396" y="257"/>
                    <a:pt x="1302" y="257"/>
                  </a:cubicBezTo>
                  <a:cubicBezTo>
                    <a:pt x="1296" y="257"/>
                    <a:pt x="1289" y="258"/>
                    <a:pt x="1283" y="259"/>
                  </a:cubicBezTo>
                  <a:cubicBezTo>
                    <a:pt x="1275" y="261"/>
                    <a:pt x="1270" y="261"/>
                    <a:pt x="1263" y="264"/>
                  </a:cubicBezTo>
                  <a:cubicBezTo>
                    <a:pt x="1038" y="315"/>
                    <a:pt x="772" y="557"/>
                    <a:pt x="530" y="557"/>
                  </a:cubicBezTo>
                  <a:cubicBezTo>
                    <a:pt x="476" y="557"/>
                    <a:pt x="424" y="545"/>
                    <a:pt x="373" y="516"/>
                  </a:cubicBezTo>
                  <a:cubicBezTo>
                    <a:pt x="71" y="340"/>
                    <a:pt x="553" y="225"/>
                    <a:pt x="659" y="217"/>
                  </a:cubicBezTo>
                  <a:cubicBezTo>
                    <a:pt x="708" y="213"/>
                    <a:pt x="758" y="212"/>
                    <a:pt x="807" y="212"/>
                  </a:cubicBezTo>
                  <a:cubicBezTo>
                    <a:pt x="946" y="212"/>
                    <a:pt x="1086" y="225"/>
                    <a:pt x="1223" y="247"/>
                  </a:cubicBezTo>
                  <a:cubicBezTo>
                    <a:pt x="1226" y="247"/>
                    <a:pt x="1229" y="247"/>
                    <a:pt x="1232" y="247"/>
                  </a:cubicBezTo>
                  <a:cubicBezTo>
                    <a:pt x="1241" y="247"/>
                    <a:pt x="1250" y="246"/>
                    <a:pt x="1257" y="242"/>
                  </a:cubicBezTo>
                  <a:cubicBezTo>
                    <a:pt x="1311" y="221"/>
                    <a:pt x="1328" y="132"/>
                    <a:pt x="1263" y="112"/>
                  </a:cubicBezTo>
                  <a:cubicBezTo>
                    <a:pt x="1067" y="50"/>
                    <a:pt x="852" y="0"/>
                    <a:pt x="6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0150" lIns="91425" spcFirstLastPara="1" rIns="91425" wrap="square" tIns="201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04" name="Google Shape;2504;p16"/>
            <p:cNvSpPr/>
            <p:nvPr/>
          </p:nvSpPr>
          <p:spPr>
            <a:xfrm>
              <a:off x="7269120" y="3746520"/>
              <a:ext cx="59760" cy="17280"/>
            </a:xfrm>
            <a:custGeom>
              <a:rect b="b" l="l" r="r" t="t"/>
              <a:pathLst>
                <a:path extrusionOk="0" h="347" w="1194">
                  <a:moveTo>
                    <a:pt x="740" y="0"/>
                  </a:moveTo>
                  <a:cubicBezTo>
                    <a:pt x="690" y="0"/>
                    <a:pt x="639" y="2"/>
                    <a:pt x="589" y="6"/>
                  </a:cubicBezTo>
                  <a:cubicBezTo>
                    <a:pt x="482" y="14"/>
                    <a:pt x="0" y="131"/>
                    <a:pt x="304" y="305"/>
                  </a:cubicBezTo>
                  <a:cubicBezTo>
                    <a:pt x="355" y="334"/>
                    <a:pt x="408" y="347"/>
                    <a:pt x="463" y="347"/>
                  </a:cubicBezTo>
                  <a:cubicBezTo>
                    <a:pt x="705" y="347"/>
                    <a:pt x="970" y="105"/>
                    <a:pt x="1194" y="54"/>
                  </a:cubicBezTo>
                  <a:lnTo>
                    <a:pt x="1188" y="33"/>
                  </a:lnTo>
                  <a:cubicBezTo>
                    <a:pt x="1183" y="36"/>
                    <a:pt x="1175" y="37"/>
                    <a:pt x="1167" y="37"/>
                  </a:cubicBezTo>
                  <a:cubicBezTo>
                    <a:pt x="1163" y="37"/>
                    <a:pt x="1159" y="37"/>
                    <a:pt x="1154" y="36"/>
                  </a:cubicBezTo>
                  <a:cubicBezTo>
                    <a:pt x="1018" y="14"/>
                    <a:pt x="879" y="0"/>
                    <a:pt x="7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8625" lIns="91425" spcFirstLastPara="1" rIns="91425" wrap="square" tIns="86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05" name="Google Shape;2505;p16"/>
            <p:cNvSpPr/>
            <p:nvPr/>
          </p:nvSpPr>
          <p:spPr>
            <a:xfrm>
              <a:off x="7876440" y="3506040"/>
              <a:ext cx="9360" cy="7560"/>
            </a:xfrm>
            <a:custGeom>
              <a:rect b="b" l="l" r="r" t="t"/>
              <a:pathLst>
                <a:path extrusionOk="0" h="159" w="196">
                  <a:moveTo>
                    <a:pt x="101" y="1"/>
                  </a:moveTo>
                  <a:cubicBezTo>
                    <a:pt x="51" y="1"/>
                    <a:pt x="0" y="47"/>
                    <a:pt x="24" y="109"/>
                  </a:cubicBezTo>
                  <a:cubicBezTo>
                    <a:pt x="37" y="144"/>
                    <a:pt x="64" y="158"/>
                    <a:pt x="93" y="158"/>
                  </a:cubicBezTo>
                  <a:cubicBezTo>
                    <a:pt x="143" y="158"/>
                    <a:pt x="196" y="112"/>
                    <a:pt x="172" y="51"/>
                  </a:cubicBezTo>
                  <a:cubicBezTo>
                    <a:pt x="158" y="16"/>
                    <a:pt x="130" y="1"/>
                    <a:pt x="1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950" lIns="91425" spcFirstLastPara="1" rIns="91425" wrap="square" tIns="3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06" name="Google Shape;2506;p16"/>
            <p:cNvSpPr/>
            <p:nvPr/>
          </p:nvSpPr>
          <p:spPr>
            <a:xfrm>
              <a:off x="7333200" y="3680280"/>
              <a:ext cx="23400" cy="18720"/>
            </a:xfrm>
            <a:custGeom>
              <a:rect b="b" l="l" r="r" t="t"/>
              <a:pathLst>
                <a:path extrusionOk="0" h="379" w="475">
                  <a:moveTo>
                    <a:pt x="270" y="0"/>
                  </a:moveTo>
                  <a:cubicBezTo>
                    <a:pt x="250" y="0"/>
                    <a:pt x="229" y="4"/>
                    <a:pt x="208" y="11"/>
                  </a:cubicBezTo>
                  <a:lnTo>
                    <a:pt x="141" y="35"/>
                  </a:lnTo>
                  <a:cubicBezTo>
                    <a:pt x="53" y="65"/>
                    <a:pt x="1" y="178"/>
                    <a:pt x="41" y="265"/>
                  </a:cubicBezTo>
                  <a:cubicBezTo>
                    <a:pt x="71" y="331"/>
                    <a:pt x="138" y="379"/>
                    <a:pt x="209" y="379"/>
                  </a:cubicBezTo>
                  <a:cubicBezTo>
                    <a:pt x="230" y="379"/>
                    <a:pt x="252" y="375"/>
                    <a:pt x="273" y="365"/>
                  </a:cubicBezTo>
                  <a:lnTo>
                    <a:pt x="335" y="340"/>
                  </a:lnTo>
                  <a:cubicBezTo>
                    <a:pt x="422" y="304"/>
                    <a:pt x="474" y="200"/>
                    <a:pt x="436" y="110"/>
                  </a:cubicBezTo>
                  <a:cubicBezTo>
                    <a:pt x="405" y="42"/>
                    <a:pt x="341" y="0"/>
                    <a:pt x="2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350" lIns="91425" spcFirstLastPara="1" rIns="91425" wrap="square" tIns="9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07" name="Google Shape;2507;p16"/>
            <p:cNvSpPr/>
            <p:nvPr/>
          </p:nvSpPr>
          <p:spPr>
            <a:xfrm>
              <a:off x="8070480" y="3349080"/>
              <a:ext cx="42840" cy="59041"/>
            </a:xfrm>
            <a:custGeom>
              <a:rect b="b" l="l" r="r" t="t"/>
              <a:pathLst>
                <a:path extrusionOk="0" h="1177" w="859">
                  <a:moveTo>
                    <a:pt x="737" y="1"/>
                  </a:moveTo>
                  <a:cubicBezTo>
                    <a:pt x="711" y="1"/>
                    <a:pt x="684" y="12"/>
                    <a:pt x="663" y="37"/>
                  </a:cubicBezTo>
                  <a:cubicBezTo>
                    <a:pt x="415" y="327"/>
                    <a:pt x="221" y="693"/>
                    <a:pt x="41" y="1029"/>
                  </a:cubicBezTo>
                  <a:cubicBezTo>
                    <a:pt x="0" y="1103"/>
                    <a:pt x="75" y="1176"/>
                    <a:pt x="145" y="1176"/>
                  </a:cubicBezTo>
                  <a:cubicBezTo>
                    <a:pt x="174" y="1176"/>
                    <a:pt x="201" y="1164"/>
                    <a:pt x="221" y="1136"/>
                  </a:cubicBezTo>
                  <a:cubicBezTo>
                    <a:pt x="440" y="823"/>
                    <a:pt x="679" y="489"/>
                    <a:pt x="829" y="136"/>
                  </a:cubicBezTo>
                  <a:cubicBezTo>
                    <a:pt x="859" y="62"/>
                    <a:pt x="799" y="1"/>
                    <a:pt x="7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9500" lIns="91425" spcFirstLastPara="1" rIns="91425" wrap="square" tIns="29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08" name="Google Shape;2508;p16"/>
            <p:cNvSpPr/>
            <p:nvPr/>
          </p:nvSpPr>
          <p:spPr>
            <a:xfrm>
              <a:off x="7923960" y="3458520"/>
              <a:ext cx="14400" cy="11160"/>
            </a:xfrm>
            <a:custGeom>
              <a:rect b="b" l="l" r="r" t="t"/>
              <a:pathLst>
                <a:path extrusionOk="0" h="230" w="290">
                  <a:moveTo>
                    <a:pt x="152" y="0"/>
                  </a:moveTo>
                  <a:cubicBezTo>
                    <a:pt x="77" y="0"/>
                    <a:pt x="1" y="67"/>
                    <a:pt x="36" y="157"/>
                  </a:cubicBezTo>
                  <a:cubicBezTo>
                    <a:pt x="56" y="208"/>
                    <a:pt x="97" y="230"/>
                    <a:pt x="139" y="230"/>
                  </a:cubicBezTo>
                  <a:cubicBezTo>
                    <a:pt x="213" y="230"/>
                    <a:pt x="290" y="162"/>
                    <a:pt x="254" y="72"/>
                  </a:cubicBezTo>
                  <a:cubicBezTo>
                    <a:pt x="234" y="21"/>
                    <a:pt x="193" y="0"/>
                    <a:pt x="1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750" lIns="91425" spcFirstLastPara="1" rIns="91425" wrap="square" tIns="5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09" name="Google Shape;2509;p16"/>
            <p:cNvSpPr/>
            <p:nvPr/>
          </p:nvSpPr>
          <p:spPr>
            <a:xfrm>
              <a:off x="7245360" y="3686760"/>
              <a:ext cx="23400" cy="18720"/>
            </a:xfrm>
            <a:custGeom>
              <a:rect b="b" l="l" r="r" t="t"/>
              <a:pathLst>
                <a:path extrusionOk="0" h="378" w="471">
                  <a:moveTo>
                    <a:pt x="189" y="0"/>
                  </a:moveTo>
                  <a:cubicBezTo>
                    <a:pt x="125" y="0"/>
                    <a:pt x="61" y="28"/>
                    <a:pt x="36" y="95"/>
                  </a:cubicBezTo>
                  <a:cubicBezTo>
                    <a:pt x="0" y="185"/>
                    <a:pt x="41" y="265"/>
                    <a:pt x="121" y="312"/>
                  </a:cubicBezTo>
                  <a:cubicBezTo>
                    <a:pt x="149" y="329"/>
                    <a:pt x="179" y="346"/>
                    <a:pt x="207" y="361"/>
                  </a:cubicBezTo>
                  <a:cubicBezTo>
                    <a:pt x="228" y="373"/>
                    <a:pt x="250" y="378"/>
                    <a:pt x="273" y="378"/>
                  </a:cubicBezTo>
                  <a:cubicBezTo>
                    <a:pt x="342" y="378"/>
                    <a:pt x="415" y="332"/>
                    <a:pt x="438" y="270"/>
                  </a:cubicBezTo>
                  <a:cubicBezTo>
                    <a:pt x="471" y="191"/>
                    <a:pt x="443" y="69"/>
                    <a:pt x="348" y="39"/>
                  </a:cubicBezTo>
                  <a:cubicBezTo>
                    <a:pt x="316" y="30"/>
                    <a:pt x="285" y="20"/>
                    <a:pt x="254" y="10"/>
                  </a:cubicBezTo>
                  <a:cubicBezTo>
                    <a:pt x="233" y="4"/>
                    <a:pt x="211" y="0"/>
                    <a:pt x="1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350" lIns="91425" spcFirstLastPara="1" rIns="91425" wrap="square" tIns="9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10" name="Google Shape;2510;p16"/>
            <p:cNvSpPr/>
            <p:nvPr/>
          </p:nvSpPr>
          <p:spPr>
            <a:xfrm>
              <a:off x="7340400" y="3629160"/>
              <a:ext cx="16200" cy="12960"/>
            </a:xfrm>
            <a:custGeom>
              <a:rect b="b" l="l" r="r" t="t"/>
              <a:pathLst>
                <a:path extrusionOk="0" h="262" w="329">
                  <a:moveTo>
                    <a:pt x="173" y="1"/>
                  </a:moveTo>
                  <a:cubicBezTo>
                    <a:pt x="88" y="1"/>
                    <a:pt x="0" y="78"/>
                    <a:pt x="40" y="179"/>
                  </a:cubicBezTo>
                  <a:cubicBezTo>
                    <a:pt x="63" y="237"/>
                    <a:pt x="109" y="261"/>
                    <a:pt x="156" y="261"/>
                  </a:cubicBezTo>
                  <a:cubicBezTo>
                    <a:pt x="241" y="261"/>
                    <a:pt x="328" y="184"/>
                    <a:pt x="288" y="82"/>
                  </a:cubicBezTo>
                  <a:cubicBezTo>
                    <a:pt x="266" y="25"/>
                    <a:pt x="220" y="1"/>
                    <a:pt x="1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475" lIns="91425" spcFirstLastPara="1" rIns="91425" wrap="square" tIns="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11" name="Google Shape;2511;p16"/>
            <p:cNvSpPr/>
            <p:nvPr/>
          </p:nvSpPr>
          <p:spPr>
            <a:xfrm>
              <a:off x="7850520" y="3422880"/>
              <a:ext cx="15480" cy="16200"/>
            </a:xfrm>
            <a:custGeom>
              <a:rect b="b" l="l" r="r" t="t"/>
              <a:pathLst>
                <a:path extrusionOk="0" h="327" w="311">
                  <a:moveTo>
                    <a:pt x="135" y="1"/>
                  </a:moveTo>
                  <a:cubicBezTo>
                    <a:pt x="67" y="1"/>
                    <a:pt x="1" y="55"/>
                    <a:pt x="8" y="135"/>
                  </a:cubicBezTo>
                  <a:cubicBezTo>
                    <a:pt x="9" y="157"/>
                    <a:pt x="13" y="179"/>
                    <a:pt x="19" y="201"/>
                  </a:cubicBezTo>
                  <a:cubicBezTo>
                    <a:pt x="34" y="272"/>
                    <a:pt x="87" y="327"/>
                    <a:pt x="155" y="327"/>
                  </a:cubicBezTo>
                  <a:cubicBezTo>
                    <a:pt x="171" y="327"/>
                    <a:pt x="188" y="324"/>
                    <a:pt x="206" y="317"/>
                  </a:cubicBezTo>
                  <a:cubicBezTo>
                    <a:pt x="297" y="281"/>
                    <a:pt x="311" y="182"/>
                    <a:pt x="267" y="106"/>
                  </a:cubicBezTo>
                  <a:cubicBezTo>
                    <a:pt x="256" y="87"/>
                    <a:pt x="244" y="69"/>
                    <a:pt x="231" y="49"/>
                  </a:cubicBezTo>
                  <a:cubicBezTo>
                    <a:pt x="206" y="16"/>
                    <a:pt x="170" y="1"/>
                    <a:pt x="1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8275" lIns="91425" spcFirstLastPara="1" rIns="91425" wrap="square" tIns="8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12" name="Google Shape;2512;p16"/>
            <p:cNvSpPr/>
            <p:nvPr/>
          </p:nvSpPr>
          <p:spPr>
            <a:xfrm>
              <a:off x="7269840" y="3641400"/>
              <a:ext cx="16560" cy="12960"/>
            </a:xfrm>
            <a:custGeom>
              <a:rect b="b" l="l" r="r" t="t"/>
              <a:pathLst>
                <a:path extrusionOk="0" h="266" w="333">
                  <a:moveTo>
                    <a:pt x="175" y="1"/>
                  </a:moveTo>
                  <a:cubicBezTo>
                    <a:pt x="90" y="1"/>
                    <a:pt x="1" y="78"/>
                    <a:pt x="41" y="182"/>
                  </a:cubicBezTo>
                  <a:cubicBezTo>
                    <a:pt x="64" y="241"/>
                    <a:pt x="111" y="265"/>
                    <a:pt x="159" y="265"/>
                  </a:cubicBezTo>
                  <a:cubicBezTo>
                    <a:pt x="244" y="265"/>
                    <a:pt x="333" y="187"/>
                    <a:pt x="292" y="83"/>
                  </a:cubicBezTo>
                  <a:cubicBezTo>
                    <a:pt x="270" y="25"/>
                    <a:pt x="223" y="1"/>
                    <a:pt x="1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475" lIns="91425" spcFirstLastPara="1" rIns="91425" wrap="square" tIns="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13" name="Google Shape;2513;p16"/>
            <p:cNvSpPr/>
            <p:nvPr/>
          </p:nvSpPr>
          <p:spPr>
            <a:xfrm>
              <a:off x="7802280" y="3435480"/>
              <a:ext cx="12240" cy="9720"/>
            </a:xfrm>
            <a:custGeom>
              <a:rect b="b" l="l" r="r" t="t"/>
              <a:pathLst>
                <a:path extrusionOk="0" h="197" w="248">
                  <a:moveTo>
                    <a:pt x="131" y="0"/>
                  </a:moveTo>
                  <a:cubicBezTo>
                    <a:pt x="67" y="0"/>
                    <a:pt x="0" y="57"/>
                    <a:pt x="30" y="133"/>
                  </a:cubicBezTo>
                  <a:cubicBezTo>
                    <a:pt x="47" y="177"/>
                    <a:pt x="82" y="196"/>
                    <a:pt x="118" y="196"/>
                  </a:cubicBezTo>
                  <a:cubicBezTo>
                    <a:pt x="182" y="196"/>
                    <a:pt x="248" y="138"/>
                    <a:pt x="217" y="61"/>
                  </a:cubicBezTo>
                  <a:cubicBezTo>
                    <a:pt x="201" y="18"/>
                    <a:pt x="166" y="0"/>
                    <a:pt x="1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14" name="Google Shape;2514;p16"/>
            <p:cNvSpPr/>
            <p:nvPr/>
          </p:nvSpPr>
          <p:spPr>
            <a:xfrm>
              <a:off x="7724160" y="3443400"/>
              <a:ext cx="18000" cy="14400"/>
            </a:xfrm>
            <a:custGeom>
              <a:rect b="b" l="l" r="r" t="t"/>
              <a:pathLst>
                <a:path extrusionOk="0" h="293" w="368">
                  <a:moveTo>
                    <a:pt x="192" y="1"/>
                  </a:moveTo>
                  <a:cubicBezTo>
                    <a:pt x="98" y="1"/>
                    <a:pt x="1" y="86"/>
                    <a:pt x="46" y="201"/>
                  </a:cubicBezTo>
                  <a:cubicBezTo>
                    <a:pt x="71" y="266"/>
                    <a:pt x="123" y="293"/>
                    <a:pt x="176" y="293"/>
                  </a:cubicBezTo>
                  <a:cubicBezTo>
                    <a:pt x="270" y="293"/>
                    <a:pt x="368" y="207"/>
                    <a:pt x="322" y="92"/>
                  </a:cubicBezTo>
                  <a:cubicBezTo>
                    <a:pt x="297" y="28"/>
                    <a:pt x="245" y="1"/>
                    <a:pt x="1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200" lIns="91425" spcFirstLastPara="1" rIns="91425" wrap="square" tIns="7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15" name="Google Shape;2515;p16"/>
            <p:cNvSpPr/>
            <p:nvPr/>
          </p:nvSpPr>
          <p:spPr>
            <a:xfrm>
              <a:off x="7302240" y="3590640"/>
              <a:ext cx="17280" cy="13680"/>
            </a:xfrm>
            <a:custGeom>
              <a:rect b="b" l="l" r="r" t="t"/>
              <a:pathLst>
                <a:path extrusionOk="0" h="278" w="351">
                  <a:moveTo>
                    <a:pt x="184" y="0"/>
                  </a:moveTo>
                  <a:cubicBezTo>
                    <a:pt x="94" y="0"/>
                    <a:pt x="1" y="82"/>
                    <a:pt x="44" y="191"/>
                  </a:cubicBezTo>
                  <a:cubicBezTo>
                    <a:pt x="68" y="252"/>
                    <a:pt x="117" y="278"/>
                    <a:pt x="168" y="278"/>
                  </a:cubicBezTo>
                  <a:cubicBezTo>
                    <a:pt x="257" y="278"/>
                    <a:pt x="351" y="196"/>
                    <a:pt x="308" y="87"/>
                  </a:cubicBezTo>
                  <a:cubicBezTo>
                    <a:pt x="284" y="26"/>
                    <a:pt x="235" y="0"/>
                    <a:pt x="1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825" lIns="91425" spcFirstLastPara="1" rIns="91425" wrap="square" tIns="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16" name="Google Shape;2516;p16"/>
            <p:cNvSpPr/>
            <p:nvPr/>
          </p:nvSpPr>
          <p:spPr>
            <a:xfrm>
              <a:off x="7796520" y="3381480"/>
              <a:ext cx="11880" cy="9360"/>
            </a:xfrm>
            <a:custGeom>
              <a:rect b="b" l="l" r="r" t="t"/>
              <a:pathLst>
                <a:path extrusionOk="0" h="190" w="241">
                  <a:moveTo>
                    <a:pt x="126" y="1"/>
                  </a:moveTo>
                  <a:cubicBezTo>
                    <a:pt x="64" y="1"/>
                    <a:pt x="0" y="56"/>
                    <a:pt x="30" y="130"/>
                  </a:cubicBezTo>
                  <a:cubicBezTo>
                    <a:pt x="47" y="172"/>
                    <a:pt x="82" y="190"/>
                    <a:pt x="116" y="190"/>
                  </a:cubicBezTo>
                  <a:cubicBezTo>
                    <a:pt x="178" y="190"/>
                    <a:pt x="241" y="134"/>
                    <a:pt x="212" y="59"/>
                  </a:cubicBezTo>
                  <a:cubicBezTo>
                    <a:pt x="195" y="18"/>
                    <a:pt x="161" y="1"/>
                    <a:pt x="1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17" name="Google Shape;2517;p16"/>
            <p:cNvSpPr/>
            <p:nvPr/>
          </p:nvSpPr>
          <p:spPr>
            <a:xfrm>
              <a:off x="7616160" y="3408480"/>
              <a:ext cx="21601" cy="21240"/>
            </a:xfrm>
            <a:custGeom>
              <a:rect b="b" l="l" r="r" t="t"/>
              <a:pathLst>
                <a:path extrusionOk="0" h="430" w="436">
                  <a:moveTo>
                    <a:pt x="194" y="1"/>
                  </a:moveTo>
                  <a:cubicBezTo>
                    <a:pt x="173" y="1"/>
                    <a:pt x="152" y="5"/>
                    <a:pt x="130" y="14"/>
                  </a:cubicBezTo>
                  <a:cubicBezTo>
                    <a:pt x="37" y="57"/>
                    <a:pt x="0" y="150"/>
                    <a:pt x="30" y="247"/>
                  </a:cubicBezTo>
                  <a:lnTo>
                    <a:pt x="50" y="312"/>
                  </a:lnTo>
                  <a:cubicBezTo>
                    <a:pt x="72" y="383"/>
                    <a:pt x="149" y="429"/>
                    <a:pt x="223" y="429"/>
                  </a:cubicBezTo>
                  <a:cubicBezTo>
                    <a:pt x="245" y="429"/>
                    <a:pt x="267" y="425"/>
                    <a:pt x="286" y="417"/>
                  </a:cubicBezTo>
                  <a:cubicBezTo>
                    <a:pt x="373" y="377"/>
                    <a:pt x="435" y="271"/>
                    <a:pt x="391" y="177"/>
                  </a:cubicBezTo>
                  <a:lnTo>
                    <a:pt x="363" y="115"/>
                  </a:lnTo>
                  <a:cubicBezTo>
                    <a:pt x="332" y="50"/>
                    <a:pt x="266" y="1"/>
                    <a:pt x="1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0800" lIns="91425" spcFirstLastPara="1" rIns="91425" wrap="square" tIns="10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18" name="Google Shape;2518;p16"/>
            <p:cNvSpPr/>
            <p:nvPr/>
          </p:nvSpPr>
          <p:spPr>
            <a:xfrm>
              <a:off x="7358400" y="3520080"/>
              <a:ext cx="16200" cy="12960"/>
            </a:xfrm>
            <a:custGeom>
              <a:rect b="b" l="l" r="r" t="t"/>
              <a:pathLst>
                <a:path extrusionOk="0" h="264" w="332">
                  <a:moveTo>
                    <a:pt x="173" y="0"/>
                  </a:moveTo>
                  <a:cubicBezTo>
                    <a:pt x="88" y="0"/>
                    <a:pt x="0" y="78"/>
                    <a:pt x="41" y="181"/>
                  </a:cubicBezTo>
                  <a:cubicBezTo>
                    <a:pt x="64" y="239"/>
                    <a:pt x="111" y="264"/>
                    <a:pt x="159" y="264"/>
                  </a:cubicBezTo>
                  <a:cubicBezTo>
                    <a:pt x="244" y="264"/>
                    <a:pt x="331" y="186"/>
                    <a:pt x="291" y="83"/>
                  </a:cubicBezTo>
                  <a:cubicBezTo>
                    <a:pt x="268" y="25"/>
                    <a:pt x="220" y="0"/>
                    <a:pt x="1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475" lIns="91425" spcFirstLastPara="1" rIns="91425" wrap="square" tIns="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19" name="Google Shape;2519;p16"/>
            <p:cNvSpPr/>
            <p:nvPr/>
          </p:nvSpPr>
          <p:spPr>
            <a:xfrm>
              <a:off x="7445520" y="3476160"/>
              <a:ext cx="20160" cy="15840"/>
            </a:xfrm>
            <a:custGeom>
              <a:rect b="b" l="l" r="r" t="t"/>
              <a:pathLst>
                <a:path extrusionOk="0" h="320" w="404">
                  <a:moveTo>
                    <a:pt x="212" y="0"/>
                  </a:moveTo>
                  <a:cubicBezTo>
                    <a:pt x="108" y="0"/>
                    <a:pt x="1" y="94"/>
                    <a:pt x="51" y="219"/>
                  </a:cubicBezTo>
                  <a:cubicBezTo>
                    <a:pt x="78" y="290"/>
                    <a:pt x="135" y="320"/>
                    <a:pt x="193" y="320"/>
                  </a:cubicBezTo>
                  <a:cubicBezTo>
                    <a:pt x="296" y="320"/>
                    <a:pt x="403" y="226"/>
                    <a:pt x="355" y="101"/>
                  </a:cubicBezTo>
                  <a:cubicBezTo>
                    <a:pt x="328" y="30"/>
                    <a:pt x="271" y="0"/>
                    <a:pt x="2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900" lIns="91425" spcFirstLastPara="1" rIns="91425" wrap="square" tIns="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20" name="Google Shape;2520;p16"/>
            <p:cNvSpPr/>
            <p:nvPr/>
          </p:nvSpPr>
          <p:spPr>
            <a:xfrm>
              <a:off x="7308000" y="3529800"/>
              <a:ext cx="20160" cy="15840"/>
            </a:xfrm>
            <a:custGeom>
              <a:rect b="b" l="l" r="r" t="t"/>
              <a:pathLst>
                <a:path extrusionOk="0" h="323" w="407">
                  <a:moveTo>
                    <a:pt x="213" y="0"/>
                  </a:moveTo>
                  <a:cubicBezTo>
                    <a:pt x="109" y="0"/>
                    <a:pt x="1" y="95"/>
                    <a:pt x="51" y="222"/>
                  </a:cubicBezTo>
                  <a:cubicBezTo>
                    <a:pt x="78" y="293"/>
                    <a:pt x="135" y="322"/>
                    <a:pt x="193" y="322"/>
                  </a:cubicBezTo>
                  <a:cubicBezTo>
                    <a:pt x="298" y="322"/>
                    <a:pt x="407" y="227"/>
                    <a:pt x="357" y="102"/>
                  </a:cubicBezTo>
                  <a:cubicBezTo>
                    <a:pt x="329" y="31"/>
                    <a:pt x="272" y="0"/>
                    <a:pt x="2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900" lIns="91425" spcFirstLastPara="1" rIns="91425" wrap="square" tIns="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21" name="Google Shape;2521;p16"/>
            <p:cNvSpPr/>
            <p:nvPr/>
          </p:nvSpPr>
          <p:spPr>
            <a:xfrm>
              <a:off x="7626960" y="3348360"/>
              <a:ext cx="64800" cy="47879"/>
            </a:xfrm>
            <a:custGeom>
              <a:rect b="b" l="l" r="r" t="t"/>
              <a:pathLst>
                <a:path extrusionOk="0" h="961" w="1290">
                  <a:moveTo>
                    <a:pt x="543" y="1"/>
                  </a:moveTo>
                  <a:cubicBezTo>
                    <a:pt x="373" y="1"/>
                    <a:pt x="197" y="94"/>
                    <a:pt x="121" y="245"/>
                  </a:cubicBezTo>
                  <a:cubicBezTo>
                    <a:pt x="1" y="484"/>
                    <a:pt x="199" y="686"/>
                    <a:pt x="390" y="803"/>
                  </a:cubicBezTo>
                  <a:cubicBezTo>
                    <a:pt x="563" y="908"/>
                    <a:pt x="757" y="960"/>
                    <a:pt x="955" y="960"/>
                  </a:cubicBezTo>
                  <a:cubicBezTo>
                    <a:pt x="1038" y="960"/>
                    <a:pt x="1122" y="951"/>
                    <a:pt x="1205" y="932"/>
                  </a:cubicBezTo>
                  <a:cubicBezTo>
                    <a:pt x="1289" y="912"/>
                    <a:pt x="1285" y="788"/>
                    <a:pt x="1202" y="788"/>
                  </a:cubicBezTo>
                  <a:cubicBezTo>
                    <a:pt x="1198" y="788"/>
                    <a:pt x="1195" y="789"/>
                    <a:pt x="1191" y="789"/>
                  </a:cubicBezTo>
                  <a:cubicBezTo>
                    <a:pt x="1155" y="793"/>
                    <a:pt x="1120" y="794"/>
                    <a:pt x="1084" y="794"/>
                  </a:cubicBezTo>
                  <a:cubicBezTo>
                    <a:pt x="947" y="794"/>
                    <a:pt x="812" y="768"/>
                    <a:pt x="684" y="713"/>
                  </a:cubicBezTo>
                  <a:cubicBezTo>
                    <a:pt x="576" y="664"/>
                    <a:pt x="285" y="514"/>
                    <a:pt x="349" y="363"/>
                  </a:cubicBezTo>
                  <a:cubicBezTo>
                    <a:pt x="381" y="287"/>
                    <a:pt x="459" y="258"/>
                    <a:pt x="538" y="258"/>
                  </a:cubicBezTo>
                  <a:cubicBezTo>
                    <a:pt x="592" y="258"/>
                    <a:pt x="646" y="271"/>
                    <a:pt x="685" y="293"/>
                  </a:cubicBezTo>
                  <a:cubicBezTo>
                    <a:pt x="835" y="377"/>
                    <a:pt x="930" y="547"/>
                    <a:pt x="1012" y="691"/>
                  </a:cubicBezTo>
                  <a:cubicBezTo>
                    <a:pt x="1030" y="721"/>
                    <a:pt x="1057" y="733"/>
                    <a:pt x="1085" y="733"/>
                  </a:cubicBezTo>
                  <a:cubicBezTo>
                    <a:pt x="1150" y="733"/>
                    <a:pt x="1220" y="667"/>
                    <a:pt x="1185" y="596"/>
                  </a:cubicBezTo>
                  <a:cubicBezTo>
                    <a:pt x="1072" y="364"/>
                    <a:pt x="929" y="88"/>
                    <a:pt x="655" y="15"/>
                  </a:cubicBezTo>
                  <a:cubicBezTo>
                    <a:pt x="619" y="5"/>
                    <a:pt x="581" y="1"/>
                    <a:pt x="5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4100" lIns="91425" spcFirstLastPara="1" rIns="91425" wrap="square" tIns="24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22" name="Google Shape;2522;p16"/>
            <p:cNvSpPr/>
            <p:nvPr/>
          </p:nvSpPr>
          <p:spPr>
            <a:xfrm>
              <a:off x="7709040" y="3364920"/>
              <a:ext cx="21960" cy="15480"/>
            </a:xfrm>
            <a:custGeom>
              <a:rect b="b" l="l" r="r" t="t"/>
              <a:pathLst>
                <a:path extrusionOk="0" h="314" w="440">
                  <a:moveTo>
                    <a:pt x="257" y="0"/>
                  </a:moveTo>
                  <a:cubicBezTo>
                    <a:pt x="212" y="0"/>
                    <a:pt x="166" y="19"/>
                    <a:pt x="131" y="55"/>
                  </a:cubicBezTo>
                  <a:cubicBezTo>
                    <a:pt x="125" y="56"/>
                    <a:pt x="107" y="69"/>
                    <a:pt x="107" y="70"/>
                  </a:cubicBezTo>
                  <a:cubicBezTo>
                    <a:pt x="1" y="133"/>
                    <a:pt x="64" y="314"/>
                    <a:pt x="177" y="314"/>
                  </a:cubicBezTo>
                  <a:cubicBezTo>
                    <a:pt x="185" y="314"/>
                    <a:pt x="193" y="313"/>
                    <a:pt x="201" y="311"/>
                  </a:cubicBezTo>
                  <a:cubicBezTo>
                    <a:pt x="201" y="311"/>
                    <a:pt x="223" y="307"/>
                    <a:pt x="229" y="306"/>
                  </a:cubicBezTo>
                  <a:lnTo>
                    <a:pt x="229" y="304"/>
                  </a:lnTo>
                  <a:cubicBezTo>
                    <a:pt x="231" y="304"/>
                    <a:pt x="232" y="304"/>
                    <a:pt x="234" y="304"/>
                  </a:cubicBezTo>
                  <a:cubicBezTo>
                    <a:pt x="344" y="304"/>
                    <a:pt x="439" y="210"/>
                    <a:pt x="393" y="95"/>
                  </a:cubicBezTo>
                  <a:cubicBezTo>
                    <a:pt x="368" y="30"/>
                    <a:pt x="313" y="0"/>
                    <a:pt x="2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900" lIns="91425" spcFirstLastPara="1" rIns="91425" wrap="square" tIns="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23" name="Google Shape;2523;p16"/>
            <p:cNvSpPr/>
            <p:nvPr/>
          </p:nvSpPr>
          <p:spPr>
            <a:xfrm>
              <a:off x="7511040" y="3445920"/>
              <a:ext cx="15120" cy="11880"/>
            </a:xfrm>
            <a:custGeom>
              <a:rect b="b" l="l" r="r" t="t"/>
              <a:pathLst>
                <a:path extrusionOk="0" h="244" w="308">
                  <a:moveTo>
                    <a:pt x="162" y="1"/>
                  </a:moveTo>
                  <a:cubicBezTo>
                    <a:pt x="83" y="1"/>
                    <a:pt x="1" y="71"/>
                    <a:pt x="38" y="166"/>
                  </a:cubicBezTo>
                  <a:cubicBezTo>
                    <a:pt x="59" y="220"/>
                    <a:pt x="102" y="243"/>
                    <a:pt x="147" y="243"/>
                  </a:cubicBezTo>
                  <a:cubicBezTo>
                    <a:pt x="226" y="243"/>
                    <a:pt x="308" y="171"/>
                    <a:pt x="270" y="76"/>
                  </a:cubicBezTo>
                  <a:cubicBezTo>
                    <a:pt x="250" y="23"/>
                    <a:pt x="206" y="1"/>
                    <a:pt x="1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100" lIns="91425" spcFirstLastPara="1" rIns="91425" wrap="square" tIns="6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24" name="Google Shape;2524;p16"/>
            <p:cNvSpPr/>
            <p:nvPr/>
          </p:nvSpPr>
          <p:spPr>
            <a:xfrm>
              <a:off x="7567560" y="3418560"/>
              <a:ext cx="17280" cy="13680"/>
            </a:xfrm>
            <a:custGeom>
              <a:rect b="b" l="l" r="r" t="t"/>
              <a:pathLst>
                <a:path extrusionOk="0" h="280" w="351">
                  <a:moveTo>
                    <a:pt x="182" y="0"/>
                  </a:moveTo>
                  <a:cubicBezTo>
                    <a:pt x="92" y="0"/>
                    <a:pt x="0" y="82"/>
                    <a:pt x="42" y="193"/>
                  </a:cubicBezTo>
                  <a:cubicBezTo>
                    <a:pt x="66" y="254"/>
                    <a:pt x="116" y="280"/>
                    <a:pt x="166" y="280"/>
                  </a:cubicBezTo>
                  <a:cubicBezTo>
                    <a:pt x="257" y="280"/>
                    <a:pt x="351" y="198"/>
                    <a:pt x="308" y="89"/>
                  </a:cubicBezTo>
                  <a:cubicBezTo>
                    <a:pt x="283" y="27"/>
                    <a:pt x="233" y="0"/>
                    <a:pt x="1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825" lIns="91425" spcFirstLastPara="1" rIns="91425" wrap="square" tIns="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25" name="Google Shape;2525;p16"/>
            <p:cNvSpPr/>
            <p:nvPr/>
          </p:nvSpPr>
          <p:spPr>
            <a:xfrm>
              <a:off x="7196760" y="3534840"/>
              <a:ext cx="24480" cy="15840"/>
            </a:xfrm>
            <a:custGeom>
              <a:rect b="b" l="l" r="r" t="t"/>
              <a:pathLst>
                <a:path extrusionOk="0" h="323" w="491">
                  <a:moveTo>
                    <a:pt x="276" y="0"/>
                  </a:moveTo>
                  <a:cubicBezTo>
                    <a:pt x="257" y="0"/>
                    <a:pt x="237" y="4"/>
                    <a:pt x="217" y="13"/>
                  </a:cubicBezTo>
                  <a:lnTo>
                    <a:pt x="155" y="42"/>
                  </a:lnTo>
                  <a:cubicBezTo>
                    <a:pt x="1" y="112"/>
                    <a:pt x="65" y="323"/>
                    <a:pt x="208" y="323"/>
                  </a:cubicBezTo>
                  <a:cubicBezTo>
                    <a:pt x="225" y="323"/>
                    <a:pt x="242" y="320"/>
                    <a:pt x="261" y="314"/>
                  </a:cubicBezTo>
                  <a:lnTo>
                    <a:pt x="327" y="291"/>
                  </a:lnTo>
                  <a:cubicBezTo>
                    <a:pt x="490" y="239"/>
                    <a:pt x="417" y="0"/>
                    <a:pt x="2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900" lIns="91425" spcFirstLastPara="1" rIns="91425" wrap="square" tIns="7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26" name="Google Shape;2526;p16"/>
            <p:cNvSpPr/>
            <p:nvPr/>
          </p:nvSpPr>
          <p:spPr>
            <a:xfrm>
              <a:off x="7390440" y="3416760"/>
              <a:ext cx="58319" cy="52921"/>
            </a:xfrm>
            <a:custGeom>
              <a:rect b="b" l="l" r="r" t="t"/>
              <a:pathLst>
                <a:path extrusionOk="0" h="1058" w="1163">
                  <a:moveTo>
                    <a:pt x="808" y="165"/>
                  </a:moveTo>
                  <a:lnTo>
                    <a:pt x="808" y="165"/>
                  </a:lnTo>
                  <a:cubicBezTo>
                    <a:pt x="805" y="193"/>
                    <a:pt x="812" y="224"/>
                    <a:pt x="833" y="246"/>
                  </a:cubicBezTo>
                  <a:cubicBezTo>
                    <a:pt x="957" y="369"/>
                    <a:pt x="900" y="566"/>
                    <a:pt x="777" y="666"/>
                  </a:cubicBezTo>
                  <a:cubicBezTo>
                    <a:pt x="714" y="716"/>
                    <a:pt x="536" y="818"/>
                    <a:pt x="417" y="818"/>
                  </a:cubicBezTo>
                  <a:cubicBezTo>
                    <a:pt x="362" y="818"/>
                    <a:pt x="320" y="796"/>
                    <a:pt x="309" y="736"/>
                  </a:cubicBezTo>
                  <a:cubicBezTo>
                    <a:pt x="258" y="460"/>
                    <a:pt x="564" y="203"/>
                    <a:pt x="808" y="165"/>
                  </a:cubicBezTo>
                  <a:close/>
                  <a:moveTo>
                    <a:pt x="803" y="0"/>
                  </a:moveTo>
                  <a:cubicBezTo>
                    <a:pt x="803" y="0"/>
                    <a:pt x="802" y="0"/>
                    <a:pt x="801" y="0"/>
                  </a:cubicBezTo>
                  <a:cubicBezTo>
                    <a:pt x="543" y="9"/>
                    <a:pt x="316" y="156"/>
                    <a:pt x="187" y="380"/>
                  </a:cubicBezTo>
                  <a:cubicBezTo>
                    <a:pt x="84" y="559"/>
                    <a:pt x="0" y="951"/>
                    <a:pt x="261" y="1043"/>
                  </a:cubicBezTo>
                  <a:cubicBezTo>
                    <a:pt x="288" y="1054"/>
                    <a:pt x="318" y="1058"/>
                    <a:pt x="349" y="1058"/>
                  </a:cubicBezTo>
                  <a:cubicBezTo>
                    <a:pt x="453" y="1058"/>
                    <a:pt x="570" y="1008"/>
                    <a:pt x="658" y="973"/>
                  </a:cubicBezTo>
                  <a:cubicBezTo>
                    <a:pt x="801" y="919"/>
                    <a:pt x="943" y="836"/>
                    <a:pt x="1030" y="706"/>
                  </a:cubicBezTo>
                  <a:cubicBezTo>
                    <a:pt x="1162" y="511"/>
                    <a:pt x="1141" y="214"/>
                    <a:pt x="917" y="101"/>
                  </a:cubicBezTo>
                  <a:cubicBezTo>
                    <a:pt x="906" y="94"/>
                    <a:pt x="896" y="93"/>
                    <a:pt x="886" y="91"/>
                  </a:cubicBezTo>
                  <a:cubicBezTo>
                    <a:pt x="890" y="48"/>
                    <a:pt x="861" y="0"/>
                    <a:pt x="8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6625" lIns="91425" spcFirstLastPara="1" rIns="91425" wrap="square" tIns="266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27" name="Google Shape;2527;p16"/>
            <p:cNvSpPr/>
            <p:nvPr/>
          </p:nvSpPr>
          <p:spPr>
            <a:xfrm>
              <a:off x="7403400" y="3425040"/>
              <a:ext cx="34919" cy="32760"/>
            </a:xfrm>
            <a:custGeom>
              <a:rect b="b" l="l" r="r" t="t"/>
              <a:pathLst>
                <a:path extrusionOk="0" h="655" w="698">
                  <a:moveTo>
                    <a:pt x="548" y="1"/>
                  </a:moveTo>
                  <a:lnTo>
                    <a:pt x="548" y="1"/>
                  </a:lnTo>
                  <a:cubicBezTo>
                    <a:pt x="306" y="36"/>
                    <a:pt x="0" y="296"/>
                    <a:pt x="51" y="572"/>
                  </a:cubicBezTo>
                  <a:cubicBezTo>
                    <a:pt x="62" y="632"/>
                    <a:pt x="104" y="654"/>
                    <a:pt x="159" y="654"/>
                  </a:cubicBezTo>
                  <a:cubicBezTo>
                    <a:pt x="278" y="654"/>
                    <a:pt x="456" y="552"/>
                    <a:pt x="519" y="502"/>
                  </a:cubicBezTo>
                  <a:cubicBezTo>
                    <a:pt x="642" y="402"/>
                    <a:pt x="697" y="205"/>
                    <a:pt x="574" y="82"/>
                  </a:cubicBezTo>
                  <a:cubicBezTo>
                    <a:pt x="553" y="57"/>
                    <a:pt x="546" y="28"/>
                    <a:pt x="5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6550" lIns="91425" spcFirstLastPara="1" rIns="91425" wrap="square" tIns="165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28" name="Google Shape;2528;p16"/>
            <p:cNvSpPr/>
            <p:nvPr/>
          </p:nvSpPr>
          <p:spPr>
            <a:xfrm>
              <a:off x="7301160" y="3427560"/>
              <a:ext cx="55079" cy="54000"/>
            </a:xfrm>
            <a:custGeom>
              <a:rect b="b" l="l" r="r" t="t"/>
              <a:pathLst>
                <a:path extrusionOk="0" h="1082" w="1099">
                  <a:moveTo>
                    <a:pt x="401" y="251"/>
                  </a:moveTo>
                  <a:cubicBezTo>
                    <a:pt x="416" y="251"/>
                    <a:pt x="433" y="254"/>
                    <a:pt x="453" y="260"/>
                  </a:cubicBezTo>
                  <a:cubicBezTo>
                    <a:pt x="535" y="284"/>
                    <a:pt x="610" y="323"/>
                    <a:pt x="678" y="373"/>
                  </a:cubicBezTo>
                  <a:cubicBezTo>
                    <a:pt x="818" y="479"/>
                    <a:pt x="943" y="655"/>
                    <a:pt x="984" y="832"/>
                  </a:cubicBezTo>
                  <a:cubicBezTo>
                    <a:pt x="976" y="829"/>
                    <a:pt x="967" y="829"/>
                    <a:pt x="956" y="829"/>
                  </a:cubicBezTo>
                  <a:cubicBezTo>
                    <a:pt x="926" y="833"/>
                    <a:pt x="896" y="835"/>
                    <a:pt x="867" y="835"/>
                  </a:cubicBezTo>
                  <a:cubicBezTo>
                    <a:pt x="610" y="835"/>
                    <a:pt x="355" y="688"/>
                    <a:pt x="318" y="403"/>
                  </a:cubicBezTo>
                  <a:cubicBezTo>
                    <a:pt x="308" y="316"/>
                    <a:pt x="329" y="251"/>
                    <a:pt x="401" y="251"/>
                  </a:cubicBezTo>
                  <a:close/>
                  <a:moveTo>
                    <a:pt x="346" y="0"/>
                  </a:moveTo>
                  <a:cubicBezTo>
                    <a:pt x="218" y="0"/>
                    <a:pt x="109" y="64"/>
                    <a:pt x="76" y="241"/>
                  </a:cubicBezTo>
                  <a:cubicBezTo>
                    <a:pt x="0" y="639"/>
                    <a:pt x="384" y="1082"/>
                    <a:pt x="786" y="1082"/>
                  </a:cubicBezTo>
                  <a:cubicBezTo>
                    <a:pt x="860" y="1082"/>
                    <a:pt x="934" y="1067"/>
                    <a:pt x="1005" y="1035"/>
                  </a:cubicBezTo>
                  <a:cubicBezTo>
                    <a:pt x="1055" y="1012"/>
                    <a:pt x="1073" y="964"/>
                    <a:pt x="1068" y="920"/>
                  </a:cubicBezTo>
                  <a:cubicBezTo>
                    <a:pt x="1085" y="913"/>
                    <a:pt x="1099" y="896"/>
                    <a:pt x="1098" y="870"/>
                  </a:cubicBezTo>
                  <a:cubicBezTo>
                    <a:pt x="1083" y="567"/>
                    <a:pt x="979" y="318"/>
                    <a:pt x="723" y="138"/>
                  </a:cubicBezTo>
                  <a:cubicBezTo>
                    <a:pt x="615" y="61"/>
                    <a:pt x="471" y="0"/>
                    <a:pt x="3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7000" lIns="91425" spcFirstLastPara="1" rIns="91425" wrap="square" tIns="27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29" name="Google Shape;2529;p16"/>
            <p:cNvSpPr/>
            <p:nvPr/>
          </p:nvSpPr>
          <p:spPr>
            <a:xfrm>
              <a:off x="7890120" y="3200400"/>
              <a:ext cx="41400" cy="65880"/>
            </a:xfrm>
            <a:custGeom>
              <a:rect b="b" l="l" r="r" t="t"/>
              <a:pathLst>
                <a:path extrusionOk="0" h="1318" w="828">
                  <a:moveTo>
                    <a:pt x="674" y="0"/>
                  </a:moveTo>
                  <a:cubicBezTo>
                    <a:pt x="646" y="0"/>
                    <a:pt x="619" y="14"/>
                    <a:pt x="600" y="45"/>
                  </a:cubicBezTo>
                  <a:cubicBezTo>
                    <a:pt x="372" y="422"/>
                    <a:pt x="173" y="808"/>
                    <a:pt x="20" y="1223"/>
                  </a:cubicBezTo>
                  <a:cubicBezTo>
                    <a:pt x="1" y="1276"/>
                    <a:pt x="45" y="1317"/>
                    <a:pt x="88" y="1317"/>
                  </a:cubicBezTo>
                  <a:cubicBezTo>
                    <a:pt x="110" y="1317"/>
                    <a:pt x="133" y="1306"/>
                    <a:pt x="145" y="1278"/>
                  </a:cubicBezTo>
                  <a:cubicBezTo>
                    <a:pt x="316" y="891"/>
                    <a:pt x="520" y="520"/>
                    <a:pt x="768" y="177"/>
                  </a:cubicBezTo>
                  <a:cubicBezTo>
                    <a:pt x="827" y="94"/>
                    <a:pt x="748" y="0"/>
                    <a:pt x="6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3100" lIns="91425" spcFirstLastPara="1" rIns="91425" wrap="square" tIns="33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30" name="Google Shape;2530;p16"/>
            <p:cNvSpPr/>
            <p:nvPr/>
          </p:nvSpPr>
          <p:spPr>
            <a:xfrm>
              <a:off x="7267320" y="3490920"/>
              <a:ext cx="16920" cy="13320"/>
            </a:xfrm>
            <a:custGeom>
              <a:rect b="b" l="l" r="r" t="t"/>
              <a:pathLst>
                <a:path extrusionOk="0" h="271" w="342">
                  <a:moveTo>
                    <a:pt x="178" y="1"/>
                  </a:moveTo>
                  <a:cubicBezTo>
                    <a:pt x="90" y="1"/>
                    <a:pt x="0" y="80"/>
                    <a:pt x="43" y="187"/>
                  </a:cubicBezTo>
                  <a:cubicBezTo>
                    <a:pt x="66" y="246"/>
                    <a:pt x="114" y="271"/>
                    <a:pt x="163" y="271"/>
                  </a:cubicBezTo>
                  <a:cubicBezTo>
                    <a:pt x="251" y="271"/>
                    <a:pt x="341" y="192"/>
                    <a:pt x="299" y="85"/>
                  </a:cubicBezTo>
                  <a:cubicBezTo>
                    <a:pt x="276" y="26"/>
                    <a:pt x="227" y="1"/>
                    <a:pt x="1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825" lIns="91425" spcFirstLastPara="1" rIns="91425" wrap="square" tIns="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31" name="Google Shape;2531;p16"/>
            <p:cNvSpPr/>
            <p:nvPr/>
          </p:nvSpPr>
          <p:spPr>
            <a:xfrm>
              <a:off x="7316640" y="3440160"/>
              <a:ext cx="33841" cy="29159"/>
            </a:xfrm>
            <a:custGeom>
              <a:rect b="b" l="l" r="r" t="t"/>
              <a:pathLst>
                <a:path extrusionOk="0" h="585" w="678">
                  <a:moveTo>
                    <a:pt x="96" y="1"/>
                  </a:moveTo>
                  <a:cubicBezTo>
                    <a:pt x="23" y="1"/>
                    <a:pt x="1" y="67"/>
                    <a:pt x="13" y="154"/>
                  </a:cubicBezTo>
                  <a:cubicBezTo>
                    <a:pt x="48" y="437"/>
                    <a:pt x="305" y="585"/>
                    <a:pt x="563" y="585"/>
                  </a:cubicBezTo>
                  <a:cubicBezTo>
                    <a:pt x="592" y="585"/>
                    <a:pt x="620" y="583"/>
                    <a:pt x="649" y="579"/>
                  </a:cubicBezTo>
                  <a:cubicBezTo>
                    <a:pt x="652" y="578"/>
                    <a:pt x="656" y="578"/>
                    <a:pt x="659" y="578"/>
                  </a:cubicBezTo>
                  <a:cubicBezTo>
                    <a:pt x="665" y="578"/>
                    <a:pt x="671" y="580"/>
                    <a:pt x="677" y="581"/>
                  </a:cubicBezTo>
                  <a:cubicBezTo>
                    <a:pt x="636" y="404"/>
                    <a:pt x="511" y="226"/>
                    <a:pt x="373" y="123"/>
                  </a:cubicBezTo>
                  <a:cubicBezTo>
                    <a:pt x="303" y="73"/>
                    <a:pt x="228" y="35"/>
                    <a:pt x="147" y="10"/>
                  </a:cubicBezTo>
                  <a:cubicBezTo>
                    <a:pt x="128" y="3"/>
                    <a:pt x="111" y="1"/>
                    <a:pt x="9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4750" lIns="91425" spcFirstLastPara="1" rIns="91425" wrap="square" tIns="14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32" name="Google Shape;2532;p16"/>
            <p:cNvSpPr/>
            <p:nvPr/>
          </p:nvSpPr>
          <p:spPr>
            <a:xfrm>
              <a:off x="7531920" y="3372480"/>
              <a:ext cx="22679" cy="22679"/>
            </a:xfrm>
            <a:custGeom>
              <a:rect b="b" l="l" r="r" t="t"/>
              <a:pathLst>
                <a:path extrusionOk="0" h="455" w="455">
                  <a:moveTo>
                    <a:pt x="240" y="1"/>
                  </a:moveTo>
                  <a:cubicBezTo>
                    <a:pt x="168" y="1"/>
                    <a:pt x="97" y="38"/>
                    <a:pt x="69" y="109"/>
                  </a:cubicBezTo>
                  <a:cubicBezTo>
                    <a:pt x="59" y="141"/>
                    <a:pt x="46" y="172"/>
                    <a:pt x="33" y="202"/>
                  </a:cubicBezTo>
                  <a:cubicBezTo>
                    <a:pt x="1" y="291"/>
                    <a:pt x="33" y="406"/>
                    <a:pt x="128" y="441"/>
                  </a:cubicBezTo>
                  <a:cubicBezTo>
                    <a:pt x="152" y="450"/>
                    <a:pt x="176" y="455"/>
                    <a:pt x="200" y="455"/>
                  </a:cubicBezTo>
                  <a:cubicBezTo>
                    <a:pt x="269" y="455"/>
                    <a:pt x="333" y="415"/>
                    <a:pt x="366" y="348"/>
                  </a:cubicBezTo>
                  <a:cubicBezTo>
                    <a:pt x="381" y="319"/>
                    <a:pt x="395" y="287"/>
                    <a:pt x="409" y="258"/>
                  </a:cubicBezTo>
                  <a:cubicBezTo>
                    <a:pt x="454" y="172"/>
                    <a:pt x="405" y="50"/>
                    <a:pt x="314" y="15"/>
                  </a:cubicBezTo>
                  <a:cubicBezTo>
                    <a:pt x="291" y="5"/>
                    <a:pt x="265" y="1"/>
                    <a:pt x="2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1500" lIns="91425" spcFirstLastPara="1" rIns="91425" wrap="square" tIns="11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33" name="Google Shape;2533;p16"/>
            <p:cNvSpPr/>
            <p:nvPr/>
          </p:nvSpPr>
          <p:spPr>
            <a:xfrm>
              <a:off x="7488000" y="3395520"/>
              <a:ext cx="13320" cy="10440"/>
            </a:xfrm>
            <a:custGeom>
              <a:rect b="b" l="l" r="r" t="t"/>
              <a:pathLst>
                <a:path extrusionOk="0" h="213" w="268">
                  <a:moveTo>
                    <a:pt x="140" y="0"/>
                  </a:moveTo>
                  <a:cubicBezTo>
                    <a:pt x="71" y="0"/>
                    <a:pt x="0" y="63"/>
                    <a:pt x="34" y="146"/>
                  </a:cubicBezTo>
                  <a:cubicBezTo>
                    <a:pt x="52" y="193"/>
                    <a:pt x="90" y="213"/>
                    <a:pt x="128" y="213"/>
                  </a:cubicBezTo>
                  <a:cubicBezTo>
                    <a:pt x="197" y="213"/>
                    <a:pt x="268" y="150"/>
                    <a:pt x="235" y="67"/>
                  </a:cubicBezTo>
                  <a:cubicBezTo>
                    <a:pt x="217" y="20"/>
                    <a:pt x="179" y="0"/>
                    <a:pt x="1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400" lIns="91425" spcFirstLastPara="1" rIns="91425" wrap="square" tIns="5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34" name="Google Shape;2534;p16"/>
            <p:cNvSpPr/>
            <p:nvPr/>
          </p:nvSpPr>
          <p:spPr>
            <a:xfrm>
              <a:off x="7599960" y="3333240"/>
              <a:ext cx="12240" cy="9720"/>
            </a:xfrm>
            <a:custGeom>
              <a:rect b="b" l="l" r="r" t="t"/>
              <a:pathLst>
                <a:path extrusionOk="0" h="197" w="248">
                  <a:moveTo>
                    <a:pt x="130" y="0"/>
                  </a:moveTo>
                  <a:cubicBezTo>
                    <a:pt x="66" y="0"/>
                    <a:pt x="0" y="58"/>
                    <a:pt x="31" y="135"/>
                  </a:cubicBezTo>
                  <a:cubicBezTo>
                    <a:pt x="49" y="179"/>
                    <a:pt x="84" y="197"/>
                    <a:pt x="119" y="197"/>
                  </a:cubicBezTo>
                  <a:cubicBezTo>
                    <a:pt x="183" y="197"/>
                    <a:pt x="248" y="139"/>
                    <a:pt x="217" y="62"/>
                  </a:cubicBezTo>
                  <a:cubicBezTo>
                    <a:pt x="200" y="18"/>
                    <a:pt x="165" y="0"/>
                    <a:pt x="1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35" name="Google Shape;2535;p16"/>
            <p:cNvSpPr/>
            <p:nvPr/>
          </p:nvSpPr>
          <p:spPr>
            <a:xfrm>
              <a:off x="7217640" y="3444840"/>
              <a:ext cx="20160" cy="16920"/>
            </a:xfrm>
            <a:custGeom>
              <a:rect b="b" l="l" r="r" t="t"/>
              <a:pathLst>
                <a:path extrusionOk="0" h="344" w="405">
                  <a:moveTo>
                    <a:pt x="216" y="0"/>
                  </a:moveTo>
                  <a:cubicBezTo>
                    <a:pt x="114" y="0"/>
                    <a:pt x="1" y="94"/>
                    <a:pt x="59" y="209"/>
                  </a:cubicBezTo>
                  <a:lnTo>
                    <a:pt x="78" y="249"/>
                  </a:lnTo>
                  <a:cubicBezTo>
                    <a:pt x="98" y="316"/>
                    <a:pt x="147" y="343"/>
                    <a:pt x="199" y="343"/>
                  </a:cubicBezTo>
                  <a:cubicBezTo>
                    <a:pt x="224" y="343"/>
                    <a:pt x="248" y="337"/>
                    <a:pt x="271" y="327"/>
                  </a:cubicBezTo>
                  <a:cubicBezTo>
                    <a:pt x="348" y="301"/>
                    <a:pt x="404" y="229"/>
                    <a:pt x="358" y="138"/>
                  </a:cubicBezTo>
                  <a:lnTo>
                    <a:pt x="345" y="96"/>
                  </a:lnTo>
                  <a:cubicBezTo>
                    <a:pt x="325" y="28"/>
                    <a:pt x="272" y="0"/>
                    <a:pt x="2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8625" lIns="91425" spcFirstLastPara="1" rIns="91425" wrap="square" tIns="86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36" name="Google Shape;2536;p16"/>
            <p:cNvSpPr/>
            <p:nvPr/>
          </p:nvSpPr>
          <p:spPr>
            <a:xfrm>
              <a:off x="7418160" y="3372840"/>
              <a:ext cx="14400" cy="11520"/>
            </a:xfrm>
            <a:custGeom>
              <a:rect b="b" l="l" r="r" t="t"/>
              <a:pathLst>
                <a:path extrusionOk="0" h="234" w="296">
                  <a:moveTo>
                    <a:pt x="154" y="0"/>
                  </a:moveTo>
                  <a:cubicBezTo>
                    <a:pt x="79" y="0"/>
                    <a:pt x="1" y="68"/>
                    <a:pt x="37" y="160"/>
                  </a:cubicBezTo>
                  <a:cubicBezTo>
                    <a:pt x="58" y="211"/>
                    <a:pt x="100" y="233"/>
                    <a:pt x="142" y="233"/>
                  </a:cubicBezTo>
                  <a:cubicBezTo>
                    <a:pt x="218" y="233"/>
                    <a:pt x="296" y="165"/>
                    <a:pt x="260" y="73"/>
                  </a:cubicBezTo>
                  <a:cubicBezTo>
                    <a:pt x="239" y="22"/>
                    <a:pt x="197" y="0"/>
                    <a:pt x="1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750" lIns="91425" spcFirstLastPara="1" rIns="91425" wrap="square" tIns="5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37" name="Google Shape;2537;p16"/>
            <p:cNvSpPr/>
            <p:nvPr/>
          </p:nvSpPr>
          <p:spPr>
            <a:xfrm>
              <a:off x="7521480" y="3318840"/>
              <a:ext cx="19080" cy="19080"/>
            </a:xfrm>
            <a:custGeom>
              <a:rect b="b" l="l" r="r" t="t"/>
              <a:pathLst>
                <a:path extrusionOk="0" h="383" w="387">
                  <a:moveTo>
                    <a:pt x="168" y="0"/>
                  </a:moveTo>
                  <a:cubicBezTo>
                    <a:pt x="150" y="0"/>
                    <a:pt x="132" y="4"/>
                    <a:pt x="113" y="10"/>
                  </a:cubicBezTo>
                  <a:cubicBezTo>
                    <a:pt x="30" y="43"/>
                    <a:pt x="0" y="134"/>
                    <a:pt x="26" y="213"/>
                  </a:cubicBezTo>
                  <a:lnTo>
                    <a:pt x="47" y="280"/>
                  </a:lnTo>
                  <a:cubicBezTo>
                    <a:pt x="65" y="343"/>
                    <a:pt x="133" y="382"/>
                    <a:pt x="197" y="382"/>
                  </a:cubicBezTo>
                  <a:cubicBezTo>
                    <a:pt x="217" y="382"/>
                    <a:pt x="237" y="378"/>
                    <a:pt x="255" y="370"/>
                  </a:cubicBezTo>
                  <a:cubicBezTo>
                    <a:pt x="332" y="339"/>
                    <a:pt x="387" y="244"/>
                    <a:pt x="346" y="164"/>
                  </a:cubicBezTo>
                  <a:lnTo>
                    <a:pt x="316" y="100"/>
                  </a:lnTo>
                  <a:cubicBezTo>
                    <a:pt x="286" y="40"/>
                    <a:pt x="230" y="0"/>
                    <a:pt x="1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38" name="Google Shape;2538;p16"/>
            <p:cNvSpPr/>
            <p:nvPr/>
          </p:nvSpPr>
          <p:spPr>
            <a:xfrm>
              <a:off x="7356960" y="3381120"/>
              <a:ext cx="15840" cy="12600"/>
            </a:xfrm>
            <a:custGeom>
              <a:rect b="b" l="l" r="r" t="t"/>
              <a:pathLst>
                <a:path extrusionOk="0" h="257" w="323">
                  <a:moveTo>
                    <a:pt x="168" y="1"/>
                  </a:moveTo>
                  <a:cubicBezTo>
                    <a:pt x="85" y="1"/>
                    <a:pt x="1" y="75"/>
                    <a:pt x="41" y="176"/>
                  </a:cubicBezTo>
                  <a:cubicBezTo>
                    <a:pt x="63" y="232"/>
                    <a:pt x="109" y="256"/>
                    <a:pt x="155" y="256"/>
                  </a:cubicBezTo>
                  <a:cubicBezTo>
                    <a:pt x="238" y="256"/>
                    <a:pt x="323" y="182"/>
                    <a:pt x="283" y="81"/>
                  </a:cubicBezTo>
                  <a:cubicBezTo>
                    <a:pt x="261" y="25"/>
                    <a:pt x="215" y="1"/>
                    <a:pt x="1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475" lIns="91425" spcFirstLastPara="1" rIns="91425" wrap="square" tIns="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39" name="Google Shape;2539;p16"/>
            <p:cNvSpPr/>
            <p:nvPr/>
          </p:nvSpPr>
          <p:spPr>
            <a:xfrm>
              <a:off x="7279560" y="3209040"/>
              <a:ext cx="29159" cy="63001"/>
            </a:xfrm>
            <a:custGeom>
              <a:rect b="b" l="l" r="r" t="t"/>
              <a:pathLst>
                <a:path extrusionOk="0" h="1256" w="585">
                  <a:moveTo>
                    <a:pt x="182" y="1"/>
                  </a:moveTo>
                  <a:cubicBezTo>
                    <a:pt x="141" y="1"/>
                    <a:pt x="96" y="30"/>
                    <a:pt x="87" y="71"/>
                  </a:cubicBezTo>
                  <a:cubicBezTo>
                    <a:pt x="1" y="453"/>
                    <a:pt x="165" y="923"/>
                    <a:pt x="405" y="1224"/>
                  </a:cubicBezTo>
                  <a:cubicBezTo>
                    <a:pt x="423" y="1246"/>
                    <a:pt x="447" y="1256"/>
                    <a:pt x="472" y="1256"/>
                  </a:cubicBezTo>
                  <a:cubicBezTo>
                    <a:pt x="529" y="1256"/>
                    <a:pt x="585" y="1204"/>
                    <a:pt x="556" y="1139"/>
                  </a:cubicBezTo>
                  <a:cubicBezTo>
                    <a:pt x="478" y="947"/>
                    <a:pt x="389" y="763"/>
                    <a:pt x="342" y="558"/>
                  </a:cubicBezTo>
                  <a:cubicBezTo>
                    <a:pt x="305" y="390"/>
                    <a:pt x="290" y="220"/>
                    <a:pt x="249" y="54"/>
                  </a:cubicBezTo>
                  <a:cubicBezTo>
                    <a:pt x="240" y="17"/>
                    <a:pt x="212" y="1"/>
                    <a:pt x="1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1675" lIns="91425" spcFirstLastPara="1" rIns="91425" wrap="square" tIns="31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2540" name="Google Shape;2540;p16"/>
          <p:cNvGrpSpPr/>
          <p:nvPr/>
        </p:nvGrpSpPr>
        <p:grpSpPr>
          <a:xfrm>
            <a:off x="6716520" y="1217880"/>
            <a:ext cx="992519" cy="1107720"/>
            <a:chOff x="6716520" y="1217880"/>
            <a:chExt cx="992519" cy="1107720"/>
          </a:xfrm>
        </p:grpSpPr>
        <p:sp>
          <p:nvSpPr>
            <p:cNvPr id="2541" name="Google Shape;2541;p16"/>
            <p:cNvSpPr/>
            <p:nvPr/>
          </p:nvSpPr>
          <p:spPr>
            <a:xfrm>
              <a:off x="6743520" y="1389240"/>
              <a:ext cx="115557" cy="115923"/>
            </a:xfrm>
            <a:custGeom>
              <a:rect b="b" l="l" r="r" t="t"/>
              <a:pathLst>
                <a:path extrusionOk="0" h="2306" w="2304">
                  <a:moveTo>
                    <a:pt x="1150" y="0"/>
                  </a:moveTo>
                  <a:cubicBezTo>
                    <a:pt x="513" y="0"/>
                    <a:pt x="0" y="517"/>
                    <a:pt x="0" y="1154"/>
                  </a:cubicBezTo>
                  <a:cubicBezTo>
                    <a:pt x="0" y="1788"/>
                    <a:pt x="513" y="2306"/>
                    <a:pt x="1150" y="2306"/>
                  </a:cubicBezTo>
                  <a:cubicBezTo>
                    <a:pt x="1786" y="2306"/>
                    <a:pt x="2303" y="1788"/>
                    <a:pt x="2303" y="1154"/>
                  </a:cubicBezTo>
                  <a:cubicBezTo>
                    <a:pt x="2303" y="517"/>
                    <a:pt x="1786" y="0"/>
                    <a:pt x="1150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7950" lIns="91425" spcFirstLastPara="1" rIns="91425" wrap="square" tIns="57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42" name="Google Shape;2542;p16"/>
            <p:cNvSpPr/>
            <p:nvPr/>
          </p:nvSpPr>
          <p:spPr>
            <a:xfrm>
              <a:off x="6927480" y="1389240"/>
              <a:ext cx="115557" cy="115923"/>
            </a:xfrm>
            <a:custGeom>
              <a:rect b="b" l="l" r="r" t="t"/>
              <a:pathLst>
                <a:path extrusionOk="0" h="2306" w="2304">
                  <a:moveTo>
                    <a:pt x="1150" y="0"/>
                  </a:moveTo>
                  <a:cubicBezTo>
                    <a:pt x="513" y="0"/>
                    <a:pt x="0" y="517"/>
                    <a:pt x="0" y="1154"/>
                  </a:cubicBezTo>
                  <a:cubicBezTo>
                    <a:pt x="0" y="1788"/>
                    <a:pt x="513" y="2306"/>
                    <a:pt x="1150" y="2306"/>
                  </a:cubicBezTo>
                  <a:cubicBezTo>
                    <a:pt x="1786" y="2306"/>
                    <a:pt x="2303" y="1788"/>
                    <a:pt x="2303" y="1154"/>
                  </a:cubicBezTo>
                  <a:cubicBezTo>
                    <a:pt x="2303" y="517"/>
                    <a:pt x="1786" y="0"/>
                    <a:pt x="1150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7950" lIns="91425" spcFirstLastPara="1" rIns="91425" wrap="square" tIns="57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43" name="Google Shape;2543;p16"/>
            <p:cNvSpPr/>
            <p:nvPr/>
          </p:nvSpPr>
          <p:spPr>
            <a:xfrm>
              <a:off x="7015680" y="1217880"/>
              <a:ext cx="115557" cy="115919"/>
            </a:xfrm>
            <a:custGeom>
              <a:rect b="b" l="l" r="r" t="t"/>
              <a:pathLst>
                <a:path extrusionOk="0" h="2308" w="2304">
                  <a:moveTo>
                    <a:pt x="1150" y="1"/>
                  </a:moveTo>
                  <a:cubicBezTo>
                    <a:pt x="514" y="1"/>
                    <a:pt x="1" y="518"/>
                    <a:pt x="1" y="1154"/>
                  </a:cubicBezTo>
                  <a:cubicBezTo>
                    <a:pt x="1" y="1791"/>
                    <a:pt x="514" y="2308"/>
                    <a:pt x="1150" y="2308"/>
                  </a:cubicBezTo>
                  <a:cubicBezTo>
                    <a:pt x="1786" y="2308"/>
                    <a:pt x="2303" y="1791"/>
                    <a:pt x="2303" y="1154"/>
                  </a:cubicBezTo>
                  <a:cubicBezTo>
                    <a:pt x="2303" y="521"/>
                    <a:pt x="1786" y="4"/>
                    <a:pt x="1150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7950" lIns="91425" spcFirstLastPara="1" rIns="91425" wrap="square" tIns="57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44" name="Google Shape;2544;p16"/>
            <p:cNvSpPr/>
            <p:nvPr/>
          </p:nvSpPr>
          <p:spPr>
            <a:xfrm>
              <a:off x="7311240" y="1400760"/>
              <a:ext cx="115557" cy="115557"/>
            </a:xfrm>
            <a:custGeom>
              <a:rect b="b" l="l" r="r" t="t"/>
              <a:pathLst>
                <a:path extrusionOk="0" h="2304" w="2304">
                  <a:moveTo>
                    <a:pt x="1151" y="1"/>
                  </a:moveTo>
                  <a:cubicBezTo>
                    <a:pt x="515" y="1"/>
                    <a:pt x="0" y="518"/>
                    <a:pt x="0" y="1154"/>
                  </a:cubicBezTo>
                  <a:cubicBezTo>
                    <a:pt x="0" y="1790"/>
                    <a:pt x="515" y="2303"/>
                    <a:pt x="1151" y="2303"/>
                  </a:cubicBezTo>
                  <a:cubicBezTo>
                    <a:pt x="1786" y="2303"/>
                    <a:pt x="2303" y="1790"/>
                    <a:pt x="2303" y="1154"/>
                  </a:cubicBezTo>
                  <a:cubicBezTo>
                    <a:pt x="2303" y="518"/>
                    <a:pt x="1786" y="1"/>
                    <a:pt x="1151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7950" lIns="91425" spcFirstLastPara="1" rIns="91425" wrap="square" tIns="57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45" name="Google Shape;2545;p16"/>
            <p:cNvSpPr/>
            <p:nvPr/>
          </p:nvSpPr>
          <p:spPr>
            <a:xfrm>
              <a:off x="6716520" y="1738440"/>
              <a:ext cx="115557" cy="115559"/>
            </a:xfrm>
            <a:custGeom>
              <a:rect b="b" l="l" r="r" t="t"/>
              <a:pathLst>
                <a:path extrusionOk="0" h="2303" w="2304">
                  <a:moveTo>
                    <a:pt x="1154" y="1"/>
                  </a:moveTo>
                  <a:cubicBezTo>
                    <a:pt x="518" y="1"/>
                    <a:pt x="1" y="514"/>
                    <a:pt x="1" y="1152"/>
                  </a:cubicBezTo>
                  <a:cubicBezTo>
                    <a:pt x="1" y="1788"/>
                    <a:pt x="518" y="2302"/>
                    <a:pt x="1154" y="2302"/>
                  </a:cubicBezTo>
                  <a:cubicBezTo>
                    <a:pt x="1791" y="2302"/>
                    <a:pt x="2304" y="1788"/>
                    <a:pt x="2304" y="1152"/>
                  </a:cubicBezTo>
                  <a:cubicBezTo>
                    <a:pt x="2304" y="514"/>
                    <a:pt x="1791" y="2"/>
                    <a:pt x="1154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7950" lIns="91425" spcFirstLastPara="1" rIns="91425" wrap="square" tIns="57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46" name="Google Shape;2546;p16"/>
            <p:cNvSpPr/>
            <p:nvPr/>
          </p:nvSpPr>
          <p:spPr>
            <a:xfrm>
              <a:off x="6743520" y="2072160"/>
              <a:ext cx="115919" cy="115918"/>
            </a:xfrm>
            <a:custGeom>
              <a:rect b="b" l="l" r="r" t="t"/>
              <a:pathLst>
                <a:path extrusionOk="0" h="2305" w="2308">
                  <a:moveTo>
                    <a:pt x="1154" y="0"/>
                  </a:moveTo>
                  <a:cubicBezTo>
                    <a:pt x="517" y="0"/>
                    <a:pt x="0" y="518"/>
                    <a:pt x="0" y="1153"/>
                  </a:cubicBezTo>
                  <a:cubicBezTo>
                    <a:pt x="0" y="1789"/>
                    <a:pt x="517" y="2305"/>
                    <a:pt x="1154" y="2305"/>
                  </a:cubicBezTo>
                  <a:cubicBezTo>
                    <a:pt x="1790" y="2305"/>
                    <a:pt x="2307" y="1789"/>
                    <a:pt x="2307" y="1153"/>
                  </a:cubicBezTo>
                  <a:cubicBezTo>
                    <a:pt x="2307" y="519"/>
                    <a:pt x="1790" y="2"/>
                    <a:pt x="1154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7950" lIns="91425" spcFirstLastPara="1" rIns="91425" wrap="square" tIns="57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47" name="Google Shape;2547;p16"/>
            <p:cNvSpPr/>
            <p:nvPr/>
          </p:nvSpPr>
          <p:spPr>
            <a:xfrm>
              <a:off x="6906240" y="2066760"/>
              <a:ext cx="115559" cy="115923"/>
            </a:xfrm>
            <a:custGeom>
              <a:rect b="b" l="l" r="r" t="t"/>
              <a:pathLst>
                <a:path extrusionOk="0" h="2306" w="2303">
                  <a:moveTo>
                    <a:pt x="1154" y="0"/>
                  </a:moveTo>
                  <a:cubicBezTo>
                    <a:pt x="517" y="0"/>
                    <a:pt x="0" y="517"/>
                    <a:pt x="0" y="1152"/>
                  </a:cubicBezTo>
                  <a:cubicBezTo>
                    <a:pt x="0" y="1789"/>
                    <a:pt x="517" y="2306"/>
                    <a:pt x="1154" y="2306"/>
                  </a:cubicBezTo>
                  <a:cubicBezTo>
                    <a:pt x="1790" y="2306"/>
                    <a:pt x="2303" y="1789"/>
                    <a:pt x="2303" y="1152"/>
                  </a:cubicBezTo>
                  <a:cubicBezTo>
                    <a:pt x="2303" y="517"/>
                    <a:pt x="1790" y="2"/>
                    <a:pt x="1154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7950" lIns="91425" spcFirstLastPara="1" rIns="91425" wrap="square" tIns="57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48" name="Google Shape;2548;p16"/>
            <p:cNvSpPr/>
            <p:nvPr/>
          </p:nvSpPr>
          <p:spPr>
            <a:xfrm>
              <a:off x="6975000" y="2210040"/>
              <a:ext cx="115557" cy="115560"/>
            </a:xfrm>
            <a:custGeom>
              <a:rect b="b" l="l" r="r" t="t"/>
              <a:pathLst>
                <a:path extrusionOk="0" h="2302" w="2304">
                  <a:moveTo>
                    <a:pt x="1154" y="0"/>
                  </a:moveTo>
                  <a:cubicBezTo>
                    <a:pt x="518" y="0"/>
                    <a:pt x="0" y="519"/>
                    <a:pt x="0" y="1154"/>
                  </a:cubicBezTo>
                  <a:cubicBezTo>
                    <a:pt x="0" y="1790"/>
                    <a:pt x="518" y="2301"/>
                    <a:pt x="1154" y="2301"/>
                  </a:cubicBezTo>
                  <a:cubicBezTo>
                    <a:pt x="1790" y="2301"/>
                    <a:pt x="2303" y="1790"/>
                    <a:pt x="2303" y="1154"/>
                  </a:cubicBezTo>
                  <a:cubicBezTo>
                    <a:pt x="2303" y="519"/>
                    <a:pt x="1790" y="0"/>
                    <a:pt x="1154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7950" lIns="91425" spcFirstLastPara="1" rIns="91425" wrap="square" tIns="57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49" name="Google Shape;2549;p16"/>
            <p:cNvSpPr/>
            <p:nvPr/>
          </p:nvSpPr>
          <p:spPr>
            <a:xfrm>
              <a:off x="7299000" y="2080440"/>
              <a:ext cx="115919" cy="115557"/>
            </a:xfrm>
            <a:custGeom>
              <a:rect b="b" l="l" r="r" t="t"/>
              <a:pathLst>
                <a:path extrusionOk="0" h="2304" w="2308">
                  <a:moveTo>
                    <a:pt x="1154" y="1"/>
                  </a:moveTo>
                  <a:cubicBezTo>
                    <a:pt x="518" y="1"/>
                    <a:pt x="1" y="518"/>
                    <a:pt x="1" y="1154"/>
                  </a:cubicBezTo>
                  <a:cubicBezTo>
                    <a:pt x="1" y="1790"/>
                    <a:pt x="519" y="2303"/>
                    <a:pt x="1154" y="2303"/>
                  </a:cubicBezTo>
                  <a:cubicBezTo>
                    <a:pt x="1791" y="2303"/>
                    <a:pt x="2308" y="1790"/>
                    <a:pt x="2308" y="1154"/>
                  </a:cubicBezTo>
                  <a:cubicBezTo>
                    <a:pt x="2308" y="519"/>
                    <a:pt x="1792" y="3"/>
                    <a:pt x="1154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7950" lIns="91425" spcFirstLastPara="1" rIns="91425" wrap="square" tIns="57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50" name="Google Shape;2550;p16"/>
            <p:cNvSpPr/>
            <p:nvPr/>
          </p:nvSpPr>
          <p:spPr>
            <a:xfrm>
              <a:off x="7466400" y="2080440"/>
              <a:ext cx="115559" cy="115557"/>
            </a:xfrm>
            <a:custGeom>
              <a:rect b="b" l="l" r="r" t="t"/>
              <a:pathLst>
                <a:path extrusionOk="0" h="2304" w="2303">
                  <a:moveTo>
                    <a:pt x="1149" y="1"/>
                  </a:moveTo>
                  <a:cubicBezTo>
                    <a:pt x="515" y="1"/>
                    <a:pt x="0" y="518"/>
                    <a:pt x="0" y="1154"/>
                  </a:cubicBezTo>
                  <a:cubicBezTo>
                    <a:pt x="0" y="1790"/>
                    <a:pt x="515" y="2303"/>
                    <a:pt x="1149" y="2303"/>
                  </a:cubicBezTo>
                  <a:cubicBezTo>
                    <a:pt x="1786" y="2303"/>
                    <a:pt x="2303" y="1790"/>
                    <a:pt x="2303" y="1154"/>
                  </a:cubicBezTo>
                  <a:cubicBezTo>
                    <a:pt x="2303" y="519"/>
                    <a:pt x="1786" y="3"/>
                    <a:pt x="1149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7950" lIns="91425" spcFirstLastPara="1" rIns="91425" wrap="square" tIns="57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51" name="Google Shape;2551;p16"/>
            <p:cNvSpPr/>
            <p:nvPr/>
          </p:nvSpPr>
          <p:spPr>
            <a:xfrm>
              <a:off x="7593480" y="1910160"/>
              <a:ext cx="115559" cy="115562"/>
            </a:xfrm>
            <a:custGeom>
              <a:rect b="b" l="l" r="r" t="t"/>
              <a:pathLst>
                <a:path extrusionOk="0" h="2301" w="2303">
                  <a:moveTo>
                    <a:pt x="1149" y="1"/>
                  </a:moveTo>
                  <a:cubicBezTo>
                    <a:pt x="513" y="1"/>
                    <a:pt x="0" y="517"/>
                    <a:pt x="0" y="1152"/>
                  </a:cubicBezTo>
                  <a:cubicBezTo>
                    <a:pt x="0" y="1788"/>
                    <a:pt x="513" y="2301"/>
                    <a:pt x="1149" y="2301"/>
                  </a:cubicBezTo>
                  <a:cubicBezTo>
                    <a:pt x="1786" y="2301"/>
                    <a:pt x="2303" y="1789"/>
                    <a:pt x="2303" y="1152"/>
                  </a:cubicBezTo>
                  <a:cubicBezTo>
                    <a:pt x="2303" y="517"/>
                    <a:pt x="1787" y="1"/>
                    <a:pt x="1149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7950" lIns="91425" spcFirstLastPara="1" rIns="91425" wrap="square" tIns="57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52" name="Google Shape;2552;p16"/>
            <p:cNvSpPr/>
            <p:nvPr/>
          </p:nvSpPr>
          <p:spPr>
            <a:xfrm>
              <a:off x="7593480" y="1567440"/>
              <a:ext cx="115559" cy="115923"/>
            </a:xfrm>
            <a:custGeom>
              <a:rect b="b" l="l" r="r" t="t"/>
              <a:pathLst>
                <a:path extrusionOk="0" h="2306" w="2303">
                  <a:moveTo>
                    <a:pt x="1149" y="0"/>
                  </a:moveTo>
                  <a:cubicBezTo>
                    <a:pt x="513" y="0"/>
                    <a:pt x="0" y="519"/>
                    <a:pt x="0" y="1154"/>
                  </a:cubicBezTo>
                  <a:cubicBezTo>
                    <a:pt x="0" y="1790"/>
                    <a:pt x="513" y="2306"/>
                    <a:pt x="1149" y="2306"/>
                  </a:cubicBezTo>
                  <a:cubicBezTo>
                    <a:pt x="1786" y="2306"/>
                    <a:pt x="2303" y="1790"/>
                    <a:pt x="2303" y="1154"/>
                  </a:cubicBezTo>
                  <a:cubicBezTo>
                    <a:pt x="2303" y="519"/>
                    <a:pt x="1787" y="0"/>
                    <a:pt x="1149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7950" lIns="91425" spcFirstLastPara="1" rIns="91425" wrap="square" tIns="57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53" name="Google Shape;2553;p16"/>
            <p:cNvSpPr/>
            <p:nvPr/>
          </p:nvSpPr>
          <p:spPr>
            <a:xfrm>
              <a:off x="7501680" y="1738800"/>
              <a:ext cx="115557" cy="115560"/>
            </a:xfrm>
            <a:custGeom>
              <a:rect b="b" l="l" r="r" t="t"/>
              <a:pathLst>
                <a:path extrusionOk="0" h="2302" w="2304">
                  <a:moveTo>
                    <a:pt x="1154" y="306"/>
                  </a:moveTo>
                  <a:cubicBezTo>
                    <a:pt x="1619" y="306"/>
                    <a:pt x="1999" y="685"/>
                    <a:pt x="1999" y="1150"/>
                  </a:cubicBezTo>
                  <a:cubicBezTo>
                    <a:pt x="1999" y="1616"/>
                    <a:pt x="1619" y="1993"/>
                    <a:pt x="1154" y="1993"/>
                  </a:cubicBezTo>
                  <a:cubicBezTo>
                    <a:pt x="687" y="1993"/>
                    <a:pt x="310" y="1616"/>
                    <a:pt x="310" y="1150"/>
                  </a:cubicBezTo>
                  <a:cubicBezTo>
                    <a:pt x="310" y="685"/>
                    <a:pt x="687" y="306"/>
                    <a:pt x="1154" y="306"/>
                  </a:cubicBezTo>
                  <a:close/>
                  <a:moveTo>
                    <a:pt x="1154" y="0"/>
                  </a:moveTo>
                  <a:cubicBezTo>
                    <a:pt x="518" y="0"/>
                    <a:pt x="1" y="517"/>
                    <a:pt x="1" y="1152"/>
                  </a:cubicBezTo>
                  <a:cubicBezTo>
                    <a:pt x="1" y="1786"/>
                    <a:pt x="518" y="2302"/>
                    <a:pt x="1154" y="2302"/>
                  </a:cubicBezTo>
                  <a:cubicBezTo>
                    <a:pt x="1789" y="2302"/>
                    <a:pt x="2304" y="1787"/>
                    <a:pt x="2304" y="1152"/>
                  </a:cubicBezTo>
                  <a:cubicBezTo>
                    <a:pt x="2304" y="516"/>
                    <a:pt x="1789" y="0"/>
                    <a:pt x="1154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7950" lIns="91425" spcFirstLastPara="1" rIns="91425" wrap="square" tIns="57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54" name="Google Shape;2554;p16"/>
            <p:cNvSpPr/>
            <p:nvPr/>
          </p:nvSpPr>
          <p:spPr>
            <a:xfrm>
              <a:off x="7335360" y="1738800"/>
              <a:ext cx="115921" cy="115560"/>
            </a:xfrm>
            <a:custGeom>
              <a:rect b="b" l="l" r="r" t="t"/>
              <a:pathLst>
                <a:path extrusionOk="0" h="2302" w="2307">
                  <a:moveTo>
                    <a:pt x="1153" y="306"/>
                  </a:moveTo>
                  <a:cubicBezTo>
                    <a:pt x="1618" y="306"/>
                    <a:pt x="1999" y="685"/>
                    <a:pt x="1999" y="1150"/>
                  </a:cubicBezTo>
                  <a:cubicBezTo>
                    <a:pt x="1999" y="1616"/>
                    <a:pt x="1618" y="1993"/>
                    <a:pt x="1153" y="1993"/>
                  </a:cubicBezTo>
                  <a:cubicBezTo>
                    <a:pt x="690" y="1993"/>
                    <a:pt x="308" y="1616"/>
                    <a:pt x="308" y="1150"/>
                  </a:cubicBezTo>
                  <a:cubicBezTo>
                    <a:pt x="308" y="685"/>
                    <a:pt x="690" y="306"/>
                    <a:pt x="1153" y="306"/>
                  </a:cubicBezTo>
                  <a:close/>
                  <a:moveTo>
                    <a:pt x="1153" y="0"/>
                  </a:moveTo>
                  <a:cubicBezTo>
                    <a:pt x="518" y="0"/>
                    <a:pt x="1" y="517"/>
                    <a:pt x="1" y="1152"/>
                  </a:cubicBezTo>
                  <a:cubicBezTo>
                    <a:pt x="1" y="1786"/>
                    <a:pt x="518" y="2302"/>
                    <a:pt x="1153" y="2302"/>
                  </a:cubicBezTo>
                  <a:cubicBezTo>
                    <a:pt x="1789" y="2302"/>
                    <a:pt x="2307" y="1787"/>
                    <a:pt x="2307" y="1152"/>
                  </a:cubicBezTo>
                  <a:cubicBezTo>
                    <a:pt x="2307" y="516"/>
                    <a:pt x="1788" y="0"/>
                    <a:pt x="1153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7950" lIns="91425" spcFirstLastPara="1" rIns="91425" wrap="square" tIns="57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55" name="Google Shape;2555;p16"/>
            <p:cNvSpPr/>
            <p:nvPr/>
          </p:nvSpPr>
          <p:spPr>
            <a:xfrm>
              <a:off x="6882840" y="1738800"/>
              <a:ext cx="115557" cy="115560"/>
            </a:xfrm>
            <a:custGeom>
              <a:rect b="b" l="l" r="r" t="t"/>
              <a:pathLst>
                <a:path extrusionOk="0" h="2302" w="2304">
                  <a:moveTo>
                    <a:pt x="1149" y="306"/>
                  </a:moveTo>
                  <a:cubicBezTo>
                    <a:pt x="1617" y="306"/>
                    <a:pt x="1996" y="685"/>
                    <a:pt x="1996" y="1150"/>
                  </a:cubicBezTo>
                  <a:cubicBezTo>
                    <a:pt x="1996" y="1616"/>
                    <a:pt x="1617" y="1993"/>
                    <a:pt x="1149" y="1993"/>
                  </a:cubicBezTo>
                  <a:cubicBezTo>
                    <a:pt x="686" y="1993"/>
                    <a:pt x="309" y="1616"/>
                    <a:pt x="309" y="1150"/>
                  </a:cubicBezTo>
                  <a:cubicBezTo>
                    <a:pt x="309" y="685"/>
                    <a:pt x="686" y="306"/>
                    <a:pt x="1149" y="306"/>
                  </a:cubicBezTo>
                  <a:close/>
                  <a:moveTo>
                    <a:pt x="1149" y="0"/>
                  </a:moveTo>
                  <a:cubicBezTo>
                    <a:pt x="515" y="0"/>
                    <a:pt x="0" y="517"/>
                    <a:pt x="0" y="1152"/>
                  </a:cubicBezTo>
                  <a:cubicBezTo>
                    <a:pt x="0" y="1786"/>
                    <a:pt x="515" y="2302"/>
                    <a:pt x="1149" y="2302"/>
                  </a:cubicBezTo>
                  <a:cubicBezTo>
                    <a:pt x="1784" y="2302"/>
                    <a:pt x="2303" y="1787"/>
                    <a:pt x="2303" y="1152"/>
                  </a:cubicBezTo>
                  <a:cubicBezTo>
                    <a:pt x="2303" y="516"/>
                    <a:pt x="1786" y="0"/>
                    <a:pt x="1149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7950" lIns="91425" spcFirstLastPara="1" rIns="91425" wrap="square" tIns="57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56" name="Google Shape;2556;p16"/>
            <p:cNvSpPr/>
            <p:nvPr/>
          </p:nvSpPr>
          <p:spPr>
            <a:xfrm>
              <a:off x="6995160" y="1933920"/>
              <a:ext cx="115557" cy="115919"/>
            </a:xfrm>
            <a:custGeom>
              <a:rect b="b" l="l" r="r" t="t"/>
              <a:pathLst>
                <a:path extrusionOk="0" h="2308" w="2304">
                  <a:moveTo>
                    <a:pt x="1150" y="309"/>
                  </a:moveTo>
                  <a:cubicBezTo>
                    <a:pt x="1618" y="309"/>
                    <a:pt x="1997" y="688"/>
                    <a:pt x="1995" y="1154"/>
                  </a:cubicBezTo>
                  <a:cubicBezTo>
                    <a:pt x="1995" y="1617"/>
                    <a:pt x="1618" y="1999"/>
                    <a:pt x="1150" y="1999"/>
                  </a:cubicBezTo>
                  <a:cubicBezTo>
                    <a:pt x="687" y="1999"/>
                    <a:pt x="305" y="1617"/>
                    <a:pt x="305" y="1154"/>
                  </a:cubicBezTo>
                  <a:cubicBezTo>
                    <a:pt x="305" y="688"/>
                    <a:pt x="687" y="309"/>
                    <a:pt x="1150" y="309"/>
                  </a:cubicBezTo>
                  <a:close/>
                  <a:moveTo>
                    <a:pt x="1150" y="0"/>
                  </a:moveTo>
                  <a:cubicBezTo>
                    <a:pt x="514" y="0"/>
                    <a:pt x="1" y="518"/>
                    <a:pt x="1" y="1154"/>
                  </a:cubicBezTo>
                  <a:cubicBezTo>
                    <a:pt x="1" y="1790"/>
                    <a:pt x="517" y="2308"/>
                    <a:pt x="1150" y="2308"/>
                  </a:cubicBezTo>
                  <a:cubicBezTo>
                    <a:pt x="1786" y="2308"/>
                    <a:pt x="2304" y="1790"/>
                    <a:pt x="2304" y="1154"/>
                  </a:cubicBezTo>
                  <a:cubicBezTo>
                    <a:pt x="2304" y="518"/>
                    <a:pt x="1786" y="0"/>
                    <a:pt x="1150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7950" lIns="91425" spcFirstLastPara="1" rIns="91425" wrap="square" tIns="57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57" name="Google Shape;2557;p16"/>
            <p:cNvSpPr/>
            <p:nvPr/>
          </p:nvSpPr>
          <p:spPr>
            <a:xfrm>
              <a:off x="6995160" y="1540800"/>
              <a:ext cx="115557" cy="115559"/>
            </a:xfrm>
            <a:custGeom>
              <a:rect b="b" l="l" r="r" t="t"/>
              <a:pathLst>
                <a:path extrusionOk="0" h="2303" w="2304">
                  <a:moveTo>
                    <a:pt x="1150" y="309"/>
                  </a:moveTo>
                  <a:cubicBezTo>
                    <a:pt x="1618" y="309"/>
                    <a:pt x="1997" y="687"/>
                    <a:pt x="1995" y="1152"/>
                  </a:cubicBezTo>
                  <a:cubicBezTo>
                    <a:pt x="1995" y="1620"/>
                    <a:pt x="1618" y="1997"/>
                    <a:pt x="1150" y="1997"/>
                  </a:cubicBezTo>
                  <a:cubicBezTo>
                    <a:pt x="687" y="1997"/>
                    <a:pt x="305" y="1620"/>
                    <a:pt x="305" y="1152"/>
                  </a:cubicBezTo>
                  <a:cubicBezTo>
                    <a:pt x="305" y="687"/>
                    <a:pt x="687" y="309"/>
                    <a:pt x="1150" y="309"/>
                  </a:cubicBezTo>
                  <a:close/>
                  <a:moveTo>
                    <a:pt x="1150" y="0"/>
                  </a:moveTo>
                  <a:cubicBezTo>
                    <a:pt x="514" y="0"/>
                    <a:pt x="1" y="516"/>
                    <a:pt x="1" y="1151"/>
                  </a:cubicBezTo>
                  <a:cubicBezTo>
                    <a:pt x="1" y="1786"/>
                    <a:pt x="517" y="2303"/>
                    <a:pt x="1150" y="2303"/>
                  </a:cubicBezTo>
                  <a:cubicBezTo>
                    <a:pt x="1786" y="2303"/>
                    <a:pt x="2304" y="1786"/>
                    <a:pt x="2304" y="1151"/>
                  </a:cubicBezTo>
                  <a:cubicBezTo>
                    <a:pt x="2304" y="516"/>
                    <a:pt x="1786" y="0"/>
                    <a:pt x="1150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7950" lIns="91425" spcFirstLastPara="1" rIns="91425" wrap="square" tIns="57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58" name="Google Shape;2558;p16"/>
            <p:cNvSpPr/>
            <p:nvPr/>
          </p:nvSpPr>
          <p:spPr>
            <a:xfrm>
              <a:off x="7223760" y="1540800"/>
              <a:ext cx="115919" cy="115559"/>
            </a:xfrm>
            <a:custGeom>
              <a:rect b="b" l="l" r="r" t="t"/>
              <a:pathLst>
                <a:path extrusionOk="0" h="2303" w="2308">
                  <a:moveTo>
                    <a:pt x="1154" y="309"/>
                  </a:moveTo>
                  <a:cubicBezTo>
                    <a:pt x="1619" y="309"/>
                    <a:pt x="1998" y="687"/>
                    <a:pt x="1998" y="1152"/>
                  </a:cubicBezTo>
                  <a:cubicBezTo>
                    <a:pt x="1998" y="1620"/>
                    <a:pt x="1619" y="1997"/>
                    <a:pt x="1154" y="1997"/>
                  </a:cubicBezTo>
                  <a:cubicBezTo>
                    <a:pt x="690" y="1997"/>
                    <a:pt x="309" y="1620"/>
                    <a:pt x="309" y="1152"/>
                  </a:cubicBezTo>
                  <a:cubicBezTo>
                    <a:pt x="309" y="687"/>
                    <a:pt x="690" y="309"/>
                    <a:pt x="1154" y="309"/>
                  </a:cubicBezTo>
                  <a:close/>
                  <a:moveTo>
                    <a:pt x="1154" y="0"/>
                  </a:moveTo>
                  <a:cubicBezTo>
                    <a:pt x="518" y="0"/>
                    <a:pt x="0" y="516"/>
                    <a:pt x="0" y="1151"/>
                  </a:cubicBezTo>
                  <a:cubicBezTo>
                    <a:pt x="0" y="1786"/>
                    <a:pt x="520" y="2303"/>
                    <a:pt x="1154" y="2303"/>
                  </a:cubicBezTo>
                  <a:cubicBezTo>
                    <a:pt x="1789" y="2303"/>
                    <a:pt x="2306" y="1786"/>
                    <a:pt x="2307" y="1151"/>
                  </a:cubicBezTo>
                  <a:cubicBezTo>
                    <a:pt x="2307" y="516"/>
                    <a:pt x="1790" y="0"/>
                    <a:pt x="1154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7950" lIns="91425" spcFirstLastPara="1" rIns="91425" wrap="square" tIns="57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59" name="Google Shape;2559;p16"/>
            <p:cNvSpPr/>
            <p:nvPr/>
          </p:nvSpPr>
          <p:spPr>
            <a:xfrm>
              <a:off x="7223760" y="1933920"/>
              <a:ext cx="115919" cy="115919"/>
            </a:xfrm>
            <a:custGeom>
              <a:rect b="b" l="l" r="r" t="t"/>
              <a:pathLst>
                <a:path extrusionOk="0" h="2308" w="2308">
                  <a:moveTo>
                    <a:pt x="1154" y="309"/>
                  </a:moveTo>
                  <a:cubicBezTo>
                    <a:pt x="1619" y="309"/>
                    <a:pt x="1998" y="688"/>
                    <a:pt x="1998" y="1154"/>
                  </a:cubicBezTo>
                  <a:cubicBezTo>
                    <a:pt x="1998" y="1617"/>
                    <a:pt x="1619" y="1999"/>
                    <a:pt x="1154" y="1999"/>
                  </a:cubicBezTo>
                  <a:cubicBezTo>
                    <a:pt x="690" y="1999"/>
                    <a:pt x="309" y="1617"/>
                    <a:pt x="309" y="1154"/>
                  </a:cubicBezTo>
                  <a:cubicBezTo>
                    <a:pt x="309" y="688"/>
                    <a:pt x="690" y="309"/>
                    <a:pt x="1154" y="309"/>
                  </a:cubicBezTo>
                  <a:close/>
                  <a:moveTo>
                    <a:pt x="1154" y="0"/>
                  </a:moveTo>
                  <a:cubicBezTo>
                    <a:pt x="518" y="0"/>
                    <a:pt x="0" y="518"/>
                    <a:pt x="0" y="1154"/>
                  </a:cubicBezTo>
                  <a:cubicBezTo>
                    <a:pt x="0" y="1790"/>
                    <a:pt x="520" y="2308"/>
                    <a:pt x="1154" y="2308"/>
                  </a:cubicBezTo>
                  <a:cubicBezTo>
                    <a:pt x="1789" y="2308"/>
                    <a:pt x="2307" y="1790"/>
                    <a:pt x="2307" y="1154"/>
                  </a:cubicBezTo>
                  <a:cubicBezTo>
                    <a:pt x="2307" y="518"/>
                    <a:pt x="1790" y="0"/>
                    <a:pt x="1154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7950" lIns="91425" spcFirstLastPara="1" rIns="91425" wrap="square" tIns="57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60" name="Google Shape;2560;p16"/>
            <p:cNvSpPr/>
            <p:nvPr/>
          </p:nvSpPr>
          <p:spPr>
            <a:xfrm>
              <a:off x="6839280" y="1445760"/>
              <a:ext cx="101158" cy="11160"/>
            </a:xfrm>
            <a:custGeom>
              <a:rect b="b" l="l" r="r" t="t"/>
              <a:pathLst>
                <a:path extrusionOk="0" h="231" w="2015">
                  <a:moveTo>
                    <a:pt x="1" y="1"/>
                  </a:moveTo>
                  <a:lnTo>
                    <a:pt x="1" y="230"/>
                  </a:lnTo>
                  <a:lnTo>
                    <a:pt x="2014" y="230"/>
                  </a:lnTo>
                  <a:lnTo>
                    <a:pt x="2014" y="1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750" lIns="91425" spcFirstLastPara="1" rIns="91425" wrap="square" tIns="5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61" name="Google Shape;2561;p16"/>
            <p:cNvSpPr/>
            <p:nvPr/>
          </p:nvSpPr>
          <p:spPr>
            <a:xfrm>
              <a:off x="7003440" y="1311120"/>
              <a:ext cx="54721" cy="105120"/>
            </a:xfrm>
            <a:custGeom>
              <a:rect b="b" l="l" r="r" t="t"/>
              <a:pathLst>
                <a:path extrusionOk="0" h="2091" w="1096">
                  <a:moveTo>
                    <a:pt x="885" y="1"/>
                  </a:moveTo>
                  <a:lnTo>
                    <a:pt x="0" y="1997"/>
                  </a:lnTo>
                  <a:lnTo>
                    <a:pt x="210" y="2091"/>
                  </a:lnTo>
                  <a:lnTo>
                    <a:pt x="1096" y="94"/>
                  </a:lnTo>
                  <a:lnTo>
                    <a:pt x="885" y="1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2550" lIns="91425" spcFirstLastPara="1" rIns="91425" wrap="square" tIns="525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62" name="Google Shape;2562;p16"/>
            <p:cNvSpPr/>
            <p:nvPr/>
          </p:nvSpPr>
          <p:spPr>
            <a:xfrm>
              <a:off x="6994080" y="1487880"/>
              <a:ext cx="44280" cy="69119"/>
            </a:xfrm>
            <a:custGeom>
              <a:rect b="b" l="l" r="r" t="t"/>
              <a:pathLst>
                <a:path extrusionOk="0" h="1377" w="884">
                  <a:moveTo>
                    <a:pt x="203" y="0"/>
                  </a:moveTo>
                  <a:lnTo>
                    <a:pt x="0" y="109"/>
                  </a:lnTo>
                  <a:lnTo>
                    <a:pt x="680" y="1376"/>
                  </a:lnTo>
                  <a:lnTo>
                    <a:pt x="883" y="1267"/>
                  </a:lnTo>
                  <a:lnTo>
                    <a:pt x="203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550" lIns="91425" spcFirstLastPara="1" rIns="91425" wrap="square" tIns="345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63" name="Google Shape;2563;p16"/>
            <p:cNvSpPr/>
            <p:nvPr/>
          </p:nvSpPr>
          <p:spPr>
            <a:xfrm>
              <a:off x="7103880" y="1593000"/>
              <a:ext cx="133201" cy="11160"/>
            </a:xfrm>
            <a:custGeom>
              <a:rect b="b" l="l" r="r" t="t"/>
              <a:pathLst>
                <a:path extrusionOk="0" h="232" w="2648">
                  <a:moveTo>
                    <a:pt x="0" y="0"/>
                  </a:moveTo>
                  <a:lnTo>
                    <a:pt x="0" y="231"/>
                  </a:lnTo>
                  <a:lnTo>
                    <a:pt x="2647" y="231"/>
                  </a:lnTo>
                  <a:lnTo>
                    <a:pt x="2647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750" lIns="91425" spcFirstLastPara="1" rIns="91425" wrap="square" tIns="5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64" name="Google Shape;2564;p16"/>
            <p:cNvSpPr/>
            <p:nvPr/>
          </p:nvSpPr>
          <p:spPr>
            <a:xfrm>
              <a:off x="6823080" y="1790640"/>
              <a:ext cx="68041" cy="11160"/>
            </a:xfrm>
            <a:custGeom>
              <a:rect b="b" l="l" r="r" t="t"/>
              <a:pathLst>
                <a:path extrusionOk="0" h="232" w="1356">
                  <a:moveTo>
                    <a:pt x="1" y="1"/>
                  </a:moveTo>
                  <a:lnTo>
                    <a:pt x="1" y="232"/>
                  </a:lnTo>
                  <a:lnTo>
                    <a:pt x="1356" y="232"/>
                  </a:lnTo>
                  <a:lnTo>
                    <a:pt x="1356" y="1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750" lIns="91425" spcFirstLastPara="1" rIns="91425" wrap="square" tIns="5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65" name="Google Shape;2565;p16"/>
            <p:cNvSpPr/>
            <p:nvPr/>
          </p:nvSpPr>
          <p:spPr>
            <a:xfrm>
              <a:off x="6959520" y="1644120"/>
              <a:ext cx="74161" cy="110879"/>
            </a:xfrm>
            <a:custGeom>
              <a:rect b="b" l="l" r="r" t="t"/>
              <a:pathLst>
                <a:path extrusionOk="0" h="2206" w="1481">
                  <a:moveTo>
                    <a:pt x="1285" y="1"/>
                  </a:moveTo>
                  <a:lnTo>
                    <a:pt x="1" y="2085"/>
                  </a:lnTo>
                  <a:lnTo>
                    <a:pt x="196" y="2206"/>
                  </a:lnTo>
                  <a:lnTo>
                    <a:pt x="1480" y="121"/>
                  </a:lnTo>
                  <a:lnTo>
                    <a:pt x="1285" y="1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5425" lIns="91425" spcFirstLastPara="1" rIns="91425" wrap="square" tIns="55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66" name="Google Shape;2566;p16"/>
            <p:cNvSpPr/>
            <p:nvPr/>
          </p:nvSpPr>
          <p:spPr>
            <a:xfrm>
              <a:off x="6962040" y="1845720"/>
              <a:ext cx="73440" cy="105120"/>
            </a:xfrm>
            <a:custGeom>
              <a:rect b="b" l="l" r="r" t="t"/>
              <a:pathLst>
                <a:path extrusionOk="0" h="2091" w="1468">
                  <a:moveTo>
                    <a:pt x="193" y="0"/>
                  </a:moveTo>
                  <a:lnTo>
                    <a:pt x="0" y="126"/>
                  </a:lnTo>
                  <a:lnTo>
                    <a:pt x="1273" y="2091"/>
                  </a:lnTo>
                  <a:lnTo>
                    <a:pt x="1467" y="1966"/>
                  </a:lnTo>
                  <a:lnTo>
                    <a:pt x="193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2550" lIns="91425" spcFirstLastPara="1" rIns="91425" wrap="square" tIns="525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67" name="Google Shape;2567;p16"/>
            <p:cNvSpPr/>
            <p:nvPr/>
          </p:nvSpPr>
          <p:spPr>
            <a:xfrm>
              <a:off x="7103880" y="1989000"/>
              <a:ext cx="134998" cy="11160"/>
            </a:xfrm>
            <a:custGeom>
              <a:rect b="b" l="l" r="r" t="t"/>
              <a:pathLst>
                <a:path extrusionOk="0" h="232" w="2686">
                  <a:moveTo>
                    <a:pt x="0" y="1"/>
                  </a:moveTo>
                  <a:lnTo>
                    <a:pt x="0" y="232"/>
                  </a:lnTo>
                  <a:lnTo>
                    <a:pt x="2685" y="232"/>
                  </a:lnTo>
                  <a:lnTo>
                    <a:pt x="2685" y="1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750" lIns="91425" spcFirstLastPara="1" rIns="91425" wrap="square" tIns="5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68" name="Google Shape;2568;p16"/>
            <p:cNvSpPr/>
            <p:nvPr/>
          </p:nvSpPr>
          <p:spPr>
            <a:xfrm>
              <a:off x="6980760" y="2033280"/>
              <a:ext cx="52560" cy="64080"/>
            </a:xfrm>
            <a:custGeom>
              <a:rect b="b" l="l" r="r" t="t"/>
              <a:pathLst>
                <a:path extrusionOk="0" h="1277" w="1049">
                  <a:moveTo>
                    <a:pt x="865" y="1"/>
                  </a:moveTo>
                  <a:lnTo>
                    <a:pt x="1" y="1137"/>
                  </a:lnTo>
                  <a:lnTo>
                    <a:pt x="184" y="1276"/>
                  </a:lnTo>
                  <a:lnTo>
                    <a:pt x="1048" y="141"/>
                  </a:lnTo>
                  <a:lnTo>
                    <a:pt x="865" y="1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2025" lIns="91425" spcFirstLastPara="1" rIns="91425" wrap="square" tIns="32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69" name="Google Shape;2569;p16"/>
            <p:cNvSpPr/>
            <p:nvPr/>
          </p:nvSpPr>
          <p:spPr>
            <a:xfrm>
              <a:off x="6839280" y="2124360"/>
              <a:ext cx="92519" cy="11160"/>
            </a:xfrm>
            <a:custGeom>
              <a:rect b="b" l="l" r="r" t="t"/>
              <a:pathLst>
                <a:path extrusionOk="0" h="232" w="1841">
                  <a:moveTo>
                    <a:pt x="1" y="1"/>
                  </a:moveTo>
                  <a:lnTo>
                    <a:pt x="1" y="232"/>
                  </a:lnTo>
                  <a:lnTo>
                    <a:pt x="1840" y="232"/>
                  </a:lnTo>
                  <a:lnTo>
                    <a:pt x="1840" y="1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750" lIns="91425" spcFirstLastPara="1" rIns="91425" wrap="square" tIns="5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70" name="Google Shape;2570;p16"/>
            <p:cNvSpPr/>
            <p:nvPr/>
          </p:nvSpPr>
          <p:spPr>
            <a:xfrm>
              <a:off x="6980040" y="2165040"/>
              <a:ext cx="40679" cy="87481"/>
            </a:xfrm>
            <a:custGeom>
              <a:rect b="b" l="l" r="r" t="t"/>
              <a:pathLst>
                <a:path extrusionOk="0" h="1747" w="818">
                  <a:moveTo>
                    <a:pt x="217" y="1"/>
                  </a:moveTo>
                  <a:lnTo>
                    <a:pt x="0" y="79"/>
                  </a:lnTo>
                  <a:lnTo>
                    <a:pt x="601" y="1747"/>
                  </a:lnTo>
                  <a:lnTo>
                    <a:pt x="818" y="1669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3900" lIns="91425" spcFirstLastPara="1" rIns="91425" wrap="square" tIns="43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71" name="Google Shape;2571;p16"/>
            <p:cNvSpPr/>
            <p:nvPr/>
          </p:nvSpPr>
          <p:spPr>
            <a:xfrm>
              <a:off x="7393320" y="2132640"/>
              <a:ext cx="130681" cy="11160"/>
            </a:xfrm>
            <a:custGeom>
              <a:rect b="b" l="l" r="r" t="t"/>
              <a:pathLst>
                <a:path extrusionOk="0" h="230" w="2601">
                  <a:moveTo>
                    <a:pt x="0" y="0"/>
                  </a:moveTo>
                  <a:lnTo>
                    <a:pt x="0" y="230"/>
                  </a:lnTo>
                  <a:lnTo>
                    <a:pt x="2600" y="230"/>
                  </a:lnTo>
                  <a:lnTo>
                    <a:pt x="260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750" lIns="91425" spcFirstLastPara="1" rIns="91425" wrap="square" tIns="5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72" name="Google Shape;2572;p16"/>
            <p:cNvSpPr/>
            <p:nvPr/>
          </p:nvSpPr>
          <p:spPr>
            <a:xfrm>
              <a:off x="7297920" y="2034000"/>
              <a:ext cx="42479" cy="74159"/>
            </a:xfrm>
            <a:custGeom>
              <a:rect b="b" l="l" r="r" t="t"/>
              <a:pathLst>
                <a:path extrusionOk="0" h="1482" w="847">
                  <a:moveTo>
                    <a:pt x="211" y="0"/>
                  </a:moveTo>
                  <a:lnTo>
                    <a:pt x="1" y="97"/>
                  </a:lnTo>
                  <a:lnTo>
                    <a:pt x="637" y="1481"/>
                  </a:lnTo>
                  <a:lnTo>
                    <a:pt x="847" y="1385"/>
                  </a:lnTo>
                  <a:lnTo>
                    <a:pt x="211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7075" lIns="91425" spcFirstLastPara="1" rIns="91425" wrap="square" tIns="370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73" name="Google Shape;2573;p16"/>
            <p:cNvSpPr/>
            <p:nvPr/>
          </p:nvSpPr>
          <p:spPr>
            <a:xfrm>
              <a:off x="7298640" y="1840680"/>
              <a:ext cx="75601" cy="110159"/>
            </a:xfrm>
            <a:custGeom>
              <a:rect b="b" l="l" r="r" t="t"/>
              <a:pathLst>
                <a:path extrusionOk="0" h="2192" w="1506">
                  <a:moveTo>
                    <a:pt x="1310" y="0"/>
                  </a:moveTo>
                  <a:lnTo>
                    <a:pt x="0" y="2068"/>
                  </a:lnTo>
                  <a:lnTo>
                    <a:pt x="194" y="2191"/>
                  </a:lnTo>
                  <a:lnTo>
                    <a:pt x="1505" y="124"/>
                  </a:lnTo>
                  <a:lnTo>
                    <a:pt x="131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5075" lIns="91425" spcFirstLastPara="1" rIns="91425" wrap="square" tIns="550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74" name="Google Shape;2574;p16"/>
            <p:cNvSpPr/>
            <p:nvPr/>
          </p:nvSpPr>
          <p:spPr>
            <a:xfrm>
              <a:off x="7306200" y="1640520"/>
              <a:ext cx="67680" cy="113757"/>
            </a:xfrm>
            <a:custGeom>
              <a:rect b="b" l="l" r="r" t="t"/>
              <a:pathLst>
                <a:path extrusionOk="0" h="2268" w="1353">
                  <a:moveTo>
                    <a:pt x="203" y="1"/>
                  </a:moveTo>
                  <a:lnTo>
                    <a:pt x="1" y="108"/>
                  </a:lnTo>
                  <a:lnTo>
                    <a:pt x="1148" y="2268"/>
                  </a:lnTo>
                  <a:lnTo>
                    <a:pt x="1352" y="2160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875" lIns="91425" spcFirstLastPara="1" rIns="91425" wrap="square" tIns="56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75" name="Google Shape;2575;p16"/>
            <p:cNvSpPr/>
            <p:nvPr/>
          </p:nvSpPr>
          <p:spPr>
            <a:xfrm>
              <a:off x="7306920" y="1486800"/>
              <a:ext cx="54720" cy="70201"/>
            </a:xfrm>
            <a:custGeom>
              <a:rect b="b" l="l" r="r" t="t"/>
              <a:pathLst>
                <a:path extrusionOk="0" h="1401" w="1095">
                  <a:moveTo>
                    <a:pt x="907" y="1"/>
                  </a:moveTo>
                  <a:lnTo>
                    <a:pt x="0" y="1268"/>
                  </a:lnTo>
                  <a:lnTo>
                    <a:pt x="189" y="1401"/>
                  </a:lnTo>
                  <a:lnTo>
                    <a:pt x="1094" y="135"/>
                  </a:lnTo>
                  <a:lnTo>
                    <a:pt x="907" y="1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5275" lIns="91425" spcFirstLastPara="1" rIns="91425" wrap="square" tIns="35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76" name="Google Shape;2576;p16"/>
            <p:cNvSpPr/>
            <p:nvPr/>
          </p:nvSpPr>
          <p:spPr>
            <a:xfrm>
              <a:off x="7444800" y="1790640"/>
              <a:ext cx="65161" cy="11160"/>
            </a:xfrm>
            <a:custGeom>
              <a:rect b="b" l="l" r="r" t="t"/>
              <a:pathLst>
                <a:path extrusionOk="0" h="232" w="1299">
                  <a:moveTo>
                    <a:pt x="1" y="1"/>
                  </a:moveTo>
                  <a:lnTo>
                    <a:pt x="1" y="232"/>
                  </a:lnTo>
                  <a:lnTo>
                    <a:pt x="1299" y="232"/>
                  </a:lnTo>
                  <a:lnTo>
                    <a:pt x="1299" y="1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750" lIns="91425" spcFirstLastPara="1" rIns="91425" wrap="square" tIns="5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77" name="Google Shape;2577;p16"/>
            <p:cNvSpPr/>
            <p:nvPr/>
          </p:nvSpPr>
          <p:spPr>
            <a:xfrm>
              <a:off x="7581600" y="1653480"/>
              <a:ext cx="61201" cy="100440"/>
            </a:xfrm>
            <a:custGeom>
              <a:rect b="b" l="l" r="r" t="t"/>
              <a:pathLst>
                <a:path extrusionOk="0" h="2002" w="1220">
                  <a:moveTo>
                    <a:pt x="1016" y="0"/>
                  </a:moveTo>
                  <a:lnTo>
                    <a:pt x="0" y="1894"/>
                  </a:lnTo>
                  <a:lnTo>
                    <a:pt x="203" y="2001"/>
                  </a:lnTo>
                  <a:lnTo>
                    <a:pt x="1219" y="108"/>
                  </a:lnTo>
                  <a:lnTo>
                    <a:pt x="1016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400" lIns="91425" spcFirstLastPara="1" rIns="91425" wrap="square" tIns="50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78" name="Google Shape;2578;p16"/>
            <p:cNvSpPr/>
            <p:nvPr/>
          </p:nvSpPr>
          <p:spPr>
            <a:xfrm>
              <a:off x="7581960" y="1837800"/>
              <a:ext cx="66240" cy="98639"/>
            </a:xfrm>
            <a:custGeom>
              <a:rect b="b" l="l" r="r" t="t"/>
              <a:pathLst>
                <a:path extrusionOk="0" h="1966" w="1319">
                  <a:moveTo>
                    <a:pt x="197" y="0"/>
                  </a:moveTo>
                  <a:lnTo>
                    <a:pt x="0" y="120"/>
                  </a:lnTo>
                  <a:lnTo>
                    <a:pt x="1121" y="1966"/>
                  </a:lnTo>
                  <a:lnTo>
                    <a:pt x="1318" y="1847"/>
                  </a:lnTo>
                  <a:lnTo>
                    <a:pt x="197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3C3C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9300" lIns="91425" spcFirstLastPara="1" rIns="91425" wrap="square" tIns="49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2579" name="Google Shape;2579;p16"/>
          <p:cNvSpPr/>
          <p:nvPr/>
        </p:nvSpPr>
        <p:spPr>
          <a:xfrm>
            <a:off x="1220072" y="2938321"/>
            <a:ext cx="3812400" cy="752700"/>
          </a:xfrm>
          <a:prstGeom prst="roundRect">
            <a:avLst>
              <a:gd fmla="val 16667" name="adj"/>
            </a:avLst>
          </a:prstGeom>
          <a:solidFill>
            <a:srgbClr val="EEEFEC"/>
          </a:solidFill>
          <a:ln>
            <a:noFill/>
          </a:ln>
        </p:spPr>
        <p:txBody>
          <a:bodyPr anchorCtr="0" anchor="ctr" bIns="73400" lIns="73400" spcFirstLastPara="1" rIns="73400" wrap="square" tIns="73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24"/>
          </a:p>
        </p:txBody>
      </p:sp>
      <p:sp>
        <p:nvSpPr>
          <p:cNvPr id="2580" name="Google Shape;2580;p16"/>
          <p:cNvSpPr/>
          <p:nvPr/>
        </p:nvSpPr>
        <p:spPr>
          <a:xfrm>
            <a:off x="814954" y="307875"/>
            <a:ext cx="3736500" cy="9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25" lIns="232125" spcFirstLastPara="1" rIns="232125" wrap="square" tIns="116025">
            <a:noAutofit/>
          </a:bodyPr>
          <a:lstStyle/>
          <a:p>
            <a:pPr indent="0" lvl="0" marL="0" marR="0" rtl="0" algn="l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240">
                <a:solidFill>
                  <a:srgbClr val="3C3C3B"/>
                </a:solidFill>
                <a:latin typeface="Barriecito"/>
                <a:ea typeface="Barriecito"/>
                <a:cs typeface="Barriecito"/>
                <a:sym typeface="Barriecito"/>
              </a:rPr>
              <a:t>Next Steps</a:t>
            </a:r>
            <a:endParaRPr b="0" i="0" sz="524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581" name="Google Shape;2581;p16"/>
          <p:cNvSpPr/>
          <p:nvPr/>
        </p:nvSpPr>
        <p:spPr>
          <a:xfrm>
            <a:off x="1020253" y="1334534"/>
            <a:ext cx="3015900" cy="852000"/>
          </a:xfrm>
          <a:prstGeom prst="roundRect">
            <a:avLst>
              <a:gd fmla="val 16667" name="adj"/>
            </a:avLst>
          </a:prstGeom>
          <a:noFill/>
          <a:ln cap="flat" cmpd="sng" w="7625">
            <a:solidFill>
              <a:srgbClr val="3C3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125" lIns="72250" spcFirstLastPara="1" rIns="72250" wrap="square" tIns="36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8">
                <a:solidFill>
                  <a:schemeClr val="dk1"/>
                </a:solidFill>
                <a:latin typeface="Barriecito"/>
                <a:ea typeface="Barriecito"/>
                <a:cs typeface="Barriecito"/>
                <a:sym typeface="Barriecito"/>
              </a:rPr>
              <a:t>Complete Admin Page</a:t>
            </a:r>
            <a:endParaRPr b="1" sz="2408">
              <a:solidFill>
                <a:schemeClr val="dk1"/>
              </a:solidFill>
              <a:latin typeface="Barriecito"/>
              <a:ea typeface="Barriecito"/>
              <a:cs typeface="Barriecito"/>
              <a:sym typeface="Barriecito"/>
            </a:endParaRPr>
          </a:p>
        </p:txBody>
      </p:sp>
      <p:sp>
        <p:nvSpPr>
          <p:cNvPr id="2582" name="Google Shape;2582;p16"/>
          <p:cNvSpPr/>
          <p:nvPr/>
        </p:nvSpPr>
        <p:spPr>
          <a:xfrm>
            <a:off x="1020253" y="2268653"/>
            <a:ext cx="3015900" cy="852000"/>
          </a:xfrm>
          <a:prstGeom prst="roundRect">
            <a:avLst>
              <a:gd fmla="val 16667" name="adj"/>
            </a:avLst>
          </a:prstGeom>
          <a:noFill/>
          <a:ln cap="flat" cmpd="sng" w="7625">
            <a:solidFill>
              <a:srgbClr val="3C3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125" lIns="72250" spcFirstLastPara="1" rIns="72250" wrap="square" tIns="36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8">
                <a:solidFill>
                  <a:schemeClr val="dk1"/>
                </a:solidFill>
                <a:latin typeface="Barriecito"/>
                <a:ea typeface="Barriecito"/>
                <a:cs typeface="Barriecito"/>
                <a:sym typeface="Barriecito"/>
              </a:rPr>
              <a:t>Add Blind Review</a:t>
            </a:r>
            <a:endParaRPr b="1" sz="2408">
              <a:solidFill>
                <a:schemeClr val="dk1"/>
              </a:solidFill>
              <a:latin typeface="Barriecito"/>
              <a:ea typeface="Barriecito"/>
              <a:cs typeface="Barriecito"/>
              <a:sym typeface="Barriecito"/>
            </a:endParaRPr>
          </a:p>
        </p:txBody>
      </p:sp>
      <p:sp>
        <p:nvSpPr>
          <p:cNvPr id="2583" name="Google Shape;2583;p16"/>
          <p:cNvSpPr/>
          <p:nvPr/>
        </p:nvSpPr>
        <p:spPr>
          <a:xfrm>
            <a:off x="1020253" y="3202746"/>
            <a:ext cx="3015900" cy="852000"/>
          </a:xfrm>
          <a:prstGeom prst="roundRect">
            <a:avLst>
              <a:gd fmla="val 16667" name="adj"/>
            </a:avLst>
          </a:prstGeom>
          <a:noFill/>
          <a:ln cap="flat" cmpd="sng" w="7625">
            <a:solidFill>
              <a:srgbClr val="3C3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125" lIns="72250" spcFirstLastPara="1" rIns="72250" wrap="square" tIns="36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8">
                <a:solidFill>
                  <a:schemeClr val="dk1"/>
                </a:solidFill>
                <a:latin typeface="Barriecito"/>
                <a:ea typeface="Barriecito"/>
                <a:cs typeface="Barriecito"/>
                <a:sym typeface="Barriecito"/>
              </a:rPr>
              <a:t>Meet w/Prof. Ahlgren</a:t>
            </a:r>
            <a:endParaRPr b="1" sz="2408">
              <a:solidFill>
                <a:schemeClr val="dk1"/>
              </a:solidFill>
              <a:latin typeface="Barriecito"/>
              <a:ea typeface="Barriecito"/>
              <a:cs typeface="Barriecito"/>
              <a:sym typeface="Barrieci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ell Behavior Thesis Defense by Slidesgo">
  <a:themeElements>
    <a:clrScheme name="Simple Light">
      <a:dk1>
        <a:srgbClr val="3C3C3B"/>
      </a:dk1>
      <a:lt1>
        <a:srgbClr val="F4F6F0"/>
      </a:lt1>
      <a:dk2>
        <a:srgbClr val="FFFFFF"/>
      </a:dk2>
      <a:lt2>
        <a:srgbClr val="F1CB86"/>
      </a:lt2>
      <a:accent1>
        <a:srgbClr val="FCE8C6"/>
      </a:accent1>
      <a:accent2>
        <a:srgbClr val="CDE2E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C3C3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ell Behavior Thesis Defense by Slidesgo">
  <a:themeElements>
    <a:clrScheme name="Simple Light">
      <a:dk1>
        <a:srgbClr val="3C3C3B"/>
      </a:dk1>
      <a:lt1>
        <a:srgbClr val="F4F6F0"/>
      </a:lt1>
      <a:dk2>
        <a:srgbClr val="FFFFFF"/>
      </a:dk2>
      <a:lt2>
        <a:srgbClr val="F1CB86"/>
      </a:lt2>
      <a:accent1>
        <a:srgbClr val="FCE8C6"/>
      </a:accent1>
      <a:accent2>
        <a:srgbClr val="CDE2E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C3C3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Cell Behavior Thesis Defense by Slidesgo">
  <a:themeElements>
    <a:clrScheme name="Simple Light">
      <a:dk1>
        <a:srgbClr val="3C3C3B"/>
      </a:dk1>
      <a:lt1>
        <a:srgbClr val="F4F6F0"/>
      </a:lt1>
      <a:dk2>
        <a:srgbClr val="FFFFFF"/>
      </a:dk2>
      <a:lt2>
        <a:srgbClr val="F1CB86"/>
      </a:lt2>
      <a:accent1>
        <a:srgbClr val="FCE8C6"/>
      </a:accent1>
      <a:accent2>
        <a:srgbClr val="CDE2E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C3C3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